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76" r:id="rId2"/>
    <p:sldId id="4122" r:id="rId3"/>
    <p:sldId id="277" r:id="rId4"/>
    <p:sldId id="4778" r:id="rId5"/>
    <p:sldId id="4752" r:id="rId6"/>
    <p:sldId id="4758" r:id="rId7"/>
    <p:sldId id="4774" r:id="rId8"/>
    <p:sldId id="4775" r:id="rId9"/>
    <p:sldId id="4760" r:id="rId10"/>
    <p:sldId id="4761" r:id="rId11"/>
    <p:sldId id="4776" r:id="rId12"/>
    <p:sldId id="4789" r:id="rId13"/>
    <p:sldId id="4788" r:id="rId14"/>
    <p:sldId id="4777" r:id="rId15"/>
    <p:sldId id="4769" r:id="rId16"/>
    <p:sldId id="4757" r:id="rId17"/>
    <p:sldId id="4759" r:id="rId18"/>
    <p:sldId id="4787" r:id="rId19"/>
    <p:sldId id="4780" r:id="rId20"/>
    <p:sldId id="282" r:id="rId21"/>
    <p:sldId id="280" r:id="rId22"/>
    <p:sldId id="4711" r:id="rId23"/>
    <p:sldId id="4773" r:id="rId24"/>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817DAF-671E-40FA-9B34-C817E16E6842}">
          <p14:sldIdLst>
            <p14:sldId id="276"/>
            <p14:sldId id="4122"/>
            <p14:sldId id="277"/>
            <p14:sldId id="4778"/>
            <p14:sldId id="4752"/>
            <p14:sldId id="4758"/>
            <p14:sldId id="4774"/>
            <p14:sldId id="4775"/>
            <p14:sldId id="4760"/>
            <p14:sldId id="4761"/>
            <p14:sldId id="4776"/>
            <p14:sldId id="4789"/>
            <p14:sldId id="4788"/>
            <p14:sldId id="4777"/>
            <p14:sldId id="4769"/>
            <p14:sldId id="4757"/>
            <p14:sldId id="4759"/>
            <p14:sldId id="4787"/>
            <p14:sldId id="4780"/>
            <p14:sldId id="282"/>
            <p14:sldId id="280"/>
            <p14:sldId id="4711"/>
            <p14:sldId id="4773"/>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autoAdjust="0"/>
    <p:restoredTop sz="95250" autoAdjust="0"/>
  </p:normalViewPr>
  <p:slideViewPr>
    <p:cSldViewPr>
      <p:cViewPr varScale="1">
        <p:scale>
          <a:sx n="97" d="100"/>
          <a:sy n="97" d="100"/>
        </p:scale>
        <p:origin x="688" y="28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4:41:36.642"/>
    </inkml:context>
    <inkml:brush xml:id="br0">
      <inkml:brushProperty name="width" value="0.05" units="cm"/>
      <inkml:brushProperty name="height" value="0.05" units="cm"/>
      <inkml:brushProperty name="color" value="#FFC11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5.519"/>
    </inkml:context>
    <inkml:brush xml:id="br0">
      <inkml:brushProperty name="width" value="0.05" units="cm"/>
      <inkml:brushProperty name="height" value="0.05" units="cm"/>
      <inkml:brushProperty name="color" value="#FFFFFF"/>
    </inkml:brush>
  </inkml:definitions>
  <inkml:trace contextRef="#ctx0" brushRef="#br0">2210 483 24575,'1'-19'0,"0"14"0,-1 1 0,0 0 0,1-1 0,-2 1 0,1 0 0,0-1 0,-1 1 0,0 0 0,0-1 0,-2-5 0,3 9 0,-1 1 0,1 0 0,0-1 0,-1 1 0,1-1 0,-1 1 0,1 0 0,-1-1 0,1 1 0,-1 0 0,1-1 0,-1 1 0,1 0 0,-1 0 0,1-1 0,-1 1 0,0 0 0,1 0 0,-1 0 0,1 0 0,-1 0 0,0 0 0,1 0 0,-1 0 0,1 0 0,-1 0 0,0 0 0,1 0 0,-1 1 0,0-1 0,-19 10 0,17-8 0,-402 280 0,149-86-810,-347 343 0,232-111-304,284-308 861,-129 236-1,175-276 141,4 3 0,3 0 0,4 3 0,-28 126 0,48-162 57,2-1-1,3 1 1,2 0-1,2 0 0,2 0 1,2 0-1,3 0 1,1 0-1,23 74 1,-12-72-29,2-2 1,3 0 0,2-2 0,2 0 0,1-2-1,3-1 1,2-2 0,2-1 0,62 59-1,-34-44-55,3-3 0,2-3-1,3-3 1,1-3-1,113 52 1,-74-50-189,1-5-1,2-4 1,2-6 0,178 27 0,-111-36-139,0-9 0,234-10 0,-182-19 32,-1-10 0,-1-10 0,448-129 0,-412 74-3,-5-11 0,493-265 0,-144-31 156,-478 293 192,-5-6 0,148-161 0,-215 200 151,-3-2 0,-3-3-1,-3-2 1,77-150-1,-107 174-9,-2-1 1,-2 0-1,17-82 0,-29 92-21,-1-1 1,-2 0-1,-3 0 0,-5-89 1,-5 79 106,-2 0 0,-2 1 1,-3 1-1,-3 0 0,-1 1 0,-3 0 1,-2 2-1,-3 1 0,-39-57 1,9 27 71,-3 3 0,-3 2 1,-4 3-1,-115-96 1,80 87-270,-2 5 0,-5 4 0,-2 5 0,-3 4 1,-2 6-1,-3 5 0,-145-42 0,125 54-8,-3 7-1,0 6 1,-2 6-1,0 6 1,-2 6-1,-172 13 1,135 12 171,1 9 0,1 7 0,-306 96 1,207-31 1942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5.859"/>
    </inkml:context>
    <inkml:brush xml:id="br0">
      <inkml:brushProperty name="width" value="0.05" units="cm"/>
      <inkml:brushProperty name="height" value="0.05" units="cm"/>
      <inkml:brushProperty name="color" value="#FFFFFF"/>
    </inkml:brush>
  </inkml:definitions>
  <inkml:trace contextRef="#ctx0" brushRef="#br0">714 263 24575,'-6'-7'0,"0"0"0,1-1 0,0 1 0,0-1 0,-7-16 0,-2-3 0,4 10 0,0 0 0,-1 1 0,-1 0 0,-1 1 0,0 1 0,-22-20 0,28 29 0,0 0 0,0 0 0,0 1 0,0 0 0,-1 0 0,0 0 0,1 1 0,-1 0 0,-1 1 0,1 0 0,0 0 0,0 1 0,-1 0 0,1 0 0,-1 1 0,1 0 0,-14 2 0,9 1 0,0 1 0,0 0 0,0 1 0,0 0 0,1 1 0,-1 0 0,2 1 0,-1 0 0,1 1 0,-20 18 0,9-6 0,1 2 0,1 1 0,-32 47 0,33-40 0,1 2 0,2-1 0,1 2 0,1 0 0,-10 42 0,16-48 0,2 0 0,2 1 0,0-1 0,2 1 0,1 0 0,1 0 0,4 33 0,-2-49 0,0 0 0,0 0 0,1 0 0,1 0 0,0-1 0,0 0 0,1 0 0,0 0 0,1 0 0,1-1 0,-1 0 0,2 0 0,-1-1 0,1 1 0,1-2 0,0 1 0,0-2 0,0 1 0,1-1 0,0 0 0,19 9 0,-9-8-682,36 11-1,18-1-6143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6.267"/>
    </inkml:context>
    <inkml:brush xml:id="br0">
      <inkml:brushProperty name="width" value="0.05" units="cm"/>
      <inkml:brushProperty name="height" value="0.05" units="cm"/>
      <inkml:brushProperty name="color" value="#FFFFFF"/>
    </inkml:brush>
  </inkml:definitions>
  <inkml:trace contextRef="#ctx0" brushRef="#br0">312 511 24575,'0'-9'0,"-1"1"0,0-1 0,-1 1 0,1-1 0,-2 1 0,1 0 0,-1 0 0,0 0 0,-1 0 0,0 0 0,0 1 0,-1 0 0,-6-8 0,9 12 0,0 0 0,-1 0 0,0 0 0,0 0 0,1 1 0,-2 0 0,1-1 0,0 1 0,0 0 0,-1 0 0,1 1 0,-1-1 0,1 1 0,-1 0 0,0 0 0,0 0 0,1 0 0,-1 1 0,0-1 0,0 1 0,0 0 0,0 0 0,0 0 0,0 1 0,1 0 0,-1-1 0,0 1 0,0 1 0,1-1 0,-7 3 0,3 1 0,-1-1 0,1 2 0,1-1 0,-1 1 0,1-1 0,0 2 0,0-1 0,1 1 0,0 0 0,0 0 0,1 0 0,0 1 0,0-1 0,0 1 0,-2 10 0,-4 11 0,2 1 0,-9 57 0,4 6 0,3 0 0,3 151 0,11-223 0,-4-21 0,0 0 0,0 0 0,0-1 0,0 1 0,0 0 0,0 0 0,1 0 0,-1-1 0,0 1 0,0 0 0,0 0 0,0 0 0,0-1 0,1 1 0,-1 0 0,0 0 0,0 0 0,0 0 0,0-1 0,1 1 0,-1 0 0,0 0 0,0 0 0,1 0 0,-1 0 0,0 0 0,0 0 0,1 0 0,-1 0 0,0 0 0,0 0 0,0 0 0,1 0 0,-1 0 0,0 0 0,0 0 0,1 0 0,-1 0 0,0 0 0,0 0 0,1 0 0,-1 0 0,0 0 0,0 0 0,0 0 0,1 1 0,-1-1 0,0 0 0,0 0 0,0 0 0,1 0 0,-1 1 0,0-1 0,0 0 0,0 0 0,0 0 0,0 1 0,1-1 0,-1 0 0,0 0 0,0 0 0,0 1 0,0-1 0,7-17 0,-1-1 0,-1 0 0,-1 0 0,0-1 0,-1 1 0,0-23 0,1 2 0,15-140 0,11-88 0,-17 183 0,28-94 0,-35 159 0,0-1 0,2 1 0,0 0 0,17-30 0,-22 45 0,0-1 0,1 1 0,-1 0 0,1 0 0,0 0 0,0 0 0,0 1 0,1-1 0,-1 1 0,6-2 0,-7 3 0,0 1 0,0 0 0,0 0 0,0 0 0,0 1 0,1-1 0,-1 1 0,0-1 0,0 1 0,1 0 0,-1 1 0,0-1 0,1 0 0,-1 1 0,0 0 0,0 0 0,0 0 0,4 1 0,0 2 0,0 0 0,0 0 0,0 1 0,-1 0 0,0 0 0,0 1 0,0 0 0,0 0 0,-1 0 0,0 0 0,0 1 0,4 7 0,3 8 0,-1 0 0,15 41 0,-14-27 0,-2 1 0,-2 0 0,-1 1 0,-2 0 0,-2 0 0,-1 0 0,-2 0 0,-1 0 0,-3 0 0,0 0 0,-14 50 0,15-77-136,0-1-1,-1 0 1,0 0-1,0 0 1,-1 0-1,0-1 1,-1 0-1,0 0 0,-12 13 1,-1-5-6690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6.720"/>
    </inkml:context>
    <inkml:brush xml:id="br0">
      <inkml:brushProperty name="width" value="0.05" units="cm"/>
      <inkml:brushProperty name="height" value="0.05" units="cm"/>
      <inkml:brushProperty name="color" value="#FFFFFF"/>
    </inkml:brush>
  </inkml:definitions>
  <inkml:trace contextRef="#ctx0" brushRef="#br0">44 148 24575,'-3'0'0,"-5"0"0,-3 0 0,0-3 0,2-4 0,8-5 0,8-2 0,9-3 0,7-1 0,10-1 0,12 3 0,7 2 0,4-1 0,-7 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7.156"/>
    </inkml:context>
    <inkml:brush xml:id="br0">
      <inkml:brushProperty name="width" value="0.05" units="cm"/>
      <inkml:brushProperty name="height" value="0.05" units="cm"/>
      <inkml:brushProperty name="color" value="#FFFFFF"/>
    </inkml:brush>
  </inkml:definitions>
  <inkml:trace contextRef="#ctx0" brushRef="#br0">70 373 24575,'-2'1'0,"0"-1"0,0 0 0,0 1 0,0-1 0,0 1 0,0 0 0,1 0 0,-1-1 0,0 1 0,0 0 0,0 1 0,1-1 0,-1 0 0,1 0 0,-1 1 0,1-1 0,-1 1 0,1-1 0,0 1 0,0 0 0,0-1 0,0 1 0,0 0 0,0 0 0,0 0 0,1 0 0,-1 0 0,0 3 0,-2 7 0,0 1 0,1-1 0,0 18 0,1-23 0,-1 81 0,4 0 0,15 97 0,2 51 0,-19-183 0,0-53 0,0 0 0,0 0 0,0 0 0,0 0 0,0-1 0,0 1 0,0 0 0,0 0 0,0 0 0,0 0 0,0 0 0,0 0 0,0 0 0,0 0 0,0 0 0,0 0 0,0 0 0,0 0 0,0 0 0,0 0 0,0 0 0,0 0 0,0 0 0,0 0 0,0 0 0,-1 0 0,1 0 0,0 0 0,0 0 0,0 0 0,0 0 0,0 0 0,0 0 0,0 0 0,0 0 0,0 0 0,0 0 0,0 0 0,0 0 0,0 0 0,0 0 0,0 0 0,0 0 0,0 0 0,-1 0 0,1 0 0,0 0 0,0 0 0,-3-11 0,-4-17 0,-33-587 0,43 433 0,0 150 0,0 0 0,3 1 0,14-52 0,-17 75 0,0 0 0,1-1 0,-1 1 0,2 1 0,-1-1 0,1 1 0,0-1 0,1 1 0,7-7 0,-9 10 0,1 0 0,0 0 0,-1 1 0,1 0 0,0 0 0,1 0 0,-1 1 0,0 0 0,1 0 0,-1 0 0,1 1 0,0-1 0,0 1 0,10 0 0,1 1 0,0 1 0,-1 0 0,1 1 0,-1 1 0,1 1 0,-1 0 0,0 1 0,-1 1 0,27 14 0,-31-15 0,-1 1 0,0 0 0,-1 1 0,1 0 0,-1 0 0,-1 1 0,1 0 0,-1 1 0,-1 0 0,0 0 0,0 1 0,-1-1 0,0 1 0,8 19 0,-12-22 14,0 0 1,0 0-1,-1 0 0,0 0 0,-1 0 1,1 0-1,-1 0 0,-1 0 0,1 0 0,-1 0 1,0 0-1,-1 0 0,0-1 0,0 1 1,0 0-1,-1-1 0,0 1 0,0-1 0,-1 0 1,0 0-1,0 0 0,0-1 0,-5 6 1,-7 6-300,0-1 1,-2-1-1,1 0 1,-2-2-1,-34 21 1,-3-4-6542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7.377"/>
    </inkml:context>
    <inkml:brush xml:id="br0">
      <inkml:brushProperty name="width" value="0.05" units="cm"/>
      <inkml:brushProperty name="height" value="0.05" units="cm"/>
      <inkml:brushProperty name="color" value="#FFFFFF"/>
    </inkml:brush>
  </inkml:definitions>
  <inkml:trace contextRef="#ctx0" brushRef="#br0">36 0 24575,'9'0'0,"10"0"0,4 0 0,-2 7 0,-4 4 0,-8 10 0,-9 8 0,-7 8 0,-3 10 0,-3 10 0,-1 11 0,-3 5 0,-1 7 0,3 5 0,1 0 0,2-1 0,3-3 0,4-15-8191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8.166"/>
    </inkml:context>
    <inkml:brush xml:id="br0">
      <inkml:brushProperty name="width" value="0.05" units="cm"/>
      <inkml:brushProperty name="height" value="0.05" units="cm"/>
      <inkml:brushProperty name="color" value="#FFFFFF"/>
    </inkml:brush>
  </inkml:definitions>
  <inkml:trace contextRef="#ctx0" brushRef="#br0">4010 205 24575,'0'-2'0,"-1"-1"0,1 1 0,-1 0 0,0 0 0,0 0 0,0-1 0,0 1 0,0 0 0,0 0 0,0 0 0,-1 1 0,1-1 0,-1 0 0,1 0 0,-3-1 0,-29-23 0,5 8 6,0 2-1,-2 1 0,0 1 0,-1 1 1,0 2-1,0 2 0,-62-12 0,26 12-75,0 2 0,-128 4 0,97 11-278,1 4 1,0 4-1,1 4 1,2 4 0,-156 62-1,60-3-1101,-295 174 0,246-109 1214,-231 189-1,292-192 255,-276 293 0,368-341-285,4 3 0,-110 177 0,158-220 152,3 3 0,2 0 0,3 2 0,2 0 0,3 2 0,-22 120 0,37-142 114,3 0 0,1 0 0,2 0 0,2 0 0,2 0 0,2 0 0,1-1 0,3 0 0,1 0 0,2-1 0,1 0 0,2-1 0,2-1 0,2-1 0,1-1 0,2 0 0,37 43 0,-12-23-67,3-2 1,3-3-1,1-2 1,3-2-1,102 63 0,-37-39-180,2-5 0,139 50-1,-25-27-512,338 77 0,267-7-418,-298-93 55,821-6 1,544-196-1430,-1461 72 2497,467-131 1,-567 87 54,-65-9 213,-238 93-19,-1-1 1,0-2-1,-2-2 0,46-41 1,-73 55-29,0-1 0,-1-1 0,0-1 0,-2 0 0,0-1 0,-1 0 1,-1-1-1,-1-1 0,-1 1 0,0-2 0,9-34 0,-13 32-133,-2 1-1,-1-2 0,-1 1 1,-1 0-1,-1 0 1,-1-1-1,-1 1 1,-1 0-1,-1 0 1,-1 1-1,-9-26 1,-5-4 48,-3 1 0,-2 1 0,-52-84 0,8 31 767,-161-185 0,-124-69-151,64 100-1051,-12 12 0,-9 15 0,-497-281-1,533 364 116,-5 12 0,-382-129 0,417 187 88,-3 11 1,-2 10 0,-309-28 0,268 62 1095,45 12 2295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9.037"/>
    </inkml:context>
    <inkml:brush xml:id="br0">
      <inkml:brushProperty name="width" value="0.05" units="cm"/>
      <inkml:brushProperty name="height" value="0.05" units="cm"/>
      <inkml:brushProperty name="color" value="#FFFFFF"/>
    </inkml:brush>
  </inkml:definitions>
  <inkml:trace contextRef="#ctx0" brushRef="#br0">712 361 24575,'-3'-3'0,"0"0"0,0-1 0,1 1 0,-1-1 0,1 1 0,0-1 0,0 0 0,0 0 0,1 0 0,-1 0 0,1 0 0,0 0 0,0 0 0,1 0 0,-1-1 0,1-5 0,0-4 0,2 0 0,0-1 0,6-21 0,1-13 0,-7 38 0,-1 0 0,0 0 0,-1 0 0,-1 0 0,-2-22 0,2 29 0,0 1 0,0-1 0,0 1 0,-1-1 0,1 1 0,-1 0 0,0-1 0,1 1 0,-1 0 0,-1 0 0,1 0 0,0 0 0,-1 1 0,0-1 0,0 1 0,1-1 0,-1 1 0,0 0 0,-1 0 0,1 0 0,-6-2 0,2 2 0,-1 0 0,0 1 0,1-1 0,-1 1 0,0 1 0,0-1 0,0 2 0,0-1 0,0 1 0,1 0 0,-1 0 0,0 1 0,-8 3 0,-5 3 0,-1 0 0,1 2 0,-26 15 0,14-5 0,0 3 0,2 0 0,0 2 0,2 1 0,1 1 0,1 2 0,1 1 0,-38 57 0,48-61 0,0 1 0,2 1 0,1 0 0,1 1 0,1 0 0,2 1 0,1 0 0,1 0 0,2 1 0,1 0 0,0 49 0,5-61 0,0 1 0,2-1 0,0 0 0,2 1 0,0-1 0,1-1 0,0 1 0,2-1 0,0 0 0,1-1 0,1 0 0,1-1 0,0 0 0,20 22 0,-11-17 0,0-2 0,1-1 0,1-1 0,1 0 0,0-2 0,1-1 0,1 0 0,0-2 0,44 15 0,-16-11-70,0-3 1,1-2-1,1-2 0,-1-2 0,1-3 0,0-2 0,64-7 1,-63 0-26,0-3 0,-1-2 0,-1-2 1,1-3-1,-2-2 0,101-48 1,-127 51 58,-2-1 1,0-1-1,-1-1 1,-1-1 0,0-1-1,-2-1 1,0-1-1,-1-1 1,-1-1 0,17-27-1,-27 36 48,0-1 0,-1 0 0,-1-1 1,-1 1-1,0-1 0,-1-1 0,-1 1 0,0-1 0,-1 1 0,-1-1 0,0 0 1,-2 0-1,0 0 0,-1 0 0,0 0 0,-1 0 0,-1 0 0,-9-29 0,4 26 87,-1-1 0,-1 1-1,-1 1 1,0-1-1,-1 2 1,-1 0 0,-1 0-1,-1 2 1,0-1 0,-1 2-1,-1 0 1,0 1 0,-22-13-1,34 23-98,-1 1 0,0 0 0,0 0 0,0 0 0,0 1 0,-1 0 0,-8-2 0,13 4 0,0 0 0,0-1 0,-1 1 0,1 0 0,0 1 0,0-1 0,0 0 0,0 1 0,-1-1 0,1 1 0,0 0 0,0-1 0,0 1 0,0 0 0,0 0 0,1 0 0,-1 1 0,0-1 0,0 0 0,1 1 0,-1-1 0,1 1 0,-1-1 0,1 1 0,-2 3 0,-2 3 0,1 0 0,0 0 0,0 1 0,1 0 0,0-1 0,-2 16 0,-7 60 0,9-53 0,-14 114 0,5 247 0,12-392 0,0 7 0,1 0 0,-1 0 0,1 0 0,4 12 0,-5-18 0,0 0 0,1 0 0,-1 0 0,0 0 0,1-1 0,-1 1 0,0 0 0,1-1 0,-1 1 0,1 0 0,0-1 0,-1 1 0,1 0 0,-1-1 0,1 1 0,0-1 0,-1 1 0,1-1 0,0 1 0,0-1 0,-1 0 0,1 1 0,0-1 0,0 0 0,0 0 0,0 1 0,-1-1 0,1 0 0,0 0 0,0 0 0,0 0 0,0 0 0,0 0 0,-1 0 0,1-1 0,0 1 0,0 0 0,0 0 0,-1-1 0,1 1 0,0 0 0,0-1 0,-1 1 0,1-1 0,0 1 0,0-1 0,-1 1 0,1-1 0,0 0 0,17-14 0,-1 0 0,0-2 0,-1 0 0,26-35 0,-12 13 0,-7 11 0,-11 12 0,0 0 0,2 1 0,0 1 0,28-23 0,-41 37 0,0-1 0,0 0 0,-1 1 0,1-1 0,0 1 0,0-1 0,0 1 0,0 0 0,0-1 0,0 1 0,0 0 0,1 0 0,-1-1 0,0 1 0,0 0 0,0 0 0,0 0 0,0 0 0,0 1 0,0-1 0,0 0 0,2 1 0,-1 0 0,-1 0 0,1 0 0,-1 0 0,0 0 0,1 0 0,-1 1 0,0-1 0,0 0 0,0 1 0,0-1 0,0 1 0,2 2 0,1 7 0,0 0 0,0 0 0,3 20 0,-3-15 0,4 10 171,17 44 0,-20-60-385,0-1 1,0 0 0,0 0-1,1-1 1,1 0 0,-1 0-1,14 13 1,7 0-6613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9.458"/>
    </inkml:context>
    <inkml:brush xml:id="br0">
      <inkml:brushProperty name="width" value="0.05" units="cm"/>
      <inkml:brushProperty name="height" value="0.05" units="cm"/>
      <inkml:brushProperty name="color" value="#FFFFFF"/>
    </inkml:brush>
  </inkml:definitions>
  <inkml:trace contextRef="#ctx0" brushRef="#br0">56 470 24575,'-45'-171'0,"40"160"0,2 14 0,1 19 0,12 347 0,-3-228 0,13 157 0,-16-275 0,-4-23 0,0 0 0,0 0 0,0 0 0,0 0 0,0 0 0,0 0 0,0 0 0,0 1 0,0-1 0,0 0 0,0 0 0,0 0 0,0 0 0,0 0 0,0 0 0,0 1 0,0-1 0,0 0 0,0 0 0,0 0 0,0 0 0,0 0 0,0 0 0,0 0 0,0 0 0,0 0 0,0 1 0,1-1 0,-1 0 0,0 0 0,0 0 0,0 0 0,0 0 0,0 0 0,0 0 0,0 0 0,0 0 0,1 0 0,-1 0 0,0 0 0,0 0 0,0 0 0,0 0 0,0 0 0,0 0 0,1 0 0,-1 0 0,0 0 0,0 0 0,0 0 0,0 0 0,0 0 0,0 0 0,0 0 0,1 0 0,-1 0 0,0 0 0,4-10 0,2-15 0,11-89 0,-6-2 0,-5 1 0,-4-1 0,-25-201 0,-15 105 0,22 135 0,16 76 0,-1-4 0,0 1 0,1-1 0,-1 1 0,1-1 0,0-6 0,0 11 0,0-1 0,0 1 0,1-1 0,-1 1 0,0-1 0,0 1 0,0 0 0,0-1 0,1 1 0,-1-1 0,0 1 0,0 0 0,1-1 0,-1 1 0,0-1 0,0 1 0,1 0 0,-1 0 0,0-1 0,1 1 0,-1 0 0,1 0 0,-1-1 0,1 1 0,0 0 0,0 0 0,0 0 0,0 0 0,0 0 0,0 0 0,0 0 0,0 0 0,0 1 0,0-1 0,0 0 0,0 1 0,0-1 0,0 1 0,0-1 0,1 2 0,21 12 0,-1 2 0,37 34 0,-26-20 0,150 134 0,-142-122 0,-1 1 0,41 58 0,-71-86 0,1 1 0,-2 0 0,0 1 0,-1 0 0,-1 0 0,9 30 0,-14-41 0,-1 0 0,0 0 0,0 0 0,0 1 0,-1-1 0,0 0 0,0 1 0,-1-1 0,0 0 0,0 0 0,0 0 0,-1 1 0,0-1 0,0-1 0,0 1 0,-1 0 0,0 0 0,0-1 0,0 0 0,-1 1 0,1-1 0,-1-1 0,-6 7 0,-2-2-136,-1 0-1,1-2 1,-1 1-1,-1-1 1,1-1-1,-1 0 1,0-1-1,0-1 0,-27 5 1,-13 1-6690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49.738"/>
    </inkml:context>
    <inkml:brush xml:id="br0">
      <inkml:brushProperty name="width" value="0.05" units="cm"/>
      <inkml:brushProperty name="height" value="0.05" units="cm"/>
      <inkml:brushProperty name="color" value="#FFFFFF"/>
    </inkml:brush>
  </inkml:definitions>
  <inkml:trace contextRef="#ctx0" brushRef="#br0">0 32 24575,'27'-9'0,"0"3"0,1 0 0,-1 1 0,1 2 0,0 1 0,0 1 0,0 1 0,0 2 0,0 1 0,0 1 0,0 1 0,-1 1 0,0 2 0,51 21 0,-68-24 0,0 1 0,-1 0 0,1 0 0,-1 0 0,0 1 0,-1 1 0,0 0 0,11 12 0,-16-16 0,0 0 0,-1 0 0,1 0 0,-1 1 0,0-1 0,0 1 0,0-1 0,0 1 0,-1 0 0,0 0 0,0 0 0,0 0 0,-1 0 0,0 0 0,0 0 0,0 0 0,0 0 0,-1 0 0,0-1 0,0 1 0,-2 6 0,-1 1 0,-1-1 0,0-1 0,-1 1 0,0-1 0,-1 0 0,-15 17 0,-56 51 0,23-25 0,51-48 0,-8 6 0,1 1 0,1 1 0,-15 23 0,22-33 0,1 1 0,1-1 0,-1 1 0,0-1 0,1 1 0,0 0 0,0 0 0,0 0 0,0 0 0,1 0 0,0-1 0,-1 1 0,1 0 0,1 0 0,-1 0 0,1 0 0,-1 0 0,1 0 0,0 0 0,3 7 0,2-3 0,0 1 0,0-1 0,0 0 0,1 0 0,1-1 0,-1 0 0,1-1 0,0 1 0,1-1 0,-1-1 0,15 7 0,34 19-127,2-4-1,109 37 1,130 19-1877,-288-80 1883,166 41-5563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1.392"/>
    </inkml:context>
    <inkml:brush xml:id="br0">
      <inkml:brushProperty name="width" value="0.05" units="cm"/>
      <inkml:brushProperty name="height" value="0.05" units="cm"/>
      <inkml:brushProperty name="color" value="#FFFFFF"/>
    </inkml:brush>
  </inkml:definitions>
  <inkml:trace contextRef="#ctx0" brushRef="#br0">154 3452 24575,'-2'-3'0,"-1"-1"0,1 0 0,0 1 0,0-1 0,0-1 0,1 1 0,0 0 0,-1 0 0,0-8 0,-4-11 0,-19-45 0,3-2 0,3-1 0,-11-84 0,7-72-831,13-447 0,80-224-933,-66 860 1759,127-1066-737,-130 1096 860,1-7 282,0 1 1,7-24-1,-9 39-391,0-1 0,1 0 0,-1 0 0,0 0 0,0 1 0,0-1 0,0 0-1,0 0 1,1 0 0,-1 1 0,0-1 0,0 0 0,0 0 0,0 0 0,1 0 0,-1 0-1,0 1 1,0-1 0,1 0 0,-1 0 0,0 0 0,0 0 0,0 0 0,1 0 0,-1 0-1,0 0 1,0 0 0,1 0 0,-1 0 0,0 0 0,0 0 0,1 0 0,-1 0 0,0 0-1,0 0 1,1 0 0,-1 0 0,0 0 0,0-1 0,0 1 0,1 0 0,-1 0 0,0 0-1,0 0 1,0 0 0,1-1 0,-1 1 0,0 0 0,0 0 0,0 0 0,0-1-1,0 1 1,1 0 0,-1 0 0,0 0 0,0-1 0,0 1 0,0 0 0,0 0 0,0-1-1,0 1 1,6 12-5897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1.740"/>
    </inkml:context>
    <inkml:brush xml:id="br0">
      <inkml:brushProperty name="width" value="0.05" units="cm"/>
      <inkml:brushProperty name="height" value="0.05" units="cm"/>
      <inkml:brushProperty name="color" value="#FFFFFF"/>
    </inkml:brush>
  </inkml:definitions>
  <inkml:trace contextRef="#ctx0" brushRef="#br0">54 1002 24575,'-10'0'0,"7"-1"0,0 1 0,0 0 0,0 0 0,0 0 0,1 0 0,-1 1 0,0-1 0,0 1 0,0-1 0,0 1 0,0 0 0,0 0 0,-3 2 0,14-4 0,8-7 0,-1-5 0,-1 0 0,0-1 0,0 0 0,-2-1 0,15-21 0,46-88 0,78-214 0,-42 80 0,-98 235 0,1 0 0,1 1 0,23-31 0,-31 47 0,0 1 0,0 0 0,0 0 0,0 0 0,1 1 0,0 0 0,10-5 0,-13 7 0,1 0 0,0 1 0,0 0 0,0-1 0,0 2 0,0-1 0,0 0 0,0 1 0,0 0 0,0 0 0,0 0 0,0 0 0,0 1 0,6 1 0,-3 0 0,1 1 0,0 0 0,-1 1 0,1-1 0,-1 2 0,0-1 0,0 1 0,-1 0 0,0 0 0,0 1 0,10 10 0,3 8 0,30 47 0,-45-65 0,65 114-682,84 204-1,-112-228-6143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3.926"/>
    </inkml:context>
    <inkml:brush xml:id="br0">
      <inkml:brushProperty name="width" value="0.05" units="cm"/>
      <inkml:brushProperty name="height" value="0.05" units="cm"/>
      <inkml:brushProperty name="color" value="#FFFFFF"/>
    </inkml:brush>
  </inkml:definitions>
  <inkml:trace contextRef="#ctx0" brushRef="#br0">1276 36 24575,'0'-6'0,"-2"8"0,-5 11 0,-124 154 0,31-42 0,-889 1143-612,982-1259 612,0-1 0,1 0 0,-1 1 0,2 0 0,-6 10 0,11-18 4,-1-1 0,1 0-1,0 1 1,-1-1 0,1 1 0,0-1 0,0 1 0,0-1 0,-1 0 0,1 1 0,0-1 0,0 1-1,0-1 1,0 1 0,0-1 0,0 1 0,0-1 0,0 1 0,0-1 0,0 1 0,0-1-1,0 1 1,0-1 0,0 0 0,0 1 0,1-1 0,-1 1 0,0-1 0,0 1 0,1-1 0,-1 0-1,0 1 1,0-1 0,1 1 0,-1-1 0,0 0 0,1 1 0,-1-1 0,1 0 0,-1 0-1,0 1 1,1-1 0,-1 0 0,1 0 0,-1 0 0,1 1 0,-1-1 0,0 0 0,1 0 0,-1 0-1,1 0 1,-1 0 0,1 0 0,-1 0 0,1 0 0,-1 0 0,1 0 0,-1 0 0,1-1-1,36-7 335,-28 5-297,-2 2-41,0 0 0,0 0 0,0 1 0,0 0 0,0 0 0,0 1 0,0 0 0,0 0 0,0 0 0,0 1 0,0 0 0,0 1 0,-1-1 0,9 6 0,9 5 0,-1 2 0,30 24 0,-36-26 0,176 134 0,322 233 0,-430-321 0,169 107 0,-249-163 0,0-1 0,1 1 0,-1-1 0,1 0 0,-1-1 0,1 1 0,0-1 0,0 0 0,-1-1 0,1 1 0,6-1 0,6-2 0,0 0 0,22-6 0,12-2 0,556-30-541,-521 37 439,781 11-1451,-4 51 1657,-383-12-129,-470-46 0,-5 0 208,1 0-1,-1-1 1,1 0 0,0 0-1,8-2 1,-13 2-137,-1-1 0,1 1 1,0-1-1,0 0 0,0 0 1,0 0-1,-1 0 1,1 0-1,0 0 0,-1 0 1,1-1-1,-1 1 0,0-1 1,1 1-1,-1-1 0,0 1 1,0-1-1,0 0 0,0 0 1,0 1-1,1-4 1,17-36-36,1 1 0,44-64 0,64-67-18,-114 152 7,102-126 0,159-155 0,-139 181 0,-90 82 0,-2-1 0,-2-3 0,57-70 0,-83 88 0,-1-1 0,-2-1 0,18-41 0,-26 55 0,0-1 0,-1 0 0,-1 0 0,1 0 0,-2 0 0,0 0 0,0 0 0,-1-19 0,-2 12 0,0 1 0,-1 0 0,-1 0 0,-1 0 0,0 0 0,-2 1 0,0-1 0,-1 2 0,-16-32 0,-12-11 0,-2 2 0,-2 2 0,-3 1 0,-63-63 0,39 54 0,-2 2 0,-129-87 0,116 97 0,-94-43 0,-94-25 0,267 118 0,-8-4 0,1 1 0,-1 0 0,0 1 0,0 0 0,0 1 0,-1 0 0,1 0 0,-1 1 0,1 0 0,-14 2 0,-112 14 0,-133 10 0,-172-22-589,-2-26-508,210 8 653,-894-9-380,1027 27 1136,-177 28 1,270-30-61,0 1-1,1 0 1,-1 0 0,-10 5-1,16-7-222,1 1-1,-1-1 1,1 0-1,-1 0 1,1 1 0,-1-1-1,1 0 1,-1 1-1,1-1 1,0 1-1,-1-1 1,1 1-1,0-1 1,-1 1-1,1-1 1,0 1 0,0-1-1,-1 1 1,1-1-1,0 1 1,0-1-1,0 1 1,0-1-1,0 1 1,-1 0-1,2 0-9,-1 0-1,1 1 0,0-1 1,-1 0-1,1 0 0,0 0 0,-1 0 1,1 0-1,0-1 0,0 1 0,0 0 1,0 0-1,0 0 0,0-1 0,0 1 1,0-1-1,2 2 0,14 7-1383,0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4.730"/>
    </inkml:context>
    <inkml:brush xml:id="br0">
      <inkml:brushProperty name="width" value="0.05" units="cm"/>
      <inkml:brushProperty name="height" value="0.05" units="cm"/>
      <inkml:brushProperty name="color" value="#FFFFFF"/>
    </inkml:brush>
  </inkml:definitions>
  <inkml:trace contextRef="#ctx0" brushRef="#br0">166 580 24575,'25'-237'0,"6"-39"0,-24 227 0,-5 31 0,-6 34 0,-177 1327-3620,136 12 0,101-31 2609,-55-1302 1215,9 130 982,-11-110-2516</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5.125"/>
    </inkml:context>
    <inkml:brush xml:id="br0">
      <inkml:brushProperty name="width" value="0.05" units="cm"/>
      <inkml:brushProperty name="height" value="0.05" units="cm"/>
      <inkml:brushProperty name="color" value="#FFFFFF"/>
    </inkml:brush>
  </inkml:definitions>
  <inkml:trace contextRef="#ctx0" brushRef="#br0">1 965 24575,'1'-35'0,"2"1"0,1 0 0,11-44 0,35-95 0,-48 168 0,93-250 0,-73 208 0,2 2 0,2 0 0,39-51 0,-56 85 0,0 0 0,0 0 0,1 1 0,1 0 0,0 1 0,0 0 0,1 1 0,15-9 0,-19 14 0,1-1 0,-1 1 0,1 0 0,-1 1 0,1 0 0,0 0 0,0 1 0,0 0 0,0 1 0,0 0 0,0 0 0,0 1 0,-1 0 0,12 3 0,10 4 0,0 1 0,0 2 0,49 25 0,81 57 0,-116-66 0,64 39-1365,-9-7-5461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7.511"/>
    </inkml:context>
    <inkml:brush xml:id="br0">
      <inkml:brushProperty name="width" value="0.05" units="cm"/>
      <inkml:brushProperty name="height" value="0.05" units="cm"/>
      <inkml:brushProperty name="color" value="#FFFFFF"/>
    </inkml:brush>
  </inkml:definitions>
  <inkml:trace contextRef="#ctx0" brushRef="#br0">1030 328 24575,'12'-11'0,"0"0"0,1 1 0,0 1 0,0 0 0,24-11 0,-37 20 0,0 0 0,0 0 0,0 0 0,0 0 0,0 0 0,0 0 0,1 0 0,-1 0 0,0 0 0,0 0 0,0 0 0,0 0 0,1 0 0,-1 0 0,0 0 0,0 0 0,0 0 0,0 0 0,0 0 0,1 0 0,-1 0 0,0 0 0,0 0 0,0 0 0,0 0 0,0 0 0,0 0 0,1 1 0,-1-1 0,0 0 0,0 0 0,0 0 0,0 0 0,0 0 0,0 0 0,0 0 0,0 1 0,0-1 0,1 0 0,-1 0 0,0 0 0,0 0 0,0 0 0,0 1 0,0-1 0,0 0 0,0 0 0,0 0 0,0 0 0,0 0 0,0 1 0,0-1 0,0 0 0,0 0 0,0 0 0,-1 0 0,1 1 0,0-1 0,0 0 0,0 0 0,0 0 0,0 0 0,0 0 0,0 0 0,0 1 0,-6 12 0,-89 142 0,38-66 0,-287 527-357,-43 69-62,346-620 581,-4-2-1,-2-1 1,-58 58 0,104-120-159,1 1 0,-1-1 0,1 0 1,0 1-1,-1-1 0,1 0 0,0 1 0,-1-1 0,1 0 1,0 1-1,-1-1 0,1 1 0,0-1 0,0 1 0,0-1 1,-1 1-1,1-1 0,0 1 0,0-1 0,0 1 1,0-1-1,0 1 0,0-1 0,0 1 0,0-1 0,0 1 1,0-1-1,0 1 0,0-1 0,0 0 0,0 1 0,1-1 1,-1 1-1,0-1 0,0 1 0,1-1 0,-1 1 0,0-1 1,0 0-1,1 1 0,-1-1 0,1 1 0,-1-1 1,0 0-1,1 0 0,-1 1 0,1-1 0,-1 0 0,1 1 1,29 10-25,-19-8 12,26 10 9,327 122 0,312 198 0,-409-193 0,-263-138 0,3 1 0,1 1 0,-1-1 0,1 0 0,10 3 0,-15-6 0,0 1 0,0-1 0,0 0 0,-1 0 0,1 0 0,0 0 0,0-1 0,0 1 0,0-1 0,-1 0 0,1 1 0,0-1 0,-1 0 0,1-1 0,0 1 0,2-2 0,54-36 0,-25 15 0,54-27 0,-12 17-44,1 3-1,125-33 1,-87 38-103,143-15 0,499 12-279,-155 51-1426,-34 0 1547,-562-22 265,1 1 252,0-1 0,1 0 0,-1 0 0,0 0 0,1-1 0,-1 0 0,0-1 0,0 0 0,0 0 0,0 0 0,0-1 0,0 0 0,8-5 0,58-46-184,-3-3-1,97-102 0,72-107-27,-193 206 0,-3-2 0,61-118 0,-78 120 0,24-83 0,-31 85 0,47-104 0,-44 128 0,-16 25 0,0-1 0,0 1 0,-1-1 0,5-13 0,-9 21 0,0-1 0,-1 0 0,1 1 0,0-1 0,-1 0 0,0 0 0,0 1 0,0-1 0,0 0 0,0 0 0,-1 1 0,1-1 0,-1 0 0,1 0 0,-1 1 0,0-1 0,0 1 0,-1-1 0,1 1 0,0-1 0,-3-2 0,-5-6 0,0 1 0,0 1 0,-1-1 0,-1 2 0,-14-11 0,-63-34 0,59 37 0,-639-320 0,403 211 0,129 65 0,-7-4 0,133 58 0,0-1 0,1 0 0,-1-1 0,1 0 0,1 0 0,0-1 0,0 0 0,1-1 0,0 1 0,-9-17 0,-16-21 0,28 44 0,1 0 0,-1 0 0,1 0 0,-1 0 0,0 0 0,0 1 0,0-1 0,0 1 0,-1 0 0,1 1 0,0-1 0,-1 1 0,1 0 0,-7-1 0,-10-1 0,-39-1 0,40 3 0,-96-3 11,-337-19-139,-493-60-458,520 46 586,-1 37 0,387 3 117,1 1 0,-1 2 1,1 1-1,0 2 0,-61 23 0,85-23-1482,3-1-5461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8.197"/>
    </inkml:context>
    <inkml:brush xml:id="br0">
      <inkml:brushProperty name="width" value="0.05" units="cm"/>
      <inkml:brushProperty name="height" value="0.05" units="cm"/>
      <inkml:brushProperty name="color" value="#FFFFFF"/>
    </inkml:brush>
  </inkml:definitions>
  <inkml:trace contextRef="#ctx0" brushRef="#br0">397 15 24575,'-369'-11'0,"345"9"0,20 1 0,6 1 0,41 0 0,1686 67-7880,-1071-46 5337,92 6 1782,547 16-1043,-11-22 1730,-1209-21 217,349-13 1873,-357 2-950,-67 11-903,0 0 0,-1-1 0,1 1 0,-1-1 0,1 1 0,-1-1 0,1 1 0,-1-1 0,1 0 0,-1 0 0,0 0 0,1 0 0,-1 0 0,2-2 0,-3 2-113,0 0 0,0 0 0,0 1 1,0-1-1,0 0 0,0 1 0,0-1 0,-1 0 1,1 0-1,0 1 0,0-1 0,-1 1 1,1-1-1,-1 0 0,1 1 0,0-1 1,-1 1-1,1-1 0,-1 1 0,1-1 0,-1 1 1,0-1-1,1 1 0,-1-1 0,1 1 1,-1 0-1,0-1 0,1 1 0,-1 0 1,0 0-1,-1-1 0,-24-10 951,-2 0 1,1 1 0,-54-10-1,41 11-1109,-45-12-6196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8.460"/>
    </inkml:context>
    <inkml:brush xml:id="br0">
      <inkml:brushProperty name="width" value="0.05" units="cm"/>
      <inkml:brushProperty name="height" value="0.05" units="cm"/>
      <inkml:brushProperty name="color" value="#FFFFFF"/>
    </inkml:brush>
  </inkml:definitions>
  <inkml:trace contextRef="#ctx0" brushRef="#br0">151 30 24575,'-6'-1'0,"-1"0"0,1 0 0,0 0 0,0-1 0,-8-3 0,-5-2 0,15 6 0,-3-1 0,-1-1 0,1 2 0,-1-1 0,1 1 0,-1 0 0,-11 0 0,19 1 0,0 0 0,-1 0 0,1 0 0,0 0 0,-1 0 0,1 0 0,0 0 0,-1 0 0,1 0 0,0 1 0,-1-1 0,1 0 0,0 0 0,-1 0 0,1 0 0,0 0 0,-1 0 0,1 1 0,0-1 0,0 0 0,-1 0 0,1 0 0,0 1 0,0-1 0,0 0 0,-1 0 0,1 1 0,0-1 0,0 0 0,0 1 0,0-1 0,-1 0 0,1 1 0,0-1 0,0 0 0,0 1 0,0-1 0,0 0 0,0 0 0,0 1 0,0-1 0,0 0 0,0 1 0,0-1 0,0 0 0,0 1 0,0-1 0,0 0 0,1 1 0,-1-1 0,0 0 0,0 1 0,0-1 0,0 0 0,0 0 0,1 1 0,-1-1 0,0 0 0,0 0 0,1 1 0,-1-1 0,0 0 0,0 0 0,1 0 0,-1 1 0,0-1 0,1 0 0,-1 0 0,23 17 0,153 84 0,-8-7 0,-136-74 0,-1 2 0,-1 1 0,28 28 0,-49-41 0,0-1 0,0 2 0,-1-1 0,0 1 0,0 1 0,9 20 0,-14-26 0,-1 0 0,0 1 0,0-1 0,0 1 0,-1-1 0,0 1 0,-1-1 0,1 1 0,-1-1 0,0 1 0,-1 0 0,1-1 0,-2 1 0,1-1 0,-4 11 0,2-8 0,-1 0 0,-1-1 0,1 0 0,-1 0 0,-1 0 0,1 0 0,-1-1 0,-8 8 0,-1-2 0,0 0 0,-1 0 0,-18 10 0,-26 10-455,-1-2 0,-121 40 0,11-13-6371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9.017"/>
    </inkml:context>
    <inkml:brush xml:id="br0">
      <inkml:brushProperty name="width" value="0.05" units="cm"/>
      <inkml:brushProperty name="height" value="0.05" units="cm"/>
      <inkml:brushProperty name="color" value="#FFFFFF"/>
    </inkml:brush>
  </inkml:definitions>
  <inkml:trace contextRef="#ctx0" brushRef="#br0">1127 84 24575,'10'-9'0,"2"-2"0,0 0 0,20-27 0,-28 27 0,-10 7 0,-19 10 0,-214 98 0,63-24 0,-51 11-252,-199 92-413,424-182 665,-10 5 0,-1 0 0,2 1 0,-1 0 0,-15 14 0,25-20 0,0 0 0,1 1 0,-1-1 0,1 1 0,0-1 0,-1 1 0,1-1 0,0 1 0,0 0 0,0 0 0,0 0 0,0-1 0,0 1 0,1 0 0,-1 0 0,0 0 0,1 0 0,0 0 0,-1 0 0,1 0 0,0 0 0,0 0 0,0 0 0,1 1 0,-1-1 0,0 0 0,1 0 0,-1 0 0,1 0 0,0-1 0,-1 1 0,1 0 0,0 0 0,0 0 0,0-1 0,1 1 0,2 3 0,2 2 51,1-1 1,0 0-1,0 0 0,0 0 1,1-1-1,0 0 0,11 5 1,64 23 441,-71-29-480,601 168-13,-524-150 0,59 10-1365,-94-24-5461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1:59.345"/>
    </inkml:context>
    <inkml:brush xml:id="br0">
      <inkml:brushProperty name="width" value="0.05" units="cm"/>
      <inkml:brushProperty name="height" value="0.05" units="cm"/>
      <inkml:brushProperty name="color" value="#FFFFFF"/>
    </inkml:brush>
  </inkml:definitions>
  <inkml:trace contextRef="#ctx0" brushRef="#br0">52 19 24575,'-5'1'0,"0"-1"0,0 1 0,1 0 0,-1 0 0,-9 4 0,13-5 0,1 0 0,-1 0 0,0 0 0,1 0 0,-1 1 0,1-1 0,-1 0 0,0 0 0,1 1 0,-1-1 0,1 0 0,-1 1 0,1-1 0,-1 0 0,1 1 0,-1-1 0,1 1 0,-1-1 0,1 1 0,-1-1 0,1 1 0,0 0 0,0-1 0,-1 1 0,1-1 0,0 1 0,0 0 0,-1-1 0,1 1 0,0 0 0,0-1 0,0 1 0,0-1 0,0 1 0,0 0 0,0-1 0,0 1 0,0 0 0,0-1 0,1 1 0,-1 0 0,0-1 0,0 1 0,1-1 0,-1 1 0,0 0 0,1-1 0,-1 1 0,0-1 0,1 1 0,-1-1 0,1 1 0,-1-1 0,1 1 0,0 0 0,6 3 0,0 1 0,1-1 0,0-1 0,-1 1 0,1-1 0,0 0 0,1-1 0,-1 0 0,10 1 0,-16-3 0,80 16-241,109 6 1,95-11-756,-185-8 649,193 5-740,54-1-1798,51-2 2164,621 2 240,1366-12-6240,-1971 0 6039,-52-2 20,-58 0 605,-61-3 489,68-16 1969,-292 23-2132,-12 3 107,0-1 0,0 0 0,0 0 0,0-1 0,-1 0 0,1-1 0,0 1 0,-1-2 0,14-7 0,-20 11-332,-1 0 1,0-1-1,1 1 1,-1 0-1,0-1 0,0 1 1,1 0-1,-1-1 1,0 1-1,0 0 1,0-1-1,1 1 0,-1-1 1,0 1-1,0-1 1,0 1-1,0 0 1,0-1-1,0 1 1,0-1-1,0 1 0,0-1 1,0 1-1,0 0 1,0-1-1,0 1 1,0-1-1,0 1 1,0 0-1,-1-1 0,1 1 1,0-1-1,0 1 1,0 0-1,-1-1 1,1 1-1,0 0 0,-1-1 1,1 1-1,0 0 1,-1-1-1,1 1 1,0 0-1,-1 0 1,0-1-1,-19-10 2054,19 10-1953,-19-6 668,1 0-1,-1 1 0,-35-5 0,-63-2-1521,54 9-6051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2:03.067"/>
    </inkml:context>
    <inkml:brush xml:id="br0">
      <inkml:brushProperty name="width" value="0.05" units="cm"/>
      <inkml:brushProperty name="height" value="0.05" units="cm"/>
      <inkml:brushProperty name="color" value="#FFFFFF"/>
    </inkml:brush>
  </inkml:definitions>
  <inkml:trace contextRef="#ctx0" brushRef="#br0">203 1479 24575,'-9'0'0,"1"0"0,0 0 0,-1-1 0,1-1 0,0 1 0,-1-1 0,1-1 0,0 1 0,0-1 0,1-1 0,-1 1 0,1-1 0,0-1 0,-1 1 0,2-1 0,-1-1 0,1 1 0,0-1 0,0 0 0,0 0 0,1-1 0,0 0 0,0 0 0,1 0 0,0 0 0,0-1 0,0 1 0,1-1 0,1 0 0,-1 0 0,1 0 0,-1-14 0,2 7 0,1-1 0,0 1 0,1 0 0,1-1 0,1 1 0,0 0 0,1 0 0,0 0 0,1 1 0,1-1 0,1 1 0,0 1 0,0-1 0,15-19 0,4 0 0,0 1 0,2 2 0,1 0 0,43-32 0,1 5-404,3 5 0,2 2 1,119-56-1,269-81-1898,-133 83 952,3 15 0,4 14 0,582-51 0,-439 99 215,1 21-1,526 61 0,-450 11 729,-4 24 1,-5 25-1,610 211 0,-401-41 897,-580-203 110,-4 7 1,178 122-1,-259-145 9,-3 5 1,130 128-1,-159-133 928,-2 3-1,-4 3 0,84 137 0,-126-184-645,-1 1 0,-2 0 0,18 52 0,3-143-368,2 14-523,-16 24 0,24-46 0,-38 62 0,0 1 0,-1-2 0,0 1 0,-1 0 0,-1-1 0,1 0 0,-2 1 0,1-14 0,3-28 0,11-55 0,-10 78 0,-2 0 0,2-41 0,0 125 0,24 88 0,-12-66 0,10 87 0,-25-137 0,-2 1 0,-1 0 0,0-1 0,-6 33 0,4-51 0,1 0 0,-2 0 0,1 1 0,-1-1 0,0-1 0,-1 1 0,1 0 0,-2-1 0,1 0 0,-1 0 0,0 0 0,0 0 0,-9 7 0,7-8 0,-1 0 0,0 0 0,0-1 0,0 0 0,-1-1 0,0 0 0,0 0 0,0 0 0,0-1 0,0-1 0,-15 3 0,2-3 0,0 0 0,-1-1 0,1-2 0,0 0 0,-1-1 0,1-2 0,0 0 0,0-1 0,-30-12 0,-20-12 0,-96-53 0,51 23 0,57 32-1365,8 4-5461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2:03.751"/>
    </inkml:context>
    <inkml:brush xml:id="br0">
      <inkml:brushProperty name="width" value="0.05" units="cm"/>
      <inkml:brushProperty name="height" value="0.05" units="cm"/>
      <inkml:brushProperty name="color" value="#FFFFFF"/>
    </inkml:brush>
  </inkml:definitions>
  <inkml:trace contextRef="#ctx0" brushRef="#br0">502 24 24575,'-2'-2'0,"0"0"0,0-1 0,0 2 0,-1-1 0,1 0 0,-1 0 0,1 1 0,-1-1 0,0 1 0,1 0 0,-1 0 0,0 0 0,0 0 0,0 1 0,0-1 0,-3 0 0,4 2 0,-1-1 0,1 1 0,0 0 0,-1-1 0,1 1 0,0 0 0,0 0 0,0 0 0,0 1 0,0-1 0,0 1 0,0-1 0,0 1 0,1-1 0,-1 1 0,1 0 0,-1 0 0,1 0 0,-1 0 0,1 0 0,-1 2 0,-14 27 0,2 2 0,1-1 0,1 1 0,-10 51 0,9-35 0,-165 516 0,70-237 0,100-301 0,-16 55 0,23-74 0,-1 0 0,2 0 0,-1 0 0,1 0 0,0 0 0,0-1 0,1 1 0,3 11 0,-3-16 0,0 1 0,1-1 0,-1 0 0,1 0 0,0 1 0,0-1 0,1 0 0,-1-1 0,1 1 0,-1 0 0,1-1 0,0 1 0,0-1 0,0 0 0,0 0 0,0 0 0,0 0 0,1-1 0,-1 1 0,0-1 0,1 0 0,0 0 0,-1 0 0,1 0 0,4-1 0,12 3 0,0-2 0,1 0 0,28-3 0,-32 1 0,334-39-495,-180 17 124,-18 5-995,-14 2-4593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2:04.160"/>
    </inkml:context>
    <inkml:brush xml:id="br0">
      <inkml:brushProperty name="width" value="0.05" units="cm"/>
      <inkml:brushProperty name="height" value="0.05" units="cm"/>
      <inkml:brushProperty name="color" value="#FFFFFF"/>
    </inkml:brush>
  </inkml:definitions>
  <inkml:trace contextRef="#ctx0" brushRef="#br0">7 1 24575,'-3'9'0,"-1"16"0,6 22 0,19 27 0,24 31 0,29 30 0,34 33-2224,32 31 2224,29 29-2089,24 25 2089,16 17-2686,10 4 2686,-1-2-3658,-7-11 3658,-14-19 0,-16-25-583,-24-28 583,-37-47 3049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22:04.400"/>
    </inkml:context>
    <inkml:brush xml:id="br0">
      <inkml:brushProperty name="width" value="0.05" units="cm"/>
      <inkml:brushProperty name="height" value="0.05" units="cm"/>
      <inkml:brushProperty name="color" value="#FFFFFF"/>
    </inkml:brush>
  </inkml:definitions>
  <inkml:trace contextRef="#ctx0" brushRef="#br0">5074 57 24575,'0'-2'0,"0"0"0,1-1 0,-1 1 0,0 0 0,-1 0 0,1 0 0,0 0 0,-1 0 0,1 0 0,-1 0 0,1 0 0,-1 0 0,0 0 0,0 0 0,0 0 0,0 0 0,0 1 0,-1-1 0,1 0 0,0 1 0,-1-1 0,1 1 0,-1-1 0,1 1 0,-1 0 0,0 0 0,0 0 0,0 0 0,1 0 0,-1 0 0,0 0 0,0 1 0,0-1 0,0 0 0,0 1 0,-1 0 0,1 0 0,0-1 0,0 1 0,-3 1 0,-5 0 0,0 0 0,1 1 0,-1 0 0,0 1 0,1 0 0,-1 1 0,1 0 0,-9 5 0,-41 27-159,2 2-1,-89 78 0,-54 61-1755,-49 60 756,-48 61-1560,-47 56 1292,-43 47-1560,-1934 1910-2202,1859-1868 6148,59-58 5766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31:16.279"/>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2:39.332"/>
    </inkml:context>
    <inkml:brush xml:id="br0">
      <inkml:brushProperty name="width" value="0.05" units="cm"/>
      <inkml:brushProperty name="height" value="0.05" units="cm"/>
      <inkml:brushProperty name="color" value="#FFFFFF"/>
    </inkml:brush>
  </inkml:definitions>
  <inkml:trace contextRef="#ctx0" brushRef="#br0">28 48 24575,'-13'-13'0,"3"-4"0,6 5 0,9 6 0,8 12 0,7 6 0,4 9 0,-3 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7.745"/>
    </inkml:context>
    <inkml:brush xml:id="br0">
      <inkml:brushProperty name="width" value="0.05" units="cm"/>
      <inkml:brushProperty name="height" value="0.05" units="cm"/>
      <inkml:brushProperty name="color" value="#FFFFFF"/>
    </inkml:brush>
  </inkml:definitions>
  <inkml:trace contextRef="#ctx0" brushRef="#br0">509 699 24575,'-2'-3'0,"0"0"0,0 0 0,0 0 0,0 0 0,1 0 0,-1-1 0,1 1 0,0-1 0,-1-5 0,-10-23 0,8 26 0,0 1 0,0 0 0,0 0 0,-1 0 0,0 0 0,0 1 0,0 0 0,0 0 0,-1 0 0,0 1 0,1-1 0,-12-3 0,7 4 0,0 0 0,-1 0 0,1 1 0,0 0 0,-1 1 0,1 1 0,-16 0 0,4 2 0,-1 1 0,2 1 0,-1 1 0,0 1 0,1 0 0,0 2 0,-20 10 0,25-10 0,1 1 0,-18 12 0,28-17 0,1-1 0,-1 1 0,1 0 0,0 0 0,0 1 0,0-1 0,1 1 0,-1 0 0,1 0 0,-3 7 0,5-10 0,0 0 0,1 0 0,-1 0 0,1-1 0,0 1 0,0 0 0,-1 0 0,1 0 0,0 0 0,1 0 0,-1 0 0,0-1 0,0 1 0,1 0 0,-1 0 0,1 0 0,0-1 0,0 1 0,-1 0 0,1-1 0,0 1 0,0 0 0,0-1 0,1 1 0,-1-1 0,0 0 0,0 1 0,1-1 0,-1 0 0,1 0 0,-1 0 0,1 0 0,0 0 0,-1 0 0,1 0 0,0-1 0,2 2 0,3 0 0,0 1 0,1-1 0,-1 0 0,0-1 0,1 0 0,0 0 0,-1 0 0,8-1 0,-1-2 0,0 0 0,0-1 0,0-1 0,-1 0 0,1-1 0,-1 0 0,0-1 0,-1 0 0,0-1 0,0 0 0,0-1 0,-1-1 0,0 0 0,0 0 0,-1-1 0,11-14 0,-2 1 0,-1-1 0,-2-1 0,0-1 0,-2 0 0,0-1 0,15-47 0,-2-16 0,-4-1 0,19-153 0,-41 410 0,-3-83 0,6 179 0,-2-244-341,0-1 0,2 1-1,10 33 1,1-14-6485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8.206"/>
    </inkml:context>
    <inkml:brush xml:id="br0">
      <inkml:brushProperty name="width" value="0.05" units="cm"/>
      <inkml:brushProperty name="height" value="0.05" units="cm"/>
      <inkml:brushProperty name="color" value="#FFFFFF"/>
    </inkml:brush>
  </inkml:definitions>
  <inkml:trace contextRef="#ctx0" brushRef="#br0">313 149 24575,'1'-12'0,"-1"0"0,-1 1 0,0-1 0,-1 0 0,-4-17 0,4 26 0,1-1 0,-1 1 0,1 0 0,-1 0 0,0-1 0,0 1 0,0 1 0,0-1 0,-1 0 0,1 0 0,-1 1 0,0 0 0,0-1 0,0 1 0,0 0 0,0 0 0,0 1 0,0-1 0,-1 1 0,1-1 0,-8 0 0,6 0 0,-1 1 0,0 0 0,0 0 0,0 1 0,0 0 0,0 0 0,0 0 0,0 1 0,1 0 0,-1 0 0,0 0 0,0 1 0,-7 3 0,5-1 0,0 0 0,1 1 0,-1-1 0,1 1 0,0 1 0,1 0 0,-1 0 0,-7 10 0,4-4 0,1 1 0,0 0 0,1 0 0,1 1 0,0 0 0,1 1 0,1-1 0,0 1 0,-6 29 0,10-38 0,1 0 0,-1 0 0,1-1 0,0 1 0,0 0 0,0 0 0,1 0 0,0 0 0,0-1 0,1 1 0,-1 0 0,1-1 0,0 1 0,6 8 0,-6-10 0,1-1 0,0 0 0,0 0 0,0 0 0,0 0 0,1 0 0,-1-1 0,1 1 0,-1-1 0,1 0 0,0 0 0,0 0 0,0-1 0,0 1 0,0-1 0,1 0 0,-1 0 0,0-1 0,1 1 0,7-1 0,-4 0 0,0 0 0,0-1 0,0 0 0,0-1 0,0 0 0,-1 0 0,1 0 0,0-1 0,-1 0 0,0-1 0,1 0 0,-2 0 0,1 0 0,0-1 0,-1 0 0,0 0 0,0-1 0,0 1 0,6-10 0,7-10 0,-2 0 0,-1-1 0,22-47 0,-36 67 0,14-18 0,-16 24 0,0 0 0,0 0 0,0 0 0,1 0 0,-1-1 0,0 1 0,0 0 0,0 0 0,0 0 0,0 0 0,1 0 0,-1 0 0,0 0 0,0 0 0,0 0 0,0 0 0,1 0 0,-1 0 0,0 0 0,0 0 0,0 0 0,0 0 0,1 0 0,-1 0 0,0 0 0,0 0 0,0 0 0,0 0 0,0 0 0,1 0 0,-1 1 0,0-1 0,0 0 0,0 0 0,0 0 0,0 0 0,0 0 0,1 0 0,-1 0 0,0 1 0,0-1 0,3 15 0,-1 34 0,-2-32 0,0 0 0,1 0 0,1 0 0,5 16 0,-6-27 0,1-1 0,0 0 0,0 0 0,0 0 0,1 0 0,0-1 0,0 1 0,0-1 0,0 1 0,1-1 0,0 0 0,-1 0 0,2-1 0,-1 1 0,0-1 0,9 5 0,-7-5-151,0 0-1,0 0 0,1-1 0,-1 0 1,1 0-1,-1-1 0,1 0 1,8 1-1,16-2-6674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8.393"/>
    </inkml:context>
    <inkml:brush xml:id="br0">
      <inkml:brushProperty name="width" value="0.05" units="cm"/>
      <inkml:brushProperty name="height" value="0.05" units="cm"/>
      <inkml:brushProperty name="color" value="#FFFFFF"/>
    </inkml:brush>
  </inkml:definitions>
  <inkml:trace contextRef="#ctx0" brushRef="#br0">39 198 24575,'0'0'0,"-3"-99"0,2 85 0,-1-1 0,0 1 0,-1 0 0,-7-21 0,10 35 0,0 0 0,0-1 0,0 1 0,0 0 0,0 0 0,0-1 0,0 1 0,0 0 0,-1 0 0,1 0 0,0-1 0,0 1 0,0 0 0,0 0 0,0-1 0,0 1 0,0 0 0,0 0 0,-1 0 0,1 0 0,0-1 0,0 1 0,0 0 0,0 0 0,-1 0 0,1 0 0,0 0 0,0-1 0,0 1 0,-1 0 0,1 0 0,0 0 0,0 0 0,0 0 0,-1 0 0,1 0 0,0 0 0,0 0 0,-1 0 0,1 0 0,0 0 0,-5 11 0,2 19 0,0 62 171,11 122 0,32 91-1878,-35-272-5119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8.878"/>
    </inkml:context>
    <inkml:brush xml:id="br0">
      <inkml:brushProperty name="width" value="0.05" units="cm"/>
      <inkml:brushProperty name="height" value="0.05" units="cm"/>
      <inkml:brushProperty name="color" value="#FFFFFF"/>
    </inkml:brush>
  </inkml:definitions>
  <inkml:trace contextRef="#ctx0" brushRef="#br0">10 306 24575,'-1'0'0,"1"-1"0,-1 1 0,0-1 0,1 0 0,-1 1 0,0-1 0,1 0 0,-1 0 0,1 1 0,-1-1 0,1 0 0,-1 0 0,1 0 0,0 0 0,-1 1 0,1-1 0,0 0 0,0 0 0,0 0 0,0 0 0,0 0 0,0 0 0,0 0 0,0 0 0,0 0 0,0 0 0,0 0 0,0 1 0,1-1 0,-1 0 0,0 0 0,1 0 0,-1 0 0,1 0 0,-1 1 0,1-1 0,-1 0 0,1 0 0,-1 1 0,1-1 0,0 0 0,-1 1 0,1-1 0,0 1 0,0-1 0,0 1 0,-1-1 0,1 1 0,0-1 0,0 1 0,0 0 0,1-1 0,6-2 0,-1 0 0,1 1 0,0 0 0,13-2 0,306-13 0,-220 16 0,123-16 0,-216 15 0,-1 0 0,0-1 0,1-1 0,-1 0 0,18-8 0,-28 10 0,0 1 0,-1-1 0,1 1 0,0-1 0,-1 0 0,1 0 0,-1 0 0,0 0 0,1 0 0,-1-1 0,0 1 0,0-1 0,-1 1 0,1-1 0,-1 0 0,1 0 0,-1 0 0,0 0 0,0 0 0,0 0 0,0 0 0,0 0 0,-1 0 0,0 0 0,1 0 0,-1-1 0,0 1 0,-1 0 0,1-3 0,-1 0 0,0 1 0,0-1 0,-1 1 0,0 0 0,1 0 0,-2 0 0,1 0 0,0 0 0,-1 0 0,0 1 0,0-1 0,-1 1 0,1 0 0,-1 0 0,0 0 0,0 1 0,0-1 0,0 1 0,-1 0 0,0 0 0,1 0 0,-1 1 0,0-1 0,0 1 0,0 1 0,-1-1 0,1 1 0,0-1 0,-1 2 0,1-1 0,0 0 0,-1 1 0,1 0 0,-1 1 0,1-1 0,-1 1 0,1 0 0,0 0 0,-1 1 0,1-1 0,0 1 0,0 0 0,-5 3 0,0 2 0,-1 0 0,1 1 0,1 0 0,-1 0 0,2 1 0,-1 0 0,1 1 0,0 0 0,1 0 0,0 1 0,1-1 0,0 2 0,-6 16 0,5-9 0,0 0 0,2 1 0,0 0 0,1 0 0,1 1 0,1-1 0,1 32 0,1-48 0,0 0 0,1 1 0,-1-1 0,1 0 0,0 0 0,0 0 0,0 1 0,1-1 0,-1 0 0,1 0 0,0-1 0,0 1 0,0 0 0,1-1 0,3 5 0,-4-6 0,0-1 0,0 1 0,1-1 0,-1 1 0,0-1 0,1 0 0,-1 0 0,1 0 0,-1 0 0,1-1 0,0 1 0,-1-1 0,1 1 0,0-1 0,0 0 0,-1 0 0,1 0 0,0 0 0,-1-1 0,1 1 0,0-1 0,-1 0 0,1 1 0,-1-1 0,4-2 0,6-2 0,-1-1 0,1-1 0,-2 1 0,1-2 0,-1 0 0,0 0 0,0 0 0,-1-1 0,14-19 0,-1 0 0,-1-2 0,20-39 0,-27 39 0,-11 22 0,1 0 0,1 0 0,-1 0 0,11-13 0,-15 20 0,0 1 0,0 0 0,0 0 0,0 0 0,0 0 0,0 0 0,0-1 0,1 1 0,-1 0 0,0 0 0,0 0 0,0 0 0,0 0 0,0-1 0,0 1 0,1 0 0,-1 0 0,0 0 0,0 0 0,0 0 0,0 0 0,1 0 0,-1 0 0,0 0 0,0 0 0,0 0 0,0 0 0,1 0 0,-1 0 0,0 0 0,0 0 0,0 0 0,1 0 0,-1 0 0,0 0 0,0 0 0,0 0 0,0 0 0,1 0 0,-1 0 0,0 0 0,0 0 0,2 10 0,-4 13 0,-8 28 141,4-24-69,-3 40-1,8-58-236,1-1 0,0 1 1,1-1-1,0 1 0,0-1 0,1 0 0,0 1 0,0-1 0,4 8 0,5 6-6661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9.282"/>
    </inkml:context>
    <inkml:brush xml:id="br0">
      <inkml:brushProperty name="width" value="0.05" units="cm"/>
      <inkml:brushProperty name="height" value="0.05" units="cm"/>
      <inkml:brushProperty name="color" value="#FFFFFF"/>
    </inkml:brush>
  </inkml:definitions>
  <inkml:trace contextRef="#ctx0" brushRef="#br0">37 55 24575,'0'-10'0,"1"7"0,-1 0 0,0 0 0,0 0 0,0 0 0,0 0 0,0 0 0,-1 0 0,1 0 0,-1 1 0,0-1 0,0 0 0,0 0 0,-2-3 0,-1 7 0,1 7 0,0 10 0,-10 217 0,10-171 0,-1 207 0,51-357 0,-38 72 0,1-1 0,0 1 0,1 1 0,1 0 0,0 1 0,1 0 0,24-17 0,-32 25 0,0 1 0,0 0 0,0 0 0,1 1 0,-1-1 0,1 1 0,-1 0 0,1 1 0,0-1 0,-1 1 0,1 1 0,0-1 0,0 1 0,0 0 0,0 0 0,0 0 0,0 1 0,0 0 0,-1 0 0,1 1 0,0-1 0,-1 1 0,1 0 0,-1 1 0,1-1 0,6 6 0,-7-5 0,0 1 0,0 1 0,0-1 0,-1 0 0,1 1 0,-1 0 0,0 0 0,-1 0 0,1 1 0,-1-1 0,0 1 0,0 0 0,-1 0 0,0 0 0,0 0 0,0 0 0,-1 0 0,1 8 0,-1-9 0,-1 0 0,0 1 0,0-1 0,-1 0 0,0 0 0,1-1 0,-2 1 0,1 0 0,0 0 0,-1 0 0,0-1 0,0 1 0,-1-1 0,1 1 0,-1-1 0,0 0 0,0 0 0,0 0 0,0 0 0,-1-1 0,0 1 0,0-1 0,-6 4 0,0-1 34,0-1 1,0 0-1,-1-1 0,1 0 0,-1 0 0,0-2 0,0 1 0,0-1 0,-14 0 1,10-1-279,0-1 0,1 0 0,-1-1 0,0-1 1,1 0-1,-22-7 0,3-3-6582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9.988"/>
    </inkml:context>
    <inkml:brush xml:id="br0">
      <inkml:brushProperty name="width" value="0.05" units="cm"/>
      <inkml:brushProperty name="height" value="0.05" units="cm"/>
      <inkml:brushProperty name="color" value="#FFFFFF"/>
    </inkml:brush>
  </inkml:definitions>
  <inkml:trace contextRef="#ctx0" brushRef="#br0">202 206 24575,'5'-3'0,"-1"0"0,1 0 0,-1-1 0,0 0 0,0 0 0,0 0 0,-1 0 0,1 0 0,-1-1 0,0 1 0,0-1 0,3-8 0,-2 4 0,-1 1 0,0 0 0,0-1 0,-1 0 0,0 0 0,1-17 0,-3 24 0,1 1 0,-1-1 0,0 1 0,0-1 0,0 0 0,0 1 0,0-1 0,0 1 0,-1-1 0,1 0 0,0 1 0,-1-1 0,0 1 0,1-1 0,-1 1 0,0-1 0,1 1 0,-1 0 0,0-1 0,0 1 0,0 0 0,0 0 0,0 0 0,-1-1 0,1 1 0,0 0 0,-1 1 0,1-1 0,0 0 0,-1 0 0,1 0 0,-1 1 0,1-1 0,-1 1 0,1-1 0,-1 1 0,1 0 0,-1 0 0,0-1 0,1 1 0,-1 0 0,-2 1 0,-2 0 0,-1 0 0,1 0 0,0 1 0,0-1 0,0 2 0,0-1 0,0 1 0,1-1 0,-10 8 0,-2 2 0,0 2 0,1 0 0,1 1 0,-22 27 0,29-33 0,1 1 0,0 0 0,1 1 0,0 0 0,1 0 0,0 0 0,0 0 0,2 1 0,-5 18 0,8-27 0,-1-1 0,1 1 0,0 0 0,0 0 0,0 0 0,0-1 0,1 1 0,-1 0 0,1 0 0,-1-1 0,1 1 0,0 0 0,0-1 0,0 1 0,1-1 0,-1 1 0,1-1 0,-1 0 0,1 1 0,0-1 0,0 0 0,0 0 0,0 0 0,0 0 0,0-1 0,0 1 0,1-1 0,-1 1 0,5 1 0,-3-1 0,1-1 0,-1 1 0,1-1 0,0 0 0,0 0 0,0 0 0,0-1 0,-1 0 0,1 0 0,0 0 0,0 0 0,0-1 0,0 0 0,-1 0 0,1 0 0,6-3 0,-1-1 0,-1 0 0,0-1 0,16-12 0,-18 12 0,1 0 0,-1 1 0,1 0 0,17-8 0,-23 12 0,0 1 0,0 0 0,0-1 0,1 1 0,-1 0 0,0 0 0,0 0 0,0 1 0,0-1 0,0 0 0,0 1 0,0-1 0,0 1 0,0 0 0,0 0 0,0-1 0,0 1 0,-1 1 0,1-1 0,0 0 0,-1 0 0,1 1 0,0-1 0,1 3 0,0-2 0,0 1 0,0-1 0,0 0 0,1 1 0,-1-2 0,1 1 0,4 2 0,3-2 0,1 0 0,-1 0 0,1-1 0,0-1 0,0 0 0,-1-1 0,1 0 0,0 0 0,-1-1 0,1-1 0,20-7 0,-17 5 0,-1-1 0,1-1 0,-1-1 0,0 1 0,0-2 0,-1 0 0,-1-1 0,15-13 0,-20 15 0,0-1 0,0 1 0,0-1 0,-2 0 0,1-1 0,-1 1 0,7-18 0,-11 22 0,1 1 0,0-1 0,-1 0 0,0 0 0,0-1 0,-1 1 0,1 0 0,-1 0 0,0 0 0,0 0 0,-1 0 0,0-1 0,0 1 0,0 0 0,0 0 0,-1 1 0,0-1 0,-2-6 0,3 10 0,-1-1 0,1 0 0,0 0 0,-1 0 0,1 1 0,-1-1 0,0 1 0,1-1 0,-1 1 0,0 0 0,0-1 0,0 1 0,0 0 0,0 0 0,0 1 0,0-1 0,0 0 0,-1 1 0,1-1 0,0 1 0,0 0 0,-1-1 0,1 1 0,0 0 0,0 1 0,-1-1 0,1 0 0,-4 2 0,3-2 0,0 1 0,0 0 0,0 1 0,0-1 0,0 0 0,1 1 0,-1 0 0,0-1 0,1 1 0,-1 0 0,1 1 0,0-1 0,0 0 0,0 1 0,0-1 0,0 1 0,0-1 0,0 1 0,-1 5 0,0-2 0,2 1 0,-1-1 0,0 1 0,1-1 0,1 1 0,-1 0 0,1 0 0,0-1 0,0 1 0,1 0 0,0-1 0,0 1 0,1-1 0,-1 1 0,4 7 0,4 4 0,0 1 0,2-1 0,18 25 0,-14-21 0,19 34 0,-32-53 20,-1 0 0,0 0 0,1 1 1,-1-1-1,0 0 0,0 0 0,-1 1 0,1-1 0,-1 0 0,0 1 0,0-1 0,0 0 0,0 1 0,0-1 0,-1 0 0,0 4 1,0-4-93,0-1 1,-1 0 0,1 0 0,0-1 0,0 1 0,-1 0 0,0 0 0,1-1 0,-1 1-1,0 0 1,1-1 0,-1 0 0,0 1 0,0-1 0,0 0 0,0 0 0,-1 0 0,1 0 0,0-1-1,0 1 1,0-1 0,-1 1 0,-3-1 0,-10 2-6755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0.423"/>
    </inkml:context>
    <inkml:brush xml:id="br0">
      <inkml:brushProperty name="width" value="0.05" units="cm"/>
      <inkml:brushProperty name="height" value="0.05" units="cm"/>
      <inkml:brushProperty name="color" value="#FFFFFF"/>
    </inkml:brush>
  </inkml:definitions>
  <inkml:trace contextRef="#ctx0" brushRef="#br0">165 126 24575,'-10'0'0,"8"-1"0,-1 1 0,1 0 0,-1 0 0,0-1 0,1 2 0,-1-1 0,0 0 0,1 0 0,-1 1 0,0 0 0,1-1 0,-1 1 0,1 0 0,0 0 0,-5 3 0,7-4 0,0 1 0,0 0 0,0-1 0,0 1 0,0 0 0,0 0 0,0-1 0,0 1 0,0 0 0,0-1 0,0 1 0,1 0 0,-1-1 0,0 1 0,1 0 0,-1-1 0,0 1 0,1-1 0,-1 1 0,0-1 0,1 1 0,-1-1 0,1 1 0,-1-1 0,1 1 0,0-1 0,-1 1 0,1-1 0,-1 0 0,1 1 0,0-1 0,22 13 0,-15-9 0,0-1 0,0 0 0,0-1 0,1 0 0,-1 0 0,1-1 0,-1 0 0,1 0 0,-1-1 0,1 0 0,0-1 0,-1 1 0,13-4 0,-19 3 0,0 0 0,0 0 0,0 1 0,0-1 0,0-1 0,0 1 0,-1 0 0,1 0 0,0-1 0,-1 1 0,1-1 0,-1 1 0,0-1 0,1 0 0,-1 0 0,0 1 0,0-1 0,0 0 0,0 0 0,0 0 0,0 0 0,-1 0 0,1 0 0,-1 0 0,0 0 0,1-1 0,-1 1 0,0 0 0,0 0 0,0 0 0,0 0 0,-1-4 0,-1 1 0,1 0 0,-1-1 0,1 1 0,-1 0 0,-1 1 0,1-1 0,-1 0 0,0 1 0,0-1 0,0 1 0,0 0 0,-5-4 0,1 2 0,1 0 0,-1 1 0,-1 0 0,1 0 0,-1 1 0,1 0 0,-1 1 0,0-1 0,-1 2 0,1-1 0,0 1 0,-1 0 0,1 1 0,-16-1 0,19 2 0,-1 0 0,1 0 0,-1 1 0,1 0 0,0 0 0,-1 0 0,1 1 0,0-1 0,0 1 0,0 1 0,0-1 0,0 1 0,1 0 0,-1 0 0,1 0 0,-1 0 0,1 1 0,0 0 0,1 0 0,-1 0 0,1 0 0,0 1 0,0-1 0,-4 7 0,4-4 0,-1 0 0,1 1 0,1-1 0,-1 1 0,1-1 0,1 1 0,-1 0 0,1-1 0,1 1 0,-1 0 0,1 0 0,0 0 0,1-1 0,2 11 0,0-8 0,0 0 0,0 0 0,1-1 0,1 0 0,-1 1 0,2-2 0,-1 1 0,1 0 0,13 13 0,-3-6 0,0-2 0,0 0 0,2 0 0,0-2 0,0 0 0,1-1 0,1-1 0,-1-1 0,35 11 0,-30-13 0,1 0 0,-1-2 0,35 2 0,-51-6 0,1-1 0,0 0 0,0 0 0,0-1 0,0 0 0,0 0 0,-1-1 0,1-1 0,0 1 0,-1-1 0,0-1 0,14-7 0,1-10-1365,-8-2-5461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5.616"/>
    </inkml:context>
    <inkml:brush xml:id="br0">
      <inkml:brushProperty name="width" value="0.05" units="cm"/>
      <inkml:brushProperty name="height" value="0.05" units="cm"/>
      <inkml:brushProperty name="color" value="#FFFFFF"/>
    </inkml:brush>
  </inkml:definitions>
  <inkml:trace contextRef="#ctx0" brushRef="#br0">74 0 24575,'13'9'0,"-1"1"0,14 12 0,-22-18 0,0 0 0,0 0 0,0 1 0,-1-1 0,1 1 0,-1 0 0,-1 0 0,1 0 0,2 7 0,-3 16 0,-2-26 0,0-1 0,0 0 0,0 0 0,-1 1 0,1-1 0,0 0 0,-1 0 0,1 1 0,-1-1 0,1 0 0,-1 0 0,1 0 0,-1 0 0,0 0 0,0 0 0,0 0 0,1 0 0,-1 0 0,-1 1 0,1-2 0,0 0 0,0 0 0,0 0 0,0 0 0,0 0 0,1 0 0,-1 0 0,0 0 0,0-1 0,0 1 0,1 0 0,-1-1 0,0 1 0,0 0 0,1-1 0,-1 1 0,0-1 0,0 1 0,1-1 0,-1 1 0,1-1 0,-1 0 0,1 1 0,-2-2 0,-10-6 0,11 8 0,1 1 0,-1-1 0,0 1 0,1-1 0,-1 1 0,1-1 0,-1 1 0,1-1 0,-1 1 0,1 0 0,0-1 0,-1 1 0,1 0 0,0-1 0,-1 1 0,1 0 0,0 0 0,0-1 0,0 1 0,0 0 0,0-1 0,0 1 0,0 0 0,0 0 0,0 0 0,0 0 0,-9 134 0,6-66 0,15 524 0,1-334 0,-25 123 0,-34-1 0,9-95 0,25-199 0,5-50 0,2 0 0,0 59 0,5-95 0,0 0 0,0 0 0,0 0 0,0 0 0,0 1 0,0-1 0,0 0 0,0 0 0,0 0 0,1 0 0,-1 0 0,0 0 0,1 0 0,-1 0 0,1 0 0,-1 0 0,1 0 0,-1 0 0,1 0 0,0 0 0,0 0 0,-1-1 0,1 1 0,0 0 0,0 0 0,0-1 0,0 1 0,0 0 0,0-1 0,0 1 0,0-1 0,0 0 0,0 1 0,0-1 0,0 0 0,0 1 0,0-1 0,0 0 0,0 0 0,0 0 0,3 0 0,3-2 0,0 0 0,0 0 0,0 0 0,0-1 0,10-5 0,12-4 0,26 3 0,-1 1 0,98 1 0,-65 4 0,1266-13-1913,-1247 17 1689,1214 35-4079,0 34-281,-257-12 4014,1565 16-507,-2198-91 5024,-357 9-3414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46.861"/>
    </inkml:context>
    <inkml:brush xml:id="br0">
      <inkml:brushProperty name="width" value="0.05" units="cm"/>
      <inkml:brushProperty name="height" value="0.05" units="cm"/>
      <inkml:brushProperty name="color" value="#FFFFFF"/>
    </inkml:brush>
  </inkml:definitions>
  <inkml:trace contextRef="#ctx0" brushRef="#br0">19 163 24575,'-1'-1'0,"-1"0"0,1-1 0,-1 1 0,1-1 0,-1 0 0,1 1 0,0-1 0,0 0 0,0 0 0,0 0 0,0 0 0,0 0 0,1 0 0,-1 0 0,0 0 0,1 0 0,0 0 0,-1-3 0,2 3 0,0 0 0,-1 0 0,1 0 0,0 0 0,0 1 0,0-1 0,0 0 0,1 1 0,-1-1 0,0 1 0,1-1 0,-1 1 0,1 0 0,-1 0 0,1-1 0,0 1 0,-1 0 0,1 0 0,0 1 0,2-2 0,14-6 0,0 1 0,0 1 0,1 0 0,29-4 0,81-5 0,-84 11 0,613-34-1534,8 38-836,1212 75-3372,3 57 3781,-502-32 649,-1186-87 1675,590 35-803,-391-34 2133,1-12 3627,-369-1-4941,-18-1-41,1 1-1,0-1 0,-1 0 1,1 0-1,0-1 0,0 0 1,-1 0-1,1-1 0,12-4 1,-19 4 1166,-4 1-1087,-8 5-187,10-3-226,0 1 1,0 0 0,0 0 0,1 0 0,-1 0 0,1 0 0,0 0 0,-1 1-1,1-1 1,0 0 0,0 1 0,0-1 0,1 1 0,-1-1 0,0 1 0,1-1-1,0 1 1,0-1 0,0 6 0,1 5-9,0 0 0,5 23 0,-1-13-2,10 84 6,-4 0 0,-5 1 0,-16 207 0,-15-78 0,-17 204 0,26-221 0,-13 250 0,26-422 0,0-2 0,2 0 0,7 74 0,-6-119 0,1 0 0,-1 0 0,0 0 0,-1 0 0,1 0 0,0 0 0,0 0 0,0 0 0,-1-1 0,1 1 0,0 0 0,-1 0 0,1 0 0,0 0 0,-1 0 0,1-1 0,-1 1 0,0 0 0,1-1 0,-1 1 0,0 0 0,1-1 0,-1 1 0,0 0 0,0-1 0,1 1 0,-1-1 0,0 0 0,0 1 0,0-1 0,0 0 0,0 1 0,0-1 0,1 0 0,-1 0 0,0 0 0,0 0 0,0 0 0,-1 0 0,-8 1 0,0-1 0,0 0 0,-11-2 0,1 1 0,-167 18-1365,143-11-5461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1.687"/>
    </inkml:context>
    <inkml:brush xml:id="br0">
      <inkml:brushProperty name="width" value="0.05" units="cm"/>
      <inkml:brushProperty name="height" value="0.05" units="cm"/>
      <inkml:brushProperty name="color" value="#FFFFFF"/>
    </inkml:brush>
  </inkml:definitions>
  <inkml:trace contextRef="#ctx0" brushRef="#br0">185 41 24575,'10'-30'0,"-8"19"0,-7 19 0,-112 293 0,95-238 0,-15 84 0,31-116 0,1 0 0,2 1 0,1 0 0,4 58 0,-1-84-80,0 1 0,0 0-1,0-1 1,1 1 0,0 0-1,0-1 1,1 0 0,-1 1-1,1-1 1,1 0 0,-1-1 0,1 1-1,0-1 1,1 1 0,-1-1-1,9 7 1,13 6-6746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2.213"/>
    </inkml:context>
    <inkml:brush xml:id="br0">
      <inkml:brushProperty name="width" value="0.05" units="cm"/>
      <inkml:brushProperty name="height" value="0.05" units="cm"/>
      <inkml:brushProperty name="color" value="#FFFFFF"/>
    </inkml:brush>
  </inkml:definitions>
  <inkml:trace contextRef="#ctx0" brushRef="#br0">7 112 24575,'-7'2'0,"12"1"0,13 3 0,22-1 0,1-2 0,55-2 0,-45-2 0,122-2 0,-139 0 0,0-1 0,0-2 0,34-10 0,-63 15 0,1-1 0,-1 0 0,1-1 0,-1 1 0,0-1 0,0 0 0,0-1 0,-1 1 0,6-5 0,-9 7 0,-1 0 0,1 0 0,0 0 0,0 0 0,-1 0 0,1 0 0,0 0 0,-1 0 0,1 0 0,-1-1 0,0 1 0,1 0 0,-1 0 0,0 0 0,0-1 0,1 1 0,-1 0 0,0 0 0,0-2 0,-1 1 0,0 1 0,1-1 0,-1 0 0,0 1 0,0-1 0,0 1 0,0-1 0,0 1 0,0 0 0,0-1 0,0 1 0,-1 0 0,1 0 0,-1 0 0,1 0 0,-1 0 0,-1-1 0,-3-1 0,1 0 0,-1 1 0,1-1 0,-1 1 0,0 1 0,0-1 0,0 1 0,0 0 0,0 1 0,0-1 0,0 1 0,0 0 0,0 1 0,0-1 0,0 1 0,0 0 0,0 1 0,0 0 0,0 0 0,0 0 0,-8 5 0,4-2 0,0 1 0,1 0 0,-1 1 0,1 0 0,0 0 0,1 1 0,0 0 0,0 1 0,1 0 0,-10 15 0,11-15 0,1 0 0,1-1 0,0 2 0,0-1 0,0 0 0,-3 20 0,6-26 0,1 0 0,0 0 0,-1 0 0,1 1 0,1-1 0,-1 0 0,0 0 0,1 0 0,0 0 0,-1 0 0,1-1 0,0 1 0,1 0 0,-1 0 0,0 0 0,1-1 0,0 1 0,-1-1 0,1 1 0,0-1 0,0 0 0,0 0 0,1 0 0,-1 0 0,1 0 0,-1 0 0,3 1 0,2 0 0,0 0 0,0 0 0,0-1 0,0 0 0,0 0 0,0-1 0,1 1 0,-1-2 0,0 1 0,1-1 0,-1 0 0,0-1 0,1 0 0,-1 0 0,0 0 0,0-1 0,1 0 0,-1-1 0,-1 1 0,1-1 0,9-6 0,-8 5 0,-1 0 0,0 0 0,0-1 0,0 0 0,-1-1 0,0 1 0,0-1 0,0 0 0,-1-1 0,0 1 0,0-1 0,0 0 0,-1 0 0,0 0 0,-1-1 0,1 0 0,-1 0 0,3-15 0,-8 1 0,-3 19 0,-2 12 0,2 1-85,2-1 0,-1 1-1,1 0 1,0 1 0,1-1-1,0 0 1,1 1 0,0 0-1,1-1 1,0 1 0,0-1-1,1 1 1,1-1 0,0 1-1,4 13 1,2-7-6741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2.608"/>
    </inkml:context>
    <inkml:brush xml:id="br0">
      <inkml:brushProperty name="width" value="0.05" units="cm"/>
      <inkml:brushProperty name="height" value="0.05" units="cm"/>
      <inkml:brushProperty name="color" value="#FFFFFF"/>
    </inkml:brush>
  </inkml:definitions>
  <inkml:trace contextRef="#ctx0" brushRef="#br0">102 178 24575,'0'-26'0,"-2"1"0,0-1 0,-2 1 0,-9-36 0,13 60 0,0 0 0,0 0 0,0 1 0,-1-1 0,1 0 0,0 0 0,0 1 0,-1-1 0,1 0 0,0 1 0,-1-1 0,1 1 0,0-1 0,-1 0 0,1 1 0,-1-1 0,1 1 0,-1-1 0,0 1 0,0-1 0,0 1 0,1 0 0,-1 0 0,1 1 0,0-1 0,-1 0 0,1 1 0,-1-1 0,1 0 0,0 1 0,-1-1 0,1 0 0,0 1 0,0-1 0,-1 1 0,1-1 0,0 1 0,0-1 0,0 1 0,-1-1 0,1 1 0,0 0 0,-8 35 0,-20 330 0,28-363 0,0 10 0,-1-1 0,4 23 0,-3-34 0,0-1 0,0 0 0,0 0 0,0 1 0,0-1 0,0 0 0,0 0 0,0 0 0,0 1 0,0-1 0,0 0 0,0 0 0,0 1 0,0-1 0,0 0 0,0 0 0,1 0 0,-1 1 0,0-1 0,0 0 0,0 0 0,0 0 0,0 1 0,1-1 0,-1 0 0,0 0 0,0 0 0,0 0 0,1 0 0,-1 0 0,0 1 0,0-1 0,0 0 0,1 0 0,-1 0 0,0 0 0,0 0 0,1 0 0,-1 0 0,0 0 0,0 0 0,0 0 0,1 0 0,-1 0 0,0 0 0,1 0 0,9-11 0,8-21 0,-17 31 0,2-5 0,38-69 0,-36 67 0,1-1 0,0 1 0,1 0 0,0 1 0,0 0 0,11-9 0,-17 15 0,1 0 0,-1 0 0,1 0 0,-1-1 0,1 2 0,0-1 0,0 0 0,-1 0 0,1 0 0,0 1 0,0-1 0,0 1 0,0-1 0,0 1 0,-1 0 0,1 0 0,0 0 0,0 0 0,0 0 0,0 0 0,0 1 0,0-1 0,0 0 0,0 1 0,-1 0 0,1-1 0,0 1 0,0 0 0,-1 0 0,1 0 0,0 0 0,-1 0 0,1 1 0,-1-1 0,1 0 0,-1 1 0,0-1 0,0 1 0,2 2 0,0 1 0,1 1 0,-2-1 0,1 1 0,0 0 0,-1 0 0,0 0 0,-1 0 0,1 0 0,-1 0 0,0 1 0,-1 5 0,0 2 0,-1 0 0,-1-1 0,0 1 0,-1-1 0,-1 1 0,0-1 0,0 0 0,-2-1 0,-7 16 0,9-21 0,-1 1 0,0-1 0,0 0 0,-1-1 0,0 1 0,-12 10 0,14-14 0,0 0 0,-1 0 0,1 0 0,-1-1 0,1 0 0,-1 0 0,0 0 0,0 0 0,0-1 0,0 0 0,0 0 0,-7 0 0,8-1-54,0 0-1,-1 0 0,1-1 1,0 1-1,0-1 1,-1-1-1,1 1 0,0 0 1,0-1-1,0 0 1,1 0-1,-1 0 0,0 0 1,1-1-1,-1 1 0,1-1 1,0 0-1,0 0 1,0 0-1,0-1 0,0 1 1,1-1-1,0 1 1,-4-8-1,-7-17-6771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2.808"/>
    </inkml:context>
    <inkml:brush xml:id="br0">
      <inkml:brushProperty name="width" value="0.05" units="cm"/>
      <inkml:brushProperty name="height" value="0.05" units="cm"/>
      <inkml:brushProperty name="color" value="#FFFFFF"/>
    </inkml:brush>
  </inkml:definitions>
  <inkml:trace contextRef="#ctx0" brushRef="#br0">0 1 24575,'0'3'0,"0"4"0,0 5 0,0 2 0,0 6 0,0 5 0,0 8 0,0 5 0,0 4 0,3 6 0,1 2 0,0 4 0,2-2 0,1-4 0,-2-9-8191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3.172"/>
    </inkml:context>
    <inkml:brush xml:id="br0">
      <inkml:brushProperty name="width" value="0.05" units="cm"/>
      <inkml:brushProperty name="height" value="0.05" units="cm"/>
      <inkml:brushProperty name="color" value="#FFFFFF"/>
    </inkml:brush>
  </inkml:definitions>
  <inkml:trace contextRef="#ctx0" brushRef="#br0">20 272 24575,'47'1'0,"57"0"0,-91-2 0,0 0 0,-1-1 0,1 0 0,-1-1 0,1-1 0,11-4 0,-19 6 0,0-1 0,-1 1 0,0-1 0,1 1 0,-1-1 0,0-1 0,0 1 0,-1 0 0,1-1 0,-1 0 0,0 0 0,0 0 0,0 0 0,0 0 0,-1-1 0,1 1 0,-1-1 0,2-6 0,-3 5 0,0 0 0,0 0 0,0-1 0,-1 1 0,1 0 0,-2 0 0,1 0 0,-1 0 0,0 0 0,0 0 0,0 0 0,-1 0 0,-4-9 0,4 9 0,0 1 0,-1 0 0,1 0 0,-1 1 0,0-1 0,-1 0 0,1 1 0,-1 0 0,0 0 0,0 0 0,0 0 0,0 1 0,-1-1 0,1 1 0,-1 0 0,0 1 0,0-1 0,0 1 0,0 0 0,-1 0 0,1 0 0,0 1 0,-1 0 0,1 0 0,-1 1 0,0-1 0,1 1 0,-1 0 0,1 1 0,-1-1 0,1 1 0,-1 0 0,-10 4 0,6-1 0,0 1 0,1 0 0,-1 1 0,1 0 0,0 0 0,1 1 0,0 1 0,0-1 0,0 1 0,1 0 0,0 1 0,0 0 0,1 0 0,-6 12 0,6-9 0,0 0 0,1 0 0,1 0 0,0 0 0,0 1 0,1 0 0,1 0 0,0 0 0,0 0 0,2 0 0,1 22 0,-1-30-65,1-1 0,0 1 0,0 0 0,0-1 0,0 0 0,1 1 0,0-1 0,0 0 0,0 1 0,1-1 0,-1-1 0,1 1 0,0 0 0,0-1 0,0 1 0,1-1 0,-1 0 0,1 0 0,-1 0 0,9 4 0,18 7-6761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3.465"/>
    </inkml:context>
    <inkml:brush xml:id="br0">
      <inkml:brushProperty name="width" value="0.05" units="cm"/>
      <inkml:brushProperty name="height" value="0.05" units="cm"/>
      <inkml:brushProperty name="color" value="#FFFFFF"/>
    </inkml:brush>
  </inkml:definitions>
  <inkml:trace contextRef="#ctx0" brushRef="#br0">263 76 24575,'1'-1'0,"1"0"0,-1 0 0,0-1 0,0 1 0,0-1 0,0 1 0,0-1 0,0 1 0,0-1 0,-1 1 0,1-1 0,0 0 0,-1 1 0,0-1 0,1 0 0,-1 1 0,0-1 0,0 0 0,0 0 0,0 0 0,0 1 0,0-1 0,0 0 0,-1 0 0,1 1 0,0-1 0,-1 0 0,-1-2 0,1 2 0,-1 0 0,1 0 0,-1 0 0,0 0 0,1 1 0,-1-1 0,0 1 0,0-1 0,0 1 0,0 0 0,0-1 0,-1 1 0,1 0 0,0 0 0,0 1 0,-1-1 0,1 0 0,-1 1 0,-3-1 0,2 1 0,0 0 0,-1 0 0,1 0 0,0 1 0,0 0 0,0 0 0,0 0 0,0 0 0,0 0 0,0 1 0,1 0 0,-1 0 0,0 0 0,1 0 0,0 0 0,-1 1 0,1 0 0,0-1 0,0 1 0,0 0 0,1 1 0,-1-1 0,-2 4 0,3-3 0,-1 0 0,1 1 0,0-1 0,0 0 0,0 1 0,1-1 0,-1 1 0,1 0 0,0-1 0,1 1 0,-1 0 0,1 0 0,0-1 0,0 1 0,0 0 0,1 0 0,0-1 0,0 1 0,0 0 0,2 4 0,5 7 0,1-1 0,0-1 0,1 0 0,0 0 0,2-1 0,19 19 0,26 33 0,-55-64 0,-1 1 0,1 0 0,-1 0 0,0 0 0,1 0 0,-1 0 0,0 0 0,-1 0 0,1 0 0,0 1 0,0-1 0,-1 0 0,0 1 0,1-1 0,-1 0 0,0 0 0,0 1 0,0-1 0,0 0 0,-1 1 0,1-1 0,-2 4 0,1-3 0,-1 0 0,0 0 0,0 0 0,0 0 0,-1-1 0,1 1 0,-1-1 0,1 1 0,-1-1 0,0 0 0,0 0 0,0 0 0,0 0 0,-5 1 0,-13 5-170,0-1-1,-1 0 0,0-2 1,0-1-1,0 0 0,0-2 1,-31 0-1,14-1-6655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3.935"/>
    </inkml:context>
    <inkml:brush xml:id="br0">
      <inkml:brushProperty name="width" value="0.05" units="cm"/>
      <inkml:brushProperty name="height" value="0.05" units="cm"/>
      <inkml:brushProperty name="color" value="#FFFFFF"/>
    </inkml:brush>
  </inkml:definitions>
  <inkml:trace contextRef="#ctx0" brushRef="#br0">107 5 24575,'-3'-3'0,"-1"2"0,0 4 0,0 5 0,2 7 0,1 5 0,-3 4 0,-4 8 0,-3 4 0,0 3 0,-2 1 0,0 0 0,0-5 0,4-4 0,3-7-8191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4.352"/>
    </inkml:context>
    <inkml:brush xml:id="br0">
      <inkml:brushProperty name="width" value="0.05" units="cm"/>
      <inkml:brushProperty name="height" value="0.05" units="cm"/>
      <inkml:brushProperty name="color" value="#FFFFFF"/>
    </inkml:brush>
  </inkml:definitions>
  <inkml:trace contextRef="#ctx0" brushRef="#br0">39 127 24575,'-1'0'0,"-1"0"0,1 0 0,0 0 0,0-1 0,0 1 0,0 0 0,0-1 0,0 1 0,0-1 0,0 0 0,0 1 0,0-1 0,0 0 0,0 1 0,0-1 0,0 0 0,0 0 0,1 0 0,-1 0 0,0 0 0,0-1 0,-11-25 0,10 22 0,-1 51 0,3-5 0,3 83 0,-1-106 0,0-1 0,1-1 0,1 1 0,0 0 0,7 16 0,-10-30 0,0 0 0,0-1 0,1 1 0,-1 0 0,1-1 0,-1 1 0,1-1 0,0 1 0,0-1 0,0 0 0,0 0 0,0 0 0,0 0 0,1 0 0,-1 0 0,1-1 0,-1 1 0,1-1 0,0 0 0,0 1 0,-1-1 0,1 0 0,0-1 0,0 1 0,0-1 0,0 1 0,0-1 0,0 0 0,0 0 0,0 0 0,0 0 0,0-1 0,0 1 0,0-1 0,0 0 0,0 1 0,-1-1 0,1-1 0,0 1 0,-1 0 0,1-1 0,0 1 0,-1-1 0,0 0 0,1 0 0,-1 0 0,3-3 0,5-7 0,-1 0 0,0 0 0,0-1 0,-1 0 0,-1-1 0,-1 0 0,1 0 0,-2-1 0,5-18 0,-1-6 0,-1 0 0,4-55 0,-12 89 8,2-21-466,0-1 1,-3-26-1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4.558"/>
    </inkml:context>
    <inkml:brush xml:id="br0">
      <inkml:brushProperty name="width" value="0.05" units="cm"/>
      <inkml:brushProperty name="height" value="0.05" units="cm"/>
      <inkml:brushProperty name="color" value="#FFFFFF"/>
    </inkml:brush>
  </inkml:definitions>
  <inkml:trace contextRef="#ctx0" brushRef="#br0">56 36 24575,'0'-3'0,"-3"-4"0,-4-2 0,-1-1 0,1 4 0,1 8 0,3 8 0,-3 9 0,1 6 0,1 6 0,1 3 0,1 3 0,1-2 0,0-4 0,1-8-8191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4.695"/>
    </inkml:context>
    <inkml:brush xml:id="br0">
      <inkml:brushProperty name="width" value="0.05" units="cm"/>
      <inkml:brushProperty name="height" value="0.05" units="cm"/>
      <inkml:brushProperty name="color" value="#FFFFFF"/>
    </inkml:brush>
  </inkml:definitions>
  <inkml:trace contextRef="#ctx0" brushRef="#br0">1 85 24575,'0'-6'0,"3"-9"0,1-4 0,-1-2 0,0 5 0,0 9 0,-5 8 0,-1 8 0,-1 7 0,1 6 0,1-2-8191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5.540"/>
    </inkml:context>
    <inkml:brush xml:id="br0">
      <inkml:brushProperty name="width" value="0.05" units="cm"/>
      <inkml:brushProperty name="height" value="0.05" units="cm"/>
      <inkml:brushProperty name="color" value="#FFFFFF"/>
    </inkml:brush>
  </inkml:definitions>
  <inkml:trace contextRef="#ctx0" brushRef="#br0">9 142 24575,'-1'0'0,"0"1"0,1 0 0,-1-1 0,1 1 0,-1 0 0,0-1 0,1 1 0,-1 0 0,1 0 0,0 0 0,-1-1 0,1 1 0,0 0 0,-1 0 0,1 0 0,0 0 0,0 0 0,0 0 0,0 0 0,0 0 0,0-1 0,0 1 0,0 0 0,0 0 0,0 0 0,0 0 0,1 0 0,-1 0 0,0 0 0,1-1 0,-1 1 0,0 0 0,1 0 0,-1 0 0,1-1 0,-1 1 0,1 0 0,0-1 0,-1 1 0,1 0 0,0-1 0,0 1 0,-1-1 0,1 1 0,1 0 0,5 3 0,1 1 0,-1-1 0,1-1 0,9 3 0,-4 0 0,12 6 0,-14-6 0,1 0 0,0-1 0,0-1 0,15 4 0,-23-7 0,0 0 0,0-1 0,0 0 0,0 1 0,0-2 0,0 1 0,0 0 0,0-1 0,0 0 0,0 0 0,0 0 0,0 0 0,0-1 0,-1 1 0,1-1 0,0 0 0,4-4 0,-1 1 0,-1-1 0,0 0 0,0 0 0,-1-1 0,0 0 0,0 0 0,0 0 0,-1 0 0,0-1 0,0 0 0,-1 0 0,0 0 0,3-16 0,-5 19 0,0 0 0,0 0 0,-1-1 0,0 1 0,0 0 0,0-1 0,-1 1 0,1 0 0,-1 0 0,-3-8 0,3 10 0,0-1 0,-1 1 0,0 0 0,1 0 0,-1 0 0,0 0 0,-1 1 0,1-1 0,0 0 0,-1 1 0,0 0 0,1-1 0,-1 1 0,0 0 0,0 1 0,-7-4 0,7 4 0,0 0 0,0 0 0,0 1 0,0-1 0,0 1 0,0 0 0,0-1 0,-1 1 0,1 1 0,0-1 0,0 1 0,0-1 0,0 1 0,0 0 0,0 0 0,0 0 0,0 0 0,0 1 0,0-1 0,0 1 0,1 0 0,-1-1 0,1 1 0,-3 3 0,-3 2 0,0 0 0,1 1 0,0 0 0,0 1 0,-10 16 0,9-10 0,0 1 0,0 1 0,2-1 0,0 1 0,1 0 0,1 0 0,-4 25 0,7-34 0,0-1 0,1 1 0,0-1 0,0 1 0,0-1 0,1 0 0,0 1 0,1-1 0,-1 1 0,1-1 0,1 0 0,0 0 0,0 0 0,0 0 0,0-1 0,1 1 0,0-1 0,1 0 0,-1 0 0,7 5 0,-8-8 0,0 0 0,1 0 0,-1-1 0,1 0 0,0 1 0,0-1 0,0 0 0,0-1 0,0 1 0,0-1 0,0 0 0,1 0 0,-1 0 0,1 0 0,-1-1 0,7 1 0,-5-2 0,0 0 0,0 0 0,0-1 0,-1 1 0,1-1 0,0-1 0,-1 1 0,1-1 0,-1 0 0,9-6 0,-2-1 0,0 0 0,-1-1 0,-1 0 0,0 0 0,0-1 0,-1 0 0,-1-1 0,12-23 0,-10 14 0,0 0 0,-2 0 0,-1-1 0,-1 0 0,6-40 0,-13 86 0,0 2 0,1-1 0,2-1 0,1 1 0,0 0 0,2 0 0,1-1 0,13 35 0,-19-56 0,1 0 0,-1-1 0,1 1 0,-1-1 0,1 1 0,0-1 0,0 1 0,0-1 0,0 1 0,0-1 0,0 0 0,1 1 0,-1-1 0,0 0 0,0 0 0,1 0 0,-1 0 0,1 0 0,-1 0 0,1-1 0,0 1 0,-1 0 0,1-1 0,-1 1 0,1-1 0,0 0 0,0 1 0,-1-1 0,1 0 0,2 0 0,0-1 0,-1-1 0,0 1 0,0 0 0,1-1 0,-1 0 0,0 1 0,-1-1 0,1-1 0,0 1 0,0 0 0,-1-1 0,0 1 0,1-1 0,2-4 0,5-8 0,0-2 0,10-19 0,-14 22 0,0 2 0,1-1 0,1 1 0,18-22 0,-25 33 0,0 0 0,-1 0 0,1 0 0,0 0 0,0 0 0,0 0 0,0 1 0,0-1 0,0 0 0,0 1 0,0-1 0,0 1 0,0-1 0,0 1 0,0-1 0,0 1 0,0 0 0,0 0 0,0-1 0,1 1 0,-1 0 0,2 0 0,-2 1 0,0-1 0,0 1 0,-1 0 0,1-1 0,0 1 0,0 0 0,-1 0 0,1-1 0,0 1 0,-1 0 0,1 0 0,-1 0 0,1 0 0,-1 0 0,0 0 0,1 0 0,-1 0 0,0 0 0,1 0 0,-1 1 0,1 10 0,1 0 0,-2 0 0,0 16 0,-1-20 0,1 1 0,0 0 0,1 0 0,0 0 0,0 0 0,1-1 0,0 1 0,5 14 0,-6-20 0,1-1 0,-1 1 0,0-1 0,1 1 0,0-1 0,-1 1 0,1-1 0,0 0 0,0 0 0,0 0 0,0 0 0,1 0 0,-1-1 0,0 1 0,1-1 0,-1 1 0,1-1 0,0 0 0,-1 0 0,1 0 0,0 0 0,0 0 0,0-1 0,-1 0 0,1 1 0,0-1 0,5 0 0,-1-1 0,0-1 0,0 1 0,0-1 0,0 0 0,0-1 0,-1 1 0,1-1 0,-1-1 0,0 1 0,0-1 0,0 0 0,-1-1 0,10-8 0,-6 4 0,0 0 0,-1-1 0,0 0 0,-1 0 0,0-1 0,11-21 0,-15 22 0,1 1 0,-2-1 0,1 1 0,-1-1 0,-1 0 0,1 0 0,-2 0 0,1 0 0,-2 0 0,1 0 0,-1 0 0,-1 0 0,-2-10 0,3 15 0,0 0 0,-1 1 0,0-1 0,0 1 0,0-1 0,0 1 0,-1 0 0,1 0 0,-1 0 0,0 0 0,0 0 0,-1 1 0,1-1 0,-1 1 0,0 0 0,0 0 0,0 0 0,0 1 0,0-1 0,0 1 0,-1 0 0,1 0 0,-1 1 0,0-1 0,1 1 0,-1 0 0,0 1 0,-7-1 0,5 1-114,-1 0 1,1 1-1,0 0 0,0 0 0,0 1 1,0 0-1,1 1 0,-1-1 0,1 1 1,-1 0-1,-7 5 0,-8 7-6712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5.918"/>
    </inkml:context>
    <inkml:brush xml:id="br0">
      <inkml:brushProperty name="width" value="0.05" units="cm"/>
      <inkml:brushProperty name="height" value="0.05" units="cm"/>
      <inkml:brushProperty name="color" value="#FFFFFF"/>
    </inkml:brush>
  </inkml:definitions>
  <inkml:trace contextRef="#ctx0" brushRef="#br0">448 111 24575,'0'-5'0,"0"1"0,-1-1 0,1 1 0,-1 0 0,0-1 0,0 1 0,0 0 0,0-1 0,-1 1 0,0 0 0,0 0 0,0 0 0,0 1 0,-1-1 0,1 0 0,-1 1 0,0 0 0,-4-4 0,3 4 0,-1-1 0,0 1 0,1 0 0,-1 1 0,0-1 0,-1 1 0,1 0 0,0 0 0,-1 1 0,1-1 0,-1 1 0,-10 0 0,9 0 0,0 1 0,1 0 0,-1 0 0,0 1 0,1 0 0,-1 0 0,1 0 0,-1 1 0,1 0 0,0 0 0,-1 1 0,1 0 0,0 0 0,1 0 0,-1 1 0,1 0 0,-1 0 0,1 0 0,0 1 0,1 0 0,-1 0 0,1 0 0,0 0 0,-5 10 0,6-10 0,1 0 0,1 0 0,-1 1 0,1-1 0,0 0 0,0 1 0,1 0 0,-1-1 0,1 1 0,1-1 0,-1 1 0,1-1 0,0 1 0,0-1 0,0 1 0,1-1 0,0 0 0,0 0 0,0 0 0,1 0 0,0 0 0,-1 0 0,7 7 0,7 7 0,1 0 0,1-1 0,38 31 0,-32-29 0,-13-11 0,27 26 0,-36-33 0,0 0 0,-1 0 0,1 0 0,-1 0 0,0 0 0,1 0 0,-1 0 0,0 0 0,0 1 0,0-1 0,-1 0 0,1 1 0,0-1 0,-1 1 0,0-1 0,1 5 0,-2-6 0,1 1 0,-1 0 0,0-1 0,0 1 0,1-1 0,-1 1 0,0-1 0,0 1 0,0-1 0,-1 0 0,1 1 0,0-1 0,0 0 0,-1 0 0,1 0 0,-1 0 0,1 0 0,-1 0 0,1 0 0,-1 0 0,1-1 0,-1 1 0,0-1 0,0 1 0,1-1 0,-1 0 0,-3 1 0,-4 0 0,-1 0 0,0 0 0,-16-2 0,-1-2-151,1-1-1,-1-1 0,1-1 0,0-2 1,1 0-1,-1-2 0,2-1 1,-47-27-1,40 17-6674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6.462"/>
    </inkml:context>
    <inkml:brush xml:id="br0">
      <inkml:brushProperty name="width" value="0.05" units="cm"/>
      <inkml:brushProperty name="height" value="0.05" units="cm"/>
      <inkml:brushProperty name="color" value="#FFFFFF"/>
    </inkml:brush>
  </inkml:definitions>
  <inkml:trace contextRef="#ctx0" brushRef="#br0">33 4 24575,'0'-3'0,"0"2"0,0 4 0,0 8 0,0 9 0,-3 6 0,-4 6 0,-5 3 0,1-4-8191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7.035"/>
    </inkml:context>
    <inkml:brush xml:id="br0">
      <inkml:brushProperty name="width" value="0.05" units="cm"/>
      <inkml:brushProperty name="height" value="0.05" units="cm"/>
      <inkml:brushProperty name="color" value="#FFFFFF"/>
    </inkml:brush>
  </inkml:definitions>
  <inkml:trace contextRef="#ctx0" brushRef="#br0">56 12 24575,'0'-3'0,"-3"-1"0,-4 0 0,-2 4 0,2 5 0,2 4 0,-2 8 0,1 7 0,1 8 0,1 5 0,2 6 0,4 2 0,2-1 0,3-2 0,1-4 0,1-6 0,0-6 0,-2-6-8191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4:58.225"/>
    </inkml:context>
    <inkml:brush xml:id="br0">
      <inkml:brushProperty name="width" value="0.05" units="cm"/>
      <inkml:brushProperty name="height" value="0.05" units="cm"/>
      <inkml:brushProperty name="color" value="#FFFFFF"/>
    </inkml:brush>
  </inkml:definitions>
  <inkml:trace contextRef="#ctx0" brushRef="#br0">85 530 24575,'-8'-24'0,"-45"-148"0,46 144 0,1-1 0,1-1 0,2 1 0,0-30 0,3 51 0,0 1 0,1 0 0,0-1 0,0 1 0,1 0 0,-1 0 0,2 0 0,-1 0 0,1 0 0,0 1 0,0-1 0,1 1 0,0 0 0,9-11 0,-9 12 0,1 1 0,0 0 0,1 0 0,-1 0 0,0 1 0,1 0 0,0 0 0,0 0 0,0 1 0,0-1 0,0 2 0,1-1 0,-1 1 0,0 0 0,1 0 0,12 0 0,1 2 0,-1 0 0,0 1 0,0 1 0,0 1 0,0 1 0,0 0 0,-1 2 0,0 0 0,32 17 0,-35-15 0,0 1 0,0 0 0,-1 1 0,-1 0 0,1 1 0,-2 1 0,0 0 0,0 1 0,-2 0 0,18 29 0,-25-38 0,0 1 0,0 0 0,-1-1 0,1 1 0,-2 0 0,1 0 0,0 0 0,-1 0 0,0 0 0,-1 1 0,1-1 0,-1 0 0,-1 0 0,1 1 0,-1-1 0,0 0 0,0 0 0,-1 0 0,0 0 0,0 0 0,0 0 0,-1-1 0,1 1 0,-1-1 0,-1 1 0,1-1 0,-1 0 0,0 0 0,0-1 0,-1 1 0,1-1 0,-1 0 0,0 0 0,-9 5 0,4-2 0,-1-2 0,0 0 0,0 0 0,-19 5 0,24-8 0,1-1 0,0 0 0,-1 0 0,1-1 0,0 1 0,-1-1 0,1 0 0,-1-1 0,1 1 0,0-1 0,-1 0 0,-7-3 0,11 4 0,1-1 0,0 0 0,-1 1 0,1-1 0,0 0 0,-1 0 0,1 0 0,0 0 0,0 0 0,0 0 0,0 0 0,0 0 0,0 0 0,0-1 0,0 1 0,0 0 0,1-1 0,-1 1 0,0 0 0,1-1 0,-1 1 0,1-1 0,0 1 0,-1-1 0,1 1 0,0-1 0,0 1 0,0-1 0,0 1 0,0-1 0,0 1 0,1-1 0,-1 1 0,1-1 0,-1 1 0,0-1 0,1 1 0,1-3 0,1-2 0,0 0 0,0 1 0,1-1 0,-1 1 0,1-1 0,1 1 0,7-8 0,5-1 0,1 1 0,0 1 0,0 0 0,1 1 0,1 1 0,0 1 0,0 1 0,33-9 0,-25 10 0,1 1 0,-1 1 0,1 2 0,-1 1 0,1 1 0,31 3 0,-53-2 0,0 1 0,1 1 0,-1-1 0,0 1 0,0 0 0,1 1 0,-2 0 0,1 0 0,0 0 0,-1 1 0,1 0 0,10 9 0,-14-10 0,0 0 0,0 0 0,0 1 0,-1-1 0,1 1 0,-1 0 0,0-1 0,0 1 0,0 0 0,-1 0 0,0 0 0,1 1 0,-1-1 0,0 0 0,-1 0 0,1 1 0,-1-1 0,0 0 0,0 1 0,0-1 0,-1 0 0,0 1 0,-1 5 0,0-2 0,-1-1 0,0 0 0,0 0 0,-1 0 0,1 0 0,-2 0 0,1 0 0,-1-1 0,0 0 0,0 0 0,0 0 0,-1-1 0,0 0 0,0 0 0,-1 0 0,1-1 0,-1 0 0,0 0 0,-14 5 0,19-8 0,0-1 0,0 1 0,0-1 0,0 1 0,0-1 0,0 0 0,0 0 0,0 0 0,-1 0 0,1 0 0,0 0 0,0-1 0,0 1 0,0-1 0,0 1 0,0-1 0,0 0 0,1 0 0,-1 0 0,0 0 0,0 0 0,1 0 0,-1 0 0,0-1 0,1 1 0,-1 0 0,1-1 0,0 1 0,-3-5 0,2 4 0,1-1 0,-1 0 0,1 0 0,0 0 0,0 0 0,0-1 0,0 1 0,1 0 0,-1 0 0,1-1 0,0 1 0,0 0 0,0 0 0,0-1 0,0 1 0,1 0 0,0 0 0,1-6 0,1 3 0,0-1 0,0 1 0,0 0 0,1 0 0,0 0 0,0 0 0,1 0 0,0 1 0,0 0 0,10-9 0,-5 7 0,0 0 0,0 1 0,1 1 0,0-1 0,22-6 0,-5 4 0,2 1 0,-1 2 0,1 1 0,40-1 0,-48 5 0,-4-2 0,0 2 0,0 0 0,0 1 0,28 5 0,-45-5 0,1-1 0,0 1 0,0-1 0,-1 1 0,1 0 0,0-1 0,-1 1 0,1 0 0,-1 0 0,1 0 0,-1 0 0,0 1 0,3 1 0,-4-2 0,1 0 0,-1-1 0,1 1 0,-1 0 0,0 0 0,1 0 0,-1 0 0,0 0 0,0 0 0,0 0 0,0 0 0,0 0 0,0 0 0,0 0 0,0-1 0,0 1 0,0 0 0,-1 2 0,-1 3 0,-1 0 0,0 0 0,0-1 0,-1 0 0,1 1 0,-7 5 0,-11 19 0,21-28 0,-1 0 0,0 0 0,1 0 0,-1 0 0,1 0 0,0 0 0,0 0 0,0 0 0,0 1 0,0-1 0,0 0 0,0 0 0,1 0 0,-1 0 0,1 0 0,-1 0 0,1 0 0,0 0 0,1 2 0,0-1 0,0 1 0,1-1 0,-1 0 0,1-1 0,-1 1 0,1 0 0,0-1 0,0 1 0,0-1 0,5 3 0,-4-3 0,-1 0 0,1-1 0,0 1 0,0-1 0,0 0 0,0 0 0,0 0 0,0 0 0,7-1 0,-9 0 0,0 0 0,0 0 0,0 0 0,1 0 0,-1-1 0,0 1 0,0-1 0,0 0 0,0 1 0,0-1 0,-1 0 0,1 0 0,0 0 0,0-1 0,-1 1 0,1 0 0,0-1 0,1-2 0,-1 2 0,0-1 0,-1 0 0,0 1 0,0-1 0,0 0 0,0 0 0,0 0 0,0 0 0,-1 0 0,0 0 0,1 0 0,-1 0 0,0 0 0,-1 0 0,1 0 0,0 0 0,-1 0 0,0 0 0,1 0 0,-3-4 0,-2-7 0,-1 0 0,-12-22 0,17 35 0,-3-6 0,-5-11 0,-2 0 0,0 1 0,-22-26 0,33 42 0,-1 0 0,1 1 0,0-1 0,-1 1 0,1-1 0,-1 0 0,1 1 0,-1-1 0,1 1 0,-1 0 0,0-1 0,1 1 0,-1 0 0,0-1 0,1 1 0,-1 0 0,0-1 0,1 1 0,-1 0 0,0 0 0,1 0 0,-1 0 0,0 0 0,0 0 0,0 0 0,0 0 0,0 1 0,1 0 0,0-1 0,-1 1 0,1 0 0,-1-1 0,1 1 0,0 0 0,0-1 0,-1 1 0,1 0 0,0 0 0,0-1 0,0 1 0,0 0 0,0 0 0,0-1 0,0 3 0,6 38 0,-4-32 0,1 0 0,0 0 0,0 0 0,1-1 0,0 1 0,1-1 0,5 8 0,-7-12 0,0-1 0,0 0 0,1 0 0,-1 0 0,0 0 0,1 0 0,0-1 0,0 1 0,0-1 0,0 0 0,0 0 0,0-1 0,0 1 0,0-1 0,1 0 0,8 1 0,22 0 0,0-2 0,0-2 0,0-1 0,40-9 0,-48 8 0,-25 4 0,1-1 0,0 1 0,-1-1 0,0 0 0,1 0 0,-1 0 0,1 0 0,-1 0 0,0 0 0,0-1 0,0 1 0,0-1 0,4-3 0,-5 4 0,-1 0 0,1 0 0,-1 0 0,1 0 0,-1 0 0,1 0 0,-1 0 0,0 0 0,1 0 0,-1 0 0,0 0 0,0 0 0,0 0 0,0 0 0,0 0 0,0 0 0,0 0 0,0 0 0,0 0 0,-1-1 0,1 1 0,0 0 0,-1 0 0,1 0 0,-1 0 0,1 0 0,-1 1 0,1-1 0,-1 0 0,0 0 0,1 0 0,-1 0 0,0 1 0,0-1 0,-1-1 0,2 2 0,-1-1 0,0 0 0,0 1 0,0-1 0,1 0 0,-1 1 0,0-1 0,0 1 0,0 0 0,0-1 0,0 1 0,0 0 0,0-1 0,0 1 0,0 0 0,0 0 0,0 0 0,0 0 0,0 0 0,0 0 0,-2 1 0,0-1 0,0 1 0,1 0 0,-1 0 0,1 0 0,-1 1 0,1-1 0,0 1 0,-4 2 0,2-1 0,-1 2 0,1-1 0,-1 0 0,1 1 0,0 0 0,1 0 0,-4 6 0,5-8 0,0 1 0,1 0 0,-1-1 0,1 1 0,0 0 0,0 0 0,0 0 0,1 0 0,-1 0 0,1 0 0,0 0 0,0 0 0,0 0 0,1 0 0,-1 0 0,1 0 0,0 0 0,0 0 0,0 0 0,1 0 0,3 6 0,-3-7 0,1 1 0,0-1 0,0 0 0,0 0 0,0 0 0,1-1 0,-1 1 0,1-1 0,0 1 0,-1-1 0,1 0 0,0-1 0,0 1 0,0-1 0,0 1 0,1-1 0,-1-1 0,0 1 0,1 0 0,5-1 0,0 0 0,1-1 0,0 1 0,-1-2 0,1 0 0,-1 0 0,1-1 0,-1 0 0,17-8 0,-20 8 0,0-1 0,0 0 0,0 0 0,-1 0 0,1-1 0,-1 0 0,0 0 0,0-1 0,-1 0 0,0 0 0,0 0 0,6-11 0,-9 14 11,-1 0 0,1 0 0,-1 0 0,0 0 0,0-1 0,0 1 0,0-1 0,-1 1 0,1 0 0,-1-1 0,0 1 0,0-1 0,0 1 0,-1-1 0,1 1 0,-1-1 0,0 1 0,0 0 0,0-1 0,0 1 0,0 0 1,-1 0-1,0 0 0,1 0 0,-1 0 0,0 0 0,0 0 0,-1 1 0,1-1 0,-4-2 0,-2-2-201,-1 0 0,0 0 1,0 1-1,-1 1 0,0-1 1,0 2-1,0-1 1,-12-2-1,-27-7-6636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1.841"/>
    </inkml:context>
    <inkml:brush xml:id="br0">
      <inkml:brushProperty name="width" value="0.05" units="cm"/>
      <inkml:brushProperty name="height" value="0.05" units="cm"/>
      <inkml:brushProperty name="color" value="#FFFFFF"/>
    </inkml:brush>
  </inkml:definitions>
  <inkml:trace contextRef="#ctx0" brushRef="#br0">55 32 24575,'0'-3'0,"0"-4"0,0-4 0,0 3 0,0 5 0,3 8 0,1 5 0,0 7 0,-1 10 0,-1 10 0,-4 8 0,-4 9 0,-5 7 0,-3 3 0,0 0 0,3-2 0,4-5 0,2-12-8191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2.278"/>
    </inkml:context>
    <inkml:brush xml:id="br0">
      <inkml:brushProperty name="width" value="0.05" units="cm"/>
      <inkml:brushProperty name="height" value="0.05" units="cm"/>
      <inkml:brushProperty name="color" value="#FFFFFF"/>
    </inkml:brush>
  </inkml:definitions>
  <inkml:trace contextRef="#ctx0" brushRef="#br0">1 232 24575,'298'-24'0,"-196"12"0,-97 12 0,1-1 0,-1 0 0,1 0 0,-1 0 0,0-1 0,0 0 0,0 0 0,0 0 0,6-4 0,-9 5 0,-1 0 0,0 0 0,0 0 0,0-1 0,1 1 0,-1 0 0,0-1 0,-1 1 0,1 0 0,0-1 0,0 1 0,-1-1 0,1 0 0,0 1 0,-1-1 0,0 0 0,1 1 0,-1-1 0,0 0 0,0 1 0,0-1 0,0 0 0,0 1 0,0-1 0,-1 0 0,1 1 0,0-1 0,-1 1 0,0-1 0,1 0 0,-1 1 0,0-1 0,-1-2 0,-6-9 0,-1 0 0,-1 0 0,1 0 0,-24-21 0,10 9 0,22 24 0,0 0 0,0 0 0,1 0 0,-1 0 0,0 0 0,0 0 0,0 1 0,0-1 0,0 0 0,0 1 0,0-1 0,-1 0 0,1 1 0,0-1 0,0 1 0,0 0 0,-2-1 0,2 1 0,1 0 0,-1 1 0,1-1 0,-1 0 0,1 0 0,-1 1 0,1-1 0,-1 0 0,1 1 0,-1-1 0,1 1 0,-1-1 0,1 0 0,0 1 0,-1-1 0,1 1 0,0-1 0,0 1 0,-1-1 0,1 1 0,0 0 0,0-1 0,0 1 0,-1-1 0,1 1 0,0 0 0,-1 8 0,0 0 0,1 0 0,0 16 0,1-12 0,-8 179 0,0 10 0,9-166-1365,1-8-5461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2.651"/>
    </inkml:context>
    <inkml:brush xml:id="br0">
      <inkml:brushProperty name="width" value="0.05" units="cm"/>
      <inkml:brushProperty name="height" value="0.05" units="cm"/>
      <inkml:brushProperty name="color" value="#FFFFFF"/>
    </inkml:brush>
  </inkml:definitions>
  <inkml:trace contextRef="#ctx0" brushRef="#br0">54 172 24575,'3'-7'0,"-2"8"0,-3 19 0,-8 32 0,-4 30 0,-16 64 0,28-143 0,2-11 0,2-13 0,9-36 0,4 0 0,1 1 0,32-71 0,-46 122 0,8-18 0,19-32 0,-26 50 0,0 0 0,0 0 0,0 0 0,1 1 0,0 0 0,0 0 0,0 0 0,0 0 0,1 0 0,0 1 0,-1 0 0,10-4 0,-12 6 0,0 1 0,0-1 0,0 1 0,0 0 0,0-1 0,0 1 0,0 0 0,0 0 0,0 0 0,0 1 0,0-1 0,0 0 0,0 1 0,0 0 0,0-1 0,0 1 0,0 0 0,0 0 0,-1 0 0,1 0 0,0 0 0,-1 0 0,1 1 0,-1-1 0,1 1 0,-1-1 0,1 1 0,1 2 0,2 4 0,0-1 0,0 1 0,-1 1 0,0-1 0,4 10 0,0 8 0,0 1 0,-2-1 0,-1 1 0,-1 0 0,0 35 0,-3-25 0,-3 0 0,0 0 0,-11 49 0,-8-10-1365,11-50-5461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3.247"/>
    </inkml:context>
    <inkml:brush xml:id="br0">
      <inkml:brushProperty name="width" value="0.05" units="cm"/>
      <inkml:brushProperty name="height" value="0.05" units="cm"/>
      <inkml:brushProperty name="color" value="#FFFFFF"/>
    </inkml:brush>
  </inkml:definitions>
  <inkml:trace contextRef="#ctx0" brushRef="#br0">0 268 24575,'0'-8'0,"0"0"0,1 0 0,0 0 0,0 0 0,0 0 0,1 1 0,0-1 0,4-7 0,-5 11 0,1 1 0,0 0 0,0 0 0,0 1 0,1-1 0,-1 0 0,0 1 0,1-1 0,0 1 0,-1 0 0,1 0 0,0 0 0,0 0 0,1 0 0,-1 1 0,0-1 0,0 1 0,1 0 0,-1 0 0,5-1 0,5 1 0,-1-1 0,0 2 0,0-1 0,1 2 0,-1 0 0,15 2 0,74 21 0,-71-16 0,4 2 0,33 8 0,-62-17 0,1-1 0,-1 1 0,0-1 0,1 0 0,-1 0 0,0 0 0,0-1 0,1 1 0,-1-1 0,5-2 0,-8 2 0,-1 0 0,0 1 0,1-1 0,-1 0 0,0 0 0,1 0 0,-1 0 0,0 0 0,0 0 0,0-1 0,0 1 0,0 0 0,0 0 0,-1-1 0,1 1 0,0-1 0,-1 1 0,1 0 0,-1-1 0,1 1 0,-1-1 0,0 0 0,1 1 0,-1-1 0,0 1 0,0-1 0,0 1 0,0-1 0,-1 1 0,1-4 0,-1 1 0,0 0 0,0 0 0,0 0 0,0 1 0,-1-1 0,0 0 0,0 0 0,0 1 0,0-1 0,-4-4 0,6 8 0,0 0 0,-1-1 0,1 1 0,0 0 0,-1 0 0,1 0 0,0 0 0,-1 0 0,1 0 0,0 0 0,-1-1 0,1 1 0,0 0 0,-1 0 0,1 0 0,0 1 0,-1-1 0,1 0 0,-1 0 0,1 0 0,0 0 0,-1 0 0,1 0 0,0 0 0,0 1 0,-1-1 0,1 0 0,0 0 0,-1 0 0,1 1 0,0-1 0,0 0 0,-1 0 0,1 1 0,0-1 0,0 0 0,0 0 0,-1 1 0,1-1 0,0 0 0,0 1 0,0-1 0,0 0 0,0 1 0,0-1 0,-1 0 0,1 1 0,0 0 0,-7 20 0,6-20 0,-80 283 0,79-277 0,-1 0 0,1 0 0,0 0 0,0 0 0,0 10 0,2-17 0,0 0 0,0 0 0,0 0 0,-1 1 0,1-1 0,0 0 0,0 0 0,0 0 0,0 0 0,0 0 0,0 1 0,0-1 0,0 0 0,0 0 0,0 0 0,1 0 0,-1 0 0,0 0 0,0 1 0,0-1 0,0 0 0,0 0 0,0 0 0,0 0 0,0 0 0,0 0 0,0 0 0,0 0 0,0 1 0,0-1 0,1 0 0,-1 0 0,0 0 0,0 0 0,0 0 0,0 0 0,0 0 0,0 0 0,1 0 0,-1 0 0,0 0 0,0 0 0,0 0 0,0 0 0,0 0 0,0 0 0,1 0 0,-1 0 0,0 0 0,0 0 0,0 0 0,0 0 0,0 0 0,1 0 0,8-7 0,7-11 0,4-13 0,-1-2 0,-2 0 0,15-40 0,-14 32 0,34-58 0,-52 98 0,0 0 0,1 1 0,-1-1 0,1 0 0,-1 0 0,0 1 0,1-1 0,0 0 0,-1 1 0,1-1 0,-1 0 0,1 1 0,0-1 0,-1 1 0,1-1 0,0 1 0,-1-1 0,1 1 0,0 0 0,0-1 0,0 1 0,-1 0 0,3-1 0,-3 2 0,1-1 0,0 1 0,-1-1 0,1 1 0,-1-1 0,1 1 0,-1 0 0,1-1 0,-1 1 0,1 0 0,-1-1 0,0 1 0,1 0 0,-1-1 0,0 1 0,0 0 0,1 0 0,-1-1 0,0 1 0,0 1 0,3 51 0,-3-47 0,-1 53 0,-1-20 0,5 41 0,-2-69 0,0-1 0,1 0 0,0 0 0,1 0 0,0 0 0,0 0 0,1 0 0,11 17 0,-14-25 0,0 0 0,0 0 0,0 0 0,1-1 0,-1 1 0,0 0 0,1-1 0,0 1 0,-1-1 0,1 0 0,0 1 0,0-1 0,0 0 0,0 0 0,0 0 0,0 0 0,0 0 0,0-1 0,0 1 0,3 0 0,-3-1 0,0-1 0,1 1 0,-1 0 0,0-1 0,0 0 0,0 1 0,1-1 0,-1 0 0,0 0 0,0 0 0,0 0 0,0 0 0,0-1 0,-1 1 0,1-1 0,2-1 0,2-4 0,1-1 0,-1 0 0,0 0 0,-1 0 0,0-1 0,0 1 0,5-16 0,0-8 0,-1 0 0,8-54 0,0-68 0,-16 142 0,1 4 0,-1 0 0,-1 0 0,0 0 0,0 0 0,0 0 0,-1 0 0,0 0 0,-1 0 0,-3-12 0,5 19-30,-1 0 0,1 0-1,-1 0 1,1 1 0,-1-1-1,1 0 1,-1 0 0,0 0-1,1 1 1,-1-1 0,0 0-1,1 0 1,-1 1 0,0-1-1,0 1 1,0-1-1,0 1 1,0-1 0,0 1-1,0 0 1,0-1 0,1 1-1,-1 0 1,0 0 0,0-1-1,0 1 1,0 0 0,-1 0-1,1 0 1,0 0 0,0 1-1,0-1 1,0 0 0,0 0-1,1 1 1,-1-1 0,0 0-1,0 1 1,0-1 0,0 1-1,0-1 1,0 1 0,0-1-1,0 2 1,-11 8-6796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3.646"/>
    </inkml:context>
    <inkml:brush xml:id="br0">
      <inkml:brushProperty name="width" value="0.05" units="cm"/>
      <inkml:brushProperty name="height" value="0.05" units="cm"/>
      <inkml:brushProperty name="color" value="#FFFFFF"/>
    </inkml:brush>
  </inkml:definitions>
  <inkml:trace contextRef="#ctx0" brushRef="#br0">3 307 24575,'0'-5'0,"1"-1"0,0 1 0,0 0 0,0-1 0,0 1 0,3-6 0,-3 9 0,0 0 0,0-1 0,0 1 0,0 0 0,0 0 0,1 0 0,-1 0 0,0 0 0,1 0 0,0 1 0,-1-1 0,1 0 0,0 1 0,0-1 0,3-1 0,-4 3 0,0-1 0,0 1 0,0 0 0,0 0 0,0 0 0,-1 0 0,1 0 0,0 0 0,0 0 0,0 0 0,0 1 0,0-1 0,-1 0 0,1 0 0,0 1 0,0-1 0,0 0 0,-1 1 0,1-1 0,0 1 0,-1-1 0,1 1 0,0-1 0,-1 1 0,1 0 0,0-1 0,-1 1 0,1 0 0,-1-1 0,0 1 0,1 0 0,-1 0 0,1 0 0,-1-1 0,0 2 0,10 32 0,-6-14 0,-2 1 0,0-1 0,-1 1 0,-1-1 0,-1 1 0,-1-1 0,-1 1 0,-1-1 0,-6 21 0,8-37 0,0 1 0,0-1 0,-1 1 0,0-1 0,0 0 0,0 0 0,0 0 0,-5 4 0,8-8 0,-1 1 0,1-1 0,-1 1 0,1-1 0,-1 1 0,0-1 0,1 0 0,-1 1 0,0-1 0,1 0 0,-1 0 0,0 1 0,0-1 0,1 0 0,-1 0 0,0 0 0,0 0 0,1 0 0,-1 0 0,0 0 0,0 0 0,0 0 0,0 0 0,0-1 0,0 0 0,0 0 0,0 0 0,0 0 0,0 0 0,1 0 0,-1 0 0,0 0 0,1 0 0,-1 0 0,0 0 0,1 0 0,0 0 0,-1-1 0,1 1 0,0 0 0,-1 0 0,1-1 0,0-1 0,-2-16 0,1-1 0,0 1 0,2 0 0,0-1 0,1 1 0,1 0 0,1 0 0,7-20 0,1 2 0,2 0 0,1 2 0,21-36 0,-21 45 0,23-32 0,-33 50 0,1 1 0,0 1 0,0-1 0,1 1 0,0 0 0,0 0 0,0 1 0,14-8 0,-19 12 0,-1 0 0,1 0 0,-1 1 0,1-1 0,-1 1 0,1-1 0,-1 1 0,1 0 0,-1-1 0,1 1 0,0 0 0,-1 0 0,1 0 0,-1 0 0,1 0 0,0 1 0,-1-1 0,1 0 0,-1 1 0,1-1 0,-1 1 0,1-1 0,-1 1 0,0 0 0,1 0 0,-1 0 0,0 0 0,1 0 0,-1 0 0,0 0 0,0 0 0,0 0 0,0 0 0,0 1 0,0-1 0,0 0 0,0 2 0,3 4 0,-2 0 0,1 0 0,-1 1 0,0-1 0,0 1 0,1 12 0,1 27 86,-2 1-1,-2 0 0,-8 71 1,-42 138-1793,40-218-5119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3.791"/>
    </inkml:context>
    <inkml:brush xml:id="br0">
      <inkml:brushProperty name="width" value="0.05" units="cm"/>
      <inkml:brushProperty name="height" value="0.05" units="cm"/>
      <inkml:brushProperty name="color" value="#FFFFFF"/>
    </inkml:brush>
  </inkml:definitions>
  <inkml:trace contextRef="#ctx0" brushRef="#br0">1 147 24575,'0'-19'0,"3"-9"0,4 0 0,4 2 0,3 5 0,6 7 0,2 5 0,7 7 0,4 5 0,7 4 0,2 1 0,-6-1-8191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4.118"/>
    </inkml:context>
    <inkml:brush xml:id="br0">
      <inkml:brushProperty name="width" value="0.05" units="cm"/>
      <inkml:brushProperty name="height" value="0.05" units="cm"/>
      <inkml:brushProperty name="color" value="#FFFFFF"/>
    </inkml:brush>
  </inkml:definitions>
  <inkml:trace contextRef="#ctx0" brushRef="#br0">205 86 24575,'0'-9'0,"0"-7"0,0-3 0,0-2 0,0 6 0,0 9 0,0 11 0,-3 14 0,-5 17 0,-3 17 0,-6 19 0,-4 15 0,-4 12 0,-4 5 0,-4 3 0,1-5 0,7-19-8191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4.665"/>
    </inkml:context>
    <inkml:brush xml:id="br0">
      <inkml:brushProperty name="width" value="0.05" units="cm"/>
      <inkml:brushProperty name="height" value="0.05" units="cm"/>
      <inkml:brushProperty name="color" value="#FFFFFF"/>
    </inkml:brush>
  </inkml:definitions>
  <inkml:trace contextRef="#ctx0" brushRef="#br0">288 259 24575,'53'-50'0,"-31"31"0,33-38 0,-54 55 0,5-5 0,0-1 0,0 1 0,-1-1 0,7-15 0,-11 21 0,0 0 0,-1 1 0,1-1 0,0 0 0,-1 0 0,0 1 0,1-1 0,-1 0 0,0 0 0,0 0 0,0 0 0,0 1 0,0-1 0,-1 0 0,1 0 0,0 0 0,-1 1 0,1-1 0,-1 0 0,0 1 0,0-1 0,1 0 0,-1 1 0,0-1 0,0 1 0,-1-1 0,1 1 0,0 0 0,0-1 0,-1 1 0,-2-2 0,-2 0 0,0-1 0,-1 1 0,0 1 0,1-1 0,-1 1 0,0 0 0,0 1 0,0 0 0,0 0 0,0 0 0,0 1 0,-1 0 0,-8 2 0,-9 0 0,0 2 0,-32 9 0,42-9 0,0 0 0,0 1 0,1 0 0,0 1 0,0 1 0,1 1 0,0-1 0,0 2 0,0 0 0,1 0 0,-19 21 0,29-27 0,0-1 0,0 1 0,0 0 0,0 0 0,0 1 0,1-1 0,-1 0 0,1 0 0,0 1 0,0-1 0,0 1 0,0-1 0,1 1 0,0-1 0,-1 1 0,2 5 0,0-4 0,0 0 0,0 0 0,1 0 0,-1 0 0,1 0 0,0 0 0,1-1 0,-1 1 0,1-1 0,4 6 0,6 5 0,1-1 0,0-1 0,0 0 0,32 21 0,57 27 0,-73-44 0,1 0 0,49 41 0,-76-56 0,-1 1 0,0 0 0,0 0 0,0 1 0,0-1 0,-1 0 0,0 1 0,1 0 0,-1 0 0,2 5 0,-4-7 0,1-1 0,-1 1 0,0 0 0,0 0 0,0 0 0,0-1 0,0 1 0,0 0 0,0 0 0,-1-1 0,1 1 0,0 0 0,-1-1 0,0 1 0,1 0 0,-1-1 0,0 1 0,0-1 0,0 1 0,0-1 0,0 1 0,0-1 0,0 0 0,-1 1 0,1-1 0,0 0 0,-2 1 0,-6 4 0,0-1 0,0 1 0,0-2 0,0 1 0,-1-1 0,0-1 0,1 0 0,-1 0 0,-14 1 0,-7 1 0,-55 0 0,72-4-124,1-1 0,0-1 0,0 0 0,0 0 0,0-1 0,0-1-1,0 0 1,0-1 0,1 0 0,-25-13 0,18 3-6702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4.989"/>
    </inkml:context>
    <inkml:brush xml:id="br0">
      <inkml:brushProperty name="width" value="0.05" units="cm"/>
      <inkml:brushProperty name="height" value="0.05" units="cm"/>
      <inkml:brushProperty name="color" value="#FFFFFF"/>
    </inkml:brush>
  </inkml:definitions>
  <inkml:trace contextRef="#ctx0" brushRef="#br0">273 146 24575,'5'-3'0,"1"-1"0,-1 0 0,0-1 0,0 1 0,0-1 0,-1 0 0,0 0 0,0 0 0,0 0 0,4-8 0,-8 11 0,1 0 0,0 0 0,-1 0 0,1 0 0,-1 0 0,1 0 0,-1 0 0,0 0 0,0 0 0,0 0 0,0-1 0,0 1 0,-1 0 0,1 0 0,0 0 0,-1 0 0,0 0 0,1 0 0,-1 0 0,0 0 0,0 1 0,0-1 0,0 0 0,-1 0 0,1 1 0,0-1 0,-1 1 0,1-1 0,-1 1 0,1-1 0,-1 1 0,0 0 0,0 0 0,1 0 0,-5-1 0,0-2 0,0 1 0,-1 0 0,1 0 0,-1 1 0,0 0 0,0 0 0,1 1 0,-1 0 0,0 0 0,-1 0 0,1 1 0,0 0 0,0 1 0,0-1 0,0 1 0,0 1 0,0-1 0,0 1 0,1 0 0,-8 4 0,5-2 0,0 1 0,0 0 0,0 1 0,1 0 0,-1 0 0,2 1 0,-1 0 0,1 0 0,0 1 0,0 0 0,1 0 0,0 1 0,-6 10 0,6-6 0,0 1 0,1 0 0,0 1 0,1-1 0,0 1 0,2 0 0,-1 0 0,2 0 0,0 0 0,1 0 0,0 0 0,4 19 0,-3-25 0,0-1 0,1 1 0,0 0 0,1-1 0,0 1 0,0-1 0,1 0 0,0 0 0,0 0 0,1-1 0,0 1 0,0-1 0,1 0 0,0-1 0,0 1 0,0-1 0,1 0 0,0-1 0,0 0 0,1 0 0,15 8 0,-17-11 0,0 0 0,0 0 0,1 0 0,-1-1 0,1 0 0,0 0 0,-1-1 0,1 1 0,0-1 0,-1-1 0,1 1 0,-1-1 0,1-1 0,0 1 0,-1-1 0,0 0 0,0-1 0,1 1 0,-1-1 0,-1 0 0,1-1 0,0 1 0,-1-1 0,10-9 0,-6 5 0,0-2 0,-1 1 0,0-1 0,-1 0 0,0-1 0,0 1 0,-1-1 0,-1-1 0,1 1 0,-2-1 0,0 0 0,3-16 0,-4 16-80,-1 1 0,-1-1-1,0 0 1,0 0 0,-1 0-1,-1 0 1,0 0 0,0 1-1,-2-1 1,1 0 0,-1 1 0,-1 0-1,0-1 1,-1 2 0,0-1-1,-7-11 1,-6-4-6746</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5.210"/>
    </inkml:context>
    <inkml:brush xml:id="br0">
      <inkml:brushProperty name="width" value="0.05" units="cm"/>
      <inkml:brushProperty name="height" value="0.05" units="cm"/>
      <inkml:brushProperty name="color" value="#FFFFFF"/>
    </inkml:brush>
  </inkml:definitions>
  <inkml:trace contextRef="#ctx0" brushRef="#br0">4 0 24575,'-3'0'0,"2"0"0,4 0 0,6 0 0,3 3 0,3 4 0,-1 7 0,1 8 0,0 3 0,-2 3 0,-4 4 0,-3 1 0,-2 3 0,-2-3 0,-2-6-8191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5.434"/>
    </inkml:context>
    <inkml:brush xml:id="br0">
      <inkml:brushProperty name="width" value="0.05" units="cm"/>
      <inkml:brushProperty name="height" value="0.05" units="cm"/>
      <inkml:brushProperty name="color" value="#FFFFFF"/>
    </inkml:brush>
  </inkml:definitions>
  <inkml:trace contextRef="#ctx0" brushRef="#br0">39 43 24575,'-6'-25'0,"6"24"0,0 0 0,-1 0 0,1 0 0,-1 0 0,1 0 0,-1 0 0,1 0 0,-1 0 0,0 0 0,0 0 0,1 0 0,-1 1 0,0-1 0,0 0 0,0 1 0,0-1 0,0 1 0,0-1 0,-2 0 0,3 1 0,-1 0 0,1 0 0,-1 0 0,1 0 0,-1 0 0,1 0 0,0 1 0,-1-1 0,1 0 0,-1 0 0,1 1 0,-1-1 0,1 0 0,0 0 0,-1 1 0,1-1 0,0 0 0,-1 1 0,1-1 0,0 0 0,0 1 0,-1-1 0,1 1 0,0-1 0,0 1 0,0-1 0,-1 0 0,1 1 0,0-1 0,0 1 0,0-1 0,0 2 0,-3 17 0,3-16 0,-4 49 171,7 96 0,20 51-1878,-18-159-5119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5.654"/>
    </inkml:context>
    <inkml:brush xml:id="br0">
      <inkml:brushProperty name="width" value="0.05" units="cm"/>
      <inkml:brushProperty name="height" value="0.05" units="cm"/>
      <inkml:brushProperty name="color" value="#FFFFFF"/>
    </inkml:brush>
  </inkml:definitions>
  <inkml:trace contextRef="#ctx0" brushRef="#br0">19 1 24575,'-3'3'0,"-1"4"0,0 4 0,1 4 0,1 1 0,1 2 0,0 1 0,1 0 0,0 3 0,0 1 0,0 0 0,3-1 0,1-1 0,3-2 0,1-3-8191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5.821"/>
    </inkml:context>
    <inkml:brush xml:id="br0">
      <inkml:brushProperty name="width" value="0.05" units="cm"/>
      <inkml:brushProperty name="height" value="0.05" units="cm"/>
      <inkml:brushProperty name="color" value="#FFFFFF"/>
    </inkml:brush>
  </inkml:definitions>
  <inkml:trace contextRef="#ctx0" brushRef="#br0">71 54 24575,'0'-10'0,"-3"-5"0,-4-1 0,-4 6 0,0 7 0,-2 8 0,2 5 0,2 5 0,4 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6.026"/>
    </inkml:context>
    <inkml:brush xml:id="br0">
      <inkml:brushProperty name="width" value="0.05" units="cm"/>
      <inkml:brushProperty name="height" value="0.05" units="cm"/>
      <inkml:brushProperty name="color" value="#FFFFFF"/>
    </inkml:brush>
  </inkml:definitions>
  <inkml:trace contextRef="#ctx0" brushRef="#br0">25 15 24575,'-4'-3'0,"-3"-4"0,-1 2 0,4 9 0,3 6 0,4 7 0,2 11 0,4 10 0,-1 4 0,2 5 0,0 3 0,-3-6-8191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6.352"/>
    </inkml:context>
    <inkml:brush xml:id="br0">
      <inkml:brushProperty name="width" value="0.05" units="cm"/>
      <inkml:brushProperty name="height" value="0.05" units="cm"/>
      <inkml:brushProperty name="color" value="#FFFFFF"/>
    </inkml:brush>
  </inkml:definitions>
  <inkml:trace contextRef="#ctx0" brushRef="#br0">6 246 24575,'-3'-18'0,"3"17"0,-1 0 0,1 0 0,-1 0 0,1 0 0,0 0 0,0 0 0,-1 0 0,1 0 0,0 0 0,0 0 0,0 0 0,0 0 0,0 0 0,0 0 0,1 0 0,-1 0 0,0 0 0,0 0 0,1 0 0,-1 0 0,0 0 0,1 0 0,-1 1 0,1-1 0,-1 0 0,1 0 0,0 0 0,-1 1 0,1-1 0,0 0 0,0 0 0,-1 1 0,1-1 0,0 1 0,0-1 0,0 1 0,0-1 0,0 1 0,0-1 0,0 1 0,0 0 0,0 0 0,0-1 0,0 1 0,0 0 0,0 0 0,1 0 0,22-3 0,1 0 0,0 2 0,46 3 0,-15 0 0,-23-1 0,-4 0 0,47-4 0,-69 2 0,0 0 0,0 0 0,0-1 0,0 0 0,0 0 0,-1 0 0,1-1 0,-1 0 0,1-1 0,-1 1 0,0-1 0,5-5 0,-9 7 0,0 1 0,0-1 0,0 0 0,0 0 0,-1 0 0,1 0 0,-1-1 0,1 1 0,-1 0 0,0-1 0,0 1 0,0-1 0,0 1 0,-1-1 0,1 1 0,-1-1 0,1 1 0,-1-1 0,0 0 0,0 1 0,0-1 0,0 0 0,0 1 0,-1-1 0,1 1 0,-1-1 0,0 0 0,0 1 0,0 0 0,0-1 0,0 1 0,0-1 0,-1 1 0,1 0 0,-4-4 0,0 0 0,-1 0 0,0 0 0,0 1 0,0-1 0,-1 1 0,1 1 0,-1-1 0,0 1 0,-1 0 0,-10-4 0,16 7 0,0 1 0,1-1 0,-1 1 0,0-1 0,1 1 0,-1-1 0,0 1 0,0 0 0,0 0 0,1 0 0,-1 0 0,0 0 0,0 1 0,0-1 0,1 0 0,-1 1 0,0-1 0,0 1 0,1 0 0,-1-1 0,0 1 0,-2 2 0,2-1 0,0 0 0,0 1 0,0-1 0,1 1 0,-1-1 0,0 1 0,1-1 0,0 1 0,0 0 0,0 0 0,0 0 0,-1 4 0,-1 10 0,2-1 0,0 1 0,1 32 0,1-44 0,-1 10 69,2 1-1,0-1 0,1 1 0,9 27 1,-9-34-240,1-1 0,0 1 1,0-1-1,1 0 0,0-1 1,0 1-1,0-1 0,1 0 1,11 10-1,10 4-6655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6.651"/>
    </inkml:context>
    <inkml:brush xml:id="br0">
      <inkml:brushProperty name="width" value="0.05" units="cm"/>
      <inkml:brushProperty name="height" value="0.05" units="cm"/>
      <inkml:brushProperty name="color" value="#FFFFFF"/>
    </inkml:brush>
  </inkml:definitions>
  <inkml:trace contextRef="#ctx0" brushRef="#br0">330 47 24575,'0'-3'0,"0"-4"0,0-4 0,0-4 0,-3 5 0,-4 10 0,-4 11 0,-7 12 0,-5 19 0,-7 15 0,-3 15 0,-2 12 0,-3 10 0,4 4 0,3 2 0,5-5 0,3-8 0,5-20-8191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7.060"/>
    </inkml:context>
    <inkml:brush xml:id="br0">
      <inkml:brushProperty name="width" value="0.05" units="cm"/>
      <inkml:brushProperty name="height" value="0.05" units="cm"/>
      <inkml:brushProperty name="color" value="#FFFFFF"/>
    </inkml:brush>
  </inkml:definitions>
  <inkml:trace contextRef="#ctx0" brushRef="#br0">57 16 24575,'-3'-3'0,"-1"-4"0,0 2 0,0 5 0,2 9 0,1 6 0,0 9 0,-3 8 0,0 4 0,-3 5 0,0 2 0,1 3 0,2-3 0,1-3 0,2-5 0,0-8-8191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7.275"/>
    </inkml:context>
    <inkml:brush xml:id="br0">
      <inkml:brushProperty name="width" value="0.05" units="cm"/>
      <inkml:brushProperty name="height" value="0.05" units="cm"/>
      <inkml:brushProperty name="color" value="#FFFFFF"/>
    </inkml:brush>
  </inkml:definitions>
  <inkml:trace contextRef="#ctx0" brushRef="#br0">0 372 24575,'1'-37'0,"2"1"0,1 0 0,2 1 0,1-1 0,2 1 0,15-40 0,-21 69 0,-1-1 0,2 1 0,-1 0 0,1 0 0,0 0 0,0 1 0,1-1 0,-1 1 0,1 0 0,8-6 0,-11 9 0,0 1 0,0 0 0,0-1 0,0 1 0,0 0 0,0 0 0,0 0 0,1 1 0,-1-1 0,0 0 0,1 1 0,-1 0 0,0-1 0,1 1 0,-1 0 0,1 0 0,-1 0 0,0 1 0,1-1 0,-1 1 0,0-1 0,1 1 0,-1 0 0,0 0 0,0 0 0,1 0 0,-1 0 0,0 0 0,0 0 0,0 1 0,-1-1 0,1 1 0,2 2 0,3 3 0,-1 1 0,0-1 0,-1 1 0,1 0 0,-1 1 0,-1-1 0,0 1 0,0 0 0,-1 0 0,0 0 0,0 0 0,-1 1 0,1 9 0,-1-5 0,-1-1 0,-1 0 0,0 0 0,-1 0 0,0 0 0,-1 0 0,0 0 0,-1 0 0,-5 13 0,1-10-124,-1 0 0,-1 0 0,0-1 0,-1 0 0,0-1 0,-2 0-1,1 0 1,-2-2 0,0 1 0,-20 14 0,7-7-6702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7.910"/>
    </inkml:context>
    <inkml:brush xml:id="br0">
      <inkml:brushProperty name="width" value="0.05" units="cm"/>
      <inkml:brushProperty name="height" value="0.05" units="cm"/>
      <inkml:brushProperty name="color" value="#FFFFFF"/>
    </inkml:brush>
  </inkml:definitions>
  <inkml:trace contextRef="#ctx0" brushRef="#br0">22 90 24575,'7'-3'0,"-13"15"0,0 4 0,2 0 0,0 0 0,1 0 0,-2 30 0,5-36 0,0 1 0,0 0 0,1-1 0,0 1 0,1 0 0,0-1 0,0 0 0,7 16 0,-8-24 0,0 1 0,0-1 0,0 0 0,0 1 0,1-1 0,-1 0 0,1 0 0,0 1 0,-1-1 0,1-1 0,0 1 0,0 0 0,0 0 0,1-1 0,-1 1 0,0-1 0,0 0 0,1 0 0,-1 1 0,1-2 0,-1 1 0,1 0 0,0 0 0,-1-1 0,1 1 0,0-1 0,-1 0 0,1 0 0,0 0 0,-1 0 0,1-1 0,0 1 0,-1-1 0,5-1 0,0 0 0,-1-1 0,1 0 0,-1 0 0,0-1 0,0 0 0,0 0 0,-1 0 0,1-1 0,-1 0 0,0 0 0,0 0 0,5-8 0,-5 5 0,0-1 0,0 0 0,0 0 0,-1 0 0,-1 0 0,1-1 0,-2 0 0,1 0 0,-1 1 0,-1-1 0,0 0 0,0-16 0,-1 19 0,-1 0 0,1 0 0,-1 1 0,-1-1 0,1 0 0,-1 1 0,0-1 0,-1 1 0,0-1 0,0 1 0,0 0 0,0 0 0,-1 1 0,0-1 0,0 1 0,-1 0 0,0 0 0,0 0 0,-7-6 0,9 10 0,0-1 0,0 1 0,-1-1 0,1 1 0,0 0 0,0 0 0,0 1 0,-1-1 0,1 0 0,0 1 0,-1 0 0,1 0 0,-1 0 0,1 0 0,0 1 0,-1-1 0,1 1 0,0 0 0,0 0 0,-1 0 0,1 0 0,0 1 0,-3 1 0,4-2 0,0 0 0,0 0 0,0 1 0,0-1 0,0 0 0,1 1 0,-1-1 0,0 1 0,1 0 0,0-1 0,-1 1 0,1 0 0,0 0 0,0 0 0,0 0 0,0 0 0,0 0 0,0 0 0,1 0 0,-1 1 0,1-1 0,-1 0 0,1 0 0,0 1 0,0-1 0,0 0 0,0 0 0,0 0 0,1 1 0,-1-1 0,1 0 0,-1 0 0,1 0 0,0 0 0,1 3 0,0-2 0,0 0 0,1 1 0,-1-1 0,1 0 0,0 0 0,0-1 0,0 1 0,0-1 0,1 1 0,-1-1 0,0 0 0,1 0 0,0-1 0,0 1 0,-1-1 0,1 0 0,0 0 0,0 0 0,0 0 0,0 0 0,0-1 0,0 0 0,6 0 0,5 0 0,1-1 0,0-1 0,0 0 0,24-7 0,-25 5 0,0 0 0,-1-1 0,1-1 0,-1 0 0,-1-1 0,1 0 0,-1-1 0,22-18 0,-34 25 0,1-1 0,-1 0 0,1 0 0,-1 0 0,0 0 0,0 0 0,1 0 0,-2 0 0,1 0 0,0 0 0,0 0 0,-1-1 0,1 1 0,-1 0 0,0 0 0,1-5 0,-1 6 0,-1 0 0,1 0 0,0 0 0,0 0 0,-1 0 0,1 1 0,0-1 0,-1 0 0,1 0 0,-1 0 0,1 0 0,-1 1 0,1-1 0,-1 0 0,0 0 0,1 1 0,-1-1 0,0 0 0,1 1 0,-1-1 0,0 1 0,0-1 0,0 1 0,0-1 0,0 1 0,1 0 0,-1-1 0,0 1 0,0 0 0,0 0 0,0 0 0,0 0 0,0 0 0,0 0 0,0 0 0,0 0 0,0 0 0,0 0 0,0 0 0,0 1 0,-1-1 0,0 1 0,1-1 0,-1 1 0,0 0 0,0-1 0,0 1 0,0 0 0,1 0 0,-1 0 0,0 0 0,1 1 0,-1-1 0,1 0 0,0 1 0,-1-1 0,1 1 0,0-1 0,0 1 0,0 0 0,0 0 0,0-1 0,0 1 0,0 0 0,1 0 0,-1 0 0,1 0 0,-1 0 0,1 0 0,0 0 0,0 0 0,0 0 0,0-1 0,0 1 0,0 3 0,1 5 0,0 0 0,0 0 0,1-1 0,0 1 0,5 12 0,7 10 0,17 32 0,-20-44 0,-1 1 0,0 0 0,-2 0 0,0 1 0,4 24 0,-11-43 14,-1 0 0,1 0-1,-1 0 1,0 1 0,0-1-1,0 0 1,-1 0-1,1 0 1,-1 0 0,0 0-1,0 0 1,0 0 0,0 0-1,0-1 1,0 1 0,-1 0-1,0-1 1,1 1 0,-1-1-1,0 1 1,0-1 0,0 0-1,-1 0 1,-2 3 0,-1-1-185,0 0 0,0-1 1,-1 0-1,1 0 0,-1 0 1,0-1-1,0 0 0,1 0 1,-11 1-1,-12 0-6655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8.155"/>
    </inkml:context>
    <inkml:brush xml:id="br0">
      <inkml:brushProperty name="width" value="0.05" units="cm"/>
      <inkml:brushProperty name="height" value="0.05" units="cm"/>
      <inkml:brushProperty name="color" value="#FFFFFF"/>
    </inkml:brush>
  </inkml:definitions>
  <inkml:trace contextRef="#ctx0" brushRef="#br0">57 5 24575,'6'-3'0,"2"2"0,0 7 0,-1 10 0,-6 7 0,-5 10 0,-6 11 0,-1 8 0,-1 7 0,1 6 0,-1 5 0,2-1 0,2-2 0,3-7 0,2-7 0,2-13-8191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8.314"/>
    </inkml:context>
    <inkml:brush xml:id="br0">
      <inkml:brushProperty name="width" value="0.05" units="cm"/>
      <inkml:brushProperty name="height" value="0.05" units="cm"/>
      <inkml:brushProperty name="color" value="#FFFFFF"/>
    </inkml:brush>
  </inkml:definitions>
  <inkml:trace contextRef="#ctx0" brushRef="#br0">1 58 24575,'15'-13'0,"15"-3"0,9 0 0,-3 4-8191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9.083"/>
    </inkml:context>
    <inkml:brush xml:id="br0">
      <inkml:brushProperty name="width" value="0.05" units="cm"/>
      <inkml:brushProperty name="height" value="0.05" units="cm"/>
      <inkml:brushProperty name="color" value="#FFFFFF"/>
    </inkml:brush>
  </inkml:definitions>
  <inkml:trace contextRef="#ctx0" brushRef="#br0">174 38 24575,'0'-6'0,"0"-5"0,-4-1 0,0 4 0,0 8 0,1 9 0,-2 13 0,-4 12 0,-3 12 0,-3 11 0,-4 12 0,-3 9 0,-1 4 0,1 3 0,4-3 0,5-15-8191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9.508"/>
    </inkml:context>
    <inkml:brush xml:id="br0">
      <inkml:brushProperty name="width" value="0.05" units="cm"/>
      <inkml:brushProperty name="height" value="0.05" units="cm"/>
      <inkml:brushProperty name="color" value="#FFFFFF"/>
    </inkml:brush>
  </inkml:definitions>
  <inkml:trace contextRef="#ctx0" brushRef="#br0">212 1 24575,'3'0'0,"-2"3"0,-5 1 0,-7 3 0,-5 3 0,-3 4 0,-5 1 0,-4 3 0,0 0 0,1 1 0,2 0 0,5-1 0,7-2-8191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09.672"/>
    </inkml:context>
    <inkml:brush xml:id="br0">
      <inkml:brushProperty name="width" value="0.05" units="cm"/>
      <inkml:brushProperty name="height" value="0.05" units="cm"/>
      <inkml:brushProperty name="color" value="#FFFFFF"/>
    </inkml:brush>
  </inkml:definitions>
  <inkml:trace contextRef="#ctx0" brushRef="#br0">1 15 24575,'6'-3'0,"5"-1"0,5 0 0,1 0 0,2 5 0,-3 5 0,0 8 0,-4 7 0,0 7 0,-3 7 0,-2-1-8191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0.653"/>
    </inkml:context>
    <inkml:brush xml:id="br0">
      <inkml:brushProperty name="width" value="0.05" units="cm"/>
      <inkml:brushProperty name="height" value="0.05" units="cm"/>
      <inkml:brushProperty name="color" value="#FFFFFF"/>
    </inkml:brush>
  </inkml:definitions>
  <inkml:trace contextRef="#ctx0" brushRef="#br0">186 65 24575,'0'-2'0,"0"-6"0,0 0 0,-1 0 0,-2-13 0,3 20 0,0 0 0,0 1 0,0-1 0,0 0 0,-1 1 0,1-1 0,0 0 0,0 1 0,0-1 0,-1 0 0,1 1 0,0-1 0,-1 0 0,1 1 0,0-1 0,-1 1 0,1-1 0,-1 1 0,1-1 0,-1 1 0,1-1 0,-1 1 0,1-1 0,-1 1 0,0-1 0,1 1 0,-1 0 0,0 0 0,1-1 0,-1 1 0,0 0 0,1 0 0,-1 0 0,0 0 0,1-1 0,-1 1 0,0 0 0,0 0 0,1 0 0,-1 1 0,0-1 0,1 0 0,-1 0 0,0 0 0,1 0 0,-1 1 0,0-1 0,1 0 0,-1 1 0,0-1 0,1 0 0,-1 1 0,1-1 0,-1 1 0,1-1 0,-1 2 0,-6 4 0,0 0 0,0 1 0,1 0 0,0 0 0,1 1 0,-6 9 0,-25 53 0,30-58 0,-5 9 0,2 1 0,0 0 0,2 0 0,0 1 0,1-1 0,2 2 0,0-1 0,-1 36 0,5-55 11,0-1 0,1 0-1,-1 0 1,0 1 0,1-1-1,0 0 1,0 0 0,0 0-1,0 1 1,0-1 0,1-1-1,0 1 1,-1 0 0,1 0-1,0 0 1,0-1 0,0 1-1,1-1 1,-1 0 0,1 0-1,-1 0 1,1 0 0,0 0-1,-1 0 1,1-1 0,0 1-1,0-1 1,0 0 0,1 0-1,-1 0 1,6 1 0,4 0-255,-1-1 0,1 0 0,-1-1 0,1 0 1,0-1-1,24-5 0,1-2-6582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1.961"/>
    </inkml:context>
    <inkml:brush xml:id="br0">
      <inkml:brushProperty name="width" value="0.05" units="cm"/>
      <inkml:brushProperty name="height" value="0.05" units="cm"/>
      <inkml:brushProperty name="color" value="#FFFFFF"/>
    </inkml:brush>
  </inkml:definitions>
  <inkml:trace contextRef="#ctx0" brushRef="#br0">204 277 24575,'-12'-4'0,"1"0"0,-1 1 0,0 1 0,0 0 0,0 0 0,-18 1 0,26 1 0,1 0 0,-1 0 0,1 1 0,-1-1 0,1 1 0,-1 0 0,1 0 0,0 0 0,0 1 0,-1-1 0,1 1 0,0 0 0,0 0 0,0 0 0,1 0 0,-1 0 0,1 0 0,-1 1 0,1 0 0,-1-1 0,1 1 0,0 0 0,1 0 0,-1 0 0,0 0 0,-1 6 0,-4 10 0,-7 34 0,13-45 0,-1-1 0,2 0 0,-1 0 0,1 1 0,0-1 0,0 0 0,1 1 0,2 8 0,-2-14 0,-1 0 0,0 0 0,1 0 0,0-1 0,-1 1 0,1 0 0,0-1 0,0 1 0,0 0 0,0-1 0,0 1 0,0-1 0,1 0 0,-1 1 0,0-1 0,1 0 0,-1 0 0,1 0 0,-1 0 0,1 0 0,0 0 0,3 1 0,-3-1 0,1-1 0,0 0 0,0 0 0,-1 0 0,1 0 0,0-1 0,-1 1 0,1-1 0,-1 1 0,1-1 0,0 0 0,-1 0 0,0 0 0,3-2 0,6-3 0,0-1 0,-1 0 0,0-1 0,-1 0 0,13-15 0,-16 17 0,0-1 0,-1 0 0,0 0 0,0 0 0,-1-1 0,0 0 0,0 1 0,-1-1 0,3-11 0,-5 15 0,0 0 0,-1-1 0,1 1 0,-1-1 0,0 1 0,0 0 0,0-1 0,-1 1 0,1 0 0,-1-1 0,0 1 0,-1 0 0,1 0 0,-1 0 0,1 0 0,-1 0 0,-1 0 0,1 0 0,-5-6 0,7 10 0,-1 0 0,1 0 0,0-1 0,-1 1 0,1 0 0,0 0 0,0-1 0,0 1 0,-1 0 0,1-1 0,0 1 0,0 0 0,0-1 0,0 1 0,0 0 0,-1-1 0,1 1 0,0 0 0,0-1 0,0 1 0,0-1 0,0 1 0,0 0 0,0-1 0,0 1 0,1 0 0,-1-1 0,0 1 0,0 0 0,0-1 0,0 1 0,0 0 0,1-1 0,12-4 0,30 5 0,-33 1 0,40 1 0,98-2 0,-144 0 0,-1 0 0,1 0 0,0-1 0,0 1 0,0-1 0,-1 0 0,1 0 0,0-1 0,-1 1 0,1-1 0,-1 0 0,0 0 0,5-3 0,-8 5 0,1 0 0,-1-1 0,0 1 0,1 0 0,-1 0 0,0-1 0,0 1 0,0 0 0,1 0 0,-1-1 0,0 1 0,0 0 0,0-1 0,0 1 0,0 0 0,1-1 0,-1 1 0,0 0 0,0-1 0,0 1 0,0 0 0,0-1 0,0 1 0,0 0 0,0-1 0,0 1 0,0 0 0,-1-1 0,1 1 0,0 0 0,0-1 0,0 1 0,0 0 0,0-1 0,-1 1 0,1 0 0,0 0 0,0-1 0,0 1 0,-1 0 0,1 0 0,0-1 0,0 1 0,-1 0 0,1 0 0,0 0 0,-1-1 0,1 1 0,0 0 0,-1 0 0,1 0 0,0 0 0,-1 0 0,1 0 0,0 0 0,-1 0 0,1 0 0,-1 0 0,-21-5 0,16 5 0,0 0 0,0 1 0,-1-1 0,1 1 0,0 0 0,0 1 0,0-1 0,0 1 0,1 1 0,-1-1 0,0 1 0,1 0 0,0 0 0,0 0 0,0 1 0,0 0 0,0 0 0,1 0 0,-1 0 0,-6 10 0,7-9 0,1 0 0,0 0 0,-1 0 0,2 0 0,-1 0 0,1 1 0,0-1 0,0 1 0,0-1 0,1 1 0,0 0 0,0 0 0,0 0 0,1 0 0,0-1 0,0 1 0,0 0 0,1 0 0,0 0 0,0 0 0,0-1 0,3 7 0,-1-7 0,0 0 0,0 0 0,1 0 0,0 0 0,-1-1 0,2 0 0,-1 1 0,0-2 0,1 1 0,0 0 0,0-1 0,0 0 0,0 0 0,0-1 0,1 1 0,-1-1 0,1 0 0,10 2 0,0-1 0,-1 0 0,1 0 0,0-2 0,0 0 0,29-2 0,-31-1 0,1 0 0,-1-1 0,0 0 0,0-1 0,-1-1 0,1 0 0,-1-1 0,0 0 0,0-1 0,17-13 0,-24 16 0,0-1 0,-1 1 0,0-1 0,0 0 0,-1-1 0,1 1 0,-1-1 0,0 0 0,0 0 0,-1 0 0,0 0 0,0-1 0,0 1 0,-1-1 0,0 0 0,0 0 0,-1 0 0,0 0 0,0 0 0,-1 0 0,0 0 0,0 0 0,-1-8 0,1 13 0,0 1 0,0-1 0,-1 0 0,1 0 0,-1 1 0,1-1 0,-1 0 0,1 1 0,-1-1 0,0 1 0,0-1 0,0 1 0,0-1 0,0 1 0,0-1 0,0 1 0,0 0 0,0 0 0,-1 0 0,-1-2 0,2 3 0,-1-1 0,1 1 0,-1-1 0,0 1 0,1 0 0,-1 0 0,0-1 0,1 1 0,-1 0 0,0 0 0,1 1 0,-1-1 0,0 0 0,1 1 0,-1-1 0,1 0 0,-3 2 0,-1 0 0,-1 1 0,1 0 0,0 0 0,0 1 0,0-1 0,0 1 0,1 0 0,-1 0 0,1 1 0,-5 6 0,3-3 0,1 1 0,0-1 0,1 2 0,-1-1 0,1 0 0,1 1 0,-2 9 0,4-16 0,0 0 0,1-1 0,-1 1 0,1-1 0,0 1 0,0 0 0,0-1 0,0 1 0,1 0 0,-1-1 0,1 1 0,-1-1 0,1 1 0,0-1 0,0 1 0,0-1 0,0 1 0,1-1 0,-1 0 0,1 0 0,-1 0 0,1 1 0,0-2 0,0 1 0,0 0 0,0 0 0,0 0 0,0-1 0,0 0 0,0 1 0,4 0 0,3 2 0,0-1 0,0-1 0,1 0 0,-1 0 0,1-1 0,0 0 0,-1 0 0,1-1 0,0-1 0,-1 0 0,19-4 0,-12 2 0,-1-1 0,0 0 0,0-2 0,-1 0 0,0 0 0,23-14 0,-29 14 0,-1 1 0,0-1 0,0 0 0,-1 0 0,1-1 0,-1 0 0,-1 0 0,1 0 0,5-11 0,-10 15 0,1 1 0,-1-1 0,0 0 0,0 1 0,0-1 0,0 0 0,-1 0 0,1 0 0,-1 0 0,0 0 0,0 0 0,0 0 0,0 0 0,0 0 0,0 1 0,-1-1 0,0 0 0,1 0 0,-1 0 0,0 0 0,0 1 0,-1-1 0,1 0 0,-1 1 0,1-1 0,-1 1 0,0 0 0,0-1 0,0 1 0,0 0 0,-4-3 0,0 1 0,1 1 0,-1 0 0,0 0 0,0 0 0,-1 1 0,1 0 0,-1 0 0,1 1 0,-1 0 0,1 0 0,-1 0 0,0 1 0,1 0 0,-1 0 0,1 1 0,-1 0 0,-12 3 0,17-3 0,0-1 0,1 1 0,-1 0 0,1 0 0,-1 0 0,0 1 0,1-1 0,0 0 0,-1 1 0,1-1 0,0 0 0,0 1 0,0-1 0,0 1 0,0 0 0,0-1 0,-1 4 0,1-1 0,-1 0 0,1 1 0,1-1 0,-1 0 0,1 0 0,-1 1 0,2 7 0,-1-7 0,1 1 0,0-1 0,0 1 0,0 0 0,1-1 0,-1 0 0,1 1 0,1-1 0,-1 0 0,1 0 0,0 0 0,4 5 0,-6-8 0,1-1 0,-1 1 0,1-1 0,-1 1 0,1-1 0,0 0 0,-1 0 0,1 1 0,0-1 0,0-1 0,0 1 0,0 0 0,0 0 0,0-1 0,0 1 0,0-1 0,0 1 0,0-1 0,0 0 0,0 0 0,0 0 0,0 0 0,0-1 0,1 1 0,1-1 0,2-1 0,0-1 0,-1 0 0,0 0 0,0-1 0,0 0 0,9-7 0,8-8 0,-20 19 0,0-1 0,1 1 0,-1 0 0,0 0 0,0 0 0,0 0 0,0 0 0,0 0 0,0 1 0,0-1 0,0 0 0,0 1 0,0 0 0,0 0 0,0-1 0,0 1 0,2 1 0,19 6 0,-18-8 0,-1-1 0,1 1 0,0-1 0,0 0 0,-1 0 0,1-1 0,0 1 0,-1-1 0,1 0 0,-1-1 0,0 1 0,0 0 0,0-1 0,0 0 0,0 0 0,-1 0 0,6-7 0,1-1 0,-1 0 0,0 0 0,-1-1 0,12-22 0,-7 8 0,14-44 0,-23 58 0,-1 0 0,0 0 0,0 0 0,-2-1 0,1 1 0,-1-15 0,-4 15 0,0 14 0,-2 22 0,4-7-59,1 1 0,1-1-1,1 0 1,0 1-1,1-1 1,1 0 0,0 0-1,1-1 1,1 1 0,1-1-1,0 0 1,1-1 0,1 0-1,1 0 1,0-1-1,0 0 1,1-1 0,1 0-1,0-1 1,1 0 0,1-1-1,26 18 1,-1-8-6767</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2.991"/>
    </inkml:context>
    <inkml:brush xml:id="br0">
      <inkml:brushProperty name="width" value="0.05" units="cm"/>
      <inkml:brushProperty name="height" value="0.05" units="cm"/>
      <inkml:brushProperty name="color" value="#FFFFFF"/>
    </inkml:brush>
  </inkml:definitions>
  <inkml:trace contextRef="#ctx0" brushRef="#br0">1 53 24575,'1'-3'0,"1"0"0,0 1 0,-1-1 0,1 0 0,-1 0 0,2-5 0,-2 5 0,-1 1 0,1 0 0,0 0 0,0 0 0,0 0 0,0 0 0,0 0 0,0 0 0,1 1 0,-1-1 0,1 0 0,1-1 0,-2 3 0,-1 0 0,1 1 0,-1-1 0,0 1 0,1-1 0,-1 1 0,1-1 0,-1 1 0,0-1 0,1 1 0,-1-1 0,0 1 0,1-1 0,-1 1 0,0 0 0,0-1 0,0 1 0,0-1 0,0 1 0,1 0 0,-1-1 0,0 1 0,0-1 0,-1 1 0,1 1 0,2 20 0,56 637 0,-44-489-1365,-12-134-5461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3.356"/>
    </inkml:context>
    <inkml:brush xml:id="br0">
      <inkml:brushProperty name="width" value="0.05" units="cm"/>
      <inkml:brushProperty name="height" value="0.05" units="cm"/>
      <inkml:brushProperty name="color" value="#FFFFFF"/>
    </inkml:brush>
  </inkml:definitions>
  <inkml:trace contextRef="#ctx0" brushRef="#br0">363 10 24575,'-8'-2'0,"0"0"0,-1 0 0,1 0 0,0 1 0,0 1 0,-1-1 0,1 1 0,0 1 0,-1-1 0,1 2 0,-12 2 0,9-1 0,0 1 0,1 1 0,0 0 0,0 0 0,0 0 0,1 2 0,-14 10 0,-3 8 0,1 0 0,1 2 0,2 0 0,-24 39 0,32-48 0,19-30 0,19-32 0,-10 19 0,-3 6 0,1 0 0,0 0 0,1 2 0,18-19 0,-28 32 0,1 1 0,0-1 0,0 1 0,0 0 0,0 0 0,1 0 0,-1 0 0,1 1 0,0 0 0,0 0 0,0 0 0,0 1 0,0-1 0,0 1 0,0 0 0,0 1 0,1-1 0,-1 1 0,0 0 0,0 1 0,0-1 0,10 3 0,-4 0 43,-1 1-1,1 1 0,-1-1 0,0 2 1,0-1-1,-1 1 0,13 11 0,56 55-1323,-70-64 859,36 36-6404</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4.216"/>
    </inkml:context>
    <inkml:brush xml:id="br0">
      <inkml:brushProperty name="width" value="0.05" units="cm"/>
      <inkml:brushProperty name="height" value="0.05" units="cm"/>
      <inkml:brushProperty name="color" value="#FFFFFF"/>
    </inkml:brush>
  </inkml:definitions>
  <inkml:trace contextRef="#ctx0" brushRef="#br0">22 0 24575,'10'86'0,"-2"166"0,-8-164 0,-24 795-1387,21-816 1370,0-13 113,-6 324-276,11-300 659,4-1-1,28 140 1,-32-208-473,1 1 1,-1-1-1,2 0 1,-1 1-1,1-2 1,1 1 0,0 0-1,0-1 1,8 11-1,-8-14-7,0-1 1,0 1-1,1-1 0,0 0 0,-1 0 0,1 0 0,1-1 0,-1 0 0,0 0 0,1-1 0,-1 1 0,1-1 0,13 2 0,51 3 1,0-2 0,121-7 0,-164 1 0,673-27-1969,736-20-4885,821 36 952,1130 129 4413,-2952-90 1577,-57-1 263,-60-2-26,-62-6 1634,-61-4 3341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5.029"/>
    </inkml:context>
    <inkml:brush xml:id="br0">
      <inkml:brushProperty name="width" value="0.05" units="cm"/>
      <inkml:brushProperty name="height" value="0.05" units="cm"/>
      <inkml:brushProperty name="color" value="#FFFFFF"/>
    </inkml:brush>
  </inkml:definitions>
  <inkml:trace contextRef="#ctx0" brushRef="#br0">48 161 24575,'-9'1'0,"6"-1"0,-1 0 0,1 0 0,-1 0 0,1-1 0,-1 1 0,1-1 0,-7-1 0,10 2 0,-1 0 0,1 0 0,0 0 0,0-1 0,0 1 0,0 0 0,-1 0 0,1 0 0,0 0 0,0 0 0,0 0 0,0 0 0,-1 0 0,1 0 0,0 0 0,0-1 0,0 1 0,0 0 0,0 0 0,0 0 0,-1 0 0,1 0 0,0-1 0,0 1 0,0 0 0,0 0 0,0 0 0,0 0 0,0-1 0,0 1 0,0 0 0,0 0 0,0 0 0,0-1 0,0 1 0,0 0 0,0 0 0,0 0 0,0-1 0,0 1 0,0 0 0,0 0 0,0 0 0,0 0 0,0-1 0,0 1 0,0 0 0,1 0 0,-1 0 0,0 0 0,0-1 0,14-6 0,21-4 0,80-7-26,184-8-1,-190 20-355,142-9-1359,56-2 649,59 1-1534,59 1 1250,58 4-1501,53 4 2158,2514 41-2040,-3 84 1,-2617-98 2758,-61-3 150,-61-4 453,-55-2-511,233 11 2829,-453-18-523,-32-4-2318,-1 0 0,0-1 1,1 1-1,-1 0 0,0 0 1,0 0-1,1 0 0,-1 0 1,0 0-1,1 0 0,-1 0 1,0 0-1,1 1 0,-1-1 1,0 0-1,1 0 0,-1 0 1,0 0-1,1 0 0,-1 0 1,0 1-1,0-1 0,1 0 1,-1 0-1,0 0 0,0 1 1,0-1-1,1 0 0,-1 0 0,0 1 1,0-1-1,0 0 0,1 1 1,-1-1-1,0 0 0,0 0 1,0 1-1,0-1 0,0 0 1,0 1-1,0-1 0,0 0 1,0 1-1,0-1 0,0 0 1,0 1-1,0-1 0,0 0 1,0 1-1,0-1 0,0 0 1,0 1-1,0-1 0,-1 0 1,1 0-1,0 1 0,0-1 1,0 0-1,-1 0 0,1 1 1,-20 15 2916,12-9-1871,-5 6-1021,0 0 1,1 2-1,1-1 1,0 1-1,2 1 1,-1 0-1,2 0 1,0 1-1,-8 27 1,-1 12-36,-16 98 1,7 26-188,9 1 0,6 250 0,58 365-298,-39-691 407,11 402-33,-19-505 41,0 9 83,-1 0 0,0 0 0,-1-1 0,-3 13 0,5-20-63,-2 0 0,1 0 0,0-1 0,0 1 0,-1 0 0,1-1 0,-1 1 0,0-1 0,0 1 0,0-1 0,0 0 0,-1 0 0,1 0 0,0 0 0,-1 0 0,1 0 0,-1-1 0,0 1 0,-3 1 0,-8 1-112,0-1 0,0 0-1,-1 0 1,1-2 0,-27 1 0,26-2-720,-39 2-6014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6.413"/>
    </inkml:context>
    <inkml:brush xml:id="br0">
      <inkml:brushProperty name="width" value="0.05" units="cm"/>
      <inkml:brushProperty name="height" value="0.05" units="cm"/>
      <inkml:brushProperty name="color" value="#FFFFFF"/>
    </inkml:brush>
  </inkml:definitions>
  <inkml:trace contextRef="#ctx0" brushRef="#br0">675 335 24575,'-6'-2'0,"1"1"0,0-1 0,0-1 0,0 1 0,1-1 0,-1 0 0,1 0 0,-1 0 0,1-1 0,0 1 0,0-1 0,0 0 0,1-1 0,-1 1 0,1 0 0,0-1 0,-4-8 0,4 3 0,-1-1 0,2 1 0,-1-1 0,1 0 0,1 0 0,0 0 0,1-21 0,0 18 0,1 3 0,-1 1 0,0-1 0,-1 1 0,-3-17 0,3 24 0,0 0 0,0 0 0,0 0 0,-1 0 0,1 0 0,-1 0 0,0 0 0,0 1 0,0-1 0,0 0 0,0 1 0,0 0 0,-1-1 0,1 1 0,-1 0 0,0 0 0,1 0 0,-1 1 0,-3-2 0,-7-2 0,1 0 0,-1 1 0,0 1 0,0 0 0,-1 1 0,1 0 0,0 1 0,-1 1 0,-13 1 0,9 0 0,0 1 0,1 1 0,0 0 0,-1 2 0,1 0 0,-22 9 0,31-10 0,0 0 0,0 1 0,1-1 0,-1 1 0,1 1 0,1-1 0,-1 1 0,1 1 0,-7 7 0,10-10 0,0 0 0,0 1 0,0-1 0,1 1 0,0 0 0,0 0 0,0 0 0,1 0 0,-1 0 0,1 0 0,0 0 0,1 1 0,-1-1 0,1 0 0,0 1 0,1 8 0,2-2 0,0-1 0,1 0 0,0 0 0,0 0 0,1 0 0,1-1 0,0 1 0,0-1 0,1-1 0,0 1 0,11 10 0,16 14 0,53 42 0,-73-65 0,245 183 0,-32-26 0,-216-160 0,8 7 0,33 34 0,-48-45 0,0 0 0,-1 0 0,0 1 0,0 0 0,0-1 0,0 1 0,0 0 0,-1 0 0,0 0 0,0 1 0,-1-1 0,1 0 0,-1 1 0,0 5 0,-1-8 0,0 0 0,0 0 0,-1-1 0,1 1 0,-1 0 0,0-1 0,0 1 0,0 0 0,0-1 0,0 1 0,0-1 0,-1 1 0,1-1 0,-1 0 0,0 0 0,0 0 0,0 0 0,0 0 0,0 0 0,0 0 0,0-1 0,-1 1 0,1-1 0,0 1 0,-4 0 0,-6 3 0,1 0 0,-1-2 0,0 1 0,-18 2 0,-24 2 0,0-3 0,-98-2 0,-109-29 0,107-6 342,139 28-532,1-1 0,0 0 1,0-1-1,0 0 0,1-1 1,0-1-1,0 0 1,-13-12-1,2-6-6636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6.776"/>
    </inkml:context>
    <inkml:brush xml:id="br0">
      <inkml:brushProperty name="width" value="0.05" units="cm"/>
      <inkml:brushProperty name="height" value="0.05" units="cm"/>
      <inkml:brushProperty name="color" value="#FFFFFF"/>
    </inkml:brush>
  </inkml:definitions>
  <inkml:trace contextRef="#ctx0" brushRef="#br0">27 178 24575,'3'0'0,"-1"1"0,1 0 0,0 0 0,-1 0 0,1 0 0,-1 0 0,4 3 0,8 3 0,-1-3 0,0 0 0,0-1 0,0 0 0,0-1 0,1-1 0,-1 0 0,1 0 0,13-2 0,-19 0 0,-1 0 0,1 0 0,0 0 0,-1-1 0,0 0 0,1 0 0,-1-1 0,0 0 0,0 0 0,0-1 0,0 0 0,-1 0 0,0-1 0,0 1 0,8-9 0,-12 11 0,0-1 0,0 0 0,0 0 0,0 0 0,0 0 0,-1 0 0,0 0 0,1 0 0,-1-1 0,0 1 0,-1 0 0,1-1 0,0 1 0,-1-1 0,0 1 0,0-1 0,0 1 0,0 0 0,-1-1 0,1 1 0,-1-1 0,0 1 0,0 0 0,0-1 0,0 1 0,-1 0 0,1 0 0,-1 0 0,0 0 0,0 0 0,-3-3 0,2 2 0,-1-1 0,0 1 0,0 0 0,-1 0 0,1 0 0,-1 0 0,0 1 0,0 0 0,0 0 0,0 0 0,0 0 0,-1 1 0,0 0 0,1 0 0,-1 1 0,0 0 0,-9-2 0,7 4 0,0-1 0,-1 1 0,1 0 0,0 0 0,0 1 0,0 0 0,1 1 0,-1 0 0,0 0 0,1 0 0,-14 10 0,12-7 0,0 1 0,1 0 0,0 0 0,0 1 0,0 0 0,1 1 0,0 0 0,-9 15 0,11-16 0,1 1 0,0 0 0,0 1 0,1-1 0,0 1 0,0-1 0,1 1 0,1 0 0,-2 16 0,3-19 0,1 0 0,-1 0 0,1 1 0,0-1 0,1 0 0,0 0 0,0 0 0,0 0 0,1-1 0,0 1 0,0-1 0,1 1 0,8 10 0,-5-9-170,0 0-1,1-1 0,0 0 1,0 0-1,1-1 0,0 0 1,16 8-1,21 8-6655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7.059"/>
    </inkml:context>
    <inkml:brush xml:id="br0">
      <inkml:brushProperty name="width" value="0.05" units="cm"/>
      <inkml:brushProperty name="height" value="0.05" units="cm"/>
      <inkml:brushProperty name="color" value="#FFFFFF"/>
    </inkml:brush>
  </inkml:definitions>
  <inkml:trace contextRef="#ctx0" brushRef="#br0">166 195 24575,'-31'-25'0,"2"-2"0,0 0 0,-28-38 0,54 62 0,1-1 0,-1 1 0,1-1 0,0 0 0,0 0 0,1 0 0,-1 0 0,0-4 0,2 8 0,-1-1 0,1 1 0,0-1 0,0 1 0,0 0 0,0-1 0,0 1 0,0-1 0,0 1 0,0-1 0,0 1 0,0 0 0,1-1 0,-1 1 0,0-1 0,0 1 0,0 0 0,0-1 0,1 1 0,-1 0 0,0-1 0,0 1 0,1 0 0,-1-1 0,0 1 0,1 0 0,-1-1 0,0 1 0,1 0 0,0-1 0,1 1 0,-1 0 0,1 0 0,-1 0 0,0 0 0,1 0 0,-1 0 0,1 0 0,-1 1 0,0-1 0,1 0 0,-1 1 0,0-1 0,2 2 0,25 12 0,0 0 0,-1 3 0,45 35 0,-56-40 0,23 18 0,49 47 0,-77-66 0,0 1 0,0 0 0,-2 0 0,0 1 0,0 1 0,-1-1 0,0 1 0,7 21 0,-14-32 0,0 0 0,0 1 0,0-1 0,-1 0 0,1 0 0,-1 1 0,0-1 0,0 0 0,0 0 0,0 1 0,-1-1 0,1 0 0,-1 0 0,0 0 0,-2 5 0,3-6 0,-2-1 0,1 1 0,0-1 0,0 1 0,0-1 0,-1 1 0,1-1 0,-1 0 0,1 0 0,-1 0 0,1 0 0,-1 0 0,0 0 0,1 0 0,-1 0 0,0-1 0,0 1 0,1-1 0,-1 1 0,0-1 0,0 0 0,0 1 0,0-1 0,0 0 0,0-1 0,0 1 0,-3-1 0,0 1 15,-1-1 0,1 0 0,0 0 0,-1-1-1,1 1 1,0-1 0,0 0 0,0-1 0,0 1 0,1-1-1,-1 0 1,1 0 0,-1-1 0,1 1 0,0-1 0,0 0 0,1 0-1,-1 0 1,1-1 0,0 1 0,0-1 0,-4-8 0,4 6-122,1-1 0,-1 1 1,2-1-1,-1 0 0,1 1 1,0-1-1,0 0 0,1 0 1,0 1-1,1-1 0,0 0 1,0 0-1,0 1 0,1-1 1,3-9-1,10-19-6719</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7.434"/>
    </inkml:context>
    <inkml:brush xml:id="br0">
      <inkml:brushProperty name="width" value="0.05" units="cm"/>
      <inkml:brushProperty name="height" value="0.05" units="cm"/>
      <inkml:brushProperty name="color" value="#FFFFFF"/>
    </inkml:brush>
  </inkml:definitions>
  <inkml:trace contextRef="#ctx0" brushRef="#br0">1 0 24575,'1'1'0,"-1"-1"0,1 0 0,0 1 0,0-1 0,0 0 0,-1 1 0,1-1 0,0 1 0,-1 0 0,1-1 0,0 1 0,-1-1 0,1 1 0,-1 0 0,1-1 0,-1 1 0,1 0 0,-1 0 0,1 0 0,-1-1 0,0 1 0,1 0 0,-1 0 0,0 0 0,0 0 0,0-1 0,0 3 0,4 28 0,-4-28 0,2 15 0,0 0 0,1 0 0,1-1 0,1 1 0,0-1 0,1 0 0,1 0 0,13 22 0,-12-26 0,0 0 0,0-1 0,2 0 0,-1 0 0,1-1 0,1-1 0,0 0 0,1 0 0,0-1 0,20 12 0,-29-19 0,0 0 0,0 0 0,0-1 0,0 0 0,0 1 0,1-1 0,-1-1 0,0 1 0,0 0 0,1-1 0,-1 1 0,1-1 0,-1 0 0,0 0 0,1 0 0,-1-1 0,0 1 0,1-1 0,-1 0 0,0 0 0,0 0 0,1 0 0,-1-1 0,0 1 0,0-1 0,-1 0 0,1 1 0,0-2 0,0 1 0,-1 0 0,0 0 0,1-1 0,-1 1 0,0-1 0,0 0 0,0 0 0,0 1 0,-1-1 0,1 0 0,-1-1 0,0 1 0,0 0 0,0 0 0,1-7 0,2-7 0,-2-1 0,0 1 0,-1-1 0,-1-31 0,-1 37 0,0 1 0,-1 0 0,0-1 0,-1 1 0,0 0 0,-1 0 0,0 1 0,-8-16 0,8 23 0,4 12 0,5 14 0,1-7-136,2 0-1,0-1 1,1 1-1,0-2 1,1 1-1,1-2 1,0 1-1,1-1 0,24 20 1,-15-20-6690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7.686"/>
    </inkml:context>
    <inkml:brush xml:id="br0">
      <inkml:brushProperty name="width" value="0.05" units="cm"/>
      <inkml:brushProperty name="height" value="0.05" units="cm"/>
      <inkml:brushProperty name="color" value="#FFFFFF"/>
    </inkml:brush>
  </inkml:definitions>
  <inkml:trace contextRef="#ctx0" brushRef="#br0">1 1 24575,'0'6'0,"0"5"0,0 4 0,0 6 0,3 2 0,1 0 0,3 3 0,0 0 0,-1-2 0,2-1 0,-1-2 0,2-1 0,-1-1 0,2-1 0,-2-3-8191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7.880"/>
    </inkml:context>
    <inkml:brush xml:id="br0">
      <inkml:brushProperty name="width" value="0.05" units="cm"/>
      <inkml:brushProperty name="height" value="0.05" units="cm"/>
      <inkml:brushProperty name="color" value="#FFFFFF"/>
    </inkml:brush>
  </inkml:definitions>
  <inkml:trace contextRef="#ctx0" brushRef="#br0">85 9 24575,'-9'-3'0,"-6"-1"0,-4 3 0,1 5 0,4 8 0,4 2-8191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8.090"/>
    </inkml:context>
    <inkml:brush xml:id="br0">
      <inkml:brushProperty name="width" value="0.05" units="cm"/>
      <inkml:brushProperty name="height" value="0.05" units="cm"/>
      <inkml:brushProperty name="color" value="#FFFFFF"/>
    </inkml:brush>
  </inkml:definitions>
  <inkml:trace contextRef="#ctx0" brushRef="#br0">54 18 24575,'11'0'0,"-1"0"0,1-1 0,-1-1 0,0 0 0,0 0 0,1-1 0,10-4 0,-40 22 0,1 0 0,-22 25 0,31-30 0,0 0 0,1 0 0,0 0 0,1 1 0,0 0 0,-6 16 0,11-24 0,1 0 0,-1 0 0,1 0 0,0 1 0,0-1 0,1 0 0,-1 1 0,1-1 0,-1 0 0,1 1 0,0-1 0,1 1 0,-1-1 0,0 0 0,1 1 0,0-1 0,0 0 0,0 1 0,0-1 0,0 0 0,1 0 0,-1 0 0,1 0 0,0 0 0,0-1 0,0 1 0,0 0 0,5 4 0,0-2-227,1 0-1,-1-1 1,1 1-1,0-2 1,14 6-1,12 3-6598</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8.448"/>
    </inkml:context>
    <inkml:brush xml:id="br0">
      <inkml:brushProperty name="width" value="0.05" units="cm"/>
      <inkml:brushProperty name="height" value="0.05" units="cm"/>
      <inkml:brushProperty name="color" value="#FFFFFF"/>
    </inkml:brush>
  </inkml:definitions>
  <inkml:trace contextRef="#ctx0" brushRef="#br0">36 307 24575,'-1'-2'0,"1"0"0,-1-1 0,0 1 0,0 0 0,-1 0 0,1 0 0,0 0 0,-1 0 0,1 0 0,-1 1 0,-2-4 0,1 3 0,1-1 0,0 1 0,0-1 0,0 1 0,0-1 0,0 0 0,-1-4 0,3 6 0,0 1 0,0-1 0,0 0 0,0 1 0,0-1 0,0 0 0,0 0 0,0 1 0,0-1 0,1 0 0,-1 1 0,0-1 0,0 0 0,1 1 0,-1-1 0,0 1 0,1-1 0,-1 0 0,1 1 0,-1-1 0,1 1 0,-1-1 0,1 1 0,-1 0 0,1-1 0,0 1 0,-1-1 0,1 1 0,-1 0 0,1 0 0,0-1 0,0 1 0,-1 0 0,1 0 0,0 0 0,-1 0 0,1-1 0,0 1 0,0 1 0,15-4 0,0 0 0,0 2 0,0 0 0,19 1 0,18 0 0,-16-3 0,51-11 0,-73 11 0,-1 0 0,0-2 0,-1 0 0,1 0 0,-1-1 0,20-13 0,-30 17 0,0 0 0,0 0 0,0 0 0,0-1 0,-1 1 0,1-1 0,-1 0 0,0 0 0,1 0 0,-1 0 0,0 0 0,-1 0 0,1-1 0,-1 1 0,1 0 0,-1-1 0,0 1 0,0-1 0,0-6 0,-1 6 0,0 1 0,-1-1 0,1 1 0,-1 0 0,0-1 0,0 1 0,0 0 0,0-1 0,-1 1 0,1 0 0,-1 0 0,0 0 0,0 0 0,0 0 0,0 1 0,-1-1 0,1 1 0,-1-1 0,1 1 0,-6-4 0,1 2 0,0 0 0,0 0 0,-1 0 0,0 1 0,1 0 0,-1 0 0,0 1 0,0 0 0,-1 0 0,1 1 0,0 0 0,0 1 0,-1 0 0,1 0 0,0 1 0,-1 0 0,1 0 0,0 1 0,0 0 0,0 0 0,-9 4 0,10-3 0,0 0 0,0 0 0,1 1 0,-1 0 0,1 0 0,0 1 0,0-1 0,0 1 0,1 1 0,-1-1 0,1 1 0,1 0 0,-1 0 0,1 0 0,0 1 0,0-1 0,1 1 0,0 0 0,0 0 0,1 0 0,0 1 0,0-1 0,-1 10 0,2-7 14,1 0 1,0-1-1,0 1 0,1-1 0,1 1 1,0-1-1,0 1 0,0-1 0,1 0 0,1 0 1,6 14-1,-2-11 7,-1 0 1,2 0-1,-1-1 0,2 0 1,-1 0-1,1-1 0,14 10 1,0-3-266,0 0 0,2-2 0,-1-1 0,2-1 1,0-1-1,54 16 0,-3-8-6582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19.317"/>
    </inkml:context>
    <inkml:brush xml:id="br0">
      <inkml:brushProperty name="width" value="0.05" units="cm"/>
      <inkml:brushProperty name="height" value="0.05" units="cm"/>
      <inkml:brushProperty name="color" value="#FFFFFF"/>
    </inkml:brush>
  </inkml:definitions>
  <inkml:trace contextRef="#ctx0" brushRef="#br0">1 910 24575,'1'5'0,"1"-1"0,0 1 0,0 0 0,0-1 0,0 0 0,1 1 0,0-1 0,0 0 0,0 0 0,0 0 0,5 4 0,-1 0 0,-1-2 0,0 1 0,0-1 0,0 0 0,1-1 0,0 1 0,11 6 0,-15-11 0,0 1 0,0-1 0,0 0 0,0 1 0,0-2 0,1 1 0,-1 0 0,0-1 0,0 1 0,1-1 0,-1 0 0,0 0 0,0 0 0,1 0 0,-1-1 0,0 0 0,0 1 0,0-1 0,1 0 0,3-2 0,9-6 0,-1 0 0,-1-1 0,0-1 0,0 0 0,-1-1 0,0 0 0,-1-1 0,0-1 0,-2 0 0,15-23 0,-3 0 0,-1-2 0,-2-1 0,14-44 0,-13 22 0,-4-1 0,-2 0 0,-3-1 0,-3 0 0,-2-1 0,-4-75 0,-2 128 0,-3-56 0,2 62 0,0 0 0,-1-1 0,1 1 0,-1 0 0,0 0 0,0 1 0,-1-1 0,-4-7 0,7 13 0,0-1 0,-1 0 0,1 0 0,-1 1 0,1-1 0,-1 0 0,0 1 0,1-1 0,-1 1 0,0-1 0,1 1 0,-1-1 0,0 1 0,1-1 0,-1 1 0,0 0 0,0-1 0,0 1 0,1 0 0,-1 0 0,0 0 0,0-1 0,0 1 0,0 0 0,0 0 0,1 0 0,-1 0 0,0 1 0,0-1 0,0 0 0,0 0 0,1 0 0,-1 1 0,0-1 0,0 0 0,1 1 0,-1-1 0,0 1 0,0-1 0,1 1 0,-1-1 0,0 1 0,1-1 0,-1 2 0,-4 2 0,2 0 0,-1 0 0,0 1 0,1 0 0,-4 6 0,-6 15 0,1 0 0,1 1 0,1 0 0,-11 55 0,-7 118 0,25-163 0,2 0 0,1 1 0,2-1 0,1 0 0,3 0 0,11 46 0,-12-67 0,0 0 0,1 0 0,0-1 0,1 1 0,1-2 0,0 1 0,2-1 0,-1 0 0,2-1 0,-1 0 0,2-1 0,0 0 0,0 0 0,1-2 0,1 1 0,16 9 0,-13-11-682,33 12-1,13-2-6143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0.080"/>
    </inkml:context>
    <inkml:brush xml:id="br0">
      <inkml:brushProperty name="width" value="0.05" units="cm"/>
      <inkml:brushProperty name="height" value="0.05" units="cm"/>
      <inkml:brushProperty name="color" value="#FFFFFF"/>
    </inkml:brush>
  </inkml:definitions>
  <inkml:trace contextRef="#ctx0" brushRef="#br0">222 90 24575,'-3'-5'0,"-1"0"0,1 1 0,-1 0 0,0-1 0,-1 2 0,1-1 0,-1 0 0,1 1 0,-1 0 0,0 0 0,-1 0 0,1 1 0,0 0 0,-1 0 0,1 0 0,-1 0 0,1 1 0,-1 0 0,-9 0 0,11 1 0,-1 0 0,1 0 0,-1 0 0,1 1 0,-1 0 0,1 0 0,-1 0 0,1 0 0,0 1 0,-1 0 0,1 0 0,0 0 0,0 0 0,1 0 0,-1 1 0,0 0 0,1 0 0,0 0 0,-1 0 0,1 0 0,0 1 0,1 0 0,-1-1 0,1 1 0,-3 5 0,2-2 0,0 0 0,0 1 0,1-1 0,0 1 0,1-1 0,0 1 0,0 0 0,0-1 0,1 1 0,0 0 0,1 0 0,-1-1 0,2 1 0,-1 0 0,1-1 0,0 1 0,1-1 0,-1 0 0,1 0 0,1 0 0,0 0 0,0 0 0,0-1 0,0 1 0,1-1 0,7 6 0,-6-5 0,0-1 0,1 1 0,0-2 0,0 1 0,1-1 0,0 0 0,-1 0 0,2-1 0,-1 0 0,0-1 0,1 1 0,0-2 0,-1 1 0,1-1 0,0-1 0,0 0 0,1 0 0,-1 0 0,0-1 0,0-1 0,18-2 0,-25 3 0,0-1 0,0 1 0,0 0 0,-1-1 0,1 0 0,0 1 0,0-1 0,0 0 0,0 0 0,-1 0 0,1 0 0,0 0 0,-1 0 0,1-1 0,-1 1 0,1 0 0,-1-1 0,0 1 0,1-1 0,-1 0 0,0 1 0,0-1 0,0 0 0,0 0 0,-1 0 0,1 1 0,0-1 0,0-3 0,-1 2 0,-1-1 0,1 1 0,-1-1 0,1 1 0,-1-1 0,0 1 0,0-1 0,-1 1 0,1-1 0,-1 1 0,1 0 0,-1 0 0,0 0 0,-4-5 0,-10-10 0,-1 1 0,-1 0 0,0 1 0,-32-20 0,17 12 0,33 24 0,-1-1 0,1 1 0,-1 0 0,1 0 0,-1-1 0,1 1 0,-1 0 0,1-1 0,0 1 0,-1-1 0,1 1 0,0-1 0,-1 1 0,1-1 0,0 1 0,-1-1 0,1 1 0,0-1 0,0 1 0,0-1 0,-1 1 0,1-1 0,0 0 0,10-4 0,28 5 0,-29 0 0,388-22 0,-396 22 0,118-16 0,-102 13 0,-1-1 0,0-1 0,0 0 0,-1-1 0,17-8 0,-31 14 0,0-1 0,0 1 0,0-1 0,0 1 0,0-1 0,0 1 0,0-1 0,-1 1 0,1-1 0,0 0 0,0 1 0,-1-1 0,1 0 0,0 1 0,-1-1 0,1 0 0,-1 0 0,1 0 0,-1 0 0,1 0 0,-1 0 0,0 0 0,1 0 0,-1 0 0,0-1 0,0 1 0,-1 0 0,1 0 0,-1 0 0,1 1 0,-1-1 0,0 0 0,1 0 0,-1 0 0,0 1 0,0-1 0,1 0 0,-1 1 0,0-1 0,0 0 0,0 1 0,0-1 0,0 1 0,-2-1 0,-5-2 0,0 0 0,0 1 0,-1 0 0,-12-1 0,3 2 0,1 1 0,0 1 0,0 0 0,-29 7 0,40-7 0,0 0 0,0 1 0,1 0 0,-1 0 0,0 0 0,1 1 0,0-1 0,-1 1 0,1 1 0,0-1 0,1 1 0,-1 0 0,1 0 0,-1 0 0,1 0 0,-6 10 0,9-11 0,-1 1 0,1-1 0,1 0 0,-1 0 0,0 1 0,1-1 0,-1 0 0,1 1 0,0-1 0,0 1 0,1-1 0,-1 0 0,1 1 0,0-1 0,-1 0 0,1 0 0,1 1 0,-1-1 0,3 5 0,4 7 0,1 0 0,17 23 0,-13-20 0,34 48 0,52 80 0,-86-123 0,0 0 0,-2 2 0,-1-1 0,12 41 0,-21-59 0,1 0 0,-1 0 0,0 0 0,-1-1 0,0 1 0,0 0 0,0 0 0,0 0 0,-1 0 0,0 0 0,0 0 0,-3 6 0,3-8 0,-1-1 0,0 1 0,0 0 0,0-1 0,-1 0 0,1 1 0,-1-1 0,0 0 0,0-1 0,0 1 0,0 0 0,0-1 0,-1 0 0,1 1 0,-1-1 0,1-1 0,-1 1 0,-5 1 0,-1 0 0,0 0 0,0-1 0,-1-1 0,1 0 0,-1 0 0,1-1 0,-1 0 0,1-1 0,-1 0 0,1-1 0,0 0 0,-1-1 0,1 0 0,-17-7 0,21 7 0,1 0 0,-1 0 0,1 0 0,0-1 0,0 1 0,0-1 0,1-1 0,-1 1 0,1 0 0,0-1 0,-5-8 0,6 8 0,1 1 0,0 0 0,1-1 0,-1 1 0,1-1 0,0 0 0,0 1 0,0-1 0,1 0 0,-1 0 0,1 1 0,1-1 0,-1 0 0,0 0 0,1 1 0,2-8 0,2-4 0,1 1 0,0 1 0,1-1 0,0 1 0,1 0 0,1 0 0,0 1 0,13-13 0,-1 3 0,1 1 0,1 0 0,29-20 0,-40 33 0,0 0 0,1 1 0,-1 1 0,1 0 0,1 1 0,25-8 0,-35 13 0,1 0 0,-1 0 0,1 0 0,-1 1 0,1-1 0,0 1 0,-1 0 0,1 1 0,0-1 0,-1 1 0,1 0 0,-1 0 0,1 0 0,-1 1 0,0-1 0,1 1 0,-1 0 0,0 1 0,0-1 0,0 1 0,-1-1 0,1 1 0,0 0 0,-1 0 0,4 5 0,6 8-1365,-2 0-5461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0.284"/>
    </inkml:context>
    <inkml:brush xml:id="br0">
      <inkml:brushProperty name="width" value="0.05" units="cm"/>
      <inkml:brushProperty name="height" value="0.05" units="cm"/>
      <inkml:brushProperty name="color" value="#FFFFFF"/>
    </inkml:brush>
  </inkml:definitions>
  <inkml:trace contextRef="#ctx0" brushRef="#br0">0 48 24575,'0'-6'0,"0"-5"0,0-4 0,0 4 0,0 6 0,0 11 0,0 11 0,0 4 0,0 7 0,0 3 0,3 4 0,1-2 0,1-7-8191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0.457"/>
    </inkml:context>
    <inkml:brush xml:id="br0">
      <inkml:brushProperty name="width" value="0.05" units="cm"/>
      <inkml:brushProperty name="height" value="0.05" units="cm"/>
      <inkml:brushProperty name="color" value="#FFFFFF"/>
    </inkml:brush>
  </inkml:definitions>
  <inkml:trace contextRef="#ctx0" brushRef="#br0">111 1 24575,'-9'0'0,"-7"0"0,-6 3 0,-3 4 0,4 5 0,4-1-8191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0.816"/>
    </inkml:context>
    <inkml:brush xml:id="br0">
      <inkml:brushProperty name="width" value="0.05" units="cm"/>
      <inkml:brushProperty name="height" value="0.05" units="cm"/>
      <inkml:brushProperty name="color" value="#FFFFFF"/>
    </inkml:brush>
  </inkml:definitions>
  <inkml:trace contextRef="#ctx0" brushRef="#br0">237 112 24575,'2'0'0,"-1"-1"0,0 1 0,0-1 0,1 1 0,-1-1 0,0 0 0,0 1 0,0-1 0,0 0 0,0 0 0,0 0 0,0 0 0,0 0 0,0 0 0,0 0 0,0 0 0,-1 0 0,1 0 0,0-1 0,-1 1 0,2-2 0,8-29 0,-10 30 0,0 1 0,0-1 0,0 0 0,0 0 0,0 0 0,0 1 0,0-1 0,-1 0 0,1 0 0,-1 1 0,1-1 0,-1 0 0,0 1 0,1-1 0,-1 0 0,0 1 0,0-1 0,0 1 0,-2-2 0,1 1 0,0 0 0,-1 0 0,1 0 0,-1 0 0,0 1 0,1-1 0,-1 1 0,0 0 0,0 0 0,-4-1 0,-2 0 0,0 0 0,0 1 0,0 1 0,0-1 0,0 1 0,-17 3 0,18-2 0,0 1 0,0 0 0,0 0 0,0 1 0,0 0 0,1 1 0,-1 0 0,1 0 0,0 0 0,0 1 0,0 0 0,1 0 0,-11 11 0,14-11 0,-1-1 0,1 1 0,0-1 0,0 1 0,1 0 0,-1 0 0,1 0 0,0 1 0,0-1 0,1 0 0,0 1 0,0-1 0,0 1 0,1 0 0,-1-1 0,1 1 0,0-1 0,1 1 0,0 0 0,0-1 0,2 8 0,0-3 0,1-1 0,0 1 0,1-1 0,0 0 0,0 0 0,1 0 0,0-1 0,1 0 0,-1 0 0,2-1 0,-1 0 0,1 0 0,0-1 0,0 1 0,1-2 0,0 1 0,18 7 0,-12-6 0,1-1 0,0-1 0,0 0 0,0-2 0,1 1 0,0-2 0,-1 0 0,1-1 0,0-1 0,21-2 0,-26 1-273,1-2 0,-2 1 0,1-1 0,14-6 0,-1-3-6553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8.640"/>
    </inkml:context>
    <inkml:brush xml:id="br0">
      <inkml:brushProperty name="width" value="0.05" units="cm"/>
      <inkml:brushProperty name="height" value="0.05" units="cm"/>
      <inkml:brushProperty name="color" value="#FFFFFF"/>
    </inkml:brush>
  </inkml:definitions>
  <inkml:trace contextRef="#ctx0" brushRef="#br0">0 623 24575,'1'0'0,"1"0"0,-1 0 0,0-1 0,0 1 0,0 0 0,1 0 0,-1-1 0,0 1 0,0-1 0,0 1 0,0-1 0,0 1 0,0-1 0,0 0 0,0 0 0,0 1 0,0-1 0,0 0 0,0 0 0,1-2 0,0 0 0,0 0 0,-1 0 0,0 0 0,1 0 0,-1 0 0,0 0 0,1-7 0,0-8 0,-1 0 0,-2-26 0,1 26 0,0 6 0,0-1 0,2 0 0,-1 0 0,2 1 0,-1-1 0,2 1 0,0 0 0,0-1 0,1 2 0,9-17 0,-4 12 0,1 1 0,0 0 0,1 1 0,0 0 0,1 1 0,23-18 0,1 5 0,1 1 0,1 2 0,1 2 0,1 1 0,47-14 0,-52 20 0,0 2 0,0 1 0,1 3 0,47-6 0,-72 12 0,1 2 0,-1-1 0,0 2 0,0-1 0,1 2 0,-1 0 0,0 0 0,0 1 0,0 0 0,-1 1 0,1 1 0,-1 0 0,0 0 0,0 1 0,-1 0 0,0 1 0,10 9 0,-5-3 0,-2 2 0,0 0 0,0 0 0,18 32 0,32 74 0,-20-36 0,11 10-1365,-46-82-5461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8.963"/>
    </inkml:context>
    <inkml:brush xml:id="br0">
      <inkml:brushProperty name="width" value="0.05" units="cm"/>
      <inkml:brushProperty name="height" value="0.05" units="cm"/>
      <inkml:brushProperty name="color" value="#FFFFFF"/>
    </inkml:brush>
  </inkml:definitions>
  <inkml:trace contextRef="#ctx0" brushRef="#br0">67 55 24575,'-11'-11'0,"0"0"0,0 1 0,-20-13 0,31 23 0,0 0 0,0 1 0,0-1 0,0 0 0,-1 0 0,1 0 0,0 0 0,0 0 0,0 0 0,0 0 0,0 1 0,-1-1 0,1 0 0,0 0 0,0 0 0,0 0 0,0 0 0,0 1 0,0-1 0,0 0 0,0 0 0,0 0 0,0 0 0,0 1 0,-1-1 0,1 0 0,0 0 0,0 0 0,0 1 0,0-1 0,0 0 0,0 0 0,1 0 0,-1 0 0,0 1 0,0-1 0,0 0 0,0 0 0,0 0 0,0 0 0,0 1 0,0-1 0,0 0 0,0 0 0,0 0 0,1 0 0,-1 1 0,0-1 0,0 0 0,0 0 0,0 0 0,5 13 0,9 19 0,2-1 0,1-1 0,29 41 0,-38-62 0,0 1 0,1-1 0,0-1 0,0 0 0,18 12 0,-21-16 0,0-1 0,1 1 0,-1-1 0,1-1 0,0 1 0,0-1 0,0 0 0,0-1 0,0 0 0,13 1 0,-13-3 0,0 1 0,0-1 0,1-1 0,-1 1 0,0-1 0,0-1 0,-1 1 0,1-1 0,0 0 0,-1-1 0,0 1 0,0-1 0,0 0 0,0-1 0,0 0 0,-1 0 0,5-6 0,2-2 0,-1-1 0,-1 0 0,0 0 0,-1-1 0,14-32 0,7-30-1365,-27 68-5461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9.418"/>
    </inkml:context>
    <inkml:brush xml:id="br0">
      <inkml:brushProperty name="width" value="0.05" units="cm"/>
      <inkml:brushProperty name="height" value="0.05" units="cm"/>
      <inkml:brushProperty name="color" value="#FFFFFF"/>
    </inkml:brush>
  </inkml:definitions>
  <inkml:trace contextRef="#ctx0" brushRef="#br0">224 29 24575,'-39'-14'0,"16"11"0,-33 1 0,38 2 0,0-1 0,1 0 0,-33-7 0,48 10 0,4 4 0,7 11 0,-7-13 0,53 112 220,10 17-208,-55-116-278,1-1-1,0 0 1,2 0 0,-1-1 0,25 21 0,-15-17-6560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29.788"/>
    </inkml:context>
    <inkml:brush xml:id="br0">
      <inkml:brushProperty name="width" value="0.05" units="cm"/>
      <inkml:brushProperty name="height" value="0.05" units="cm"/>
      <inkml:brushProperty name="color" value="#FFFFFF"/>
    </inkml:brush>
  </inkml:definitions>
  <inkml:trace contextRef="#ctx0" brushRef="#br0">78 7 24575,'-5'-1'0,"1"0"0,0 0 0,0 0 0,0 0 0,0 0 0,0 1 0,-1-1 0,1 1 0,0 0 0,0 0 0,0 1 0,0-1 0,0 1 0,-6 2 0,10-3 0,-1 0 0,0 0 0,1 1 0,-1-1 0,1 0 0,-1 1 0,1-1 0,-1 1 0,1-1 0,-1 1 0,1-1 0,-1 1 0,1-1 0,0 1 0,-1-1 0,1 1 0,0-1 0,0 1 0,-1 0 0,1-1 0,0 1 0,0 0 0,0-1 0,0 1 0,-1 1 0,7 18 0,21 16 0,-7-17 0,0 0 0,2-1 0,0 0 0,0-2 0,2-1 0,28 14 0,9 0 0,90 30 0,-87-38 0,0-3 0,68 9 0,-85-20 0,1-3 0,0-1 0,76-6 0,-107 1 0,-1 0 0,1-2 0,-1 0 0,0 0 0,0-2 0,0 0 0,-1-1 0,0 0 0,0-2 0,-1 1 0,0-2 0,0 0 0,16-16 0,-20 17 0,0-2 0,-1 1 0,-1-1 0,1 0 0,-2-1 0,0 0 0,0 0 0,-1-1 0,0 0 0,-1 0 0,-1 0 0,0-1 0,-1 1 0,0-1 0,-1 0 0,0-20 0,-5 8 342,3 26-399,-1-1 0,1 0 0,0 0 0,-1 1 0,1-1 0,0 0 0,-1 1 0,1-1 1,-1 1-1,1-1 0,-1 0 0,1 1 0,-1-1 0,1 1 0,-1-1 0,0 1 0,1-1 1,-1 1-1,0 0 0,1-1 0,-1 1 0,0 0 0,0 0 0,1-1 0,-1 1 1,0 0-1,0 0 0,1 0 0,-2 0 0,-11 2-6769</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3.412"/>
    </inkml:context>
    <inkml:brush xml:id="br0">
      <inkml:brushProperty name="width" value="0.05" units="cm"/>
      <inkml:brushProperty name="height" value="0.05" units="cm"/>
      <inkml:brushProperty name="color" value="#FFFFFF"/>
    </inkml:brush>
  </inkml:definitions>
  <inkml:trace contextRef="#ctx0" brushRef="#br0">1 9 24575,'6'-3'0,"-5"2"0,0 1 0,0-1 0,0 0 0,0 1 0,0 0 0,0-1 0,1 1 0,-1-1 0,0 1 0,0 0 0,0 0 0,0 0 0,2 0 0,-2 0 0,-1 1 0,1-1 0,0 1 0,-1-1 0,1 1 0,0 0 0,-1-1 0,1 1 0,-1 0 0,1 0 0,-1-1 0,0 1 0,1 0 0,-1 0 0,0 0 0,1 0 0,-1-1 0,0 1 0,0 0 0,0 0 0,0 0 0,0 2 0,4 31 0,-3 1 0,0-1 0,-8 55 0,2-13 0,2 319 342,8-325-769,3 0 0,2-1 1,33 111-1,-33-148-6399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3.790"/>
    </inkml:context>
    <inkml:brush xml:id="br0">
      <inkml:brushProperty name="width" value="0.05" units="cm"/>
      <inkml:brushProperty name="height" value="0.05" units="cm"/>
      <inkml:brushProperty name="color" value="#FFFFFF"/>
    </inkml:brush>
  </inkml:definitions>
  <inkml:trace contextRef="#ctx0" brushRef="#br0">205 288 24575,'-4'-6'0,"1"0"0,-1 0 0,0 0 0,-1 0 0,1 1 0,-1 0 0,0 0 0,0 0 0,-1 1 0,1-1 0,-8-3 0,10 6 0,0 1 0,1-1 0,-1 1 0,0 0 0,0 0 0,1 1 0,-1-1 0,0 1 0,0-1 0,0 1 0,0 0 0,0 0 0,0 0 0,0 0 0,0 1 0,0-1 0,0 1 0,1 0 0,-1-1 0,0 1 0,0 1 0,1-1 0,-1 0 0,0 1 0,1-1 0,0 1 0,-1 0 0,-3 3 0,1 1 0,0-1 0,0 1 0,1 0 0,0 0 0,0 1 0,0-1 0,1 1 0,0 0 0,-4 11 0,4-5 0,-1 1 0,2-1 0,0 1 0,0 16 0,2-30 0,0 0 0,0 0 0,0 0 0,0 0 0,0 0 0,0 0 0,0 0 0,0 0 0,0 0 0,0 0 0,0 0 0,0 0 0,0 0 0,0 0 0,0 0 0,1 0 0,-1 0 0,0 0 0,0 0 0,0 0 0,0 0 0,0 0 0,0 0 0,0 0 0,0 0 0,0 0 0,0 0 0,0 0 0,0 0 0,0 0 0,0 0 0,1 0 0,-1 0 0,0 0 0,0 0 0,0 0 0,0 0 0,0 0 0,0 0 0,0 0 0,0 0 0,0 0 0,0 0 0,0 0 0,0 0 0,0 0 0,0 0 0,0 0 0,0 0 0,0 1 0,0-1 0,0 0 0,0 0 0,0 0 0,0 0 0,0 0 0,0 0 0,1 0 0,-1 0 0,0 0 0,6-9 0,8-16 0,-2 0 0,12-26 0,56-87 0,-72 125 0,1 1 0,0 1 0,1-1 0,0 2 0,1-1 0,0 2 0,1-1 0,0 2 0,0-1 0,1 2 0,0-1 0,17-6 0,-24 12 13,0 1-1,0-1 1,0 1 0,0 0-1,0 1 1,0-1-1,1 1 1,-1 0-1,0 1 1,0-1 0,12 4-1,-10-1 11,1 0 0,0 0 0,-1 1 0,1 1 1,-1-1-1,0 1 0,8 7 0,7 9-308,0 1 1,-1 0 0,30 43-1,-36-45-278,20 27-6263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5.024"/>
    </inkml:context>
    <inkml:brush xml:id="br0">
      <inkml:brushProperty name="width" value="0.05" units="cm"/>
      <inkml:brushProperty name="height" value="0.05" units="cm"/>
      <inkml:brushProperty name="color" value="#FFFFFF"/>
    </inkml:brush>
  </inkml:definitions>
  <inkml:trace contextRef="#ctx0" brushRef="#br0">1085 281 24575,'0'0'0,"0"0"0,0-1 0,0 1 0,0 0 0,0-1 0,0 1 0,0-1 0,0 1 0,0 0 0,0-1 0,0 1 0,0-1 0,0 1 0,0 0 0,0-1 0,-1 1 0,1 0 0,0-1 0,0 1 0,0 0 0,-1-1 0,1 1 0,0 0 0,0-1 0,-1 1 0,1 0 0,0 0 0,-1-1 0,1 1 0,-1 0 0,-11 4 0,-12 19 0,11-4 0,-1 0 0,2 1 0,1 0 0,0 1 0,2 0 0,0 1 0,-5 23 0,-33 164 0,45-200 0,-54 441-298,31 5-140,17-272 378,-42 794 60,49-958 4,-2 23 101,2 0-1,2 0 1,9 64 0,-9-95-86,1-1 1,1 1 0,0-1-1,1 1 1,0-1 0,0 0-1,1 0 1,1 0 0,-1-1-1,2 0 1,-1 0 0,1-1-1,0 1 1,1-2 0,0 1-1,0-1 1,1 0 0,15 9-1,-8-8-19,1 0 0,1-1 0,-1-1 0,1 0 0,0-2 0,22 4 0,117 5 0,340-12-1291,5-23-1124,-223 8 1388,3443-2-7939,-2152 96 8771,257 9-51,-1764-87 273,327 7 1100,-3-30 801,-372 20-1078,0-1 1,0-1-1,0 0 1,28-10-1,-42 12-699,0 1 0,-1 0 0,1-1 0,0 1 0,0-1 0,0 1 0,0-1 0,0 1 0,-1-1 0,1 0 0,0 1 0,0-1 0,-1 0 0,1 0 0,-1 1 0,1-1 0,0 0 0,-1 0 0,0 0 0,1-1 0,-1 1-55,0 1 0,0-1 0,0 0 0,0 0 0,0 1 0,0-1 0,-1 0 0,1 0 0,0 1 0,-1-1 0,1 0 0,0 1 0,-1-1 0,1 1 0,-1-1 0,1 0 0,-1 1 0,1-1 0,-1 1 0,0-1 0,-4-3 136,0 1 0,0-1 1,0 1-1,-1 1 0,-6-3 0,-41-14-144,37 14-68,1 0-1,-1-1 1,1 0 0,1-1 0,-1-1 0,-18-14-1,30 20-19,0-1 0,1 0 0,-1 0 0,1 0 0,-1 0 0,1 0 0,0 0 0,1-1 0,-1 1 0,1-1 0,-1 1 0,1-1 0,0 0 0,0 1 0,0-1 0,0-7 0,1-2 0,0-1 0,1 0 0,4-18 0,-2 7 0,47-486-643,-9 82-280,22 4 448,-8 185 445,10 2 1,150-360-1,-195 550 18,5-7 11,-4-1-1,-1-1 1,13-69-1,-31 116 94,-1-1 0,0 1-1,0-1 1,-1 1 0,-1-1 0,1 0 0,-2 1-1,0-1 1,0 1 0,-7-19 0,6 22-27,0 0 0,-1 0 0,0 1-1,-1-1 1,1 1 0,-1 0 0,0 0 0,-1 0 0,0 1 0,1 0 0,-2 0 0,1 0 0,0 1 0,-1 0 0,-10-5 0,-3 1-55,0 1 0,-1 0 0,0 1 0,-1 2 0,-39-4 0,-115 2 28,151 6-37,-565 18-2263,180-3 161,-1442-1-1311,382-6-641,-1421 67 788,11 109 3432,2682-165 956,50-6 4489</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6.246"/>
    </inkml:context>
    <inkml:brush xml:id="br0">
      <inkml:brushProperty name="width" value="0.05" units="cm"/>
      <inkml:brushProperty name="height" value="0.05" units="cm"/>
      <inkml:brushProperty name="color" value="#FFFFFF"/>
    </inkml:brush>
  </inkml:definitions>
  <inkml:trace contextRef="#ctx0" brushRef="#br0">5 173 24575,'-4'-4'0,"5"7"0,8 11 0,-8-10 0,21 53 0,45 80 0,-59-122 0,1-1 0,0 0 0,1 0 0,1-1 0,0-1 0,1 0 0,0 0 0,1-1 0,0-1 0,23 14 0,-31-21 0,0 0 0,1-1 0,0 0 0,-1 0 0,1 0 0,0-1 0,0 1 0,0-2 0,0 1 0,0-1 0,0 1 0,0-2 0,11 0 0,-9-1 0,-1 0 0,1-1 0,-1 1 0,0-2 0,0 1 0,0-1 0,0 0 0,0 0 0,9-8 0,-3 0 0,-1-1 0,0 0 0,0-1 0,-2 0 0,0 0 0,0-1 0,-1-1 0,11-28 0,-9 15 0,-1 0 0,-2-1 0,-1 1 0,-2-2 0,-1 1 0,-1 0 0,-1-53 0,-2 80-68,0 0 0,0 0-1,0 0 1,-1 0 0,1 0 0,0 0-1,-1 0 1,0 0 0,0 0 0,0 0-1,0 1 1,0-1 0,-1 0 0,1 1-1,-1-1 1,0 1 0,0-1-1,0 1 1,-4-4 0,-6 0-6758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6.476"/>
    </inkml:context>
    <inkml:brush xml:id="br0">
      <inkml:brushProperty name="width" value="0.05" units="cm"/>
      <inkml:brushProperty name="height" value="0.05" units="cm"/>
      <inkml:brushProperty name="color" value="#FFFFFF"/>
    </inkml:brush>
  </inkml:definitions>
  <inkml:trace contextRef="#ctx0" brushRef="#br0">27 32 24575,'3'-3'0,"4"-5"0,4-3 0,1 3 0,-3 6 0,-2 10 0,-6 9 0,-3 11 0,-1 11 0,-3 7 0,0 9 0,-3 7 0,0 3 0,-1 2 0,-2-1 0,1-2 0,2-12-8191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6.915"/>
    </inkml:context>
    <inkml:brush xml:id="br0">
      <inkml:brushProperty name="width" value="0.05" units="cm"/>
      <inkml:brushProperty name="height" value="0.05" units="cm"/>
      <inkml:brushProperty name="color" value="#FFFFFF"/>
    </inkml:brush>
  </inkml:definitions>
  <inkml:trace contextRef="#ctx0" brushRef="#br0">2 31 24575,'0'38'0,"-1"7"0,10 86 0,-8-119 0,2 1 0,0-1 0,0 0 0,1 0 0,0 0 0,1-1 0,0 1 0,1-1 0,1 0 0,-1-1 0,17 20 0,-20-27 0,1 0 0,-1 0 0,0 0 0,1 0 0,0 0 0,0-1 0,0 0 0,0 1 0,0-2 0,0 1 0,0 0 0,1-1 0,-1 0 0,0 0 0,1 0 0,-1 0 0,1-1 0,-1 0 0,1 0 0,0 0 0,-1 0 0,1-1 0,7-2 0,-5 1 0,-1-1 0,0 1 0,0-1 0,0-1 0,0 1 0,0-1 0,-1 0 0,0 0 0,1-1 0,-2 1 0,1-1 0,0 0 0,-1-1 0,0 1 0,4-9 0,2-4 0,-2 0 0,0-1 0,-2 0 0,0 0 0,-1 0 0,4-25 0,-5 12 0,-2 0 0,0 0 0,-4-37 0,-2 46-1365,0 6-5461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7.160"/>
    </inkml:context>
    <inkml:brush xml:id="br0">
      <inkml:brushProperty name="width" value="0.05" units="cm"/>
      <inkml:brushProperty name="height" value="0.05" units="cm"/>
      <inkml:brushProperty name="color" value="#FFFFFF"/>
    </inkml:brush>
  </inkml:definitions>
  <inkml:trace contextRef="#ctx0" brushRef="#br0">1 16 24575,'0'-3'0,"0"-4"0,3 2 0,4 5 0,7 9 0,8 9 0,2 11 0,8 6 0,3 7 0,3 9 0,1 2 0,0 1 0,-1-3 0,-6-9-8191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7.321"/>
    </inkml:context>
    <inkml:brush xml:id="br0">
      <inkml:brushProperty name="width" value="0.05" units="cm"/>
      <inkml:brushProperty name="height" value="0.05" units="cm"/>
      <inkml:brushProperty name="color" value="#FFFFFF"/>
    </inkml:brush>
  </inkml:definitions>
  <inkml:trace contextRef="#ctx0" brushRef="#br0">278 114 24575,'0'-10'0,"-3"-8"0,-1-9 0,-3-1 0,-7 6 0,-4 13 0,-4 15 0,-9 18 0,-21 34 0,-13 21 0,4-1-8191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7.774"/>
    </inkml:context>
    <inkml:brush xml:id="br0">
      <inkml:brushProperty name="width" value="0.05" units="cm"/>
      <inkml:brushProperty name="height" value="0.05" units="cm"/>
      <inkml:brushProperty name="color" value="#FFFFFF"/>
    </inkml:brush>
  </inkml:definitions>
  <inkml:trace contextRef="#ctx0" brushRef="#br0">233 48 24575,'3'-10'0,"5"-2"0,0-3 0,-1 5 0,-1 9 0,-6 15 0,-8 18 0,-6 18 0,-4 20 0,-9 19 0,-5 17 0,-6 15 0,-4 11 0,-4 9-847,7-20-6497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8.479"/>
    </inkml:context>
    <inkml:brush xml:id="br0">
      <inkml:brushProperty name="width" value="0.05" units="cm"/>
      <inkml:brushProperty name="height" value="0.05" units="cm"/>
      <inkml:brushProperty name="color" value="#FFFFFF"/>
    </inkml:brush>
  </inkml:definitions>
  <inkml:trace contextRef="#ctx0" brushRef="#br0">14 1190 24575,'165'-178'0,"141"-165"0,-268 294 0,-2-1 0,-3-2 0,-2-1 0,-2-2 0,31-82 0,-52 116 0,-2 1 0,0-1 0,-2 0 0,0-1 0,1-23 0,-5 39 0,0 0 0,-1 0 0,1 0 0,-1 0 0,0 0 0,-1 0 0,0 0 0,0 0 0,-5-11 0,5 14 0,0-1 0,-1 1 0,1 0 0,-1 0 0,0 0 0,0 0 0,0 0 0,0 1 0,-1-1 0,1 1 0,-1 0 0,1 0 0,-1 0 0,0 0 0,0 1 0,-5-2 0,-2 1 0,0 0 0,0 0 0,0 1 0,0 1 0,0 0 0,0 0 0,0 1 0,0 1 0,0 0 0,0 0 0,-19 7 0,9-1 0,1 1 0,-1 1 0,1 0 0,-35 26 0,31-17-17,1 1 0,0 0 0,2 2 0,1 0-1,-27 39 1,24-26-39,1 2-1,2 0 0,-22 58 1,18-24-10,3 0 0,3 1 0,4 1 0,-8 90 0,8 245 66,30 0 0,-14-381-100,2 101 323,-4-106-568,-2 0 1,0 0-1,-9 35 1,0-24-5933</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8.786"/>
    </inkml:context>
    <inkml:brush xml:id="br0">
      <inkml:brushProperty name="width" value="0.05" units="cm"/>
      <inkml:brushProperty name="height" value="0.05" units="cm"/>
      <inkml:brushProperty name="color" value="#FFFFFF"/>
    </inkml:brush>
  </inkml:definitions>
  <inkml:trace contextRef="#ctx0" brushRef="#br0">0 74 24575,'54'-14'0,"1"2"0,97-7 0,-47 7 0,-74 7 0,2 0 0,0 1 0,0 2 0,41 2 0,-72 0 0,0 0 0,1 1 0,-1 0 0,0-1 0,0 1 0,1 0 0,-1 0 0,0 0 0,0 0 0,0 1 0,0-1 0,0 1 0,-1-1 0,1 1 0,0 0 0,-1-1 0,1 1 0,-1 0 0,1 0 0,-1 0 0,2 4 0,2 5 0,-1-1 0,0 1 0,3 16 0,-2-6 0,13 47 297,12 38-1959,-14-64-5164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8.961"/>
    </inkml:context>
    <inkml:brush xml:id="br0">
      <inkml:brushProperty name="width" value="0.05" units="cm"/>
      <inkml:brushProperty name="height" value="0.05" units="cm"/>
      <inkml:brushProperty name="color" value="#FFFFFF"/>
    </inkml:brush>
  </inkml:definitions>
  <inkml:trace contextRef="#ctx0" brushRef="#br0">51 198 24575,'0'-10'0,"-3"-11"0,-1-9 0,-3-6 0,0 0 0,-2 4 0,0 9 0,2 13 0,2 14 0,5 9 0,3 2-8191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39.614"/>
    </inkml:context>
    <inkml:brush xml:id="br0">
      <inkml:brushProperty name="width" value="0.05" units="cm"/>
      <inkml:brushProperty name="height" value="0.05" units="cm"/>
      <inkml:brushProperty name="color" value="#FFFFFF"/>
    </inkml:brush>
  </inkml:definitions>
  <inkml:trace contextRef="#ctx0" brushRef="#br0">178 264 24575,'0'-4'0,"0"1"0,0-1 0,-1 1 0,1 0 0,-1-1 0,0 1 0,0 0 0,0-1 0,0 1 0,0 0 0,-1 0 0,1 0 0,-5-5 0,5 6 0,-1 1 0,0-1 0,1 0 0,-1 1 0,0 0 0,0-1 0,0 1 0,-1 0 0,1 0 0,0 0 0,0 0 0,0 1 0,-1-1 0,1 0 0,0 1 0,-1 0 0,1 0 0,-1-1 0,1 2 0,-5-1 0,3 1 0,-1-1 0,1 1 0,-1 0 0,1 0 0,0 1 0,-1-1 0,1 1 0,0 0 0,0 0 0,0 0 0,0 1 0,0-1 0,1 1 0,-7 6 0,5-4 0,1 1 0,0-1 0,0 0 0,1 1 0,-1 0 0,1 0 0,1 0 0,-1 1 0,-2 9 0,3-8 0,0 0 0,1 0 0,0 0 0,0 0 0,0 1 0,1-1 0,1 0 0,0 0 0,0 0 0,0 0 0,1 0 0,0 0 0,0 0 0,1 0 0,0-1 0,1 1 0,4 7 0,-3-9 0,-1-1 0,1 1 0,0-1 0,0 0 0,0-1 0,1 1 0,0-1 0,0 0 0,0 0 0,0-1 0,0 0 0,1 0 0,-1-1 0,1 1 0,13 2 0,-16-5 0,0 0 0,0 1 0,0-1 0,0-1 0,0 1 0,0 0 0,0-1 0,0 0 0,0 0 0,0 0 0,0 0 0,0-1 0,-1 0 0,1 0 0,-1 0 0,1 0 0,-1 0 0,0 0 0,1-1 0,-2 0 0,1 0 0,0 0 0,0 0 0,-1 0 0,1 0 0,-1-1 0,0 1 0,0-1 0,1-3 0,0 0 0,-1 0 0,0 0 0,0 0 0,-1 0 0,1 0 0,-1 0 0,-1-1 0,0 1 0,0 0 0,0 0 0,-1-1 0,0 1 0,0 0 0,-1 0 0,0 0 0,0 0 0,-1 0 0,0 1 0,-6-12 0,-4-5 0,-2 1 0,0 1 0,-2 0 0,-18-19 0,34 40 0,0-1 0,1 1 0,-1-1 0,1 1 0,-1-1 0,1 1 0,0-1 0,-1 1 0,1-1 0,-1 1 0,1-1 0,0 0 0,0 1 0,-1-1 0,1 0 0,0 1 0,0-1 0,0 0 0,0 1 0,-1-1 0,1 0 0,0 0 0,0 1 0,1-1 0,-1 0 0,0 0 0,1 0 0,-1 0 0,1 1 0,0-1 0,-1 0 0,1 1 0,0-1 0,0 1 0,0-1 0,0 1 0,-1-1 0,1 1 0,0 0 0,0-1 0,0 1 0,0 0 0,2 0 0,8-1 0,0 0 0,20 2 0,-21 0 0,72-1 0,104 6 0,-177-5 0,-1 1 0,1-1 0,-1 2 0,0-1 0,0 1 0,0 0 0,0 1 0,0 0 0,-1 0 0,1 0 0,-1 1 0,-1 0 0,1 1 0,0-1 0,-1 1 0,-1 1 0,9 10 0,-8-8 0,0 0 0,-1 1 0,0 0 0,0 0 0,-1 0 0,0 1 0,-1-1 0,-1 1 0,1 0 0,-2 0 0,1 0 0,-2 0 0,0 14 0,0-21 0,0 0 0,-1 0 0,0 0 0,0 0 0,0 0 0,-1-1 0,1 1 0,-1 0 0,0-1 0,0 1 0,0-1 0,0 1 0,-1-1 0,-3 3 0,5-4 0,0-1 0,-1 0 0,1 0 0,0 0 0,-1 0 0,1 0 0,-1 0 0,1 0 0,-1 0 0,1-1 0,-1 1 0,0-1 0,1 1 0,-1-1 0,0 0 0,0 1 0,1-1 0,-1 0 0,0 0 0,0 0 0,1 0 0,-1-1 0,0 1 0,1 0 0,-1-1 0,0 1 0,1-1 0,-1 0 0,0 1 0,1-1 0,-1 0 0,1 0 0,-1 0 0,1 0 0,-2-2 0,1 1 0,0 0 0,0 0 0,1 0 0,-1-1 0,1 1 0,-1 0 0,1-1 0,0 1 0,0-1 0,0 0 0,0 1 0,0-1 0,1 0 0,-1 1 0,1-1 0,0 0 0,0 0 0,0 0 0,0 1 0,0-1 0,0 0 0,1 0 0,0 1 0,1-6 0,2-4 0,0 0 0,1 0 0,13-22 0,2 0 0,2 2 0,1 0 0,46-49 0,-53 65 0,0 1 0,1 0 0,0 2 0,2-1 0,-1 2 0,1 1 0,41-18 0,-28 19-1365,-7 5-5461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0.219"/>
    </inkml:context>
    <inkml:brush xml:id="br0">
      <inkml:brushProperty name="width" value="0.05" units="cm"/>
      <inkml:brushProperty name="height" value="0.05" units="cm"/>
      <inkml:brushProperty name="color" value="#FFFFFF"/>
    </inkml:brush>
  </inkml:definitions>
  <inkml:trace contextRef="#ctx0" brushRef="#br0">69 69 24575,'-2'-21'0,"2"21"0,0-1 0,0 1 0,-1 0 0,1 0 0,0 0 0,0 0 0,0 0 0,0 0 0,0-1 0,0 1 0,0 0 0,0 0 0,0 0 0,0 0 0,0 0 0,0 0 0,0 0 0,0 0 0,0 0 0,-1-1 0,1 1 0,0 0 0,0 0 0,0 0 0,0 0 0,0 0 0,0 0 0,0 0 0,-1 0 0,1 0 0,0 0 0,0 0 0,0 0 0,0 0 0,0 0 0,0 0 0,0 0 0,-1 0 0,1 0 0,0 0 0,0 0 0,0 0 0,0 0 0,0 0 0,0 0 0,-1 0 0,1 0 0,0 0 0,0 0 0,0 0 0,0 0 0,0 1 0,0-1 0,0 0 0,0 0 0,-1 0 0,1 0 0,0 0 0,0 0 0,-2 4 0,0 0 0,-1 1 0,2-1 0,-1 0 0,0 1 0,0 4 0,-12 42 0,2 1 0,-6 72 0,16-104 0,1 0 0,1 1 0,1-1 0,1 0 0,0 0 0,1 0 0,2-1 0,0 1 0,11 27 0,-12-38 0,1 0 0,0-1 0,0 1 0,1-1 0,0 0 0,0-1 0,1 1 0,0-1 0,0-1 0,1 1 0,-1-1 0,2-1 0,-1 1 0,0-1 0,1-1 0,0 0 0,0 0 0,1 0 0,-1-1 0,1-1 0,-1 0 0,1 0 0,0-1 0,0 0 0,0 0 0,-1-1 0,12-2 0,-6 1 0,0-1 0,0-1 0,0 0 0,0-1 0,-1-1 0,0 0 0,0-1 0,0-1 0,0 0 0,-1 0 0,-1-2 0,1 1 0,-1-2 0,-1 1 0,1-2 0,-2 0 0,11-13 0,-8 6 0,-1-2 0,-1 0 0,-1 0 0,-1-1 0,0 0 0,-2-1 0,10-44 0,-10 22 0,-1 0 0,-2-1 0,-3-48 0,-1 87 0,-3-43 0,3 46 0,-1-1 0,0 1 0,0 0 0,0 0 0,0-1 0,0 1 0,0 0 0,-1 0 0,0 0 0,0 0 0,-2-4 0,3 7 7,1 0-1,-1-1 1,1 1-1,0-1 0,-1 1 1,1 0-1,-1-1 1,1 1-1,-1 0 1,1-1-1,-1 1 1,1 0-1,-1 0 0,1 0 1,-1-1-1,1 1 1,-1 0-1,1 0 1,-1 0-1,1 0 0,-1 0 1,0 0-1,1 0 1,-1 0-1,1 0 1,-1 0-1,1 0 1,-1 1-1,1-1 0,-1 0 1,0 0-1,1 0 1,-1 1-1,1-1 1,0 0-1,-1 1 1,1-1-1,-1 0 0,1 1 1,-1-1-1,1 1 1,0-1-1,-1 1 1,1-1-1,0 0 0,0 1 1,-1-1-1,1 1 1,0 0-1,0-1 1,0 1-1,-1 0 1,0 2-251,-1 1 0,1-1 0,0 1 0,0 0 1,0 0-1,0 4 0,1 13-6582</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0.422"/>
    </inkml:context>
    <inkml:brush xml:id="br0">
      <inkml:brushProperty name="width" value="0.05" units="cm"/>
      <inkml:brushProperty name="height" value="0.05" units="cm"/>
      <inkml:brushProperty name="color" value="#FFFFFF"/>
    </inkml:brush>
  </inkml:definitions>
  <inkml:trace contextRef="#ctx0" brushRef="#br0">1 100 24575,'0'-3'0,"3"-8"0,1-4 0,0-3 0,2 1 0,1 1 0,1 2 0,0 8 0,-1 11 0,-3 10 0,2 9 0,0 10 0,-2 8 0,0 10 0,-2 8 0,-1 7 0,-4 4 0,-1-10-8191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2.690"/>
    </inkml:context>
    <inkml:brush xml:id="br0">
      <inkml:brushProperty name="width" value="0.05" units="cm"/>
      <inkml:brushProperty name="height" value="0.05" units="cm"/>
      <inkml:brushProperty name="color" value="#FFFFFF"/>
    </inkml:brush>
  </inkml:definitions>
  <inkml:trace contextRef="#ctx0" brushRef="#br0">217 482 24575,'12'-1'0,"-1"-1"0,0-1 0,0 0 0,0 0 0,14-7 0,-20 8 0,8-3 0,1-1 0,-1-1 0,0 0 0,-1 0 0,14-11 0,-21 14 0,0-1 0,0 0 0,-1 1 0,1-2 0,-1 1 0,0 0 0,0-1 0,-1 0 0,0 0 0,0 0 0,0 0 0,-1 0 0,3-9 0,-5 12 0,1 1 0,-1 0 0,0 0 0,0 0 0,0-1 0,0 1 0,0 0 0,0 0 0,0-1 0,-1 1 0,1 0 0,-1 0 0,0 0 0,1 0 0,-1 0 0,0 0 0,0 0 0,0 0 0,-1 0 0,1 0 0,0 0 0,-1 1 0,1-1 0,-1 0 0,0 1 0,1 0 0,-1-1 0,0 1 0,0 0 0,0 0 0,0 0 0,0 0 0,0 0 0,0 0 0,0 1 0,-4-2 0,-2 0 0,-1 1 0,0-1 0,1 1 0,-1 0 0,0 1 0,1 0 0,-1 1 0,-10 1 0,0 3 0,0 1 0,1 1 0,0 0 0,0 1 0,0 1 0,1 1 0,1 0 0,0 1 0,0 1 0,1 1 0,1 0 0,0 1 0,0 0 0,2 1 0,0 0 0,-15 26 0,21-31 0,1-1 0,1 1 0,0 0 0,0 0 0,1 0 0,0 0 0,1 1 0,0 0 0,0 14 0,2-20 0,0 0 0,0 0 0,1 0 0,0 0 0,0 1 0,0-2 0,0 1 0,1 0 0,0 0 0,0 0 0,1-1 0,-1 1 0,1-1 0,0 0 0,0 0 0,0 0 0,0 0 0,1 0 0,0-1 0,0 1 0,6 3 0,-3-2 0,1-1 0,0 1 0,1-1 0,-1-1 0,1 0 0,-1 0 0,1 0 0,0-1 0,0-1 0,9 2 0,-4-3 0,0 0 0,0 0 0,-1-1 0,1-1 0,-1 0 0,17-6 0,-9 2 0,-1-2 0,0 0 0,0-2 0,0 0 0,-1-1 0,-1-1 0,0-1 0,20-18 0,-24 17 0,-1-1 0,0 0 0,-1 0 0,-1-1 0,0-1 0,-2 0 0,1 0 0,-2-1 0,-1 0 0,0 0 0,-1-1 0,6-36 0,-7 25 0,-2 0 0,-1 1 0,-2-1 0,-1 0 0,-1 0 0,-1 0 0,-13-50 0,15 74 0,0 1 0,-1 0 0,0-1 0,0 1 0,0 0 0,0 0 0,-6-8 0,8 13 0,0-1 0,0 1 0,-1 0 0,1 0 0,0 0 0,0 0 0,0-1 0,0 1 0,-1 0 0,1 0 0,0 0 0,0 0 0,-1 0 0,1 0 0,0-1 0,0 1 0,0 0 0,-1 0 0,1 0 0,0 0 0,0 0 0,-1 0 0,1 0 0,0 0 0,0 0 0,-1 0 0,1 0 0,0 0 0,0 0 0,-1 0 0,1 1 0,0-1 0,0 0 0,-1 0 0,1 0 0,0 0 0,0 0 0,0 0 0,-1 1 0,-6 11 0,-1 15 0,3 8 0,1-1 0,2 1 0,2 0 0,6 62 0,3-32 0,29 104 0,-1-54 342,-30-97-684,1 0 1,1-1 0,0 0-1,14 18 1,-7-15-6485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3.126"/>
    </inkml:context>
    <inkml:brush xml:id="br0">
      <inkml:brushProperty name="width" value="0.05" units="cm"/>
      <inkml:brushProperty name="height" value="0.05" units="cm"/>
      <inkml:brushProperty name="color" value="#FFFFFF"/>
    </inkml:brush>
  </inkml:definitions>
  <inkml:trace contextRef="#ctx0" brushRef="#br0">0 91 24575,'11'-36'0,"-8"24"0,0 0 0,8-17 0,-11 29 0,0 0 0,1 1 0,-1-1 0,0 0 0,0 0 0,0 1 0,0-1 0,0 0 0,0 0 0,0 1 0,1-1 0,-1 0 0,0 0 0,0 1 0,0-1 0,1 0 0,-1 0 0,0 0 0,0 1 0,1-1 0,-1 0 0,0 0 0,0 0 0,1 0 0,-1 0 0,0 0 0,0 0 0,1 1 0,-1-1 0,0 0 0,1 0 0,-1 0 0,0 0 0,0 0 0,1 0 0,-1 0 0,0 0 0,1-1 0,-1 1 0,0 0 0,0 0 0,1 0 0,-1 0 0,0 0 0,0 0 0,1 0 0,-1-1 0,0 1 0,0 0 0,1 0 0,-1 0 0,0-1 0,0 1 0,0 0 0,1 0 0,-1-1 0,0 1 0,0 0 0,0 0 0,0-1 0,0 1 0,0 0 0,0 0 0,0-1 0,1 1 0,-1 0 0,0-1 0,0 1 0,6 24 0,0 21 0,-2 1 0,-4 85 0,-22 93 0,18-186 0,0-4 0,0-4 0,-1 50 0,5-80 0,0 0 0,0-1 0,0 1 0,0 0 0,0 0 0,0 0 0,0 0 0,0 0 0,1 0 0,-1 0 0,0 0 0,0 0 0,0 0 0,0 0 0,0 0 0,0 0 0,0 0 0,0 0 0,0 0 0,0 0 0,0 0 0,0 0 0,1 0 0,-1 0 0,0 0 0,0 0 0,0 0 0,0 0 0,0 0 0,0 0 0,0 0 0,0 0 0,0 0 0,0 0 0,0 0 0,1 0 0,-1 0 0,0 0 0,0 0 0,0 0 0,0 0 0,0 0 0,0 0 0,0 0 0,0 1 0,0-1 0,0 0 0,0 0 0,0 0 0,0 0 0,0 0 0,0 0 0,0 0 0,0 0 0,0 0 0,7-12 0,7-20 0,-10 22 0,13-34 0,34-61 0,-44 93 0,0 1 0,1-1 0,0 1 0,1 1 0,0 0 0,0 0 0,1 1 0,1 0 0,21-15 0,-26 21 0,0 1 0,1-1 0,-1 1 0,0 0 0,1 0 0,-1 1 0,1 0 0,-1 0 0,1 1 0,-1 0 0,1 0 0,0 0 0,-1 1 0,1 0 0,-1 0 0,1 0 0,-1 1 0,0 0 0,0 0 0,1 1 0,-1 0 0,-1 0 0,1 0 0,0 1 0,8 7 0,-8-6 0,1 1 0,-1 0 0,0 0 0,0 0 0,0 1 0,-1-1 0,0 1 0,-1 1 0,0-1 0,0 1 0,0 0 0,-1 0 0,0 0 0,0 0 0,-1 0 0,0 1 0,-1-1 0,0 1 0,0 13 0,-1-18 0,0 1 0,-1-1 0,0 0 0,1 0 0,-1 0 0,-1 0 0,1 0 0,-1 0 0,1 0 0,-1 0 0,0-1 0,0 1 0,-1-1 0,1 1 0,-1-1 0,-4 4 0,3-3 0,-1-1 0,1 0 0,-1 0 0,1-1 0,-1 0 0,0 1 0,0-2 0,0 1 0,0 0 0,-1-1 0,-7 1 0,-1-1 0,-1 0 0,1-1 0,-1-1 0,1-1 0,0 0 0,-1 0 0,1-2 0,-22-7 0,24 6-124,0 0 0,0 0 0,1-1 0,-1-1 0,2 0 0,-1-1-1,1 0 1,0 0 0,0-1 0,-15-19 0,9 5-6702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3.916"/>
    </inkml:context>
    <inkml:brush xml:id="br0">
      <inkml:brushProperty name="width" value="0.05" units="cm"/>
      <inkml:brushProperty name="height" value="0.05" units="cm"/>
      <inkml:brushProperty name="color" value="#FFFFFF"/>
    </inkml:brush>
  </inkml:definitions>
  <inkml:trace contextRef="#ctx0" brushRef="#br0">324 128 24575,'33'-22'0,"-26"18"0,-1 0 0,1-1 0,-1 1 0,6-6 0,-10 8 0,-1 1 0,0-1 0,0 1 0,1-1 0,-1 0 0,0 1 0,0-1 0,-1 0 0,1 0 0,0 0 0,0 1 0,-1-1 0,1 0 0,-1 0 0,0 0 0,0 0 0,1 0 0,-1 0 0,0 0 0,-1-3 0,1 4 0,-1-1 0,0 0 0,1 1 0,-1-1 0,0 0 0,0 1 0,0-1 0,0 1 0,0 0 0,0-1 0,0 1 0,-1 0 0,1-1 0,0 1 0,-1 0 0,1 0 0,-1 0 0,1 0 0,-1 1 0,0-1 0,1 0 0,-1 1 0,-3-2 0,-3 0 0,0 0 0,-1 1 0,-14-1 0,6 2 0,0 1 0,-1 0 0,1 1 0,0 2 0,0-1 0,-25 10 0,21-5 0,0 1 0,1 0 0,0 2 0,-29 19 0,44-26 0,0 0 0,1-1 0,-1 2 0,1-1 0,0 0 0,0 1 0,0 0 0,1 0 0,0 0 0,-4 6 0,7-9 0,-1 1 0,0-1 0,0 0 0,1 1 0,-1-1 0,1 1 0,0-1 0,0 0 0,0 1 0,0-1 0,0 1 0,1-1 0,-1 0 0,1 1 0,-1-1 0,1 0 0,0 1 0,0-1 0,0 0 0,0 0 0,0 0 0,0 0 0,1 0 0,-1 0 0,1 0 0,0 0 0,-1 0 0,3 1 0,6 5 0,0 0 0,0 0 0,1-1 0,0-1 0,16 7 0,64 23 0,-69-29 0,127 43 0,42 15 0,-187-63 0,54 24 0,-54-24 0,0 0 0,0 1 0,0-1 0,0 1 0,-1 0 0,1 1 0,-1-1 0,0 1 0,0-1 0,4 7 0,-6-9 0,-1 0 0,1 0 0,-1 0 0,0 0 0,1 0 0,-1 0 0,0 0 0,0 0 0,0 0 0,1 0 0,-1 0 0,0 0 0,0 0 0,-1 0 0,1 0 0,0 0 0,0 0 0,0 0 0,-1 0 0,1-1 0,0 1 0,-1 0 0,1 0 0,-1 0 0,1 0 0,-1 0 0,0 0 0,1-1 0,-1 1 0,0 0 0,1-1 0,-1 1 0,0 0 0,0-1 0,-1 1 0,-3 3 0,-1-1 0,0 0 0,0-1 0,-8 4 0,11-5 0,-33 10 0,0-1 0,-2-2 0,1-1 0,-1-2 0,1-2 0,-1-1 0,0-2 0,0-2 0,0-1 0,-47-11 0,73 12-195,2-1 0,-1-1 0,0 0 0,1 0 0,-1-1 0,-12-7 0,-2-8-6631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4.250"/>
    </inkml:context>
    <inkml:brush xml:id="br0">
      <inkml:brushProperty name="width" value="0.05" units="cm"/>
      <inkml:brushProperty name="height" value="0.05" units="cm"/>
      <inkml:brushProperty name="color" value="#FFFFFF"/>
    </inkml:brush>
  </inkml:definitions>
  <inkml:trace contextRef="#ctx0" brushRef="#br0">1 19 24575,'1'-1'0,"0"-1"0,0 1 0,0-1 0,0 1 0,1 0 0,-1 0 0,1 0 0,-1 0 0,0 0 0,1 0 0,0 0 0,-1 0 0,1 1 0,0-1 0,-1 0 0,1 1 0,0 0 0,-1-1 0,1 1 0,0 0 0,0 0 0,-1 0 0,1 0 0,0 0 0,3 1 0,-2 0 0,0 1 0,0 0 0,0 0 0,0 0 0,0 1 0,-1-1 0,1 0 0,-1 1 0,1 0 0,-1 0 0,4 5 0,15 27 0,-1 0 0,-2 1 0,-2 1 0,-1 1 0,-2 0 0,11 53 0,-22-82 0,0 0 0,-1 0 0,1 14 0,-2-21 0,0 0 0,0-1 0,-1 1 0,1-1 0,0 1 0,-1-1 0,1 1 0,0-1 0,-1 1 0,0-1 0,1 1 0,-3 2 0,3-4 0,-1 0 0,0 1 0,1-1 0,-1 1 0,1-1 0,-1 0 0,0 1 0,1-1 0,-1 0 0,0 0 0,0 1 0,1-1 0,-1 0 0,0 0 0,1 0 0,-1 0 0,0 0 0,0 0 0,1 0 0,-1 0 0,0 0 0,0-1 0,1 1 0,-1 0 0,0 0 0,1-1 0,-1 1 0,-1-1 0,-1-1 0,0 0 0,0 0 0,0-1 0,0 1 0,0-1 0,0 0 0,1 0 0,-1 0 0,1 0 0,0 0 0,0 0 0,0-1 0,0 1 0,1-1 0,-1 1 0,-1-8 0,0-2 0,0-1 0,0 1 0,0-19 0,2 11 0,1 1 0,1-1 0,1 0 0,1 0 0,0 1 0,2 0 0,0 0 0,2 0 0,12-29 0,-18 47-59,0 0 0,0 0-1,0 0 1,0 0-1,1 0 1,-1 0 0,1 1-1,-1-1 1,1 0 0,0 1-1,-1-1 1,1 1 0,0-1-1,0 1 1,0 0-1,0 0 1,0 0 0,0 0-1,1 0 1,-1 0 0,0 1-1,5-2 1,7 2-6767</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4.562"/>
    </inkml:context>
    <inkml:brush xml:id="br0">
      <inkml:brushProperty name="width" value="0.05" units="cm"/>
      <inkml:brushProperty name="height" value="0.05" units="cm"/>
      <inkml:brushProperty name="color" value="#FFFFFF"/>
    </inkml:brush>
  </inkml:definitions>
  <inkml:trace contextRef="#ctx0" brushRef="#br0">9 221 24575,'-7'-24'0,"5"21"0,8 17 0,30 76 0,-24-55 0,2-2 0,1 1 0,21 31 0,-33-60 0,0-1 0,0 1 0,1-1 0,-1 0 0,1 0 0,0-1 0,8 6 0,-11-8 0,0 0 0,0-1 0,1 1 0,-1 0 0,0-1 0,1 0 0,-1 1 0,0-1 0,1 0 0,-1 1 0,1-1 0,-1 0 0,0 0 0,1 0 0,-1 0 0,1-1 0,-1 1 0,0 0 0,1-1 0,-1 1 0,0 0 0,1-1 0,-1 0 0,0 1 0,0-1 0,1 0 0,-1 0 0,0 1 0,0-1 0,0 0 0,0 0 0,0 0 0,0 0 0,1-2 0,5-7 0,0 0 0,0-1 0,-1 0 0,0 0 0,-1 0 0,5-17 0,18-75 0,-10 18-682,6-93-1,-21 142-6143</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5.391"/>
    </inkml:context>
    <inkml:brush xml:id="br0">
      <inkml:brushProperty name="width" value="0.05" units="cm"/>
      <inkml:brushProperty name="height" value="0.05" units="cm"/>
      <inkml:brushProperty name="color" value="#FFFFFF"/>
    </inkml:brush>
  </inkml:definitions>
  <inkml:trace contextRef="#ctx0" brushRef="#br0">328 270 24575,'10'-12'0,"-1"0"0,1 0 0,9-18 0,-17 26 0,4-6 0,-1 1 0,0-1 0,0 0 0,-1 0 0,0 0 0,-1 0 0,3-19 0,-5 25 0,-1 1 0,0 0 0,0-1 0,0 1 0,0-1 0,0 1 0,-1-1 0,1 1 0,-1 0 0,0-1 0,0 1 0,0 0 0,-1 0 0,1-1 0,-1 1 0,1 0 0,-1 0 0,0 1 0,0-1 0,-1 0 0,1 1 0,0-1 0,-1 1 0,0 0 0,1 0 0,-1 0 0,-5-3 0,1 2 0,0 1 0,-1-1 0,1 1 0,-1 0 0,0 1 0,1 0 0,-1 0 0,0 0 0,0 1 0,1 1 0,-1-1 0,0 1 0,1 0 0,-1 1 0,0 0 0,1 0 0,0 1 0,-1 0 0,-8 5 0,1-1 0,1 1 0,1 1 0,-1 0 0,2 0 0,-1 1 0,1 1 0,1 1 0,-15 17 0,14-13 0,2 0 0,0 0 0,0 1 0,2 0 0,0 1 0,1 0 0,-6 23 0,11-32 0,1-1 0,0 0 0,0 1 0,1-1 0,-1 0 0,2 1 0,-1-1 0,4 12 0,-3-15 0,0 0 0,1 0 0,0 0 0,0 0 0,1 0 0,-1-1 0,1 1 0,0-1 0,0 0 0,0 0 0,1 0 0,-1 0 0,1 0 0,7 4 0,-6-4 0,1-1 0,0 0 0,0 0 0,1 0 0,-1-1 0,0 1 0,1-2 0,0 1 0,-1-1 0,1 0 0,0 0 0,-1-1 0,1 0 0,0 0 0,0 0 0,0-1 0,-1 0 0,1 0 0,-1-1 0,1 0 0,8-4 0,-4 2 0,0-2 0,0 1 0,-1-1 0,0-1 0,0 0 0,0 0 0,-1-1 0,0 0 0,-1 0 0,0-1 0,9-13 0,-1-4 0,-1-1 0,-2 0 0,-1-1 0,-1 0 0,11-43 0,-12 47 0,-10 24 0,0 0 0,0-1 0,0 1 0,0 0 0,0 0 0,1 0 0,-1 0 0,0 0 0,0 0 0,0-1 0,0 1 0,0 0 0,0 0 0,1 0 0,-1 0 0,0 0 0,0 0 0,0 0 0,0 0 0,1 0 0,-1 0 0,0 0 0,0 0 0,0 0 0,0 0 0,1 0 0,-1 0 0,0 0 0,0 0 0,0 0 0,0 0 0,1 0 0,-1 0 0,0 0 0,0 0 0,0 0 0,0 0 0,1 0 0,4 13 0,0 14 86,2-1-1,1 1 0,22 48 1,-22-60-276,0-1 0,0 0 1,1-1-1,1 1 0,0-2 1,1 1-1,0-2 1,14 11-1,8 3-6636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5.796"/>
    </inkml:context>
    <inkml:brush xml:id="br0">
      <inkml:brushProperty name="width" value="0.05" units="cm"/>
      <inkml:brushProperty name="height" value="0.05" units="cm"/>
      <inkml:brushProperty name="color" value="#FFFFFF"/>
    </inkml:brush>
  </inkml:definitions>
  <inkml:trace contextRef="#ctx0" brushRef="#br0">8 365 24575,'-7'-58'0,"6"49"0,10 38 0,156 497 0,-163-519 0,4 9 0,-5-14 0,-3-7 0,-23-64 0,-15-76 0,26 91 0,-36-160 0,42 167 0,2 0 0,0-77 0,6 111 0,0 0 0,2 0 0,-1 0 0,2 0 0,0 1 0,0-1 0,8-16 0,-10 25 0,1 1 0,0-1 0,0 1 0,0 0 0,0 0 0,0 0 0,1 0 0,-1 1 0,1-1 0,0 1 0,-1-1 0,1 1 0,0 0 0,1 0 0,-1 0 0,0 0 0,1 1 0,-1 0 0,1-1 0,-1 1 0,1 0 0,-1 1 0,1-1 0,0 0 0,0 1 0,-1 0 0,1 0 0,0 0 0,6 2 0,0 0 0,0 0 0,-1 1 0,0 0 0,1 0 0,-1 1 0,0 1 0,-1-1 0,1 1 0,-1 1 0,0-1 0,0 2 0,-1-1 0,0 1 0,0 0 0,0 0 0,-1 1 0,0 0 0,0 0 0,8 17 0,-9-15 0,-1 0 0,0 0 0,0 1 0,-1-1 0,0 1 0,-1 0 0,-1-1 0,1 1 0,-1 0 0,-1 0 0,0 0 0,-1 0 0,0 0 0,-1 0 0,0 0 0,0-1 0,-7 18 0,-16 20-1365,-1-6-5461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05:46.218"/>
    </inkml:context>
    <inkml:brush xml:id="br0">
      <inkml:brushProperty name="width" value="0.05" units="cm"/>
      <inkml:brushProperty name="height" value="0.05" units="cm"/>
      <inkml:brushProperty name="color" value="#FFFFFF"/>
    </inkml:brush>
  </inkml:definitions>
  <inkml:trace contextRef="#ctx0" brushRef="#br0">47 266 24575,'-1'9'0,"0"-1"0,-1 0 0,0 0 0,0 0 0,-1 0 0,0 0 0,-5 8 0,-7 22 0,12-26 0,1 0 0,0 0 0,1 0 0,0 0 0,1 0 0,0 1 0,1-1 0,1 0 0,0 0 0,0 0 0,1 0 0,1-1 0,0 1 0,7 14 0,6 8 0,1-1 0,2 0 0,30 38 0,-37-57 0,-13-14 0,0 0 0,0 0 0,1 0 0,-1 0 0,0 0 0,0 0 0,0 0 0,0 0 0,0 0 0,0 0 0,0 0 0,1 0 0,-1 0 0,0 0 0,0 0 0,0 0 0,0 0 0,0 0 0,0 0 0,0 0 0,0 0 0,1 0 0,-1 0 0,0 0 0,0 0 0,0 0 0,0 0 0,0 0 0,0-1 0,0 1 0,0 0 0,0 0 0,1 0 0,-1 0 0,0 0 0,0 0 0,0 0 0,0 0 0,0 0 0,0-1 0,0 1 0,0 0 0,0 0 0,0 0 0,0 0 0,0 0 0,0 0 0,0 0 0,0-1 0,0 1 0,0 0 0,0 0 0,0 0 0,0 0 0,0 0 0,0 0 0,0 0 0,0-1 0,-1 1 0,-6-33 0,2 18 0,-14-66 0,-13-127 0,29 176 0,2 0 0,1 0 0,2 0 0,0 0 0,3 0 0,0 0 0,12-34 0,-14 57 0,0 1 0,1-1 0,0 1 0,0 0 0,1 1 0,0-1 0,0 1 0,1 0 0,0 0 0,0 0 0,0 1 0,9-6 0,-12 10 0,1-1 0,0 1 0,0-1 0,0 1 0,1 1 0,-1-1 0,0 0 0,1 1 0,-1 0 0,1 0 0,-1 1 0,1-1 0,-1 1 0,1 0 0,0 0 0,-1 0 0,1 1 0,-1-1 0,1 1 0,-1 0 0,1 1 0,-1-1 0,0 1 0,1 0 0,4 3 0,-4-2 0,-1-1 0,1 1 0,-1 1 0,0-1 0,0 0 0,0 1 0,0 0 0,-1 0 0,0 0 0,0 0 0,0 1 0,0-1 0,-1 1 0,1 0 0,-1 0 0,0-1 0,-1 1 0,1 1 0,-1-1 0,0 0 0,0 0 0,0 7 0,-1-5 0,-1-1 0,1 1 0,-1-1 0,0 1 0,-1-1 0,0 1 0,0-1 0,0 0 0,-1 1 0,0-1 0,0-1 0,0 1 0,-1 0 0,1-1 0,-2 0 0,1 0 0,-7 7 0,-2-1-273,0-1 0,-1-1 0,0 0 0,-26 11 0,-12 3-6553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09.847"/>
    </inkml:context>
    <inkml:brush xml:id="br0">
      <inkml:brushProperty name="width" value="0.05" units="cm"/>
      <inkml:brushProperty name="height" value="0.05" units="cm"/>
      <inkml:brushProperty name="color" value="#FFFFFF"/>
    </inkml:brush>
  </inkml:definitions>
  <inkml:trace contextRef="#ctx0" brushRef="#br0">672 204 24575,'-32'378'0,"14"-225"0,-86 691-524,-71-11-96,-39-186 1186,209-635-439,3-8-79,1 0 0,-1 0 0,1 1 0,-1-1 0,1 0 0,0 1 0,0 4 0,1-9-46,0 0 0,0 1 0,0-1-1,0 0 1,0 0 0,0 1 0,1-1-1,-1 0 1,0 0 0,0 1 0,0-1 0,0 0-1,0 0 1,0 0 0,0 1 0,1-1-1,-1 0 1,0 0 0,0 0 0,0 0 0,1 1-1,-1-1 1,0 0 0,0 0 0,0 0-1,1 0 1,-1 0 0,0 0 0,0 0-1,0 1 1,1-1 0,-1 0 0,0 0 0,0 0-1,1 0 1,12-3 18,13-9-36,-23 11 15,57-28-102,0 4 1,2 2-1,1 3 0,119-22 0,272-8-907,691 33-3816,5 73 4351,-928-43 547,127 8-349,708 25-1235,-1044-46 1512,264-6 192,-227 2-59,1-2 0,-1-2 0,63-19 0,-100 23 118,-1 0 0,0-1 0,0 0 0,0-1 0,12-8 0,-22 12-131,0 1 0,1-1 0,-1 1 0,0-1 1,0 0-1,0 0 0,-1 0 0,1 0 0,0 0 0,-1 0 0,1-1 1,-1 1-1,0 0 0,0-1 0,0 1 0,0-1 0,0 1 0,0-1 1,-1 1-1,1-1 0,-1 0 0,0 1 0,1-1 0,-1 0 0,-1 0 1,1 1-1,0-1 0,-1 0 0,1 1 0,-2-4 0,-1-1 34,-1 0 0,1-1-1,-1 1 1,-1 1 0,1-1-1,-1 1 1,-7-7 0,-44-40 955,21 22-860,7 3-249,1-1 0,2-1 0,0-1 0,2-2 0,2 0 0,1-1 0,2-1 0,1-1 0,1-1 0,3 0 0,0 0 0,3-2 0,-9-61 0,11 30-109,3-1-1,3 1 1,4-1-1,16-116 1,2 75-73,5 0-1,45-123 1,-24 112 182,6 2 0,87-150 0,165-207 0,-287 454 0,-9 14 0,0-1 0,-1 1 0,-1-1 0,1-1 0,-2 1 0,1-1 0,-2 0 0,6-21 0,-9 30 9,-1 0 1,0 1-1,0-1 1,0 0-1,0 1 1,0-1-1,-1 0 1,1 0-1,-1 1 1,0-1-1,1 1 1,-1-1-1,0 1 1,-1-1-1,1 1 1,0-1-1,-3-2 1,1 2 27,0-1 1,-1 1 0,1 0-1,-1 0 1,0 0 0,0 1-1,0 0 1,0-1-1,-6-1 1,-7-2 71,-1 1 1,0 0-1,0 2 1,-19-2-1,-42-2-86,-94 3-1,-82 16-184,219-9 96,-437 28-1695,-420 23 401,-481-7-2613,-402 21 2464,1144-9 2082,564-45-417,26-3-290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0.374"/>
    </inkml:context>
    <inkml:brush xml:id="br0">
      <inkml:brushProperty name="width" value="0.05" units="cm"/>
      <inkml:brushProperty name="height" value="0.05" units="cm"/>
      <inkml:brushProperty name="color" value="#FFFFFF"/>
    </inkml:brush>
  </inkml:definitions>
  <inkml:trace contextRef="#ctx0" brushRef="#br0">548 403 24575,'13'-18'0,"56"-84"0,-60 86 0,0 0 0,-1 0 0,-1 0 0,8-30 0,-14 41 0,1-1 0,-1 1 0,-1-1 0,1 1 0,-1-1 0,0 1 0,0-1 0,-1 1 0,0-1 0,1 1 0,-2 0 0,1-1 0,-1 1 0,0 0 0,0 0 0,0 0 0,-1 0 0,-4-7 0,2 7 0,1-1 0,-1 1 0,0 1 0,-1-1 0,1 1 0,-1 0 0,0 0 0,0 0 0,0 1 0,0 0 0,-1 0 0,1 1 0,-1 0 0,-8-2 0,2 2 0,-1 0 0,1 1 0,-1 0 0,1 1 0,-1 1 0,0 0 0,1 1 0,-1 0 0,1 1 0,0 1 0,0 0 0,0 0 0,1 2 0,-1-1 0,1 2 0,1-1 0,-1 2 0,-20 16 0,24-17 0,0 0 0,1 0 0,0 1 0,0-1 0,0 2 0,1-1 0,0 1 0,1 0 0,0 0 0,0 0 0,1 1 0,0-1 0,1 1 0,0 0 0,1 1 0,0-1 0,0 0 0,1 0 0,1 1 0,-1-1 0,2 1 0,-1-1 0,2 0 0,-1 1 0,4 11 0,2-3 0,1 0 0,1-1 0,0 0 0,1-1 0,1 0 0,1 0 0,0-1 0,22 21 0,14 11 0,62 45 0,-88-75 0,-7-7 0,1 1 0,-2 1 0,0 1 0,0 0 0,19 27 0,-31-39 0,-1 1 0,1-1 0,-1 0 0,0 1 0,0 0 0,0-1 0,0 1 0,0-1 0,0 1 0,-1 0 0,0 0 0,1-1 0,-1 1 0,0 0 0,0 0 0,0-1 0,-1 1 0,1 0 0,-2 4 0,0-4 0,1 1 0,-1-1 0,0 0 0,0 0 0,-1 0 0,1 0 0,-1 0 0,1-1 0,-1 1 0,0-1 0,0 1 0,-5 2 0,-8 3 0,1 0 0,-1-2 0,0 0 0,0-1 0,-18 4 0,-8 1-170,1-2-1,-1-2 0,0-1 1,0-3-1,-1-1 0,1-2 1,-78-13-1,61 0-6655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0.614"/>
    </inkml:context>
    <inkml:brush xml:id="br0">
      <inkml:brushProperty name="width" value="0.05" units="cm"/>
      <inkml:brushProperty name="height" value="0.05" units="cm"/>
      <inkml:brushProperty name="color" value="#FFFFFF"/>
    </inkml:brush>
  </inkml:definitions>
  <inkml:trace contextRef="#ctx0" brushRef="#br0">18 27 24575,'7'-6'0,"1"-6"0,0 4 0,-2 8 0,-2 10 0,-4 11 0,-3 13 0,0 14 0,-3 14 0,-1 12 0,2 6 0,-3 5 0,1 0 0,2-2 0,1-5 0,1-7 0,5-10 0,2-14-8191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0.864"/>
    </inkml:context>
    <inkml:brush xml:id="br0">
      <inkml:brushProperty name="width" value="0.05" units="cm"/>
      <inkml:brushProperty name="height" value="0.05" units="cm"/>
      <inkml:brushProperty name="color" value="#FFFFFF"/>
    </inkml:brush>
  </inkml:definitions>
  <inkml:trace contextRef="#ctx0" brushRef="#br0">0 214 24575,'0'-3'0,"0"-4"0,3-4 0,8-1 0,7 0 0,11-5 0,9-3 0,8-1 0,8 1 0,8-4 0,2 0 0,3 1 0,-10 4-8191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1.142"/>
    </inkml:context>
    <inkml:brush xml:id="br0">
      <inkml:brushProperty name="width" value="0.05" units="cm"/>
      <inkml:brushProperty name="height" value="0.05" units="cm"/>
      <inkml:brushProperty name="color" value="#FFFFFF"/>
    </inkml:brush>
  </inkml:definitions>
  <inkml:trace contextRef="#ctx0" brushRef="#br0">60 82 24575,'-2'0'0,"-1"0"0,1 0 0,0 0 0,-1 1 0,1-1 0,-1 0 0,1 1 0,0 0 0,0-1 0,-1 1 0,1 0 0,0 0 0,0 0 0,-4 3 0,5-2 0,-1-1 0,1 1 0,-1 1 0,1-1 0,0 0 0,0 0 0,0 0 0,0 1 0,0-1 0,0 0 0,0 1 0,1-1 0,0 1 0,-1 3 0,-4 47 0,3 0 0,2 1 0,12 91 0,-10-132 0,0-1 0,0 0 0,1 0 0,1-1 0,0 1 0,1-1 0,10 21 0,-13-29 0,1 1 0,-1-1 0,0 0 0,1-1 0,-1 1 0,1 0 0,0-1 0,0 1 0,0-1 0,0 0 0,1 0 0,-1 0 0,0 0 0,1-1 0,-1 0 0,1 1 0,0-1 0,-1 0 0,1-1 0,0 1 0,0-1 0,0 1 0,-1-1 0,1 0 0,0-1 0,0 1 0,0-1 0,-1 0 0,6-1 0,0-1 0,0-1 0,0 1 0,-1-2 0,1 1 0,-1-1 0,0-1 0,0 0 0,0 0 0,-1 0 0,0-1 0,8-10 0,1-3 0,0-1 0,25-45 0,-27 39 0,-2-1 0,0 0 0,-2-1 0,8-38 0,-6 7 0,4-68 0,-15 96 0,-2 21 0,-2 16 0,-1 20-1365,0 7-5461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2.217"/>
    </inkml:context>
    <inkml:brush xml:id="br0">
      <inkml:brushProperty name="width" value="0.05" units="cm"/>
      <inkml:brushProperty name="height" value="0.05" units="cm"/>
      <inkml:brushProperty name="color" value="#FFFFFF"/>
    </inkml:brush>
  </inkml:definitions>
  <inkml:trace contextRef="#ctx0" brushRef="#br0">15 19 24575,'0'-1'0,"1"0"0,-1 0 0,0 0 0,1 0 0,-1 0 0,1 0 0,-1 0 0,1 1 0,-1-1 0,1 0 0,0 0 0,-1 1 0,1-1 0,0 0 0,-1 1 0,1-1 0,0 0 0,0 1 0,0-1 0,0 1 0,0-1 0,0 1 0,-1 0 0,0 0 0,1-1 0,-1 1 0,0 0 0,1 0 0,-1 0 0,0 0 0,1 0 0,-1 0 0,0 0 0,1 0 0,-1 0 0,1 0 0,-1 0 0,0 0 0,1 0 0,-1 0 0,0 0 0,1 0 0,-1 0 0,1 0 0,-1 0 0,0 0 0,1 0 0,-1 1 0,0-1 0,0 0 0,1 0 0,-1 1 0,0-1 0,1 0 0,-1 0 0,0 1 0,0-1 0,1 0 0,-1 0 0,0 1 0,0-1 0,0 0 0,0 1 0,1-1 0,-1 1 0,0-1 0,0 0 0,0 1 0,0-1 0,0 0 0,0 1 0,0-1 0,0 0 0,0 1 0,0-1 0,0 1 0,0 0 0,-2 11 0,0 1 0,-1 0 0,0 0 0,-6 12 0,-7 30 0,14-42 0,0-1 0,0 1 0,1-1 0,1 1 0,0-1 0,1 1 0,3 18 0,-3-27 0,0 0 0,1 1 0,-1-1 0,1 0 0,0 0 0,0 0 0,1 0 0,-1 0 0,1-1 0,0 1 0,0-1 0,0 0 0,0 1 0,0-2 0,1 1 0,-1 0 0,1-1 0,0 1 0,0-1 0,0 0 0,0 0 0,0-1 0,0 1 0,6 0 0,24 4-1365,-2-6-5461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2.360"/>
    </inkml:context>
    <inkml:brush xml:id="br0">
      <inkml:brushProperty name="width" value="0.05" units="cm"/>
      <inkml:brushProperty name="height" value="0.05" units="cm"/>
      <inkml:brushProperty name="color" value="#FFFFFF"/>
    </inkml:brush>
  </inkml:definitions>
  <inkml:trace contextRef="#ctx0" brushRef="#br0">16 12 24575,'-3'-3'0,"-5"-1"0,3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2.837"/>
    </inkml:context>
    <inkml:brush xml:id="br0">
      <inkml:brushProperty name="width" value="0.05" units="cm"/>
      <inkml:brushProperty name="height" value="0.05" units="cm"/>
      <inkml:brushProperty name="color" value="#FFFFFF"/>
    </inkml:brush>
  </inkml:definitions>
  <inkml:trace contextRef="#ctx0" brushRef="#br0">361 351 24575,'0'-10'0,"0"-1"0,0 0 0,-2 1 0,1-1 0,-5-15 0,4 22 0,0-1 0,0 1 0,0 0 0,0 0 0,-1 0 0,1 0 0,-1 1 0,0-1 0,-1 1 0,1-1 0,0 1 0,-1 0 0,0 1 0,0-1 0,-4-2 0,3 2 0,0 0 0,0 1 0,0 0 0,0 0 0,0 0 0,0 0 0,-1 1 0,1 0 0,-1 0 0,1 1 0,-1-1 0,1 1 0,-1 0 0,1 1 0,-1-1 0,1 1 0,-9 2 0,6 0 0,0 1 0,0 0 0,0 0 0,0 1 0,1-1 0,0 2 0,0-1 0,0 1 0,0 0 0,-6 8 0,0 2 0,0-1 0,1 2 0,0 0 0,2 0 0,0 1 0,-10 25 0,16-34 0,1 0 0,0 0 0,1 0 0,-1 0 0,2 1 0,0-1 0,0 1 0,0 0 0,1-1 0,1 1 0,0-1 0,0 1 0,0-1 0,2 1 0,3 12 0,-4-18 0,-1-1 0,1 0 0,0 1 0,0-1 0,0 0 0,0 0 0,1 0 0,-1 0 0,1-1 0,-1 1 0,1-1 0,0 0 0,0 1 0,0-1 0,1 0 0,-1-1 0,0 1 0,1-1 0,-1 1 0,1-1 0,-1 0 0,1 0 0,0-1 0,-1 1 0,1-1 0,0 1 0,-1-1 0,1-1 0,0 1 0,0 0 0,5-2 0,3-1 0,1 0 0,-1-1 0,0 0 0,0-1 0,-1 0 0,1-1 0,-1-1 0,11-7 0,-4 0 0,0-1 0,-1-1 0,0 0 0,-2-1 0,0-1 0,-1 0 0,0-1 0,-2-1 0,0 0 0,-2 0 0,11-28 0,-3-3 0,-3 1 0,-1-2 0,10-92 0,-20 120 0,-3 19 0,-1 15 0,-4 46 93,-1-2-458,2 0 1,2-1-1,8 63 1,4-52-6462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7.571"/>
    </inkml:context>
    <inkml:brush xml:id="br0">
      <inkml:brushProperty name="width" value="0.05" units="cm"/>
      <inkml:brushProperty name="height" value="0.05" units="cm"/>
      <inkml:brushProperty name="color" value="#FFFFFF"/>
    </inkml:brush>
  </inkml:definitions>
  <inkml:trace contextRef="#ctx0" brushRef="#br0">257 154 24575,'2'-17'0,"0"0"0,2 0 0,0 0 0,0 0 0,13-26 0,-9 19 0,-8 22 0,-3 4 0,-10 10 0,-15 19 0,-7 17 0,2 1 0,3 2 0,-38 84 0,50-92 0,2 1 0,2 1 0,2 0 0,2 1 0,-5 48 0,13-75 0,1-1 0,1 0 0,1 1 0,0-1 0,1 0 0,1 0 0,1 0 0,9 27 0,-10-36 0,1-1 0,0 0 0,0 0 0,1 0 0,0 0 0,0-1 0,1 0 0,0 0 0,0 0 0,1-1 0,0 0 0,0 0 0,0-1 0,1 0 0,-1 0 0,1-1 0,0 1 0,1-2 0,9 4 0,-6-4-455,0 0 0,19 2 0,22-1-6371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8.008"/>
    </inkml:context>
    <inkml:brush xml:id="br0">
      <inkml:brushProperty name="width" value="0.05" units="cm"/>
      <inkml:brushProperty name="height" value="0.05" units="cm"/>
      <inkml:brushProperty name="color" value="#FFFFFF"/>
    </inkml:brush>
  </inkml:definitions>
  <inkml:trace contextRef="#ctx0" brushRef="#br0">299 831 24575,'0'-4'0,"0"1"0,1 0 0,-1 0 0,1 0 0,0 0 0,0 0 0,0 0 0,0 0 0,1 1 0,-1-1 0,1 0 0,-1 1 0,1-1 0,0 1 0,0-1 0,1 1 0,-1 0 0,0 0 0,1 0 0,4-3 0,7-3 0,-1 0 0,2 1 0,15-6 0,16-8 0,-31 12 0,0-2 0,-1 0 0,0-1 0,-1-1 0,-1 0 0,0 0 0,0-1 0,-2-1 0,0 0 0,0 0 0,-1-1 0,-1 0 0,-1 0 0,0-1 0,4-18 0,-1-2 0,-2 0 0,-2-1 0,-1 0 0,-2 0 0,-1 0 0,-4-43 0,1 67 0,-1-1 0,0 0 0,-1 0 0,0 1 0,-11-27 0,13 37 0,-1 0 0,0 0 0,0 1 0,-1-1 0,1 1 0,-1 0 0,1-1 0,-1 1 0,0 0 0,0 1 0,-5-4 0,6 5 0,-1-1 0,0 1 0,1 0 0,-1 0 0,0 0 0,0 0 0,0 1 0,0-1 0,0 1 0,1 0 0,-1 0 0,0 0 0,0 0 0,0 0 0,0 0 0,0 1 0,-5 1 0,0 1 0,0 0 0,0 1 0,0 0 0,1 0 0,-1 0 0,1 1 0,0 0 0,0 1 0,-9 9 0,-1 4 0,1 0 0,-16 24 0,1 7-51,1 1-1,3 2 1,2 1-1,2 1 1,-15 59 0,2 19-104,-18 143 1,5 84 213,-25 141-1381,63-452-4989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8.661"/>
    </inkml:context>
    <inkml:brush xml:id="br0">
      <inkml:brushProperty name="width" value="0.05" units="cm"/>
      <inkml:brushProperty name="height" value="0.05" units="cm"/>
      <inkml:brushProperty name="color" value="#FFFFFF"/>
    </inkml:brush>
  </inkml:definitions>
  <inkml:trace contextRef="#ctx0" brushRef="#br0">1 521 24575,'0'-15'0,"1"0"0,1 0 0,5-21 0,-5 28 0,0 0 0,1 1 0,0-1 0,0 0 0,0 1 0,1 0 0,9-13 0,-10 17 0,0 0 0,0 1 0,0-1 0,1 1 0,-1-1 0,1 1 0,-1 0 0,1 0 0,0 1 0,5-3 0,42-7 0,-37 8 0,315-30 0,-60 10 0,-258 22 0,-1-1 0,1 0 0,-1 0 0,0-1 0,14-6 0,-22 8 0,1-1 0,-1 1 0,0-1 0,1 1 0,-1-1 0,0 0 0,0 0 0,0 0 0,0 0 0,0 0 0,-1 0 0,1-1 0,-1 1 0,1-1 0,-1 1 0,0-1 0,0 1 0,0-1 0,0 0 0,0 1 0,-1-1 0,0 0 0,1 0 0,-1-4 0,1-5 0,1 0 0,1 0 0,0 0 0,0 1 0,1-1 0,0 1 0,1 0 0,8-12 0,-5 7 0,-1 0 0,8-26 0,-35 93 0,6-20 0,4-5 0,-88 242 0,87-229 0,1 0 0,2 1 0,2 0 0,2 0 0,0 42 0,4-78 0,0-1 0,1 1 0,-1 0 0,1-1 0,-1 1 0,1-1 0,1 1 0,1 4 0,-3-7 0,1 0 0,-1 0 0,1-1 0,-1 1 0,1 0 0,0-1 0,-1 1 0,1 0 0,0-1 0,-1 1 0,1-1 0,0 1 0,0-1 0,-1 1 0,1-1 0,0 0 0,0 1 0,0-1 0,0 0 0,-1 0 0,1 0 0,0 0 0,0 0 0,0 0 0,0 0 0,0 0 0,0 0 0,0 0 0,-1 0 0,1 0 0,0 0 0,0-1 0,0 1 0,0 0 0,-1-1 0,1 1 0,0-1 0,1 0 0,6-4 0,0 0 0,0-1 0,-1 0 0,0 0 0,0 0 0,0-1 0,6-9 0,40-59 0,-38 51 0,25-37 0,-3-2 0,28-67 0,-64 127 0,1 0 0,-1-1 0,0 1 0,0 0 0,-1-1 0,1 1 0,0-6 0,-1 9 0,0 0 0,0-1 0,0 1 0,0-1 0,0 1 0,-1-1 0,1 1 0,0-1 0,0 1 0,0-1 0,0 1 0,-1-1 0,1 1 0,0-1 0,0 1 0,-1 0 0,1-1 0,0 1 0,-1 0 0,1-1 0,-1 0 0,0 1 0,0 0 0,0 0 0,0 0 0,1-1 0,-1 1 0,0 0 0,0 0 0,0 0 0,0 0 0,0 0 0,1 1 0,-1-1 0,0 0 0,0 0 0,0 0 0,0 1 0,0 0 0,-16 5 0,1 2 0,1 0 0,-1 0 0,1 2 0,1 0 0,0 1 0,-23 21 0,35-30 0,0 1 0,0-1 0,1 0 0,-1 1 0,0 0 0,1-1 0,0 1 0,-1 0 0,1 0 0,0-1 0,0 1 0,1 0 0,-1 0 0,1 0 0,-1 0 0,1 0 0,0 1 0,0-1 0,1 0 0,-1 0 0,0 0 0,1 0 0,0 0 0,0 0 0,0-1 0,0 1 0,0 0 0,0 0 0,1-1 0,-1 1 0,1 0 0,0-1 0,2 3 0,7 8 0,1 0 0,0-1 0,1 0 0,21 15 0,-30-24 0,102 67-1365,-74-52-5461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8.894"/>
    </inkml:context>
    <inkml:brush xml:id="br0">
      <inkml:brushProperty name="width" value="0.05" units="cm"/>
      <inkml:brushProperty name="height" value="0.05" units="cm"/>
      <inkml:brushProperty name="color" value="#FFFFFF"/>
    </inkml:brush>
  </inkml:definitions>
  <inkml:trace contextRef="#ctx0" brushRef="#br0">72 375 24575,'-8'-61'0,"3"0"0,5-104 0,1 154 0,0 1 0,1-1 0,5-17 0,-7 26 0,1 0 0,0 0 0,0 0 0,0 0 0,0 1 0,0-1 0,1 0 0,-1 0 0,0 1 0,4-4 0,-4 5 0,0-1 0,0 1 0,-1-1 0,1 1 0,0-1 0,0 1 0,0 0 0,0-1 0,0 1 0,0 0 0,0 0 0,0 0 0,0 0 0,0 0 0,0 0 0,0 0 0,0 0 0,0 0 0,0 1 0,0-1 0,0 0 0,0 1 0,0-1 0,1 1 0,3 2 0,0 0 0,0 0 0,0 1 0,0 0 0,-1 0 0,1 0 0,-1 0 0,7 10 0,25 43 0,-32-50 0,16 31 0,-1 1 0,-2 1 0,14 47 0,-22-59 0,-3 1 0,0-1 0,-1 1 0,-2 0 0,-1 49 0,-3-64 27,-1 0-1,0 1 0,-1-1 0,0 0 1,-1 0-1,-1-1 0,0 1 0,-1-1 1,0 0-1,-1 0 0,0-1 0,-10 12 1,4-8-241,-1 0 1,-1-1 0,-1 0-1,0-2 1,0 0 0,-2 0-1,-25 13 1,-55 24-6613</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4.095"/>
    </inkml:context>
    <inkml:brush xml:id="br0">
      <inkml:brushProperty name="width" value="0.05" units="cm"/>
      <inkml:brushProperty name="height" value="0.05" units="cm"/>
      <inkml:brushProperty name="color" value="#FFFFFF"/>
    </inkml:brush>
  </inkml:definitions>
  <inkml:trace contextRef="#ctx0" brushRef="#br0">278 644 24575,'29'-24'0,"-24"20"0,0 1 0,0-1 0,-1 0 0,0 0 0,1-1 0,-1 1 0,-1-1 0,1 0 0,3-6 0,-6 8 0,1 0 0,0 0 0,-1-1 0,0 1 0,0-1 0,0 1 0,0-1 0,0 0 0,-1 1 0,0-1 0,0 0 0,0 1 0,0-1 0,0 0 0,-1 1 0,1-1 0,-1 1 0,0-1 0,0 1 0,-1-1 0,1 1 0,-1-1 0,1 1 0,-1 0 0,0 0 0,0 0 0,-1 0 0,1 0 0,0 1 0,-1-1 0,0 1 0,0-1 0,0 1 0,0 0 0,0 0 0,0 0 0,0 1 0,-1-1 0,1 1 0,0-1 0,-1 1 0,1 0 0,-5 0 0,-6-1 0,1 0 0,-1 1 0,0 1 0,1 0 0,-1 1 0,0 1 0,1 0 0,-18 5 0,21-5 0,0 1 0,0 1 0,1-1 0,-1 2 0,1-1 0,0 1 0,0 1 0,1-1 0,-1 1 0,1 1 0,-12 12 0,16-13 0,1-1 0,-1 1 0,1 1 0,0-1 0,0 0 0,1 1 0,0 0 0,0-1 0,0 1 0,1 0 0,0 0 0,1 0 0,-1 0 0,1 0 0,0 0 0,1-1 0,0 1 0,0 0 0,0 0 0,1 0 0,4 10 0,-4-13 0,-1 0 0,1 1 0,0-1 0,0 0 0,1-1 0,-1 1 0,1 0 0,0-1 0,0 1 0,0-1 0,0 0 0,0 0 0,1 0 0,-1-1 0,1 1 0,0-1 0,0 0 0,0 0 0,0 0 0,0 0 0,0-1 0,1 1 0,-1-1 0,0 0 0,1-1 0,-1 1 0,1-1 0,-1 0 0,1 0 0,-1 0 0,1-1 0,-1 1 0,1-1 0,4-2 0,1 0 0,0-1 0,-1-1 0,1 1 0,-1-2 0,1 1 0,-1-1 0,-1-1 0,0 1 0,1-1 0,-2-1 0,1 0 0,6-9 0,2-4 0,-2 0 0,0-2 0,20-43 0,-6 1 0,-3-2 0,-3 0 0,-3-2 0,-3 0 0,8-82 0,-22 119 0,-2 32 0,0 0 0,0 0 0,0 0 0,0 0 0,0-1 0,1 1 0,-1 0 0,0 0 0,0 0 0,0 0 0,0-1 0,0 1 0,0 0 0,0 0 0,0 0 0,0 0 0,0-1 0,0 1 0,0 0 0,0 0 0,0 0 0,0 0 0,0-1 0,0 1 0,0 0 0,0 0 0,0 0 0,0 0 0,-1 0 0,1-1 0,0 1 0,0 0 0,0 0 0,0 0 0,0 0 0,0 0 0,0-1 0,-1 1 0,1 0 0,0 0 0,0 0 0,0 0 0,0 0 0,0 0 0,-1 0 0,1 0 0,0 0 0,0 0 0,0 0 0,0 0 0,-1 0 0,-5 10 0,-4 22 0,-8 46 0,4 1 0,4 1 0,-1 150 0,12-204-455,0 0 0,7 27 0,0-16-6371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4.935"/>
    </inkml:context>
    <inkml:brush xml:id="br0">
      <inkml:brushProperty name="width" value="0.05" units="cm"/>
      <inkml:brushProperty name="height" value="0.05" units="cm"/>
      <inkml:brushProperty name="color" value="#FFFFFF"/>
    </inkml:brush>
  </inkml:definitions>
  <inkml:trace contextRef="#ctx0" brushRef="#br0">19 172 24575,'-3'2'0,"10"3"0,10 3 0,-9-7 0,0 0 0,1 0 0,-1-1 0,1 0 0,-1-1 0,1 0 0,-1 0 0,0-1 0,1 0 0,-1 0 0,0-1 0,0 0 0,10-5 0,-12 4 0,0 1 0,0-1 0,0 0 0,0 0 0,-1-1 0,1 0 0,-1 0 0,0 0 0,-1 0 0,1-1 0,-1 0 0,0 0 0,-1 0 0,0 0 0,0-1 0,3-7 0,-5 12 0,0 0 0,-1-1 0,1 1 0,-1 0 0,0 0 0,0 0 0,1 0 0,-1 0 0,0 0 0,-1 0 0,1-1 0,0 1 0,-1 0 0,1 0 0,-1 0 0,0 0 0,1 0 0,-1 0 0,0 0 0,0 1 0,-1-1 0,1 0 0,0 0 0,0 1 0,-1-1 0,1 1 0,-1-1 0,1 1 0,-1 0 0,0-1 0,0 1 0,0 0 0,1 0 0,-1 0 0,0 0 0,0 1 0,0-1 0,0 0 0,0 1 0,-3-1 0,-2 0 0,1 0 0,-1 0 0,0 0 0,0 1 0,0 0 0,0 0 0,0 1 0,0 0 0,0 0 0,0 1 0,-8 2 0,8 0 14,-1 0 1,1 0-1,0 0 0,0 1 0,0 0 1,0 1-1,1-1 0,0 1 0,0 0 0,1 1 1,0-1-1,0 1 0,0 0 0,1 1 1,0-1-1,0 1 0,1 0 0,0 0 0,1 0 1,-1 0-1,1 0 0,1 0 0,-1 14 1,1-14-81,1-1 0,0 1 1,0 0-1,1 0 0,0-1 1,0 1-1,1 0 0,0-1 1,1 1-1,-1-1 1,1 0-1,1 0 0,-1 0 1,1 0-1,0-1 0,1 1 1,0-1-1,0 0 0,0 0 1,1-1-1,-1 0 1,1 0-1,1 0 0,-1-1 1,11 6-1,8 2-6760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5.340"/>
    </inkml:context>
    <inkml:brush xml:id="br0">
      <inkml:brushProperty name="width" value="0.05" units="cm"/>
      <inkml:brushProperty name="height" value="0.05" units="cm"/>
      <inkml:brushProperty name="color" value="#FFFFFF"/>
    </inkml:brush>
  </inkml:definitions>
  <inkml:trace contextRef="#ctx0" brushRef="#br0">18 165 24575,'0'-10'0,"0"-2"0,0 1 0,0 0 0,-1-1 0,-5-19 0,2 25 0,2 10 0,-1 12 0,2 22 0,2 0 0,6 39 0,0 11 0,-5-51 0,0-18 0,-1-1 0,-1 1 0,0-1 0,-5 31 0,5-48 0,0-1 0,0 0 0,0 0 0,0 1 0,0-1 0,0 0 0,0 0 0,0 1 0,0-1 0,0 0 0,0 1 0,0-1 0,0 0 0,0 0 0,0 1 0,0-1 0,0 0 0,-1 0 0,1 0 0,0 1 0,0-1 0,0 0 0,0 0 0,0 1 0,-1-1 0,1 0 0,0 0 0,0 0 0,0 0 0,-1 1 0,1-1 0,0 0 0,0 0 0,0 0 0,-1 0 0,1 0 0,0 0 0,0 0 0,-1 1 0,1-1 0,0 0 0,0 0 0,-1 0 0,-4-13 0,1-23 0,3-4 0,2 0 0,2 0 0,9-49 0,-7 64 0,2 0 0,0 0 0,1 1 0,2 0 0,0 1 0,16-27 0,-23 45 0,1 1 0,-1-1 0,1 1 0,-1-1 0,1 1 0,1 0 0,-1 1 0,5-5 0,-7 8 0,-1-1 0,0 0 0,0 1 0,0-1 0,1 0 0,-1 1 0,0-1 0,1 1 0,-1 0 0,1 0 0,-1-1 0,0 1 0,1 0 0,-1 0 0,1 0 0,-1 0 0,0 1 0,1-1 0,-1 0 0,1 0 0,-1 1 0,0-1 0,1 1 0,-1-1 0,0 1 0,0 0 0,0 0 0,1-1 0,-1 1 0,0 0 0,0 0 0,0 0 0,0 0 0,0 0 0,0 0 0,-1 1 0,2 0 0,2 4 0,-1 0 0,0 1 0,0-1 0,0 0 0,-1 1 0,1 0 0,-2 0 0,1 0 0,-1-1 0,0 1 0,-1 0 0,1 1 0,-1-1 0,-1 0 0,1 0 0,-1 0 0,-1 0 0,-3 12 0,3-11 0,-1 0 0,0 0 0,-1-1 0,0 1 0,0-1 0,0 0 0,-1 0 0,0 0 0,-1 0 0,1-1 0,-1 0 0,0 0 0,-1-1 0,1 0 0,-11 6 0,11-7-124,0-1 0,0 0 0,0-1 0,-1 0 0,1 0 0,-1 0-1,1-1 1,-1 0 0,0 0 0,-11 0 0,-3-4-6702</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5.557"/>
    </inkml:context>
    <inkml:brush xml:id="br0">
      <inkml:brushProperty name="width" value="0.05" units="cm"/>
      <inkml:brushProperty name="height" value="0.05" units="cm"/>
      <inkml:brushProperty name="color" value="#FFFFFF"/>
    </inkml:brush>
  </inkml:definitions>
  <inkml:trace contextRef="#ctx0" brushRef="#br0">12 0 24575,'-6'6'0,"1"3"0,4-2 0,9 0 0,6-3 0,4-1 0,2-5 0,3-1 0,2-1 0,-1 1 0,-5 0-8191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6.053"/>
    </inkml:context>
    <inkml:brush xml:id="br0">
      <inkml:brushProperty name="width" value="0.05" units="cm"/>
      <inkml:brushProperty name="height" value="0.05" units="cm"/>
      <inkml:brushProperty name="color" value="#FFFFFF"/>
    </inkml:brush>
  </inkml:definitions>
  <inkml:trace contextRef="#ctx0" brushRef="#br0">19 0 24575,'0'24'0,"-11"297"0,10-307 0,-3 14 0,2 0 0,1 35 0,1-63 0,0 1 0,0 0 0,0-1 0,0 1 0,0-1 0,0 1 0,0 0 0,0-1 0,0 1 0,0 0 0,1-1 0,-1 1 0,0-1 0,0 1 0,1 0 0,-1-1 0,0 1 0,0-1 0,1 1 0,-1-1 0,1 1 0,-1-1 0,0 1 0,1-1 0,-1 1 0,1-1 0,-1 0 0,1 1 0,0-1 0,0 1 0,0-2 0,0 1 0,0 0 0,0-1 0,0 1 0,-1-1 0,1 1 0,0-1 0,0 1 0,0-1 0,0 0 0,-1 1 0,1-1 0,0 0 0,-1 0 0,2-1 0,22-36 0,-24 38 1,5-10-229,0 0 0,-1-1 1,0 1-1,-1-1 1,3-19-1,-4 16-6598</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6.358"/>
    </inkml:context>
    <inkml:brush xml:id="br0">
      <inkml:brushProperty name="width" value="0.05" units="cm"/>
      <inkml:brushProperty name="height" value="0.05" units="cm"/>
      <inkml:brushProperty name="color" value="#FFFFFF"/>
    </inkml:brush>
  </inkml:definitions>
  <inkml:trace contextRef="#ctx0" brushRef="#br0">20 101 24575,'1'-12'0,"1"1"0,0-1 0,1 1 0,0 0 0,1-1 0,10-20 0,-27 98 0,2-23 0,2 1 0,-6 79 0,14-99 0,1-1 0,1 0 0,1 0 0,1 0 0,1 0 0,1 0 0,10 26 0,-12-41 57,0 0 0,1 0 0,0-1 0,0 1 0,9 10 0,-10-15-179,-1 0 0,1 0 0,0 0 0,0 0 0,1-1 0,-1 0 0,1 1 0,-1-1 0,1 0 1,0 0-1,-1-1 0,1 1 0,5 0 0,11 2-6704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6.514"/>
    </inkml:context>
    <inkml:brush xml:id="br0">
      <inkml:brushProperty name="width" value="0.05" units="cm"/>
      <inkml:brushProperty name="height" value="0.05" units="cm"/>
      <inkml:brushProperty name="color" value="#FFFFFF"/>
    </inkml:brush>
  </inkml:definitions>
  <inkml:trace contextRef="#ctx0" brushRef="#br0">65 19 24575,'-9'-3'0,"-7"-1"0,-3 0 0,5 0 0,7 2 0,9 1 0,9 3 0,13 2 0,12 0 0,8-1 0,6 0 0,8-2 0,-7 0-8191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6.685"/>
    </inkml:context>
    <inkml:brush xml:id="br0">
      <inkml:brushProperty name="width" value="0.05" units="cm"/>
      <inkml:brushProperty name="height" value="0.05" units="cm"/>
      <inkml:brushProperty name="color" value="#FFFFFF"/>
    </inkml:brush>
  </inkml:definitions>
  <inkml:trace contextRef="#ctx0" brushRef="#br0">0 0 24575,'0'4'0,"0"3"0,4 1 0,3 0 0,4-6 0,3-3 0,0 0-8191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7.325"/>
    </inkml:context>
    <inkml:brush xml:id="br0">
      <inkml:brushProperty name="width" value="0.05" units="cm"/>
      <inkml:brushProperty name="height" value="0.05" units="cm"/>
      <inkml:brushProperty name="color" value="#FFFFFF"/>
    </inkml:brush>
  </inkml:definitions>
  <inkml:trace contextRef="#ctx0" brushRef="#br0">79 36 24575,'-78'0'0,"587"-35"0,-635 50 0,-229 23 0,339-38 342,15-2-684,9-2-1023,6 0-5461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7.556"/>
    </inkml:context>
    <inkml:brush xml:id="br0">
      <inkml:brushProperty name="width" value="0.05" units="cm"/>
      <inkml:brushProperty name="height" value="0.05" units="cm"/>
      <inkml:brushProperty name="color" value="#FFFFFF"/>
    </inkml:brush>
  </inkml:definitions>
  <inkml:trace contextRef="#ctx0" brushRef="#br0">0 5 24575,'0'-3'0,"0"2"0,0 4 0,3 5 0,1 8 0,0 3 0,-1 5 0,2 8 0,1 5 0,-1 2 0,1 0 0,1 1 0,-2-4 0,-1-8-8191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7.711"/>
    </inkml:context>
    <inkml:brush xml:id="br0">
      <inkml:brushProperty name="width" value="0.05" units="cm"/>
      <inkml:brushProperty name="height" value="0.05" units="cm"/>
      <inkml:brushProperty name="color" value="#FFFFFF"/>
    </inkml:brush>
  </inkml:definitions>
  <inkml:trace contextRef="#ctx0" brushRef="#br0">18 112 24575,'0'-16'0,"0"-8"0,0-3 0,-3 3 0,-4 9 0,-1 10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18.133"/>
    </inkml:context>
    <inkml:brush xml:id="br0">
      <inkml:brushProperty name="width" value="0.05" units="cm"/>
      <inkml:brushProperty name="height" value="0.05" units="cm"/>
      <inkml:brushProperty name="color" value="#FFFFFF"/>
    </inkml:brush>
  </inkml:definitions>
  <inkml:trace contextRef="#ctx0" brushRef="#br0">158 589 24575,'1'1'0,"0"0"0,0 0 0,0-1 0,0 1 0,0 0 0,0-1 0,0 1 0,0-1 0,0 1 0,0-1 0,0 0 0,0 1 0,0-1 0,0 0 0,0 0 0,1 0 0,-1 0 0,0 0 0,0 0 0,0 0 0,0 0 0,0 0 0,1 0 0,-1-1 0,0 1 0,0 0 0,0-1 0,0 1 0,0-1 0,0 0 0,0 1 0,0-1 0,0 1 0,0-1 0,-1 0 0,1 0 0,0 0 0,0 0 0,-1 1 0,1-1 0,0 0 0,-1 0 0,1-1 0,0 0 0,0 1 0,0 0 0,-1-1 0,1 1 0,-1-1 0,1 1 0,-1-1 0,1 1 0,-1 0 0,0-1 0,0 0 0,0 1 0,0-3 0,0 3 0,0 0 0,0 1 0,0-1 0,-1 0 0,1 1 0,0-1 0,0 0 0,-1 1 0,1-1 0,0 1 0,-1-1 0,1 0 0,-1 1 0,1-1 0,-1 1 0,1-1 0,-1 1 0,0-1 0,1 1 0,-1 0 0,1-1 0,-1 1 0,0 0 0,1-1 0,-1 1 0,0 0 0,1 0 0,-2-1 0,-4 1 0,1 0 0,-1 0 0,1 0 0,0 1 0,-1-1 0,1 1 0,0 1 0,-1-1 0,1 1 0,0 0 0,0 0 0,0 0 0,0 1 0,1-1 0,-7 6 0,-3 2 0,1 0 0,0 1 0,-19 22 0,29-29 0,-1 1 0,1-1 0,0 0 0,0 1 0,0 0 0,0 0 0,1 0 0,0 0 0,-3 10 0,5-13 0,-1-1 0,1 0 0,0 1 0,0-1 0,0 1 0,0-1 0,1 1 0,-1-1 0,0 1 0,1-1 0,-1 0 0,0 1 0,1-1 0,0 0 0,-1 1 0,2 1 0,0-1 0,-1-1 0,1 1 0,0-1 0,-1 0 0,1 1 0,0-1 0,0 0 0,0 0 0,0 0 0,0 0 0,0-1 0,0 1 0,0 0 0,3 0 0,5 1 0,0-1 0,0 0 0,0 0 0,0-1 0,1 0 0,-1-1 0,0 0 0,0 0 0,0-1 0,0-1 0,-1 0 0,1 0 0,0-1 0,-1 0 0,0 0 0,0-1 0,12-9 0,-11 6 0,1 0 0,-2-1 0,1-1 0,-1 0 0,0 0 0,-1 0 0,0-1 0,-1-1 0,0 1 0,-1-1 0,0 0 0,7-24 0,-4 3 0,-2 0 0,-2 0 0,0-1 0,-1-43 0,-16-135 0,9 182 0,-10-36 0,7 51 0,6 15 0,0 0 0,0 0 0,0-1 0,0 1 0,0 0 0,0 0 0,0 0 0,0 0 0,0 0 0,0 0 0,0 0 0,-1 0 0,1 0 0,0 0 0,0 0 0,0 0 0,0 0 0,0 0 0,0 0 0,0 0 0,0 0 0,0 0 0,-1 0 0,1 0 0,0 0 0,0 0 0,0 0 0,0 0 0,0 0 0,0 0 0,0 0 0,0 0 0,0 0 0,-1 0 0,1 0 0,0 0 0,0 0 0,0 0 0,0 0 0,0 1 0,0-1 0,0 0 0,0 0 0,0 0 0,0 0 0,0 0 0,0 0 0,0 0 0,0 0 0,0 0 0,-1 0 0,1 1 0,0-1 0,0 0 0,0 0 0,0 0 0,0 0 0,0 0 0,0 0 0,-2 28 0,26 381 290,-5-143-1945,-15-185-5171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0.197"/>
    </inkml:context>
    <inkml:brush xml:id="br0">
      <inkml:brushProperty name="width" value="0.05" units="cm"/>
      <inkml:brushProperty name="height" value="0.05" units="cm"/>
      <inkml:brushProperty name="color" value="#FFFFFF"/>
    </inkml:brush>
  </inkml:definitions>
  <inkml:trace contextRef="#ctx0" brushRef="#br0">0 35 24575,'1'-2'0,"-1"1"0,0 0 0,1-1 0,-1 1 0,1-1 0,-1 1 0,1 0 0,0-1 0,-1 1 0,1 0 0,0 0 0,0-1 0,0 1 0,0 0 0,0 0 0,0 0 0,0 0 0,0 0 0,1 0 0,-1 1 0,0-1 0,0 0 0,1 1 0,-1-1 0,1 1 0,-1-1 0,2 0 0,2 0 0,0 0 0,-1 0 0,1 0 0,0 1 0,0-1 0,0 1 0,6 1 0,94 15 0,31 4 0,750 40-2185,-562-43 1714,-110-4 358,750 24-1078,-931-37 1160,-14 1 105,-1-1-1,0-1 1,0-1-1,0 0 1,32-9-1,-49 11 76,1-1 0,-1 1-1,0-1 1,1 0 0,-1 0 0,0 1-1,0-1 1,0 0 0,1 0 0,-1 0 0,0 0-1,0-1 1,1-1 0,-2 1 879,-4 8-589,-3 11-439,1 0 0,0 0 0,1 1 0,-5 32 0,-3 78 0,11-92 0,-26 606-454,29 4-447,18 224-738,1 177 1785,-22-325 2702,-32-741-2848,5 7 0,0 1 0,-1 2 0,-58-10 0,40 9 0,-465-68-928,-4 38-32,505 39 959,-672-23-343,555 31 428,108-3 250,31-1 582,34-1-1698,-8-5-5728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1.397"/>
    </inkml:context>
    <inkml:brush xml:id="br0">
      <inkml:brushProperty name="width" value="0.05" units="cm"/>
      <inkml:brushProperty name="height" value="0.05" units="cm"/>
      <inkml:brushProperty name="color" value="#FFFFFF"/>
    </inkml:brush>
  </inkml:definitions>
  <inkml:trace contextRef="#ctx0" brushRef="#br0">326 403 24575,'-39'-140'0,"35"135"0,4 15 0,4 21 0,64 765-540,-59 6-88,-9-708 618,-2 1490 10,2-1578 0,0 45 201,1-1-1,15 91 1,-13-127-163,0 0 0,1 0 1,1 0-1,0-1 1,1 1-1,0-1 1,1 0-1,1-1 1,0 0-1,0 0 0,1-1 1,1 0-1,0 0 1,17 14-1,-8-12-38,1-1 0,1-1 0,-1 0 0,2-1 0,-1-2 0,1 0 0,1-1 0,28 4 0,191 19 0,-215-28 0,1087 43-4020,-787-38 3420,937 32-824,243 6-431,-1391-42 1796,348 5-876,-6-21 225,-381 8 1094,141-27 1,-205 29-266,1-1 0,-1 0 0,0-1-1,-1 0 1,1-1 0,-1 0 0,0-1 0,14-10 0,-23 14 25,1 0 0,-1 0 0,0-1 0,0 0 0,0 1 0,0-1 0,0 0 0,-1 0 0,0-1 0,0 1 0,0 0 0,0-1 0,-1 1 0,0-1 0,0 1 0,0-1 0,0 0 0,-1 0 0,0 1 0,0-1 0,0 0 0,0 0 0,-1 1 0,0-1 0,0 0 0,-1-4 0,-4-9 214,-1 0 0,0 1-1,-1 0 1,-1 1 0,-1-1 0,-11-14 0,-78-90 647,67 86-1229,-199-258 519,205 253-246,0-2 1,3 0-1,2-2 0,1-1 0,-23-79 0,28 54-23,2-2-1,-6-123 1,16-148-355,3 321 273,45-684-1578,43 5 1034,-46 261 489,-42 421 266,0 0 0,-1 0 0,-1 0-1,0 0 1,-2 0 0,0 1 0,-1 0 0,-1-1-1,-1 2 1,0-1 0,-2 1 0,0 0 0,0 1 0,-2 0-1,0 0 1,-18-19 0,15 20-153,0 1-1,-2 1 1,1 0-1,-2 0 1,0 2-1,0 0 1,-1 1-1,0 1 1,0 0-1,-1 2 1,-1 0-1,1 1 1,-33-5-1,-242-29 90,-4 20-329,215 16 8,-1163-31-4854,1072 33 5324,-1211-11-3077,276 4 47,377 3 2358,248 5 6756,450 2-9559</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2.378"/>
    </inkml:context>
    <inkml:brush xml:id="br0">
      <inkml:brushProperty name="width" value="0.05" units="cm"/>
      <inkml:brushProperty name="height" value="0.05" units="cm"/>
      <inkml:brushProperty name="color" value="#FFFFFF"/>
    </inkml:brush>
  </inkml:definitions>
  <inkml:trace contextRef="#ctx0" brushRef="#br0">590 430 24575,'-2'-4'0,"1"1"0,0 0 0,-1-1 0,0 1 0,0 0 0,0 0 0,0 0 0,0 0 0,-1 1 0,-3-4 0,5 4 0,-7-5 0,1-1 0,-1 1 0,0 1 0,-1-1 0,1 2 0,-1-1 0,-1 1 0,1 0 0,-1 1 0,1 0 0,-1 1 0,-15-4 0,12 5 0,0 0 0,-1 1 0,1 1 0,0 0 0,0 1 0,-1 0 0,1 1 0,0 0 0,-14 5 0,8 0 0,0 0 0,0 1 0,1 1 0,0 0 0,0 2 0,1 0 0,1 1 0,0 1 0,0 0 0,2 1 0,-1 0 0,-22 32 0,31-36 0,0-1 0,1 1 0,0 0 0,0 0 0,1 1 0,1-1 0,0 1 0,0 0 0,-1 18 0,3-25 0,1-1 0,-1 1 0,1 0 0,0-1 0,1 1 0,-1-1 0,1 1 0,-1 0 0,1-1 0,0 1 0,1-1 0,-1 0 0,0 1 0,1-1 0,0 0 0,0 0 0,0 0 0,0 0 0,0 0 0,1 0 0,-1-1 0,1 1 0,-1-1 0,1 1 0,0-1 0,0 0 0,0 0 0,1-1 0,-1 1 0,0-1 0,1 1 0,5 0 0,-1 0 0,0-1 0,-1-1 0,1 0 0,0 0 0,-1 0 0,1-1 0,0 0 0,-1-1 0,1 0 0,-1 0 0,1 0 0,-1-1 0,0 0 0,0 0 0,0-1 0,-1 0 0,1 0 0,5-6 0,8-5 0,0-2 0,-1-1 0,-1 0 0,18-24 0,-4 0 0,-3-1 0,-1-2 0,41-90 0,-34 50 0,32-118 0,-64 190 0,-6 16 0,-8 21 0,-6 25 0,3 1 0,1 1 0,-9 86 0,15-61 0,7 145 0,1-206 0,0 12 0,8 44 0,-8-65 0,1 0 0,-1 0 0,1 0 0,0 0 0,1 0 0,-1 0 0,1 0 0,0-1 0,1 1 0,0-1 0,-1 0 0,9 8 0,-10-12 0,0 1 0,0 0 0,1-1 0,-1 1 0,0-1 0,1 0 0,-1 0 0,1 0 0,0 0 0,-1 0 0,1 0 0,0-1 0,0 0 0,-1 1 0,1-1 0,5 0 0,-3-1 0,0 0 0,-1 0 0,1 0 0,0-1 0,0 0 0,0 0 0,-1 0 0,7-4 0,4-4 0,-1-1 0,0-1 0,0 0 0,11-14 0,-2 0 0,-1-1 0,36-59 0,-57 84 0,0 0 0,0 0 0,0 0 0,1 0 0,-1 1 0,1-1 0,-1 0 0,1 1 0,0-1 0,-1 1 0,1 0 0,0 0 0,0-1 0,0 1 0,0 0 0,3 0 0,-1 0 0,1 0 0,0 1 0,-1-1 0,1 1 0,-1 1 0,7 0 0,6 0 0,-10-1 0,0 0 0,0-1 0,-1 0 0,1 0 0,0-1 0,-1 1 0,1-2 0,-1 1 0,1-1 0,-1 1 0,0-2 0,0 1 0,5-5 0,-7 6 0,-1-1 0,1 0 0,-1 0 0,0 0 0,0 0 0,0 0 0,0-1 0,-1 1 0,0-1 0,1 1 0,-1-1 0,0 0 0,-1 0 0,1 0 0,-1 0 0,0-1 0,0 1 0,0 0 0,0-1 0,-1 1 0,0-7 0,0 9 0,0-1 0,-1 0 0,1 1 0,-1-1 0,0 1 0,0 0 0,0-1 0,0 1 0,0 0 0,0-1 0,-1 1 0,1 0 0,-1 0 0,0 0 0,1 0 0,-1 0 0,0 1 0,0-1 0,0 1 0,0-1 0,0 1 0,-1-1 0,1 1 0,0 0 0,-1 0 0,1 0 0,-1 1 0,1-1 0,-1 1 0,1-1 0,-1 1 0,-4 0 0,0-1 0,0 1 0,0 0 0,0 1 0,0-1 0,0 1 0,1 1 0,-1-1 0,0 1 0,1 1 0,-1-1 0,-8 5 0,8-2 0,-1 1 0,1 0 0,-1 0 0,2 0 0,-1 1 0,1 0 0,0 0 0,0 1 0,1-1 0,0 1 0,0 0 0,1 1 0,0-1 0,1 1 0,0 0 0,0 0 0,1 0 0,0 0 0,0 0 0,1 1 0,0-1 0,1 0 0,1 15 0,0-11 0,0 0 0,1-1 0,1 1 0,0-1 0,0 0 0,2 0 0,-1 0 0,1-1 0,1 1 0,0-1 0,1-1 0,0 1 0,0-1 0,1 0 0,1-1 0,0 1 0,10 7 0,-6-8-227,1 0-1,0 0 1,0-2-1,1 1 1,20 5-1,18 4-6598</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2.797"/>
    </inkml:context>
    <inkml:brush xml:id="br0">
      <inkml:brushProperty name="width" value="0.05" units="cm"/>
      <inkml:brushProperty name="height" value="0.05" units="cm"/>
      <inkml:brushProperty name="color" value="#FFFFFF"/>
    </inkml:brush>
  </inkml:definitions>
  <inkml:trace contextRef="#ctx0" brushRef="#br0">95 400 24575,'-11'-46'0,"-3"0"0,-22-51 0,35 95 0,0 0 0,0 0 0,0-1 0,0 1 0,0 0 0,-1 0 0,1 0 0,-1 0 0,1 0 0,-4-2 0,5 4 0,-1 0 0,1 0 0,0 0 0,-1 0 0,1 0 0,0 0 0,-1 0 0,1 0 0,0 0 0,-1 0 0,1 0 0,0 0 0,-1 0 0,1 0 0,0 0 0,-1 0 0,1 0 0,0 1 0,0-1 0,-1 0 0,1 0 0,0 0 0,0 1 0,-1-1 0,1 0 0,0 0 0,0 1 0,0-1 0,-1 0 0,1 0 0,0 1 0,0-1 0,0 0 0,0 1 0,0-1 0,-1 0 0,1 1 0,0-1 0,0 0 0,0 1 0,0-1 0,-2 10 0,1 0 0,-1 0 0,1 17 0,0 133 0,22 191 0,-14-323 0,-7-28 0,0 0 0,0 1 0,0-1 0,0 0 0,1 0 0,-1 0 0,0 0 0,0 1 0,0-1 0,0 0 0,0 0 0,0 0 0,0 0 0,1 1 0,-1-1 0,0 0 0,0 0 0,0 0 0,0 0 0,1 0 0,-1 0 0,0 1 0,0-1 0,0 0 0,1 0 0,-1 0 0,0 0 0,0 0 0,0 0 0,1 0 0,-1 0 0,0 0 0,0 0 0,1 0 0,6-13 0,1-17 0,-1-1 0,4-46 0,-4 21 0,8-50 0,3-21 0,44-161 0,-60 281 0,0 1 0,0 0 0,1-1 0,0 1 0,0 1 0,0-1 0,6-7 0,-8 13 0,-1-1 0,1 0 0,0 1 0,-1-1 0,1 0 0,0 1 0,0-1 0,-1 1 0,1-1 0,0 1 0,0-1 0,0 1 0,0 0 0,0-1 0,0 1 0,0 0 0,-1 0 0,1 0 0,0 0 0,0 0 0,0 0 0,2 0 0,-2 0 0,1 1 0,-1 0 0,1 0 0,-1 0 0,1 0 0,-1 0 0,0 0 0,0 0 0,1 1 0,-1-1 0,0 0 0,0 1 0,0-1 0,0 1 0,0-1 0,-1 1 0,2 1 0,5 12 0,-1 1 0,-1-1 0,-1 1 0,0 0 0,0 0 0,-2 0 0,0 0 0,0 26 0,-3-21 0,0 0 0,-1 0 0,-2 0 0,0 0 0,-1 0 0,-9 24 0,10-36 49,0 1 0,-1 0 0,0-1-1,0 0 1,-1 0 0,-8 9 0,10-14-171,0 0 0,0 0 0,0 0 0,0-1 0,-1 1 0,1-1 0,-1 0 0,0-1 0,0 1 1,0-1-1,0 0 0,0 0 0,-9 1 0,-8 0-6704</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3.044"/>
    </inkml:context>
    <inkml:brush xml:id="br0">
      <inkml:brushProperty name="width" value="0.05" units="cm"/>
      <inkml:brushProperty name="height" value="0.05" units="cm"/>
      <inkml:brushProperty name="color" value="#FFFFFF"/>
    </inkml:brush>
  </inkml:definitions>
  <inkml:trace contextRef="#ctx0" brushRef="#br0">0 6 24575,'3'-1'0,"1"0"0,-1 0 0,0 0 0,0 0 0,0 1 0,1-1 0,-1 1 0,0 0 0,0 0 0,1 0 0,-1 1 0,0-1 0,0 1 0,6 1 0,-7-1 0,0 1 0,0-1 0,0 0 0,0 1 0,0 0 0,0-1 0,0 1 0,0 0 0,-1 0 0,1 0 0,-1 0 0,0 0 0,1 0 0,-1 0 0,0 1 0,0-1 0,0 0 0,0 1 0,-1-1 0,1 3 0,4 24 0,-1 1 0,-2-1 0,-3 59 0,0-38 0,-10 158 0,4-113 0,7 120 0,0-212 3,0 7 81,1 0 1,1 0-1,3 15 1,-4-22-175,0-1 0,0 0 1,0 1-1,0-1 0,0 0 0,0 0 0,1 0 1,-1 0-1,1 0 0,0 0 0,-1 0 0,1 0 1,0 0-1,0-1 0,0 1 0,0-1 1,0 0-1,5 3 0,10 1-6736</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3.185"/>
    </inkml:context>
    <inkml:brush xml:id="br0">
      <inkml:brushProperty name="width" value="0.05" units="cm"/>
      <inkml:brushProperty name="height" value="0.05" units="cm"/>
      <inkml:brushProperty name="color" value="#FFFFFF"/>
    </inkml:brush>
  </inkml:definitions>
  <inkml:trace contextRef="#ctx0" brushRef="#br0">40 90 24575,'-13'-6'0,"-4"-6"0,8 0 0,17-1 0,20 1 0,20 3 0,22 3 0,16 0 0,10 0 0,1 1 0,-16 2-8191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4.103"/>
    </inkml:context>
    <inkml:brush xml:id="br0">
      <inkml:brushProperty name="width" value="0.05" units="cm"/>
      <inkml:brushProperty name="height" value="0.05" units="cm"/>
      <inkml:brushProperty name="color" value="#FFFFFF"/>
    </inkml:brush>
  </inkml:definitions>
  <inkml:trace contextRef="#ctx0" brushRef="#br0">1 60 24575,'0'-3'0,"1"-1"0,-1 1 0,1 0 0,0-1 0,0 1 0,1 0 0,-1 0 0,0 0 0,1 0 0,0 0 0,0 0 0,0 0 0,0 1 0,0-1 0,5-3 0,-6 5 0,0 0 0,0 1 0,0-1 0,0 0 0,0 1 0,0-1 0,0 1 0,0-1 0,0 1 0,0-1 0,0 1 0,0 0 0,0 0 0,0 0 0,0-1 0,0 1 0,0 0 0,1 0 0,1 1 0,-2-1 0,0 1 0,0 0 0,0-1 0,1 1 0,-1 0 0,0 0 0,0 0 0,0 0 0,-1 0 0,1 0 0,0 0 0,0 0 0,0 0 0,-1 0 0,1 1 0,-1-1 0,1 0 0,-1 0 0,1 1 0,-1-1 0,0 2 0,3 6 0,-2 0 0,1 0 0,-1 0 0,-1 0 0,1 1 0,-2-1 0,-1 17 0,-4 3 0,-10 32 0,10-44 0,1 1 0,0 0 0,2 0 0,0 1 0,0 25 0,3-41 17,0 1 0,1-1 0,-1 1 1,1-1-1,0 0 0,0 0 0,0 1 0,0-1 0,1 0 0,-1 0 0,1 0 0,-1 0 0,1-1 0,0 1 0,1 0 0,-1-1 0,0 1 0,1-1 1,3 3-1,-1-2-160,0 0 1,0 0 0,0-1 0,0 0-1,0 0 1,0 0 0,0-1 0,1 0 0,-1 0-1,0 0 1,7 0 0,22-1-6684</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4.277"/>
    </inkml:context>
    <inkml:brush xml:id="br0">
      <inkml:brushProperty name="width" value="0.05" units="cm"/>
      <inkml:brushProperty name="height" value="0.05" units="cm"/>
      <inkml:brushProperty name="color" value="#FFFFFF"/>
    </inkml:brush>
  </inkml:definitions>
  <inkml:trace contextRef="#ctx0" brushRef="#br0">68 75 24575,'-10'-9'0,"-5"-7"0,-5-3 0,6 2 0,7 6 0,6 8 0,8 8 0,7 7 0,1 0-8191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4.908"/>
    </inkml:context>
    <inkml:brush xml:id="br0">
      <inkml:brushProperty name="width" value="0.05" units="cm"/>
      <inkml:brushProperty name="height" value="0.05" units="cm"/>
      <inkml:brushProperty name="color" value="#FFFFFF"/>
    </inkml:brush>
  </inkml:definitions>
  <inkml:trace contextRef="#ctx0" brushRef="#br0">295 536 24575,'2'-1'0,"0"1"0,0-1 0,0 1 0,0-1 0,0 0 0,0 0 0,0 0 0,-1 0 0,1 0 0,0 0 0,-1-1 0,1 1 0,-1 0 0,1-1 0,-1 0 0,0 1 0,2-3 0,0 0 0,0 1 0,-1-1 0,1-1 0,-1 1 0,0 0 0,2-7 0,-3 7 0,0 1 0,0-1 0,0 0 0,-1 1 0,1-1 0,-1 0 0,0 0 0,0 0 0,-1 1 0,1-1 0,-1 0 0,0 1 0,0-1 0,0 0 0,0 1 0,0-1 0,-1 1 0,0-1 0,0 1 0,0 0 0,0 0 0,0 0 0,-1 0 0,1 0 0,-1 0 0,0 1 0,1-1 0,-1 1 0,-6-3 0,3 1 0,0 2 0,0-1 0,-1 1 0,1-1 0,-1 2 0,0-1 0,0 1 0,1 0 0,-1 0 0,0 1 0,0 0 0,0 0 0,0 1 0,1 0 0,-13 3 0,8-1 0,-1 1 0,1 1 0,1 0 0,-1 1 0,1 0 0,0 0 0,0 1 0,0 0 0,1 1 0,1 0 0,-1 0 0,1 1 0,0 0 0,-10 17 0,14-19 0,-1 0 0,2 0 0,-1 1 0,1-1 0,0 1 0,0 0 0,1-1 0,0 1 0,0 1 0,1-1 0,0 0 0,1 0 0,0 0 0,0 1 0,1-1 0,0 0 0,0 0 0,1 0 0,0 0 0,0 0 0,1 0 0,3 8 0,-3-12 0,-1 1 0,1 0 0,0-1 0,1 0 0,-1 1 0,1-1 0,-1-1 0,1 1 0,0 0 0,1-1 0,-1 0 0,0 0 0,1 0 0,8 3 0,-6-3 0,0-1 0,0 0 0,0-1 0,1 1 0,-1-2 0,1 1 0,-1-1 0,0 0 0,14-1 0,-8-2 0,0 1 0,0-1 0,-1-1 0,0 0 0,1-1 0,-2-1 0,1 0 0,-1 0 0,1-1 0,-2 0 0,19-16 0,-17 9 0,0 1 0,-1-2 0,-1 0 0,0 0 0,-1 0 0,-1-1 0,0-1 0,-1 1 0,-1-1 0,-1-1 0,0 1 0,-1-1 0,2-25 0,-2-1 0,-2 1 0,-2-1 0,-1 0 0,-11-60 0,9 85 0,1 5 0,0 1 0,0-1 0,-1 1 0,-1-1 0,0 1 0,-8-14 0,12 26 0,0 1 0,0 0 0,0-1 0,0 1 0,0 0 0,0 0 0,0-1 0,0 1 0,0 0 0,-1 0 0,1-1 0,0 1 0,0 0 0,0 0 0,0 0 0,-1-1 0,1 1 0,0 0 0,0 0 0,-1 0 0,1 0 0,0 0 0,0-1 0,0 1 0,-1 0 0,1 0 0,0 0 0,-1 0 0,1 0 0,0 0 0,0 0 0,-1 0 0,1 0 0,0 0 0,0 0 0,-1 0 0,1 0 0,-1 0 0,-4 11 0,1 21 0,1 49 0,4 1 0,3 0 0,4-1 0,36 152 0,-43-229 9,3 14-353,0-2 1,2 1-1,11 26 1,-7-27-6483</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6.121"/>
    </inkml:context>
    <inkml:brush xml:id="br0">
      <inkml:brushProperty name="width" value="0.05" units="cm"/>
      <inkml:brushProperty name="height" value="0.05" units="cm"/>
      <inkml:brushProperty name="color" value="#FFFFFF"/>
    </inkml:brush>
  </inkml:definitions>
  <inkml:trace contextRef="#ctx0" brushRef="#br0">7 0 24575,'-3'0'0,"-1"3"0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6.264"/>
    </inkml:context>
    <inkml:brush xml:id="br0">
      <inkml:brushProperty name="width" value="0.05" units="cm"/>
      <inkml:brushProperty name="height" value="0.05" units="cm"/>
      <inkml:brushProperty name="color" value="#FFFFFF"/>
    </inkml:brush>
  </inkml:definitions>
  <inkml:trace contextRef="#ctx0" brushRef="#br0">8 1 24575,'-3'6'0,"-1"5"0,3 1 0,2-2-8191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8.260"/>
    </inkml:context>
    <inkml:brush xml:id="br0">
      <inkml:brushProperty name="width" value="0.05" units="cm"/>
      <inkml:brushProperty name="height" value="0.05" units="cm"/>
      <inkml:brushProperty name="color" value="#FFFFFF"/>
    </inkml:brush>
  </inkml:definitions>
  <inkml:trace contextRef="#ctx0" brushRef="#br0">1132 115 24575,'-28'-2'0,"1"-1"0,-1-2 0,1 0 0,-30-11 0,-16-2 0,-46-6 0,-170-13 0,218 33 0,0 3 0,1 4 0,-130 20 0,188-21-455,-1 1 0,-18 7 0,15-3-6371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8.635"/>
    </inkml:context>
    <inkml:brush xml:id="br0">
      <inkml:brushProperty name="width" value="0.05" units="cm"/>
      <inkml:brushProperty name="height" value="0.05" units="cm"/>
      <inkml:brushProperty name="color" value="#FFFFFF"/>
    </inkml:brush>
  </inkml:definitions>
  <inkml:trace contextRef="#ctx0" brushRef="#br0">342 0 24575,'-1'4'0,"-1"0"0,1-1 0,-1 1 0,0-1 0,0 0 0,0 0 0,0 1 0,0-1 0,-5 4 0,-30 33 0,25-30 0,1 0 0,-1-1 0,-1 0 0,0-1 0,0-1 0,-19 9 0,-88 26 0,99-35 0,19-6 0,0-1 0,0 1 0,0-1 0,0 1 0,0 0 0,0 0 0,1 0 0,-1 0 0,0 0 0,0 0 0,1 1 0,-1-1 0,1 0 0,-1 1 0,1 0 0,0-1 0,-1 1 0,0 2 0,1-2 0,1 0 0,0 0 0,0 0 0,0 0 0,0 0 0,0 0 0,0 0 0,0 0 0,1 0 0,-1 0 0,1 0 0,-1 0 0,1 0 0,0-1 0,0 1 0,0 0 0,0 0 0,0-1 0,2 3 0,37 52-455,3-2 0,65 65 0,-50-60-6371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29.820"/>
    </inkml:context>
    <inkml:brush xml:id="br0">
      <inkml:brushProperty name="width" value="0.05" units="cm"/>
      <inkml:brushProperty name="height" value="0.05" units="cm"/>
      <inkml:brushProperty name="color" value="#FFFFFF"/>
    </inkml:brush>
  </inkml:definitions>
  <inkml:trace contextRef="#ctx0" brushRef="#br0">67 5 24575,'-3'0'0,"-5"-3"0,0 2 0,1 4 0,1 8 0,3 9 0,0 9 0,2 10 0,1 10 0,0 7 0,-3 2 0,0 2 0,-1-1 0,-2-4 0,0-8 0,1-13-8191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0.082"/>
    </inkml:context>
    <inkml:brush xml:id="br0">
      <inkml:brushProperty name="width" value="0.05" units="cm"/>
      <inkml:brushProperty name="height" value="0.05" units="cm"/>
      <inkml:brushProperty name="color" value="#FFFFFF"/>
    </inkml:brush>
  </inkml:definitions>
  <inkml:trace contextRef="#ctx0" brushRef="#br0">87 353 24575,'-33'-103'0,"17"56"0,-20-96 0,35 140 0,1 0 0,-1 0 0,1 0 0,0 0 0,0 0 0,0 0 0,1 1 0,-1-1 0,1 0 0,0 0 0,-1 0 0,4-5 0,-4 7 0,1-1 0,0 1 0,0 0 0,0 0 0,0 0 0,0 0 0,1 0 0,-1 0 0,0 0 0,0 0 0,1 1 0,-1-1 0,0 0 0,1 1 0,-1-1 0,1 1 0,-1 0 0,1-1 0,-1 1 0,1 0 0,-1 0 0,1 0 0,-1 0 0,1 0 0,-1 0 0,3 1 0,7 1 0,1 0 0,-1 1 0,0 1 0,0 0 0,0 0 0,0 1 0,-1 0 0,13 10 0,-4-3 0,0 2 0,-2 0 0,22 23 0,-34-32 0,1 1 0,-2 0 0,1 0 0,-1 1 0,0-1 0,0 1 0,0 0 0,-1 0 0,0 0 0,-1 1 0,0-1 0,2 11 0,-3-13 0,-1 0 0,0 0 0,0 0 0,0 1 0,-1-1 0,1 0 0,-1 0 0,-1 0 0,1 0 0,-1 0 0,1 0 0,-2 0 0,1-1 0,0 1 0,-1-1 0,0 1 0,0-1 0,0 0 0,-5 4 0,0 0 43,0-1 0,0 0-1,-1-1 1,0 0 0,0-1-1,-1 1 1,-18 6 0,6-4-612,-1-1 0,-34 6 0,27-8-6257</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0.298"/>
    </inkml:context>
    <inkml:brush xml:id="br0">
      <inkml:brushProperty name="width" value="0.05" units="cm"/>
      <inkml:brushProperty name="height" value="0.05" units="cm"/>
      <inkml:brushProperty name="color" value="#FFFFFF"/>
    </inkml:brush>
  </inkml:definitions>
  <inkml:trace contextRef="#ctx0" brushRef="#br0">1 27 24575,'0'-3'0,"0"-4"0,0-4 0,0 6 0,0 7 0,0 9 0,0 10 0,0 9 0,0 11 0,0 3 0,0 4 0,0 0 0,0-3 0,0-4 0,0-11-8191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0.530"/>
    </inkml:context>
    <inkml:brush xml:id="br0">
      <inkml:brushProperty name="width" value="0.05" units="cm"/>
      <inkml:brushProperty name="height" value="0.05" units="cm"/>
      <inkml:brushProperty name="color" value="#FFFFFF"/>
    </inkml:brush>
  </inkml:definitions>
  <inkml:trace contextRef="#ctx0" brushRef="#br0">242 191 24575,'84'-172'0,"-74"154"0,-14 22 0,1 0 0,-1 0 0,0-1 0,1 1 0,-6 3 0,-7 6 0,-140 121 0,59-52 0,96-81 0,-5 3 0,1 1 0,1-1 0,-1 1 0,1 0 0,-7 9 0,11-13 0,-1 0 0,1 0 0,-1-1 0,1 1 0,0 0 0,0 0 0,-1 0 0,1-1 0,0 1 0,0 0 0,0 0 0,0 0 0,0 0 0,0 0 0,0 0 0,0-1 0,0 1 0,0 0 0,1 0 0,-1 1 0,1-1 0,0 0 0,0 0 0,0 0 0,0 0 0,0 0 0,0 0 0,1 0 0,-1 0 0,0 0 0,0 0 0,1-1 0,-1 1 0,0 0 0,1-1 0,-1 0 0,2 1 0,31 7 0,-1-2 0,1-1 0,39 0 0,-14-1 0,97 11-1365,-88-7-5461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0.901"/>
    </inkml:context>
    <inkml:brush xml:id="br0">
      <inkml:brushProperty name="width" value="0.05" units="cm"/>
      <inkml:brushProperty name="height" value="0.05" units="cm"/>
      <inkml:brushProperty name="color" value="#FFFFFF"/>
    </inkml:brush>
  </inkml:definitions>
  <inkml:trace contextRef="#ctx0" brushRef="#br0">2203 197 24575,'-10'-12'0,"-1"0"0,0 1 0,0 0 0,-1 1 0,0 0 0,-26-14 0,10 8 0,0 2 0,-43-14 0,31 16-79,0 1 0,-1 2 0,0 2 0,-1 2 0,1 2 0,-1 1 0,-46 5 0,2 5-132,0 4 1,-117 31-1,81-10-442,3 6 0,-126 59 0,156-55 250,1 4 0,3 3 0,-94 73-1,148-99 355,0 2 0,2 1 0,0 1 0,2 2 0,1 0 0,-40 65 0,57-79 37,1-1 0,1 2 0,0-1 0,2 1 0,-1 0 0,2 0 0,-4 30 0,7-33 9,1 0 0,0 0 0,1-1-1,1 1 1,0 0 0,0 0 0,2-1 0,0 1 0,0-1-1,12 23 1,-4-14-14,2 0-1,1-1 1,0 0-1,1-1 1,2-1-1,0-1 0,1-1 1,0 0-1,2-1 1,0-1-1,29 15 1,4-1-36,0-3 1,2-2-1,101 29 0,-65-30 53,0-4 0,1-3 0,0-5 0,1-4 0,142-6 0,-155-7 0,0-3 0,-1-3 0,0-4 0,-2-4 0,0-3 0,128-56 0,-164 59 79,0-2-1,-2-1 0,-1-3 0,-1-1 0,-1-2 1,-1-2-1,37-40 0,-57 52 5,1-1 0,-2-1 0,-1-1 0,-1 0 0,-1-1 0,11-28 0,-16 33-18,-1-1-1,-1 0 1,-1 0-1,0 0 1,-2 0-1,0-1 1,-1 0-1,-4-36 1,1 36-27,-1 1-1,-1 0 1,-1 0-1,-1 1 1,-1-1 0,0 1-1,-1 1 1,-1-1 0,-12-18-1,6 16 25,-1-1 0,-1 2 0,0 0 0,-2 1-1,0 1 1,-28-20 0,7 11-162,-1 2-1,-1 2 0,-1 1 1,0 3-1,-2 1 0,0 2 1,-55-9-1,-115-10-775,14 17-2500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2.237"/>
    </inkml:context>
    <inkml:brush xml:id="br0">
      <inkml:brushProperty name="width" value="0.05" units="cm"/>
      <inkml:brushProperty name="height" value="0.05" units="cm"/>
      <inkml:brushProperty name="color" value="#FFFFFF"/>
    </inkml:brush>
  </inkml:definitions>
  <inkml:trace contextRef="#ctx0" brushRef="#br0">447 45 24575,'1'0'0,"-1"-1"0,1 1 0,0-1 0,-1 0 0,1 1 0,-1-1 0,1 0 0,-1 1 0,0-1 0,1 0 0,-1 0 0,0 0 0,1 1 0,-1-1 0,0 0 0,0 0 0,0 0 0,0 0 0,0 0 0,0 1 0,0-1 0,0 0 0,0 0 0,0 0 0,0 0 0,-1 0 0,1 1 0,0-1 0,0 0 0,-1 0 0,1 1 0,-1-1 0,1 0 0,-1 0 0,1 1 0,-2-2 0,0 0 0,1 1 0,-1-1 0,0 1 0,0 0 0,0-1 0,0 1 0,0 0 0,-1 0 0,1 0 0,0 1 0,0-1 0,-1 1 0,-2-1 0,-5 0 0,-1 1 0,0 1 0,1-1 0,-1 2 0,0 0 0,1 0 0,0 1 0,-1 0 0,-18 9 0,6-1 0,0 1 0,1 1 0,-22 17 0,26-17 0,1 1 0,1 1 0,0 0 0,1 2 0,1-1 0,0 2 0,-15 25 0,23-32 0,0 0 0,1 0 0,1 0 0,-1 0 0,2 1 0,0-1 0,0 1 0,1 0 0,0 0 0,1 0 0,1 0 0,0 0 0,0 1 0,1-1 0,3 12 0,-1-11 29,1 0-1,1 0 1,0 0-1,0 0 0,2-1 1,-1 0-1,1 0 1,1-1-1,0 1 1,1-2-1,11 11 1,-5-6-273,1-1 0,0-1 0,1-1 0,1 0 1,0-2-1,30 14 0,17 3-6582</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3.611"/>
    </inkml:context>
    <inkml:brush xml:id="br0">
      <inkml:brushProperty name="width" value="0.05" units="cm"/>
      <inkml:brushProperty name="height" value="0.05" units="cm"/>
      <inkml:brushProperty name="color" value="#FFFFFF"/>
    </inkml:brush>
  </inkml:definitions>
  <inkml:trace contextRef="#ctx0" brushRef="#br0">292 392 24575,'-13'-27'0,"5"8"0,-1 1 0,-1 0 0,-1 0 0,-16-21 0,26 37 0,-1 1 0,1-1 0,-1 1 0,1 0 0,-1-1 0,1 1 0,-1 0 0,1 0 0,-1 0 0,0 0 0,0 0 0,0 0 0,0 1 0,1-1 0,-1 1 0,0-1 0,0 1 0,0 0 0,0 0 0,0-1 0,-3 2 0,2-1 0,-1 1 0,1 0 0,0 0 0,0 1 0,0-1 0,0 1 0,0-1 0,0 1 0,1 0 0,-1 0 0,-4 4 0,-5 7 0,2 0 0,-1 0 0,2 1 0,-9 15 0,16-26 0,-9 15 0,1 1 0,1 0 0,1 0 0,0 1 0,2 0 0,0 1 0,-5 31 0,10-43 0,1 0 0,0 1 0,0-1 0,1 0 0,0 0 0,0 1 0,1-1 0,4 13 0,-3-15 0,-1-1 0,2 0 0,-1 0 0,0-1 0,1 1 0,0-1 0,0 0 0,1 0 0,-1 0 0,1 0 0,0-1 0,12 8 0,-7-6 0,0-1 0,1 0 0,0 0 0,0-1 0,1-1 0,-1 0 0,1 0 0,-1-1 0,1-1 0,0 0 0,0-1 0,0 0 0,0 0 0,-1-1 0,1-1 0,0 0 0,-1-1 0,22-7 0,-17 4 0,1-1 0,-2 0 0,1-1 0,-1-1 0,-1 0 0,1-1 0,-2-1 0,1 0 0,-1 0 0,-1-2 0,0 1 0,12-20 0,-14 17 0,-2 0 0,0-1 0,-1-1 0,0 1 0,-1-1 0,-1 0 0,-1 0 0,0-1 0,-2 1 0,0-1 0,0-31 0,-4 8 0,-1 0 0,-3 0 0,-20-77 0,23 105 0,-11-35 0,12 44 0,1 1 0,-1-1 0,0 0 0,0 1 0,0-1 0,0 1 0,-1 0 0,1 0 0,-5-4 0,6 6 0,1 1 0,-1 0 0,1-1 0,-1 1 0,1 0 0,-1-1 0,1 1 0,-1 0 0,1 0 0,-1 0 0,1-1 0,-1 1 0,0 0 0,1 0 0,-1 0 0,1 0 0,-1 0 0,0 0 0,1 0 0,-1 0 0,1 1 0,-1-1 0,1 0 0,-1 0 0,1 0 0,-1 1 0,0-1 0,1 0 0,-1 0 0,1 1 0,0-1 0,-1 0 0,1 1 0,-1-1 0,1 1 0,-1-1 0,1 1 0,0-1 0,-1 1 0,1-1 0,0 1 0,0-1 0,-1 1 0,1-1 0,0 1 0,0-1 0,0 2 0,-10 29 0,10-30 0,-10 56 0,-5 104 0,14 62 0,1-141 0,0-50 0,0-7 0,4 45 0,-4-69 0,1 0 0,-1 0 0,0 0 0,0 1 0,0-1 0,0-1 0,1 1 0,-1 0 0,0 0 0,1 0 0,-1 0 0,1 0 0,-1 0 0,1 0 0,0 0 0,-1-1 0,1 1 0,1 1 0,-1-2 0,-1 0 0,1 0 0,-1 0 0,1 0 0,-1 0 0,1 0 0,-1 0 0,1 0 0,0 0 0,-1 0 0,1 0 0,-1 0 0,1 0 0,-1-1 0,1 1 0,-1 0 0,1 0 0,-1-1 0,0 1 0,1 0 0,-1-1 0,1 1 0,-1-1 0,1 0 0,4-4 0,0-1 0,0-1 0,6-11 0,-7 12 0,10-16 0,62-91 0,-64 97 0,1 1 0,0 0 0,1 1 0,29-22 0,-38 33 0,0-1 0,0 1 0,0 0 0,1 1 0,6-3 0,-11 5 0,-1-1 0,1 1 0,0 0 0,0-1 0,0 1 0,0 0 0,0 0 0,0 0 0,0 0 0,0 0 0,0 0 0,0 0 0,0 0 0,0 0 0,0 0 0,0 1 0,0-1 0,0 0 0,0 1 0,0-1 0,0 1 0,0-1 0,0 1 0,0-1 0,-1 1 0,1 0 0,0-1 0,0 1 0,-1 0 0,1 0 0,-1-1 0,1 1 0,0 0 0,-1 0 0,0 0 0,1 0 0,0 1 0,1 9 0,1-1 0,-1 1 0,-1 0 0,1 18 0,1 13 0,-1-26 0,0 1 0,2-1 0,0 1 0,1-1 0,12 27 0,-16-39 0,1-1 0,-1 0 0,1 0 0,0 0 0,0-1 0,0 1 0,1 0 0,-1-1 0,0 1 0,1-1 0,0 0 0,-1 0 0,1 0 0,0 0 0,0 0 0,0-1 0,0 1 0,1-1 0,-1 0 0,0 0 0,1 0 0,-1-1 0,0 1 0,1-1 0,-1 1 0,1-1 0,-1 0 0,0 0 0,1-1 0,-1 1 0,1-1 0,-1 0 0,0 0 0,1 0 0,2-1 0,12-7 0,0 0 0,-1 0 0,0-2 0,-1 0 0,0-1 0,-1-1 0,0 0 0,-1-1 0,0 0 0,-2-1 0,1-1 0,-2 0 0,18-33 0,-26 42 0,1 0 0,-2-1 0,1 1 0,-1-1 0,0 1 0,-1-1 0,0 0 0,0 1 0,-1-14 0,0 19 0,0 0 0,0-1 0,0 1 0,-1 0 0,1-1 0,-1 1 0,0 0 0,0 0 0,0 0 0,0-1 0,0 1 0,0 0 0,0 0 0,-1 0 0,1 1 0,-1-1 0,1 0 0,-1 0 0,0 1 0,0-1 0,1 1 0,-1 0 0,0-1 0,0 1 0,-1 0 0,1 0 0,0 0 0,0 1 0,0-1 0,-1 0 0,1 1 0,0-1 0,-1 1 0,1 0 0,-3 0 0,-1 0 0,0 0 0,0 1 0,0-1 0,0 1 0,0 0 0,0 1 0,0 0 0,0 0 0,1 0 0,-1 0 0,1 1 0,0 0 0,0 0 0,0 0 0,0 1 0,0 0 0,1 0 0,-1 0 0,1 0 0,0 1 0,-6 9 0,5-6 0,-1 1 0,2 0 0,-1 1 0,1-1 0,1 1 0,0 0 0,0 0 0,1 0 0,0 0 0,1 0 0,0 0 0,0 11 0,1-12 0,1-1 0,0 1 0,0-1 0,1 1 0,0-1 0,0 0 0,1 1 0,0-1 0,1 0 0,0-1 0,0 1 0,0-1 0,1 1 0,0-1 0,11 10 0,-9-10 0,0-1 0,0 0 0,1-1 0,0 1 0,0-2 0,1 1 0,-1-1 0,1 0 0,0-1 0,0 0 0,0-1 0,1 1 0,-1-2 0,11 1 0,-8 0 0,0-2 0,1 0 0,-1 0 0,0-1 0,0-1 0,0 0 0,0 0 0,-1-1 0,1-1 0,-1 0 0,1 0 0,-1-1 0,0-1 0,-1 0 0,0 0 0,0-1 0,0 0 0,-1-1 0,0 0 0,0-1 0,-1 0 0,0 0 0,0-1 0,-1 1 0,-1-2 0,0 1 0,0-1 0,-1 0 0,0 0 0,-1 0 0,0-1 0,4-20 0,-6 17 0,-1 0 0,-1 0 0,-1-23 0,1 32 0,-1 0 0,0 0 0,0 0 0,-1 0 0,1 0 0,-1 1 0,-1-1 0,1 0 0,-1 1 0,0-1 0,-4-5 0,6 10 0,1 0 0,-1 1 0,1-1 0,-1 0 0,1 1 0,-1-1 0,1 1 0,-1-1 0,0 1 0,1-1 0,-1 1 0,0-1 0,0 1 0,1-1 0,-1 1 0,0 0 0,0 0 0,0-1 0,1 1 0,-1 0 0,0 0 0,-1 0 0,1 0 0,0 0 0,1 1 0,-1-1 0,0 1 0,1-1 0,-1 1 0,0-1 0,1 1 0,-1-1 0,1 1 0,-1-1 0,1 1 0,-1 0 0,1-1 0,0 1 0,-1 0 0,1-1 0,0 1 0,-1 1 0,-1 4 0,1 0 0,-1 0 0,1 1 0,0 8 0,0 4 0,2 0 0,0 0 0,1 0 0,6 26 0,-6-34 0,1 1 0,1-1 0,0 0 0,0-1 0,1 1 0,1-1 0,-1 0 0,12 14 0,-15-21 0,1 1 0,0-1 0,0 0 0,1 0 0,-1 0 0,1 0 0,-1-1 0,1 1 0,0-1 0,0 0 0,0 0 0,0 0 0,0-1 0,1 0 0,-1 1 0,0-1 0,1-1 0,-1 1 0,1-1 0,-1 0 0,1 0 0,-1 0 0,1 0 0,-1-1 0,0 0 0,1 0 0,-1 0 0,0 0 0,0-1 0,1 1 0,-1-1 0,6-4 0,0-1 0,1 0 0,-1 0 0,-1-1 0,1-1 0,-1 0 0,-1 0 0,0 0 0,0-1 0,-1 0 0,10-18 0,-3-3 0,-1 0 0,-2-1 0,-2 0 0,0-1 0,-2 0 0,-2 0 0,2-36 0,-8 49 0,-1 13 0,-1 10 0,-1 24 0,1 1 0,1-1 0,2 50 0,1-58 0,15 186 0,-9-176 0,-7-29 0,0 1 0,0-1 0,0 1 0,1-1 0,-1 0 0,0 1 0,0-1 0,1 0 0,-1 1 0,0-1 0,0 0 0,1 0 0,-1 1 0,0-1 0,1 0 0,-1 0 0,0 1 0,1-1 0,-1 0 0,0 0 0,1 0 0,-1 0 0,1 1 0,0-2 0,-1 1 0,1 0 0,0 0 0,-1-1 0,1 1 0,-1 0 0,1-1 0,0 1 0,-1-1 0,1 1 0,-1-1 0,1 1 0,-1-1 0,0 1 0,1-1 0,-1 1 0,1-1 0,-1 0 0,1 0 0,4-9 0,0 1 0,-1-1 0,6-21 0,-9 28 0,0-1 0,0 1 0,0-1 0,-1 0 0,1 1 0,-1-1 0,0 0 0,0 1 0,0-1 0,-1 1 0,1-1 0,-1 0 0,0 1 0,0-1 0,-2-4 0,2 7 0,1 1 0,0-1 0,0 1 0,0-1 0,0 1 0,-1-1 0,1 1 0,0-1 0,-1 1 0,1-1 0,0 1 0,-1-1 0,1 1 0,0 0 0,-1-1 0,1 1 0,-1 0 0,1-1 0,-1 1 0,1 0 0,-1-1 0,1 1 0,-1 0 0,1 0 0,-1 0 0,1-1 0,-1 1 0,1 0 0,-1 0 0,0 0 0,1 0 0,-1 0 0,1 0 0,-1 0 0,1 0 0,-1 0 0,1 1 0,-1-1 0,0 0 0,1 0 0,-1 0 0,1 1 0,-1-1 0,1 0 0,-1 0 0,0 1 0,1 0 0,-1 0 0,0 0 0,1 0 0,0 0 0,-1 0 0,1 0 0,0 0 0,-1 0 0,1 1 0,0-1 0,0 0 0,0 0 0,0 0 0,0 0 0,0 0 0,0 0 0,1 0 0,-1 0 0,0 0 0,0 0 0,1 0 0,-1 0 0,1 0 0,-1 0 0,1 0 0,0 1 0,7 8 0,1 0 0,-1 0 0,2-1 0,-1-1 0,1 0 0,17 11 0,-10-7 0,26 23 0,-20-11 216,-10-9-743,2-1 0,15 12 0,-11-12-6299</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33.796"/>
    </inkml:context>
    <inkml:brush xml:id="br0">
      <inkml:brushProperty name="width" value="0.05" units="cm"/>
      <inkml:brushProperty name="height" value="0.05" units="cm"/>
      <inkml:brushProperty name="color" value="#FFFFFF"/>
    </inkml:brush>
  </inkml:definitions>
  <inkml:trace contextRef="#ctx0" brushRef="#br0">46 119 24575,'0'-13'0,"3"-10"0,1-4 0,3-1 0,4 8 0,2 13 0,3 14 0,1 16 0,2 15 0,-4 14 0,-3 15 0,-4 7 0,-10 7 0,-14 5 0,-19 1 0,-23-3 0,-1-15-8191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5T05:12:41.342"/>
    </inkml:context>
    <inkml:brush xml:id="br0">
      <inkml:brushProperty name="width" value="0.05" units="cm"/>
      <inkml:brushProperty name="height" value="0.05" units="cm"/>
      <inkml:brushProperty name="color" value="#FFFFFF"/>
    </inkml:brush>
  </inkml:definitions>
  <inkml:trace contextRef="#ctx0" brushRef="#br0">130 36 24575,'0'-1'0,"0"-1"0,1 1 0,-1 0 0,1-1 0,-1 1 0,1-1 0,0 1 0,-1 0 0,1-1 0,0 1 0,0 0 0,0 0 0,0 0 0,0 0 0,0 0 0,0 0 0,0 0 0,1 0 0,-1 0 0,0 0 0,1 1 0,-1-1 0,0 0 0,1 1 0,-1-1 0,3 1 0,1-2 0,1 0 0,-1 1 0,1 0 0,0 0 0,9 0 0,-12 1 0,0 1 0,0-1 0,1 1 0,-1-1 0,0 1 0,0 0 0,0 0 0,0 1 0,0-1 0,0 0 0,0 1 0,0 0 0,-1 0 0,1 0 0,-1 0 0,1 0 0,-1 0 0,0 1 0,1-1 0,-1 1 0,-1-1 0,1 1 0,0 0 0,-1 0 0,1 0 0,-1 0 0,0 0 0,0 0 0,0 0 0,0 0 0,-1 1 0,1 5 0,0-4 0,-1 1 0,1-1 0,-1 1 0,-1-1 0,1 1 0,-1 0 0,0-1 0,0 1 0,-1-1 0,1 0 0,-1 0 0,0 1 0,-1-1 0,1 0 0,-1-1 0,0 1 0,0 0 0,-7 7 0,1-5 0,1-1 0,-1 0 0,0 0 0,0-1 0,-1 0 0,0-1 0,-13 5 0,17-7 0,0-1 0,0 1 0,0-1 0,0 0 0,0 0 0,0 0 0,0-1 0,0 0 0,0 0 0,0-1 0,0 0 0,0 0 0,0 0 0,-7-3 0,10 3 0,1-1 0,-1 1 0,1-1 0,-1 1 0,1-1 0,0 0 0,0 0 0,0 0 0,0 0 0,0 0 0,0 0 0,1 0 0,-1-1 0,1 1 0,-1-1 0,1 1 0,-1-4 0,1 2 0,0 0 0,0 0 0,0 0 0,1-1 0,0 1 0,0 0 0,0-1 0,0 1 0,1 0 0,1-6 0,0 1 0,1 0 0,0 1 0,0-1 0,1 1 0,0 0 0,1 0 0,-1 0 0,2 1 0,11-14 0,-13 17 0,0 0 0,0 1 0,1-1 0,-1 1 0,1 0 0,0 0 0,0 0 0,8-2 0,-12 4 0,1 1 0,-1 0 0,0-1 0,1 1 0,-1 0 0,0 0 0,1 0 0,-1 0 0,0 0 0,1 0 0,-1 0 0,1 0 0,-1 0 0,0 1 0,1-1 0,-1 1 0,0-1 0,0 1 0,1-1 0,-1 1 0,0 0 0,0-1 0,0 1 0,0 0 0,0 0 0,0 0 0,0 0 0,0 0 0,0 0 0,0 0 0,-1 0 0,1 1 0,0-1 0,-1 0 0,1 0 0,-1 1 0,1-1 0,-1 0 0,0 1 0,1 1 0,1 5 0,-1 0 0,0 0 0,0 1 0,-1-1 0,0 1 0,-1-1 0,0 0 0,0 1 0,0-1 0,-1 0 0,-5 13 0,3-11 0,0 0 0,0 0 0,-1-1 0,0 1 0,-1-1 0,0 0 0,0-1 0,-14 14 0,18-19 0,-1-1 0,1 0 0,-1 0 0,0 0 0,0 0 0,1-1 0,-1 1 0,0-1 0,0 0 0,0 1 0,-1-1 0,1-1 0,0 1 0,0 0 0,-1-1 0,1 0 0,-7 0 0,8 0 0,1-1 0,-1 1 0,0-1 0,0 0 0,0 0 0,1 1 0,-1-1 0,0-1 0,1 1 0,-1 0 0,1 0 0,-1 0 0,1-1 0,0 1 0,0-1 0,-1 1 0,1-1 0,0 0 0,0 1 0,1-1 0,-1 0 0,0 0 0,0 1 0,1-1 0,-1 0 0,1 0 0,0 0 0,-1 0 0,1 0 0,0 0 0,0-3 0,1-2 0,-1-1 0,1 0 0,0 0 0,1 0 0,0 0 0,0 1 0,0-1 0,1 1 0,0 0 0,5-8 0,-5 9 0,1 0 0,-1 0 0,1 1 0,0-1 0,1 1 0,-1 0 0,1 0 0,0 0 0,0 1 0,0 0 0,1 0 0,6-3 0,-11 6-36,0 1 0,0-1 0,1 1 1,-1-1-1,0 1 0,0 0 0,1-1 0,-1 1 0,0 0 0,1 0 0,-1 0 0,0 0 0,1 0 0,-1 0 0,0 1 0,1-1 0,-1 0 1,0 1-1,0-1 0,1 1 0,-1-1 0,0 1 0,0-1 0,0 1 0,0 0 0,1 0 0,-1 0 0,0-1 0,0 1 0,-1 0 0,1 0 1,0 0-1,0 1 0,0-1 0,-1 0 0,1 0 0,0 2 0,8 16-6790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39.665"/>
    </inkml:context>
    <inkml:brush xml:id="br0">
      <inkml:brushProperty name="width" value="0.05" units="cm"/>
      <inkml:brushProperty name="height" value="0.05" units="cm"/>
      <inkml:brushProperty name="color" value="#FFC114"/>
    </inkml:brush>
  </inkml:definitions>
  <inkml:trace contextRef="#ctx0" brushRef="#br0">0 0 24575,'0'0'-8191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40.443"/>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1/18/2026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1/18/2026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cap.cloud.sa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coreybutler/nvm-windows/release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image" Target="../media/image10.png"/><Relationship Id="rId18" Type="http://schemas.openxmlformats.org/officeDocument/2006/relationships/customXml" Target="../ink/ink10.xml"/><Relationship Id="rId26" Type="http://schemas.openxmlformats.org/officeDocument/2006/relationships/customXml" Target="../ink/ink14.xml"/><Relationship Id="rId39" Type="http://schemas.openxmlformats.org/officeDocument/2006/relationships/image" Target="../media/image23.png"/><Relationship Id="rId21" Type="http://schemas.openxmlformats.org/officeDocument/2006/relationships/image" Target="../media/image14.png"/><Relationship Id="rId34" Type="http://schemas.openxmlformats.org/officeDocument/2006/relationships/customXml" Target="../ink/ink18.xml"/><Relationship Id="rId42" Type="http://schemas.openxmlformats.org/officeDocument/2006/relationships/customXml" Target="../ink/ink22.xml"/><Relationship Id="rId47" Type="http://schemas.openxmlformats.org/officeDocument/2006/relationships/image" Target="../media/image27.png"/><Relationship Id="rId50" Type="http://schemas.openxmlformats.org/officeDocument/2006/relationships/customXml" Target="../ink/ink26.xml"/><Relationship Id="rId7" Type="http://schemas.openxmlformats.org/officeDocument/2006/relationships/image" Target="../media/image7.png"/><Relationship Id="rId2" Type="http://schemas.openxmlformats.org/officeDocument/2006/relationships/customXml" Target="../ink/ink2.xml"/><Relationship Id="rId16" Type="http://schemas.openxmlformats.org/officeDocument/2006/relationships/customXml" Target="../ink/ink9.xml"/><Relationship Id="rId29" Type="http://schemas.openxmlformats.org/officeDocument/2006/relationships/image" Target="../media/image18.png"/><Relationship Id="rId11" Type="http://schemas.openxmlformats.org/officeDocument/2006/relationships/image" Target="../media/image9.png"/><Relationship Id="rId24" Type="http://schemas.openxmlformats.org/officeDocument/2006/relationships/customXml" Target="../ink/ink13.xml"/><Relationship Id="rId32" Type="http://schemas.openxmlformats.org/officeDocument/2006/relationships/customXml" Target="../ink/ink17.xml"/><Relationship Id="rId37" Type="http://schemas.openxmlformats.org/officeDocument/2006/relationships/image" Target="../media/image22.png"/><Relationship Id="rId40" Type="http://schemas.openxmlformats.org/officeDocument/2006/relationships/customXml" Target="../ink/ink21.xml"/><Relationship Id="rId45" Type="http://schemas.openxmlformats.org/officeDocument/2006/relationships/image" Target="../media/image26.png"/><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5.png"/><Relationship Id="rId28" Type="http://schemas.openxmlformats.org/officeDocument/2006/relationships/customXml" Target="../ink/ink15.xml"/><Relationship Id="rId36" Type="http://schemas.openxmlformats.org/officeDocument/2006/relationships/customXml" Target="../ink/ink19.xml"/><Relationship Id="rId49" Type="http://schemas.openxmlformats.org/officeDocument/2006/relationships/image" Target="../media/image28.png"/><Relationship Id="rId10" Type="http://schemas.openxmlformats.org/officeDocument/2006/relationships/customXml" Target="../ink/ink6.xml"/><Relationship Id="rId19" Type="http://schemas.openxmlformats.org/officeDocument/2006/relationships/image" Target="../media/image13.png"/><Relationship Id="rId31" Type="http://schemas.openxmlformats.org/officeDocument/2006/relationships/image" Target="../media/image19.png"/><Relationship Id="rId44" Type="http://schemas.openxmlformats.org/officeDocument/2006/relationships/customXml" Target="../ink/ink23.xml"/><Relationship Id="rId4" Type="http://schemas.openxmlformats.org/officeDocument/2006/relationships/customXml" Target="../ink/ink3.xml"/><Relationship Id="rId9" Type="http://schemas.openxmlformats.org/officeDocument/2006/relationships/image" Target="../media/image8.png"/><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17.png"/><Relationship Id="rId30" Type="http://schemas.openxmlformats.org/officeDocument/2006/relationships/customXml" Target="../ink/ink16.xml"/><Relationship Id="rId35" Type="http://schemas.openxmlformats.org/officeDocument/2006/relationships/image" Target="../media/image21.png"/><Relationship Id="rId43" Type="http://schemas.openxmlformats.org/officeDocument/2006/relationships/image" Target="../media/image25.png"/><Relationship Id="rId48" Type="http://schemas.openxmlformats.org/officeDocument/2006/relationships/customXml" Target="../ink/ink25.xml"/><Relationship Id="rId8" Type="http://schemas.openxmlformats.org/officeDocument/2006/relationships/customXml" Target="../ink/ink5.xml"/><Relationship Id="rId51" Type="http://schemas.openxmlformats.org/officeDocument/2006/relationships/image" Target="../media/image29.png"/><Relationship Id="rId3" Type="http://schemas.openxmlformats.org/officeDocument/2006/relationships/image" Target="../media/image511.png"/><Relationship Id="rId12" Type="http://schemas.openxmlformats.org/officeDocument/2006/relationships/customXml" Target="../ink/ink7.xml"/><Relationship Id="rId17" Type="http://schemas.openxmlformats.org/officeDocument/2006/relationships/image" Target="../media/image12.png"/><Relationship Id="rId25" Type="http://schemas.openxmlformats.org/officeDocument/2006/relationships/image" Target="../media/image16.png"/><Relationship Id="rId33" Type="http://schemas.openxmlformats.org/officeDocument/2006/relationships/image" Target="../media/image20.png"/><Relationship Id="rId38" Type="http://schemas.openxmlformats.org/officeDocument/2006/relationships/customXml" Target="../ink/ink20.xml"/><Relationship Id="rId46" Type="http://schemas.openxmlformats.org/officeDocument/2006/relationships/customXml" Target="../ink/ink24.xml"/><Relationship Id="rId20" Type="http://schemas.openxmlformats.org/officeDocument/2006/relationships/customXml" Target="../ink/ink11.xml"/><Relationship Id="rId41"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customXml" Target="../ink/ink4.xml"/></Relationships>
</file>

<file path=ppt/slides/_rels/slide13.xml.rels><?xml version="1.0" encoding="UTF-8" standalone="yes"?>
<Relationships xmlns="http://schemas.openxmlformats.org/package/2006/relationships"><Relationship Id="rId117" Type="http://schemas.openxmlformats.org/officeDocument/2006/relationships/image" Target="../media/image87.png"/><Relationship Id="rId21" Type="http://schemas.openxmlformats.org/officeDocument/2006/relationships/image" Target="../media/image39.png"/><Relationship Id="rId63" Type="http://schemas.openxmlformats.org/officeDocument/2006/relationships/image" Target="../media/image60.png"/><Relationship Id="rId159" Type="http://schemas.openxmlformats.org/officeDocument/2006/relationships/image" Target="../media/image108.png"/><Relationship Id="rId170" Type="http://schemas.openxmlformats.org/officeDocument/2006/relationships/customXml" Target="../ink/ink111.xml"/><Relationship Id="rId226" Type="http://schemas.openxmlformats.org/officeDocument/2006/relationships/customXml" Target="../ink/ink139.xml"/><Relationship Id="rId268" Type="http://schemas.openxmlformats.org/officeDocument/2006/relationships/image" Target="../media/image161.png"/><Relationship Id="rId32" Type="http://schemas.openxmlformats.org/officeDocument/2006/relationships/customXml" Target="../ink/ink42.xml"/><Relationship Id="rId74" Type="http://schemas.openxmlformats.org/officeDocument/2006/relationships/customXml" Target="../ink/ink63.xml"/><Relationship Id="rId128" Type="http://schemas.openxmlformats.org/officeDocument/2006/relationships/customXml" Target="../ink/ink90.xml"/><Relationship Id="rId5" Type="http://schemas.openxmlformats.org/officeDocument/2006/relationships/image" Target="../media/image31.png"/><Relationship Id="rId181" Type="http://schemas.openxmlformats.org/officeDocument/2006/relationships/image" Target="../media/image119.png"/><Relationship Id="rId237" Type="http://schemas.openxmlformats.org/officeDocument/2006/relationships/image" Target="../media/image146.png"/><Relationship Id="rId279" Type="http://schemas.openxmlformats.org/officeDocument/2006/relationships/customXml" Target="../ink/ink166.xml"/><Relationship Id="rId22" Type="http://schemas.openxmlformats.org/officeDocument/2006/relationships/customXml" Target="../ink/ink37.xml"/><Relationship Id="rId43" Type="http://schemas.openxmlformats.org/officeDocument/2006/relationships/image" Target="../media/image50.png"/><Relationship Id="rId64" Type="http://schemas.openxmlformats.org/officeDocument/2006/relationships/customXml" Target="../ink/ink58.xml"/><Relationship Id="rId118" Type="http://schemas.openxmlformats.org/officeDocument/2006/relationships/customXml" Target="../ink/ink85.xml"/><Relationship Id="rId139" Type="http://schemas.openxmlformats.org/officeDocument/2006/relationships/image" Target="../media/image98.png"/><Relationship Id="rId85" Type="http://schemas.openxmlformats.org/officeDocument/2006/relationships/image" Target="../media/image71.png"/><Relationship Id="rId150" Type="http://schemas.openxmlformats.org/officeDocument/2006/relationships/customXml" Target="../ink/ink101.xml"/><Relationship Id="rId171" Type="http://schemas.openxmlformats.org/officeDocument/2006/relationships/image" Target="../media/image114.png"/><Relationship Id="rId192" Type="http://schemas.openxmlformats.org/officeDocument/2006/relationships/customXml" Target="../ink/ink122.xml"/><Relationship Id="rId206" Type="http://schemas.openxmlformats.org/officeDocument/2006/relationships/customXml" Target="../ink/ink129.xml"/><Relationship Id="rId227" Type="http://schemas.openxmlformats.org/officeDocument/2006/relationships/image" Target="../media/image141.png"/><Relationship Id="rId248" Type="http://schemas.openxmlformats.org/officeDocument/2006/relationships/customXml" Target="../ink/ink150.xml"/><Relationship Id="rId269" Type="http://schemas.openxmlformats.org/officeDocument/2006/relationships/customXml" Target="../ink/ink161.xml"/><Relationship Id="rId12" Type="http://schemas.openxmlformats.org/officeDocument/2006/relationships/customXml" Target="../ink/ink32.xml"/><Relationship Id="rId33" Type="http://schemas.openxmlformats.org/officeDocument/2006/relationships/image" Target="../media/image45.png"/><Relationship Id="rId108" Type="http://schemas.openxmlformats.org/officeDocument/2006/relationships/customXml" Target="../ink/ink80.xml"/><Relationship Id="rId129" Type="http://schemas.openxmlformats.org/officeDocument/2006/relationships/image" Target="../media/image93.png"/><Relationship Id="rId280" Type="http://schemas.openxmlformats.org/officeDocument/2006/relationships/image" Target="../media/image167.png"/><Relationship Id="rId54" Type="http://schemas.openxmlformats.org/officeDocument/2006/relationships/customXml" Target="../ink/ink53.xml"/><Relationship Id="rId75" Type="http://schemas.openxmlformats.org/officeDocument/2006/relationships/image" Target="../media/image66.png"/><Relationship Id="rId96" Type="http://schemas.openxmlformats.org/officeDocument/2006/relationships/customXml" Target="../ink/ink74.xml"/><Relationship Id="rId140" Type="http://schemas.openxmlformats.org/officeDocument/2006/relationships/customXml" Target="../ink/ink96.xml"/><Relationship Id="rId161" Type="http://schemas.openxmlformats.org/officeDocument/2006/relationships/image" Target="../media/image109.png"/><Relationship Id="rId182" Type="http://schemas.openxmlformats.org/officeDocument/2006/relationships/customXml" Target="../ink/ink117.xml"/><Relationship Id="rId217" Type="http://schemas.openxmlformats.org/officeDocument/2006/relationships/image" Target="../media/image136.png"/><Relationship Id="rId6" Type="http://schemas.openxmlformats.org/officeDocument/2006/relationships/customXml" Target="../ink/ink29.xml"/><Relationship Id="rId238" Type="http://schemas.openxmlformats.org/officeDocument/2006/relationships/customXml" Target="../ink/ink145.xml"/><Relationship Id="rId259" Type="http://schemas.openxmlformats.org/officeDocument/2006/relationships/customXml" Target="../ink/ink156.xml"/><Relationship Id="rId23" Type="http://schemas.openxmlformats.org/officeDocument/2006/relationships/image" Target="../media/image40.png"/><Relationship Id="rId119" Type="http://schemas.openxmlformats.org/officeDocument/2006/relationships/image" Target="../media/image88.png"/><Relationship Id="rId270" Type="http://schemas.openxmlformats.org/officeDocument/2006/relationships/image" Target="../media/image162.png"/><Relationship Id="rId44" Type="http://schemas.openxmlformats.org/officeDocument/2006/relationships/customXml" Target="../ink/ink48.xml"/><Relationship Id="rId65" Type="http://schemas.openxmlformats.org/officeDocument/2006/relationships/image" Target="../media/image61.png"/><Relationship Id="rId86" Type="http://schemas.openxmlformats.org/officeDocument/2006/relationships/customXml" Target="../ink/ink69.xml"/><Relationship Id="rId130" Type="http://schemas.openxmlformats.org/officeDocument/2006/relationships/customXml" Target="../ink/ink91.xml"/><Relationship Id="rId151" Type="http://schemas.openxmlformats.org/officeDocument/2006/relationships/image" Target="../media/image104.png"/><Relationship Id="rId172" Type="http://schemas.openxmlformats.org/officeDocument/2006/relationships/customXml" Target="../ink/ink112.xml"/><Relationship Id="rId193" Type="http://schemas.openxmlformats.org/officeDocument/2006/relationships/image" Target="../media/image125.png"/><Relationship Id="rId207" Type="http://schemas.openxmlformats.org/officeDocument/2006/relationships/image" Target="../media/image131.png"/><Relationship Id="rId228" Type="http://schemas.openxmlformats.org/officeDocument/2006/relationships/customXml" Target="../ink/ink140.xml"/><Relationship Id="rId249" Type="http://schemas.openxmlformats.org/officeDocument/2006/relationships/image" Target="../media/image152.png"/><Relationship Id="rId13" Type="http://schemas.openxmlformats.org/officeDocument/2006/relationships/image" Target="../media/image35.png"/><Relationship Id="rId109" Type="http://schemas.openxmlformats.org/officeDocument/2006/relationships/image" Target="../media/image83.png"/><Relationship Id="rId260" Type="http://schemas.openxmlformats.org/officeDocument/2006/relationships/image" Target="../media/image157.png"/><Relationship Id="rId281" Type="http://schemas.openxmlformats.org/officeDocument/2006/relationships/customXml" Target="../ink/ink167.xml"/><Relationship Id="rId34" Type="http://schemas.openxmlformats.org/officeDocument/2006/relationships/customXml" Target="../ink/ink43.xml"/><Relationship Id="rId55" Type="http://schemas.openxmlformats.org/officeDocument/2006/relationships/image" Target="../media/image56.png"/><Relationship Id="rId76" Type="http://schemas.openxmlformats.org/officeDocument/2006/relationships/customXml" Target="../ink/ink64.xml"/><Relationship Id="rId97" Type="http://schemas.openxmlformats.org/officeDocument/2006/relationships/image" Target="../media/image77.png"/><Relationship Id="rId120" Type="http://schemas.openxmlformats.org/officeDocument/2006/relationships/customXml" Target="../ink/ink86.xml"/><Relationship Id="rId141" Type="http://schemas.openxmlformats.org/officeDocument/2006/relationships/image" Target="../media/image99.png"/><Relationship Id="rId7" Type="http://schemas.openxmlformats.org/officeDocument/2006/relationships/image" Target="../media/image32.png"/><Relationship Id="rId162" Type="http://schemas.openxmlformats.org/officeDocument/2006/relationships/customXml" Target="../ink/ink107.xml"/><Relationship Id="rId183" Type="http://schemas.openxmlformats.org/officeDocument/2006/relationships/image" Target="../media/image120.png"/><Relationship Id="rId218" Type="http://schemas.openxmlformats.org/officeDocument/2006/relationships/customXml" Target="../ink/ink135.xml"/><Relationship Id="rId239" Type="http://schemas.openxmlformats.org/officeDocument/2006/relationships/image" Target="../media/image147.png"/><Relationship Id="rId250" Type="http://schemas.openxmlformats.org/officeDocument/2006/relationships/customXml" Target="../ink/ink151.xml"/><Relationship Id="rId271" Type="http://schemas.openxmlformats.org/officeDocument/2006/relationships/customXml" Target="../ink/ink162.xml"/><Relationship Id="rId24" Type="http://schemas.openxmlformats.org/officeDocument/2006/relationships/customXml" Target="../ink/ink38.xml"/><Relationship Id="rId45" Type="http://schemas.openxmlformats.org/officeDocument/2006/relationships/image" Target="../media/image51.png"/><Relationship Id="rId66" Type="http://schemas.openxmlformats.org/officeDocument/2006/relationships/customXml" Target="../ink/ink59.xml"/><Relationship Id="rId87" Type="http://schemas.openxmlformats.org/officeDocument/2006/relationships/image" Target="../media/image72.png"/><Relationship Id="rId110" Type="http://schemas.openxmlformats.org/officeDocument/2006/relationships/customXml" Target="../ink/ink81.xml"/><Relationship Id="rId131" Type="http://schemas.openxmlformats.org/officeDocument/2006/relationships/image" Target="../media/image94.png"/><Relationship Id="rId152" Type="http://schemas.openxmlformats.org/officeDocument/2006/relationships/customXml" Target="../ink/ink102.xml"/><Relationship Id="rId173" Type="http://schemas.openxmlformats.org/officeDocument/2006/relationships/image" Target="../media/image115.png"/><Relationship Id="rId194" Type="http://schemas.openxmlformats.org/officeDocument/2006/relationships/customXml" Target="../ink/ink123.xml"/><Relationship Id="rId208" Type="http://schemas.openxmlformats.org/officeDocument/2006/relationships/customXml" Target="../ink/ink130.xml"/><Relationship Id="rId229" Type="http://schemas.openxmlformats.org/officeDocument/2006/relationships/image" Target="../media/image142.png"/><Relationship Id="rId240" Type="http://schemas.openxmlformats.org/officeDocument/2006/relationships/customXml" Target="../ink/ink146.xml"/><Relationship Id="rId261" Type="http://schemas.openxmlformats.org/officeDocument/2006/relationships/customXml" Target="../ink/ink157.xml"/><Relationship Id="rId14" Type="http://schemas.openxmlformats.org/officeDocument/2006/relationships/customXml" Target="../ink/ink33.xml"/><Relationship Id="rId35" Type="http://schemas.openxmlformats.org/officeDocument/2006/relationships/image" Target="../media/image46.png"/><Relationship Id="rId56" Type="http://schemas.openxmlformats.org/officeDocument/2006/relationships/customXml" Target="../ink/ink54.xml"/><Relationship Id="rId77" Type="http://schemas.openxmlformats.org/officeDocument/2006/relationships/image" Target="../media/image67.png"/><Relationship Id="rId100" Type="http://schemas.openxmlformats.org/officeDocument/2006/relationships/customXml" Target="../ink/ink76.xml"/><Relationship Id="rId282" Type="http://schemas.openxmlformats.org/officeDocument/2006/relationships/image" Target="../media/image168.png"/><Relationship Id="rId8" Type="http://schemas.openxmlformats.org/officeDocument/2006/relationships/customXml" Target="../ink/ink30.xml"/><Relationship Id="rId98" Type="http://schemas.openxmlformats.org/officeDocument/2006/relationships/customXml" Target="../ink/ink75.xml"/><Relationship Id="rId121" Type="http://schemas.openxmlformats.org/officeDocument/2006/relationships/image" Target="../media/image89.png"/><Relationship Id="rId142" Type="http://schemas.openxmlformats.org/officeDocument/2006/relationships/customXml" Target="../ink/ink97.xml"/><Relationship Id="rId163" Type="http://schemas.openxmlformats.org/officeDocument/2006/relationships/image" Target="../media/image110.png"/><Relationship Id="rId184" Type="http://schemas.openxmlformats.org/officeDocument/2006/relationships/customXml" Target="../ink/ink118.xml"/><Relationship Id="rId219" Type="http://schemas.openxmlformats.org/officeDocument/2006/relationships/image" Target="../media/image137.png"/><Relationship Id="rId230" Type="http://schemas.openxmlformats.org/officeDocument/2006/relationships/customXml" Target="../ink/ink141.xml"/><Relationship Id="rId251" Type="http://schemas.openxmlformats.org/officeDocument/2006/relationships/image" Target="../media/image153.png"/><Relationship Id="rId25" Type="http://schemas.openxmlformats.org/officeDocument/2006/relationships/image" Target="../media/image41.png"/><Relationship Id="rId46" Type="http://schemas.openxmlformats.org/officeDocument/2006/relationships/customXml" Target="../ink/ink49.xml"/><Relationship Id="rId67" Type="http://schemas.openxmlformats.org/officeDocument/2006/relationships/image" Target="../media/image62.png"/><Relationship Id="rId272" Type="http://schemas.openxmlformats.org/officeDocument/2006/relationships/image" Target="../media/image163.png"/><Relationship Id="rId88" Type="http://schemas.openxmlformats.org/officeDocument/2006/relationships/customXml" Target="../ink/ink70.xml"/><Relationship Id="rId111" Type="http://schemas.openxmlformats.org/officeDocument/2006/relationships/image" Target="../media/image84.png"/><Relationship Id="rId132" Type="http://schemas.openxmlformats.org/officeDocument/2006/relationships/customXml" Target="../ink/ink92.xml"/><Relationship Id="rId153" Type="http://schemas.openxmlformats.org/officeDocument/2006/relationships/image" Target="../media/image105.png"/><Relationship Id="rId174" Type="http://schemas.openxmlformats.org/officeDocument/2006/relationships/customXml" Target="../ink/ink113.xml"/><Relationship Id="rId195" Type="http://schemas.openxmlformats.org/officeDocument/2006/relationships/image" Target="../media/image126.png"/><Relationship Id="rId209" Type="http://schemas.openxmlformats.org/officeDocument/2006/relationships/image" Target="../media/image132.png"/><Relationship Id="rId220" Type="http://schemas.openxmlformats.org/officeDocument/2006/relationships/customXml" Target="../ink/ink136.xml"/><Relationship Id="rId241" Type="http://schemas.openxmlformats.org/officeDocument/2006/relationships/image" Target="../media/image148.png"/><Relationship Id="rId15" Type="http://schemas.openxmlformats.org/officeDocument/2006/relationships/image" Target="../media/image36.png"/><Relationship Id="rId36" Type="http://schemas.openxmlformats.org/officeDocument/2006/relationships/customXml" Target="../ink/ink44.xml"/><Relationship Id="rId57" Type="http://schemas.openxmlformats.org/officeDocument/2006/relationships/image" Target="../media/image57.png"/><Relationship Id="rId262" Type="http://schemas.openxmlformats.org/officeDocument/2006/relationships/image" Target="../media/image158.png"/><Relationship Id="rId78" Type="http://schemas.openxmlformats.org/officeDocument/2006/relationships/customXml" Target="../ink/ink65.xml"/><Relationship Id="rId99" Type="http://schemas.openxmlformats.org/officeDocument/2006/relationships/image" Target="../media/image78.png"/><Relationship Id="rId101" Type="http://schemas.openxmlformats.org/officeDocument/2006/relationships/image" Target="../media/image79.png"/><Relationship Id="rId122" Type="http://schemas.openxmlformats.org/officeDocument/2006/relationships/customXml" Target="../ink/ink87.xml"/><Relationship Id="rId143" Type="http://schemas.openxmlformats.org/officeDocument/2006/relationships/image" Target="../media/image100.png"/><Relationship Id="rId164" Type="http://schemas.openxmlformats.org/officeDocument/2006/relationships/customXml" Target="../ink/ink108.xml"/><Relationship Id="rId185" Type="http://schemas.openxmlformats.org/officeDocument/2006/relationships/image" Target="../media/image121.png"/><Relationship Id="rId9" Type="http://schemas.openxmlformats.org/officeDocument/2006/relationships/image" Target="../media/image33.png"/><Relationship Id="rId210" Type="http://schemas.openxmlformats.org/officeDocument/2006/relationships/customXml" Target="../ink/ink131.xml"/><Relationship Id="rId26" Type="http://schemas.openxmlformats.org/officeDocument/2006/relationships/customXml" Target="../ink/ink39.xml"/><Relationship Id="rId231" Type="http://schemas.openxmlformats.org/officeDocument/2006/relationships/image" Target="../media/image143.png"/><Relationship Id="rId252" Type="http://schemas.openxmlformats.org/officeDocument/2006/relationships/customXml" Target="../ink/ink152.xml"/><Relationship Id="rId273" Type="http://schemas.openxmlformats.org/officeDocument/2006/relationships/customXml" Target="../ink/ink163.xml"/><Relationship Id="rId47" Type="http://schemas.openxmlformats.org/officeDocument/2006/relationships/image" Target="../media/image52.png"/><Relationship Id="rId68" Type="http://schemas.openxmlformats.org/officeDocument/2006/relationships/customXml" Target="../ink/ink60.xml"/><Relationship Id="rId89" Type="http://schemas.openxmlformats.org/officeDocument/2006/relationships/image" Target="../media/image73.png"/><Relationship Id="rId112" Type="http://schemas.openxmlformats.org/officeDocument/2006/relationships/customXml" Target="../ink/ink82.xml"/><Relationship Id="rId133" Type="http://schemas.openxmlformats.org/officeDocument/2006/relationships/image" Target="../media/image95.png"/><Relationship Id="rId154" Type="http://schemas.openxmlformats.org/officeDocument/2006/relationships/customXml" Target="../ink/ink103.xml"/><Relationship Id="rId175" Type="http://schemas.openxmlformats.org/officeDocument/2006/relationships/image" Target="../media/image116.png"/><Relationship Id="rId196" Type="http://schemas.openxmlformats.org/officeDocument/2006/relationships/customXml" Target="../ink/ink124.xml"/><Relationship Id="rId200" Type="http://schemas.openxmlformats.org/officeDocument/2006/relationships/customXml" Target="../ink/ink126.xml"/><Relationship Id="rId16" Type="http://schemas.openxmlformats.org/officeDocument/2006/relationships/customXml" Target="../ink/ink34.xml"/><Relationship Id="rId221" Type="http://schemas.openxmlformats.org/officeDocument/2006/relationships/image" Target="../media/image138.png"/><Relationship Id="rId242" Type="http://schemas.openxmlformats.org/officeDocument/2006/relationships/customXml" Target="../ink/ink147.xml"/><Relationship Id="rId263" Type="http://schemas.openxmlformats.org/officeDocument/2006/relationships/customXml" Target="../ink/ink158.xml"/><Relationship Id="rId37" Type="http://schemas.openxmlformats.org/officeDocument/2006/relationships/image" Target="../media/image47.png"/><Relationship Id="rId58" Type="http://schemas.openxmlformats.org/officeDocument/2006/relationships/customXml" Target="../ink/ink55.xml"/><Relationship Id="rId79" Type="http://schemas.openxmlformats.org/officeDocument/2006/relationships/image" Target="../media/image68.png"/><Relationship Id="rId102" Type="http://schemas.openxmlformats.org/officeDocument/2006/relationships/customXml" Target="../ink/ink77.xml"/><Relationship Id="rId123" Type="http://schemas.openxmlformats.org/officeDocument/2006/relationships/image" Target="../media/image90.png"/><Relationship Id="rId144" Type="http://schemas.openxmlformats.org/officeDocument/2006/relationships/customXml" Target="../ink/ink98.xml"/><Relationship Id="rId90" Type="http://schemas.openxmlformats.org/officeDocument/2006/relationships/customXml" Target="../ink/ink71.xml"/><Relationship Id="rId165" Type="http://schemas.openxmlformats.org/officeDocument/2006/relationships/image" Target="../media/image111.png"/><Relationship Id="rId186" Type="http://schemas.openxmlformats.org/officeDocument/2006/relationships/customXml" Target="../ink/ink119.xml"/><Relationship Id="rId211" Type="http://schemas.openxmlformats.org/officeDocument/2006/relationships/image" Target="../media/image133.png"/><Relationship Id="rId232" Type="http://schemas.openxmlformats.org/officeDocument/2006/relationships/customXml" Target="../ink/ink142.xml"/><Relationship Id="rId253" Type="http://schemas.openxmlformats.org/officeDocument/2006/relationships/image" Target="../media/image154.png"/><Relationship Id="rId274" Type="http://schemas.openxmlformats.org/officeDocument/2006/relationships/image" Target="../media/image164.png"/><Relationship Id="rId27" Type="http://schemas.openxmlformats.org/officeDocument/2006/relationships/image" Target="../media/image42.png"/><Relationship Id="rId48" Type="http://schemas.openxmlformats.org/officeDocument/2006/relationships/customXml" Target="../ink/ink50.xml"/><Relationship Id="rId69" Type="http://schemas.openxmlformats.org/officeDocument/2006/relationships/image" Target="../media/image63.png"/><Relationship Id="rId113" Type="http://schemas.openxmlformats.org/officeDocument/2006/relationships/image" Target="../media/image85.png"/><Relationship Id="rId134" Type="http://schemas.openxmlformats.org/officeDocument/2006/relationships/customXml" Target="../ink/ink93.xml"/><Relationship Id="rId80" Type="http://schemas.openxmlformats.org/officeDocument/2006/relationships/customXml" Target="../ink/ink66.xml"/><Relationship Id="rId155" Type="http://schemas.openxmlformats.org/officeDocument/2006/relationships/image" Target="../media/image106.png"/><Relationship Id="rId176" Type="http://schemas.openxmlformats.org/officeDocument/2006/relationships/customXml" Target="../ink/ink114.xml"/><Relationship Id="rId197" Type="http://schemas.openxmlformats.org/officeDocument/2006/relationships/image" Target="../media/image127.png"/><Relationship Id="rId201" Type="http://schemas.openxmlformats.org/officeDocument/2006/relationships/image" Target="../media/image129.png"/><Relationship Id="rId222" Type="http://schemas.openxmlformats.org/officeDocument/2006/relationships/customXml" Target="../ink/ink137.xml"/><Relationship Id="rId243" Type="http://schemas.openxmlformats.org/officeDocument/2006/relationships/image" Target="../media/image149.png"/><Relationship Id="rId264" Type="http://schemas.openxmlformats.org/officeDocument/2006/relationships/image" Target="../media/image159.png"/><Relationship Id="rId17" Type="http://schemas.openxmlformats.org/officeDocument/2006/relationships/image" Target="../media/image37.png"/><Relationship Id="rId38" Type="http://schemas.openxmlformats.org/officeDocument/2006/relationships/customXml" Target="../ink/ink45.xml"/><Relationship Id="rId59" Type="http://schemas.openxmlformats.org/officeDocument/2006/relationships/image" Target="../media/image58.png"/><Relationship Id="rId103" Type="http://schemas.openxmlformats.org/officeDocument/2006/relationships/image" Target="../media/image80.png"/><Relationship Id="rId124" Type="http://schemas.openxmlformats.org/officeDocument/2006/relationships/customXml" Target="../ink/ink88.xml"/><Relationship Id="rId70" Type="http://schemas.openxmlformats.org/officeDocument/2006/relationships/customXml" Target="../ink/ink61.xml"/><Relationship Id="rId91" Type="http://schemas.openxmlformats.org/officeDocument/2006/relationships/image" Target="../media/image74.png"/><Relationship Id="rId145" Type="http://schemas.openxmlformats.org/officeDocument/2006/relationships/image" Target="../media/image101.png"/><Relationship Id="rId166" Type="http://schemas.openxmlformats.org/officeDocument/2006/relationships/customXml" Target="../ink/ink109.xml"/><Relationship Id="rId187" Type="http://schemas.openxmlformats.org/officeDocument/2006/relationships/image" Target="../media/image122.png"/><Relationship Id="rId1" Type="http://schemas.openxmlformats.org/officeDocument/2006/relationships/slideLayout" Target="../slideLayouts/slideLayout2.xml"/><Relationship Id="rId212" Type="http://schemas.openxmlformats.org/officeDocument/2006/relationships/customXml" Target="../ink/ink132.xml"/><Relationship Id="rId233" Type="http://schemas.openxmlformats.org/officeDocument/2006/relationships/image" Target="../media/image144.png"/><Relationship Id="rId254" Type="http://schemas.openxmlformats.org/officeDocument/2006/relationships/customXml" Target="../ink/ink153.xml"/><Relationship Id="rId28" Type="http://schemas.openxmlformats.org/officeDocument/2006/relationships/customXml" Target="../ink/ink40.xml"/><Relationship Id="rId49" Type="http://schemas.openxmlformats.org/officeDocument/2006/relationships/image" Target="../media/image53.png"/><Relationship Id="rId114" Type="http://schemas.openxmlformats.org/officeDocument/2006/relationships/customXml" Target="../ink/ink83.xml"/><Relationship Id="rId275" Type="http://schemas.openxmlformats.org/officeDocument/2006/relationships/customXml" Target="../ink/ink164.xml"/><Relationship Id="rId60" Type="http://schemas.openxmlformats.org/officeDocument/2006/relationships/customXml" Target="../ink/ink56.xml"/><Relationship Id="rId81" Type="http://schemas.openxmlformats.org/officeDocument/2006/relationships/image" Target="../media/image69.png"/><Relationship Id="rId135" Type="http://schemas.openxmlformats.org/officeDocument/2006/relationships/image" Target="../media/image96.png"/><Relationship Id="rId156" Type="http://schemas.openxmlformats.org/officeDocument/2006/relationships/customXml" Target="../ink/ink104.xml"/><Relationship Id="rId177" Type="http://schemas.openxmlformats.org/officeDocument/2006/relationships/image" Target="../media/image117.png"/><Relationship Id="rId198" Type="http://schemas.openxmlformats.org/officeDocument/2006/relationships/customXml" Target="../ink/ink125.xml"/><Relationship Id="rId202" Type="http://schemas.openxmlformats.org/officeDocument/2006/relationships/customXml" Target="../ink/ink127.xml"/><Relationship Id="rId223" Type="http://schemas.openxmlformats.org/officeDocument/2006/relationships/image" Target="../media/image139.png"/><Relationship Id="rId244" Type="http://schemas.openxmlformats.org/officeDocument/2006/relationships/customXml" Target="../ink/ink148.xml"/><Relationship Id="rId18" Type="http://schemas.openxmlformats.org/officeDocument/2006/relationships/customXml" Target="../ink/ink35.xml"/><Relationship Id="rId39" Type="http://schemas.openxmlformats.org/officeDocument/2006/relationships/image" Target="../media/image48.png"/><Relationship Id="rId265" Type="http://schemas.openxmlformats.org/officeDocument/2006/relationships/customXml" Target="../ink/ink159.xml"/><Relationship Id="rId50" Type="http://schemas.openxmlformats.org/officeDocument/2006/relationships/customXml" Target="../ink/ink51.xml"/><Relationship Id="rId104" Type="http://schemas.openxmlformats.org/officeDocument/2006/relationships/customXml" Target="../ink/ink78.xml"/><Relationship Id="rId125" Type="http://schemas.openxmlformats.org/officeDocument/2006/relationships/image" Target="../media/image91.png"/><Relationship Id="rId146" Type="http://schemas.openxmlformats.org/officeDocument/2006/relationships/customXml" Target="../ink/ink99.xml"/><Relationship Id="rId167" Type="http://schemas.openxmlformats.org/officeDocument/2006/relationships/image" Target="../media/image112.png"/><Relationship Id="rId188" Type="http://schemas.openxmlformats.org/officeDocument/2006/relationships/customXml" Target="../ink/ink120.xml"/><Relationship Id="rId71" Type="http://schemas.openxmlformats.org/officeDocument/2006/relationships/image" Target="../media/image64.png"/><Relationship Id="rId92" Type="http://schemas.openxmlformats.org/officeDocument/2006/relationships/customXml" Target="../ink/ink72.xml"/><Relationship Id="rId213" Type="http://schemas.openxmlformats.org/officeDocument/2006/relationships/image" Target="../media/image134.png"/><Relationship Id="rId234" Type="http://schemas.openxmlformats.org/officeDocument/2006/relationships/customXml" Target="../ink/ink143.xml"/><Relationship Id="rId2" Type="http://schemas.openxmlformats.org/officeDocument/2006/relationships/customXml" Target="../ink/ink27.xml"/><Relationship Id="rId29" Type="http://schemas.openxmlformats.org/officeDocument/2006/relationships/image" Target="../media/image43.png"/><Relationship Id="rId255" Type="http://schemas.openxmlformats.org/officeDocument/2006/relationships/image" Target="../media/image155.png"/><Relationship Id="rId276" Type="http://schemas.openxmlformats.org/officeDocument/2006/relationships/image" Target="../media/image165.png"/><Relationship Id="rId40" Type="http://schemas.openxmlformats.org/officeDocument/2006/relationships/customXml" Target="../ink/ink46.xml"/><Relationship Id="rId115" Type="http://schemas.openxmlformats.org/officeDocument/2006/relationships/image" Target="../media/image86.png"/><Relationship Id="rId136" Type="http://schemas.openxmlformats.org/officeDocument/2006/relationships/customXml" Target="../ink/ink94.xml"/><Relationship Id="rId157" Type="http://schemas.openxmlformats.org/officeDocument/2006/relationships/image" Target="../media/image107.png"/><Relationship Id="rId178" Type="http://schemas.openxmlformats.org/officeDocument/2006/relationships/customXml" Target="../ink/ink115.xml"/><Relationship Id="rId61" Type="http://schemas.openxmlformats.org/officeDocument/2006/relationships/image" Target="../media/image59.png"/><Relationship Id="rId82" Type="http://schemas.openxmlformats.org/officeDocument/2006/relationships/customXml" Target="../ink/ink67.xml"/><Relationship Id="rId199" Type="http://schemas.openxmlformats.org/officeDocument/2006/relationships/image" Target="../media/image128.png"/><Relationship Id="rId203" Type="http://schemas.openxmlformats.org/officeDocument/2006/relationships/image" Target="../media/image130.png"/><Relationship Id="rId19" Type="http://schemas.openxmlformats.org/officeDocument/2006/relationships/image" Target="../media/image38.png"/><Relationship Id="rId224" Type="http://schemas.openxmlformats.org/officeDocument/2006/relationships/customXml" Target="../ink/ink138.xml"/><Relationship Id="rId245" Type="http://schemas.openxmlformats.org/officeDocument/2006/relationships/image" Target="../media/image150.png"/><Relationship Id="rId266" Type="http://schemas.openxmlformats.org/officeDocument/2006/relationships/image" Target="../media/image160.png"/><Relationship Id="rId30" Type="http://schemas.openxmlformats.org/officeDocument/2006/relationships/customXml" Target="../ink/ink41.xml"/><Relationship Id="rId105" Type="http://schemas.openxmlformats.org/officeDocument/2006/relationships/image" Target="../media/image81.png"/><Relationship Id="rId126" Type="http://schemas.openxmlformats.org/officeDocument/2006/relationships/customXml" Target="../ink/ink89.xml"/><Relationship Id="rId147" Type="http://schemas.openxmlformats.org/officeDocument/2006/relationships/image" Target="../media/image102.png"/><Relationship Id="rId168" Type="http://schemas.openxmlformats.org/officeDocument/2006/relationships/customXml" Target="../ink/ink110.xml"/><Relationship Id="rId51" Type="http://schemas.openxmlformats.org/officeDocument/2006/relationships/image" Target="../media/image54.png"/><Relationship Id="rId72" Type="http://schemas.openxmlformats.org/officeDocument/2006/relationships/customXml" Target="../ink/ink62.xml"/><Relationship Id="rId93" Type="http://schemas.openxmlformats.org/officeDocument/2006/relationships/image" Target="../media/image75.png"/><Relationship Id="rId189" Type="http://schemas.openxmlformats.org/officeDocument/2006/relationships/image" Target="../media/image123.png"/><Relationship Id="rId3" Type="http://schemas.openxmlformats.org/officeDocument/2006/relationships/image" Target="../media/image30.png"/><Relationship Id="rId214" Type="http://schemas.openxmlformats.org/officeDocument/2006/relationships/customXml" Target="../ink/ink133.xml"/><Relationship Id="rId235" Type="http://schemas.openxmlformats.org/officeDocument/2006/relationships/image" Target="../media/image145.png"/><Relationship Id="rId256" Type="http://schemas.openxmlformats.org/officeDocument/2006/relationships/customXml" Target="../ink/ink154.xml"/><Relationship Id="rId277" Type="http://schemas.openxmlformats.org/officeDocument/2006/relationships/customXml" Target="../ink/ink165.xml"/><Relationship Id="rId116" Type="http://schemas.openxmlformats.org/officeDocument/2006/relationships/customXml" Target="../ink/ink84.xml"/><Relationship Id="rId137" Type="http://schemas.openxmlformats.org/officeDocument/2006/relationships/image" Target="../media/image97.png"/><Relationship Id="rId158" Type="http://schemas.openxmlformats.org/officeDocument/2006/relationships/customXml" Target="../ink/ink105.xml"/><Relationship Id="rId20" Type="http://schemas.openxmlformats.org/officeDocument/2006/relationships/customXml" Target="../ink/ink36.xml"/><Relationship Id="rId41" Type="http://schemas.openxmlformats.org/officeDocument/2006/relationships/image" Target="../media/image49.png"/><Relationship Id="rId62" Type="http://schemas.openxmlformats.org/officeDocument/2006/relationships/customXml" Target="../ink/ink57.xml"/><Relationship Id="rId83" Type="http://schemas.openxmlformats.org/officeDocument/2006/relationships/image" Target="../media/image70.png"/><Relationship Id="rId179" Type="http://schemas.openxmlformats.org/officeDocument/2006/relationships/image" Target="../media/image118.png"/><Relationship Id="rId190" Type="http://schemas.openxmlformats.org/officeDocument/2006/relationships/customXml" Target="../ink/ink121.xml"/><Relationship Id="rId204" Type="http://schemas.openxmlformats.org/officeDocument/2006/relationships/customXml" Target="../ink/ink128.xml"/><Relationship Id="rId225" Type="http://schemas.openxmlformats.org/officeDocument/2006/relationships/image" Target="../media/image140.png"/><Relationship Id="rId246" Type="http://schemas.openxmlformats.org/officeDocument/2006/relationships/customXml" Target="../ink/ink149.xml"/><Relationship Id="rId267" Type="http://schemas.openxmlformats.org/officeDocument/2006/relationships/customXml" Target="../ink/ink160.xml"/><Relationship Id="rId106" Type="http://schemas.openxmlformats.org/officeDocument/2006/relationships/customXml" Target="../ink/ink79.xml"/><Relationship Id="rId127" Type="http://schemas.openxmlformats.org/officeDocument/2006/relationships/image" Target="../media/image92.png"/><Relationship Id="rId10" Type="http://schemas.openxmlformats.org/officeDocument/2006/relationships/customXml" Target="../ink/ink31.xml"/><Relationship Id="rId31" Type="http://schemas.openxmlformats.org/officeDocument/2006/relationships/image" Target="../media/image44.png"/><Relationship Id="rId52" Type="http://schemas.openxmlformats.org/officeDocument/2006/relationships/customXml" Target="../ink/ink52.xml"/><Relationship Id="rId73" Type="http://schemas.openxmlformats.org/officeDocument/2006/relationships/image" Target="../media/image65.png"/><Relationship Id="rId94" Type="http://schemas.openxmlformats.org/officeDocument/2006/relationships/customXml" Target="../ink/ink73.xml"/><Relationship Id="rId148" Type="http://schemas.openxmlformats.org/officeDocument/2006/relationships/customXml" Target="../ink/ink100.xml"/><Relationship Id="rId169" Type="http://schemas.openxmlformats.org/officeDocument/2006/relationships/image" Target="../media/image113.png"/><Relationship Id="rId4" Type="http://schemas.openxmlformats.org/officeDocument/2006/relationships/customXml" Target="../ink/ink28.xml"/><Relationship Id="rId180" Type="http://schemas.openxmlformats.org/officeDocument/2006/relationships/customXml" Target="../ink/ink116.xml"/><Relationship Id="rId215" Type="http://schemas.openxmlformats.org/officeDocument/2006/relationships/image" Target="../media/image135.png"/><Relationship Id="rId236" Type="http://schemas.openxmlformats.org/officeDocument/2006/relationships/customXml" Target="../ink/ink144.xml"/><Relationship Id="rId257" Type="http://schemas.openxmlformats.org/officeDocument/2006/relationships/image" Target="../media/image156.png"/><Relationship Id="rId278" Type="http://schemas.openxmlformats.org/officeDocument/2006/relationships/image" Target="../media/image166.png"/><Relationship Id="rId42" Type="http://schemas.openxmlformats.org/officeDocument/2006/relationships/customXml" Target="../ink/ink47.xml"/><Relationship Id="rId84" Type="http://schemas.openxmlformats.org/officeDocument/2006/relationships/customXml" Target="../ink/ink68.xml"/><Relationship Id="rId138" Type="http://schemas.openxmlformats.org/officeDocument/2006/relationships/customXml" Target="../ink/ink95.xml"/><Relationship Id="rId191" Type="http://schemas.openxmlformats.org/officeDocument/2006/relationships/image" Target="../media/image124.png"/><Relationship Id="rId205" Type="http://schemas.openxmlformats.org/officeDocument/2006/relationships/image" Target="../media/image29.png"/><Relationship Id="rId247" Type="http://schemas.openxmlformats.org/officeDocument/2006/relationships/image" Target="../media/image151.png"/><Relationship Id="rId107" Type="http://schemas.openxmlformats.org/officeDocument/2006/relationships/image" Target="../media/image82.png"/><Relationship Id="rId11" Type="http://schemas.openxmlformats.org/officeDocument/2006/relationships/image" Target="../media/image34.png"/><Relationship Id="rId53" Type="http://schemas.openxmlformats.org/officeDocument/2006/relationships/image" Target="../media/image55.png"/><Relationship Id="rId149" Type="http://schemas.openxmlformats.org/officeDocument/2006/relationships/image" Target="../media/image103.png"/><Relationship Id="rId95" Type="http://schemas.openxmlformats.org/officeDocument/2006/relationships/image" Target="../media/image76.png"/><Relationship Id="rId160" Type="http://schemas.openxmlformats.org/officeDocument/2006/relationships/customXml" Target="../ink/ink106.xml"/><Relationship Id="rId216" Type="http://schemas.openxmlformats.org/officeDocument/2006/relationships/customXml" Target="../ink/ink134.xml"/><Relationship Id="rId258" Type="http://schemas.openxmlformats.org/officeDocument/2006/relationships/customXml" Target="../ink/ink15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hyperlink" Target="https://github.com/soyuztechnologies/SAP_BTP_Training_CLD200/blob/master/Day%203/01%20db.zi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customXml" Target="../ink/ink168.xml"/><Relationship Id="rId1" Type="http://schemas.openxmlformats.org/officeDocument/2006/relationships/slideLayout" Target="../slideLayouts/slideLayout2.xml"/><Relationship Id="rId4" Type="http://schemas.openxmlformats.org/officeDocument/2006/relationships/customXml" Target="../ink/ink169.xml"/></Relationships>
</file>

<file path=ppt/slides/_rels/slide20.xml.rels><?xml version="1.0" encoding="UTF-8" standalone="yes"?>
<Relationships xmlns="http://schemas.openxmlformats.org/package/2006/relationships"><Relationship Id="rId2" Type="http://schemas.openxmlformats.org/officeDocument/2006/relationships/image" Target="../media/image171.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72.png"/><Relationship Id="rId4" Type="http://schemas.openxmlformats.org/officeDocument/2006/relationships/hyperlink" Target="http://www.dribbble.com/"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78.jpeg"/><Relationship Id="rId3" Type="http://schemas.openxmlformats.org/officeDocument/2006/relationships/image" Target="../media/image173.jpeg"/><Relationship Id="rId7" Type="http://schemas.openxmlformats.org/officeDocument/2006/relationships/image" Target="../media/image177.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76.tiff"/><Relationship Id="rId5" Type="http://schemas.openxmlformats.org/officeDocument/2006/relationships/image" Target="../media/image175.tiff"/><Relationship Id="rId4" Type="http://schemas.openxmlformats.org/officeDocument/2006/relationships/image" Target="../media/image174.tiff"/><Relationship Id="rId9"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Architect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5</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133" name="Rectangle: Rounded Corners 1132">
            <a:extLst>
              <a:ext uri="{FF2B5EF4-FFF2-40B4-BE49-F238E27FC236}">
                <a16:creationId xmlns:a16="http://schemas.microsoft.com/office/drawing/2014/main" id="{47299741-729A-4FA6-A73E-373218C0B948}"/>
              </a:ext>
            </a:extLst>
          </p:cNvPr>
          <p:cNvSpPr/>
          <p:nvPr/>
        </p:nvSpPr>
        <p:spPr>
          <a:xfrm>
            <a:off x="3646140" y="1357715"/>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3646140" y="3113437"/>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3646140" y="486916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41" name="Group 1140">
            <a:extLst>
              <a:ext uri="{FF2B5EF4-FFF2-40B4-BE49-F238E27FC236}">
                <a16:creationId xmlns:a16="http://schemas.microsoft.com/office/drawing/2014/main" id="{010C7D28-B781-409B-AFDB-2EB8DCBAB471}"/>
              </a:ext>
            </a:extLst>
          </p:cNvPr>
          <p:cNvGrpSpPr/>
          <p:nvPr/>
        </p:nvGrpSpPr>
        <p:grpSpPr>
          <a:xfrm>
            <a:off x="4310825" y="1610728"/>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Introduction to CAPM</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4310825" y="3366447"/>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243562"/>
              <a:ext cx="2236930" cy="319585"/>
            </a:xfrm>
            <a:prstGeom prst="rect">
              <a:avLst/>
            </a:prstGeom>
            <a:noFill/>
          </p:spPr>
          <p:txBody>
            <a:bodyPr wrap="square" lIns="0" tIns="0" rIns="0" bIns="0" rtlCol="0" anchor="ctr">
              <a:spAutoFit/>
            </a:bodyPr>
            <a:lstStyle/>
            <a:p>
              <a:pPr marL="0" marR="0" indent="0" algn="l" rtl="0" eaLnBrk="1" fontAlgn="auto" latinLnBrk="0" hangingPunct="1">
                <a:spcBef>
                  <a:spcPts val="0"/>
                </a:spcBef>
                <a:spcAft>
                  <a:spcPts val="0"/>
                </a:spcAft>
              </a:pPr>
              <a:r>
                <a:rPr lang="en-US" sz="1800" b="0" i="0" kern="1200" spc="0" baseline="0" dirty="0">
                  <a:ln>
                    <a:noFill/>
                  </a:ln>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Create DB Module</a:t>
              </a:r>
              <a:endParaRPr lang="en-US" sz="1400" dirty="0">
                <a:effectLst/>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4310825" y="5122170"/>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Deploy to SQLite</a:t>
              </a: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5</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Deploy Node Microservice to BTP</a:t>
            </a:r>
            <a:endParaRPr lang="en-US" dirty="0"/>
          </a:p>
        </p:txBody>
      </p:sp>
      <p:pic>
        <p:nvPicPr>
          <p:cNvPr id="1026" name="Picture 2" descr="Migrate and deploy Cloud Foundry applications to Kubernetes | Red Hat  Developer">
            <a:extLst>
              <a:ext uri="{FF2B5EF4-FFF2-40B4-BE49-F238E27FC236}">
                <a16:creationId xmlns:a16="http://schemas.microsoft.com/office/drawing/2014/main" id="{A8CBAEC0-374D-85C7-365A-E831AA0DDA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812" y="1268760"/>
            <a:ext cx="7201469" cy="472514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C1FD12F-7B9A-C402-34A9-0CDD79FF9E14}"/>
                  </a:ext>
                </a:extLst>
              </p14:cNvPr>
              <p14:cNvContentPartPr/>
              <p14:nvPr/>
            </p14:nvContentPartPr>
            <p14:xfrm>
              <a:off x="2979004" y="6233516"/>
              <a:ext cx="360" cy="360"/>
            </p14:xfrm>
          </p:contentPart>
        </mc:Choice>
        <mc:Fallback xmlns="">
          <p:pic>
            <p:nvPicPr>
              <p:cNvPr id="4" name="Ink 3">
                <a:extLst>
                  <a:ext uri="{FF2B5EF4-FFF2-40B4-BE49-F238E27FC236}">
                    <a16:creationId xmlns:a16="http://schemas.microsoft.com/office/drawing/2014/main" id="{1C1FD12F-7B9A-C402-34A9-0CDD79FF9E14}"/>
                  </a:ext>
                </a:extLst>
              </p:cNvPr>
              <p:cNvPicPr/>
              <p:nvPr/>
            </p:nvPicPr>
            <p:blipFill>
              <a:blip r:embed="rId4"/>
              <a:stretch>
                <a:fillRect/>
              </a:stretch>
            </p:blipFill>
            <p:spPr>
              <a:xfrm>
                <a:off x="2970364" y="6224516"/>
                <a:ext cx="18000" cy="18000"/>
              </a:xfrm>
              <a:prstGeom prst="rect">
                <a:avLst/>
              </a:prstGeom>
            </p:spPr>
          </p:pic>
        </mc:Fallback>
      </mc:AlternateContent>
    </p:spTree>
    <p:extLst>
      <p:ext uri="{BB962C8B-B14F-4D97-AF65-F5344CB8AC3E}">
        <p14:creationId xmlns:p14="http://schemas.microsoft.com/office/powerpoint/2010/main" val="3564057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Challenges of building Apps on BTP</a:t>
            </a:r>
            <a:endParaRPr lang="en-US" dirty="0"/>
          </a:p>
        </p:txBody>
      </p:sp>
      <p:sp>
        <p:nvSpPr>
          <p:cNvPr id="3" name="TextBox 2">
            <a:extLst>
              <a:ext uri="{FF2B5EF4-FFF2-40B4-BE49-F238E27FC236}">
                <a16:creationId xmlns:a16="http://schemas.microsoft.com/office/drawing/2014/main" id="{6148E66F-ABF6-0B15-CE8B-9C044524F705}"/>
              </a:ext>
            </a:extLst>
          </p:cNvPr>
          <p:cNvSpPr txBox="1"/>
          <p:nvPr/>
        </p:nvSpPr>
        <p:spPr>
          <a:xfrm>
            <a:off x="189756" y="787935"/>
            <a:ext cx="11809312" cy="5632311"/>
          </a:xfrm>
          <a:prstGeom prst="rect">
            <a:avLst/>
          </a:prstGeom>
          <a:noFill/>
        </p:spPr>
        <p:txBody>
          <a:bodyPr wrap="square" rtlCol="0">
            <a:spAutoFit/>
          </a:bodyPr>
          <a:lstStyle/>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What is the best-practice/ gold-standard to build sap </a:t>
            </a:r>
            <a:r>
              <a:rPr kumimoji="0" lang="en-US" sz="1800" b="0" i="0" u="none" strike="noStrike" kern="1200" cap="none" spc="0" normalizeH="0" baseline="0" noProof="0" dirty="0" err="1">
                <a:ln>
                  <a:noFill/>
                </a:ln>
                <a:solidFill>
                  <a:prstClr val="white"/>
                </a:solidFill>
                <a:effectLst/>
                <a:uLnTx/>
                <a:uFillTx/>
                <a:latin typeface="Segoe UI"/>
                <a:ea typeface="+mn-ea"/>
                <a:cs typeface="+mn-cs"/>
                <a:sym typeface="Wingdings" panose="05000000000000000000" pitchFamily="2" charset="2"/>
              </a:rPr>
              <a:t>btp</a:t>
            </a: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 applications, recommendation by SAP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Are there any existing sample apps which we can follow to build our app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Many times, as a developer it is hard to add each part of app like files, dependencies, deploy descriptor, lots of code. Can this process be simplified?</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can we have reusability of the code to speed up my development and use sap provided tools to generate the skeleton of the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As a developer we want to focus more on functional aspect implementation rather initial project setup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Our apps are sometime tightly coupled with DB technology, develop DB agnostic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No matter what is the area we belong FIN, SD, MM, PP, PM, APO, CRM, HR etc. eventually as a developer we all do same work. Design tables, write logic, build UI</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to develop software in BTP, which does not require too much time in handovers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CAPM – Cloud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It’s a SAP provided framework to develop SaaS apps in BTP which is PaaS. If the developer wants to use open source technologies like Node and Java. Great cost saving and freedom of choice of technology and consultants available easily in market.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RAP – Restful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 is based on ABAP on Cloud. We can build extensions and SaaS application using this framework. The skill required will be ABAP and CDS knowledge. The deployment is very costly as compared to open-source technologies used in CAP.</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20166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55" dur="500"/>
                                        <p:tgtEl>
                                          <p:spTgt spid="3">
                                            <p:txEl>
                                              <p:pRg st="8" end="8"/>
                                            </p:txEl>
                                          </p:spTgt>
                                        </p:tgtEl>
                                      </p:cBhvr>
                                    </p:animEffect>
                                  </p:childTnLst>
                                </p:cTn>
                              </p:par>
                              <p:par>
                                <p:cTn id="56" presetID="14" presetClass="entr" presetSubtype="10" fill="hold"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58" dur="500"/>
                                        <p:tgtEl>
                                          <p:spTgt spid="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63" dur="500"/>
                                        <p:tgtEl>
                                          <p:spTgt spid="3">
                                            <p:txEl>
                                              <p:pRg st="10" end="10"/>
                                            </p:txEl>
                                          </p:spTgt>
                                        </p:tgtEl>
                                      </p:cBhvr>
                                    </p:animEffect>
                                  </p:childTnLst>
                                </p:cTn>
                              </p:par>
                              <p:par>
                                <p:cTn id="64" presetID="14" presetClass="entr" presetSubtype="10"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6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CAPM Introduction</a:t>
            </a:r>
          </a:p>
        </p:txBody>
      </p:sp>
      <p:sp>
        <p:nvSpPr>
          <p:cNvPr id="3" name="TextBox 2">
            <a:extLst>
              <a:ext uri="{FF2B5EF4-FFF2-40B4-BE49-F238E27FC236}">
                <a16:creationId xmlns:a16="http://schemas.microsoft.com/office/drawing/2014/main" id="{3B5C91F9-8D30-80D7-24C7-7E4D9F3757AA}"/>
              </a:ext>
            </a:extLst>
          </p:cNvPr>
          <p:cNvSpPr txBox="1"/>
          <p:nvPr/>
        </p:nvSpPr>
        <p:spPr>
          <a:xfrm>
            <a:off x="189757" y="784925"/>
            <a:ext cx="118093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CAPM is a framework of (a framework is a collection of libraries, classes, function, attributes, events)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Languages – Java and Node 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Libraries – Node modules like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etc.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And Tools – VS Code or BAS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The CAP framework is used for building enterprise grade applications &amp; extensions which are cloud-native in SAP BTP.</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30072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CDS – Core Data and Services </a:t>
            </a:r>
            <a:endParaRPr lang="en-US" dirty="0"/>
          </a:p>
        </p:txBody>
      </p:sp>
      <p:sp>
        <p:nvSpPr>
          <p:cNvPr id="3" name="TextBox 2">
            <a:extLst>
              <a:ext uri="{FF2B5EF4-FFF2-40B4-BE49-F238E27FC236}">
                <a16:creationId xmlns:a16="http://schemas.microsoft.com/office/drawing/2014/main" id="{DC6F944F-40C8-B576-8042-58CDF7803F33}"/>
              </a:ext>
            </a:extLst>
          </p:cNvPr>
          <p:cNvSpPr txBox="1"/>
          <p:nvPr/>
        </p:nvSpPr>
        <p:spPr>
          <a:xfrm>
            <a:off x="189757" y="764802"/>
            <a:ext cx="1180931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Conceptually CDS is same concept but different flavor. The concept says that, we have a design time object which is a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file. We will create a </a:t>
            </a:r>
            <a:r>
              <a:rPr kumimoji="0" lang="en-US" sz="2000" b="1" i="0" u="none" strike="noStrike" kern="0" cap="none" spc="0" normalizeH="0" baseline="0" noProof="0" dirty="0">
                <a:ln>
                  <a:noFill/>
                </a:ln>
                <a:solidFill>
                  <a:prstClr val="white"/>
                </a:solidFill>
                <a:effectLst/>
                <a:uLnTx/>
                <a:uFillTx/>
                <a:latin typeface="Segoe UI"/>
                <a:ea typeface="+mn-ea"/>
                <a:cs typeface="+mn-cs"/>
              </a:rPr>
              <a:t>.</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file for almost everything e.g. database tables, views, models, services, UI/UX. This design time object file is compiled by CAPM framework (inside CAP we have node module called </a:t>
            </a:r>
            <a:r>
              <a:rPr kumimoji="0" lang="en-US" sz="2000" b="1" i="0" u="none" strike="noStrike" kern="0" cap="none" spc="0" normalizeH="0" baseline="0" noProof="0" dirty="0">
                <a:ln>
                  <a:noFill/>
                </a:ln>
                <a:solidFill>
                  <a:prstClr val="white"/>
                </a:solidFill>
                <a:effectLst/>
                <a:uLnTx/>
                <a:uFillTx/>
                <a:latin typeface="Segoe UI"/>
                <a:ea typeface="+mn-ea"/>
                <a:cs typeface="+mn-cs"/>
              </a:rPr>
              <a:t>@sap/cds)</a:t>
            </a:r>
            <a:r>
              <a:rPr kumimoji="0" lang="en-US" sz="2000" b="0" i="0" u="none" strike="noStrike" kern="0" cap="none" spc="0" normalizeH="0" baseline="0" noProof="0" dirty="0">
                <a:ln>
                  <a:noFill/>
                </a:ln>
                <a:solidFill>
                  <a:prstClr val="white"/>
                </a:solidFill>
                <a:effectLst/>
                <a:uLnTx/>
                <a:uFillTx/>
                <a:latin typeface="Segoe UI"/>
                <a:ea typeface="+mn-ea"/>
                <a:cs typeface="+mn-cs"/>
              </a:rPr>
              <a:t> Once the compilation is successful a </a:t>
            </a:r>
            <a:r>
              <a:rPr kumimoji="0" lang="en-US" sz="2000" b="1" i="0" u="none" strike="noStrike" kern="0" cap="none" spc="0" normalizeH="0" baseline="0" noProof="0" dirty="0">
                <a:ln>
                  <a:noFill/>
                </a:ln>
                <a:solidFill>
                  <a:prstClr val="white"/>
                </a:solidFill>
                <a:effectLst/>
                <a:uLnTx/>
                <a:uFillTx/>
                <a:latin typeface="Segoe UI"/>
                <a:ea typeface="+mn-ea"/>
                <a:cs typeface="+mn-cs"/>
              </a:rPr>
              <a:t>runtime</a:t>
            </a:r>
            <a:r>
              <a:rPr kumimoji="0" lang="en-US" sz="2000" b="0" i="0" u="none" strike="noStrike" kern="0" cap="none" spc="0" normalizeH="0" baseline="0" noProof="0" dirty="0">
                <a:ln>
                  <a:noFill/>
                </a:ln>
                <a:solidFill>
                  <a:prstClr val="white"/>
                </a:solidFill>
                <a:effectLst/>
                <a:uLnTx/>
                <a:uFillTx/>
                <a:latin typeface="Segoe UI"/>
                <a:ea typeface="+mn-ea"/>
                <a:cs typeface="+mn-cs"/>
              </a:rPr>
              <a:t> object gets created.</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4C97D6F-AA53-D025-A8BC-97B38BF92B0E}"/>
              </a:ext>
            </a:extLst>
          </p:cNvPr>
          <p:cNvSpPr/>
          <p:nvPr/>
        </p:nvSpPr>
        <p:spPr>
          <a:xfrm>
            <a:off x="1243076"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MySQL</a:t>
            </a:r>
          </a:p>
        </p:txBody>
      </p:sp>
      <p:sp>
        <p:nvSpPr>
          <p:cNvPr id="5" name="TextBox 4">
            <a:extLst>
              <a:ext uri="{FF2B5EF4-FFF2-40B4-BE49-F238E27FC236}">
                <a16:creationId xmlns:a16="http://schemas.microsoft.com/office/drawing/2014/main" id="{502740B2-396C-7B09-6F05-57352F5B989E}"/>
              </a:ext>
            </a:extLst>
          </p:cNvPr>
          <p:cNvSpPr txBox="1"/>
          <p:nvPr/>
        </p:nvSpPr>
        <p:spPr>
          <a:xfrm>
            <a:off x="693812" y="2413183"/>
            <a:ext cx="324036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 COLUMNS c1 integer, c2 varchar,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 lakh SQL statements</a:t>
            </a:r>
          </a:p>
        </p:txBody>
      </p:sp>
      <p:sp>
        <p:nvSpPr>
          <p:cNvPr id="6" name="Arrow: Down 5">
            <a:extLst>
              <a:ext uri="{FF2B5EF4-FFF2-40B4-BE49-F238E27FC236}">
                <a16:creationId xmlns:a16="http://schemas.microsoft.com/office/drawing/2014/main" id="{BC027F23-20DB-1584-2B1F-2C706F4CC0A7}"/>
              </a:ext>
            </a:extLst>
          </p:cNvPr>
          <p:cNvSpPr/>
          <p:nvPr/>
        </p:nvSpPr>
        <p:spPr>
          <a:xfrm>
            <a:off x="1989956"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3658874E-454E-1BD0-F383-B955248FFC11}"/>
              </a:ext>
            </a:extLst>
          </p:cNvPr>
          <p:cNvSpPr/>
          <p:nvPr/>
        </p:nvSpPr>
        <p:spPr>
          <a:xfrm>
            <a:off x="5086300"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8" name="Arrow: Down 7">
            <a:extLst>
              <a:ext uri="{FF2B5EF4-FFF2-40B4-BE49-F238E27FC236}">
                <a16:creationId xmlns:a16="http://schemas.microsoft.com/office/drawing/2014/main" id="{E66C5E84-AD3A-5B03-4F0B-B866473C75EE}"/>
              </a:ext>
            </a:extLst>
          </p:cNvPr>
          <p:cNvSpPr/>
          <p:nvPr/>
        </p:nvSpPr>
        <p:spPr>
          <a:xfrm>
            <a:off x="5734372"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Arrow: Down 8">
            <a:extLst>
              <a:ext uri="{FF2B5EF4-FFF2-40B4-BE49-F238E27FC236}">
                <a16:creationId xmlns:a16="http://schemas.microsoft.com/office/drawing/2014/main" id="{01BA5F7C-EEBF-9116-7607-D8BA196BFC0E}"/>
              </a:ext>
            </a:extLst>
          </p:cNvPr>
          <p:cNvSpPr/>
          <p:nvPr/>
        </p:nvSpPr>
        <p:spPr>
          <a:xfrm rot="19225908">
            <a:off x="3709153" y="3237906"/>
            <a:ext cx="648072" cy="1872208"/>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0" name="&quot;Not Allowed&quot; Symbol 9">
            <a:extLst>
              <a:ext uri="{FF2B5EF4-FFF2-40B4-BE49-F238E27FC236}">
                <a16:creationId xmlns:a16="http://schemas.microsoft.com/office/drawing/2014/main" id="{81E2AC82-DED5-D611-95D1-34338C0945F7}"/>
              </a:ext>
            </a:extLst>
          </p:cNvPr>
          <p:cNvSpPr/>
          <p:nvPr/>
        </p:nvSpPr>
        <p:spPr>
          <a:xfrm>
            <a:off x="3574132" y="3569122"/>
            <a:ext cx="864096" cy="830997"/>
          </a:xfrm>
          <a:prstGeom prst="noSmoking">
            <a:avLst/>
          </a:prstGeom>
          <a:solidFill>
            <a:srgbClr val="FF0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EF5E6E4A-BCB9-A94B-FB06-D6F0D7F285F3}"/>
              </a:ext>
            </a:extLst>
          </p:cNvPr>
          <p:cNvSpPr txBox="1"/>
          <p:nvPr/>
        </p:nvSpPr>
        <p:spPr>
          <a:xfrm>
            <a:off x="4294212" y="2236621"/>
            <a:ext cx="324036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tab(c1 integer, c2 varchar(30), primary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---2mn </a:t>
            </a:r>
            <a:r>
              <a:rPr kumimoji="0" lang="en-US" sz="1600" b="0" i="0" u="none" strike="noStrike" kern="0" cap="none" spc="0" normalizeH="0" baseline="0" noProof="0" dirty="0" err="1">
                <a:ln>
                  <a:noFill/>
                </a:ln>
                <a:solidFill>
                  <a:prstClr val="white"/>
                </a:solidFill>
                <a:effectLst/>
                <a:uLnTx/>
                <a:uFillTx/>
                <a:latin typeface="Segoe UI"/>
                <a:ea typeface="+mn-ea"/>
                <a:cs typeface="+mn-cs"/>
              </a:rPr>
              <a:t>sql</a:t>
            </a:r>
            <a:r>
              <a:rPr kumimoji="0" lang="en-US" sz="1600" b="0" i="0" u="none" strike="noStrike" kern="0" cap="none" spc="0" normalizeH="0" baseline="0" noProof="0" dirty="0">
                <a:ln>
                  <a:noFill/>
                </a:ln>
                <a:solidFill>
                  <a:prstClr val="white"/>
                </a:solidFill>
                <a:effectLst/>
                <a:uLnTx/>
                <a:uFillTx/>
                <a:latin typeface="Segoe UI"/>
                <a:ea typeface="+mn-ea"/>
                <a:cs typeface="+mn-cs"/>
              </a:rPr>
              <a:t> statements again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prstClr val="white"/>
                </a:solidFill>
                <a:latin typeface="Segoe UI"/>
              </a:rPr>
              <a:t>1m</a:t>
            </a:r>
            <a:r>
              <a:rPr kumimoji="0" lang="en-US" sz="1600" b="0" i="0" u="none" strike="noStrike" kern="0" cap="none" spc="0" normalizeH="0" baseline="0" noProof="0" dirty="0">
                <a:ln>
                  <a:noFill/>
                </a:ln>
                <a:solidFill>
                  <a:prstClr val="white"/>
                </a:solidFill>
                <a:effectLst/>
                <a:uLnTx/>
                <a:uFillTx/>
                <a:latin typeface="Segoe UI"/>
                <a:ea typeface="+mn-ea"/>
                <a:cs typeface="+mn-cs"/>
              </a:rPr>
              <a:t>n dollars of investment</a:t>
            </a:r>
          </a:p>
        </p:txBody>
      </p:sp>
      <p:sp>
        <p:nvSpPr>
          <p:cNvPr id="12" name="TextBox 11">
            <a:extLst>
              <a:ext uri="{FF2B5EF4-FFF2-40B4-BE49-F238E27FC236}">
                <a16:creationId xmlns:a16="http://schemas.microsoft.com/office/drawing/2014/main" id="{1D03AE17-3F96-D0FF-95A3-FD2B8476D1F6}"/>
              </a:ext>
            </a:extLst>
          </p:cNvPr>
          <p:cNvSpPr txBox="1"/>
          <p:nvPr/>
        </p:nvSpPr>
        <p:spPr>
          <a:xfrm>
            <a:off x="2472148" y="6111399"/>
            <a:ext cx="36724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Too much database coupled</a:t>
            </a:r>
          </a:p>
        </p:txBody>
      </p:sp>
    </p:spTree>
    <p:extLst>
      <p:ext uri="{BB962C8B-B14F-4D97-AF65-F5344CB8AC3E}">
        <p14:creationId xmlns:p14="http://schemas.microsoft.com/office/powerpoint/2010/main" val="18116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2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animBg="1"/>
      <p:bldP spid="8" grpId="0" animBg="1"/>
      <p:bldP spid="9" grpId="0" animBg="1"/>
      <p:bldP spid="10"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Solution – use CAP framework</a:t>
            </a:r>
            <a:endParaRPr lang="en-US" dirty="0"/>
          </a:p>
        </p:txBody>
      </p:sp>
      <p:sp>
        <p:nvSpPr>
          <p:cNvPr id="3" name="Rectangle: Folded Corner 2">
            <a:extLst>
              <a:ext uri="{FF2B5EF4-FFF2-40B4-BE49-F238E27FC236}">
                <a16:creationId xmlns:a16="http://schemas.microsoft.com/office/drawing/2014/main" id="{9A95FA0B-4A9F-333C-1AA7-C5E921F7181F}"/>
              </a:ext>
            </a:extLst>
          </p:cNvPr>
          <p:cNvSpPr/>
          <p:nvPr/>
        </p:nvSpPr>
        <p:spPr>
          <a:xfrm>
            <a:off x="1413892" y="980728"/>
            <a:ext cx="2232248" cy="1728192"/>
          </a:xfrm>
          <a:prstGeom prst="foldedCorner">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entity tab{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c1 number,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c2 string(20)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t>
            </a:r>
          </a:p>
        </p:txBody>
      </p:sp>
      <p:sp>
        <p:nvSpPr>
          <p:cNvPr id="4" name="TextBox 3">
            <a:extLst>
              <a:ext uri="{FF2B5EF4-FFF2-40B4-BE49-F238E27FC236}">
                <a16:creationId xmlns:a16="http://schemas.microsoft.com/office/drawing/2014/main" id="{45DD6FC9-763F-819C-63CC-1867BA47F2F0}"/>
              </a:ext>
            </a:extLst>
          </p:cNvPr>
          <p:cNvSpPr txBox="1"/>
          <p:nvPr/>
        </p:nvSpPr>
        <p:spPr>
          <a:xfrm>
            <a:off x="3646140" y="1124744"/>
            <a:ext cx="187220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Design time artefact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Segoe UI"/>
                <a:ea typeface="+mn-ea"/>
                <a:cs typeface="+mn-cs"/>
              </a:rPr>
              <a:t>.</a:t>
            </a:r>
            <a:r>
              <a:rPr kumimoji="0" lang="en-US" sz="1800" b="1" i="0" u="none" strike="noStrike" kern="0" cap="none" spc="0" normalizeH="0" baseline="0" noProof="0" dirty="0" err="1">
                <a:ln>
                  <a:noFill/>
                </a:ln>
                <a:solidFill>
                  <a:prstClr val="white"/>
                </a:solidFill>
                <a:effectLst/>
                <a:uLnTx/>
                <a:uFillTx/>
                <a:latin typeface="Segoe UI"/>
                <a:ea typeface="+mn-ea"/>
                <a:cs typeface="+mn-cs"/>
              </a:rPr>
              <a:t>cds</a:t>
            </a:r>
            <a:endParaRPr kumimoji="0" lang="en-US" sz="1800" b="1" i="0" u="none" strike="noStrike" kern="0" cap="none" spc="0" normalizeH="0" baseline="0" noProof="0" dirty="0">
              <a:ln>
                <a:noFill/>
              </a:ln>
              <a:solidFill>
                <a:prstClr val="white"/>
              </a:solidFill>
              <a:effectLst/>
              <a:uLnTx/>
              <a:uFillTx/>
              <a:latin typeface="Segoe UI"/>
              <a:ea typeface="+mn-ea"/>
              <a:cs typeface="+mn-cs"/>
            </a:endParaRPr>
          </a:p>
        </p:txBody>
      </p:sp>
      <p:sp>
        <p:nvSpPr>
          <p:cNvPr id="5" name="Arrow: Down 4">
            <a:extLst>
              <a:ext uri="{FF2B5EF4-FFF2-40B4-BE49-F238E27FC236}">
                <a16:creationId xmlns:a16="http://schemas.microsoft.com/office/drawing/2014/main" id="{BEF93AA1-4FB8-2205-EE54-FA761629A5E9}"/>
              </a:ext>
            </a:extLst>
          </p:cNvPr>
          <p:cNvSpPr/>
          <p:nvPr/>
        </p:nvSpPr>
        <p:spPr>
          <a:xfrm>
            <a:off x="2195025" y="2872911"/>
            <a:ext cx="792088" cy="720080"/>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BEED0806-C88E-25DF-81EA-74AD3B4FCCB8}"/>
              </a:ext>
            </a:extLst>
          </p:cNvPr>
          <p:cNvSpPr/>
          <p:nvPr/>
        </p:nvSpPr>
        <p:spPr>
          <a:xfrm>
            <a:off x="970889" y="3681516"/>
            <a:ext cx="3240359" cy="1060145"/>
          </a:xfrm>
          <a:prstGeom prst="round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Framework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15722310-6A47-C40B-8707-AFC990AD696F}"/>
              </a:ext>
            </a:extLst>
          </p:cNvPr>
          <p:cNvSpPr/>
          <p:nvPr/>
        </p:nvSpPr>
        <p:spPr>
          <a:xfrm>
            <a:off x="1485900" y="4077072"/>
            <a:ext cx="2232248" cy="576064"/>
          </a:xfrm>
          <a:prstGeom prst="roundRect">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rgbClr val="38C6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@sap/cds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CDS Engine</a:t>
            </a:r>
          </a:p>
        </p:txBody>
      </p:sp>
      <p:sp>
        <p:nvSpPr>
          <p:cNvPr id="8" name="Arrow: Down 7">
            <a:extLst>
              <a:ext uri="{FF2B5EF4-FFF2-40B4-BE49-F238E27FC236}">
                <a16:creationId xmlns:a16="http://schemas.microsoft.com/office/drawing/2014/main" id="{0FF8E203-9B98-83E5-9DFF-897861D81898}"/>
              </a:ext>
            </a:extLst>
          </p:cNvPr>
          <p:cNvSpPr/>
          <p:nvPr/>
        </p:nvSpPr>
        <p:spPr>
          <a:xfrm>
            <a:off x="2277988" y="4893603"/>
            <a:ext cx="648072" cy="521822"/>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AE3AC2C6-5214-3993-1341-66AEBD051856}"/>
              </a:ext>
            </a:extLst>
          </p:cNvPr>
          <p:cNvSpPr/>
          <p:nvPr/>
        </p:nvSpPr>
        <p:spPr>
          <a:xfrm>
            <a:off x="1618960" y="5555116"/>
            <a:ext cx="1944216" cy="580872"/>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 Code</a:t>
            </a:r>
          </a:p>
        </p:txBody>
      </p:sp>
      <p:sp>
        <p:nvSpPr>
          <p:cNvPr id="10" name="Flowchart: Magnetic Disk 9">
            <a:extLst>
              <a:ext uri="{FF2B5EF4-FFF2-40B4-BE49-F238E27FC236}">
                <a16:creationId xmlns:a16="http://schemas.microsoft.com/office/drawing/2014/main" id="{AFC8D9F1-7729-B25E-62C2-EC833E7F6DA2}"/>
              </a:ext>
            </a:extLst>
          </p:cNvPr>
          <p:cNvSpPr/>
          <p:nvPr/>
        </p:nvSpPr>
        <p:spPr>
          <a:xfrm>
            <a:off x="4726260" y="3681516"/>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SQLite</a:t>
            </a:r>
          </a:p>
        </p:txBody>
      </p:sp>
      <p:sp>
        <p:nvSpPr>
          <p:cNvPr id="11" name="&quot;Not Allowed&quot; Symbol 10">
            <a:extLst>
              <a:ext uri="{FF2B5EF4-FFF2-40B4-BE49-F238E27FC236}">
                <a16:creationId xmlns:a16="http://schemas.microsoft.com/office/drawing/2014/main" id="{12C1A82B-0D62-BB78-32C4-B2E3B6C53FE3}"/>
              </a:ext>
            </a:extLst>
          </p:cNvPr>
          <p:cNvSpPr/>
          <p:nvPr/>
        </p:nvSpPr>
        <p:spPr>
          <a:xfrm>
            <a:off x="5014292" y="3592991"/>
            <a:ext cx="1080120" cy="720080"/>
          </a:xfrm>
          <a:prstGeom prst="noSmoking">
            <a:avLst/>
          </a:prstGeom>
          <a:solidFill>
            <a:srgbClr val="FFC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w="22225">
                <a:solidFill>
                  <a:srgbClr val="38C6C6"/>
                </a:solidFill>
                <a:prstDash val="solid"/>
              </a:ln>
              <a:solidFill>
                <a:prstClr val="white"/>
              </a:solidFill>
              <a:effectLst/>
              <a:uLnTx/>
              <a:uFillTx/>
              <a:latin typeface="Segoe UI"/>
              <a:ea typeface="+mn-ea"/>
              <a:cs typeface="+mn-cs"/>
            </a:endParaRPr>
          </a:p>
        </p:txBody>
      </p:sp>
      <p:sp>
        <p:nvSpPr>
          <p:cNvPr id="12" name="Flowchart: Magnetic Disk 11">
            <a:extLst>
              <a:ext uri="{FF2B5EF4-FFF2-40B4-BE49-F238E27FC236}">
                <a16:creationId xmlns:a16="http://schemas.microsoft.com/office/drawing/2014/main" id="{82D31DB3-9CB9-25FA-5DC2-7C2E7DF2ACAD}"/>
              </a:ext>
            </a:extLst>
          </p:cNvPr>
          <p:cNvSpPr/>
          <p:nvPr/>
        </p:nvSpPr>
        <p:spPr>
          <a:xfrm>
            <a:off x="4762266" y="4465471"/>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13" name="TextBox 12">
            <a:extLst>
              <a:ext uri="{FF2B5EF4-FFF2-40B4-BE49-F238E27FC236}">
                <a16:creationId xmlns:a16="http://schemas.microsoft.com/office/drawing/2014/main" id="{6C3A3EF8-9D04-0A9E-B2CC-C8AA3142A0D9}"/>
              </a:ext>
            </a:extLst>
          </p:cNvPr>
          <p:cNvSpPr txBox="1"/>
          <p:nvPr/>
        </p:nvSpPr>
        <p:spPr>
          <a:xfrm>
            <a:off x="4283344" y="5660886"/>
            <a:ext cx="2243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Database Agnostic</a:t>
            </a:r>
          </a:p>
        </p:txBody>
      </p:sp>
      <p:sp>
        <p:nvSpPr>
          <p:cNvPr id="14" name="TextBox 13">
            <a:extLst>
              <a:ext uri="{FF2B5EF4-FFF2-40B4-BE49-F238E27FC236}">
                <a16:creationId xmlns:a16="http://schemas.microsoft.com/office/drawing/2014/main" id="{315DC700-9C1A-9BAC-FDEA-995B1D72F73D}"/>
              </a:ext>
            </a:extLst>
          </p:cNvPr>
          <p:cNvSpPr txBox="1"/>
          <p:nvPr/>
        </p:nvSpPr>
        <p:spPr>
          <a:xfrm>
            <a:off x="6530990" y="980728"/>
            <a:ext cx="38827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https://cap.cloud.sap/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91619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ircle(in)">
                                      <p:cBhvr>
                                        <p:cTn id="49" dur="20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5"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000"/>
                                        <p:tgtEl>
                                          <p:spTgt spid="13"/>
                                        </p:tgtEl>
                                      </p:cBhvr>
                                    </p:animEffect>
                                    <p:anim calcmode="lin" valueType="num">
                                      <p:cBhvr>
                                        <p:cTn id="62" dur="2000" fill="hold"/>
                                        <p:tgtEl>
                                          <p:spTgt spid="13"/>
                                        </p:tgtEl>
                                        <p:attrNameLst>
                                          <p:attrName>ppt_w</p:attrName>
                                        </p:attrNameLst>
                                      </p:cBhvr>
                                      <p:tavLst>
                                        <p:tav tm="0" fmla="#ppt_w*sin(2.5*pi*$)">
                                          <p:val>
                                            <p:fltVal val="0"/>
                                          </p:val>
                                        </p:tav>
                                        <p:tav tm="100000">
                                          <p:val>
                                            <p:fltVal val="1"/>
                                          </p:val>
                                        </p:tav>
                                      </p:tavLst>
                                    </p:anim>
                                    <p:anim calcmode="lin" valueType="num">
                                      <p:cBhvr>
                                        <p:cTn id="63"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animBg="1"/>
      <p:bldP spid="8" grpId="0" animBg="1"/>
      <p:bldP spid="9" grpId="0" animBg="1"/>
      <p:bldP spid="10" grpId="0" animBg="1"/>
      <p:bldP spid="11" grpId="0" animBg="1"/>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Business Application Studio</a:t>
            </a:r>
            <a:endParaRPr lang="en-US" dirty="0"/>
          </a:p>
        </p:txBody>
      </p:sp>
      <p:sp>
        <p:nvSpPr>
          <p:cNvPr id="6" name="TextBox 5">
            <a:extLst>
              <a:ext uri="{FF2B5EF4-FFF2-40B4-BE49-F238E27FC236}">
                <a16:creationId xmlns:a16="http://schemas.microsoft.com/office/drawing/2014/main" id="{C594CE1D-B3DA-A62D-88CA-50DE7E765445}"/>
              </a:ext>
            </a:extLst>
          </p:cNvPr>
          <p:cNvSpPr txBox="1"/>
          <p:nvPr/>
        </p:nvSpPr>
        <p:spPr>
          <a:xfrm>
            <a:off x="94877" y="980728"/>
            <a:ext cx="11999069" cy="2246769"/>
          </a:xfrm>
          <a:prstGeom prst="rect">
            <a:avLst/>
          </a:prstGeom>
          <a:noFill/>
        </p:spPr>
        <p:txBody>
          <a:bodyPr wrap="square">
            <a:spAutoFit/>
          </a:bodyPr>
          <a:lstStyle/>
          <a:p>
            <a:pPr algn="l"/>
            <a:r>
              <a:rPr lang="en-US" sz="2000" b="0" i="0" dirty="0">
                <a:solidFill>
                  <a:schemeClr val="bg1"/>
                </a:solidFill>
                <a:effectLst/>
                <a:latin typeface="72-Regular"/>
              </a:rPr>
              <a:t>SAP Business Application Studio is a development environment available on SAP Business Technology Platform. Before you can start developing using SAP Business Application Studio.</a:t>
            </a:r>
          </a:p>
          <a:p>
            <a:pPr algn="l"/>
            <a:r>
              <a:rPr lang="en-US" sz="2000" b="0" i="0" dirty="0">
                <a:solidFill>
                  <a:schemeClr val="bg1"/>
                </a:solidFill>
                <a:effectLst/>
                <a:latin typeface="72-Regular"/>
              </a:rPr>
              <a:t>In an Enterprise Account you can set up SAP Business Application Studio as a Free-Tier service by checking its </a:t>
            </a:r>
            <a:r>
              <a:rPr lang="en-US" sz="2000" b="0" i="0" dirty="0">
                <a:solidFill>
                  <a:schemeClr val="bg1"/>
                </a:solidFill>
                <a:effectLst/>
                <a:latin typeface="72-Bold"/>
              </a:rPr>
              <a:t>free</a:t>
            </a:r>
            <a:r>
              <a:rPr lang="en-US" sz="2000" b="0" i="0" dirty="0">
                <a:solidFill>
                  <a:schemeClr val="bg1"/>
                </a:solidFill>
                <a:effectLst/>
                <a:latin typeface="72-Regular"/>
              </a:rPr>
              <a:t> plan during its entitlement configuration.</a:t>
            </a:r>
          </a:p>
          <a:p>
            <a:br>
              <a:rPr lang="en-US" sz="2000" dirty="0">
                <a:solidFill>
                  <a:schemeClr val="bg1"/>
                </a:solidFill>
              </a:rPr>
            </a:br>
            <a:br>
              <a:rPr lang="en-US" sz="2000" dirty="0">
                <a:solidFill>
                  <a:schemeClr val="bg1"/>
                </a:solidFill>
              </a:rPr>
            </a:br>
            <a:endParaRPr lang="en-US" sz="2000" dirty="0">
              <a:solidFill>
                <a:schemeClr val="bg1"/>
              </a:solidFill>
            </a:endParaRPr>
          </a:p>
        </p:txBody>
      </p:sp>
      <p:pic>
        <p:nvPicPr>
          <p:cNvPr id="1026" name="Picture 2" descr="launch sap business application studio">
            <a:extLst>
              <a:ext uri="{FF2B5EF4-FFF2-40B4-BE49-F238E27FC236}">
                <a16:creationId xmlns:a16="http://schemas.microsoft.com/office/drawing/2014/main" id="{45B63570-F26D-A3DA-B361-D7EDE2AAA5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2004" y="2852936"/>
            <a:ext cx="6696744"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388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Dev Space in BAS</a:t>
            </a:r>
          </a:p>
        </p:txBody>
      </p:sp>
      <p:sp>
        <p:nvSpPr>
          <p:cNvPr id="17" name="Rectangle 16">
            <a:extLst>
              <a:ext uri="{FF2B5EF4-FFF2-40B4-BE49-F238E27FC236}">
                <a16:creationId xmlns:a16="http://schemas.microsoft.com/office/drawing/2014/main" id="{BDC1B650-F7AB-4DF4-479E-6E9EA76770BC}"/>
              </a:ext>
            </a:extLst>
          </p:cNvPr>
          <p:cNvSpPr/>
          <p:nvPr/>
        </p:nvSpPr>
        <p:spPr>
          <a:xfrm>
            <a:off x="981844" y="5805264"/>
            <a:ext cx="10009112" cy="711081"/>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IaaS – Infrastructure as a Service</a:t>
            </a:r>
            <a:endParaRPr lang="en-US" dirty="0"/>
          </a:p>
        </p:txBody>
      </p:sp>
      <p:sp>
        <p:nvSpPr>
          <p:cNvPr id="18" name="Rectangle 17">
            <a:extLst>
              <a:ext uri="{FF2B5EF4-FFF2-40B4-BE49-F238E27FC236}">
                <a16:creationId xmlns:a16="http://schemas.microsoft.com/office/drawing/2014/main" id="{DD1DB476-E02C-82F6-8D1A-6016946C24F4}"/>
              </a:ext>
            </a:extLst>
          </p:cNvPr>
          <p:cNvSpPr/>
          <p:nvPr/>
        </p:nvSpPr>
        <p:spPr>
          <a:xfrm>
            <a:off x="986946" y="4437112"/>
            <a:ext cx="10009112" cy="1115319"/>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SAP BTP – Platform as a Service</a:t>
            </a:r>
            <a:endParaRPr lang="en-US" dirty="0"/>
          </a:p>
        </p:txBody>
      </p:sp>
      <p:sp>
        <p:nvSpPr>
          <p:cNvPr id="19" name="Rectangle 18">
            <a:extLst>
              <a:ext uri="{FF2B5EF4-FFF2-40B4-BE49-F238E27FC236}">
                <a16:creationId xmlns:a16="http://schemas.microsoft.com/office/drawing/2014/main" id="{89EEE269-6CAC-FCAE-3101-01FB77B70447}"/>
              </a:ext>
            </a:extLst>
          </p:cNvPr>
          <p:cNvSpPr/>
          <p:nvPr/>
        </p:nvSpPr>
        <p:spPr>
          <a:xfrm>
            <a:off x="981844" y="3473198"/>
            <a:ext cx="10009112" cy="711081"/>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SAP BAS – Business App Studio</a:t>
            </a:r>
            <a:endParaRPr lang="en-US" dirty="0"/>
          </a:p>
        </p:txBody>
      </p:sp>
      <p:sp>
        <p:nvSpPr>
          <p:cNvPr id="20" name="Smiley Face 19">
            <a:extLst>
              <a:ext uri="{FF2B5EF4-FFF2-40B4-BE49-F238E27FC236}">
                <a16:creationId xmlns:a16="http://schemas.microsoft.com/office/drawing/2014/main" id="{5939B698-1347-5870-D247-F9E45CA78A21}"/>
              </a:ext>
            </a:extLst>
          </p:cNvPr>
          <p:cNvSpPr/>
          <p:nvPr/>
        </p:nvSpPr>
        <p:spPr>
          <a:xfrm>
            <a:off x="1125860"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miley Face 20">
            <a:extLst>
              <a:ext uri="{FF2B5EF4-FFF2-40B4-BE49-F238E27FC236}">
                <a16:creationId xmlns:a16="http://schemas.microsoft.com/office/drawing/2014/main" id="{C126ABD9-EFE0-A42A-B1F7-43C982841B4F}"/>
              </a:ext>
            </a:extLst>
          </p:cNvPr>
          <p:cNvSpPr/>
          <p:nvPr/>
        </p:nvSpPr>
        <p:spPr>
          <a:xfrm>
            <a:off x="2710036"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miley Face 21">
            <a:extLst>
              <a:ext uri="{FF2B5EF4-FFF2-40B4-BE49-F238E27FC236}">
                <a16:creationId xmlns:a16="http://schemas.microsoft.com/office/drawing/2014/main" id="{38EFB29A-3506-2B63-2C81-189C0D48D09E}"/>
              </a:ext>
            </a:extLst>
          </p:cNvPr>
          <p:cNvSpPr/>
          <p:nvPr/>
        </p:nvSpPr>
        <p:spPr>
          <a:xfrm>
            <a:off x="4438228"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miley Face 22">
            <a:extLst>
              <a:ext uri="{FF2B5EF4-FFF2-40B4-BE49-F238E27FC236}">
                <a16:creationId xmlns:a16="http://schemas.microsoft.com/office/drawing/2014/main" id="{806381B3-A5F3-9EEE-09FA-6C62C392C21A}"/>
              </a:ext>
            </a:extLst>
          </p:cNvPr>
          <p:cNvSpPr/>
          <p:nvPr/>
        </p:nvSpPr>
        <p:spPr>
          <a:xfrm>
            <a:off x="624133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miley Face 23">
            <a:extLst>
              <a:ext uri="{FF2B5EF4-FFF2-40B4-BE49-F238E27FC236}">
                <a16:creationId xmlns:a16="http://schemas.microsoft.com/office/drawing/2014/main" id="{B1A74A0F-0775-3446-1858-4CEFA8F955A0}"/>
              </a:ext>
            </a:extLst>
          </p:cNvPr>
          <p:cNvSpPr/>
          <p:nvPr/>
        </p:nvSpPr>
        <p:spPr>
          <a:xfrm>
            <a:off x="830447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6401AF4-348B-66F7-3106-0A6B01EAFF5E}"/>
              </a:ext>
            </a:extLst>
          </p:cNvPr>
          <p:cNvSpPr txBox="1"/>
          <p:nvPr/>
        </p:nvSpPr>
        <p:spPr>
          <a:xfrm>
            <a:off x="5734372" y="1628800"/>
            <a:ext cx="6264696"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rgbClr val="FF0000"/>
                </a:solidFill>
              </a:rPr>
              <a:t>We don’t want a single developer to consume all the available resources</a:t>
            </a:r>
          </a:p>
          <a:p>
            <a:pPr marL="285750" indent="-285750">
              <a:buFont typeface="Arial" panose="020B0604020202020204" pitchFamily="34" charset="0"/>
              <a:buChar char="•"/>
            </a:pPr>
            <a:r>
              <a:rPr lang="en-US" sz="1800" dirty="0">
                <a:solidFill>
                  <a:srgbClr val="FF0000"/>
                </a:solidFill>
              </a:rPr>
              <a:t>We want a clear isolation of one developer with another</a:t>
            </a:r>
          </a:p>
          <a:p>
            <a:pPr marL="285750" indent="-285750">
              <a:buFont typeface="Arial" panose="020B0604020202020204" pitchFamily="34" charset="0"/>
              <a:buChar char="•"/>
            </a:pPr>
            <a:r>
              <a:rPr lang="en-US" sz="1800" dirty="0">
                <a:solidFill>
                  <a:srgbClr val="FF0000"/>
                </a:solidFill>
              </a:rPr>
              <a:t>Pre-configured by sap for specific development</a:t>
            </a:r>
          </a:p>
          <a:p>
            <a:r>
              <a:rPr lang="en-US" sz="1800" dirty="0">
                <a:solidFill>
                  <a:srgbClr val="FF0000"/>
                </a:solidFill>
              </a:rPr>
              <a:t>Solution - Virtualize</a:t>
            </a:r>
          </a:p>
        </p:txBody>
      </p:sp>
      <p:sp>
        <p:nvSpPr>
          <p:cNvPr id="26" name="Rectangle 25">
            <a:extLst>
              <a:ext uri="{FF2B5EF4-FFF2-40B4-BE49-F238E27FC236}">
                <a16:creationId xmlns:a16="http://schemas.microsoft.com/office/drawing/2014/main" id="{7BA8F4EC-11B3-5EFF-EF93-2BA08C3E35A3}"/>
              </a:ext>
            </a:extLst>
          </p:cNvPr>
          <p:cNvSpPr/>
          <p:nvPr/>
        </p:nvSpPr>
        <p:spPr>
          <a:xfrm>
            <a:off x="981844" y="2060848"/>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7" name="Rectangle 26">
            <a:extLst>
              <a:ext uri="{FF2B5EF4-FFF2-40B4-BE49-F238E27FC236}">
                <a16:creationId xmlns:a16="http://schemas.microsoft.com/office/drawing/2014/main" id="{DBD2BB0E-599E-0962-4C77-91109A4D9C54}"/>
              </a:ext>
            </a:extLst>
          </p:cNvPr>
          <p:cNvSpPr/>
          <p:nvPr/>
        </p:nvSpPr>
        <p:spPr>
          <a:xfrm>
            <a:off x="2458008" y="205870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8" name="Rectangle 27">
            <a:extLst>
              <a:ext uri="{FF2B5EF4-FFF2-40B4-BE49-F238E27FC236}">
                <a16:creationId xmlns:a16="http://schemas.microsoft.com/office/drawing/2014/main" id="{FA7CD5C9-81B7-2433-A65B-748BA1E9CCAD}"/>
              </a:ext>
            </a:extLst>
          </p:cNvPr>
          <p:cNvSpPr/>
          <p:nvPr/>
        </p:nvSpPr>
        <p:spPr>
          <a:xfrm>
            <a:off x="3946987" y="203767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9" name="Explosion: 8 Points 28">
            <a:extLst>
              <a:ext uri="{FF2B5EF4-FFF2-40B4-BE49-F238E27FC236}">
                <a16:creationId xmlns:a16="http://schemas.microsoft.com/office/drawing/2014/main" id="{D2C17AAB-8CC5-373A-CEA9-A57771005ED2}"/>
              </a:ext>
            </a:extLst>
          </p:cNvPr>
          <p:cNvSpPr/>
          <p:nvPr/>
        </p:nvSpPr>
        <p:spPr>
          <a:xfrm>
            <a:off x="646896" y="1808015"/>
            <a:ext cx="839004" cy="597895"/>
          </a:xfrm>
          <a:prstGeom prst="irregularSeal1">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445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Modules for using CAP</a:t>
            </a:r>
            <a:endParaRPr lang="en-IN" sz="3600" dirty="0">
              <a:latin typeface="Cooper Black" panose="0208090404030B020404" pitchFamily="18" charset="0"/>
            </a:endParaRPr>
          </a:p>
        </p:txBody>
      </p:sp>
      <p:sp>
        <p:nvSpPr>
          <p:cNvPr id="3" name="TextBox 2">
            <a:extLst>
              <a:ext uri="{FF2B5EF4-FFF2-40B4-BE49-F238E27FC236}">
                <a16:creationId xmlns:a16="http://schemas.microsoft.com/office/drawing/2014/main" id="{3BD5C468-C983-C981-7134-1C975624C2ED}"/>
              </a:ext>
            </a:extLst>
          </p:cNvPr>
          <p:cNvSpPr txBox="1"/>
          <p:nvPr/>
        </p:nvSpPr>
        <p:spPr>
          <a:xfrm>
            <a:off x="189757" y="836712"/>
            <a:ext cx="11809312"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We need to install sap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(Development kit), This kit includes required framework libraries and source code to build, test, deploy, run cap applications. It comes along with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CLI which will be used by developers to quickly generate the cap project skeleton. This module needs to be installed globally in our system if we are using VS Code, in case we use BAS, this module is pre-installed.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npm</a:t>
            </a:r>
            <a:r>
              <a:rPr kumimoji="0" lang="en-US" sz="2000" b="1" i="0" u="none" strike="noStrike" kern="0" cap="none" spc="0" normalizeH="0" baseline="0" noProof="0" dirty="0">
                <a:ln>
                  <a:noFill/>
                </a:ln>
                <a:solidFill>
                  <a:prstClr val="white"/>
                </a:solidFill>
                <a:effectLst/>
                <a:uLnTx/>
                <a:uFillTx/>
                <a:latin typeface="Segoe UI"/>
                <a:ea typeface="+mn-ea"/>
                <a:cs typeface="+mn-cs"/>
              </a:rPr>
              <a:t> install -g @sap/cds-dk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      node version &gt;= 14</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Check if the CAP is installed in my system </a:t>
            </a:r>
            <a:r>
              <a:rPr kumimoji="0" lang="en-US" sz="2000" b="0"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–v &amp;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--help</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Create a folder in our computer, and run </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init</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command. This will create a project skeleton automatically which includes </a:t>
            </a:r>
            <a:r>
              <a:rPr kumimoji="0" lang="en-US" sz="2000" b="1" i="0" u="none" strike="noStrike" kern="0" cap="none" spc="0" normalizeH="0" baseline="0" noProof="0" dirty="0" err="1">
                <a:ln>
                  <a:noFill/>
                </a:ln>
                <a:solidFill>
                  <a:prstClr val="white"/>
                </a:solidFill>
                <a:effectLst/>
                <a:uLnTx/>
                <a:uFillTx/>
                <a:latin typeface="Segoe UI"/>
                <a:ea typeface="+mn-ea"/>
                <a:cs typeface="+mn-cs"/>
              </a:rPr>
              <a:t>db</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srv</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ui</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folders.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If you want to quickly manage multiple node versions in your computer you can use </a:t>
            </a:r>
            <a:r>
              <a:rPr kumimoji="0" lang="en-IN" sz="2000" b="0" i="0" u="none" strike="noStrike" kern="0" cap="none" spc="0" normalizeH="0" baseline="0" noProof="0" dirty="0" err="1">
                <a:ln>
                  <a:noFill/>
                </a:ln>
                <a:solidFill>
                  <a:prstClr val="white"/>
                </a:solidFill>
                <a:effectLst/>
                <a:uLnTx/>
                <a:uFillTx/>
                <a:latin typeface="Segoe UI"/>
                <a:ea typeface="+mn-ea"/>
                <a:cs typeface="+mn-cs"/>
              </a:rPr>
              <a:t>nvm</a:t>
            </a:r>
            <a:r>
              <a:rPr kumimoji="0" lang="en-IN" sz="2000" b="0" i="0" u="none" strike="noStrike" kern="0" cap="none" spc="0" normalizeH="0" baseline="0" noProof="0" dirty="0">
                <a:ln>
                  <a:noFill/>
                </a:ln>
                <a:solidFill>
                  <a:prstClr val="white"/>
                </a:solidFill>
                <a:effectLst/>
                <a:uLnTx/>
                <a:uFillTx/>
                <a:latin typeface="Segoe UI"/>
                <a:ea typeface="+mn-ea"/>
                <a:cs typeface="+mn-cs"/>
              </a:rPr>
              <a:t> tool - </a:t>
            </a:r>
            <a:r>
              <a:rPr kumimoji="0" lang="en-IN" sz="20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https://github.com/coreybutler/nvm-windows/releases</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When we make constant changes to the project, we want project to detect a correction and automatically restart the server. We can use the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watch </a:t>
            </a:r>
            <a:r>
              <a:rPr kumimoji="0" lang="en-IN" sz="2000" b="0" i="0" u="none" strike="noStrike" kern="0" cap="none" spc="0" normalizeH="0" baseline="0" noProof="0" dirty="0">
                <a:ln>
                  <a:noFill/>
                </a:ln>
                <a:solidFill>
                  <a:prstClr val="white"/>
                </a:solidFill>
                <a:effectLst/>
                <a:uLnTx/>
                <a:uFillTx/>
                <a:latin typeface="Segoe UI"/>
                <a:ea typeface="+mn-ea"/>
                <a:cs typeface="+mn-cs"/>
              </a:rPr>
              <a:t>command instead of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run</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8436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761C8-FB0D-145E-902D-2D92F7E231DE}"/>
              </a:ext>
            </a:extLst>
          </p:cNvPr>
          <p:cNvSpPr>
            <a:spLocks noGrp="1"/>
          </p:cNvSpPr>
          <p:nvPr>
            <p:ph type="title"/>
          </p:nvPr>
        </p:nvSpPr>
        <p:spPr/>
        <p:txBody>
          <a:bodyPr/>
          <a:lstStyle/>
          <a:p>
            <a:endParaRPr lang="en-IN"/>
          </a:p>
        </p:txBody>
      </p:sp>
      <p:grpSp>
        <p:nvGrpSpPr>
          <p:cNvPr id="30" name="Group 29">
            <a:extLst>
              <a:ext uri="{FF2B5EF4-FFF2-40B4-BE49-F238E27FC236}">
                <a16:creationId xmlns:a16="http://schemas.microsoft.com/office/drawing/2014/main" id="{35706571-0C3F-C65C-BEEC-9ADFCBEA5B4B}"/>
              </a:ext>
            </a:extLst>
          </p:cNvPr>
          <p:cNvGrpSpPr/>
          <p:nvPr/>
        </p:nvGrpSpPr>
        <p:grpSpPr>
          <a:xfrm>
            <a:off x="1480672" y="2033132"/>
            <a:ext cx="8643240" cy="4499640"/>
            <a:chOff x="1480672" y="2033132"/>
            <a:chExt cx="8643240" cy="449964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4302942-F733-5733-1615-AE41EFB34488}"/>
                    </a:ext>
                  </a:extLst>
                </p14:cNvPr>
                <p14:cNvContentPartPr/>
                <p14:nvPr/>
              </p14:nvContentPartPr>
              <p14:xfrm>
                <a:off x="1480672" y="4365212"/>
                <a:ext cx="2433600" cy="1652760"/>
              </p14:xfrm>
            </p:contentPart>
          </mc:Choice>
          <mc:Fallback xmlns="">
            <p:pic>
              <p:nvPicPr>
                <p:cNvPr id="3" name="Ink 2">
                  <a:extLst>
                    <a:ext uri="{FF2B5EF4-FFF2-40B4-BE49-F238E27FC236}">
                      <a16:creationId xmlns:a16="http://schemas.microsoft.com/office/drawing/2014/main" id="{74302942-F733-5733-1615-AE41EFB34488}"/>
                    </a:ext>
                  </a:extLst>
                </p:cNvPr>
                <p:cNvPicPr/>
                <p:nvPr/>
              </p:nvPicPr>
              <p:blipFill>
                <a:blip r:embed="rId3"/>
                <a:stretch>
                  <a:fillRect/>
                </a:stretch>
              </p:blipFill>
              <p:spPr>
                <a:xfrm>
                  <a:off x="1472032" y="4356212"/>
                  <a:ext cx="2451240" cy="1670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CD8FA02-434F-E8D7-9078-7B032F7A3CE7}"/>
                    </a:ext>
                  </a:extLst>
                </p14:cNvPr>
                <p14:cNvContentPartPr/>
                <p14:nvPr/>
              </p14:nvContentPartPr>
              <p14:xfrm>
                <a:off x="1815112" y="5200772"/>
                <a:ext cx="257040" cy="352080"/>
              </p14:xfrm>
            </p:contentPart>
          </mc:Choice>
          <mc:Fallback xmlns="">
            <p:pic>
              <p:nvPicPr>
                <p:cNvPr id="4" name="Ink 3">
                  <a:extLst>
                    <a:ext uri="{FF2B5EF4-FFF2-40B4-BE49-F238E27FC236}">
                      <a16:creationId xmlns:a16="http://schemas.microsoft.com/office/drawing/2014/main" id="{9CD8FA02-434F-E8D7-9078-7B032F7A3CE7}"/>
                    </a:ext>
                  </a:extLst>
                </p:cNvPr>
                <p:cNvPicPr/>
                <p:nvPr/>
              </p:nvPicPr>
              <p:blipFill>
                <a:blip r:embed="rId5"/>
                <a:stretch>
                  <a:fillRect/>
                </a:stretch>
              </p:blipFill>
              <p:spPr>
                <a:xfrm>
                  <a:off x="1806472" y="5191772"/>
                  <a:ext cx="27468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9362F65D-D646-0D82-0EDF-13B5D21C0976}"/>
                    </a:ext>
                  </a:extLst>
                </p14:cNvPr>
                <p14:cNvContentPartPr/>
                <p14:nvPr/>
              </p14:nvContentPartPr>
              <p14:xfrm>
                <a:off x="2216512" y="5111492"/>
                <a:ext cx="179280" cy="387000"/>
              </p14:xfrm>
            </p:contentPart>
          </mc:Choice>
          <mc:Fallback xmlns="">
            <p:pic>
              <p:nvPicPr>
                <p:cNvPr id="5" name="Ink 4">
                  <a:extLst>
                    <a:ext uri="{FF2B5EF4-FFF2-40B4-BE49-F238E27FC236}">
                      <a16:creationId xmlns:a16="http://schemas.microsoft.com/office/drawing/2014/main" id="{9362F65D-D646-0D82-0EDF-13B5D21C0976}"/>
                    </a:ext>
                  </a:extLst>
                </p:cNvPr>
                <p:cNvPicPr/>
                <p:nvPr/>
              </p:nvPicPr>
              <p:blipFill>
                <a:blip r:embed="rId7"/>
                <a:stretch>
                  <a:fillRect/>
                </a:stretch>
              </p:blipFill>
              <p:spPr>
                <a:xfrm>
                  <a:off x="2207512" y="5102492"/>
                  <a:ext cx="19692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29E61141-2B4F-E03C-6F43-66779E0F3CFC}"/>
                    </a:ext>
                  </a:extLst>
                </p14:cNvPr>
                <p14:cNvContentPartPr/>
                <p14:nvPr/>
              </p14:nvContentPartPr>
              <p14:xfrm>
                <a:off x="2260432" y="5275292"/>
                <a:ext cx="101520" cy="53640"/>
              </p14:xfrm>
            </p:contentPart>
          </mc:Choice>
          <mc:Fallback xmlns="">
            <p:pic>
              <p:nvPicPr>
                <p:cNvPr id="6" name="Ink 5">
                  <a:extLst>
                    <a:ext uri="{FF2B5EF4-FFF2-40B4-BE49-F238E27FC236}">
                      <a16:creationId xmlns:a16="http://schemas.microsoft.com/office/drawing/2014/main" id="{29E61141-2B4F-E03C-6F43-66779E0F3CFC}"/>
                    </a:ext>
                  </a:extLst>
                </p:cNvPr>
                <p:cNvPicPr/>
                <p:nvPr/>
              </p:nvPicPr>
              <p:blipFill>
                <a:blip r:embed="rId9"/>
                <a:stretch>
                  <a:fillRect/>
                </a:stretch>
              </p:blipFill>
              <p:spPr>
                <a:xfrm>
                  <a:off x="2251792" y="5266292"/>
                  <a:ext cx="1191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2FD55EA4-71F9-F790-D13C-239DC2BC3650}"/>
                    </a:ext>
                  </a:extLst>
                </p14:cNvPr>
                <p14:cNvContentPartPr/>
                <p14:nvPr/>
              </p14:nvContentPartPr>
              <p14:xfrm>
                <a:off x="2533672" y="5009972"/>
                <a:ext cx="181800" cy="409320"/>
              </p14:xfrm>
            </p:contentPart>
          </mc:Choice>
          <mc:Fallback xmlns="">
            <p:pic>
              <p:nvPicPr>
                <p:cNvPr id="7" name="Ink 6">
                  <a:extLst>
                    <a:ext uri="{FF2B5EF4-FFF2-40B4-BE49-F238E27FC236}">
                      <a16:creationId xmlns:a16="http://schemas.microsoft.com/office/drawing/2014/main" id="{2FD55EA4-71F9-F790-D13C-239DC2BC3650}"/>
                    </a:ext>
                  </a:extLst>
                </p:cNvPr>
                <p:cNvPicPr/>
                <p:nvPr/>
              </p:nvPicPr>
              <p:blipFill>
                <a:blip r:embed="rId11"/>
                <a:stretch>
                  <a:fillRect/>
                </a:stretch>
              </p:blipFill>
              <p:spPr>
                <a:xfrm>
                  <a:off x="2525032" y="5001332"/>
                  <a:ext cx="19944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F23C3352-6D16-7998-8B9A-AE2218E699A7}"/>
                    </a:ext>
                  </a:extLst>
                </p14:cNvPr>
                <p14:cNvContentPartPr/>
                <p14:nvPr/>
              </p14:nvContentPartPr>
              <p14:xfrm>
                <a:off x="3013192" y="5019332"/>
                <a:ext cx="48600" cy="299160"/>
              </p14:xfrm>
            </p:contentPart>
          </mc:Choice>
          <mc:Fallback xmlns="">
            <p:pic>
              <p:nvPicPr>
                <p:cNvPr id="8" name="Ink 7">
                  <a:extLst>
                    <a:ext uri="{FF2B5EF4-FFF2-40B4-BE49-F238E27FC236}">
                      <a16:creationId xmlns:a16="http://schemas.microsoft.com/office/drawing/2014/main" id="{F23C3352-6D16-7998-8B9A-AE2218E699A7}"/>
                    </a:ext>
                  </a:extLst>
                </p:cNvPr>
                <p:cNvPicPr/>
                <p:nvPr/>
              </p:nvPicPr>
              <p:blipFill>
                <a:blip r:embed="rId13"/>
                <a:stretch>
                  <a:fillRect/>
                </a:stretch>
              </p:blipFill>
              <p:spPr>
                <a:xfrm>
                  <a:off x="3004192" y="5010332"/>
                  <a:ext cx="6624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2F89D6FE-43A5-0A9A-12AA-43B51E75782A}"/>
                    </a:ext>
                  </a:extLst>
                </p14:cNvPr>
                <p14:cNvContentPartPr/>
                <p14:nvPr/>
              </p14:nvContentPartPr>
              <p14:xfrm>
                <a:off x="6845032" y="4899452"/>
                <a:ext cx="3278880" cy="1630440"/>
              </p14:xfrm>
            </p:contentPart>
          </mc:Choice>
          <mc:Fallback xmlns="">
            <p:pic>
              <p:nvPicPr>
                <p:cNvPr id="9" name="Ink 8">
                  <a:extLst>
                    <a:ext uri="{FF2B5EF4-FFF2-40B4-BE49-F238E27FC236}">
                      <a16:creationId xmlns:a16="http://schemas.microsoft.com/office/drawing/2014/main" id="{2F89D6FE-43A5-0A9A-12AA-43B51E75782A}"/>
                    </a:ext>
                  </a:extLst>
                </p:cNvPr>
                <p:cNvPicPr/>
                <p:nvPr/>
              </p:nvPicPr>
              <p:blipFill>
                <a:blip r:embed="rId15"/>
                <a:stretch>
                  <a:fillRect/>
                </a:stretch>
              </p:blipFill>
              <p:spPr>
                <a:xfrm>
                  <a:off x="6836032" y="4890452"/>
                  <a:ext cx="3296520" cy="1648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1BC4D1D5-9FBA-AEC2-A12F-9442FAEF0FBE}"/>
                    </a:ext>
                  </a:extLst>
                </p14:cNvPr>
                <p14:cNvContentPartPr/>
                <p14:nvPr/>
              </p14:nvContentPartPr>
              <p14:xfrm>
                <a:off x="7552432" y="5560412"/>
                <a:ext cx="640080" cy="460800"/>
              </p14:xfrm>
            </p:contentPart>
          </mc:Choice>
          <mc:Fallback xmlns="">
            <p:pic>
              <p:nvPicPr>
                <p:cNvPr id="10" name="Ink 9">
                  <a:extLst>
                    <a:ext uri="{FF2B5EF4-FFF2-40B4-BE49-F238E27FC236}">
                      <a16:creationId xmlns:a16="http://schemas.microsoft.com/office/drawing/2014/main" id="{1BC4D1D5-9FBA-AEC2-A12F-9442FAEF0FBE}"/>
                    </a:ext>
                  </a:extLst>
                </p:cNvPr>
                <p:cNvPicPr/>
                <p:nvPr/>
              </p:nvPicPr>
              <p:blipFill>
                <a:blip r:embed="rId17"/>
                <a:stretch>
                  <a:fillRect/>
                </a:stretch>
              </p:blipFill>
              <p:spPr>
                <a:xfrm>
                  <a:off x="7543792" y="5551412"/>
                  <a:ext cx="657720" cy="478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8EF17149-5B9D-A275-37F4-4B51AC01B092}"/>
                    </a:ext>
                  </a:extLst>
                </p14:cNvPr>
                <p14:cNvContentPartPr/>
                <p14:nvPr/>
              </p14:nvContentPartPr>
              <p14:xfrm>
                <a:off x="8340832" y="5692172"/>
                <a:ext cx="213840" cy="412920"/>
              </p14:xfrm>
            </p:contentPart>
          </mc:Choice>
          <mc:Fallback xmlns="">
            <p:pic>
              <p:nvPicPr>
                <p:cNvPr id="11" name="Ink 10">
                  <a:extLst>
                    <a:ext uri="{FF2B5EF4-FFF2-40B4-BE49-F238E27FC236}">
                      <a16:creationId xmlns:a16="http://schemas.microsoft.com/office/drawing/2014/main" id="{8EF17149-5B9D-A275-37F4-4B51AC01B092}"/>
                    </a:ext>
                  </a:extLst>
                </p:cNvPr>
                <p:cNvPicPr/>
                <p:nvPr/>
              </p:nvPicPr>
              <p:blipFill>
                <a:blip r:embed="rId19"/>
                <a:stretch>
                  <a:fillRect/>
                </a:stretch>
              </p:blipFill>
              <p:spPr>
                <a:xfrm>
                  <a:off x="8332192" y="5683532"/>
                  <a:ext cx="23148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B43D3326-7D3D-034E-8C8C-88988544F0AF}"/>
                    </a:ext>
                  </a:extLst>
                </p14:cNvPr>
                <p14:cNvContentPartPr/>
                <p14:nvPr/>
              </p14:nvContentPartPr>
              <p14:xfrm>
                <a:off x="8630992" y="5724932"/>
                <a:ext cx="428040" cy="348480"/>
              </p14:xfrm>
            </p:contentPart>
          </mc:Choice>
          <mc:Fallback xmlns="">
            <p:pic>
              <p:nvPicPr>
                <p:cNvPr id="12" name="Ink 11">
                  <a:extLst>
                    <a:ext uri="{FF2B5EF4-FFF2-40B4-BE49-F238E27FC236}">
                      <a16:creationId xmlns:a16="http://schemas.microsoft.com/office/drawing/2014/main" id="{B43D3326-7D3D-034E-8C8C-88988544F0AF}"/>
                    </a:ext>
                  </a:extLst>
                </p:cNvPr>
                <p:cNvPicPr/>
                <p:nvPr/>
              </p:nvPicPr>
              <p:blipFill>
                <a:blip r:embed="rId21"/>
                <a:stretch>
                  <a:fillRect/>
                </a:stretch>
              </p:blipFill>
              <p:spPr>
                <a:xfrm>
                  <a:off x="8621992" y="5715932"/>
                  <a:ext cx="44568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38ED7C0C-9AEA-8E65-000E-69999E2A2D8D}"/>
                    </a:ext>
                  </a:extLst>
                </p14:cNvPr>
                <p14:cNvContentPartPr/>
                <p14:nvPr/>
              </p14:nvContentPartPr>
              <p14:xfrm>
                <a:off x="2648152" y="3269732"/>
                <a:ext cx="84960" cy="1243080"/>
              </p14:xfrm>
            </p:contentPart>
          </mc:Choice>
          <mc:Fallback xmlns="">
            <p:pic>
              <p:nvPicPr>
                <p:cNvPr id="15" name="Ink 14">
                  <a:extLst>
                    <a:ext uri="{FF2B5EF4-FFF2-40B4-BE49-F238E27FC236}">
                      <a16:creationId xmlns:a16="http://schemas.microsoft.com/office/drawing/2014/main" id="{38ED7C0C-9AEA-8E65-000E-69999E2A2D8D}"/>
                    </a:ext>
                  </a:extLst>
                </p:cNvPr>
                <p:cNvPicPr/>
                <p:nvPr/>
              </p:nvPicPr>
              <p:blipFill>
                <a:blip r:embed="rId23"/>
                <a:stretch>
                  <a:fillRect/>
                </a:stretch>
              </p:blipFill>
              <p:spPr>
                <a:xfrm>
                  <a:off x="2639152" y="3261092"/>
                  <a:ext cx="102600" cy="1260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CD71B3D8-4259-37A0-C53C-A784A1FBBD99}"/>
                    </a:ext>
                  </a:extLst>
                </p14:cNvPr>
                <p14:cNvContentPartPr/>
                <p14:nvPr/>
              </p14:nvContentPartPr>
              <p14:xfrm>
                <a:off x="2447272" y="3079652"/>
                <a:ext cx="385920" cy="363600"/>
              </p14:xfrm>
            </p:contentPart>
          </mc:Choice>
          <mc:Fallback xmlns="">
            <p:pic>
              <p:nvPicPr>
                <p:cNvPr id="16" name="Ink 15">
                  <a:extLst>
                    <a:ext uri="{FF2B5EF4-FFF2-40B4-BE49-F238E27FC236}">
                      <a16:creationId xmlns:a16="http://schemas.microsoft.com/office/drawing/2014/main" id="{CD71B3D8-4259-37A0-C53C-A784A1FBBD99}"/>
                    </a:ext>
                  </a:extLst>
                </p:cNvPr>
                <p:cNvPicPr/>
                <p:nvPr/>
              </p:nvPicPr>
              <p:blipFill>
                <a:blip r:embed="rId25"/>
                <a:stretch>
                  <a:fillRect/>
                </a:stretch>
              </p:blipFill>
              <p:spPr>
                <a:xfrm>
                  <a:off x="2438272" y="3071012"/>
                  <a:ext cx="40356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2B750C93-FCF8-C919-5C21-633100D91E8C}"/>
                    </a:ext>
                  </a:extLst>
                </p14:cNvPr>
                <p14:cNvContentPartPr/>
                <p14:nvPr/>
              </p14:nvContentPartPr>
              <p14:xfrm>
                <a:off x="2033992" y="2033132"/>
                <a:ext cx="2031840" cy="934200"/>
              </p14:xfrm>
            </p:contentPart>
          </mc:Choice>
          <mc:Fallback xmlns="">
            <p:pic>
              <p:nvPicPr>
                <p:cNvPr id="17" name="Ink 16">
                  <a:extLst>
                    <a:ext uri="{FF2B5EF4-FFF2-40B4-BE49-F238E27FC236}">
                      <a16:creationId xmlns:a16="http://schemas.microsoft.com/office/drawing/2014/main" id="{2B750C93-FCF8-C919-5C21-633100D91E8C}"/>
                    </a:ext>
                  </a:extLst>
                </p:cNvPr>
                <p:cNvPicPr/>
                <p:nvPr/>
              </p:nvPicPr>
              <p:blipFill>
                <a:blip r:embed="rId27"/>
                <a:stretch>
                  <a:fillRect/>
                </a:stretch>
              </p:blipFill>
              <p:spPr>
                <a:xfrm>
                  <a:off x="2025352" y="2024132"/>
                  <a:ext cx="2049480" cy="951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AC1E9102-4FC9-A2BC-AF7A-506879F46EFA}"/>
                    </a:ext>
                  </a:extLst>
                </p14:cNvPr>
                <p14:cNvContentPartPr/>
                <p14:nvPr/>
              </p14:nvContentPartPr>
              <p14:xfrm>
                <a:off x="8130592" y="3369812"/>
                <a:ext cx="83520" cy="1531440"/>
              </p14:xfrm>
            </p:contentPart>
          </mc:Choice>
          <mc:Fallback xmlns="">
            <p:pic>
              <p:nvPicPr>
                <p:cNvPr id="18" name="Ink 17">
                  <a:extLst>
                    <a:ext uri="{FF2B5EF4-FFF2-40B4-BE49-F238E27FC236}">
                      <a16:creationId xmlns:a16="http://schemas.microsoft.com/office/drawing/2014/main" id="{AC1E9102-4FC9-A2BC-AF7A-506879F46EFA}"/>
                    </a:ext>
                  </a:extLst>
                </p:cNvPr>
                <p:cNvPicPr/>
                <p:nvPr/>
              </p:nvPicPr>
              <p:blipFill>
                <a:blip r:embed="rId29"/>
                <a:stretch>
                  <a:fillRect/>
                </a:stretch>
              </p:blipFill>
              <p:spPr>
                <a:xfrm>
                  <a:off x="8121952" y="3360812"/>
                  <a:ext cx="101160" cy="1549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87CFF01D-6F1A-AA72-6D1D-2FEE316F5C66}"/>
                    </a:ext>
                  </a:extLst>
                </p14:cNvPr>
                <p14:cNvContentPartPr/>
                <p14:nvPr/>
              </p14:nvContentPartPr>
              <p14:xfrm>
                <a:off x="7880752" y="3316892"/>
                <a:ext cx="410040" cy="347400"/>
              </p14:xfrm>
            </p:contentPart>
          </mc:Choice>
          <mc:Fallback xmlns="">
            <p:pic>
              <p:nvPicPr>
                <p:cNvPr id="19" name="Ink 18">
                  <a:extLst>
                    <a:ext uri="{FF2B5EF4-FFF2-40B4-BE49-F238E27FC236}">
                      <a16:creationId xmlns:a16="http://schemas.microsoft.com/office/drawing/2014/main" id="{87CFF01D-6F1A-AA72-6D1D-2FEE316F5C66}"/>
                    </a:ext>
                  </a:extLst>
                </p:cNvPr>
                <p:cNvPicPr/>
                <p:nvPr/>
              </p:nvPicPr>
              <p:blipFill>
                <a:blip r:embed="rId31"/>
                <a:stretch>
                  <a:fillRect/>
                </a:stretch>
              </p:blipFill>
              <p:spPr>
                <a:xfrm>
                  <a:off x="7872112" y="3308252"/>
                  <a:ext cx="42768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DB899A41-ACD3-7258-8904-6BFA4CDE50F3}"/>
                    </a:ext>
                  </a:extLst>
                </p14:cNvPr>
                <p14:cNvContentPartPr/>
                <p14:nvPr/>
              </p14:nvContentPartPr>
              <p14:xfrm>
                <a:off x="7036552" y="2046092"/>
                <a:ext cx="1946520" cy="1011960"/>
              </p14:xfrm>
            </p:contentPart>
          </mc:Choice>
          <mc:Fallback xmlns="">
            <p:pic>
              <p:nvPicPr>
                <p:cNvPr id="20" name="Ink 19">
                  <a:extLst>
                    <a:ext uri="{FF2B5EF4-FFF2-40B4-BE49-F238E27FC236}">
                      <a16:creationId xmlns:a16="http://schemas.microsoft.com/office/drawing/2014/main" id="{DB899A41-ACD3-7258-8904-6BFA4CDE50F3}"/>
                    </a:ext>
                  </a:extLst>
                </p:cNvPr>
                <p:cNvPicPr/>
                <p:nvPr/>
              </p:nvPicPr>
              <p:blipFill>
                <a:blip r:embed="rId33"/>
                <a:stretch>
                  <a:fillRect/>
                </a:stretch>
              </p:blipFill>
              <p:spPr>
                <a:xfrm>
                  <a:off x="7027912" y="2037092"/>
                  <a:ext cx="1964160" cy="1029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5125CCD1-A142-035C-08B2-A9EE48BCAB69}"/>
                    </a:ext>
                  </a:extLst>
                </p14:cNvPr>
                <p14:cNvContentPartPr/>
                <p14:nvPr/>
              </p14:nvContentPartPr>
              <p14:xfrm>
                <a:off x="4553992" y="2303492"/>
                <a:ext cx="2290320" cy="65160"/>
              </p14:xfrm>
            </p:contentPart>
          </mc:Choice>
          <mc:Fallback xmlns="">
            <p:pic>
              <p:nvPicPr>
                <p:cNvPr id="21" name="Ink 20">
                  <a:extLst>
                    <a:ext uri="{FF2B5EF4-FFF2-40B4-BE49-F238E27FC236}">
                      <a16:creationId xmlns:a16="http://schemas.microsoft.com/office/drawing/2014/main" id="{5125CCD1-A142-035C-08B2-A9EE48BCAB69}"/>
                    </a:ext>
                  </a:extLst>
                </p:cNvPr>
                <p:cNvPicPr/>
                <p:nvPr/>
              </p:nvPicPr>
              <p:blipFill>
                <a:blip r:embed="rId35"/>
                <a:stretch>
                  <a:fillRect/>
                </a:stretch>
              </p:blipFill>
              <p:spPr>
                <a:xfrm>
                  <a:off x="4544992" y="2294852"/>
                  <a:ext cx="23079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39E00B6A-DF63-4BD5-D431-C45CA42A0ED6}"/>
                    </a:ext>
                  </a:extLst>
                </p14:cNvPr>
                <p14:cNvContentPartPr/>
                <p14:nvPr/>
              </p14:nvContentPartPr>
              <p14:xfrm>
                <a:off x="6504112" y="2186492"/>
                <a:ext cx="221760" cy="319680"/>
              </p14:xfrm>
            </p:contentPart>
          </mc:Choice>
          <mc:Fallback xmlns="">
            <p:pic>
              <p:nvPicPr>
                <p:cNvPr id="22" name="Ink 21">
                  <a:extLst>
                    <a:ext uri="{FF2B5EF4-FFF2-40B4-BE49-F238E27FC236}">
                      <a16:creationId xmlns:a16="http://schemas.microsoft.com/office/drawing/2014/main" id="{39E00B6A-DF63-4BD5-D431-C45CA42A0ED6}"/>
                    </a:ext>
                  </a:extLst>
                </p:cNvPr>
                <p:cNvPicPr/>
                <p:nvPr/>
              </p:nvPicPr>
              <p:blipFill>
                <a:blip r:embed="rId37"/>
                <a:stretch>
                  <a:fillRect/>
                </a:stretch>
              </p:blipFill>
              <p:spPr>
                <a:xfrm>
                  <a:off x="6495112" y="2177492"/>
                  <a:ext cx="23940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85C4CEEA-55DB-3873-C2AA-CBCC5600EE50}"/>
                    </a:ext>
                  </a:extLst>
                </p14:cNvPr>
                <p14:cNvContentPartPr/>
                <p14:nvPr/>
              </p14:nvContentPartPr>
              <p14:xfrm>
                <a:off x="4232152" y="2771852"/>
                <a:ext cx="430920" cy="326520"/>
              </p14:xfrm>
            </p:contentPart>
          </mc:Choice>
          <mc:Fallback xmlns="">
            <p:pic>
              <p:nvPicPr>
                <p:cNvPr id="23" name="Ink 22">
                  <a:extLst>
                    <a:ext uri="{FF2B5EF4-FFF2-40B4-BE49-F238E27FC236}">
                      <a16:creationId xmlns:a16="http://schemas.microsoft.com/office/drawing/2014/main" id="{85C4CEEA-55DB-3873-C2AA-CBCC5600EE50}"/>
                    </a:ext>
                  </a:extLst>
                </p:cNvPr>
                <p:cNvPicPr/>
                <p:nvPr/>
              </p:nvPicPr>
              <p:blipFill>
                <a:blip r:embed="rId39"/>
                <a:stretch>
                  <a:fillRect/>
                </a:stretch>
              </p:blipFill>
              <p:spPr>
                <a:xfrm>
                  <a:off x="4223152" y="2762852"/>
                  <a:ext cx="44856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F00318D2-F05D-AC95-9C9B-7BBD377ECA51}"/>
                    </a:ext>
                  </a:extLst>
                </p14:cNvPr>
                <p14:cNvContentPartPr/>
                <p14:nvPr/>
              </p14:nvContentPartPr>
              <p14:xfrm>
                <a:off x="4355632" y="2927012"/>
                <a:ext cx="2505240" cy="60480"/>
              </p14:xfrm>
            </p:contentPart>
          </mc:Choice>
          <mc:Fallback xmlns="">
            <p:pic>
              <p:nvPicPr>
                <p:cNvPr id="24" name="Ink 23">
                  <a:extLst>
                    <a:ext uri="{FF2B5EF4-FFF2-40B4-BE49-F238E27FC236}">
                      <a16:creationId xmlns:a16="http://schemas.microsoft.com/office/drawing/2014/main" id="{F00318D2-F05D-AC95-9C9B-7BBD377ECA51}"/>
                    </a:ext>
                  </a:extLst>
                </p:cNvPr>
                <p:cNvPicPr/>
                <p:nvPr/>
              </p:nvPicPr>
              <p:blipFill>
                <a:blip r:embed="rId41"/>
                <a:stretch>
                  <a:fillRect/>
                </a:stretch>
              </p:blipFill>
              <p:spPr>
                <a:xfrm>
                  <a:off x="4346632" y="2918372"/>
                  <a:ext cx="25228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01C943E8-DAF8-C321-34DD-A1F81E1107FC}"/>
                    </a:ext>
                  </a:extLst>
                </p14:cNvPr>
                <p14:cNvContentPartPr/>
                <p14:nvPr/>
              </p14:nvContentPartPr>
              <p14:xfrm>
                <a:off x="3229192" y="4980452"/>
                <a:ext cx="3756240" cy="855360"/>
              </p14:xfrm>
            </p:contentPart>
          </mc:Choice>
          <mc:Fallback xmlns="">
            <p:pic>
              <p:nvPicPr>
                <p:cNvPr id="26" name="Ink 25">
                  <a:extLst>
                    <a:ext uri="{FF2B5EF4-FFF2-40B4-BE49-F238E27FC236}">
                      <a16:creationId xmlns:a16="http://schemas.microsoft.com/office/drawing/2014/main" id="{01C943E8-DAF8-C321-34DD-A1F81E1107FC}"/>
                    </a:ext>
                  </a:extLst>
                </p:cNvPr>
                <p:cNvPicPr/>
                <p:nvPr/>
              </p:nvPicPr>
              <p:blipFill>
                <a:blip r:embed="rId43"/>
                <a:stretch>
                  <a:fillRect/>
                </a:stretch>
              </p:blipFill>
              <p:spPr>
                <a:xfrm>
                  <a:off x="3220552" y="4971812"/>
                  <a:ext cx="3773880" cy="873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39EE9A08-B4B1-E0D5-5176-E090C41E2E3A}"/>
                    </a:ext>
                  </a:extLst>
                </p14:cNvPr>
                <p14:cNvContentPartPr/>
                <p14:nvPr/>
              </p14:nvContentPartPr>
              <p14:xfrm>
                <a:off x="3147832" y="5109332"/>
                <a:ext cx="367920" cy="518760"/>
              </p14:xfrm>
            </p:contentPart>
          </mc:Choice>
          <mc:Fallback xmlns="">
            <p:pic>
              <p:nvPicPr>
                <p:cNvPr id="27" name="Ink 26">
                  <a:extLst>
                    <a:ext uri="{FF2B5EF4-FFF2-40B4-BE49-F238E27FC236}">
                      <a16:creationId xmlns:a16="http://schemas.microsoft.com/office/drawing/2014/main" id="{39EE9A08-B4B1-E0D5-5176-E090C41E2E3A}"/>
                    </a:ext>
                  </a:extLst>
                </p:cNvPr>
                <p:cNvPicPr/>
                <p:nvPr/>
              </p:nvPicPr>
              <p:blipFill>
                <a:blip r:embed="rId45"/>
                <a:stretch>
                  <a:fillRect/>
                </a:stretch>
              </p:blipFill>
              <p:spPr>
                <a:xfrm>
                  <a:off x="3139192" y="5100332"/>
                  <a:ext cx="38556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322A0F6A-79C7-90CD-F211-E1640F94D76F}"/>
                    </a:ext>
                  </a:extLst>
                </p14:cNvPr>
                <p14:cNvContentPartPr/>
                <p14:nvPr/>
              </p14:nvContentPartPr>
              <p14:xfrm>
                <a:off x="4700872" y="4762652"/>
                <a:ext cx="815400" cy="1120320"/>
              </p14:xfrm>
            </p:contentPart>
          </mc:Choice>
          <mc:Fallback xmlns="">
            <p:pic>
              <p:nvPicPr>
                <p:cNvPr id="28" name="Ink 27">
                  <a:extLst>
                    <a:ext uri="{FF2B5EF4-FFF2-40B4-BE49-F238E27FC236}">
                      <a16:creationId xmlns:a16="http://schemas.microsoft.com/office/drawing/2014/main" id="{322A0F6A-79C7-90CD-F211-E1640F94D76F}"/>
                    </a:ext>
                  </a:extLst>
                </p:cNvPr>
                <p:cNvPicPr/>
                <p:nvPr/>
              </p:nvPicPr>
              <p:blipFill>
                <a:blip r:embed="rId47"/>
                <a:stretch>
                  <a:fillRect/>
                </a:stretch>
              </p:blipFill>
              <p:spPr>
                <a:xfrm>
                  <a:off x="4691872" y="4754012"/>
                  <a:ext cx="833040" cy="1137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00BDC742-87F3-6BF1-4D9A-E7BF4D3916B2}"/>
                    </a:ext>
                  </a:extLst>
                </p14:cNvPr>
                <p14:cNvContentPartPr/>
                <p14:nvPr/>
              </p14:nvContentPartPr>
              <p14:xfrm>
                <a:off x="3673072" y="4795052"/>
                <a:ext cx="1827000" cy="1737720"/>
              </p14:xfrm>
            </p:contentPart>
          </mc:Choice>
          <mc:Fallback xmlns="">
            <p:pic>
              <p:nvPicPr>
                <p:cNvPr id="29" name="Ink 28">
                  <a:extLst>
                    <a:ext uri="{FF2B5EF4-FFF2-40B4-BE49-F238E27FC236}">
                      <a16:creationId xmlns:a16="http://schemas.microsoft.com/office/drawing/2014/main" id="{00BDC742-87F3-6BF1-4D9A-E7BF4D3916B2}"/>
                    </a:ext>
                  </a:extLst>
                </p:cNvPr>
                <p:cNvPicPr/>
                <p:nvPr/>
              </p:nvPicPr>
              <p:blipFill>
                <a:blip r:embed="rId49"/>
                <a:stretch>
                  <a:fillRect/>
                </a:stretch>
              </p:blipFill>
              <p:spPr>
                <a:xfrm>
                  <a:off x="3664432" y="4786052"/>
                  <a:ext cx="1844640" cy="175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E4B49FE3-E42B-A86C-EFCA-78244E83E488}"/>
                  </a:ext>
                </a:extLst>
              </p14:cNvPr>
              <p14:cNvContentPartPr/>
              <p14:nvPr/>
            </p14:nvContentPartPr>
            <p14:xfrm>
              <a:off x="1039312" y="6939932"/>
              <a:ext cx="360" cy="360"/>
            </p14:xfrm>
          </p:contentPart>
        </mc:Choice>
        <mc:Fallback xmlns="">
          <p:pic>
            <p:nvPicPr>
              <p:cNvPr id="31" name="Ink 30">
                <a:extLst>
                  <a:ext uri="{FF2B5EF4-FFF2-40B4-BE49-F238E27FC236}">
                    <a16:creationId xmlns:a16="http://schemas.microsoft.com/office/drawing/2014/main" id="{E4B49FE3-E42B-A86C-EFCA-78244E83E488}"/>
                  </a:ext>
                </a:extLst>
              </p:cNvPr>
              <p:cNvPicPr/>
              <p:nvPr/>
            </p:nvPicPr>
            <p:blipFill>
              <a:blip r:embed="rId51"/>
              <a:stretch>
                <a:fillRect/>
              </a:stretch>
            </p:blipFill>
            <p:spPr>
              <a:xfrm>
                <a:off x="1030672" y="6931292"/>
                <a:ext cx="18000" cy="18000"/>
              </a:xfrm>
              <a:prstGeom prst="rect">
                <a:avLst/>
              </a:prstGeom>
            </p:spPr>
          </p:pic>
        </mc:Fallback>
      </mc:AlternateContent>
    </p:spTree>
    <p:extLst>
      <p:ext uri="{BB962C8B-B14F-4D97-AF65-F5344CB8AC3E}">
        <p14:creationId xmlns:p14="http://schemas.microsoft.com/office/powerpoint/2010/main" val="4255392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B8830-CC20-13F2-FB48-F7EE27D0E9EF}"/>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00BAD5A-238D-F7A8-0BC5-D3328806E44F}"/>
                  </a:ext>
                </a:extLst>
              </p14:cNvPr>
              <p14:cNvContentPartPr/>
              <p14:nvPr/>
            </p14:nvContentPartPr>
            <p14:xfrm>
              <a:off x="4535632" y="5107532"/>
              <a:ext cx="30600" cy="21960"/>
            </p14:xfrm>
          </p:contentPart>
        </mc:Choice>
        <mc:Fallback xmlns="">
          <p:pic>
            <p:nvPicPr>
              <p:cNvPr id="3" name="Ink 2">
                <a:extLst>
                  <a:ext uri="{FF2B5EF4-FFF2-40B4-BE49-F238E27FC236}">
                    <a16:creationId xmlns:a16="http://schemas.microsoft.com/office/drawing/2014/main" id="{800BAD5A-238D-F7A8-0BC5-D3328806E44F}"/>
                  </a:ext>
                </a:extLst>
              </p:cNvPr>
              <p:cNvPicPr/>
              <p:nvPr/>
            </p:nvPicPr>
            <p:blipFill>
              <a:blip r:embed="rId3"/>
              <a:stretch>
                <a:fillRect/>
              </a:stretch>
            </p:blipFill>
            <p:spPr>
              <a:xfrm>
                <a:off x="4526992" y="5098532"/>
                <a:ext cx="48240" cy="39600"/>
              </a:xfrm>
              <a:prstGeom prst="rect">
                <a:avLst/>
              </a:prstGeom>
            </p:spPr>
          </p:pic>
        </mc:Fallback>
      </mc:AlternateContent>
      <p:grpSp>
        <p:nvGrpSpPr>
          <p:cNvPr id="82" name="Group 81">
            <a:extLst>
              <a:ext uri="{FF2B5EF4-FFF2-40B4-BE49-F238E27FC236}">
                <a16:creationId xmlns:a16="http://schemas.microsoft.com/office/drawing/2014/main" id="{E378F40E-432B-DF0D-7C1A-C7E6090417C7}"/>
              </a:ext>
            </a:extLst>
          </p:cNvPr>
          <p:cNvGrpSpPr/>
          <p:nvPr/>
        </p:nvGrpSpPr>
        <p:grpSpPr>
          <a:xfrm>
            <a:off x="4412872" y="3573212"/>
            <a:ext cx="5893200" cy="2900520"/>
            <a:chOff x="4412872" y="3573212"/>
            <a:chExt cx="5893200" cy="2900520"/>
          </a:xfrm>
        </p:grpSpPr>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D3076BCB-C31D-C7A3-D9F0-4DE383D5AE9B}"/>
                    </a:ext>
                  </a:extLst>
                </p14:cNvPr>
                <p14:cNvContentPartPr/>
                <p14:nvPr/>
              </p14:nvContentPartPr>
              <p14:xfrm>
                <a:off x="8026552" y="5451692"/>
                <a:ext cx="210960" cy="277560"/>
              </p14:xfrm>
            </p:contentPart>
          </mc:Choice>
          <mc:Fallback xmlns="">
            <p:pic>
              <p:nvPicPr>
                <p:cNvPr id="7" name="Ink 6">
                  <a:extLst>
                    <a:ext uri="{FF2B5EF4-FFF2-40B4-BE49-F238E27FC236}">
                      <a16:creationId xmlns:a16="http://schemas.microsoft.com/office/drawing/2014/main" id="{D3076BCB-C31D-C7A3-D9F0-4DE383D5AE9B}"/>
                    </a:ext>
                  </a:extLst>
                </p:cNvPr>
                <p:cNvPicPr/>
                <p:nvPr/>
              </p:nvPicPr>
              <p:blipFill>
                <a:blip r:embed="rId5"/>
                <a:stretch>
                  <a:fillRect/>
                </a:stretch>
              </p:blipFill>
              <p:spPr>
                <a:xfrm>
                  <a:off x="8017552" y="5443052"/>
                  <a:ext cx="22860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2651A4C3-4581-6308-C0E6-6B8D71444D81}"/>
                    </a:ext>
                  </a:extLst>
                </p14:cNvPr>
                <p14:cNvContentPartPr/>
                <p14:nvPr/>
              </p14:nvContentPartPr>
              <p14:xfrm>
                <a:off x="8314192" y="5538092"/>
                <a:ext cx="194760" cy="138600"/>
              </p14:xfrm>
            </p:contentPart>
          </mc:Choice>
          <mc:Fallback xmlns="">
            <p:pic>
              <p:nvPicPr>
                <p:cNvPr id="8" name="Ink 7">
                  <a:extLst>
                    <a:ext uri="{FF2B5EF4-FFF2-40B4-BE49-F238E27FC236}">
                      <a16:creationId xmlns:a16="http://schemas.microsoft.com/office/drawing/2014/main" id="{2651A4C3-4581-6308-C0E6-6B8D71444D81}"/>
                    </a:ext>
                  </a:extLst>
                </p:cNvPr>
                <p:cNvPicPr/>
                <p:nvPr/>
              </p:nvPicPr>
              <p:blipFill>
                <a:blip r:embed="rId7"/>
                <a:stretch>
                  <a:fillRect/>
                </a:stretch>
              </p:blipFill>
              <p:spPr>
                <a:xfrm>
                  <a:off x="8305552" y="5529452"/>
                  <a:ext cx="21240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A1FCAE7C-637C-2202-E47D-F95E58EBE4AB}"/>
                    </a:ext>
                  </a:extLst>
                </p14:cNvPr>
                <p14:cNvContentPartPr/>
                <p14:nvPr/>
              </p14:nvContentPartPr>
              <p14:xfrm>
                <a:off x="8570872" y="5434772"/>
                <a:ext cx="19440" cy="246960"/>
              </p14:xfrm>
            </p:contentPart>
          </mc:Choice>
          <mc:Fallback xmlns="">
            <p:pic>
              <p:nvPicPr>
                <p:cNvPr id="9" name="Ink 8">
                  <a:extLst>
                    <a:ext uri="{FF2B5EF4-FFF2-40B4-BE49-F238E27FC236}">
                      <a16:creationId xmlns:a16="http://schemas.microsoft.com/office/drawing/2014/main" id="{A1FCAE7C-637C-2202-E47D-F95E58EBE4AB}"/>
                    </a:ext>
                  </a:extLst>
                </p:cNvPr>
                <p:cNvPicPr/>
                <p:nvPr/>
              </p:nvPicPr>
              <p:blipFill>
                <a:blip r:embed="rId9"/>
                <a:stretch>
                  <a:fillRect/>
                </a:stretch>
              </p:blipFill>
              <p:spPr>
                <a:xfrm>
                  <a:off x="8562232" y="5426132"/>
                  <a:ext cx="370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D9C00BCF-927C-BA04-2B7B-215F36699C36}"/>
                    </a:ext>
                  </a:extLst>
                </p14:cNvPr>
                <p14:cNvContentPartPr/>
                <p14:nvPr/>
              </p14:nvContentPartPr>
              <p14:xfrm>
                <a:off x="8515432" y="5520812"/>
                <a:ext cx="318600" cy="157680"/>
              </p14:xfrm>
            </p:contentPart>
          </mc:Choice>
          <mc:Fallback xmlns="">
            <p:pic>
              <p:nvPicPr>
                <p:cNvPr id="10" name="Ink 9">
                  <a:extLst>
                    <a:ext uri="{FF2B5EF4-FFF2-40B4-BE49-F238E27FC236}">
                      <a16:creationId xmlns:a16="http://schemas.microsoft.com/office/drawing/2014/main" id="{D9C00BCF-927C-BA04-2B7B-215F36699C36}"/>
                    </a:ext>
                  </a:extLst>
                </p:cNvPr>
                <p:cNvPicPr/>
                <p:nvPr/>
              </p:nvPicPr>
              <p:blipFill>
                <a:blip r:embed="rId11"/>
                <a:stretch>
                  <a:fillRect/>
                </a:stretch>
              </p:blipFill>
              <p:spPr>
                <a:xfrm>
                  <a:off x="8506792" y="5511812"/>
                  <a:ext cx="3362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D0F8F857-E750-5810-69DC-B5D04E8C97A0}"/>
                    </a:ext>
                  </a:extLst>
                </p14:cNvPr>
                <p14:cNvContentPartPr/>
                <p14:nvPr/>
              </p14:nvContentPartPr>
              <p14:xfrm>
                <a:off x="8939872" y="5466452"/>
                <a:ext cx="138240" cy="231120"/>
              </p14:xfrm>
            </p:contentPart>
          </mc:Choice>
          <mc:Fallback xmlns="">
            <p:pic>
              <p:nvPicPr>
                <p:cNvPr id="11" name="Ink 10">
                  <a:extLst>
                    <a:ext uri="{FF2B5EF4-FFF2-40B4-BE49-F238E27FC236}">
                      <a16:creationId xmlns:a16="http://schemas.microsoft.com/office/drawing/2014/main" id="{D0F8F857-E750-5810-69DC-B5D04E8C97A0}"/>
                    </a:ext>
                  </a:extLst>
                </p:cNvPr>
                <p:cNvPicPr/>
                <p:nvPr/>
              </p:nvPicPr>
              <p:blipFill>
                <a:blip r:embed="rId13"/>
                <a:stretch>
                  <a:fillRect/>
                </a:stretch>
              </p:blipFill>
              <p:spPr>
                <a:xfrm>
                  <a:off x="8930872" y="5457812"/>
                  <a:ext cx="15588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AFF3F8B3-2EBE-F9AD-587C-2B826BBE1496}"/>
                    </a:ext>
                  </a:extLst>
                </p14:cNvPr>
                <p14:cNvContentPartPr/>
                <p14:nvPr/>
              </p14:nvContentPartPr>
              <p14:xfrm>
                <a:off x="9156952" y="5543852"/>
                <a:ext cx="244800" cy="154440"/>
              </p14:xfrm>
            </p:contentPart>
          </mc:Choice>
          <mc:Fallback xmlns="">
            <p:pic>
              <p:nvPicPr>
                <p:cNvPr id="12" name="Ink 11">
                  <a:extLst>
                    <a:ext uri="{FF2B5EF4-FFF2-40B4-BE49-F238E27FC236}">
                      <a16:creationId xmlns:a16="http://schemas.microsoft.com/office/drawing/2014/main" id="{AFF3F8B3-2EBE-F9AD-587C-2B826BBE1496}"/>
                    </a:ext>
                  </a:extLst>
                </p:cNvPr>
                <p:cNvPicPr/>
                <p:nvPr/>
              </p:nvPicPr>
              <p:blipFill>
                <a:blip r:embed="rId15"/>
                <a:stretch>
                  <a:fillRect/>
                </a:stretch>
              </p:blipFill>
              <p:spPr>
                <a:xfrm>
                  <a:off x="9148312" y="5534852"/>
                  <a:ext cx="2624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F007D9E1-8686-212C-3E8A-FA19C8D91776}"/>
                    </a:ext>
                  </a:extLst>
                </p14:cNvPr>
                <p14:cNvContentPartPr/>
                <p14:nvPr/>
              </p14:nvContentPartPr>
              <p14:xfrm>
                <a:off x="9485632" y="5552852"/>
                <a:ext cx="205920" cy="165600"/>
              </p14:xfrm>
            </p:contentPart>
          </mc:Choice>
          <mc:Fallback xmlns="">
            <p:pic>
              <p:nvPicPr>
                <p:cNvPr id="13" name="Ink 12">
                  <a:extLst>
                    <a:ext uri="{FF2B5EF4-FFF2-40B4-BE49-F238E27FC236}">
                      <a16:creationId xmlns:a16="http://schemas.microsoft.com/office/drawing/2014/main" id="{F007D9E1-8686-212C-3E8A-FA19C8D91776}"/>
                    </a:ext>
                  </a:extLst>
                </p:cNvPr>
                <p:cNvPicPr/>
                <p:nvPr/>
              </p:nvPicPr>
              <p:blipFill>
                <a:blip r:embed="rId17"/>
                <a:stretch>
                  <a:fillRect/>
                </a:stretch>
              </p:blipFill>
              <p:spPr>
                <a:xfrm>
                  <a:off x="9476632" y="5544212"/>
                  <a:ext cx="2235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 name="Ink 3">
                  <a:extLst>
                    <a:ext uri="{FF2B5EF4-FFF2-40B4-BE49-F238E27FC236}">
                      <a16:creationId xmlns:a16="http://schemas.microsoft.com/office/drawing/2014/main" id="{16B97729-D7FF-A192-9780-7D9886254293}"/>
                    </a:ext>
                  </a:extLst>
                </p14:cNvPr>
                <p14:cNvContentPartPr/>
                <p14:nvPr/>
              </p14:nvContentPartPr>
              <p14:xfrm>
                <a:off x="4532032" y="5091692"/>
                <a:ext cx="3150720" cy="974160"/>
              </p14:xfrm>
            </p:contentPart>
          </mc:Choice>
          <mc:Fallback xmlns="">
            <p:pic>
              <p:nvPicPr>
                <p:cNvPr id="4" name="Ink 3">
                  <a:extLst>
                    <a:ext uri="{FF2B5EF4-FFF2-40B4-BE49-F238E27FC236}">
                      <a16:creationId xmlns:a16="http://schemas.microsoft.com/office/drawing/2014/main" id="{16B97729-D7FF-A192-9780-7D9886254293}"/>
                    </a:ext>
                  </a:extLst>
                </p:cNvPr>
                <p:cNvPicPr/>
                <p:nvPr/>
              </p:nvPicPr>
              <p:blipFill>
                <a:blip r:embed="rId19"/>
                <a:stretch>
                  <a:fillRect/>
                </a:stretch>
              </p:blipFill>
              <p:spPr>
                <a:xfrm>
                  <a:off x="4523392" y="5082692"/>
                  <a:ext cx="3168360" cy="991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 name="Ink 4">
                  <a:extLst>
                    <a:ext uri="{FF2B5EF4-FFF2-40B4-BE49-F238E27FC236}">
                      <a16:creationId xmlns:a16="http://schemas.microsoft.com/office/drawing/2014/main" id="{D47C1141-46C8-78D7-158F-2794EB073EC7}"/>
                    </a:ext>
                  </a:extLst>
                </p14:cNvPr>
                <p14:cNvContentPartPr/>
                <p14:nvPr/>
              </p14:nvContentPartPr>
              <p14:xfrm>
                <a:off x="4584952" y="5052812"/>
                <a:ext cx="3117240" cy="1015920"/>
              </p14:xfrm>
            </p:contentPart>
          </mc:Choice>
          <mc:Fallback xmlns="">
            <p:pic>
              <p:nvPicPr>
                <p:cNvPr id="5" name="Ink 4">
                  <a:extLst>
                    <a:ext uri="{FF2B5EF4-FFF2-40B4-BE49-F238E27FC236}">
                      <a16:creationId xmlns:a16="http://schemas.microsoft.com/office/drawing/2014/main" id="{D47C1141-46C8-78D7-158F-2794EB073EC7}"/>
                    </a:ext>
                  </a:extLst>
                </p:cNvPr>
                <p:cNvPicPr/>
                <p:nvPr/>
              </p:nvPicPr>
              <p:blipFill>
                <a:blip r:embed="rId21"/>
                <a:stretch>
                  <a:fillRect/>
                </a:stretch>
              </p:blipFill>
              <p:spPr>
                <a:xfrm>
                  <a:off x="4575952" y="5044172"/>
                  <a:ext cx="3134880" cy="1033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B1279CBD-9644-DBED-A11A-42E5CB158E86}"/>
                    </a:ext>
                  </a:extLst>
                </p14:cNvPr>
                <p14:cNvContentPartPr/>
                <p14:nvPr/>
              </p14:nvContentPartPr>
              <p14:xfrm>
                <a:off x="4689352" y="5195372"/>
                <a:ext cx="71280" cy="310680"/>
              </p14:xfrm>
            </p:contentPart>
          </mc:Choice>
          <mc:Fallback xmlns="">
            <p:pic>
              <p:nvPicPr>
                <p:cNvPr id="15" name="Ink 14">
                  <a:extLst>
                    <a:ext uri="{FF2B5EF4-FFF2-40B4-BE49-F238E27FC236}">
                      <a16:creationId xmlns:a16="http://schemas.microsoft.com/office/drawing/2014/main" id="{B1279CBD-9644-DBED-A11A-42E5CB158E86}"/>
                    </a:ext>
                  </a:extLst>
                </p:cNvPr>
                <p:cNvPicPr/>
                <p:nvPr/>
              </p:nvPicPr>
              <p:blipFill>
                <a:blip r:embed="rId23"/>
                <a:stretch>
                  <a:fillRect/>
                </a:stretch>
              </p:blipFill>
              <p:spPr>
                <a:xfrm>
                  <a:off x="4680352" y="5186372"/>
                  <a:ext cx="8892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7D9C1E58-D1A4-75C5-CF08-580B8F468E56}"/>
                    </a:ext>
                  </a:extLst>
                </p14:cNvPr>
                <p14:cNvContentPartPr/>
                <p14:nvPr/>
              </p14:nvContentPartPr>
              <p14:xfrm>
                <a:off x="4668112" y="5327492"/>
                <a:ext cx="239760" cy="113040"/>
              </p14:xfrm>
            </p:contentPart>
          </mc:Choice>
          <mc:Fallback xmlns="">
            <p:pic>
              <p:nvPicPr>
                <p:cNvPr id="16" name="Ink 15">
                  <a:extLst>
                    <a:ext uri="{FF2B5EF4-FFF2-40B4-BE49-F238E27FC236}">
                      <a16:creationId xmlns:a16="http://schemas.microsoft.com/office/drawing/2014/main" id="{7D9C1E58-D1A4-75C5-CF08-580B8F468E56}"/>
                    </a:ext>
                  </a:extLst>
                </p:cNvPr>
                <p:cNvPicPr/>
                <p:nvPr/>
              </p:nvPicPr>
              <p:blipFill>
                <a:blip r:embed="rId25"/>
                <a:stretch>
                  <a:fillRect/>
                </a:stretch>
              </p:blipFill>
              <p:spPr>
                <a:xfrm>
                  <a:off x="4659112" y="5318492"/>
                  <a:ext cx="2574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23F7E785-D2FC-EE62-B2B4-AD2AF3A1B0AA}"/>
                    </a:ext>
                  </a:extLst>
                </p14:cNvPr>
                <p14:cNvContentPartPr/>
                <p14:nvPr/>
              </p14:nvContentPartPr>
              <p14:xfrm>
                <a:off x="4956112" y="5251172"/>
                <a:ext cx="94320" cy="221400"/>
              </p14:xfrm>
            </p:contentPart>
          </mc:Choice>
          <mc:Fallback xmlns="">
            <p:pic>
              <p:nvPicPr>
                <p:cNvPr id="17" name="Ink 16">
                  <a:extLst>
                    <a:ext uri="{FF2B5EF4-FFF2-40B4-BE49-F238E27FC236}">
                      <a16:creationId xmlns:a16="http://schemas.microsoft.com/office/drawing/2014/main" id="{23F7E785-D2FC-EE62-B2B4-AD2AF3A1B0AA}"/>
                    </a:ext>
                  </a:extLst>
                </p:cNvPr>
                <p:cNvPicPr/>
                <p:nvPr/>
              </p:nvPicPr>
              <p:blipFill>
                <a:blip r:embed="rId27"/>
                <a:stretch>
                  <a:fillRect/>
                </a:stretch>
              </p:blipFill>
              <p:spPr>
                <a:xfrm>
                  <a:off x="4947112" y="5242532"/>
                  <a:ext cx="1119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388E55F1-E471-0D6A-0F56-1D690ABEA280}"/>
                    </a:ext>
                  </a:extLst>
                </p14:cNvPr>
                <p14:cNvContentPartPr/>
                <p14:nvPr/>
              </p14:nvContentPartPr>
              <p14:xfrm>
                <a:off x="5118112" y="5262332"/>
                <a:ext cx="10800" cy="174960"/>
              </p14:xfrm>
            </p:contentPart>
          </mc:Choice>
          <mc:Fallback xmlns="">
            <p:pic>
              <p:nvPicPr>
                <p:cNvPr id="18" name="Ink 17">
                  <a:extLst>
                    <a:ext uri="{FF2B5EF4-FFF2-40B4-BE49-F238E27FC236}">
                      <a16:creationId xmlns:a16="http://schemas.microsoft.com/office/drawing/2014/main" id="{388E55F1-E471-0D6A-0F56-1D690ABEA280}"/>
                    </a:ext>
                  </a:extLst>
                </p:cNvPr>
                <p:cNvPicPr/>
                <p:nvPr/>
              </p:nvPicPr>
              <p:blipFill>
                <a:blip r:embed="rId29"/>
                <a:stretch>
                  <a:fillRect/>
                </a:stretch>
              </p:blipFill>
              <p:spPr>
                <a:xfrm>
                  <a:off x="5109112" y="5253692"/>
                  <a:ext cx="284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E74C87F4-9C23-7D7F-8B1C-4F0278AB53DE}"/>
                    </a:ext>
                  </a:extLst>
                </p14:cNvPr>
                <p14:cNvContentPartPr/>
                <p14:nvPr/>
              </p14:nvContentPartPr>
              <p14:xfrm>
                <a:off x="5137192" y="5303012"/>
                <a:ext cx="123840" cy="144000"/>
              </p14:xfrm>
            </p:contentPart>
          </mc:Choice>
          <mc:Fallback xmlns="">
            <p:pic>
              <p:nvPicPr>
                <p:cNvPr id="19" name="Ink 18">
                  <a:extLst>
                    <a:ext uri="{FF2B5EF4-FFF2-40B4-BE49-F238E27FC236}">
                      <a16:creationId xmlns:a16="http://schemas.microsoft.com/office/drawing/2014/main" id="{E74C87F4-9C23-7D7F-8B1C-4F0278AB53DE}"/>
                    </a:ext>
                  </a:extLst>
                </p:cNvPr>
                <p:cNvPicPr/>
                <p:nvPr/>
              </p:nvPicPr>
              <p:blipFill>
                <a:blip r:embed="rId31"/>
                <a:stretch>
                  <a:fillRect/>
                </a:stretch>
              </p:blipFill>
              <p:spPr>
                <a:xfrm>
                  <a:off x="5128552" y="5294012"/>
                  <a:ext cx="1414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4F0CAE79-2C9D-146D-3C10-C9A1C827671D}"/>
                    </a:ext>
                  </a:extLst>
                </p14:cNvPr>
                <p14:cNvContentPartPr/>
                <p14:nvPr/>
              </p14:nvContentPartPr>
              <p14:xfrm>
                <a:off x="5260312" y="5301212"/>
                <a:ext cx="104400" cy="166320"/>
              </p14:xfrm>
            </p:contentPart>
          </mc:Choice>
          <mc:Fallback xmlns="">
            <p:pic>
              <p:nvPicPr>
                <p:cNvPr id="20" name="Ink 19">
                  <a:extLst>
                    <a:ext uri="{FF2B5EF4-FFF2-40B4-BE49-F238E27FC236}">
                      <a16:creationId xmlns:a16="http://schemas.microsoft.com/office/drawing/2014/main" id="{4F0CAE79-2C9D-146D-3C10-C9A1C827671D}"/>
                    </a:ext>
                  </a:extLst>
                </p:cNvPr>
                <p:cNvPicPr/>
                <p:nvPr/>
              </p:nvPicPr>
              <p:blipFill>
                <a:blip r:embed="rId33"/>
                <a:stretch>
                  <a:fillRect/>
                </a:stretch>
              </p:blipFill>
              <p:spPr>
                <a:xfrm>
                  <a:off x="5251672" y="5292572"/>
                  <a:ext cx="1220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624DCBAB-FE1C-298C-916B-4677C656E09E}"/>
                    </a:ext>
                  </a:extLst>
                </p14:cNvPr>
                <p14:cNvContentPartPr/>
                <p14:nvPr/>
              </p14:nvContentPartPr>
              <p14:xfrm>
                <a:off x="5461192" y="5399132"/>
                <a:ext cx="38520" cy="125280"/>
              </p14:xfrm>
            </p:contentPart>
          </mc:Choice>
          <mc:Fallback xmlns="">
            <p:pic>
              <p:nvPicPr>
                <p:cNvPr id="21" name="Ink 20">
                  <a:extLst>
                    <a:ext uri="{FF2B5EF4-FFF2-40B4-BE49-F238E27FC236}">
                      <a16:creationId xmlns:a16="http://schemas.microsoft.com/office/drawing/2014/main" id="{624DCBAB-FE1C-298C-916B-4677C656E09E}"/>
                    </a:ext>
                  </a:extLst>
                </p:cNvPr>
                <p:cNvPicPr/>
                <p:nvPr/>
              </p:nvPicPr>
              <p:blipFill>
                <a:blip r:embed="rId35"/>
                <a:stretch>
                  <a:fillRect/>
                </a:stretch>
              </p:blipFill>
              <p:spPr>
                <a:xfrm>
                  <a:off x="5452192" y="5390492"/>
                  <a:ext cx="561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F735AF04-6BBF-391B-EAE4-BF9805542042}"/>
                    </a:ext>
                  </a:extLst>
                </p14:cNvPr>
                <p14:cNvContentPartPr/>
                <p14:nvPr/>
              </p14:nvContentPartPr>
              <p14:xfrm>
                <a:off x="5669992" y="5315612"/>
                <a:ext cx="94320" cy="165600"/>
              </p14:xfrm>
            </p:contentPart>
          </mc:Choice>
          <mc:Fallback xmlns="">
            <p:pic>
              <p:nvPicPr>
                <p:cNvPr id="22" name="Ink 21">
                  <a:extLst>
                    <a:ext uri="{FF2B5EF4-FFF2-40B4-BE49-F238E27FC236}">
                      <a16:creationId xmlns:a16="http://schemas.microsoft.com/office/drawing/2014/main" id="{F735AF04-6BBF-391B-EAE4-BF9805542042}"/>
                    </a:ext>
                  </a:extLst>
                </p:cNvPr>
                <p:cNvPicPr/>
                <p:nvPr/>
              </p:nvPicPr>
              <p:blipFill>
                <a:blip r:embed="rId37"/>
                <a:stretch>
                  <a:fillRect/>
                </a:stretch>
              </p:blipFill>
              <p:spPr>
                <a:xfrm>
                  <a:off x="5660992" y="5306612"/>
                  <a:ext cx="1119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3BEC740F-97D6-9B3A-B4DF-EECC752DD6B0}"/>
                    </a:ext>
                  </a:extLst>
                </p14:cNvPr>
                <p14:cNvContentPartPr/>
                <p14:nvPr/>
              </p14:nvContentPartPr>
              <p14:xfrm>
                <a:off x="5854312" y="5387972"/>
                <a:ext cx="20520" cy="89640"/>
              </p14:xfrm>
            </p:contentPart>
          </mc:Choice>
          <mc:Fallback xmlns="">
            <p:pic>
              <p:nvPicPr>
                <p:cNvPr id="23" name="Ink 22">
                  <a:extLst>
                    <a:ext uri="{FF2B5EF4-FFF2-40B4-BE49-F238E27FC236}">
                      <a16:creationId xmlns:a16="http://schemas.microsoft.com/office/drawing/2014/main" id="{3BEC740F-97D6-9B3A-B4DF-EECC752DD6B0}"/>
                    </a:ext>
                  </a:extLst>
                </p:cNvPr>
                <p:cNvPicPr/>
                <p:nvPr/>
              </p:nvPicPr>
              <p:blipFill>
                <a:blip r:embed="rId39"/>
                <a:stretch>
                  <a:fillRect/>
                </a:stretch>
              </p:blipFill>
              <p:spPr>
                <a:xfrm>
                  <a:off x="5845312" y="5379332"/>
                  <a:ext cx="381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FDBC55D9-776F-D08E-C436-8DB90E2FC2B4}"/>
                    </a:ext>
                  </a:extLst>
                </p14:cNvPr>
                <p14:cNvContentPartPr/>
                <p14:nvPr/>
              </p14:nvContentPartPr>
              <p14:xfrm>
                <a:off x="5920552" y="5251892"/>
                <a:ext cx="6120" cy="30600"/>
              </p14:xfrm>
            </p:contentPart>
          </mc:Choice>
          <mc:Fallback xmlns="">
            <p:pic>
              <p:nvPicPr>
                <p:cNvPr id="24" name="Ink 23">
                  <a:extLst>
                    <a:ext uri="{FF2B5EF4-FFF2-40B4-BE49-F238E27FC236}">
                      <a16:creationId xmlns:a16="http://schemas.microsoft.com/office/drawing/2014/main" id="{FDBC55D9-776F-D08E-C436-8DB90E2FC2B4}"/>
                    </a:ext>
                  </a:extLst>
                </p:cNvPr>
                <p:cNvPicPr/>
                <p:nvPr/>
              </p:nvPicPr>
              <p:blipFill>
                <a:blip r:embed="rId41"/>
                <a:stretch>
                  <a:fillRect/>
                </a:stretch>
              </p:blipFill>
              <p:spPr>
                <a:xfrm>
                  <a:off x="5911912" y="5243252"/>
                  <a:ext cx="237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AE4AC10D-7F91-B2C3-8286-EB0A6DCFB930}"/>
                    </a:ext>
                  </a:extLst>
                </p14:cNvPr>
                <p14:cNvContentPartPr/>
                <p14:nvPr/>
              </p14:nvContentPartPr>
              <p14:xfrm>
                <a:off x="5910832" y="5356292"/>
                <a:ext cx="343080" cy="152640"/>
              </p14:xfrm>
            </p:contentPart>
          </mc:Choice>
          <mc:Fallback xmlns="">
            <p:pic>
              <p:nvPicPr>
                <p:cNvPr id="25" name="Ink 24">
                  <a:extLst>
                    <a:ext uri="{FF2B5EF4-FFF2-40B4-BE49-F238E27FC236}">
                      <a16:creationId xmlns:a16="http://schemas.microsoft.com/office/drawing/2014/main" id="{AE4AC10D-7F91-B2C3-8286-EB0A6DCFB930}"/>
                    </a:ext>
                  </a:extLst>
                </p:cNvPr>
                <p:cNvPicPr/>
                <p:nvPr/>
              </p:nvPicPr>
              <p:blipFill>
                <a:blip r:embed="rId43"/>
                <a:stretch>
                  <a:fillRect/>
                </a:stretch>
              </p:blipFill>
              <p:spPr>
                <a:xfrm>
                  <a:off x="5902192" y="5347292"/>
                  <a:ext cx="3607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708CA6AF-B046-3E48-EFAC-97C7B8FFF9EA}"/>
                    </a:ext>
                  </a:extLst>
                </p14:cNvPr>
                <p14:cNvContentPartPr/>
                <p14:nvPr/>
              </p14:nvContentPartPr>
              <p14:xfrm>
                <a:off x="6259312" y="5354492"/>
                <a:ext cx="161280" cy="164520"/>
              </p14:xfrm>
            </p:contentPart>
          </mc:Choice>
          <mc:Fallback xmlns="">
            <p:pic>
              <p:nvPicPr>
                <p:cNvPr id="26" name="Ink 25">
                  <a:extLst>
                    <a:ext uri="{FF2B5EF4-FFF2-40B4-BE49-F238E27FC236}">
                      <a16:creationId xmlns:a16="http://schemas.microsoft.com/office/drawing/2014/main" id="{708CA6AF-B046-3E48-EFAC-97C7B8FFF9EA}"/>
                    </a:ext>
                  </a:extLst>
                </p:cNvPr>
                <p:cNvPicPr/>
                <p:nvPr/>
              </p:nvPicPr>
              <p:blipFill>
                <a:blip r:embed="rId45"/>
                <a:stretch>
                  <a:fillRect/>
                </a:stretch>
              </p:blipFill>
              <p:spPr>
                <a:xfrm>
                  <a:off x="6250672" y="5345852"/>
                  <a:ext cx="1789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879BA5F2-A65A-4B08-F714-995716419F16}"/>
                    </a:ext>
                  </a:extLst>
                </p14:cNvPr>
                <p14:cNvContentPartPr/>
                <p14:nvPr/>
              </p14:nvContentPartPr>
              <p14:xfrm>
                <a:off x="6605992" y="5452052"/>
                <a:ext cx="12240" cy="57240"/>
              </p14:xfrm>
            </p:contentPart>
          </mc:Choice>
          <mc:Fallback xmlns="">
            <p:pic>
              <p:nvPicPr>
                <p:cNvPr id="27" name="Ink 26">
                  <a:extLst>
                    <a:ext uri="{FF2B5EF4-FFF2-40B4-BE49-F238E27FC236}">
                      <a16:creationId xmlns:a16="http://schemas.microsoft.com/office/drawing/2014/main" id="{879BA5F2-A65A-4B08-F714-995716419F16}"/>
                    </a:ext>
                  </a:extLst>
                </p:cNvPr>
                <p:cNvPicPr/>
                <p:nvPr/>
              </p:nvPicPr>
              <p:blipFill>
                <a:blip r:embed="rId47"/>
                <a:stretch>
                  <a:fillRect/>
                </a:stretch>
              </p:blipFill>
              <p:spPr>
                <a:xfrm>
                  <a:off x="6596992" y="5443052"/>
                  <a:ext cx="2988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99E89A26-641A-9569-F5AE-1B0F7A87C6F6}"/>
                    </a:ext>
                  </a:extLst>
                </p14:cNvPr>
                <p14:cNvContentPartPr/>
                <p14:nvPr/>
              </p14:nvContentPartPr>
              <p14:xfrm>
                <a:off x="6834592" y="5396612"/>
                <a:ext cx="20160" cy="149400"/>
              </p14:xfrm>
            </p:contentPart>
          </mc:Choice>
          <mc:Fallback xmlns="">
            <p:pic>
              <p:nvPicPr>
                <p:cNvPr id="28" name="Ink 27">
                  <a:extLst>
                    <a:ext uri="{FF2B5EF4-FFF2-40B4-BE49-F238E27FC236}">
                      <a16:creationId xmlns:a16="http://schemas.microsoft.com/office/drawing/2014/main" id="{99E89A26-641A-9569-F5AE-1B0F7A87C6F6}"/>
                    </a:ext>
                  </a:extLst>
                </p:cNvPr>
                <p:cNvPicPr/>
                <p:nvPr/>
              </p:nvPicPr>
              <p:blipFill>
                <a:blip r:embed="rId49"/>
                <a:stretch>
                  <a:fillRect/>
                </a:stretch>
              </p:blipFill>
              <p:spPr>
                <a:xfrm>
                  <a:off x="6825952" y="5387972"/>
                  <a:ext cx="3780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4FE357A6-03CE-51EF-1D25-915C72E0F5BF}"/>
                    </a:ext>
                  </a:extLst>
                </p14:cNvPr>
                <p14:cNvContentPartPr/>
                <p14:nvPr/>
              </p14:nvContentPartPr>
              <p14:xfrm>
                <a:off x="6778072" y="5302292"/>
                <a:ext cx="639720" cy="191160"/>
              </p14:xfrm>
            </p:contentPart>
          </mc:Choice>
          <mc:Fallback xmlns="">
            <p:pic>
              <p:nvPicPr>
                <p:cNvPr id="29" name="Ink 28">
                  <a:extLst>
                    <a:ext uri="{FF2B5EF4-FFF2-40B4-BE49-F238E27FC236}">
                      <a16:creationId xmlns:a16="http://schemas.microsoft.com/office/drawing/2014/main" id="{4FE357A6-03CE-51EF-1D25-915C72E0F5BF}"/>
                    </a:ext>
                  </a:extLst>
                </p:cNvPr>
                <p:cNvPicPr/>
                <p:nvPr/>
              </p:nvPicPr>
              <p:blipFill>
                <a:blip r:embed="rId51"/>
                <a:stretch>
                  <a:fillRect/>
                </a:stretch>
              </p:blipFill>
              <p:spPr>
                <a:xfrm>
                  <a:off x="6769072" y="5293292"/>
                  <a:ext cx="6573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B02B8F1B-CE77-2CE9-0436-E42218A207F2}"/>
                    </a:ext>
                  </a:extLst>
                </p14:cNvPr>
                <p14:cNvContentPartPr/>
                <p14:nvPr/>
              </p14:nvContentPartPr>
              <p14:xfrm>
                <a:off x="5118112" y="5685332"/>
                <a:ext cx="25560" cy="197280"/>
              </p14:xfrm>
            </p:contentPart>
          </mc:Choice>
          <mc:Fallback xmlns="">
            <p:pic>
              <p:nvPicPr>
                <p:cNvPr id="31" name="Ink 30">
                  <a:extLst>
                    <a:ext uri="{FF2B5EF4-FFF2-40B4-BE49-F238E27FC236}">
                      <a16:creationId xmlns:a16="http://schemas.microsoft.com/office/drawing/2014/main" id="{B02B8F1B-CE77-2CE9-0436-E42218A207F2}"/>
                    </a:ext>
                  </a:extLst>
                </p:cNvPr>
                <p:cNvPicPr/>
                <p:nvPr/>
              </p:nvPicPr>
              <p:blipFill>
                <a:blip r:embed="rId53"/>
                <a:stretch>
                  <a:fillRect/>
                </a:stretch>
              </p:blipFill>
              <p:spPr>
                <a:xfrm>
                  <a:off x="5109472" y="5676332"/>
                  <a:ext cx="4320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Ink 31">
                  <a:extLst>
                    <a:ext uri="{FF2B5EF4-FFF2-40B4-BE49-F238E27FC236}">
                      <a16:creationId xmlns:a16="http://schemas.microsoft.com/office/drawing/2014/main" id="{15D2B1AF-E85A-34BF-7917-46C377A16B2E}"/>
                    </a:ext>
                  </a:extLst>
                </p14:cNvPr>
                <p14:cNvContentPartPr/>
                <p14:nvPr/>
              </p14:nvContentPartPr>
              <p14:xfrm>
                <a:off x="5144032" y="5685692"/>
                <a:ext cx="171000" cy="192960"/>
              </p14:xfrm>
            </p:contentPart>
          </mc:Choice>
          <mc:Fallback xmlns="">
            <p:pic>
              <p:nvPicPr>
                <p:cNvPr id="32" name="Ink 31">
                  <a:extLst>
                    <a:ext uri="{FF2B5EF4-FFF2-40B4-BE49-F238E27FC236}">
                      <a16:creationId xmlns:a16="http://schemas.microsoft.com/office/drawing/2014/main" id="{15D2B1AF-E85A-34BF-7917-46C377A16B2E}"/>
                    </a:ext>
                  </a:extLst>
                </p:cNvPr>
                <p:cNvPicPr/>
                <p:nvPr/>
              </p:nvPicPr>
              <p:blipFill>
                <a:blip r:embed="rId55"/>
                <a:stretch>
                  <a:fillRect/>
                </a:stretch>
              </p:blipFill>
              <p:spPr>
                <a:xfrm>
                  <a:off x="5135392" y="5676692"/>
                  <a:ext cx="1886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Ink 32">
                  <a:extLst>
                    <a:ext uri="{FF2B5EF4-FFF2-40B4-BE49-F238E27FC236}">
                      <a16:creationId xmlns:a16="http://schemas.microsoft.com/office/drawing/2014/main" id="{F1CDA69F-7C71-4833-9702-A47C4B305A0D}"/>
                    </a:ext>
                  </a:extLst>
                </p14:cNvPr>
                <p14:cNvContentPartPr/>
                <p14:nvPr/>
              </p14:nvContentPartPr>
              <p14:xfrm>
                <a:off x="5348512" y="5700812"/>
                <a:ext cx="113400" cy="207000"/>
              </p14:xfrm>
            </p:contentPart>
          </mc:Choice>
          <mc:Fallback xmlns="">
            <p:pic>
              <p:nvPicPr>
                <p:cNvPr id="33" name="Ink 32">
                  <a:extLst>
                    <a:ext uri="{FF2B5EF4-FFF2-40B4-BE49-F238E27FC236}">
                      <a16:creationId xmlns:a16="http://schemas.microsoft.com/office/drawing/2014/main" id="{F1CDA69F-7C71-4833-9702-A47C4B305A0D}"/>
                    </a:ext>
                  </a:extLst>
                </p:cNvPr>
                <p:cNvPicPr/>
                <p:nvPr/>
              </p:nvPicPr>
              <p:blipFill>
                <a:blip r:embed="rId57"/>
                <a:stretch>
                  <a:fillRect/>
                </a:stretch>
              </p:blipFill>
              <p:spPr>
                <a:xfrm>
                  <a:off x="5339512" y="5691812"/>
                  <a:ext cx="13104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4" name="Ink 33">
                  <a:extLst>
                    <a:ext uri="{FF2B5EF4-FFF2-40B4-BE49-F238E27FC236}">
                      <a16:creationId xmlns:a16="http://schemas.microsoft.com/office/drawing/2014/main" id="{954EF010-95D4-01CB-CED5-B0D5447494C0}"/>
                    </a:ext>
                  </a:extLst>
                </p14:cNvPr>
                <p14:cNvContentPartPr/>
                <p14:nvPr/>
              </p14:nvContentPartPr>
              <p14:xfrm>
                <a:off x="5380912" y="5725652"/>
                <a:ext cx="283320" cy="187560"/>
              </p14:xfrm>
            </p:contentPart>
          </mc:Choice>
          <mc:Fallback xmlns="">
            <p:pic>
              <p:nvPicPr>
                <p:cNvPr id="34" name="Ink 33">
                  <a:extLst>
                    <a:ext uri="{FF2B5EF4-FFF2-40B4-BE49-F238E27FC236}">
                      <a16:creationId xmlns:a16="http://schemas.microsoft.com/office/drawing/2014/main" id="{954EF010-95D4-01CB-CED5-B0D5447494C0}"/>
                    </a:ext>
                  </a:extLst>
                </p:cNvPr>
                <p:cNvPicPr/>
                <p:nvPr/>
              </p:nvPicPr>
              <p:blipFill>
                <a:blip r:embed="rId59"/>
                <a:stretch>
                  <a:fillRect/>
                </a:stretch>
              </p:blipFill>
              <p:spPr>
                <a:xfrm>
                  <a:off x="5371912" y="5716652"/>
                  <a:ext cx="30096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5" name="Ink 34">
                  <a:extLst>
                    <a:ext uri="{FF2B5EF4-FFF2-40B4-BE49-F238E27FC236}">
                      <a16:creationId xmlns:a16="http://schemas.microsoft.com/office/drawing/2014/main" id="{EA031E2D-E2E0-D9A8-D759-6D7005B5CCE8}"/>
                    </a:ext>
                  </a:extLst>
                </p14:cNvPr>
                <p14:cNvContentPartPr/>
                <p14:nvPr/>
              </p14:nvContentPartPr>
              <p14:xfrm>
                <a:off x="5728672" y="5704772"/>
                <a:ext cx="108720" cy="231840"/>
              </p14:xfrm>
            </p:contentPart>
          </mc:Choice>
          <mc:Fallback xmlns="">
            <p:pic>
              <p:nvPicPr>
                <p:cNvPr id="35" name="Ink 34">
                  <a:extLst>
                    <a:ext uri="{FF2B5EF4-FFF2-40B4-BE49-F238E27FC236}">
                      <a16:creationId xmlns:a16="http://schemas.microsoft.com/office/drawing/2014/main" id="{EA031E2D-E2E0-D9A8-D759-6D7005B5CCE8}"/>
                    </a:ext>
                  </a:extLst>
                </p:cNvPr>
                <p:cNvPicPr/>
                <p:nvPr/>
              </p:nvPicPr>
              <p:blipFill>
                <a:blip r:embed="rId61"/>
                <a:stretch>
                  <a:fillRect/>
                </a:stretch>
              </p:blipFill>
              <p:spPr>
                <a:xfrm>
                  <a:off x="5719672" y="5696132"/>
                  <a:ext cx="12636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Ink 35">
                  <a:extLst>
                    <a:ext uri="{FF2B5EF4-FFF2-40B4-BE49-F238E27FC236}">
                      <a16:creationId xmlns:a16="http://schemas.microsoft.com/office/drawing/2014/main" id="{51831B64-B65D-945C-82EB-1A6B8128FA6D}"/>
                    </a:ext>
                  </a:extLst>
                </p14:cNvPr>
                <p14:cNvContentPartPr/>
                <p14:nvPr/>
              </p14:nvContentPartPr>
              <p14:xfrm>
                <a:off x="5756032" y="5828252"/>
                <a:ext cx="92880" cy="52920"/>
              </p14:xfrm>
            </p:contentPart>
          </mc:Choice>
          <mc:Fallback xmlns="">
            <p:pic>
              <p:nvPicPr>
                <p:cNvPr id="36" name="Ink 35">
                  <a:extLst>
                    <a:ext uri="{FF2B5EF4-FFF2-40B4-BE49-F238E27FC236}">
                      <a16:creationId xmlns:a16="http://schemas.microsoft.com/office/drawing/2014/main" id="{51831B64-B65D-945C-82EB-1A6B8128FA6D}"/>
                    </a:ext>
                  </a:extLst>
                </p:cNvPr>
                <p:cNvPicPr/>
                <p:nvPr/>
              </p:nvPicPr>
              <p:blipFill>
                <a:blip r:embed="rId63"/>
                <a:stretch>
                  <a:fillRect/>
                </a:stretch>
              </p:blipFill>
              <p:spPr>
                <a:xfrm>
                  <a:off x="5747392" y="5819252"/>
                  <a:ext cx="1105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Ink 36">
                  <a:extLst>
                    <a:ext uri="{FF2B5EF4-FFF2-40B4-BE49-F238E27FC236}">
                      <a16:creationId xmlns:a16="http://schemas.microsoft.com/office/drawing/2014/main" id="{24F0EA08-CB2E-E45A-05BE-B2FA37FB6486}"/>
                    </a:ext>
                  </a:extLst>
                </p14:cNvPr>
                <p14:cNvContentPartPr/>
                <p14:nvPr/>
              </p14:nvContentPartPr>
              <p14:xfrm>
                <a:off x="5932432" y="5679212"/>
                <a:ext cx="73800" cy="276480"/>
              </p14:xfrm>
            </p:contentPart>
          </mc:Choice>
          <mc:Fallback xmlns="">
            <p:pic>
              <p:nvPicPr>
                <p:cNvPr id="37" name="Ink 36">
                  <a:extLst>
                    <a:ext uri="{FF2B5EF4-FFF2-40B4-BE49-F238E27FC236}">
                      <a16:creationId xmlns:a16="http://schemas.microsoft.com/office/drawing/2014/main" id="{24F0EA08-CB2E-E45A-05BE-B2FA37FB6486}"/>
                    </a:ext>
                  </a:extLst>
                </p:cNvPr>
                <p:cNvPicPr/>
                <p:nvPr/>
              </p:nvPicPr>
              <p:blipFill>
                <a:blip r:embed="rId65"/>
                <a:stretch>
                  <a:fillRect/>
                </a:stretch>
              </p:blipFill>
              <p:spPr>
                <a:xfrm>
                  <a:off x="5923792" y="5670212"/>
                  <a:ext cx="914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Ink 37">
                  <a:extLst>
                    <a:ext uri="{FF2B5EF4-FFF2-40B4-BE49-F238E27FC236}">
                      <a16:creationId xmlns:a16="http://schemas.microsoft.com/office/drawing/2014/main" id="{35805F0B-E2E1-0C80-4165-4EFE8B1D547A}"/>
                    </a:ext>
                  </a:extLst>
                </p14:cNvPr>
                <p14:cNvContentPartPr/>
                <p14:nvPr/>
              </p14:nvContentPartPr>
              <p14:xfrm>
                <a:off x="6099832" y="5728892"/>
                <a:ext cx="165600" cy="225720"/>
              </p14:xfrm>
            </p:contentPart>
          </mc:Choice>
          <mc:Fallback xmlns="">
            <p:pic>
              <p:nvPicPr>
                <p:cNvPr id="38" name="Ink 37">
                  <a:extLst>
                    <a:ext uri="{FF2B5EF4-FFF2-40B4-BE49-F238E27FC236}">
                      <a16:creationId xmlns:a16="http://schemas.microsoft.com/office/drawing/2014/main" id="{35805F0B-E2E1-0C80-4165-4EFE8B1D547A}"/>
                    </a:ext>
                  </a:extLst>
                </p:cNvPr>
                <p:cNvPicPr/>
                <p:nvPr/>
              </p:nvPicPr>
              <p:blipFill>
                <a:blip r:embed="rId67"/>
                <a:stretch>
                  <a:fillRect/>
                </a:stretch>
              </p:blipFill>
              <p:spPr>
                <a:xfrm>
                  <a:off x="6090832" y="5719892"/>
                  <a:ext cx="1832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5F7609D6-82B9-CFA6-0241-D15D8C1A3252}"/>
                    </a:ext>
                  </a:extLst>
                </p14:cNvPr>
                <p14:cNvContentPartPr/>
                <p14:nvPr/>
              </p14:nvContentPartPr>
              <p14:xfrm>
                <a:off x="6322312" y="5762732"/>
                <a:ext cx="138240" cy="182880"/>
              </p14:xfrm>
            </p:contentPart>
          </mc:Choice>
          <mc:Fallback xmlns="">
            <p:pic>
              <p:nvPicPr>
                <p:cNvPr id="39" name="Ink 38">
                  <a:extLst>
                    <a:ext uri="{FF2B5EF4-FFF2-40B4-BE49-F238E27FC236}">
                      <a16:creationId xmlns:a16="http://schemas.microsoft.com/office/drawing/2014/main" id="{5F7609D6-82B9-CFA6-0241-D15D8C1A3252}"/>
                    </a:ext>
                  </a:extLst>
                </p:cNvPr>
                <p:cNvPicPr/>
                <p:nvPr/>
              </p:nvPicPr>
              <p:blipFill>
                <a:blip r:embed="rId69"/>
                <a:stretch>
                  <a:fillRect/>
                </a:stretch>
              </p:blipFill>
              <p:spPr>
                <a:xfrm>
                  <a:off x="6313672" y="5753732"/>
                  <a:ext cx="15588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60369DA8-4B30-EABC-286E-D7A9C0E291E0}"/>
                    </a:ext>
                  </a:extLst>
                </p14:cNvPr>
                <p14:cNvContentPartPr/>
                <p14:nvPr/>
              </p14:nvContentPartPr>
              <p14:xfrm>
                <a:off x="6412312" y="5907452"/>
                <a:ext cx="42480" cy="93960"/>
              </p14:xfrm>
            </p:contentPart>
          </mc:Choice>
          <mc:Fallback xmlns="">
            <p:pic>
              <p:nvPicPr>
                <p:cNvPr id="40" name="Ink 39">
                  <a:extLst>
                    <a:ext uri="{FF2B5EF4-FFF2-40B4-BE49-F238E27FC236}">
                      <a16:creationId xmlns:a16="http://schemas.microsoft.com/office/drawing/2014/main" id="{60369DA8-4B30-EABC-286E-D7A9C0E291E0}"/>
                    </a:ext>
                  </a:extLst>
                </p:cNvPr>
                <p:cNvPicPr/>
                <p:nvPr/>
              </p:nvPicPr>
              <p:blipFill>
                <a:blip r:embed="rId71"/>
                <a:stretch>
                  <a:fillRect/>
                </a:stretch>
              </p:blipFill>
              <p:spPr>
                <a:xfrm>
                  <a:off x="6403312" y="5898452"/>
                  <a:ext cx="601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Ink 40">
                  <a:extLst>
                    <a:ext uri="{FF2B5EF4-FFF2-40B4-BE49-F238E27FC236}">
                      <a16:creationId xmlns:a16="http://schemas.microsoft.com/office/drawing/2014/main" id="{6E13EBEB-1593-6CF5-5D6A-39267CAD219E}"/>
                    </a:ext>
                  </a:extLst>
                </p14:cNvPr>
                <p14:cNvContentPartPr/>
                <p14:nvPr/>
              </p14:nvContentPartPr>
              <p14:xfrm>
                <a:off x="6498712" y="5806652"/>
                <a:ext cx="14040" cy="170280"/>
              </p14:xfrm>
            </p:contentPart>
          </mc:Choice>
          <mc:Fallback xmlns="">
            <p:pic>
              <p:nvPicPr>
                <p:cNvPr id="41" name="Ink 40">
                  <a:extLst>
                    <a:ext uri="{FF2B5EF4-FFF2-40B4-BE49-F238E27FC236}">
                      <a16:creationId xmlns:a16="http://schemas.microsoft.com/office/drawing/2014/main" id="{6E13EBEB-1593-6CF5-5D6A-39267CAD219E}"/>
                    </a:ext>
                  </a:extLst>
                </p:cNvPr>
                <p:cNvPicPr/>
                <p:nvPr/>
              </p:nvPicPr>
              <p:blipFill>
                <a:blip r:embed="rId73"/>
                <a:stretch>
                  <a:fillRect/>
                </a:stretch>
              </p:blipFill>
              <p:spPr>
                <a:xfrm>
                  <a:off x="6489712" y="5798012"/>
                  <a:ext cx="3168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Ink 41">
                  <a:extLst>
                    <a:ext uri="{FF2B5EF4-FFF2-40B4-BE49-F238E27FC236}">
                      <a16:creationId xmlns:a16="http://schemas.microsoft.com/office/drawing/2014/main" id="{C1E239CB-ED77-CBEB-9DE5-6FA09DD324F8}"/>
                    </a:ext>
                  </a:extLst>
                </p14:cNvPr>
                <p14:cNvContentPartPr/>
                <p14:nvPr/>
              </p14:nvContentPartPr>
              <p14:xfrm>
                <a:off x="6591232" y="5880812"/>
                <a:ext cx="8280" cy="92160"/>
              </p14:xfrm>
            </p:contentPart>
          </mc:Choice>
          <mc:Fallback xmlns="">
            <p:pic>
              <p:nvPicPr>
                <p:cNvPr id="42" name="Ink 41">
                  <a:extLst>
                    <a:ext uri="{FF2B5EF4-FFF2-40B4-BE49-F238E27FC236}">
                      <a16:creationId xmlns:a16="http://schemas.microsoft.com/office/drawing/2014/main" id="{C1E239CB-ED77-CBEB-9DE5-6FA09DD324F8}"/>
                    </a:ext>
                  </a:extLst>
                </p:cNvPr>
                <p:cNvPicPr/>
                <p:nvPr/>
              </p:nvPicPr>
              <p:blipFill>
                <a:blip r:embed="rId75"/>
                <a:stretch>
                  <a:fillRect/>
                </a:stretch>
              </p:blipFill>
              <p:spPr>
                <a:xfrm>
                  <a:off x="6582592" y="5872172"/>
                  <a:ext cx="259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9136F30F-D850-2852-BBAC-48A0DD57A376}"/>
                    </a:ext>
                  </a:extLst>
                </p14:cNvPr>
                <p14:cNvContentPartPr/>
                <p14:nvPr/>
              </p14:nvContentPartPr>
              <p14:xfrm>
                <a:off x="6618592" y="5769572"/>
                <a:ext cx="25920" cy="19800"/>
              </p14:xfrm>
            </p:contentPart>
          </mc:Choice>
          <mc:Fallback xmlns="">
            <p:pic>
              <p:nvPicPr>
                <p:cNvPr id="43" name="Ink 42">
                  <a:extLst>
                    <a:ext uri="{FF2B5EF4-FFF2-40B4-BE49-F238E27FC236}">
                      <a16:creationId xmlns:a16="http://schemas.microsoft.com/office/drawing/2014/main" id="{9136F30F-D850-2852-BBAC-48A0DD57A376}"/>
                    </a:ext>
                  </a:extLst>
                </p:cNvPr>
                <p:cNvPicPr/>
                <p:nvPr/>
              </p:nvPicPr>
              <p:blipFill>
                <a:blip r:embed="rId77"/>
                <a:stretch>
                  <a:fillRect/>
                </a:stretch>
              </p:blipFill>
              <p:spPr>
                <a:xfrm>
                  <a:off x="6609952" y="5760572"/>
                  <a:ext cx="435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Ink 43">
                  <a:extLst>
                    <a:ext uri="{FF2B5EF4-FFF2-40B4-BE49-F238E27FC236}">
                      <a16:creationId xmlns:a16="http://schemas.microsoft.com/office/drawing/2014/main" id="{DF7E1DEB-0F7D-7A88-18C3-20E5F22988D0}"/>
                    </a:ext>
                  </a:extLst>
                </p14:cNvPr>
                <p14:cNvContentPartPr/>
                <p14:nvPr/>
              </p14:nvContentPartPr>
              <p14:xfrm>
                <a:off x="6648472" y="5822852"/>
                <a:ext cx="19080" cy="101160"/>
              </p14:xfrm>
            </p:contentPart>
          </mc:Choice>
          <mc:Fallback xmlns="">
            <p:pic>
              <p:nvPicPr>
                <p:cNvPr id="44" name="Ink 43">
                  <a:extLst>
                    <a:ext uri="{FF2B5EF4-FFF2-40B4-BE49-F238E27FC236}">
                      <a16:creationId xmlns:a16="http://schemas.microsoft.com/office/drawing/2014/main" id="{DF7E1DEB-0F7D-7A88-18C3-20E5F22988D0}"/>
                    </a:ext>
                  </a:extLst>
                </p:cNvPr>
                <p:cNvPicPr/>
                <p:nvPr/>
              </p:nvPicPr>
              <p:blipFill>
                <a:blip r:embed="rId79"/>
                <a:stretch>
                  <a:fillRect/>
                </a:stretch>
              </p:blipFill>
              <p:spPr>
                <a:xfrm>
                  <a:off x="6639832" y="5813852"/>
                  <a:ext cx="3672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5" name="Ink 44">
                  <a:extLst>
                    <a:ext uri="{FF2B5EF4-FFF2-40B4-BE49-F238E27FC236}">
                      <a16:creationId xmlns:a16="http://schemas.microsoft.com/office/drawing/2014/main" id="{B5A3BC7E-6FDE-E4C3-6E2C-E2D842E437E8}"/>
                    </a:ext>
                  </a:extLst>
                </p14:cNvPr>
                <p14:cNvContentPartPr/>
                <p14:nvPr/>
              </p14:nvContentPartPr>
              <p14:xfrm>
                <a:off x="6635512" y="5831852"/>
                <a:ext cx="172440" cy="131400"/>
              </p14:xfrm>
            </p:contentPart>
          </mc:Choice>
          <mc:Fallback xmlns="">
            <p:pic>
              <p:nvPicPr>
                <p:cNvPr id="45" name="Ink 44">
                  <a:extLst>
                    <a:ext uri="{FF2B5EF4-FFF2-40B4-BE49-F238E27FC236}">
                      <a16:creationId xmlns:a16="http://schemas.microsoft.com/office/drawing/2014/main" id="{B5A3BC7E-6FDE-E4C3-6E2C-E2D842E437E8}"/>
                    </a:ext>
                  </a:extLst>
                </p:cNvPr>
                <p:cNvPicPr/>
                <p:nvPr/>
              </p:nvPicPr>
              <p:blipFill>
                <a:blip r:embed="rId81"/>
                <a:stretch>
                  <a:fillRect/>
                </a:stretch>
              </p:blipFill>
              <p:spPr>
                <a:xfrm>
                  <a:off x="6626512" y="5822852"/>
                  <a:ext cx="1900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3A4F8501-9F80-332C-6FF6-B70853E8E70B}"/>
                    </a:ext>
                  </a:extLst>
                </p14:cNvPr>
                <p14:cNvContentPartPr/>
                <p14:nvPr/>
              </p14:nvContentPartPr>
              <p14:xfrm>
                <a:off x="6867352" y="5752292"/>
                <a:ext cx="119160" cy="299520"/>
              </p14:xfrm>
            </p:contentPart>
          </mc:Choice>
          <mc:Fallback xmlns="">
            <p:pic>
              <p:nvPicPr>
                <p:cNvPr id="46" name="Ink 45">
                  <a:extLst>
                    <a:ext uri="{FF2B5EF4-FFF2-40B4-BE49-F238E27FC236}">
                      <a16:creationId xmlns:a16="http://schemas.microsoft.com/office/drawing/2014/main" id="{3A4F8501-9F80-332C-6FF6-B70853E8E70B}"/>
                    </a:ext>
                  </a:extLst>
                </p:cNvPr>
                <p:cNvPicPr/>
                <p:nvPr/>
              </p:nvPicPr>
              <p:blipFill>
                <a:blip r:embed="rId83"/>
                <a:stretch>
                  <a:fillRect/>
                </a:stretch>
              </p:blipFill>
              <p:spPr>
                <a:xfrm>
                  <a:off x="6858352" y="5743652"/>
                  <a:ext cx="13680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7" name="Ink 46">
                  <a:extLst>
                    <a:ext uri="{FF2B5EF4-FFF2-40B4-BE49-F238E27FC236}">
                      <a16:creationId xmlns:a16="http://schemas.microsoft.com/office/drawing/2014/main" id="{DC2E96AB-A175-7E60-4567-8C3F1052C996}"/>
                    </a:ext>
                  </a:extLst>
                </p14:cNvPr>
                <p14:cNvContentPartPr/>
                <p14:nvPr/>
              </p14:nvContentPartPr>
              <p14:xfrm>
                <a:off x="7025032" y="5835812"/>
                <a:ext cx="20520" cy="141120"/>
              </p14:xfrm>
            </p:contentPart>
          </mc:Choice>
          <mc:Fallback xmlns="">
            <p:pic>
              <p:nvPicPr>
                <p:cNvPr id="47" name="Ink 46">
                  <a:extLst>
                    <a:ext uri="{FF2B5EF4-FFF2-40B4-BE49-F238E27FC236}">
                      <a16:creationId xmlns:a16="http://schemas.microsoft.com/office/drawing/2014/main" id="{DC2E96AB-A175-7E60-4567-8C3F1052C996}"/>
                    </a:ext>
                  </a:extLst>
                </p:cNvPr>
                <p:cNvPicPr/>
                <p:nvPr/>
              </p:nvPicPr>
              <p:blipFill>
                <a:blip r:embed="rId85"/>
                <a:stretch>
                  <a:fillRect/>
                </a:stretch>
              </p:blipFill>
              <p:spPr>
                <a:xfrm>
                  <a:off x="7016392" y="5827172"/>
                  <a:ext cx="381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8" name="Ink 47">
                  <a:extLst>
                    <a:ext uri="{FF2B5EF4-FFF2-40B4-BE49-F238E27FC236}">
                      <a16:creationId xmlns:a16="http://schemas.microsoft.com/office/drawing/2014/main" id="{0E5B827D-E0F5-907F-BD15-53B6EABACB5C}"/>
                    </a:ext>
                  </a:extLst>
                </p14:cNvPr>
                <p14:cNvContentPartPr/>
                <p14:nvPr/>
              </p14:nvContentPartPr>
              <p14:xfrm>
                <a:off x="7045552" y="5674892"/>
                <a:ext cx="88560" cy="174240"/>
              </p14:xfrm>
            </p:contentPart>
          </mc:Choice>
          <mc:Fallback xmlns="">
            <p:pic>
              <p:nvPicPr>
                <p:cNvPr id="48" name="Ink 47">
                  <a:extLst>
                    <a:ext uri="{FF2B5EF4-FFF2-40B4-BE49-F238E27FC236}">
                      <a16:creationId xmlns:a16="http://schemas.microsoft.com/office/drawing/2014/main" id="{0E5B827D-E0F5-907F-BD15-53B6EABACB5C}"/>
                    </a:ext>
                  </a:extLst>
                </p:cNvPr>
                <p:cNvPicPr/>
                <p:nvPr/>
              </p:nvPicPr>
              <p:blipFill>
                <a:blip r:embed="rId87"/>
                <a:stretch>
                  <a:fillRect/>
                </a:stretch>
              </p:blipFill>
              <p:spPr>
                <a:xfrm>
                  <a:off x="7036552" y="5665892"/>
                  <a:ext cx="10620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9" name="Ink 48">
                  <a:extLst>
                    <a:ext uri="{FF2B5EF4-FFF2-40B4-BE49-F238E27FC236}">
                      <a16:creationId xmlns:a16="http://schemas.microsoft.com/office/drawing/2014/main" id="{33454EAC-13CC-3A73-D928-069E3EB82A7C}"/>
                    </a:ext>
                  </a:extLst>
                </p14:cNvPr>
                <p14:cNvContentPartPr/>
                <p14:nvPr/>
              </p14:nvContentPartPr>
              <p14:xfrm>
                <a:off x="7142752" y="5809172"/>
                <a:ext cx="164880" cy="172080"/>
              </p14:xfrm>
            </p:contentPart>
          </mc:Choice>
          <mc:Fallback xmlns="">
            <p:pic>
              <p:nvPicPr>
                <p:cNvPr id="49" name="Ink 48">
                  <a:extLst>
                    <a:ext uri="{FF2B5EF4-FFF2-40B4-BE49-F238E27FC236}">
                      <a16:creationId xmlns:a16="http://schemas.microsoft.com/office/drawing/2014/main" id="{33454EAC-13CC-3A73-D928-069E3EB82A7C}"/>
                    </a:ext>
                  </a:extLst>
                </p:cNvPr>
                <p:cNvPicPr/>
                <p:nvPr/>
              </p:nvPicPr>
              <p:blipFill>
                <a:blip r:embed="rId89"/>
                <a:stretch>
                  <a:fillRect/>
                </a:stretch>
              </p:blipFill>
              <p:spPr>
                <a:xfrm>
                  <a:off x="7134112" y="5800532"/>
                  <a:ext cx="1825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0" name="Ink 49">
                  <a:extLst>
                    <a:ext uri="{FF2B5EF4-FFF2-40B4-BE49-F238E27FC236}">
                      <a16:creationId xmlns:a16="http://schemas.microsoft.com/office/drawing/2014/main" id="{A8C4D563-1345-E706-3AC3-627D2AB6B670}"/>
                    </a:ext>
                  </a:extLst>
                </p14:cNvPr>
                <p14:cNvContentPartPr/>
                <p14:nvPr/>
              </p14:nvContentPartPr>
              <p14:xfrm>
                <a:off x="7367032" y="5695052"/>
                <a:ext cx="31680" cy="237240"/>
              </p14:xfrm>
            </p:contentPart>
          </mc:Choice>
          <mc:Fallback xmlns="">
            <p:pic>
              <p:nvPicPr>
                <p:cNvPr id="50" name="Ink 49">
                  <a:extLst>
                    <a:ext uri="{FF2B5EF4-FFF2-40B4-BE49-F238E27FC236}">
                      <a16:creationId xmlns:a16="http://schemas.microsoft.com/office/drawing/2014/main" id="{A8C4D563-1345-E706-3AC3-627D2AB6B670}"/>
                    </a:ext>
                  </a:extLst>
                </p:cNvPr>
                <p:cNvPicPr/>
                <p:nvPr/>
              </p:nvPicPr>
              <p:blipFill>
                <a:blip r:embed="rId91"/>
                <a:stretch>
                  <a:fillRect/>
                </a:stretch>
              </p:blipFill>
              <p:spPr>
                <a:xfrm>
                  <a:off x="7358032" y="5686412"/>
                  <a:ext cx="4932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 name="Ink 50">
                  <a:extLst>
                    <a:ext uri="{FF2B5EF4-FFF2-40B4-BE49-F238E27FC236}">
                      <a16:creationId xmlns:a16="http://schemas.microsoft.com/office/drawing/2014/main" id="{4F242CF1-E4A2-B8E5-3182-0B1F8AC76CE1}"/>
                    </a:ext>
                  </a:extLst>
                </p14:cNvPr>
                <p14:cNvContentPartPr/>
                <p14:nvPr/>
              </p14:nvContentPartPr>
              <p14:xfrm>
                <a:off x="7360912" y="5820692"/>
                <a:ext cx="43560" cy="20880"/>
              </p14:xfrm>
            </p:contentPart>
          </mc:Choice>
          <mc:Fallback xmlns="">
            <p:pic>
              <p:nvPicPr>
                <p:cNvPr id="51" name="Ink 50">
                  <a:extLst>
                    <a:ext uri="{FF2B5EF4-FFF2-40B4-BE49-F238E27FC236}">
                      <a16:creationId xmlns:a16="http://schemas.microsoft.com/office/drawing/2014/main" id="{4F242CF1-E4A2-B8E5-3182-0B1F8AC76CE1}"/>
                    </a:ext>
                  </a:extLst>
                </p:cNvPr>
                <p:cNvPicPr/>
                <p:nvPr/>
              </p:nvPicPr>
              <p:blipFill>
                <a:blip r:embed="rId93"/>
                <a:stretch>
                  <a:fillRect/>
                </a:stretch>
              </p:blipFill>
              <p:spPr>
                <a:xfrm>
                  <a:off x="7352272" y="5812052"/>
                  <a:ext cx="612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2" name="Ink 51">
                  <a:extLst>
                    <a:ext uri="{FF2B5EF4-FFF2-40B4-BE49-F238E27FC236}">
                      <a16:creationId xmlns:a16="http://schemas.microsoft.com/office/drawing/2014/main" id="{C7B8E00D-73E4-78CC-4373-D226FBF0C39C}"/>
                    </a:ext>
                  </a:extLst>
                </p14:cNvPr>
                <p14:cNvContentPartPr/>
                <p14:nvPr/>
              </p14:nvContentPartPr>
              <p14:xfrm>
                <a:off x="6344992" y="6018692"/>
                <a:ext cx="62640" cy="227520"/>
              </p14:xfrm>
            </p:contentPart>
          </mc:Choice>
          <mc:Fallback xmlns="">
            <p:pic>
              <p:nvPicPr>
                <p:cNvPr id="52" name="Ink 51">
                  <a:extLst>
                    <a:ext uri="{FF2B5EF4-FFF2-40B4-BE49-F238E27FC236}">
                      <a16:creationId xmlns:a16="http://schemas.microsoft.com/office/drawing/2014/main" id="{C7B8E00D-73E4-78CC-4373-D226FBF0C39C}"/>
                    </a:ext>
                  </a:extLst>
                </p:cNvPr>
                <p:cNvPicPr/>
                <p:nvPr/>
              </p:nvPicPr>
              <p:blipFill>
                <a:blip r:embed="rId95"/>
                <a:stretch>
                  <a:fillRect/>
                </a:stretch>
              </p:blipFill>
              <p:spPr>
                <a:xfrm>
                  <a:off x="6336352" y="6010052"/>
                  <a:ext cx="802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3" name="Ink 52">
                  <a:extLst>
                    <a:ext uri="{FF2B5EF4-FFF2-40B4-BE49-F238E27FC236}">
                      <a16:creationId xmlns:a16="http://schemas.microsoft.com/office/drawing/2014/main" id="{D1E4355E-0EE6-D59C-A3A8-255B2E4D65BF}"/>
                    </a:ext>
                  </a:extLst>
                </p14:cNvPr>
                <p14:cNvContentPartPr/>
                <p14:nvPr/>
              </p14:nvContentPartPr>
              <p14:xfrm>
                <a:off x="6311512" y="6038852"/>
                <a:ext cx="77760" cy="58320"/>
              </p14:xfrm>
            </p:contentPart>
          </mc:Choice>
          <mc:Fallback xmlns="">
            <p:pic>
              <p:nvPicPr>
                <p:cNvPr id="53" name="Ink 52">
                  <a:extLst>
                    <a:ext uri="{FF2B5EF4-FFF2-40B4-BE49-F238E27FC236}">
                      <a16:creationId xmlns:a16="http://schemas.microsoft.com/office/drawing/2014/main" id="{D1E4355E-0EE6-D59C-A3A8-255B2E4D65BF}"/>
                    </a:ext>
                  </a:extLst>
                </p:cNvPr>
                <p:cNvPicPr/>
                <p:nvPr/>
              </p:nvPicPr>
              <p:blipFill>
                <a:blip r:embed="rId97"/>
                <a:stretch>
                  <a:fillRect/>
                </a:stretch>
              </p:blipFill>
              <p:spPr>
                <a:xfrm>
                  <a:off x="6302872" y="6030212"/>
                  <a:ext cx="9540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4" name="Ink 53">
                  <a:extLst>
                    <a:ext uri="{FF2B5EF4-FFF2-40B4-BE49-F238E27FC236}">
                      <a16:creationId xmlns:a16="http://schemas.microsoft.com/office/drawing/2014/main" id="{A4F2F5E4-0A8D-64ED-502A-3989429CD7C7}"/>
                    </a:ext>
                  </a:extLst>
                </p14:cNvPr>
                <p14:cNvContentPartPr/>
                <p14:nvPr/>
              </p14:nvContentPartPr>
              <p14:xfrm>
                <a:off x="6420232" y="6026972"/>
                <a:ext cx="51120" cy="50040"/>
              </p14:xfrm>
            </p:contentPart>
          </mc:Choice>
          <mc:Fallback xmlns="">
            <p:pic>
              <p:nvPicPr>
                <p:cNvPr id="54" name="Ink 53">
                  <a:extLst>
                    <a:ext uri="{FF2B5EF4-FFF2-40B4-BE49-F238E27FC236}">
                      <a16:creationId xmlns:a16="http://schemas.microsoft.com/office/drawing/2014/main" id="{A4F2F5E4-0A8D-64ED-502A-3989429CD7C7}"/>
                    </a:ext>
                  </a:extLst>
                </p:cNvPr>
                <p:cNvPicPr/>
                <p:nvPr/>
              </p:nvPicPr>
              <p:blipFill>
                <a:blip r:embed="rId99"/>
                <a:stretch>
                  <a:fillRect/>
                </a:stretch>
              </p:blipFill>
              <p:spPr>
                <a:xfrm>
                  <a:off x="6411592" y="6017972"/>
                  <a:ext cx="687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Ink 55">
                  <a:extLst>
                    <a:ext uri="{FF2B5EF4-FFF2-40B4-BE49-F238E27FC236}">
                      <a16:creationId xmlns:a16="http://schemas.microsoft.com/office/drawing/2014/main" id="{CDFAA4DC-EBA9-4894-089B-E2F6E8E5AC3F}"/>
                    </a:ext>
                  </a:extLst>
                </p14:cNvPr>
                <p14:cNvContentPartPr/>
                <p14:nvPr/>
              </p14:nvContentPartPr>
              <p14:xfrm>
                <a:off x="6156352" y="6305252"/>
                <a:ext cx="78480" cy="168480"/>
              </p14:xfrm>
            </p:contentPart>
          </mc:Choice>
          <mc:Fallback xmlns="">
            <p:pic>
              <p:nvPicPr>
                <p:cNvPr id="56" name="Ink 55">
                  <a:extLst>
                    <a:ext uri="{FF2B5EF4-FFF2-40B4-BE49-F238E27FC236}">
                      <a16:creationId xmlns:a16="http://schemas.microsoft.com/office/drawing/2014/main" id="{CDFAA4DC-EBA9-4894-089B-E2F6E8E5AC3F}"/>
                    </a:ext>
                  </a:extLst>
                </p:cNvPr>
                <p:cNvPicPr/>
                <p:nvPr/>
              </p:nvPicPr>
              <p:blipFill>
                <a:blip r:embed="rId101"/>
                <a:stretch>
                  <a:fillRect/>
                </a:stretch>
              </p:blipFill>
              <p:spPr>
                <a:xfrm>
                  <a:off x="6147352" y="6296252"/>
                  <a:ext cx="961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7" name="Ink 56">
                  <a:extLst>
                    <a:ext uri="{FF2B5EF4-FFF2-40B4-BE49-F238E27FC236}">
                      <a16:creationId xmlns:a16="http://schemas.microsoft.com/office/drawing/2014/main" id="{07A60C4F-AA5F-0E7B-5517-E003FE6CFC2C}"/>
                    </a:ext>
                  </a:extLst>
                </p14:cNvPr>
                <p14:cNvContentPartPr/>
                <p14:nvPr/>
              </p14:nvContentPartPr>
              <p14:xfrm>
                <a:off x="6294592" y="6261692"/>
                <a:ext cx="518760" cy="178200"/>
              </p14:xfrm>
            </p:contentPart>
          </mc:Choice>
          <mc:Fallback xmlns="">
            <p:pic>
              <p:nvPicPr>
                <p:cNvPr id="57" name="Ink 56">
                  <a:extLst>
                    <a:ext uri="{FF2B5EF4-FFF2-40B4-BE49-F238E27FC236}">
                      <a16:creationId xmlns:a16="http://schemas.microsoft.com/office/drawing/2014/main" id="{07A60C4F-AA5F-0E7B-5517-E003FE6CFC2C}"/>
                    </a:ext>
                  </a:extLst>
                </p:cNvPr>
                <p:cNvPicPr/>
                <p:nvPr/>
              </p:nvPicPr>
              <p:blipFill>
                <a:blip r:embed="rId103"/>
                <a:stretch>
                  <a:fillRect/>
                </a:stretch>
              </p:blipFill>
              <p:spPr>
                <a:xfrm>
                  <a:off x="6285952" y="6253052"/>
                  <a:ext cx="53640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9" name="Ink 58">
                  <a:extLst>
                    <a:ext uri="{FF2B5EF4-FFF2-40B4-BE49-F238E27FC236}">
                      <a16:creationId xmlns:a16="http://schemas.microsoft.com/office/drawing/2014/main" id="{70A0CADC-B509-5CED-83A8-131AA2C961CC}"/>
                    </a:ext>
                  </a:extLst>
                </p14:cNvPr>
                <p14:cNvContentPartPr/>
                <p14:nvPr/>
              </p14:nvContentPartPr>
              <p14:xfrm>
                <a:off x="5992912" y="4763732"/>
                <a:ext cx="39960" cy="325080"/>
              </p14:xfrm>
            </p:contentPart>
          </mc:Choice>
          <mc:Fallback xmlns="">
            <p:pic>
              <p:nvPicPr>
                <p:cNvPr id="59" name="Ink 58">
                  <a:extLst>
                    <a:ext uri="{FF2B5EF4-FFF2-40B4-BE49-F238E27FC236}">
                      <a16:creationId xmlns:a16="http://schemas.microsoft.com/office/drawing/2014/main" id="{70A0CADC-B509-5CED-83A8-131AA2C961CC}"/>
                    </a:ext>
                  </a:extLst>
                </p:cNvPr>
                <p:cNvPicPr/>
                <p:nvPr/>
              </p:nvPicPr>
              <p:blipFill>
                <a:blip r:embed="rId105"/>
                <a:stretch>
                  <a:fillRect/>
                </a:stretch>
              </p:blipFill>
              <p:spPr>
                <a:xfrm>
                  <a:off x="5984272" y="4755092"/>
                  <a:ext cx="5760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0" name="Ink 59">
                  <a:extLst>
                    <a:ext uri="{FF2B5EF4-FFF2-40B4-BE49-F238E27FC236}">
                      <a16:creationId xmlns:a16="http://schemas.microsoft.com/office/drawing/2014/main" id="{4765EC4E-B644-C2DE-094F-DD85F856F47C}"/>
                    </a:ext>
                  </a:extLst>
                </p14:cNvPr>
                <p14:cNvContentPartPr/>
                <p14:nvPr/>
              </p14:nvContentPartPr>
              <p14:xfrm>
                <a:off x="5915152" y="4712972"/>
                <a:ext cx="167040" cy="88920"/>
              </p14:xfrm>
            </p:contentPart>
          </mc:Choice>
          <mc:Fallback xmlns="">
            <p:pic>
              <p:nvPicPr>
                <p:cNvPr id="60" name="Ink 59">
                  <a:extLst>
                    <a:ext uri="{FF2B5EF4-FFF2-40B4-BE49-F238E27FC236}">
                      <a16:creationId xmlns:a16="http://schemas.microsoft.com/office/drawing/2014/main" id="{4765EC4E-B644-C2DE-094F-DD85F856F47C}"/>
                    </a:ext>
                  </a:extLst>
                </p:cNvPr>
                <p:cNvPicPr/>
                <p:nvPr/>
              </p:nvPicPr>
              <p:blipFill>
                <a:blip r:embed="rId107"/>
                <a:stretch>
                  <a:fillRect/>
                </a:stretch>
              </p:blipFill>
              <p:spPr>
                <a:xfrm>
                  <a:off x="5906512" y="4703972"/>
                  <a:ext cx="1846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1" name="Ink 60">
                  <a:extLst>
                    <a:ext uri="{FF2B5EF4-FFF2-40B4-BE49-F238E27FC236}">
                      <a16:creationId xmlns:a16="http://schemas.microsoft.com/office/drawing/2014/main" id="{911FC856-AF18-3DF4-D903-E5563BB88B18}"/>
                    </a:ext>
                  </a:extLst>
                </p14:cNvPr>
                <p14:cNvContentPartPr/>
                <p14:nvPr/>
              </p14:nvContentPartPr>
              <p14:xfrm>
                <a:off x="4412872" y="3723332"/>
                <a:ext cx="3570840" cy="892080"/>
              </p14:xfrm>
            </p:contentPart>
          </mc:Choice>
          <mc:Fallback xmlns="">
            <p:pic>
              <p:nvPicPr>
                <p:cNvPr id="61" name="Ink 60">
                  <a:extLst>
                    <a:ext uri="{FF2B5EF4-FFF2-40B4-BE49-F238E27FC236}">
                      <a16:creationId xmlns:a16="http://schemas.microsoft.com/office/drawing/2014/main" id="{911FC856-AF18-3DF4-D903-E5563BB88B18}"/>
                    </a:ext>
                  </a:extLst>
                </p:cNvPr>
                <p:cNvPicPr/>
                <p:nvPr/>
              </p:nvPicPr>
              <p:blipFill>
                <a:blip r:embed="rId109"/>
                <a:stretch>
                  <a:fillRect/>
                </a:stretch>
              </p:blipFill>
              <p:spPr>
                <a:xfrm>
                  <a:off x="4404232" y="3714332"/>
                  <a:ext cx="3588480" cy="909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2" name="Ink 61">
                  <a:extLst>
                    <a:ext uri="{FF2B5EF4-FFF2-40B4-BE49-F238E27FC236}">
                      <a16:creationId xmlns:a16="http://schemas.microsoft.com/office/drawing/2014/main" id="{45A6EB63-CB33-4FFF-FE0D-F965A594BEDE}"/>
                    </a:ext>
                  </a:extLst>
                </p14:cNvPr>
                <p14:cNvContentPartPr/>
                <p14:nvPr/>
              </p14:nvContentPartPr>
              <p14:xfrm>
                <a:off x="4660192" y="3573212"/>
                <a:ext cx="3934080" cy="1078920"/>
              </p14:xfrm>
            </p:contentPart>
          </mc:Choice>
          <mc:Fallback xmlns="">
            <p:pic>
              <p:nvPicPr>
                <p:cNvPr id="62" name="Ink 61">
                  <a:extLst>
                    <a:ext uri="{FF2B5EF4-FFF2-40B4-BE49-F238E27FC236}">
                      <a16:creationId xmlns:a16="http://schemas.microsoft.com/office/drawing/2014/main" id="{45A6EB63-CB33-4FFF-FE0D-F965A594BEDE}"/>
                    </a:ext>
                  </a:extLst>
                </p:cNvPr>
                <p:cNvPicPr/>
                <p:nvPr/>
              </p:nvPicPr>
              <p:blipFill>
                <a:blip r:embed="rId111"/>
                <a:stretch>
                  <a:fillRect/>
                </a:stretch>
              </p:blipFill>
              <p:spPr>
                <a:xfrm>
                  <a:off x="4651552" y="3564572"/>
                  <a:ext cx="3951720" cy="1096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4" name="Ink 63">
                  <a:extLst>
                    <a:ext uri="{FF2B5EF4-FFF2-40B4-BE49-F238E27FC236}">
                      <a16:creationId xmlns:a16="http://schemas.microsoft.com/office/drawing/2014/main" id="{E55D6B7A-E547-4EF8-8C30-2B2D822BD3C2}"/>
                    </a:ext>
                  </a:extLst>
                </p14:cNvPr>
                <p14:cNvContentPartPr/>
                <p14:nvPr/>
              </p14:nvContentPartPr>
              <p14:xfrm>
                <a:off x="8809192" y="4004132"/>
                <a:ext cx="343080" cy="380520"/>
              </p14:xfrm>
            </p:contentPart>
          </mc:Choice>
          <mc:Fallback xmlns="">
            <p:pic>
              <p:nvPicPr>
                <p:cNvPr id="64" name="Ink 63">
                  <a:extLst>
                    <a:ext uri="{FF2B5EF4-FFF2-40B4-BE49-F238E27FC236}">
                      <a16:creationId xmlns:a16="http://schemas.microsoft.com/office/drawing/2014/main" id="{E55D6B7A-E547-4EF8-8C30-2B2D822BD3C2}"/>
                    </a:ext>
                  </a:extLst>
                </p:cNvPr>
                <p:cNvPicPr/>
                <p:nvPr/>
              </p:nvPicPr>
              <p:blipFill>
                <a:blip r:embed="rId113"/>
                <a:stretch>
                  <a:fillRect/>
                </a:stretch>
              </p:blipFill>
              <p:spPr>
                <a:xfrm>
                  <a:off x="8800552" y="3995492"/>
                  <a:ext cx="36072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5" name="Ink 64">
                  <a:extLst>
                    <a:ext uri="{FF2B5EF4-FFF2-40B4-BE49-F238E27FC236}">
                      <a16:creationId xmlns:a16="http://schemas.microsoft.com/office/drawing/2014/main" id="{D7FB7FF9-52E9-92EE-A1BC-F34F5524B414}"/>
                    </a:ext>
                  </a:extLst>
                </p14:cNvPr>
                <p14:cNvContentPartPr/>
                <p14:nvPr/>
              </p14:nvContentPartPr>
              <p14:xfrm>
                <a:off x="9200152" y="4192412"/>
                <a:ext cx="122040" cy="151200"/>
              </p14:xfrm>
            </p:contentPart>
          </mc:Choice>
          <mc:Fallback xmlns="">
            <p:pic>
              <p:nvPicPr>
                <p:cNvPr id="65" name="Ink 64">
                  <a:extLst>
                    <a:ext uri="{FF2B5EF4-FFF2-40B4-BE49-F238E27FC236}">
                      <a16:creationId xmlns:a16="http://schemas.microsoft.com/office/drawing/2014/main" id="{D7FB7FF9-52E9-92EE-A1BC-F34F5524B414}"/>
                    </a:ext>
                  </a:extLst>
                </p:cNvPr>
                <p:cNvPicPr/>
                <p:nvPr/>
              </p:nvPicPr>
              <p:blipFill>
                <a:blip r:embed="rId115"/>
                <a:stretch>
                  <a:fillRect/>
                </a:stretch>
              </p:blipFill>
              <p:spPr>
                <a:xfrm>
                  <a:off x="9191152" y="4183412"/>
                  <a:ext cx="1396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6" name="Ink 65">
                  <a:extLst>
                    <a:ext uri="{FF2B5EF4-FFF2-40B4-BE49-F238E27FC236}">
                      <a16:creationId xmlns:a16="http://schemas.microsoft.com/office/drawing/2014/main" id="{E94D1A68-7680-EF58-9523-8652CF4D08C9}"/>
                    </a:ext>
                  </a:extLst>
                </p14:cNvPr>
                <p14:cNvContentPartPr/>
                <p14:nvPr/>
              </p14:nvContentPartPr>
              <p14:xfrm>
                <a:off x="9360352" y="4179452"/>
                <a:ext cx="151920" cy="156960"/>
              </p14:xfrm>
            </p:contentPart>
          </mc:Choice>
          <mc:Fallback xmlns="">
            <p:pic>
              <p:nvPicPr>
                <p:cNvPr id="66" name="Ink 65">
                  <a:extLst>
                    <a:ext uri="{FF2B5EF4-FFF2-40B4-BE49-F238E27FC236}">
                      <a16:creationId xmlns:a16="http://schemas.microsoft.com/office/drawing/2014/main" id="{E94D1A68-7680-EF58-9523-8652CF4D08C9}"/>
                    </a:ext>
                  </a:extLst>
                </p:cNvPr>
                <p:cNvPicPr/>
                <p:nvPr/>
              </p:nvPicPr>
              <p:blipFill>
                <a:blip r:embed="rId117"/>
                <a:stretch>
                  <a:fillRect/>
                </a:stretch>
              </p:blipFill>
              <p:spPr>
                <a:xfrm>
                  <a:off x="9351352" y="4170812"/>
                  <a:ext cx="16956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7" name="Ink 66">
                  <a:extLst>
                    <a:ext uri="{FF2B5EF4-FFF2-40B4-BE49-F238E27FC236}">
                      <a16:creationId xmlns:a16="http://schemas.microsoft.com/office/drawing/2014/main" id="{9B8B32AD-1CD0-8C3D-E8B0-5C556AD53777}"/>
                    </a:ext>
                  </a:extLst>
                </p14:cNvPr>
                <p14:cNvContentPartPr/>
                <p14:nvPr/>
              </p14:nvContentPartPr>
              <p14:xfrm>
                <a:off x="9591112" y="4190252"/>
                <a:ext cx="159840" cy="137160"/>
              </p14:xfrm>
            </p:contentPart>
          </mc:Choice>
          <mc:Fallback xmlns="">
            <p:pic>
              <p:nvPicPr>
                <p:cNvPr id="67" name="Ink 66">
                  <a:extLst>
                    <a:ext uri="{FF2B5EF4-FFF2-40B4-BE49-F238E27FC236}">
                      <a16:creationId xmlns:a16="http://schemas.microsoft.com/office/drawing/2014/main" id="{9B8B32AD-1CD0-8C3D-E8B0-5C556AD53777}"/>
                    </a:ext>
                  </a:extLst>
                </p:cNvPr>
                <p:cNvPicPr/>
                <p:nvPr/>
              </p:nvPicPr>
              <p:blipFill>
                <a:blip r:embed="rId119"/>
                <a:stretch>
                  <a:fillRect/>
                </a:stretch>
              </p:blipFill>
              <p:spPr>
                <a:xfrm>
                  <a:off x="9582472" y="4181252"/>
                  <a:ext cx="1774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8" name="Ink 67">
                  <a:extLst>
                    <a:ext uri="{FF2B5EF4-FFF2-40B4-BE49-F238E27FC236}">
                      <a16:creationId xmlns:a16="http://schemas.microsoft.com/office/drawing/2014/main" id="{41E6B753-C1C0-1156-2297-3CF7CBF28CD4}"/>
                    </a:ext>
                  </a:extLst>
                </p14:cNvPr>
                <p14:cNvContentPartPr/>
                <p14:nvPr/>
              </p14:nvContentPartPr>
              <p14:xfrm>
                <a:off x="9788392" y="4183772"/>
                <a:ext cx="28440" cy="105120"/>
              </p14:xfrm>
            </p:contentPart>
          </mc:Choice>
          <mc:Fallback xmlns="">
            <p:pic>
              <p:nvPicPr>
                <p:cNvPr id="68" name="Ink 67">
                  <a:extLst>
                    <a:ext uri="{FF2B5EF4-FFF2-40B4-BE49-F238E27FC236}">
                      <a16:creationId xmlns:a16="http://schemas.microsoft.com/office/drawing/2014/main" id="{41E6B753-C1C0-1156-2297-3CF7CBF28CD4}"/>
                    </a:ext>
                  </a:extLst>
                </p:cNvPr>
                <p:cNvPicPr/>
                <p:nvPr/>
              </p:nvPicPr>
              <p:blipFill>
                <a:blip r:embed="rId121"/>
                <a:stretch>
                  <a:fillRect/>
                </a:stretch>
              </p:blipFill>
              <p:spPr>
                <a:xfrm>
                  <a:off x="9779752" y="4175132"/>
                  <a:ext cx="460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9" name="Ink 68">
                  <a:extLst>
                    <a:ext uri="{FF2B5EF4-FFF2-40B4-BE49-F238E27FC236}">
                      <a16:creationId xmlns:a16="http://schemas.microsoft.com/office/drawing/2014/main" id="{F86F3398-8EBF-CBA2-A8A3-88BA06261197}"/>
                    </a:ext>
                  </a:extLst>
                </p14:cNvPr>
                <p14:cNvContentPartPr/>
                <p14:nvPr/>
              </p14:nvContentPartPr>
              <p14:xfrm>
                <a:off x="9751312" y="4049132"/>
                <a:ext cx="30960" cy="11160"/>
              </p14:xfrm>
            </p:contentPart>
          </mc:Choice>
          <mc:Fallback xmlns="">
            <p:pic>
              <p:nvPicPr>
                <p:cNvPr id="69" name="Ink 68">
                  <a:extLst>
                    <a:ext uri="{FF2B5EF4-FFF2-40B4-BE49-F238E27FC236}">
                      <a16:creationId xmlns:a16="http://schemas.microsoft.com/office/drawing/2014/main" id="{F86F3398-8EBF-CBA2-A8A3-88BA06261197}"/>
                    </a:ext>
                  </a:extLst>
                </p:cNvPr>
                <p:cNvPicPr/>
                <p:nvPr/>
              </p:nvPicPr>
              <p:blipFill>
                <a:blip r:embed="rId123"/>
                <a:stretch>
                  <a:fillRect/>
                </a:stretch>
              </p:blipFill>
              <p:spPr>
                <a:xfrm>
                  <a:off x="9742312" y="4040492"/>
                  <a:ext cx="486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0" name="Ink 69">
                  <a:extLst>
                    <a:ext uri="{FF2B5EF4-FFF2-40B4-BE49-F238E27FC236}">
                      <a16:creationId xmlns:a16="http://schemas.microsoft.com/office/drawing/2014/main" id="{801E1F5F-6958-647D-6C92-14389D7F5AA5}"/>
                    </a:ext>
                  </a:extLst>
                </p14:cNvPr>
                <p14:cNvContentPartPr/>
                <p14:nvPr/>
              </p14:nvContentPartPr>
              <p14:xfrm>
                <a:off x="9920512" y="4190612"/>
                <a:ext cx="53640" cy="107640"/>
              </p14:xfrm>
            </p:contentPart>
          </mc:Choice>
          <mc:Fallback xmlns="">
            <p:pic>
              <p:nvPicPr>
                <p:cNvPr id="70" name="Ink 69">
                  <a:extLst>
                    <a:ext uri="{FF2B5EF4-FFF2-40B4-BE49-F238E27FC236}">
                      <a16:creationId xmlns:a16="http://schemas.microsoft.com/office/drawing/2014/main" id="{801E1F5F-6958-647D-6C92-14389D7F5AA5}"/>
                    </a:ext>
                  </a:extLst>
                </p:cNvPr>
                <p:cNvPicPr/>
                <p:nvPr/>
              </p:nvPicPr>
              <p:blipFill>
                <a:blip r:embed="rId125"/>
                <a:stretch>
                  <a:fillRect/>
                </a:stretch>
              </p:blipFill>
              <p:spPr>
                <a:xfrm>
                  <a:off x="9911512" y="4181972"/>
                  <a:ext cx="712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1" name="Ink 70">
                  <a:extLst>
                    <a:ext uri="{FF2B5EF4-FFF2-40B4-BE49-F238E27FC236}">
                      <a16:creationId xmlns:a16="http://schemas.microsoft.com/office/drawing/2014/main" id="{483563EE-6EDF-93F9-7B6C-B6010BCBB33F}"/>
                    </a:ext>
                  </a:extLst>
                </p14:cNvPr>
                <p14:cNvContentPartPr/>
                <p14:nvPr/>
              </p14:nvContentPartPr>
              <p14:xfrm>
                <a:off x="10111312" y="4158932"/>
                <a:ext cx="194760" cy="187560"/>
              </p14:xfrm>
            </p:contentPart>
          </mc:Choice>
          <mc:Fallback xmlns="">
            <p:pic>
              <p:nvPicPr>
                <p:cNvPr id="71" name="Ink 70">
                  <a:extLst>
                    <a:ext uri="{FF2B5EF4-FFF2-40B4-BE49-F238E27FC236}">
                      <a16:creationId xmlns:a16="http://schemas.microsoft.com/office/drawing/2014/main" id="{483563EE-6EDF-93F9-7B6C-B6010BCBB33F}"/>
                    </a:ext>
                  </a:extLst>
                </p:cNvPr>
                <p:cNvPicPr/>
                <p:nvPr/>
              </p:nvPicPr>
              <p:blipFill>
                <a:blip r:embed="rId127"/>
                <a:stretch>
                  <a:fillRect/>
                </a:stretch>
              </p:blipFill>
              <p:spPr>
                <a:xfrm>
                  <a:off x="10102672" y="4150292"/>
                  <a:ext cx="2124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2" name="Ink 71">
                  <a:extLst>
                    <a:ext uri="{FF2B5EF4-FFF2-40B4-BE49-F238E27FC236}">
                      <a16:creationId xmlns:a16="http://schemas.microsoft.com/office/drawing/2014/main" id="{99946640-D1B7-5824-EB2E-9BD53BF3A977}"/>
                    </a:ext>
                  </a:extLst>
                </p14:cNvPr>
                <p14:cNvContentPartPr/>
                <p14:nvPr/>
              </p14:nvContentPartPr>
              <p14:xfrm>
                <a:off x="5124232" y="3783812"/>
                <a:ext cx="235800" cy="371880"/>
              </p14:xfrm>
            </p:contentPart>
          </mc:Choice>
          <mc:Fallback xmlns="">
            <p:pic>
              <p:nvPicPr>
                <p:cNvPr id="72" name="Ink 71">
                  <a:extLst>
                    <a:ext uri="{FF2B5EF4-FFF2-40B4-BE49-F238E27FC236}">
                      <a16:creationId xmlns:a16="http://schemas.microsoft.com/office/drawing/2014/main" id="{99946640-D1B7-5824-EB2E-9BD53BF3A977}"/>
                    </a:ext>
                  </a:extLst>
                </p:cNvPr>
                <p:cNvPicPr/>
                <p:nvPr/>
              </p:nvPicPr>
              <p:blipFill>
                <a:blip r:embed="rId129"/>
                <a:stretch>
                  <a:fillRect/>
                </a:stretch>
              </p:blipFill>
              <p:spPr>
                <a:xfrm>
                  <a:off x="5115592" y="3774812"/>
                  <a:ext cx="25344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3" name="Ink 72">
                  <a:extLst>
                    <a:ext uri="{FF2B5EF4-FFF2-40B4-BE49-F238E27FC236}">
                      <a16:creationId xmlns:a16="http://schemas.microsoft.com/office/drawing/2014/main" id="{E596C415-B3F6-2461-3FC2-D11066E5CE6D}"/>
                    </a:ext>
                  </a:extLst>
                </p14:cNvPr>
                <p14:cNvContentPartPr/>
                <p14:nvPr/>
              </p14:nvContentPartPr>
              <p14:xfrm>
                <a:off x="5485312" y="3993692"/>
                <a:ext cx="344520" cy="268920"/>
              </p14:xfrm>
            </p:contentPart>
          </mc:Choice>
          <mc:Fallback xmlns="">
            <p:pic>
              <p:nvPicPr>
                <p:cNvPr id="73" name="Ink 72">
                  <a:extLst>
                    <a:ext uri="{FF2B5EF4-FFF2-40B4-BE49-F238E27FC236}">
                      <a16:creationId xmlns:a16="http://schemas.microsoft.com/office/drawing/2014/main" id="{E596C415-B3F6-2461-3FC2-D11066E5CE6D}"/>
                    </a:ext>
                  </a:extLst>
                </p:cNvPr>
                <p:cNvPicPr/>
                <p:nvPr/>
              </p:nvPicPr>
              <p:blipFill>
                <a:blip r:embed="rId131"/>
                <a:stretch>
                  <a:fillRect/>
                </a:stretch>
              </p:blipFill>
              <p:spPr>
                <a:xfrm>
                  <a:off x="5476312" y="3984692"/>
                  <a:ext cx="36216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4" name="Ink 73">
                  <a:extLst>
                    <a:ext uri="{FF2B5EF4-FFF2-40B4-BE49-F238E27FC236}">
                      <a16:creationId xmlns:a16="http://schemas.microsoft.com/office/drawing/2014/main" id="{EBEE99DF-9338-5B91-4A9B-82FDB775D0A0}"/>
                    </a:ext>
                  </a:extLst>
                </p14:cNvPr>
                <p14:cNvContentPartPr/>
                <p14:nvPr/>
              </p14:nvContentPartPr>
              <p14:xfrm>
                <a:off x="5874472" y="4028252"/>
                <a:ext cx="4320" cy="71280"/>
              </p14:xfrm>
            </p:contentPart>
          </mc:Choice>
          <mc:Fallback xmlns="">
            <p:pic>
              <p:nvPicPr>
                <p:cNvPr id="74" name="Ink 73">
                  <a:extLst>
                    <a:ext uri="{FF2B5EF4-FFF2-40B4-BE49-F238E27FC236}">
                      <a16:creationId xmlns:a16="http://schemas.microsoft.com/office/drawing/2014/main" id="{EBEE99DF-9338-5B91-4A9B-82FDB775D0A0}"/>
                    </a:ext>
                  </a:extLst>
                </p:cNvPr>
                <p:cNvPicPr/>
                <p:nvPr/>
              </p:nvPicPr>
              <p:blipFill>
                <a:blip r:embed="rId133"/>
                <a:stretch>
                  <a:fillRect/>
                </a:stretch>
              </p:blipFill>
              <p:spPr>
                <a:xfrm>
                  <a:off x="5865472" y="4019252"/>
                  <a:ext cx="219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5" name="Ink 74">
                  <a:extLst>
                    <a:ext uri="{FF2B5EF4-FFF2-40B4-BE49-F238E27FC236}">
                      <a16:creationId xmlns:a16="http://schemas.microsoft.com/office/drawing/2014/main" id="{E2A9C620-525B-09F4-11B4-4E00D3B068A0}"/>
                    </a:ext>
                  </a:extLst>
                </p14:cNvPr>
                <p14:cNvContentPartPr/>
                <p14:nvPr/>
              </p14:nvContentPartPr>
              <p14:xfrm>
                <a:off x="5834512" y="3874172"/>
                <a:ext cx="39960" cy="12240"/>
              </p14:xfrm>
            </p:contentPart>
          </mc:Choice>
          <mc:Fallback xmlns="">
            <p:pic>
              <p:nvPicPr>
                <p:cNvPr id="75" name="Ink 74">
                  <a:extLst>
                    <a:ext uri="{FF2B5EF4-FFF2-40B4-BE49-F238E27FC236}">
                      <a16:creationId xmlns:a16="http://schemas.microsoft.com/office/drawing/2014/main" id="{E2A9C620-525B-09F4-11B4-4E00D3B068A0}"/>
                    </a:ext>
                  </a:extLst>
                </p:cNvPr>
                <p:cNvPicPr/>
                <p:nvPr/>
              </p:nvPicPr>
              <p:blipFill>
                <a:blip r:embed="rId135"/>
                <a:stretch>
                  <a:fillRect/>
                </a:stretch>
              </p:blipFill>
              <p:spPr>
                <a:xfrm>
                  <a:off x="5825872" y="3865532"/>
                  <a:ext cx="576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6" name="Ink 75">
                  <a:extLst>
                    <a:ext uri="{FF2B5EF4-FFF2-40B4-BE49-F238E27FC236}">
                      <a16:creationId xmlns:a16="http://schemas.microsoft.com/office/drawing/2014/main" id="{1D70234B-3921-A072-CF40-4357E55240A9}"/>
                    </a:ext>
                  </a:extLst>
                </p14:cNvPr>
                <p14:cNvContentPartPr/>
                <p14:nvPr/>
              </p14:nvContentPartPr>
              <p14:xfrm>
                <a:off x="6019192" y="4012052"/>
                <a:ext cx="158760" cy="132840"/>
              </p14:xfrm>
            </p:contentPart>
          </mc:Choice>
          <mc:Fallback xmlns="">
            <p:pic>
              <p:nvPicPr>
                <p:cNvPr id="76" name="Ink 75">
                  <a:extLst>
                    <a:ext uri="{FF2B5EF4-FFF2-40B4-BE49-F238E27FC236}">
                      <a16:creationId xmlns:a16="http://schemas.microsoft.com/office/drawing/2014/main" id="{1D70234B-3921-A072-CF40-4357E55240A9}"/>
                    </a:ext>
                  </a:extLst>
                </p:cNvPr>
                <p:cNvPicPr/>
                <p:nvPr/>
              </p:nvPicPr>
              <p:blipFill>
                <a:blip r:embed="rId137"/>
                <a:stretch>
                  <a:fillRect/>
                </a:stretch>
              </p:blipFill>
              <p:spPr>
                <a:xfrm>
                  <a:off x="6010192" y="4003052"/>
                  <a:ext cx="1764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8" name="Ink 77">
                  <a:extLst>
                    <a:ext uri="{FF2B5EF4-FFF2-40B4-BE49-F238E27FC236}">
                      <a16:creationId xmlns:a16="http://schemas.microsoft.com/office/drawing/2014/main" id="{FE29A468-0FF6-E167-BE55-DBBC47D4038B}"/>
                    </a:ext>
                  </a:extLst>
                </p14:cNvPr>
                <p14:cNvContentPartPr/>
                <p14:nvPr/>
              </p14:nvContentPartPr>
              <p14:xfrm>
                <a:off x="6631192" y="3834572"/>
                <a:ext cx="419400" cy="224280"/>
              </p14:xfrm>
            </p:contentPart>
          </mc:Choice>
          <mc:Fallback xmlns="">
            <p:pic>
              <p:nvPicPr>
                <p:cNvPr id="78" name="Ink 77">
                  <a:extLst>
                    <a:ext uri="{FF2B5EF4-FFF2-40B4-BE49-F238E27FC236}">
                      <a16:creationId xmlns:a16="http://schemas.microsoft.com/office/drawing/2014/main" id="{FE29A468-0FF6-E167-BE55-DBBC47D4038B}"/>
                    </a:ext>
                  </a:extLst>
                </p:cNvPr>
                <p:cNvPicPr/>
                <p:nvPr/>
              </p:nvPicPr>
              <p:blipFill>
                <a:blip r:embed="rId139"/>
                <a:stretch>
                  <a:fillRect/>
                </a:stretch>
              </p:blipFill>
              <p:spPr>
                <a:xfrm>
                  <a:off x="6622192" y="3825572"/>
                  <a:ext cx="4370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9" name="Ink 78">
                  <a:extLst>
                    <a:ext uri="{FF2B5EF4-FFF2-40B4-BE49-F238E27FC236}">
                      <a16:creationId xmlns:a16="http://schemas.microsoft.com/office/drawing/2014/main" id="{81B712D0-8296-1E32-364A-6164A64E1EBE}"/>
                    </a:ext>
                  </a:extLst>
                </p14:cNvPr>
                <p14:cNvContentPartPr/>
                <p14:nvPr/>
              </p14:nvContentPartPr>
              <p14:xfrm>
                <a:off x="6955552" y="3999812"/>
                <a:ext cx="175320" cy="99360"/>
              </p14:xfrm>
            </p:contentPart>
          </mc:Choice>
          <mc:Fallback xmlns="">
            <p:pic>
              <p:nvPicPr>
                <p:cNvPr id="79" name="Ink 78">
                  <a:extLst>
                    <a:ext uri="{FF2B5EF4-FFF2-40B4-BE49-F238E27FC236}">
                      <a16:creationId xmlns:a16="http://schemas.microsoft.com/office/drawing/2014/main" id="{81B712D0-8296-1E32-364A-6164A64E1EBE}"/>
                    </a:ext>
                  </a:extLst>
                </p:cNvPr>
                <p:cNvPicPr/>
                <p:nvPr/>
              </p:nvPicPr>
              <p:blipFill>
                <a:blip r:embed="rId141"/>
                <a:stretch>
                  <a:fillRect/>
                </a:stretch>
              </p:blipFill>
              <p:spPr>
                <a:xfrm>
                  <a:off x="6946552" y="3990812"/>
                  <a:ext cx="1929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0" name="Ink 79">
                  <a:extLst>
                    <a:ext uri="{FF2B5EF4-FFF2-40B4-BE49-F238E27FC236}">
                      <a16:creationId xmlns:a16="http://schemas.microsoft.com/office/drawing/2014/main" id="{225C1922-99CF-AE24-5AFF-B76A55880477}"/>
                    </a:ext>
                  </a:extLst>
                </p14:cNvPr>
                <p14:cNvContentPartPr/>
                <p14:nvPr/>
              </p14:nvContentPartPr>
              <p14:xfrm>
                <a:off x="6616072" y="4212932"/>
                <a:ext cx="90000" cy="149040"/>
              </p14:xfrm>
            </p:contentPart>
          </mc:Choice>
          <mc:Fallback xmlns="">
            <p:pic>
              <p:nvPicPr>
                <p:cNvPr id="80" name="Ink 79">
                  <a:extLst>
                    <a:ext uri="{FF2B5EF4-FFF2-40B4-BE49-F238E27FC236}">
                      <a16:creationId xmlns:a16="http://schemas.microsoft.com/office/drawing/2014/main" id="{225C1922-99CF-AE24-5AFF-B76A55880477}"/>
                    </a:ext>
                  </a:extLst>
                </p:cNvPr>
                <p:cNvPicPr/>
                <p:nvPr/>
              </p:nvPicPr>
              <p:blipFill>
                <a:blip r:embed="rId143"/>
                <a:stretch>
                  <a:fillRect/>
                </a:stretch>
              </p:blipFill>
              <p:spPr>
                <a:xfrm>
                  <a:off x="6607432" y="4203932"/>
                  <a:ext cx="1076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1" name="Ink 80">
                  <a:extLst>
                    <a:ext uri="{FF2B5EF4-FFF2-40B4-BE49-F238E27FC236}">
                      <a16:creationId xmlns:a16="http://schemas.microsoft.com/office/drawing/2014/main" id="{3B54E6CC-0AA3-8E1F-0C3A-E19DDDA4101F}"/>
                    </a:ext>
                  </a:extLst>
                </p14:cNvPr>
                <p14:cNvContentPartPr/>
                <p14:nvPr/>
              </p14:nvContentPartPr>
              <p14:xfrm>
                <a:off x="6662152" y="4240292"/>
                <a:ext cx="463320" cy="136080"/>
              </p14:xfrm>
            </p:contentPart>
          </mc:Choice>
          <mc:Fallback xmlns="">
            <p:pic>
              <p:nvPicPr>
                <p:cNvPr id="81" name="Ink 80">
                  <a:extLst>
                    <a:ext uri="{FF2B5EF4-FFF2-40B4-BE49-F238E27FC236}">
                      <a16:creationId xmlns:a16="http://schemas.microsoft.com/office/drawing/2014/main" id="{3B54E6CC-0AA3-8E1F-0C3A-E19DDDA4101F}"/>
                    </a:ext>
                  </a:extLst>
                </p:cNvPr>
                <p:cNvPicPr/>
                <p:nvPr/>
              </p:nvPicPr>
              <p:blipFill>
                <a:blip r:embed="rId145"/>
                <a:stretch>
                  <a:fillRect/>
                </a:stretch>
              </p:blipFill>
              <p:spPr>
                <a:xfrm>
                  <a:off x="6653152" y="4231292"/>
                  <a:ext cx="480960" cy="153720"/>
                </a:xfrm>
                <a:prstGeom prst="rect">
                  <a:avLst/>
                </a:prstGeom>
              </p:spPr>
            </p:pic>
          </mc:Fallback>
        </mc:AlternateContent>
      </p:grpSp>
      <p:grpSp>
        <p:nvGrpSpPr>
          <p:cNvPr id="100" name="Group 99">
            <a:extLst>
              <a:ext uri="{FF2B5EF4-FFF2-40B4-BE49-F238E27FC236}">
                <a16:creationId xmlns:a16="http://schemas.microsoft.com/office/drawing/2014/main" id="{EE1707F8-0556-AD76-F319-DC20F6D790B2}"/>
              </a:ext>
            </a:extLst>
          </p:cNvPr>
          <p:cNvGrpSpPr/>
          <p:nvPr/>
        </p:nvGrpSpPr>
        <p:grpSpPr>
          <a:xfrm>
            <a:off x="4457512" y="1819652"/>
            <a:ext cx="4713120" cy="1686240"/>
            <a:chOff x="4457512" y="1819652"/>
            <a:chExt cx="4713120" cy="1686240"/>
          </a:xfrm>
        </p:grpSpPr>
        <mc:AlternateContent xmlns:mc="http://schemas.openxmlformats.org/markup-compatibility/2006" xmlns:p14="http://schemas.microsoft.com/office/powerpoint/2010/main">
          <mc:Choice Requires="p14">
            <p:contentPart p14:bwMode="auto" r:id="rId146">
              <p14:nvContentPartPr>
                <p14:cNvPr id="83" name="Ink 82">
                  <a:extLst>
                    <a:ext uri="{FF2B5EF4-FFF2-40B4-BE49-F238E27FC236}">
                      <a16:creationId xmlns:a16="http://schemas.microsoft.com/office/drawing/2014/main" id="{3562BFA2-5652-8B1D-D804-1D19CB698DD3}"/>
                    </a:ext>
                  </a:extLst>
                </p14:cNvPr>
                <p14:cNvContentPartPr/>
                <p14:nvPr/>
              </p14:nvContentPartPr>
              <p14:xfrm>
                <a:off x="6117832" y="3108092"/>
                <a:ext cx="36360" cy="397800"/>
              </p14:xfrm>
            </p:contentPart>
          </mc:Choice>
          <mc:Fallback xmlns="">
            <p:pic>
              <p:nvPicPr>
                <p:cNvPr id="83" name="Ink 82">
                  <a:extLst>
                    <a:ext uri="{FF2B5EF4-FFF2-40B4-BE49-F238E27FC236}">
                      <a16:creationId xmlns:a16="http://schemas.microsoft.com/office/drawing/2014/main" id="{3562BFA2-5652-8B1D-D804-1D19CB698DD3}"/>
                    </a:ext>
                  </a:extLst>
                </p:cNvPr>
                <p:cNvPicPr/>
                <p:nvPr/>
              </p:nvPicPr>
              <p:blipFill>
                <a:blip r:embed="rId147"/>
                <a:stretch>
                  <a:fillRect/>
                </a:stretch>
              </p:blipFill>
              <p:spPr>
                <a:xfrm>
                  <a:off x="6109192" y="3099452"/>
                  <a:ext cx="5400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4" name="Ink 83">
                  <a:extLst>
                    <a:ext uri="{FF2B5EF4-FFF2-40B4-BE49-F238E27FC236}">
                      <a16:creationId xmlns:a16="http://schemas.microsoft.com/office/drawing/2014/main" id="{F91F684F-AEB8-61EB-52C6-710AB1D9FDB1}"/>
                    </a:ext>
                  </a:extLst>
                </p14:cNvPr>
                <p14:cNvContentPartPr/>
                <p14:nvPr/>
              </p14:nvContentPartPr>
              <p14:xfrm>
                <a:off x="5991832" y="3139412"/>
                <a:ext cx="227880" cy="140760"/>
              </p14:xfrm>
            </p:contentPart>
          </mc:Choice>
          <mc:Fallback xmlns="">
            <p:pic>
              <p:nvPicPr>
                <p:cNvPr id="84" name="Ink 83">
                  <a:extLst>
                    <a:ext uri="{FF2B5EF4-FFF2-40B4-BE49-F238E27FC236}">
                      <a16:creationId xmlns:a16="http://schemas.microsoft.com/office/drawing/2014/main" id="{F91F684F-AEB8-61EB-52C6-710AB1D9FDB1}"/>
                    </a:ext>
                  </a:extLst>
                </p:cNvPr>
                <p:cNvPicPr/>
                <p:nvPr/>
              </p:nvPicPr>
              <p:blipFill>
                <a:blip r:embed="rId149"/>
                <a:stretch>
                  <a:fillRect/>
                </a:stretch>
              </p:blipFill>
              <p:spPr>
                <a:xfrm>
                  <a:off x="5983192" y="3130412"/>
                  <a:ext cx="2455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5" name="Ink 84">
                  <a:extLst>
                    <a:ext uri="{FF2B5EF4-FFF2-40B4-BE49-F238E27FC236}">
                      <a16:creationId xmlns:a16="http://schemas.microsoft.com/office/drawing/2014/main" id="{75F54148-E5D9-DE9E-36F9-5E16715183EC}"/>
                    </a:ext>
                  </a:extLst>
                </p14:cNvPr>
                <p14:cNvContentPartPr/>
                <p14:nvPr/>
              </p14:nvContentPartPr>
              <p14:xfrm>
                <a:off x="4457512" y="1819652"/>
                <a:ext cx="3929400" cy="1220760"/>
              </p14:xfrm>
            </p:contentPart>
          </mc:Choice>
          <mc:Fallback xmlns="">
            <p:pic>
              <p:nvPicPr>
                <p:cNvPr id="85" name="Ink 84">
                  <a:extLst>
                    <a:ext uri="{FF2B5EF4-FFF2-40B4-BE49-F238E27FC236}">
                      <a16:creationId xmlns:a16="http://schemas.microsoft.com/office/drawing/2014/main" id="{75F54148-E5D9-DE9E-36F9-5E16715183EC}"/>
                    </a:ext>
                  </a:extLst>
                </p:cNvPr>
                <p:cNvPicPr/>
                <p:nvPr/>
              </p:nvPicPr>
              <p:blipFill>
                <a:blip r:embed="rId151"/>
                <a:stretch>
                  <a:fillRect/>
                </a:stretch>
              </p:blipFill>
              <p:spPr>
                <a:xfrm>
                  <a:off x="4448872" y="1810652"/>
                  <a:ext cx="3947040" cy="12384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7" name="Ink 86">
                  <a:extLst>
                    <a:ext uri="{FF2B5EF4-FFF2-40B4-BE49-F238E27FC236}">
                      <a16:creationId xmlns:a16="http://schemas.microsoft.com/office/drawing/2014/main" id="{999DB5B8-189F-B1A7-B9D5-B7EE84EE5A1B}"/>
                    </a:ext>
                  </a:extLst>
                </p14:cNvPr>
                <p14:cNvContentPartPr/>
                <p14:nvPr/>
              </p14:nvContentPartPr>
              <p14:xfrm>
                <a:off x="6017392" y="2292692"/>
                <a:ext cx="207360" cy="199440"/>
              </p14:xfrm>
            </p:contentPart>
          </mc:Choice>
          <mc:Fallback xmlns="">
            <p:pic>
              <p:nvPicPr>
                <p:cNvPr id="87" name="Ink 86">
                  <a:extLst>
                    <a:ext uri="{FF2B5EF4-FFF2-40B4-BE49-F238E27FC236}">
                      <a16:creationId xmlns:a16="http://schemas.microsoft.com/office/drawing/2014/main" id="{999DB5B8-189F-B1A7-B9D5-B7EE84EE5A1B}"/>
                    </a:ext>
                  </a:extLst>
                </p:cNvPr>
                <p:cNvPicPr/>
                <p:nvPr/>
              </p:nvPicPr>
              <p:blipFill>
                <a:blip r:embed="rId153"/>
                <a:stretch>
                  <a:fillRect/>
                </a:stretch>
              </p:blipFill>
              <p:spPr>
                <a:xfrm>
                  <a:off x="6008752" y="2284052"/>
                  <a:ext cx="22500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8" name="Ink 87">
                  <a:extLst>
                    <a:ext uri="{FF2B5EF4-FFF2-40B4-BE49-F238E27FC236}">
                      <a16:creationId xmlns:a16="http://schemas.microsoft.com/office/drawing/2014/main" id="{0F902E6B-7613-C986-2C7B-BC145302A272}"/>
                    </a:ext>
                  </a:extLst>
                </p14:cNvPr>
                <p14:cNvContentPartPr/>
                <p14:nvPr/>
              </p14:nvContentPartPr>
              <p14:xfrm>
                <a:off x="6338512" y="2284412"/>
                <a:ext cx="28080" cy="205200"/>
              </p14:xfrm>
            </p:contentPart>
          </mc:Choice>
          <mc:Fallback xmlns="">
            <p:pic>
              <p:nvPicPr>
                <p:cNvPr id="88" name="Ink 87">
                  <a:extLst>
                    <a:ext uri="{FF2B5EF4-FFF2-40B4-BE49-F238E27FC236}">
                      <a16:creationId xmlns:a16="http://schemas.microsoft.com/office/drawing/2014/main" id="{0F902E6B-7613-C986-2C7B-BC145302A272}"/>
                    </a:ext>
                  </a:extLst>
                </p:cNvPr>
                <p:cNvPicPr/>
                <p:nvPr/>
              </p:nvPicPr>
              <p:blipFill>
                <a:blip r:embed="rId155"/>
                <a:stretch>
                  <a:fillRect/>
                </a:stretch>
              </p:blipFill>
              <p:spPr>
                <a:xfrm>
                  <a:off x="6329512" y="2275412"/>
                  <a:ext cx="457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89" name="Ink 88">
                  <a:extLst>
                    <a:ext uri="{FF2B5EF4-FFF2-40B4-BE49-F238E27FC236}">
                      <a16:creationId xmlns:a16="http://schemas.microsoft.com/office/drawing/2014/main" id="{DE32AC0E-90FD-DD1A-2828-1D025575D19F}"/>
                    </a:ext>
                  </a:extLst>
                </p14:cNvPr>
                <p14:cNvContentPartPr/>
                <p14:nvPr/>
              </p14:nvContentPartPr>
              <p14:xfrm>
                <a:off x="6505192" y="2370092"/>
                <a:ext cx="120960" cy="158040"/>
              </p14:xfrm>
            </p:contentPart>
          </mc:Choice>
          <mc:Fallback xmlns="">
            <p:pic>
              <p:nvPicPr>
                <p:cNvPr id="89" name="Ink 88">
                  <a:extLst>
                    <a:ext uri="{FF2B5EF4-FFF2-40B4-BE49-F238E27FC236}">
                      <a16:creationId xmlns:a16="http://schemas.microsoft.com/office/drawing/2014/main" id="{DE32AC0E-90FD-DD1A-2828-1D025575D19F}"/>
                    </a:ext>
                  </a:extLst>
                </p:cNvPr>
                <p:cNvPicPr/>
                <p:nvPr/>
              </p:nvPicPr>
              <p:blipFill>
                <a:blip r:embed="rId157"/>
                <a:stretch>
                  <a:fillRect/>
                </a:stretch>
              </p:blipFill>
              <p:spPr>
                <a:xfrm>
                  <a:off x="6496552" y="2361092"/>
                  <a:ext cx="1386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0" name="Ink 89">
                  <a:extLst>
                    <a:ext uri="{FF2B5EF4-FFF2-40B4-BE49-F238E27FC236}">
                      <a16:creationId xmlns:a16="http://schemas.microsoft.com/office/drawing/2014/main" id="{5469D246-9734-31F1-E747-628E3E4478E3}"/>
                    </a:ext>
                  </a:extLst>
                </p14:cNvPr>
                <p14:cNvContentPartPr/>
                <p14:nvPr/>
              </p14:nvContentPartPr>
              <p14:xfrm>
                <a:off x="6749272" y="2395292"/>
                <a:ext cx="116640" cy="138600"/>
              </p14:xfrm>
            </p:contentPart>
          </mc:Choice>
          <mc:Fallback xmlns="">
            <p:pic>
              <p:nvPicPr>
                <p:cNvPr id="90" name="Ink 89">
                  <a:extLst>
                    <a:ext uri="{FF2B5EF4-FFF2-40B4-BE49-F238E27FC236}">
                      <a16:creationId xmlns:a16="http://schemas.microsoft.com/office/drawing/2014/main" id="{5469D246-9734-31F1-E747-628E3E4478E3}"/>
                    </a:ext>
                  </a:extLst>
                </p:cNvPr>
                <p:cNvPicPr/>
                <p:nvPr/>
              </p:nvPicPr>
              <p:blipFill>
                <a:blip r:embed="rId159"/>
                <a:stretch>
                  <a:fillRect/>
                </a:stretch>
              </p:blipFill>
              <p:spPr>
                <a:xfrm>
                  <a:off x="6740632" y="2386652"/>
                  <a:ext cx="1342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1" name="Ink 90">
                  <a:extLst>
                    <a:ext uri="{FF2B5EF4-FFF2-40B4-BE49-F238E27FC236}">
                      <a16:creationId xmlns:a16="http://schemas.microsoft.com/office/drawing/2014/main" id="{D02FF84F-F7E0-7C91-9FD3-8DDA31B1C1B9}"/>
                    </a:ext>
                  </a:extLst>
                </p14:cNvPr>
                <p14:cNvContentPartPr/>
                <p14:nvPr/>
              </p14:nvContentPartPr>
              <p14:xfrm>
                <a:off x="6780952" y="2399612"/>
                <a:ext cx="100440" cy="88560"/>
              </p14:xfrm>
            </p:contentPart>
          </mc:Choice>
          <mc:Fallback xmlns="">
            <p:pic>
              <p:nvPicPr>
                <p:cNvPr id="91" name="Ink 90">
                  <a:extLst>
                    <a:ext uri="{FF2B5EF4-FFF2-40B4-BE49-F238E27FC236}">
                      <a16:creationId xmlns:a16="http://schemas.microsoft.com/office/drawing/2014/main" id="{D02FF84F-F7E0-7C91-9FD3-8DDA31B1C1B9}"/>
                    </a:ext>
                  </a:extLst>
                </p:cNvPr>
                <p:cNvPicPr/>
                <p:nvPr/>
              </p:nvPicPr>
              <p:blipFill>
                <a:blip r:embed="rId161"/>
                <a:stretch>
                  <a:fillRect/>
                </a:stretch>
              </p:blipFill>
              <p:spPr>
                <a:xfrm>
                  <a:off x="6772312" y="2390612"/>
                  <a:ext cx="1180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2" name="Ink 91">
                  <a:extLst>
                    <a:ext uri="{FF2B5EF4-FFF2-40B4-BE49-F238E27FC236}">
                      <a16:creationId xmlns:a16="http://schemas.microsoft.com/office/drawing/2014/main" id="{DC8482AE-96B5-857B-9851-9F74A6619802}"/>
                    </a:ext>
                  </a:extLst>
                </p14:cNvPr>
                <p14:cNvContentPartPr/>
                <p14:nvPr/>
              </p14:nvContentPartPr>
              <p14:xfrm>
                <a:off x="6422032" y="2206292"/>
                <a:ext cx="95760" cy="315720"/>
              </p14:xfrm>
            </p:contentPart>
          </mc:Choice>
          <mc:Fallback xmlns="">
            <p:pic>
              <p:nvPicPr>
                <p:cNvPr id="92" name="Ink 91">
                  <a:extLst>
                    <a:ext uri="{FF2B5EF4-FFF2-40B4-BE49-F238E27FC236}">
                      <a16:creationId xmlns:a16="http://schemas.microsoft.com/office/drawing/2014/main" id="{DC8482AE-96B5-857B-9851-9F74A6619802}"/>
                    </a:ext>
                  </a:extLst>
                </p:cNvPr>
                <p:cNvPicPr/>
                <p:nvPr/>
              </p:nvPicPr>
              <p:blipFill>
                <a:blip r:embed="rId163"/>
                <a:stretch>
                  <a:fillRect/>
                </a:stretch>
              </p:blipFill>
              <p:spPr>
                <a:xfrm>
                  <a:off x="6413392" y="2197292"/>
                  <a:ext cx="11340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3" name="Ink 92">
                  <a:extLst>
                    <a:ext uri="{FF2B5EF4-FFF2-40B4-BE49-F238E27FC236}">
                      <a16:creationId xmlns:a16="http://schemas.microsoft.com/office/drawing/2014/main" id="{7AD5B750-4F7A-3142-60F2-F12B59324554}"/>
                    </a:ext>
                  </a:extLst>
                </p14:cNvPr>
                <p14:cNvContentPartPr/>
                <p14:nvPr/>
              </p14:nvContentPartPr>
              <p14:xfrm>
                <a:off x="7152472" y="2248772"/>
                <a:ext cx="268560" cy="732600"/>
              </p14:xfrm>
            </p:contentPart>
          </mc:Choice>
          <mc:Fallback xmlns="">
            <p:pic>
              <p:nvPicPr>
                <p:cNvPr id="93" name="Ink 92">
                  <a:extLst>
                    <a:ext uri="{FF2B5EF4-FFF2-40B4-BE49-F238E27FC236}">
                      <a16:creationId xmlns:a16="http://schemas.microsoft.com/office/drawing/2014/main" id="{7AD5B750-4F7A-3142-60F2-F12B59324554}"/>
                    </a:ext>
                  </a:extLst>
                </p:cNvPr>
                <p:cNvPicPr/>
                <p:nvPr/>
              </p:nvPicPr>
              <p:blipFill>
                <a:blip r:embed="rId165"/>
                <a:stretch>
                  <a:fillRect/>
                </a:stretch>
              </p:blipFill>
              <p:spPr>
                <a:xfrm>
                  <a:off x="7143472" y="2240132"/>
                  <a:ext cx="286200" cy="7502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4" name="Ink 93">
                  <a:extLst>
                    <a:ext uri="{FF2B5EF4-FFF2-40B4-BE49-F238E27FC236}">
                      <a16:creationId xmlns:a16="http://schemas.microsoft.com/office/drawing/2014/main" id="{7A276864-3D1E-E272-62B3-6E6D60FBB1A6}"/>
                    </a:ext>
                  </a:extLst>
                </p14:cNvPr>
                <p14:cNvContentPartPr/>
                <p14:nvPr/>
              </p14:nvContentPartPr>
              <p14:xfrm>
                <a:off x="7130872" y="2756012"/>
                <a:ext cx="253080" cy="118440"/>
              </p14:xfrm>
            </p:contentPart>
          </mc:Choice>
          <mc:Fallback xmlns="">
            <p:pic>
              <p:nvPicPr>
                <p:cNvPr id="94" name="Ink 93">
                  <a:extLst>
                    <a:ext uri="{FF2B5EF4-FFF2-40B4-BE49-F238E27FC236}">
                      <a16:creationId xmlns:a16="http://schemas.microsoft.com/office/drawing/2014/main" id="{7A276864-3D1E-E272-62B3-6E6D60FBB1A6}"/>
                    </a:ext>
                  </a:extLst>
                </p:cNvPr>
                <p:cNvPicPr/>
                <p:nvPr/>
              </p:nvPicPr>
              <p:blipFill>
                <a:blip r:embed="rId167"/>
                <a:stretch>
                  <a:fillRect/>
                </a:stretch>
              </p:blipFill>
              <p:spPr>
                <a:xfrm>
                  <a:off x="7121872" y="2747372"/>
                  <a:ext cx="2707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5" name="Ink 94">
                  <a:extLst>
                    <a:ext uri="{FF2B5EF4-FFF2-40B4-BE49-F238E27FC236}">
                      <a16:creationId xmlns:a16="http://schemas.microsoft.com/office/drawing/2014/main" id="{CE930684-627C-75E3-12B1-B779B347463A}"/>
                    </a:ext>
                  </a:extLst>
                </p14:cNvPr>
                <p14:cNvContentPartPr/>
                <p14:nvPr/>
              </p14:nvContentPartPr>
              <p14:xfrm>
                <a:off x="7434712" y="2639012"/>
                <a:ext cx="18720" cy="71640"/>
              </p14:xfrm>
            </p:contentPart>
          </mc:Choice>
          <mc:Fallback xmlns="">
            <p:pic>
              <p:nvPicPr>
                <p:cNvPr id="95" name="Ink 94">
                  <a:extLst>
                    <a:ext uri="{FF2B5EF4-FFF2-40B4-BE49-F238E27FC236}">
                      <a16:creationId xmlns:a16="http://schemas.microsoft.com/office/drawing/2014/main" id="{CE930684-627C-75E3-12B1-B779B347463A}"/>
                    </a:ext>
                  </a:extLst>
                </p:cNvPr>
                <p:cNvPicPr/>
                <p:nvPr/>
              </p:nvPicPr>
              <p:blipFill>
                <a:blip r:embed="rId169"/>
                <a:stretch>
                  <a:fillRect/>
                </a:stretch>
              </p:blipFill>
              <p:spPr>
                <a:xfrm>
                  <a:off x="7425712" y="2630012"/>
                  <a:ext cx="363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6" name="Ink 95">
                  <a:extLst>
                    <a:ext uri="{FF2B5EF4-FFF2-40B4-BE49-F238E27FC236}">
                      <a16:creationId xmlns:a16="http://schemas.microsoft.com/office/drawing/2014/main" id="{A0ED5827-224E-7F86-D3F0-42675717AB68}"/>
                    </a:ext>
                  </a:extLst>
                </p14:cNvPr>
                <p14:cNvContentPartPr/>
                <p14:nvPr/>
              </p14:nvContentPartPr>
              <p14:xfrm>
                <a:off x="7547392" y="2720732"/>
                <a:ext cx="345960" cy="185040"/>
              </p14:xfrm>
            </p:contentPart>
          </mc:Choice>
          <mc:Fallback xmlns="">
            <p:pic>
              <p:nvPicPr>
                <p:cNvPr id="96" name="Ink 95">
                  <a:extLst>
                    <a:ext uri="{FF2B5EF4-FFF2-40B4-BE49-F238E27FC236}">
                      <a16:creationId xmlns:a16="http://schemas.microsoft.com/office/drawing/2014/main" id="{A0ED5827-224E-7F86-D3F0-42675717AB68}"/>
                    </a:ext>
                  </a:extLst>
                </p:cNvPr>
                <p:cNvPicPr/>
                <p:nvPr/>
              </p:nvPicPr>
              <p:blipFill>
                <a:blip r:embed="rId171"/>
                <a:stretch>
                  <a:fillRect/>
                </a:stretch>
              </p:blipFill>
              <p:spPr>
                <a:xfrm>
                  <a:off x="7538392" y="2711732"/>
                  <a:ext cx="3636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7" name="Ink 96">
                  <a:extLst>
                    <a:ext uri="{FF2B5EF4-FFF2-40B4-BE49-F238E27FC236}">
                      <a16:creationId xmlns:a16="http://schemas.microsoft.com/office/drawing/2014/main" id="{C9B744DC-BE7C-7D0B-C8AF-DDF98E1209FD}"/>
                    </a:ext>
                  </a:extLst>
                </p14:cNvPr>
                <p14:cNvContentPartPr/>
                <p14:nvPr/>
              </p14:nvContentPartPr>
              <p14:xfrm>
                <a:off x="8757352" y="2567012"/>
                <a:ext cx="224280" cy="241560"/>
              </p14:xfrm>
            </p:contentPart>
          </mc:Choice>
          <mc:Fallback xmlns="">
            <p:pic>
              <p:nvPicPr>
                <p:cNvPr id="97" name="Ink 96">
                  <a:extLst>
                    <a:ext uri="{FF2B5EF4-FFF2-40B4-BE49-F238E27FC236}">
                      <a16:creationId xmlns:a16="http://schemas.microsoft.com/office/drawing/2014/main" id="{C9B744DC-BE7C-7D0B-C8AF-DDF98E1209FD}"/>
                    </a:ext>
                  </a:extLst>
                </p:cNvPr>
                <p:cNvPicPr/>
                <p:nvPr/>
              </p:nvPicPr>
              <p:blipFill>
                <a:blip r:embed="rId173"/>
                <a:stretch>
                  <a:fillRect/>
                </a:stretch>
              </p:blipFill>
              <p:spPr>
                <a:xfrm>
                  <a:off x="8748352" y="2558372"/>
                  <a:ext cx="24192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8" name="Ink 97">
                  <a:extLst>
                    <a:ext uri="{FF2B5EF4-FFF2-40B4-BE49-F238E27FC236}">
                      <a16:creationId xmlns:a16="http://schemas.microsoft.com/office/drawing/2014/main" id="{235CAB4B-E874-B993-778D-6CABF9AF4C4C}"/>
                    </a:ext>
                  </a:extLst>
                </p14:cNvPr>
                <p14:cNvContentPartPr/>
                <p14:nvPr/>
              </p14:nvContentPartPr>
              <p14:xfrm>
                <a:off x="9143632" y="2615252"/>
                <a:ext cx="27000" cy="155160"/>
              </p14:xfrm>
            </p:contentPart>
          </mc:Choice>
          <mc:Fallback xmlns="">
            <p:pic>
              <p:nvPicPr>
                <p:cNvPr id="98" name="Ink 97">
                  <a:extLst>
                    <a:ext uri="{FF2B5EF4-FFF2-40B4-BE49-F238E27FC236}">
                      <a16:creationId xmlns:a16="http://schemas.microsoft.com/office/drawing/2014/main" id="{235CAB4B-E874-B993-778D-6CABF9AF4C4C}"/>
                    </a:ext>
                  </a:extLst>
                </p:cNvPr>
                <p:cNvPicPr/>
                <p:nvPr/>
              </p:nvPicPr>
              <p:blipFill>
                <a:blip r:embed="rId175"/>
                <a:stretch>
                  <a:fillRect/>
                </a:stretch>
              </p:blipFill>
              <p:spPr>
                <a:xfrm>
                  <a:off x="9134992" y="2606252"/>
                  <a:ext cx="44640" cy="172800"/>
                </a:xfrm>
                <a:prstGeom prst="rect">
                  <a:avLst/>
                </a:prstGeom>
              </p:spPr>
            </p:pic>
          </mc:Fallback>
        </mc:AlternateContent>
      </p:grpSp>
      <p:grpSp>
        <p:nvGrpSpPr>
          <p:cNvPr id="111" name="Group 110">
            <a:extLst>
              <a:ext uri="{FF2B5EF4-FFF2-40B4-BE49-F238E27FC236}">
                <a16:creationId xmlns:a16="http://schemas.microsoft.com/office/drawing/2014/main" id="{002DBA4E-4D77-41D2-576B-C82A9C7AD97F}"/>
              </a:ext>
            </a:extLst>
          </p:cNvPr>
          <p:cNvGrpSpPr/>
          <p:nvPr/>
        </p:nvGrpSpPr>
        <p:grpSpPr>
          <a:xfrm>
            <a:off x="3632032" y="5477252"/>
            <a:ext cx="499680" cy="271080"/>
            <a:chOff x="3632032" y="5477252"/>
            <a:chExt cx="499680" cy="271080"/>
          </a:xfrm>
        </p:grpSpPr>
        <mc:AlternateContent xmlns:mc="http://schemas.openxmlformats.org/markup-compatibility/2006" xmlns:p14="http://schemas.microsoft.com/office/powerpoint/2010/main">
          <mc:Choice Requires="p14">
            <p:contentPart p14:bwMode="auto" r:id="rId176">
              <p14:nvContentPartPr>
                <p14:cNvPr id="101" name="Ink 100">
                  <a:extLst>
                    <a:ext uri="{FF2B5EF4-FFF2-40B4-BE49-F238E27FC236}">
                      <a16:creationId xmlns:a16="http://schemas.microsoft.com/office/drawing/2014/main" id="{DA9D023D-19AB-3A7B-D659-8F25915877D7}"/>
                    </a:ext>
                  </a:extLst>
                </p14:cNvPr>
                <p14:cNvContentPartPr/>
                <p14:nvPr/>
              </p14:nvContentPartPr>
              <p14:xfrm>
                <a:off x="3632032" y="5477252"/>
                <a:ext cx="248400" cy="270720"/>
              </p14:xfrm>
            </p:contentPart>
          </mc:Choice>
          <mc:Fallback xmlns="">
            <p:pic>
              <p:nvPicPr>
                <p:cNvPr id="101" name="Ink 100">
                  <a:extLst>
                    <a:ext uri="{FF2B5EF4-FFF2-40B4-BE49-F238E27FC236}">
                      <a16:creationId xmlns:a16="http://schemas.microsoft.com/office/drawing/2014/main" id="{DA9D023D-19AB-3A7B-D659-8F25915877D7}"/>
                    </a:ext>
                  </a:extLst>
                </p:cNvPr>
                <p:cNvPicPr/>
                <p:nvPr/>
              </p:nvPicPr>
              <p:blipFill>
                <a:blip r:embed="rId177"/>
                <a:stretch>
                  <a:fillRect/>
                </a:stretch>
              </p:blipFill>
              <p:spPr>
                <a:xfrm>
                  <a:off x="3623392" y="5468252"/>
                  <a:ext cx="26604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2" name="Ink 101">
                  <a:extLst>
                    <a:ext uri="{FF2B5EF4-FFF2-40B4-BE49-F238E27FC236}">
                      <a16:creationId xmlns:a16="http://schemas.microsoft.com/office/drawing/2014/main" id="{F1513A95-F896-4939-D3BF-06AAB21D65AA}"/>
                    </a:ext>
                  </a:extLst>
                </p14:cNvPr>
                <p14:cNvContentPartPr/>
                <p14:nvPr/>
              </p14:nvContentPartPr>
              <p14:xfrm>
                <a:off x="3959992" y="5512892"/>
                <a:ext cx="171720" cy="235440"/>
              </p14:xfrm>
            </p:contentPart>
          </mc:Choice>
          <mc:Fallback xmlns="">
            <p:pic>
              <p:nvPicPr>
                <p:cNvPr id="102" name="Ink 101">
                  <a:extLst>
                    <a:ext uri="{FF2B5EF4-FFF2-40B4-BE49-F238E27FC236}">
                      <a16:creationId xmlns:a16="http://schemas.microsoft.com/office/drawing/2014/main" id="{F1513A95-F896-4939-D3BF-06AAB21D65AA}"/>
                    </a:ext>
                  </a:extLst>
                </p:cNvPr>
                <p:cNvPicPr/>
                <p:nvPr/>
              </p:nvPicPr>
              <p:blipFill>
                <a:blip r:embed="rId179"/>
                <a:stretch>
                  <a:fillRect/>
                </a:stretch>
              </p:blipFill>
              <p:spPr>
                <a:xfrm>
                  <a:off x="3950992" y="5504252"/>
                  <a:ext cx="189360" cy="25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0">
            <p14:nvContentPartPr>
              <p14:cNvPr id="103" name="Ink 102">
                <a:extLst>
                  <a:ext uri="{FF2B5EF4-FFF2-40B4-BE49-F238E27FC236}">
                    <a16:creationId xmlns:a16="http://schemas.microsoft.com/office/drawing/2014/main" id="{A3CCC7BC-7826-4651-B92E-1D28DC147298}"/>
                  </a:ext>
                </a:extLst>
              </p14:cNvPr>
              <p14:cNvContentPartPr/>
              <p14:nvPr/>
            </p14:nvContentPartPr>
            <p14:xfrm>
              <a:off x="3619792" y="4183772"/>
              <a:ext cx="238680" cy="210600"/>
            </p14:xfrm>
          </p:contentPart>
        </mc:Choice>
        <mc:Fallback xmlns="">
          <p:pic>
            <p:nvPicPr>
              <p:cNvPr id="103" name="Ink 102">
                <a:extLst>
                  <a:ext uri="{FF2B5EF4-FFF2-40B4-BE49-F238E27FC236}">
                    <a16:creationId xmlns:a16="http://schemas.microsoft.com/office/drawing/2014/main" id="{A3CCC7BC-7826-4651-B92E-1D28DC147298}"/>
                  </a:ext>
                </a:extLst>
              </p:cNvPr>
              <p:cNvPicPr/>
              <p:nvPr/>
            </p:nvPicPr>
            <p:blipFill>
              <a:blip r:embed="rId181"/>
              <a:stretch>
                <a:fillRect/>
              </a:stretch>
            </p:blipFill>
            <p:spPr>
              <a:xfrm>
                <a:off x="3611152" y="4175132"/>
                <a:ext cx="25632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4" name="Ink 103">
                <a:extLst>
                  <a:ext uri="{FF2B5EF4-FFF2-40B4-BE49-F238E27FC236}">
                    <a16:creationId xmlns:a16="http://schemas.microsoft.com/office/drawing/2014/main" id="{2840C7DF-B732-CC88-4B78-76BBC49F9BE2}"/>
                  </a:ext>
                </a:extLst>
              </p14:cNvPr>
              <p14:cNvContentPartPr/>
              <p14:nvPr/>
            </p14:nvContentPartPr>
            <p14:xfrm>
              <a:off x="3881152" y="4210052"/>
              <a:ext cx="84240" cy="151920"/>
            </p14:xfrm>
          </p:contentPart>
        </mc:Choice>
        <mc:Fallback xmlns="">
          <p:pic>
            <p:nvPicPr>
              <p:cNvPr id="104" name="Ink 103">
                <a:extLst>
                  <a:ext uri="{FF2B5EF4-FFF2-40B4-BE49-F238E27FC236}">
                    <a16:creationId xmlns:a16="http://schemas.microsoft.com/office/drawing/2014/main" id="{2840C7DF-B732-CC88-4B78-76BBC49F9BE2}"/>
                  </a:ext>
                </a:extLst>
              </p:cNvPr>
              <p:cNvPicPr/>
              <p:nvPr/>
            </p:nvPicPr>
            <p:blipFill>
              <a:blip r:embed="rId183"/>
              <a:stretch>
                <a:fillRect/>
              </a:stretch>
            </p:blipFill>
            <p:spPr>
              <a:xfrm>
                <a:off x="3872512" y="4201412"/>
                <a:ext cx="1018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5" name="Ink 104">
                <a:extLst>
                  <a:ext uri="{FF2B5EF4-FFF2-40B4-BE49-F238E27FC236}">
                    <a16:creationId xmlns:a16="http://schemas.microsoft.com/office/drawing/2014/main" id="{4012AC0A-12E4-8577-86D0-62FE86E191C5}"/>
                  </a:ext>
                </a:extLst>
              </p14:cNvPr>
              <p14:cNvContentPartPr/>
              <p14:nvPr/>
            </p14:nvContentPartPr>
            <p14:xfrm>
              <a:off x="4088512" y="4170092"/>
              <a:ext cx="115920" cy="183600"/>
            </p14:xfrm>
          </p:contentPart>
        </mc:Choice>
        <mc:Fallback xmlns="">
          <p:pic>
            <p:nvPicPr>
              <p:cNvPr id="105" name="Ink 104">
                <a:extLst>
                  <a:ext uri="{FF2B5EF4-FFF2-40B4-BE49-F238E27FC236}">
                    <a16:creationId xmlns:a16="http://schemas.microsoft.com/office/drawing/2014/main" id="{4012AC0A-12E4-8577-86D0-62FE86E191C5}"/>
                  </a:ext>
                </a:extLst>
              </p:cNvPr>
              <p:cNvPicPr/>
              <p:nvPr/>
            </p:nvPicPr>
            <p:blipFill>
              <a:blip r:embed="rId185"/>
              <a:stretch>
                <a:fillRect/>
              </a:stretch>
            </p:blipFill>
            <p:spPr>
              <a:xfrm>
                <a:off x="4079512" y="4161092"/>
                <a:ext cx="1335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06" name="Ink 105">
                <a:extLst>
                  <a:ext uri="{FF2B5EF4-FFF2-40B4-BE49-F238E27FC236}">
                    <a16:creationId xmlns:a16="http://schemas.microsoft.com/office/drawing/2014/main" id="{BF9EDBBB-C506-C716-122D-AF8A498FECF5}"/>
                  </a:ext>
                </a:extLst>
              </p14:cNvPr>
              <p14:cNvContentPartPr/>
              <p14:nvPr/>
            </p14:nvContentPartPr>
            <p14:xfrm>
              <a:off x="3657952" y="2520932"/>
              <a:ext cx="223200" cy="169920"/>
            </p14:xfrm>
          </p:contentPart>
        </mc:Choice>
        <mc:Fallback xmlns="">
          <p:pic>
            <p:nvPicPr>
              <p:cNvPr id="106" name="Ink 105">
                <a:extLst>
                  <a:ext uri="{FF2B5EF4-FFF2-40B4-BE49-F238E27FC236}">
                    <a16:creationId xmlns:a16="http://schemas.microsoft.com/office/drawing/2014/main" id="{BF9EDBBB-C506-C716-122D-AF8A498FECF5}"/>
                  </a:ext>
                </a:extLst>
              </p:cNvPr>
              <p:cNvPicPr/>
              <p:nvPr/>
            </p:nvPicPr>
            <p:blipFill>
              <a:blip r:embed="rId187"/>
              <a:stretch>
                <a:fillRect/>
              </a:stretch>
            </p:blipFill>
            <p:spPr>
              <a:xfrm>
                <a:off x="3648952" y="2511932"/>
                <a:ext cx="2408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07" name="Ink 106">
                <a:extLst>
                  <a:ext uri="{FF2B5EF4-FFF2-40B4-BE49-F238E27FC236}">
                    <a16:creationId xmlns:a16="http://schemas.microsoft.com/office/drawing/2014/main" id="{EDC81620-E87B-5735-F962-4AA115C22921}"/>
                  </a:ext>
                </a:extLst>
              </p14:cNvPr>
              <p14:cNvContentPartPr/>
              <p14:nvPr/>
            </p14:nvContentPartPr>
            <p14:xfrm>
              <a:off x="3957112" y="2519852"/>
              <a:ext cx="125280" cy="316440"/>
            </p14:xfrm>
          </p:contentPart>
        </mc:Choice>
        <mc:Fallback xmlns="">
          <p:pic>
            <p:nvPicPr>
              <p:cNvPr id="107" name="Ink 106">
                <a:extLst>
                  <a:ext uri="{FF2B5EF4-FFF2-40B4-BE49-F238E27FC236}">
                    <a16:creationId xmlns:a16="http://schemas.microsoft.com/office/drawing/2014/main" id="{EDC81620-E87B-5735-F962-4AA115C22921}"/>
                  </a:ext>
                </a:extLst>
              </p:cNvPr>
              <p:cNvPicPr/>
              <p:nvPr/>
            </p:nvPicPr>
            <p:blipFill>
              <a:blip r:embed="rId189"/>
              <a:stretch>
                <a:fillRect/>
              </a:stretch>
            </p:blipFill>
            <p:spPr>
              <a:xfrm>
                <a:off x="3948112" y="2510852"/>
                <a:ext cx="142920"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08" name="Ink 107">
                <a:extLst>
                  <a:ext uri="{FF2B5EF4-FFF2-40B4-BE49-F238E27FC236}">
                    <a16:creationId xmlns:a16="http://schemas.microsoft.com/office/drawing/2014/main" id="{93BC2C06-0B83-DA4E-D9AE-1C374AA9F32C}"/>
                  </a:ext>
                </a:extLst>
              </p14:cNvPr>
              <p14:cNvContentPartPr/>
              <p14:nvPr/>
            </p14:nvContentPartPr>
            <p14:xfrm>
              <a:off x="4140352" y="2528852"/>
              <a:ext cx="133200" cy="272520"/>
            </p14:xfrm>
          </p:contentPart>
        </mc:Choice>
        <mc:Fallback xmlns="">
          <p:pic>
            <p:nvPicPr>
              <p:cNvPr id="108" name="Ink 107">
                <a:extLst>
                  <a:ext uri="{FF2B5EF4-FFF2-40B4-BE49-F238E27FC236}">
                    <a16:creationId xmlns:a16="http://schemas.microsoft.com/office/drawing/2014/main" id="{93BC2C06-0B83-DA4E-D9AE-1C374AA9F32C}"/>
                  </a:ext>
                </a:extLst>
              </p:cNvPr>
              <p:cNvPicPr/>
              <p:nvPr/>
            </p:nvPicPr>
            <p:blipFill>
              <a:blip r:embed="rId191"/>
              <a:stretch>
                <a:fillRect/>
              </a:stretch>
            </p:blipFill>
            <p:spPr>
              <a:xfrm>
                <a:off x="4131712" y="2520212"/>
                <a:ext cx="15084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2" name="Ink 111">
                <a:extLst>
                  <a:ext uri="{FF2B5EF4-FFF2-40B4-BE49-F238E27FC236}">
                    <a16:creationId xmlns:a16="http://schemas.microsoft.com/office/drawing/2014/main" id="{43F9092B-8A70-078E-514E-1C28D26E3D78}"/>
                  </a:ext>
                </a:extLst>
              </p14:cNvPr>
              <p14:cNvContentPartPr/>
              <p14:nvPr/>
            </p14:nvContentPartPr>
            <p14:xfrm>
              <a:off x="665992" y="2031692"/>
              <a:ext cx="2147760" cy="1121760"/>
            </p14:xfrm>
          </p:contentPart>
        </mc:Choice>
        <mc:Fallback xmlns="">
          <p:pic>
            <p:nvPicPr>
              <p:cNvPr id="112" name="Ink 111">
                <a:extLst>
                  <a:ext uri="{FF2B5EF4-FFF2-40B4-BE49-F238E27FC236}">
                    <a16:creationId xmlns:a16="http://schemas.microsoft.com/office/drawing/2014/main" id="{43F9092B-8A70-078E-514E-1C28D26E3D78}"/>
                  </a:ext>
                </a:extLst>
              </p:cNvPr>
              <p:cNvPicPr/>
              <p:nvPr/>
            </p:nvPicPr>
            <p:blipFill>
              <a:blip r:embed="rId193"/>
              <a:stretch>
                <a:fillRect/>
              </a:stretch>
            </p:blipFill>
            <p:spPr>
              <a:xfrm>
                <a:off x="657352" y="2022692"/>
                <a:ext cx="2165400" cy="11394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3" name="Ink 112">
                <a:extLst>
                  <a:ext uri="{FF2B5EF4-FFF2-40B4-BE49-F238E27FC236}">
                    <a16:creationId xmlns:a16="http://schemas.microsoft.com/office/drawing/2014/main" id="{CB91BFA5-BFB3-394E-4B98-A79B44296E8C}"/>
                  </a:ext>
                </a:extLst>
              </p14:cNvPr>
              <p14:cNvContentPartPr/>
              <p14:nvPr/>
            </p14:nvContentPartPr>
            <p14:xfrm>
              <a:off x="835552" y="1690052"/>
              <a:ext cx="245880" cy="340200"/>
            </p14:xfrm>
          </p:contentPart>
        </mc:Choice>
        <mc:Fallback xmlns="">
          <p:pic>
            <p:nvPicPr>
              <p:cNvPr id="113" name="Ink 112">
                <a:extLst>
                  <a:ext uri="{FF2B5EF4-FFF2-40B4-BE49-F238E27FC236}">
                    <a16:creationId xmlns:a16="http://schemas.microsoft.com/office/drawing/2014/main" id="{CB91BFA5-BFB3-394E-4B98-A79B44296E8C}"/>
                  </a:ext>
                </a:extLst>
              </p:cNvPr>
              <p:cNvPicPr/>
              <p:nvPr/>
            </p:nvPicPr>
            <p:blipFill>
              <a:blip r:embed="rId195"/>
              <a:stretch>
                <a:fillRect/>
              </a:stretch>
            </p:blipFill>
            <p:spPr>
              <a:xfrm>
                <a:off x="826912" y="1681412"/>
                <a:ext cx="26352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4" name="Ink 113">
                <a:extLst>
                  <a:ext uri="{FF2B5EF4-FFF2-40B4-BE49-F238E27FC236}">
                    <a16:creationId xmlns:a16="http://schemas.microsoft.com/office/drawing/2014/main" id="{BDE6CDB5-52D4-4F4C-D6A0-D3533302F30C}"/>
                  </a:ext>
                </a:extLst>
              </p14:cNvPr>
              <p14:cNvContentPartPr/>
              <p14:nvPr/>
            </p14:nvContentPartPr>
            <p14:xfrm>
              <a:off x="1197352" y="1740092"/>
              <a:ext cx="18720" cy="302400"/>
            </p14:xfrm>
          </p:contentPart>
        </mc:Choice>
        <mc:Fallback xmlns="">
          <p:pic>
            <p:nvPicPr>
              <p:cNvPr id="114" name="Ink 113">
                <a:extLst>
                  <a:ext uri="{FF2B5EF4-FFF2-40B4-BE49-F238E27FC236}">
                    <a16:creationId xmlns:a16="http://schemas.microsoft.com/office/drawing/2014/main" id="{BDE6CDB5-52D4-4F4C-D6A0-D3533302F30C}"/>
                  </a:ext>
                </a:extLst>
              </p:cNvPr>
              <p:cNvPicPr/>
              <p:nvPr/>
            </p:nvPicPr>
            <p:blipFill>
              <a:blip r:embed="rId197"/>
              <a:stretch>
                <a:fillRect/>
              </a:stretch>
            </p:blipFill>
            <p:spPr>
              <a:xfrm>
                <a:off x="1188352" y="1731452"/>
                <a:ext cx="3636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5" name="Ink 114">
                <a:extLst>
                  <a:ext uri="{FF2B5EF4-FFF2-40B4-BE49-F238E27FC236}">
                    <a16:creationId xmlns:a16="http://schemas.microsoft.com/office/drawing/2014/main" id="{74F996CE-23FF-CCD1-A024-A8BD357678C8}"/>
                  </a:ext>
                </a:extLst>
              </p14:cNvPr>
              <p14:cNvContentPartPr/>
              <p14:nvPr/>
            </p14:nvContentPartPr>
            <p14:xfrm>
              <a:off x="1157752" y="1870052"/>
              <a:ext cx="162000" cy="77040"/>
            </p14:xfrm>
          </p:contentPart>
        </mc:Choice>
        <mc:Fallback xmlns="">
          <p:pic>
            <p:nvPicPr>
              <p:cNvPr id="115" name="Ink 114">
                <a:extLst>
                  <a:ext uri="{FF2B5EF4-FFF2-40B4-BE49-F238E27FC236}">
                    <a16:creationId xmlns:a16="http://schemas.microsoft.com/office/drawing/2014/main" id="{74F996CE-23FF-CCD1-A024-A8BD357678C8}"/>
                  </a:ext>
                </a:extLst>
              </p:cNvPr>
              <p:cNvPicPr/>
              <p:nvPr/>
            </p:nvPicPr>
            <p:blipFill>
              <a:blip r:embed="rId199"/>
              <a:stretch>
                <a:fillRect/>
              </a:stretch>
            </p:blipFill>
            <p:spPr>
              <a:xfrm>
                <a:off x="1148752" y="1861412"/>
                <a:ext cx="1796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6" name="Ink 115">
                <a:extLst>
                  <a:ext uri="{FF2B5EF4-FFF2-40B4-BE49-F238E27FC236}">
                    <a16:creationId xmlns:a16="http://schemas.microsoft.com/office/drawing/2014/main" id="{327475E7-EA93-AE97-B36F-EC14993C41BC}"/>
                  </a:ext>
                </a:extLst>
              </p14:cNvPr>
              <p14:cNvContentPartPr/>
              <p14:nvPr/>
            </p14:nvContentPartPr>
            <p14:xfrm>
              <a:off x="1385992" y="1818932"/>
              <a:ext cx="153720" cy="213840"/>
            </p14:xfrm>
          </p:contentPart>
        </mc:Choice>
        <mc:Fallback xmlns="">
          <p:pic>
            <p:nvPicPr>
              <p:cNvPr id="116" name="Ink 115">
                <a:extLst>
                  <a:ext uri="{FF2B5EF4-FFF2-40B4-BE49-F238E27FC236}">
                    <a16:creationId xmlns:a16="http://schemas.microsoft.com/office/drawing/2014/main" id="{327475E7-EA93-AE97-B36F-EC14993C41BC}"/>
                  </a:ext>
                </a:extLst>
              </p:cNvPr>
              <p:cNvPicPr/>
              <p:nvPr/>
            </p:nvPicPr>
            <p:blipFill>
              <a:blip r:embed="rId201"/>
              <a:stretch>
                <a:fillRect/>
              </a:stretch>
            </p:blipFill>
            <p:spPr>
              <a:xfrm>
                <a:off x="1376992" y="1809932"/>
                <a:ext cx="1713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8" name="Ink 117">
                <a:extLst>
                  <a:ext uri="{FF2B5EF4-FFF2-40B4-BE49-F238E27FC236}">
                    <a16:creationId xmlns:a16="http://schemas.microsoft.com/office/drawing/2014/main" id="{365D8AD4-A87F-683E-5A49-AA48D4CCBCB8}"/>
                  </a:ext>
                </a:extLst>
              </p14:cNvPr>
              <p14:cNvContentPartPr/>
              <p14:nvPr/>
            </p14:nvContentPartPr>
            <p14:xfrm>
              <a:off x="1165312" y="2308892"/>
              <a:ext cx="54360" cy="124560"/>
            </p14:xfrm>
          </p:contentPart>
        </mc:Choice>
        <mc:Fallback xmlns="">
          <p:pic>
            <p:nvPicPr>
              <p:cNvPr id="118" name="Ink 117">
                <a:extLst>
                  <a:ext uri="{FF2B5EF4-FFF2-40B4-BE49-F238E27FC236}">
                    <a16:creationId xmlns:a16="http://schemas.microsoft.com/office/drawing/2014/main" id="{365D8AD4-A87F-683E-5A49-AA48D4CCBCB8}"/>
                  </a:ext>
                </a:extLst>
              </p:cNvPr>
              <p:cNvPicPr/>
              <p:nvPr/>
            </p:nvPicPr>
            <p:blipFill>
              <a:blip r:embed="rId203"/>
              <a:stretch>
                <a:fillRect/>
              </a:stretch>
            </p:blipFill>
            <p:spPr>
              <a:xfrm>
                <a:off x="1156672" y="2300252"/>
                <a:ext cx="720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9" name="Ink 118">
                <a:extLst>
                  <a:ext uri="{FF2B5EF4-FFF2-40B4-BE49-F238E27FC236}">
                    <a16:creationId xmlns:a16="http://schemas.microsoft.com/office/drawing/2014/main" id="{07BDD77B-790D-8B7B-0ABB-184F0ED689C7}"/>
                  </a:ext>
                </a:extLst>
              </p14:cNvPr>
              <p14:cNvContentPartPr/>
              <p14:nvPr/>
            </p14:nvContentPartPr>
            <p14:xfrm>
              <a:off x="1191592" y="2205932"/>
              <a:ext cx="5760" cy="4320"/>
            </p14:xfrm>
          </p:contentPart>
        </mc:Choice>
        <mc:Fallback xmlns="">
          <p:pic>
            <p:nvPicPr>
              <p:cNvPr id="119" name="Ink 118">
                <a:extLst>
                  <a:ext uri="{FF2B5EF4-FFF2-40B4-BE49-F238E27FC236}">
                    <a16:creationId xmlns:a16="http://schemas.microsoft.com/office/drawing/2014/main" id="{07BDD77B-790D-8B7B-0ABB-184F0ED689C7}"/>
                  </a:ext>
                </a:extLst>
              </p:cNvPr>
              <p:cNvPicPr/>
              <p:nvPr/>
            </p:nvPicPr>
            <p:blipFill>
              <a:blip r:embed="rId205"/>
              <a:stretch>
                <a:fillRect/>
              </a:stretch>
            </p:blipFill>
            <p:spPr>
              <a:xfrm>
                <a:off x="1182592" y="2197292"/>
                <a:ext cx="234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0" name="Ink 119">
                <a:extLst>
                  <a:ext uri="{FF2B5EF4-FFF2-40B4-BE49-F238E27FC236}">
                    <a16:creationId xmlns:a16="http://schemas.microsoft.com/office/drawing/2014/main" id="{04173BC6-87DD-E091-DA54-87FAE0BE9247}"/>
                  </a:ext>
                </a:extLst>
              </p14:cNvPr>
              <p14:cNvContentPartPr/>
              <p14:nvPr/>
            </p14:nvContentPartPr>
            <p14:xfrm>
              <a:off x="1297432" y="2208812"/>
              <a:ext cx="178920" cy="223920"/>
            </p14:xfrm>
          </p:contentPart>
        </mc:Choice>
        <mc:Fallback xmlns="">
          <p:pic>
            <p:nvPicPr>
              <p:cNvPr id="120" name="Ink 119">
                <a:extLst>
                  <a:ext uri="{FF2B5EF4-FFF2-40B4-BE49-F238E27FC236}">
                    <a16:creationId xmlns:a16="http://schemas.microsoft.com/office/drawing/2014/main" id="{04173BC6-87DD-E091-DA54-87FAE0BE9247}"/>
                  </a:ext>
                </a:extLst>
              </p:cNvPr>
              <p:cNvPicPr/>
              <p:nvPr/>
            </p:nvPicPr>
            <p:blipFill>
              <a:blip r:embed="rId207"/>
              <a:stretch>
                <a:fillRect/>
              </a:stretch>
            </p:blipFill>
            <p:spPr>
              <a:xfrm>
                <a:off x="1288432" y="2199812"/>
                <a:ext cx="1965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61" name="Ink 160">
                <a:extLst>
                  <a:ext uri="{FF2B5EF4-FFF2-40B4-BE49-F238E27FC236}">
                    <a16:creationId xmlns:a16="http://schemas.microsoft.com/office/drawing/2014/main" id="{82762FA4-0A56-6742-147E-E96F64D06B8B}"/>
                  </a:ext>
                </a:extLst>
              </p14:cNvPr>
              <p14:cNvContentPartPr/>
              <p14:nvPr/>
            </p14:nvContentPartPr>
            <p14:xfrm>
              <a:off x="1749592" y="1641812"/>
              <a:ext cx="107640" cy="352800"/>
            </p14:xfrm>
          </p:contentPart>
        </mc:Choice>
        <mc:Fallback xmlns="">
          <p:pic>
            <p:nvPicPr>
              <p:cNvPr id="161" name="Ink 160">
                <a:extLst>
                  <a:ext uri="{FF2B5EF4-FFF2-40B4-BE49-F238E27FC236}">
                    <a16:creationId xmlns:a16="http://schemas.microsoft.com/office/drawing/2014/main" id="{82762FA4-0A56-6742-147E-E96F64D06B8B}"/>
                  </a:ext>
                </a:extLst>
              </p:cNvPr>
              <p:cNvPicPr/>
              <p:nvPr/>
            </p:nvPicPr>
            <p:blipFill>
              <a:blip r:embed="rId209"/>
              <a:stretch>
                <a:fillRect/>
              </a:stretch>
            </p:blipFill>
            <p:spPr>
              <a:xfrm>
                <a:off x="1740592" y="1632812"/>
                <a:ext cx="12528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62" name="Ink 161">
                <a:extLst>
                  <a:ext uri="{FF2B5EF4-FFF2-40B4-BE49-F238E27FC236}">
                    <a16:creationId xmlns:a16="http://schemas.microsoft.com/office/drawing/2014/main" id="{3F77EC22-64D8-75AC-77EA-ECCEA248E19D}"/>
                  </a:ext>
                </a:extLst>
              </p14:cNvPr>
              <p14:cNvContentPartPr/>
              <p14:nvPr/>
            </p14:nvContentPartPr>
            <p14:xfrm>
              <a:off x="2030392" y="1404932"/>
              <a:ext cx="239400" cy="660240"/>
            </p14:xfrm>
          </p:contentPart>
        </mc:Choice>
        <mc:Fallback xmlns="">
          <p:pic>
            <p:nvPicPr>
              <p:cNvPr id="162" name="Ink 161">
                <a:extLst>
                  <a:ext uri="{FF2B5EF4-FFF2-40B4-BE49-F238E27FC236}">
                    <a16:creationId xmlns:a16="http://schemas.microsoft.com/office/drawing/2014/main" id="{3F77EC22-64D8-75AC-77EA-ECCEA248E19D}"/>
                  </a:ext>
                </a:extLst>
              </p:cNvPr>
              <p:cNvPicPr/>
              <p:nvPr/>
            </p:nvPicPr>
            <p:blipFill>
              <a:blip r:embed="rId211"/>
              <a:stretch>
                <a:fillRect/>
              </a:stretch>
            </p:blipFill>
            <p:spPr>
              <a:xfrm>
                <a:off x="2021752" y="1396292"/>
                <a:ext cx="257040" cy="6778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63" name="Ink 162">
                <a:extLst>
                  <a:ext uri="{FF2B5EF4-FFF2-40B4-BE49-F238E27FC236}">
                    <a16:creationId xmlns:a16="http://schemas.microsoft.com/office/drawing/2014/main" id="{24547F97-0F28-E94E-5A9E-969BA11B8CDE}"/>
                  </a:ext>
                </a:extLst>
              </p14:cNvPr>
              <p14:cNvContentPartPr/>
              <p14:nvPr/>
            </p14:nvContentPartPr>
            <p14:xfrm>
              <a:off x="2012752" y="1694012"/>
              <a:ext cx="405720" cy="254160"/>
            </p14:xfrm>
          </p:contentPart>
        </mc:Choice>
        <mc:Fallback xmlns="">
          <p:pic>
            <p:nvPicPr>
              <p:cNvPr id="163" name="Ink 162">
                <a:extLst>
                  <a:ext uri="{FF2B5EF4-FFF2-40B4-BE49-F238E27FC236}">
                    <a16:creationId xmlns:a16="http://schemas.microsoft.com/office/drawing/2014/main" id="{24547F97-0F28-E94E-5A9E-969BA11B8CDE}"/>
                  </a:ext>
                </a:extLst>
              </p:cNvPr>
              <p:cNvPicPr/>
              <p:nvPr/>
            </p:nvPicPr>
            <p:blipFill>
              <a:blip r:embed="rId213"/>
              <a:stretch>
                <a:fillRect/>
              </a:stretch>
            </p:blipFill>
            <p:spPr>
              <a:xfrm>
                <a:off x="2004112" y="1685372"/>
                <a:ext cx="42336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64" name="Ink 163">
                <a:extLst>
                  <a:ext uri="{FF2B5EF4-FFF2-40B4-BE49-F238E27FC236}">
                    <a16:creationId xmlns:a16="http://schemas.microsoft.com/office/drawing/2014/main" id="{170895EC-AF17-C19A-6F6D-3E5822E912DA}"/>
                  </a:ext>
                </a:extLst>
              </p14:cNvPr>
              <p14:cNvContentPartPr/>
              <p14:nvPr/>
            </p14:nvContentPartPr>
            <p14:xfrm>
              <a:off x="2513152" y="1621652"/>
              <a:ext cx="114120" cy="324000"/>
            </p14:xfrm>
          </p:contentPart>
        </mc:Choice>
        <mc:Fallback xmlns="">
          <p:pic>
            <p:nvPicPr>
              <p:cNvPr id="164" name="Ink 163">
                <a:extLst>
                  <a:ext uri="{FF2B5EF4-FFF2-40B4-BE49-F238E27FC236}">
                    <a16:creationId xmlns:a16="http://schemas.microsoft.com/office/drawing/2014/main" id="{170895EC-AF17-C19A-6F6D-3E5822E912DA}"/>
                  </a:ext>
                </a:extLst>
              </p:cNvPr>
              <p:cNvPicPr/>
              <p:nvPr/>
            </p:nvPicPr>
            <p:blipFill>
              <a:blip r:embed="rId215"/>
              <a:stretch>
                <a:fillRect/>
              </a:stretch>
            </p:blipFill>
            <p:spPr>
              <a:xfrm>
                <a:off x="2504152" y="1613012"/>
                <a:ext cx="131760" cy="341640"/>
              </a:xfrm>
              <a:prstGeom prst="rect">
                <a:avLst/>
              </a:prstGeom>
            </p:spPr>
          </p:pic>
        </mc:Fallback>
      </mc:AlternateContent>
      <p:grpSp>
        <p:nvGrpSpPr>
          <p:cNvPr id="167" name="Group 166">
            <a:extLst>
              <a:ext uri="{FF2B5EF4-FFF2-40B4-BE49-F238E27FC236}">
                <a16:creationId xmlns:a16="http://schemas.microsoft.com/office/drawing/2014/main" id="{4FF90FF7-45D0-B448-6ECF-C441AC69C917}"/>
              </a:ext>
            </a:extLst>
          </p:cNvPr>
          <p:cNvGrpSpPr/>
          <p:nvPr/>
        </p:nvGrpSpPr>
        <p:grpSpPr>
          <a:xfrm>
            <a:off x="114832" y="2629652"/>
            <a:ext cx="3301920" cy="2686320"/>
            <a:chOff x="114832" y="2629652"/>
            <a:chExt cx="3301920" cy="2686320"/>
          </a:xfrm>
        </p:grpSpPr>
        <mc:AlternateContent xmlns:mc="http://schemas.openxmlformats.org/markup-compatibility/2006" xmlns:p14="http://schemas.microsoft.com/office/powerpoint/2010/main">
          <mc:Choice Requires="p14">
            <p:contentPart p14:bwMode="auto" r:id="rId216">
              <p14:nvContentPartPr>
                <p14:cNvPr id="121" name="Ink 120">
                  <a:extLst>
                    <a:ext uri="{FF2B5EF4-FFF2-40B4-BE49-F238E27FC236}">
                      <a16:creationId xmlns:a16="http://schemas.microsoft.com/office/drawing/2014/main" id="{D6D5DD3A-D2E8-DED2-6A29-774EBD88C606}"/>
                    </a:ext>
                  </a:extLst>
                </p14:cNvPr>
                <p14:cNvContentPartPr/>
                <p14:nvPr/>
              </p14:nvContentPartPr>
              <p14:xfrm>
                <a:off x="1057672" y="2656292"/>
                <a:ext cx="172440" cy="270000"/>
              </p14:xfrm>
            </p:contentPart>
          </mc:Choice>
          <mc:Fallback xmlns="">
            <p:pic>
              <p:nvPicPr>
                <p:cNvPr id="121" name="Ink 120">
                  <a:extLst>
                    <a:ext uri="{FF2B5EF4-FFF2-40B4-BE49-F238E27FC236}">
                      <a16:creationId xmlns:a16="http://schemas.microsoft.com/office/drawing/2014/main" id="{D6D5DD3A-D2E8-DED2-6A29-774EBD88C606}"/>
                    </a:ext>
                  </a:extLst>
                </p:cNvPr>
                <p:cNvPicPr/>
                <p:nvPr/>
              </p:nvPicPr>
              <p:blipFill>
                <a:blip r:embed="rId217"/>
                <a:stretch>
                  <a:fillRect/>
                </a:stretch>
              </p:blipFill>
              <p:spPr>
                <a:xfrm>
                  <a:off x="1048672" y="2647652"/>
                  <a:ext cx="1900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22" name="Ink 121">
                  <a:extLst>
                    <a:ext uri="{FF2B5EF4-FFF2-40B4-BE49-F238E27FC236}">
                      <a16:creationId xmlns:a16="http://schemas.microsoft.com/office/drawing/2014/main" id="{694B1940-C854-8988-4492-9277DE0BE440}"/>
                    </a:ext>
                  </a:extLst>
                </p14:cNvPr>
                <p14:cNvContentPartPr/>
                <p14:nvPr/>
              </p14:nvContentPartPr>
              <p14:xfrm>
                <a:off x="1295632" y="2759972"/>
                <a:ext cx="91080" cy="132480"/>
              </p14:xfrm>
            </p:contentPart>
          </mc:Choice>
          <mc:Fallback xmlns="">
            <p:pic>
              <p:nvPicPr>
                <p:cNvPr id="122" name="Ink 121">
                  <a:extLst>
                    <a:ext uri="{FF2B5EF4-FFF2-40B4-BE49-F238E27FC236}">
                      <a16:creationId xmlns:a16="http://schemas.microsoft.com/office/drawing/2014/main" id="{694B1940-C854-8988-4492-9277DE0BE440}"/>
                    </a:ext>
                  </a:extLst>
                </p:cNvPr>
                <p:cNvPicPr/>
                <p:nvPr/>
              </p:nvPicPr>
              <p:blipFill>
                <a:blip r:embed="rId219"/>
                <a:stretch>
                  <a:fillRect/>
                </a:stretch>
              </p:blipFill>
              <p:spPr>
                <a:xfrm>
                  <a:off x="1286992" y="2751332"/>
                  <a:ext cx="1087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23" name="Ink 122">
                  <a:extLst>
                    <a:ext uri="{FF2B5EF4-FFF2-40B4-BE49-F238E27FC236}">
                      <a16:creationId xmlns:a16="http://schemas.microsoft.com/office/drawing/2014/main" id="{5E92A600-B644-065A-1328-BDD42986318B}"/>
                    </a:ext>
                  </a:extLst>
                </p14:cNvPr>
                <p14:cNvContentPartPr/>
                <p14:nvPr/>
              </p14:nvContentPartPr>
              <p14:xfrm>
                <a:off x="1420912" y="2776172"/>
                <a:ext cx="73440" cy="180720"/>
              </p14:xfrm>
            </p:contentPart>
          </mc:Choice>
          <mc:Fallback xmlns="">
            <p:pic>
              <p:nvPicPr>
                <p:cNvPr id="123" name="Ink 122">
                  <a:extLst>
                    <a:ext uri="{FF2B5EF4-FFF2-40B4-BE49-F238E27FC236}">
                      <a16:creationId xmlns:a16="http://schemas.microsoft.com/office/drawing/2014/main" id="{5E92A600-B644-065A-1328-BDD42986318B}"/>
                    </a:ext>
                  </a:extLst>
                </p:cNvPr>
                <p:cNvPicPr/>
                <p:nvPr/>
              </p:nvPicPr>
              <p:blipFill>
                <a:blip r:embed="rId221"/>
                <a:stretch>
                  <a:fillRect/>
                </a:stretch>
              </p:blipFill>
              <p:spPr>
                <a:xfrm>
                  <a:off x="1411912" y="2767172"/>
                  <a:ext cx="9108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24" name="Ink 123">
                  <a:extLst>
                    <a:ext uri="{FF2B5EF4-FFF2-40B4-BE49-F238E27FC236}">
                      <a16:creationId xmlns:a16="http://schemas.microsoft.com/office/drawing/2014/main" id="{0D93F6CC-0C69-9883-DD59-D6B1E7772767}"/>
                    </a:ext>
                  </a:extLst>
                </p14:cNvPr>
                <p14:cNvContentPartPr/>
                <p14:nvPr/>
              </p14:nvContentPartPr>
              <p14:xfrm>
                <a:off x="1567792" y="2861492"/>
                <a:ext cx="54720" cy="13320"/>
              </p14:xfrm>
            </p:contentPart>
          </mc:Choice>
          <mc:Fallback xmlns="">
            <p:pic>
              <p:nvPicPr>
                <p:cNvPr id="124" name="Ink 123">
                  <a:extLst>
                    <a:ext uri="{FF2B5EF4-FFF2-40B4-BE49-F238E27FC236}">
                      <a16:creationId xmlns:a16="http://schemas.microsoft.com/office/drawing/2014/main" id="{0D93F6CC-0C69-9883-DD59-D6B1E7772767}"/>
                    </a:ext>
                  </a:extLst>
                </p:cNvPr>
                <p:cNvPicPr/>
                <p:nvPr/>
              </p:nvPicPr>
              <p:blipFill>
                <a:blip r:embed="rId223"/>
                <a:stretch>
                  <a:fillRect/>
                </a:stretch>
              </p:blipFill>
              <p:spPr>
                <a:xfrm>
                  <a:off x="1558792" y="2852492"/>
                  <a:ext cx="723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5" name="Ink 124">
                  <a:extLst>
                    <a:ext uri="{FF2B5EF4-FFF2-40B4-BE49-F238E27FC236}">
                      <a16:creationId xmlns:a16="http://schemas.microsoft.com/office/drawing/2014/main" id="{F72839CA-3788-6C2C-3742-716BBD3E84CA}"/>
                    </a:ext>
                  </a:extLst>
                </p14:cNvPr>
                <p14:cNvContentPartPr/>
                <p14:nvPr/>
              </p14:nvContentPartPr>
              <p14:xfrm>
                <a:off x="1558792" y="2821892"/>
                <a:ext cx="27720" cy="178200"/>
              </p14:xfrm>
            </p:contentPart>
          </mc:Choice>
          <mc:Fallback xmlns="">
            <p:pic>
              <p:nvPicPr>
                <p:cNvPr id="125" name="Ink 124">
                  <a:extLst>
                    <a:ext uri="{FF2B5EF4-FFF2-40B4-BE49-F238E27FC236}">
                      <a16:creationId xmlns:a16="http://schemas.microsoft.com/office/drawing/2014/main" id="{F72839CA-3788-6C2C-3742-716BBD3E84CA}"/>
                    </a:ext>
                  </a:extLst>
                </p:cNvPr>
                <p:cNvPicPr/>
                <p:nvPr/>
              </p:nvPicPr>
              <p:blipFill>
                <a:blip r:embed="rId225"/>
                <a:stretch>
                  <a:fillRect/>
                </a:stretch>
              </p:blipFill>
              <p:spPr>
                <a:xfrm>
                  <a:off x="1549792" y="2812892"/>
                  <a:ext cx="453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6" name="Ink 125">
                  <a:extLst>
                    <a:ext uri="{FF2B5EF4-FFF2-40B4-BE49-F238E27FC236}">
                      <a16:creationId xmlns:a16="http://schemas.microsoft.com/office/drawing/2014/main" id="{67E6E255-C453-76D3-43D6-A53913E817BA}"/>
                    </a:ext>
                  </a:extLst>
                </p14:cNvPr>
                <p14:cNvContentPartPr/>
                <p14:nvPr/>
              </p14:nvContentPartPr>
              <p14:xfrm>
                <a:off x="1584712" y="2739812"/>
                <a:ext cx="48240" cy="209160"/>
              </p14:xfrm>
            </p:contentPart>
          </mc:Choice>
          <mc:Fallback xmlns="">
            <p:pic>
              <p:nvPicPr>
                <p:cNvPr id="126" name="Ink 125">
                  <a:extLst>
                    <a:ext uri="{FF2B5EF4-FFF2-40B4-BE49-F238E27FC236}">
                      <a16:creationId xmlns:a16="http://schemas.microsoft.com/office/drawing/2014/main" id="{67E6E255-C453-76D3-43D6-A53913E817BA}"/>
                    </a:ext>
                  </a:extLst>
                </p:cNvPr>
                <p:cNvPicPr/>
                <p:nvPr/>
              </p:nvPicPr>
              <p:blipFill>
                <a:blip r:embed="rId227"/>
                <a:stretch>
                  <a:fillRect/>
                </a:stretch>
              </p:blipFill>
              <p:spPr>
                <a:xfrm>
                  <a:off x="1575712" y="2730812"/>
                  <a:ext cx="6588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27" name="Ink 126">
                  <a:extLst>
                    <a:ext uri="{FF2B5EF4-FFF2-40B4-BE49-F238E27FC236}">
                      <a16:creationId xmlns:a16="http://schemas.microsoft.com/office/drawing/2014/main" id="{6BB75FF6-A6DE-051A-0625-5E1C0286BD16}"/>
                    </a:ext>
                  </a:extLst>
                </p14:cNvPr>
                <p14:cNvContentPartPr/>
                <p14:nvPr/>
              </p14:nvContentPartPr>
              <p14:xfrm>
                <a:off x="1542232" y="2841692"/>
                <a:ext cx="99720" cy="7200"/>
              </p14:xfrm>
            </p:contentPart>
          </mc:Choice>
          <mc:Fallback xmlns="">
            <p:pic>
              <p:nvPicPr>
                <p:cNvPr id="127" name="Ink 126">
                  <a:extLst>
                    <a:ext uri="{FF2B5EF4-FFF2-40B4-BE49-F238E27FC236}">
                      <a16:creationId xmlns:a16="http://schemas.microsoft.com/office/drawing/2014/main" id="{6BB75FF6-A6DE-051A-0625-5E1C0286BD16}"/>
                    </a:ext>
                  </a:extLst>
                </p:cNvPr>
                <p:cNvPicPr/>
                <p:nvPr/>
              </p:nvPicPr>
              <p:blipFill>
                <a:blip r:embed="rId229"/>
                <a:stretch>
                  <a:fillRect/>
                </a:stretch>
              </p:blipFill>
              <p:spPr>
                <a:xfrm>
                  <a:off x="1533232" y="2833052"/>
                  <a:ext cx="1173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28" name="Ink 127">
                  <a:extLst>
                    <a:ext uri="{FF2B5EF4-FFF2-40B4-BE49-F238E27FC236}">
                      <a16:creationId xmlns:a16="http://schemas.microsoft.com/office/drawing/2014/main" id="{A50A2F74-F9FD-CBFC-282E-EE9F1A46FC8A}"/>
                    </a:ext>
                  </a:extLst>
                </p14:cNvPr>
                <p14:cNvContentPartPr/>
                <p14:nvPr/>
              </p14:nvContentPartPr>
              <p14:xfrm>
                <a:off x="1762912" y="2874452"/>
                <a:ext cx="18000" cy="10440"/>
              </p14:xfrm>
            </p:contentPart>
          </mc:Choice>
          <mc:Fallback xmlns="">
            <p:pic>
              <p:nvPicPr>
                <p:cNvPr id="128" name="Ink 127">
                  <a:extLst>
                    <a:ext uri="{FF2B5EF4-FFF2-40B4-BE49-F238E27FC236}">
                      <a16:creationId xmlns:a16="http://schemas.microsoft.com/office/drawing/2014/main" id="{A50A2F74-F9FD-CBFC-282E-EE9F1A46FC8A}"/>
                    </a:ext>
                  </a:extLst>
                </p:cNvPr>
                <p:cNvPicPr/>
                <p:nvPr/>
              </p:nvPicPr>
              <p:blipFill>
                <a:blip r:embed="rId231"/>
                <a:stretch>
                  <a:fillRect/>
                </a:stretch>
              </p:blipFill>
              <p:spPr>
                <a:xfrm>
                  <a:off x="1753912" y="2865452"/>
                  <a:ext cx="356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29" name="Ink 128">
                  <a:extLst>
                    <a:ext uri="{FF2B5EF4-FFF2-40B4-BE49-F238E27FC236}">
                      <a16:creationId xmlns:a16="http://schemas.microsoft.com/office/drawing/2014/main" id="{A37CC809-2031-AA41-3232-B84BD4588C0A}"/>
                    </a:ext>
                  </a:extLst>
                </p14:cNvPr>
                <p14:cNvContentPartPr/>
                <p14:nvPr/>
              </p14:nvContentPartPr>
              <p14:xfrm>
                <a:off x="1760752" y="2907932"/>
                <a:ext cx="183960" cy="19440"/>
              </p14:xfrm>
            </p:contentPart>
          </mc:Choice>
          <mc:Fallback xmlns="">
            <p:pic>
              <p:nvPicPr>
                <p:cNvPr id="129" name="Ink 128">
                  <a:extLst>
                    <a:ext uri="{FF2B5EF4-FFF2-40B4-BE49-F238E27FC236}">
                      <a16:creationId xmlns:a16="http://schemas.microsoft.com/office/drawing/2014/main" id="{A37CC809-2031-AA41-3232-B84BD4588C0A}"/>
                    </a:ext>
                  </a:extLst>
                </p:cNvPr>
                <p:cNvPicPr/>
                <p:nvPr/>
              </p:nvPicPr>
              <p:blipFill>
                <a:blip r:embed="rId233"/>
                <a:stretch>
                  <a:fillRect/>
                </a:stretch>
              </p:blipFill>
              <p:spPr>
                <a:xfrm>
                  <a:off x="1752112" y="2899292"/>
                  <a:ext cx="2016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0" name="Ink 129">
                  <a:extLst>
                    <a:ext uri="{FF2B5EF4-FFF2-40B4-BE49-F238E27FC236}">
                      <a16:creationId xmlns:a16="http://schemas.microsoft.com/office/drawing/2014/main" id="{080079EF-CE7E-AA9C-4480-463D66BB7A80}"/>
                    </a:ext>
                  </a:extLst>
                </p14:cNvPr>
                <p14:cNvContentPartPr/>
                <p14:nvPr/>
              </p14:nvContentPartPr>
              <p14:xfrm>
                <a:off x="2019592" y="2807132"/>
                <a:ext cx="19080" cy="115920"/>
              </p14:xfrm>
            </p:contentPart>
          </mc:Choice>
          <mc:Fallback xmlns="">
            <p:pic>
              <p:nvPicPr>
                <p:cNvPr id="130" name="Ink 129">
                  <a:extLst>
                    <a:ext uri="{FF2B5EF4-FFF2-40B4-BE49-F238E27FC236}">
                      <a16:creationId xmlns:a16="http://schemas.microsoft.com/office/drawing/2014/main" id="{080079EF-CE7E-AA9C-4480-463D66BB7A80}"/>
                    </a:ext>
                  </a:extLst>
                </p:cNvPr>
                <p:cNvPicPr/>
                <p:nvPr/>
              </p:nvPicPr>
              <p:blipFill>
                <a:blip r:embed="rId235"/>
                <a:stretch>
                  <a:fillRect/>
                </a:stretch>
              </p:blipFill>
              <p:spPr>
                <a:xfrm>
                  <a:off x="2010592" y="2798492"/>
                  <a:ext cx="3672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1" name="Ink 130">
                  <a:extLst>
                    <a:ext uri="{FF2B5EF4-FFF2-40B4-BE49-F238E27FC236}">
                      <a16:creationId xmlns:a16="http://schemas.microsoft.com/office/drawing/2014/main" id="{6AC47A29-09D8-26D4-B864-BE29D6F78257}"/>
                    </a:ext>
                  </a:extLst>
                </p14:cNvPr>
                <p14:cNvContentPartPr/>
                <p14:nvPr/>
              </p14:nvContentPartPr>
              <p14:xfrm>
                <a:off x="2098432" y="2703092"/>
                <a:ext cx="6840" cy="40320"/>
              </p14:xfrm>
            </p:contentPart>
          </mc:Choice>
          <mc:Fallback xmlns="">
            <p:pic>
              <p:nvPicPr>
                <p:cNvPr id="131" name="Ink 130">
                  <a:extLst>
                    <a:ext uri="{FF2B5EF4-FFF2-40B4-BE49-F238E27FC236}">
                      <a16:creationId xmlns:a16="http://schemas.microsoft.com/office/drawing/2014/main" id="{6AC47A29-09D8-26D4-B864-BE29D6F78257}"/>
                    </a:ext>
                  </a:extLst>
                </p:cNvPr>
                <p:cNvPicPr/>
                <p:nvPr/>
              </p:nvPicPr>
              <p:blipFill>
                <a:blip r:embed="rId237"/>
                <a:stretch>
                  <a:fillRect/>
                </a:stretch>
              </p:blipFill>
              <p:spPr>
                <a:xfrm>
                  <a:off x="2089432" y="2694452"/>
                  <a:ext cx="244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2" name="Ink 131">
                  <a:extLst>
                    <a:ext uri="{FF2B5EF4-FFF2-40B4-BE49-F238E27FC236}">
                      <a16:creationId xmlns:a16="http://schemas.microsoft.com/office/drawing/2014/main" id="{7AEE828C-A22F-D975-C624-BE9C47907228}"/>
                    </a:ext>
                  </a:extLst>
                </p14:cNvPr>
                <p14:cNvContentPartPr/>
                <p14:nvPr/>
              </p14:nvContentPartPr>
              <p14:xfrm>
                <a:off x="2120392" y="2629652"/>
                <a:ext cx="135360" cy="283320"/>
              </p14:xfrm>
            </p:contentPart>
          </mc:Choice>
          <mc:Fallback xmlns="">
            <p:pic>
              <p:nvPicPr>
                <p:cNvPr id="132" name="Ink 131">
                  <a:extLst>
                    <a:ext uri="{FF2B5EF4-FFF2-40B4-BE49-F238E27FC236}">
                      <a16:creationId xmlns:a16="http://schemas.microsoft.com/office/drawing/2014/main" id="{7AEE828C-A22F-D975-C624-BE9C47907228}"/>
                    </a:ext>
                  </a:extLst>
                </p:cNvPr>
                <p:cNvPicPr/>
                <p:nvPr/>
              </p:nvPicPr>
              <p:blipFill>
                <a:blip r:embed="rId239"/>
                <a:stretch>
                  <a:fillRect/>
                </a:stretch>
              </p:blipFill>
              <p:spPr>
                <a:xfrm>
                  <a:off x="2111392" y="2621012"/>
                  <a:ext cx="15300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35" name="Ink 134">
                  <a:extLst>
                    <a:ext uri="{FF2B5EF4-FFF2-40B4-BE49-F238E27FC236}">
                      <a16:creationId xmlns:a16="http://schemas.microsoft.com/office/drawing/2014/main" id="{526E7F27-2631-D671-DB0A-C7E2385E72D8}"/>
                    </a:ext>
                  </a:extLst>
                </p14:cNvPr>
                <p14:cNvContentPartPr/>
                <p14:nvPr/>
              </p14:nvContentPartPr>
              <p14:xfrm>
                <a:off x="2374552" y="2783372"/>
                <a:ext cx="1042200" cy="1566000"/>
              </p14:xfrm>
            </p:contentPart>
          </mc:Choice>
          <mc:Fallback xmlns="">
            <p:pic>
              <p:nvPicPr>
                <p:cNvPr id="135" name="Ink 134">
                  <a:extLst>
                    <a:ext uri="{FF2B5EF4-FFF2-40B4-BE49-F238E27FC236}">
                      <a16:creationId xmlns:a16="http://schemas.microsoft.com/office/drawing/2014/main" id="{526E7F27-2631-D671-DB0A-C7E2385E72D8}"/>
                    </a:ext>
                  </a:extLst>
                </p:cNvPr>
                <p:cNvPicPr/>
                <p:nvPr/>
              </p:nvPicPr>
              <p:blipFill>
                <a:blip r:embed="rId241"/>
                <a:stretch>
                  <a:fillRect/>
                </a:stretch>
              </p:blipFill>
              <p:spPr>
                <a:xfrm>
                  <a:off x="2365552" y="2774372"/>
                  <a:ext cx="1059840" cy="15836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36" name="Ink 135">
                  <a:extLst>
                    <a:ext uri="{FF2B5EF4-FFF2-40B4-BE49-F238E27FC236}">
                      <a16:creationId xmlns:a16="http://schemas.microsoft.com/office/drawing/2014/main" id="{19F7CC2A-1BB9-7C7C-6D77-111EDA37E375}"/>
                    </a:ext>
                  </a:extLst>
                </p14:cNvPr>
                <p14:cNvContentPartPr/>
                <p14:nvPr/>
              </p14:nvContentPartPr>
              <p14:xfrm>
                <a:off x="626032" y="3769052"/>
                <a:ext cx="2412000" cy="1546920"/>
              </p14:xfrm>
            </p:contentPart>
          </mc:Choice>
          <mc:Fallback xmlns="">
            <p:pic>
              <p:nvPicPr>
                <p:cNvPr id="136" name="Ink 135">
                  <a:extLst>
                    <a:ext uri="{FF2B5EF4-FFF2-40B4-BE49-F238E27FC236}">
                      <a16:creationId xmlns:a16="http://schemas.microsoft.com/office/drawing/2014/main" id="{19F7CC2A-1BB9-7C7C-6D77-111EDA37E375}"/>
                    </a:ext>
                  </a:extLst>
                </p:cNvPr>
                <p:cNvPicPr/>
                <p:nvPr/>
              </p:nvPicPr>
              <p:blipFill>
                <a:blip r:embed="rId243"/>
                <a:stretch>
                  <a:fillRect/>
                </a:stretch>
              </p:blipFill>
              <p:spPr>
                <a:xfrm>
                  <a:off x="617392" y="3760052"/>
                  <a:ext cx="2429640" cy="15645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37" name="Ink 136">
                  <a:extLst>
                    <a:ext uri="{FF2B5EF4-FFF2-40B4-BE49-F238E27FC236}">
                      <a16:creationId xmlns:a16="http://schemas.microsoft.com/office/drawing/2014/main" id="{8F4B83AE-FBAE-A45E-19BC-4FAA3E9658FE}"/>
                    </a:ext>
                  </a:extLst>
                </p14:cNvPr>
                <p14:cNvContentPartPr/>
                <p14:nvPr/>
              </p14:nvContentPartPr>
              <p14:xfrm>
                <a:off x="952192" y="3344972"/>
                <a:ext cx="386280" cy="324360"/>
              </p14:xfrm>
            </p:contentPart>
          </mc:Choice>
          <mc:Fallback xmlns="">
            <p:pic>
              <p:nvPicPr>
                <p:cNvPr id="137" name="Ink 136">
                  <a:extLst>
                    <a:ext uri="{FF2B5EF4-FFF2-40B4-BE49-F238E27FC236}">
                      <a16:creationId xmlns:a16="http://schemas.microsoft.com/office/drawing/2014/main" id="{8F4B83AE-FBAE-A45E-19BC-4FAA3E9658FE}"/>
                    </a:ext>
                  </a:extLst>
                </p:cNvPr>
                <p:cNvPicPr/>
                <p:nvPr/>
              </p:nvPicPr>
              <p:blipFill>
                <a:blip r:embed="rId245"/>
                <a:stretch>
                  <a:fillRect/>
                </a:stretch>
              </p:blipFill>
              <p:spPr>
                <a:xfrm>
                  <a:off x="943192" y="3336332"/>
                  <a:ext cx="40392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38" name="Ink 137">
                  <a:extLst>
                    <a:ext uri="{FF2B5EF4-FFF2-40B4-BE49-F238E27FC236}">
                      <a16:creationId xmlns:a16="http://schemas.microsoft.com/office/drawing/2014/main" id="{9D14F2A3-C4DF-922E-C4B2-753D8DD8237C}"/>
                    </a:ext>
                  </a:extLst>
                </p14:cNvPr>
                <p14:cNvContentPartPr/>
                <p14:nvPr/>
              </p14:nvContentPartPr>
              <p14:xfrm>
                <a:off x="1445752" y="3441092"/>
                <a:ext cx="99360" cy="285480"/>
              </p14:xfrm>
            </p:contentPart>
          </mc:Choice>
          <mc:Fallback xmlns="">
            <p:pic>
              <p:nvPicPr>
                <p:cNvPr id="138" name="Ink 137">
                  <a:extLst>
                    <a:ext uri="{FF2B5EF4-FFF2-40B4-BE49-F238E27FC236}">
                      <a16:creationId xmlns:a16="http://schemas.microsoft.com/office/drawing/2014/main" id="{9D14F2A3-C4DF-922E-C4B2-753D8DD8237C}"/>
                    </a:ext>
                  </a:extLst>
                </p:cNvPr>
                <p:cNvPicPr/>
                <p:nvPr/>
              </p:nvPicPr>
              <p:blipFill>
                <a:blip r:embed="rId247"/>
                <a:stretch>
                  <a:fillRect/>
                </a:stretch>
              </p:blipFill>
              <p:spPr>
                <a:xfrm>
                  <a:off x="1436752" y="3432452"/>
                  <a:ext cx="11700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39" name="Ink 138">
                  <a:extLst>
                    <a:ext uri="{FF2B5EF4-FFF2-40B4-BE49-F238E27FC236}">
                      <a16:creationId xmlns:a16="http://schemas.microsoft.com/office/drawing/2014/main" id="{407D1DC3-EDC9-B98F-D062-1B405479664D}"/>
                    </a:ext>
                  </a:extLst>
                </p14:cNvPr>
                <p14:cNvContentPartPr/>
                <p14:nvPr/>
              </p14:nvContentPartPr>
              <p14:xfrm>
                <a:off x="1618192" y="3333092"/>
                <a:ext cx="48960" cy="321840"/>
              </p14:xfrm>
            </p:contentPart>
          </mc:Choice>
          <mc:Fallback xmlns="">
            <p:pic>
              <p:nvPicPr>
                <p:cNvPr id="139" name="Ink 138">
                  <a:extLst>
                    <a:ext uri="{FF2B5EF4-FFF2-40B4-BE49-F238E27FC236}">
                      <a16:creationId xmlns:a16="http://schemas.microsoft.com/office/drawing/2014/main" id="{407D1DC3-EDC9-B98F-D062-1B405479664D}"/>
                    </a:ext>
                  </a:extLst>
                </p:cNvPr>
                <p:cNvPicPr/>
                <p:nvPr/>
              </p:nvPicPr>
              <p:blipFill>
                <a:blip r:embed="rId249"/>
                <a:stretch>
                  <a:fillRect/>
                </a:stretch>
              </p:blipFill>
              <p:spPr>
                <a:xfrm>
                  <a:off x="1609192" y="3324092"/>
                  <a:ext cx="6660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0" name="Ink 139">
                  <a:extLst>
                    <a:ext uri="{FF2B5EF4-FFF2-40B4-BE49-F238E27FC236}">
                      <a16:creationId xmlns:a16="http://schemas.microsoft.com/office/drawing/2014/main" id="{B097F3FB-0100-1DE4-AFE6-09A1386D1AD6}"/>
                    </a:ext>
                  </a:extLst>
                </p14:cNvPr>
                <p14:cNvContentPartPr/>
                <p14:nvPr/>
              </p14:nvContentPartPr>
              <p14:xfrm>
                <a:off x="1636912" y="3447572"/>
                <a:ext cx="185400" cy="32760"/>
              </p14:xfrm>
            </p:contentPart>
          </mc:Choice>
          <mc:Fallback xmlns="">
            <p:pic>
              <p:nvPicPr>
                <p:cNvPr id="140" name="Ink 139">
                  <a:extLst>
                    <a:ext uri="{FF2B5EF4-FFF2-40B4-BE49-F238E27FC236}">
                      <a16:creationId xmlns:a16="http://schemas.microsoft.com/office/drawing/2014/main" id="{B097F3FB-0100-1DE4-AFE6-09A1386D1AD6}"/>
                    </a:ext>
                  </a:extLst>
                </p:cNvPr>
                <p:cNvPicPr/>
                <p:nvPr/>
              </p:nvPicPr>
              <p:blipFill>
                <a:blip r:embed="rId251"/>
                <a:stretch>
                  <a:fillRect/>
                </a:stretch>
              </p:blipFill>
              <p:spPr>
                <a:xfrm>
                  <a:off x="1628272" y="3438572"/>
                  <a:ext cx="2030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1" name="Ink 140">
                  <a:extLst>
                    <a:ext uri="{FF2B5EF4-FFF2-40B4-BE49-F238E27FC236}">
                      <a16:creationId xmlns:a16="http://schemas.microsoft.com/office/drawing/2014/main" id="{9AFB74DD-1C7D-1577-2D55-D3B80D30DE02}"/>
                    </a:ext>
                  </a:extLst>
                </p14:cNvPr>
                <p14:cNvContentPartPr/>
                <p14:nvPr/>
              </p14:nvContentPartPr>
              <p14:xfrm>
                <a:off x="1039312" y="4135892"/>
                <a:ext cx="57600" cy="152280"/>
              </p14:xfrm>
            </p:contentPart>
          </mc:Choice>
          <mc:Fallback xmlns="">
            <p:pic>
              <p:nvPicPr>
                <p:cNvPr id="141" name="Ink 140">
                  <a:extLst>
                    <a:ext uri="{FF2B5EF4-FFF2-40B4-BE49-F238E27FC236}">
                      <a16:creationId xmlns:a16="http://schemas.microsoft.com/office/drawing/2014/main" id="{9AFB74DD-1C7D-1577-2D55-D3B80D30DE02}"/>
                    </a:ext>
                  </a:extLst>
                </p:cNvPr>
                <p:cNvPicPr/>
                <p:nvPr/>
              </p:nvPicPr>
              <p:blipFill>
                <a:blip r:embed="rId253"/>
                <a:stretch>
                  <a:fillRect/>
                </a:stretch>
              </p:blipFill>
              <p:spPr>
                <a:xfrm>
                  <a:off x="1030672" y="4126892"/>
                  <a:ext cx="7524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42" name="Ink 141">
                  <a:extLst>
                    <a:ext uri="{FF2B5EF4-FFF2-40B4-BE49-F238E27FC236}">
                      <a16:creationId xmlns:a16="http://schemas.microsoft.com/office/drawing/2014/main" id="{F3EF37BC-A7A7-526B-BD2A-B691C85EBB03}"/>
                    </a:ext>
                  </a:extLst>
                </p14:cNvPr>
                <p14:cNvContentPartPr/>
                <p14:nvPr/>
              </p14:nvContentPartPr>
              <p14:xfrm>
                <a:off x="1087552" y="4025372"/>
                <a:ext cx="24480" cy="27360"/>
              </p14:xfrm>
            </p:contentPart>
          </mc:Choice>
          <mc:Fallback xmlns="">
            <p:pic>
              <p:nvPicPr>
                <p:cNvPr id="142" name="Ink 141">
                  <a:extLst>
                    <a:ext uri="{FF2B5EF4-FFF2-40B4-BE49-F238E27FC236}">
                      <a16:creationId xmlns:a16="http://schemas.microsoft.com/office/drawing/2014/main" id="{F3EF37BC-A7A7-526B-BD2A-B691C85EBB03}"/>
                    </a:ext>
                  </a:extLst>
                </p:cNvPr>
                <p:cNvPicPr/>
                <p:nvPr/>
              </p:nvPicPr>
              <p:blipFill>
                <a:blip r:embed="rId255"/>
                <a:stretch>
                  <a:fillRect/>
                </a:stretch>
              </p:blipFill>
              <p:spPr>
                <a:xfrm>
                  <a:off x="1078912" y="4016372"/>
                  <a:ext cx="421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43" name="Ink 142">
                  <a:extLst>
                    <a:ext uri="{FF2B5EF4-FFF2-40B4-BE49-F238E27FC236}">
                      <a16:creationId xmlns:a16="http://schemas.microsoft.com/office/drawing/2014/main" id="{E972329F-6F93-47DF-CD93-421761643B50}"/>
                    </a:ext>
                  </a:extLst>
                </p14:cNvPr>
                <p14:cNvContentPartPr/>
                <p14:nvPr/>
              </p14:nvContentPartPr>
              <p14:xfrm>
                <a:off x="1196272" y="4010612"/>
                <a:ext cx="173880" cy="266400"/>
              </p14:xfrm>
            </p:contentPart>
          </mc:Choice>
          <mc:Fallback xmlns="">
            <p:pic>
              <p:nvPicPr>
                <p:cNvPr id="143" name="Ink 142">
                  <a:extLst>
                    <a:ext uri="{FF2B5EF4-FFF2-40B4-BE49-F238E27FC236}">
                      <a16:creationId xmlns:a16="http://schemas.microsoft.com/office/drawing/2014/main" id="{E972329F-6F93-47DF-CD93-421761643B50}"/>
                    </a:ext>
                  </a:extLst>
                </p:cNvPr>
                <p:cNvPicPr/>
                <p:nvPr/>
              </p:nvPicPr>
              <p:blipFill>
                <a:blip r:embed="rId257"/>
                <a:stretch>
                  <a:fillRect/>
                </a:stretch>
              </p:blipFill>
              <p:spPr>
                <a:xfrm>
                  <a:off x="1187632" y="4001972"/>
                  <a:ext cx="1915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45" name="Ink 144">
                  <a:extLst>
                    <a:ext uri="{FF2B5EF4-FFF2-40B4-BE49-F238E27FC236}">
                      <a16:creationId xmlns:a16="http://schemas.microsoft.com/office/drawing/2014/main" id="{3572941F-F1DE-3706-E372-C6E5C6859390}"/>
                    </a:ext>
                  </a:extLst>
                </p14:cNvPr>
                <p14:cNvContentPartPr/>
                <p14:nvPr/>
              </p14:nvContentPartPr>
              <p14:xfrm>
                <a:off x="1569592" y="4157492"/>
                <a:ext cx="2880" cy="1440"/>
              </p14:xfrm>
            </p:contentPart>
          </mc:Choice>
          <mc:Fallback xmlns="">
            <p:pic>
              <p:nvPicPr>
                <p:cNvPr id="145" name="Ink 144">
                  <a:extLst>
                    <a:ext uri="{FF2B5EF4-FFF2-40B4-BE49-F238E27FC236}">
                      <a16:creationId xmlns:a16="http://schemas.microsoft.com/office/drawing/2014/main" id="{3572941F-F1DE-3706-E372-C6E5C6859390}"/>
                    </a:ext>
                  </a:extLst>
                </p:cNvPr>
                <p:cNvPicPr/>
                <p:nvPr/>
              </p:nvPicPr>
              <p:blipFill>
                <a:blip r:embed="rId205"/>
                <a:stretch>
                  <a:fillRect/>
                </a:stretch>
              </p:blipFill>
              <p:spPr>
                <a:xfrm>
                  <a:off x="1560592" y="4148492"/>
                  <a:ext cx="205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6" name="Ink 145">
                  <a:extLst>
                    <a:ext uri="{FF2B5EF4-FFF2-40B4-BE49-F238E27FC236}">
                      <a16:creationId xmlns:a16="http://schemas.microsoft.com/office/drawing/2014/main" id="{53215608-F768-5A8B-94B2-E61F0876E152}"/>
                    </a:ext>
                  </a:extLst>
                </p14:cNvPr>
                <p14:cNvContentPartPr/>
                <p14:nvPr/>
              </p14:nvContentPartPr>
              <p14:xfrm>
                <a:off x="1582552" y="4256132"/>
                <a:ext cx="3240" cy="14400"/>
              </p14:xfrm>
            </p:contentPart>
          </mc:Choice>
          <mc:Fallback xmlns="">
            <p:pic>
              <p:nvPicPr>
                <p:cNvPr id="146" name="Ink 145">
                  <a:extLst>
                    <a:ext uri="{FF2B5EF4-FFF2-40B4-BE49-F238E27FC236}">
                      <a16:creationId xmlns:a16="http://schemas.microsoft.com/office/drawing/2014/main" id="{53215608-F768-5A8B-94B2-E61F0876E152}"/>
                    </a:ext>
                  </a:extLst>
                </p:cNvPr>
                <p:cNvPicPr/>
                <p:nvPr/>
              </p:nvPicPr>
              <p:blipFill>
                <a:blip r:embed="rId260"/>
                <a:stretch>
                  <a:fillRect/>
                </a:stretch>
              </p:blipFill>
              <p:spPr>
                <a:xfrm>
                  <a:off x="1573552" y="4247492"/>
                  <a:ext cx="208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8" name="Ink 147">
                  <a:extLst>
                    <a:ext uri="{FF2B5EF4-FFF2-40B4-BE49-F238E27FC236}">
                      <a16:creationId xmlns:a16="http://schemas.microsoft.com/office/drawing/2014/main" id="{A7D96C69-5AA0-8D4D-4544-BF2A67AFD67E}"/>
                    </a:ext>
                  </a:extLst>
                </p14:cNvPr>
                <p14:cNvContentPartPr/>
                <p14:nvPr/>
              </p14:nvContentPartPr>
              <p14:xfrm>
                <a:off x="2171152" y="4234532"/>
                <a:ext cx="407880" cy="41400"/>
              </p14:xfrm>
            </p:contentPart>
          </mc:Choice>
          <mc:Fallback xmlns="">
            <p:pic>
              <p:nvPicPr>
                <p:cNvPr id="148" name="Ink 147">
                  <a:extLst>
                    <a:ext uri="{FF2B5EF4-FFF2-40B4-BE49-F238E27FC236}">
                      <a16:creationId xmlns:a16="http://schemas.microsoft.com/office/drawing/2014/main" id="{A7D96C69-5AA0-8D4D-4544-BF2A67AFD67E}"/>
                    </a:ext>
                  </a:extLst>
                </p:cNvPr>
                <p:cNvPicPr/>
                <p:nvPr/>
              </p:nvPicPr>
              <p:blipFill>
                <a:blip r:embed="rId262"/>
                <a:stretch>
                  <a:fillRect/>
                </a:stretch>
              </p:blipFill>
              <p:spPr>
                <a:xfrm>
                  <a:off x="2162152" y="4225532"/>
                  <a:ext cx="4255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49" name="Ink 148">
                  <a:extLst>
                    <a:ext uri="{FF2B5EF4-FFF2-40B4-BE49-F238E27FC236}">
                      <a16:creationId xmlns:a16="http://schemas.microsoft.com/office/drawing/2014/main" id="{7C19B794-704E-33A1-FF2C-F3AD74A8AA21}"/>
                    </a:ext>
                  </a:extLst>
                </p14:cNvPr>
                <p14:cNvContentPartPr/>
                <p14:nvPr/>
              </p14:nvContentPartPr>
              <p14:xfrm>
                <a:off x="2133352" y="4157492"/>
                <a:ext cx="123120" cy="197640"/>
              </p14:xfrm>
            </p:contentPart>
          </mc:Choice>
          <mc:Fallback xmlns="">
            <p:pic>
              <p:nvPicPr>
                <p:cNvPr id="149" name="Ink 148">
                  <a:extLst>
                    <a:ext uri="{FF2B5EF4-FFF2-40B4-BE49-F238E27FC236}">
                      <a16:creationId xmlns:a16="http://schemas.microsoft.com/office/drawing/2014/main" id="{7C19B794-704E-33A1-FF2C-F3AD74A8AA21}"/>
                    </a:ext>
                  </a:extLst>
                </p:cNvPr>
                <p:cNvPicPr/>
                <p:nvPr/>
              </p:nvPicPr>
              <p:blipFill>
                <a:blip r:embed="rId264"/>
                <a:stretch>
                  <a:fillRect/>
                </a:stretch>
              </p:blipFill>
              <p:spPr>
                <a:xfrm>
                  <a:off x="2124712" y="4148492"/>
                  <a:ext cx="1407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51" name="Ink 150">
                  <a:extLst>
                    <a:ext uri="{FF2B5EF4-FFF2-40B4-BE49-F238E27FC236}">
                      <a16:creationId xmlns:a16="http://schemas.microsoft.com/office/drawing/2014/main" id="{AE7314A2-7166-2D8F-300E-C857FDA13702}"/>
                    </a:ext>
                  </a:extLst>
                </p14:cNvPr>
                <p14:cNvContentPartPr/>
                <p14:nvPr/>
              </p14:nvContentPartPr>
              <p14:xfrm>
                <a:off x="469432" y="4149212"/>
                <a:ext cx="24120" cy="187920"/>
              </p14:xfrm>
            </p:contentPart>
          </mc:Choice>
          <mc:Fallback xmlns="">
            <p:pic>
              <p:nvPicPr>
                <p:cNvPr id="151" name="Ink 150">
                  <a:extLst>
                    <a:ext uri="{FF2B5EF4-FFF2-40B4-BE49-F238E27FC236}">
                      <a16:creationId xmlns:a16="http://schemas.microsoft.com/office/drawing/2014/main" id="{AE7314A2-7166-2D8F-300E-C857FDA13702}"/>
                    </a:ext>
                  </a:extLst>
                </p:cNvPr>
                <p:cNvPicPr/>
                <p:nvPr/>
              </p:nvPicPr>
              <p:blipFill>
                <a:blip r:embed="rId266"/>
                <a:stretch>
                  <a:fillRect/>
                </a:stretch>
              </p:blipFill>
              <p:spPr>
                <a:xfrm>
                  <a:off x="460792" y="4140572"/>
                  <a:ext cx="417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52" name="Ink 151">
                  <a:extLst>
                    <a:ext uri="{FF2B5EF4-FFF2-40B4-BE49-F238E27FC236}">
                      <a16:creationId xmlns:a16="http://schemas.microsoft.com/office/drawing/2014/main" id="{DCD5CD2B-712D-78A8-5433-E7B21132A89A}"/>
                    </a:ext>
                  </a:extLst>
                </p14:cNvPr>
                <p14:cNvContentPartPr/>
                <p14:nvPr/>
              </p14:nvContentPartPr>
              <p14:xfrm>
                <a:off x="422632" y="4096292"/>
                <a:ext cx="108360" cy="147600"/>
              </p14:xfrm>
            </p:contentPart>
          </mc:Choice>
          <mc:Fallback xmlns="">
            <p:pic>
              <p:nvPicPr>
                <p:cNvPr id="152" name="Ink 151">
                  <a:extLst>
                    <a:ext uri="{FF2B5EF4-FFF2-40B4-BE49-F238E27FC236}">
                      <a16:creationId xmlns:a16="http://schemas.microsoft.com/office/drawing/2014/main" id="{DCD5CD2B-712D-78A8-5433-E7B21132A89A}"/>
                    </a:ext>
                  </a:extLst>
                </p:cNvPr>
                <p:cNvPicPr/>
                <p:nvPr/>
              </p:nvPicPr>
              <p:blipFill>
                <a:blip r:embed="rId268"/>
                <a:stretch>
                  <a:fillRect/>
                </a:stretch>
              </p:blipFill>
              <p:spPr>
                <a:xfrm>
                  <a:off x="413632" y="4087652"/>
                  <a:ext cx="1260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53" name="Ink 152">
                  <a:extLst>
                    <a:ext uri="{FF2B5EF4-FFF2-40B4-BE49-F238E27FC236}">
                      <a16:creationId xmlns:a16="http://schemas.microsoft.com/office/drawing/2014/main" id="{1FBFD8A9-EFB2-1736-2B37-044FF4595CCA}"/>
                    </a:ext>
                  </a:extLst>
                </p14:cNvPr>
                <p14:cNvContentPartPr/>
                <p14:nvPr/>
              </p14:nvContentPartPr>
              <p14:xfrm>
                <a:off x="696952" y="4108172"/>
                <a:ext cx="360" cy="130320"/>
              </p14:xfrm>
            </p:contentPart>
          </mc:Choice>
          <mc:Fallback xmlns="">
            <p:pic>
              <p:nvPicPr>
                <p:cNvPr id="153" name="Ink 152">
                  <a:extLst>
                    <a:ext uri="{FF2B5EF4-FFF2-40B4-BE49-F238E27FC236}">
                      <a16:creationId xmlns:a16="http://schemas.microsoft.com/office/drawing/2014/main" id="{1FBFD8A9-EFB2-1736-2B37-044FF4595CCA}"/>
                    </a:ext>
                  </a:extLst>
                </p:cNvPr>
                <p:cNvPicPr/>
                <p:nvPr/>
              </p:nvPicPr>
              <p:blipFill>
                <a:blip r:embed="rId270"/>
                <a:stretch>
                  <a:fillRect/>
                </a:stretch>
              </p:blipFill>
              <p:spPr>
                <a:xfrm>
                  <a:off x="688312" y="4099532"/>
                  <a:ext cx="18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54" name="Ink 153">
                  <a:extLst>
                    <a:ext uri="{FF2B5EF4-FFF2-40B4-BE49-F238E27FC236}">
                      <a16:creationId xmlns:a16="http://schemas.microsoft.com/office/drawing/2014/main" id="{57E99663-9645-F53D-5890-A0FE9E537D61}"/>
                    </a:ext>
                  </a:extLst>
                </p14:cNvPr>
                <p14:cNvContentPartPr/>
                <p14:nvPr/>
              </p14:nvContentPartPr>
              <p14:xfrm>
                <a:off x="629632" y="4128332"/>
                <a:ext cx="173520" cy="136440"/>
              </p14:xfrm>
            </p:contentPart>
          </mc:Choice>
          <mc:Fallback xmlns="">
            <p:pic>
              <p:nvPicPr>
                <p:cNvPr id="154" name="Ink 153">
                  <a:extLst>
                    <a:ext uri="{FF2B5EF4-FFF2-40B4-BE49-F238E27FC236}">
                      <a16:creationId xmlns:a16="http://schemas.microsoft.com/office/drawing/2014/main" id="{57E99663-9645-F53D-5890-A0FE9E537D61}"/>
                    </a:ext>
                  </a:extLst>
                </p:cNvPr>
                <p:cNvPicPr/>
                <p:nvPr/>
              </p:nvPicPr>
              <p:blipFill>
                <a:blip r:embed="rId272"/>
                <a:stretch>
                  <a:fillRect/>
                </a:stretch>
              </p:blipFill>
              <p:spPr>
                <a:xfrm>
                  <a:off x="620992" y="4119692"/>
                  <a:ext cx="1911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55" name="Ink 154">
                  <a:extLst>
                    <a:ext uri="{FF2B5EF4-FFF2-40B4-BE49-F238E27FC236}">
                      <a16:creationId xmlns:a16="http://schemas.microsoft.com/office/drawing/2014/main" id="{C1411625-1315-9740-A0A4-6EF6A0D2DD32}"/>
                    </a:ext>
                  </a:extLst>
                </p14:cNvPr>
                <p14:cNvContentPartPr/>
                <p14:nvPr/>
              </p14:nvContentPartPr>
              <p14:xfrm>
                <a:off x="114832" y="3935372"/>
                <a:ext cx="888120" cy="554760"/>
              </p14:xfrm>
            </p:contentPart>
          </mc:Choice>
          <mc:Fallback xmlns="">
            <p:pic>
              <p:nvPicPr>
                <p:cNvPr id="155" name="Ink 154">
                  <a:extLst>
                    <a:ext uri="{FF2B5EF4-FFF2-40B4-BE49-F238E27FC236}">
                      <a16:creationId xmlns:a16="http://schemas.microsoft.com/office/drawing/2014/main" id="{C1411625-1315-9740-A0A4-6EF6A0D2DD32}"/>
                    </a:ext>
                  </a:extLst>
                </p:cNvPr>
                <p:cNvPicPr/>
                <p:nvPr/>
              </p:nvPicPr>
              <p:blipFill>
                <a:blip r:embed="rId274"/>
                <a:stretch>
                  <a:fillRect/>
                </a:stretch>
              </p:blipFill>
              <p:spPr>
                <a:xfrm>
                  <a:off x="105832" y="3926372"/>
                  <a:ext cx="905760" cy="5724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57" name="Ink 156">
                  <a:extLst>
                    <a:ext uri="{FF2B5EF4-FFF2-40B4-BE49-F238E27FC236}">
                      <a16:creationId xmlns:a16="http://schemas.microsoft.com/office/drawing/2014/main" id="{C6D35B41-4D32-62D5-C36D-22A17E1460C3}"/>
                    </a:ext>
                  </a:extLst>
                </p14:cNvPr>
                <p14:cNvContentPartPr/>
                <p14:nvPr/>
              </p14:nvContentPartPr>
              <p14:xfrm>
                <a:off x="1878472" y="3417692"/>
                <a:ext cx="163800" cy="260280"/>
              </p14:xfrm>
            </p:contentPart>
          </mc:Choice>
          <mc:Fallback xmlns="">
            <p:pic>
              <p:nvPicPr>
                <p:cNvPr id="157" name="Ink 156">
                  <a:extLst>
                    <a:ext uri="{FF2B5EF4-FFF2-40B4-BE49-F238E27FC236}">
                      <a16:creationId xmlns:a16="http://schemas.microsoft.com/office/drawing/2014/main" id="{C6D35B41-4D32-62D5-C36D-22A17E1460C3}"/>
                    </a:ext>
                  </a:extLst>
                </p:cNvPr>
                <p:cNvPicPr/>
                <p:nvPr/>
              </p:nvPicPr>
              <p:blipFill>
                <a:blip r:embed="rId276"/>
                <a:stretch>
                  <a:fillRect/>
                </a:stretch>
              </p:blipFill>
              <p:spPr>
                <a:xfrm>
                  <a:off x="1869832" y="3408692"/>
                  <a:ext cx="18144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58" name="Ink 157">
                  <a:extLst>
                    <a:ext uri="{FF2B5EF4-FFF2-40B4-BE49-F238E27FC236}">
                      <a16:creationId xmlns:a16="http://schemas.microsoft.com/office/drawing/2014/main" id="{CFCEB6DF-768C-B33E-DE18-FFA7E2358A98}"/>
                    </a:ext>
                  </a:extLst>
                </p14:cNvPr>
                <p14:cNvContentPartPr/>
                <p14:nvPr/>
              </p14:nvContentPartPr>
              <p14:xfrm>
                <a:off x="2085472" y="3378452"/>
                <a:ext cx="727200" cy="273960"/>
              </p14:xfrm>
            </p:contentPart>
          </mc:Choice>
          <mc:Fallback xmlns="">
            <p:pic>
              <p:nvPicPr>
                <p:cNvPr id="158" name="Ink 157">
                  <a:extLst>
                    <a:ext uri="{FF2B5EF4-FFF2-40B4-BE49-F238E27FC236}">
                      <a16:creationId xmlns:a16="http://schemas.microsoft.com/office/drawing/2014/main" id="{CFCEB6DF-768C-B33E-DE18-FFA7E2358A98}"/>
                    </a:ext>
                  </a:extLst>
                </p:cNvPr>
                <p:cNvPicPr/>
                <p:nvPr/>
              </p:nvPicPr>
              <p:blipFill>
                <a:blip r:embed="rId278"/>
                <a:stretch>
                  <a:fillRect/>
                </a:stretch>
              </p:blipFill>
              <p:spPr>
                <a:xfrm>
                  <a:off x="2076832" y="3369452"/>
                  <a:ext cx="74484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59" name="Ink 158">
                  <a:extLst>
                    <a:ext uri="{FF2B5EF4-FFF2-40B4-BE49-F238E27FC236}">
                      <a16:creationId xmlns:a16="http://schemas.microsoft.com/office/drawing/2014/main" id="{9C74FFC6-3137-6508-775A-7E0834179083}"/>
                    </a:ext>
                  </a:extLst>
                </p14:cNvPr>
                <p14:cNvContentPartPr/>
                <p14:nvPr/>
              </p14:nvContentPartPr>
              <p14:xfrm>
                <a:off x="2871352" y="3443972"/>
                <a:ext cx="61560" cy="240840"/>
              </p14:xfrm>
            </p:contentPart>
          </mc:Choice>
          <mc:Fallback xmlns="">
            <p:pic>
              <p:nvPicPr>
                <p:cNvPr id="159" name="Ink 158">
                  <a:extLst>
                    <a:ext uri="{FF2B5EF4-FFF2-40B4-BE49-F238E27FC236}">
                      <a16:creationId xmlns:a16="http://schemas.microsoft.com/office/drawing/2014/main" id="{9C74FFC6-3137-6508-775A-7E0834179083}"/>
                    </a:ext>
                  </a:extLst>
                </p:cNvPr>
                <p:cNvPicPr/>
                <p:nvPr/>
              </p:nvPicPr>
              <p:blipFill>
                <a:blip r:embed="rId280"/>
                <a:stretch>
                  <a:fillRect/>
                </a:stretch>
              </p:blipFill>
              <p:spPr>
                <a:xfrm>
                  <a:off x="2862712" y="3435332"/>
                  <a:ext cx="792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66" name="Ink 165">
                  <a:extLst>
                    <a:ext uri="{FF2B5EF4-FFF2-40B4-BE49-F238E27FC236}">
                      <a16:creationId xmlns:a16="http://schemas.microsoft.com/office/drawing/2014/main" id="{51E13F7D-F8D3-A68A-379F-95A080172B23}"/>
                    </a:ext>
                  </a:extLst>
                </p14:cNvPr>
                <p14:cNvContentPartPr/>
                <p14:nvPr/>
              </p14:nvContentPartPr>
              <p14:xfrm>
                <a:off x="2341432" y="2736572"/>
                <a:ext cx="99360" cy="97200"/>
              </p14:xfrm>
            </p:contentPart>
          </mc:Choice>
          <mc:Fallback xmlns="">
            <p:pic>
              <p:nvPicPr>
                <p:cNvPr id="166" name="Ink 165">
                  <a:extLst>
                    <a:ext uri="{FF2B5EF4-FFF2-40B4-BE49-F238E27FC236}">
                      <a16:creationId xmlns:a16="http://schemas.microsoft.com/office/drawing/2014/main" id="{51E13F7D-F8D3-A68A-379F-95A080172B23}"/>
                    </a:ext>
                  </a:extLst>
                </p:cNvPr>
                <p:cNvPicPr/>
                <p:nvPr/>
              </p:nvPicPr>
              <p:blipFill>
                <a:blip r:embed="rId282"/>
                <a:stretch>
                  <a:fillRect/>
                </a:stretch>
              </p:blipFill>
              <p:spPr>
                <a:xfrm>
                  <a:off x="2332432" y="2727572"/>
                  <a:ext cx="117000" cy="114840"/>
                </a:xfrm>
                <a:prstGeom prst="rect">
                  <a:avLst/>
                </a:prstGeom>
              </p:spPr>
            </p:pic>
          </mc:Fallback>
        </mc:AlternateContent>
      </p:grpSp>
    </p:spTree>
    <p:extLst>
      <p:ext uri="{BB962C8B-B14F-4D97-AF65-F5344CB8AC3E}">
        <p14:creationId xmlns:p14="http://schemas.microsoft.com/office/powerpoint/2010/main" val="2113885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DB Design</a:t>
            </a:r>
          </a:p>
        </p:txBody>
      </p:sp>
      <p:sp>
        <p:nvSpPr>
          <p:cNvPr id="3" name="Rectangle 2">
            <a:extLst>
              <a:ext uri="{FF2B5EF4-FFF2-40B4-BE49-F238E27FC236}">
                <a16:creationId xmlns:a16="http://schemas.microsoft.com/office/drawing/2014/main" id="{EA20F50A-CB9E-23E1-DC37-E78CCBD617BA}"/>
              </a:ext>
            </a:extLst>
          </p:cNvPr>
          <p:cNvSpPr/>
          <p:nvPr/>
        </p:nvSpPr>
        <p:spPr>
          <a:xfrm>
            <a:off x="449806" y="2889216"/>
            <a:ext cx="2448272" cy="1296144"/>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Business partner</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t>
            </a:r>
            <a:r>
              <a:rPr kumimoji="0" lang="en-US" sz="1800" b="0" i="0" u="none" strike="noStrike" kern="1200" cap="none" spc="0" normalizeH="0" baseline="0" noProof="0" dirty="0">
                <a:ln>
                  <a:noFill/>
                </a:ln>
                <a:solidFill>
                  <a:prstClr val="white"/>
                </a:solidFill>
                <a:effectLst/>
                <a:uLnTx/>
                <a:uFillTx/>
                <a:latin typeface="Segoe UI"/>
                <a:ea typeface="+mn-ea"/>
                <a:cs typeface="+mn-cs"/>
              </a:rPr>
              <a:t>Customers, Suppliers)</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C70A250-995E-4FAE-671E-12D15849E10E}"/>
              </a:ext>
            </a:extLst>
          </p:cNvPr>
          <p:cNvSpPr/>
          <p:nvPr/>
        </p:nvSpPr>
        <p:spPr>
          <a:xfrm>
            <a:off x="449806" y="1310939"/>
            <a:ext cx="2448272" cy="786189"/>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Addresses</a:t>
            </a:r>
          </a:p>
        </p:txBody>
      </p:sp>
      <p:cxnSp>
        <p:nvCxnSpPr>
          <p:cNvPr id="5" name="Straight Connector 4">
            <a:extLst>
              <a:ext uri="{FF2B5EF4-FFF2-40B4-BE49-F238E27FC236}">
                <a16:creationId xmlns:a16="http://schemas.microsoft.com/office/drawing/2014/main" id="{23CAA533-07B7-451A-408E-566D8082B1EF}"/>
              </a:ext>
            </a:extLst>
          </p:cNvPr>
          <p:cNvCxnSpPr>
            <a:stCxn id="4" idx="2"/>
            <a:endCxn id="3" idx="0"/>
          </p:cNvCxnSpPr>
          <p:nvPr/>
        </p:nvCxnSpPr>
        <p:spPr>
          <a:xfrm>
            <a:off x="1673942" y="2097128"/>
            <a:ext cx="0" cy="7920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5EE02F7-7DF6-2EE9-BEA7-743EC18A42AE}"/>
              </a:ext>
            </a:extLst>
          </p:cNvPr>
          <p:cNvSpPr/>
          <p:nvPr/>
        </p:nvSpPr>
        <p:spPr>
          <a:xfrm>
            <a:off x="4122214" y="2924944"/>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a:t>
            </a:r>
          </a:p>
        </p:txBody>
      </p:sp>
      <p:cxnSp>
        <p:nvCxnSpPr>
          <p:cNvPr id="7" name="Connector: Elbow 6">
            <a:extLst>
              <a:ext uri="{FF2B5EF4-FFF2-40B4-BE49-F238E27FC236}">
                <a16:creationId xmlns:a16="http://schemas.microsoft.com/office/drawing/2014/main" id="{F917C211-2860-8724-D9F5-9329ABAE0B00}"/>
              </a:ext>
            </a:extLst>
          </p:cNvPr>
          <p:cNvCxnSpPr>
            <a:cxnSpLocks/>
            <a:stCxn id="3" idx="3"/>
            <a:endCxn id="6" idx="1"/>
          </p:cNvCxnSpPr>
          <p:nvPr/>
        </p:nvCxnSpPr>
        <p:spPr>
          <a:xfrm flipV="1">
            <a:off x="2898078" y="3336198"/>
            <a:ext cx="1224136" cy="201090"/>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F37EE8-FC34-37D5-E210-AFE042B15CA9}"/>
              </a:ext>
            </a:extLst>
          </p:cNvPr>
          <p:cNvSpPr/>
          <p:nvPr/>
        </p:nvSpPr>
        <p:spPr>
          <a:xfrm>
            <a:off x="4103572" y="4703191"/>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 Items</a:t>
            </a:r>
          </a:p>
        </p:txBody>
      </p:sp>
      <p:cxnSp>
        <p:nvCxnSpPr>
          <p:cNvPr id="9" name="Connector: Elbow 8">
            <a:extLst>
              <a:ext uri="{FF2B5EF4-FFF2-40B4-BE49-F238E27FC236}">
                <a16:creationId xmlns:a16="http://schemas.microsoft.com/office/drawing/2014/main" id="{B5AE692E-309C-6D07-FB96-3BDA7FC1B78D}"/>
              </a:ext>
            </a:extLst>
          </p:cNvPr>
          <p:cNvCxnSpPr>
            <a:stCxn id="6" idx="2"/>
            <a:endCxn id="8" idx="0"/>
          </p:cNvCxnSpPr>
          <p:nvPr/>
        </p:nvCxnSpPr>
        <p:spPr>
          <a:xfrm rot="5400000">
            <a:off x="4859159" y="4216000"/>
            <a:ext cx="955740" cy="18642"/>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DDE7273-06D2-D315-6382-B8DD1BF36F53}"/>
              </a:ext>
            </a:extLst>
          </p:cNvPr>
          <p:cNvSpPr/>
          <p:nvPr/>
        </p:nvSpPr>
        <p:spPr>
          <a:xfrm>
            <a:off x="8442694" y="4617408"/>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a:t>
            </a:r>
          </a:p>
        </p:txBody>
      </p:sp>
      <p:cxnSp>
        <p:nvCxnSpPr>
          <p:cNvPr id="11" name="Connector: Elbow 10">
            <a:extLst>
              <a:ext uri="{FF2B5EF4-FFF2-40B4-BE49-F238E27FC236}">
                <a16:creationId xmlns:a16="http://schemas.microsoft.com/office/drawing/2014/main" id="{6ECB2D63-79EE-1B31-E55B-79CAEC7FF367}"/>
              </a:ext>
            </a:extLst>
          </p:cNvPr>
          <p:cNvCxnSpPr>
            <a:stCxn id="8" idx="3"/>
            <a:endCxn id="10" idx="1"/>
          </p:cNvCxnSpPr>
          <p:nvPr/>
        </p:nvCxnSpPr>
        <p:spPr>
          <a:xfrm>
            <a:off x="6551844" y="5114445"/>
            <a:ext cx="1890850" cy="10795"/>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DF3925-FFE3-01C8-92A3-82EA23EC9784}"/>
              </a:ext>
            </a:extLst>
          </p:cNvPr>
          <p:cNvSpPr/>
          <p:nvPr/>
        </p:nvSpPr>
        <p:spPr>
          <a:xfrm>
            <a:off x="8457382" y="2828365"/>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 Text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(localized)</a:t>
            </a:r>
          </a:p>
        </p:txBody>
      </p:sp>
      <p:cxnSp>
        <p:nvCxnSpPr>
          <p:cNvPr id="13" name="Connector: Elbow 12">
            <a:extLst>
              <a:ext uri="{FF2B5EF4-FFF2-40B4-BE49-F238E27FC236}">
                <a16:creationId xmlns:a16="http://schemas.microsoft.com/office/drawing/2014/main" id="{EBDD0C4B-85D4-E4B5-4A6C-6D11C2F9A5D5}"/>
              </a:ext>
            </a:extLst>
          </p:cNvPr>
          <p:cNvCxnSpPr>
            <a:stCxn id="12" idx="2"/>
            <a:endCxn id="10" idx="0"/>
          </p:cNvCxnSpPr>
          <p:nvPr/>
        </p:nvCxnSpPr>
        <p:spPr>
          <a:xfrm rot="5400000">
            <a:off x="9431500" y="4223374"/>
            <a:ext cx="773380" cy="146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DC6AFA-1A63-88AE-E9CA-25885343CC64}"/>
              </a:ext>
            </a:extLst>
          </p:cNvPr>
          <p:cNvSpPr txBox="1"/>
          <p:nvPr/>
        </p:nvSpPr>
        <p:spPr>
          <a:xfrm>
            <a:off x="1853963" y="2241144"/>
            <a:ext cx="1116122" cy="461665"/>
          </a:xfrm>
          <a:prstGeom prst="rect">
            <a:avLst/>
          </a:prstGeom>
          <a:noFill/>
          <a:ln>
            <a:no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5" name="TextBox 14">
            <a:extLst>
              <a:ext uri="{FF2B5EF4-FFF2-40B4-BE49-F238E27FC236}">
                <a16:creationId xmlns:a16="http://schemas.microsoft.com/office/drawing/2014/main" id="{E3F4B239-2E8C-B6BF-1237-BF1705B90805}"/>
              </a:ext>
            </a:extLst>
          </p:cNvPr>
          <p:cNvSpPr txBox="1"/>
          <p:nvPr/>
        </p:nvSpPr>
        <p:spPr>
          <a:xfrm>
            <a:off x="3096377" y="2895202"/>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6" name="TextBox 15">
            <a:extLst>
              <a:ext uri="{FF2B5EF4-FFF2-40B4-BE49-F238E27FC236}">
                <a16:creationId xmlns:a16="http://schemas.microsoft.com/office/drawing/2014/main" id="{4FAE37F6-701D-F062-A38D-693DE4C4C026}"/>
              </a:ext>
            </a:extLst>
          </p:cNvPr>
          <p:cNvSpPr txBox="1"/>
          <p:nvPr/>
        </p:nvSpPr>
        <p:spPr>
          <a:xfrm>
            <a:off x="5571790" y="3994488"/>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7" name="TextBox 16">
            <a:extLst>
              <a:ext uri="{FF2B5EF4-FFF2-40B4-BE49-F238E27FC236}">
                <a16:creationId xmlns:a16="http://schemas.microsoft.com/office/drawing/2014/main" id="{8B15D7C1-BF60-5530-53BD-C009CCE0D8F0}"/>
              </a:ext>
            </a:extLst>
          </p:cNvPr>
          <p:cNvSpPr txBox="1"/>
          <p:nvPr/>
        </p:nvSpPr>
        <p:spPr>
          <a:xfrm>
            <a:off x="7218558" y="4730269"/>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8" name="TextBox 17">
            <a:extLst>
              <a:ext uri="{FF2B5EF4-FFF2-40B4-BE49-F238E27FC236}">
                <a16:creationId xmlns:a16="http://schemas.microsoft.com/office/drawing/2014/main" id="{DAB2FCD0-92E2-B406-33F3-FB25960B1291}"/>
              </a:ext>
            </a:extLst>
          </p:cNvPr>
          <p:cNvSpPr txBox="1"/>
          <p:nvPr/>
        </p:nvSpPr>
        <p:spPr>
          <a:xfrm>
            <a:off x="9954862" y="3985420"/>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Tree>
    <p:extLst>
      <p:ext uri="{BB962C8B-B14F-4D97-AF65-F5344CB8AC3E}">
        <p14:creationId xmlns:p14="http://schemas.microsoft.com/office/powerpoint/2010/main" val="184549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Create DB Module</a:t>
            </a:r>
            <a:endParaRPr lang="en-US" dirty="0"/>
          </a:p>
        </p:txBody>
      </p:sp>
      <p:sp>
        <p:nvSpPr>
          <p:cNvPr id="5" name="TextBox 4">
            <a:extLst>
              <a:ext uri="{FF2B5EF4-FFF2-40B4-BE49-F238E27FC236}">
                <a16:creationId xmlns:a16="http://schemas.microsoft.com/office/drawing/2014/main" id="{C21469E4-175F-C0F0-122A-A58E62C81574}"/>
              </a:ext>
            </a:extLst>
          </p:cNvPr>
          <p:cNvSpPr txBox="1"/>
          <p:nvPr/>
        </p:nvSpPr>
        <p:spPr>
          <a:xfrm>
            <a:off x="189756" y="980728"/>
            <a:ext cx="11665296" cy="1200329"/>
          </a:xfrm>
          <a:prstGeom prst="rect">
            <a:avLst/>
          </a:prstGeom>
          <a:noFill/>
          <a:ln>
            <a:solidFill>
              <a:schemeClr val="bg1"/>
            </a:solid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Solution: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hlinkClick r:id="rId2"/>
              </a:rPr>
              <a:t>https://github.com/soyuztechnologies/SAP_BTP_Training_CLD200/blob/master/Day%203/01%20db.zip</a:t>
            </a:r>
            <a:endParaRPr kumimoji="0" lang="en-US" sz="24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descr="Database icons for free download | Freepik">
            <a:extLst>
              <a:ext uri="{FF2B5EF4-FFF2-40B4-BE49-F238E27FC236}">
                <a16:creationId xmlns:a16="http://schemas.microsoft.com/office/drawing/2014/main" id="{53697E66-CE08-835A-8815-829DBD6ED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172" y="2708920"/>
            <a:ext cx="3580656" cy="3580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15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Reuse Types and aspects</a:t>
            </a:r>
            <a:endParaRPr lang="en-US" dirty="0"/>
          </a:p>
        </p:txBody>
      </p:sp>
      <p:sp>
        <p:nvSpPr>
          <p:cNvPr id="3" name="TextBox 2">
            <a:extLst>
              <a:ext uri="{FF2B5EF4-FFF2-40B4-BE49-F238E27FC236}">
                <a16:creationId xmlns:a16="http://schemas.microsoft.com/office/drawing/2014/main" id="{7D710071-42A0-95C3-A71A-A66D7DB444D3}"/>
              </a:ext>
            </a:extLst>
          </p:cNvPr>
          <p:cNvSpPr txBox="1"/>
          <p:nvPr/>
        </p:nvSpPr>
        <p:spPr>
          <a:xfrm>
            <a:off x="189756" y="791728"/>
            <a:ext cx="11809312" cy="3170099"/>
          </a:xfrm>
          <a:prstGeom prst="rect">
            <a:avLst/>
          </a:prstGeom>
          <a:noFill/>
        </p:spPr>
        <p:txBody>
          <a:bodyPr wrap="square" rtlCol="0">
            <a:spAutoFit/>
          </a:bodyPr>
          <a:lstStyle/>
          <a:p>
            <a:r>
              <a:rPr lang="en-US" sz="2000" dirty="0">
                <a:solidFill>
                  <a:schemeClr val="bg1"/>
                </a:solidFill>
              </a:rPr>
              <a:t>When we design database artefacts, at times we have many similar objects and their data types. Instead of hardcoding the type as primitive type, it is recommended to create custom data types. Using custom data type increase reusability and reduce maintenance.</a:t>
            </a:r>
          </a:p>
          <a:p>
            <a:r>
              <a:rPr lang="en-US" sz="2000" dirty="0">
                <a:solidFill>
                  <a:schemeClr val="bg1"/>
                </a:solidFill>
              </a:rPr>
              <a:t>When we create a separate CDS file for reuse purpose and consume it. This file contain types, enumerators and aspects.</a:t>
            </a:r>
          </a:p>
          <a:p>
            <a:endParaRPr lang="en-US" sz="2000" dirty="0">
              <a:solidFill>
                <a:schemeClr val="bg1"/>
              </a:solidFill>
            </a:endParaRPr>
          </a:p>
          <a:p>
            <a:r>
              <a:rPr lang="en-US" sz="2000" dirty="0">
                <a:solidFill>
                  <a:schemeClr val="bg1"/>
                </a:solidFill>
              </a:rPr>
              <a:t>Every project would need some common aspects and types related to primary key generation, admin data (created by, created on, changed by, changed on) – temporal, Currency.</a:t>
            </a:r>
          </a:p>
          <a:p>
            <a:endParaRPr lang="en-IN" sz="2000" dirty="0">
              <a:solidFill>
                <a:schemeClr val="bg1"/>
              </a:solidFill>
            </a:endParaRPr>
          </a:p>
          <a:p>
            <a:r>
              <a:rPr lang="en-IN" sz="2000" dirty="0">
                <a:solidFill>
                  <a:schemeClr val="bg1"/>
                </a:solidFill>
              </a:rPr>
              <a:t>Aspect (structures in </a:t>
            </a:r>
            <a:r>
              <a:rPr lang="en-IN" sz="2000" dirty="0" err="1">
                <a:solidFill>
                  <a:schemeClr val="bg1"/>
                </a:solidFill>
              </a:rPr>
              <a:t>abap</a:t>
            </a:r>
            <a:r>
              <a:rPr lang="en-IN" sz="2000" dirty="0">
                <a:solidFill>
                  <a:schemeClr val="bg1"/>
                </a:solidFill>
              </a:rPr>
              <a:t>) is combination of many fields.</a:t>
            </a:r>
          </a:p>
        </p:txBody>
      </p:sp>
    </p:spTree>
    <p:extLst>
      <p:ext uri="{BB962C8B-B14F-4D97-AF65-F5344CB8AC3E}">
        <p14:creationId xmlns:p14="http://schemas.microsoft.com/office/powerpoint/2010/main" val="33397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65699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72374-4141-516C-26A1-A350786D67CE}"/>
              </a:ext>
            </a:extLst>
          </p:cNvPr>
          <p:cNvSpPr>
            <a:spLocks noGrp="1"/>
          </p:cNvSpPr>
          <p:nvPr>
            <p:ph type="title"/>
          </p:nvPr>
        </p:nvSpPr>
        <p:spPr/>
        <p:txBody>
          <a:bodyPr/>
          <a:lstStyle/>
          <a:p>
            <a:r>
              <a:rPr lang="en-US" dirty="0"/>
              <a:t>Views – (CDS Views)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CFACC54-D083-39E6-7313-64BBE519DDFC}"/>
                  </a:ext>
                </a:extLst>
              </p14:cNvPr>
              <p14:cNvContentPartPr/>
              <p14:nvPr/>
            </p14:nvContentPartPr>
            <p14:xfrm>
              <a:off x="658444" y="2979116"/>
              <a:ext cx="360" cy="360"/>
            </p14:xfrm>
          </p:contentPart>
        </mc:Choice>
        <mc:Fallback xmlns="">
          <p:pic>
            <p:nvPicPr>
              <p:cNvPr id="3" name="Ink 2">
                <a:extLst>
                  <a:ext uri="{FF2B5EF4-FFF2-40B4-BE49-F238E27FC236}">
                    <a16:creationId xmlns:a16="http://schemas.microsoft.com/office/drawing/2014/main" id="{7CFACC54-D083-39E6-7313-64BBE519DDFC}"/>
                  </a:ext>
                </a:extLst>
              </p:cNvPr>
              <p:cNvPicPr/>
              <p:nvPr/>
            </p:nvPicPr>
            <p:blipFill>
              <a:blip r:embed="rId3"/>
              <a:stretch>
                <a:fillRect/>
              </a:stretch>
            </p:blipFill>
            <p:spPr>
              <a:xfrm>
                <a:off x="649444" y="297011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0B18A42-295D-3682-652A-5565771C4637}"/>
                  </a:ext>
                </a:extLst>
              </p14:cNvPr>
              <p14:cNvContentPartPr/>
              <p14:nvPr/>
            </p14:nvContentPartPr>
            <p14:xfrm>
              <a:off x="1474564" y="471515"/>
              <a:ext cx="360" cy="360"/>
            </p14:xfrm>
          </p:contentPart>
        </mc:Choice>
        <mc:Fallback xmlns="">
          <p:pic>
            <p:nvPicPr>
              <p:cNvPr id="4" name="Ink 3">
                <a:extLst>
                  <a:ext uri="{FF2B5EF4-FFF2-40B4-BE49-F238E27FC236}">
                    <a16:creationId xmlns:a16="http://schemas.microsoft.com/office/drawing/2014/main" id="{00B18A42-295D-3682-652A-5565771C4637}"/>
                  </a:ext>
                </a:extLst>
              </p:cNvPr>
              <p:cNvPicPr/>
              <p:nvPr/>
            </p:nvPicPr>
            <p:blipFill>
              <a:blip r:embed="rId3"/>
              <a:stretch>
                <a:fillRect/>
              </a:stretch>
            </p:blipFill>
            <p:spPr>
              <a:xfrm>
                <a:off x="1465924" y="462875"/>
                <a:ext cx="18000" cy="18000"/>
              </a:xfrm>
              <a:prstGeom prst="rect">
                <a:avLst/>
              </a:prstGeom>
            </p:spPr>
          </p:pic>
        </mc:Fallback>
      </mc:AlternateContent>
    </p:spTree>
    <p:extLst>
      <p:ext uri="{BB962C8B-B14F-4D97-AF65-F5344CB8AC3E}">
        <p14:creationId xmlns:p14="http://schemas.microsoft.com/office/powerpoint/2010/main" val="2021169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3</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40,000+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Understanding Aspects and associations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01</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02</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Generic Service handlers</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Introduction to Fiori Elements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05</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Business Application Studio</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Adding UI module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06</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014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7246</TotalTime>
  <Words>1424</Words>
  <Application>Microsoft Office PowerPoint</Application>
  <PresentationFormat>Custom</PresentationFormat>
  <Paragraphs>157</Paragraphs>
  <Slides>23</Slides>
  <Notes>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72-Bold</vt:lpstr>
      <vt:lpstr>72-Regular</vt:lpstr>
      <vt:lpstr>Amasis MT Pro Black</vt:lpstr>
      <vt:lpstr>Arial</vt:lpstr>
      <vt:lpstr>Arial Black</vt:lpstr>
      <vt:lpstr>Calibri</vt:lpstr>
      <vt:lpstr>Cooper Black</vt:lpstr>
      <vt:lpstr>Segoe UI</vt:lpstr>
      <vt:lpstr>Segoe UI Light</vt:lpstr>
      <vt:lpstr>Office Theme</vt:lpstr>
      <vt:lpstr>SAP BTP Architect Training</vt:lpstr>
      <vt:lpstr>PowerPoint Presentation</vt:lpstr>
      <vt:lpstr>Agenda – Day 5</vt:lpstr>
      <vt:lpstr>Deploy Node Microservice to BTP</vt:lpstr>
      <vt:lpstr>Challenges of building Apps on BTP</vt:lpstr>
      <vt:lpstr>CAPM Introduction</vt:lpstr>
      <vt:lpstr>CDS – Core Data and Services </vt:lpstr>
      <vt:lpstr>Solution – use CAP framework</vt:lpstr>
      <vt:lpstr>Business Application Studio</vt:lpstr>
      <vt:lpstr>Dev Space in BAS</vt:lpstr>
      <vt:lpstr>Hands on: Modules for using CAP</vt:lpstr>
      <vt:lpstr>PowerPoint Presentation</vt:lpstr>
      <vt:lpstr>PowerPoint Presentation</vt:lpstr>
      <vt:lpstr>DB Design</vt:lpstr>
      <vt:lpstr>Hands on: Create DB Module</vt:lpstr>
      <vt:lpstr>Reuse Types and aspects</vt:lpstr>
      <vt:lpstr>Hands on: Service creation</vt:lpstr>
      <vt:lpstr>Introduction to CDS Views</vt:lpstr>
      <vt:lpstr>Views – (CDS Views)</vt:lpstr>
      <vt:lpstr>PowerPoint Presentation</vt:lpstr>
      <vt:lpstr>PowerPoint Presentation</vt:lpstr>
      <vt:lpstr>PowerPoint Presentation</vt:lpstr>
      <vt:lpstr>Agenda – Day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235</cp:revision>
  <dcterms:created xsi:type="dcterms:W3CDTF">2013-09-12T13:05:01Z</dcterms:created>
  <dcterms:modified xsi:type="dcterms:W3CDTF">2026-01-18T16:03:22Z</dcterms:modified>
</cp:coreProperties>
</file>