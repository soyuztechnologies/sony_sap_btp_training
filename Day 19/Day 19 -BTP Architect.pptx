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4122" r:id="rId3"/>
    <p:sldId id="277" r:id="rId4"/>
    <p:sldId id="4831" r:id="rId5"/>
    <p:sldId id="4837" r:id="rId6"/>
    <p:sldId id="4838" r:id="rId7"/>
    <p:sldId id="4839" r:id="rId8"/>
    <p:sldId id="4832" r:id="rId9"/>
    <p:sldId id="4833" r:id="rId10"/>
    <p:sldId id="4834" r:id="rId11"/>
    <p:sldId id="4835" r:id="rId12"/>
    <p:sldId id="4836" r:id="rId13"/>
    <p:sldId id="4798" r:id="rId14"/>
    <p:sldId id="4786" r:id="rId15"/>
    <p:sldId id="4787" r:id="rId16"/>
    <p:sldId id="4788" r:id="rId17"/>
    <p:sldId id="282" r:id="rId18"/>
    <p:sldId id="280" r:id="rId19"/>
    <p:sldId id="4711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3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17 24575,'0'-3'0,"-3"0"0,0-4 0,-1 3 0,1 5 0,1 5 0,1 8 0,-3 7 0,0 9 0,-3 9 0,0 5 0,1-3-8191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9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1 24575,'-8'1'0,"1"0"0,0 1 0,0 0 0,0 0 0,0 0 0,0 1 0,0 0 0,-7 5 0,-6 2 0,13-6 0,0-1 0,0 1 0,0 1 0,1-1 0,-9 9 0,14-12 0,0 0 0,0 0 0,0 0 0,0 1 0,0-1 0,0 0 0,0 1 0,0-1 0,1 1 0,-1-1 0,0 1 0,1-1 0,-1 1 0,1 2 0,0-3 0,0 0 0,0 0 0,0 0 0,1 0 0,-1 0 0,0 0 0,1 0 0,-1 0 0,1 0 0,-1 0 0,1-1 0,-1 1 0,1 0 0,-1 0 0,1 0 0,0 0 0,0-1 0,-1 1 0,1 0 0,0-1 0,0 1 0,0-1 0,0 1 0,2 0 0,1 1 0,0-1 0,0 1 0,1-1 0,-1 0 0,1 0 0,-1 0 0,1-1 0,-1 0 0,1 1 0,6-2 0,49-8 0,-38 5 0,149-33 0,-103 20 0,1 3 0,73-5 0,-130 18 0,-1 0 0,1 2 0,0-1 0,17 4 0,-27-4 0,0 1 0,0-1 0,0 1 0,0-1 0,0 1 0,-1 0 0,1-1 0,0 1 0,0 0 0,0 0 0,-1 1 0,1-1 0,0 0 0,-1 0 0,1 1 0,-1-1 0,1 1 0,-1 0 0,0-1 0,0 1 0,0 0 0,0 0 0,0-1 0,0 1 0,0 0 0,-1 0 0,1 0 0,-1 0 0,1 0 0,-1 0 0,0 0 0,0 0 0,0 4 0,-1 2 0,0 1 0,-1-1 0,-1 1 0,1-1 0,-1 0 0,-1 0 0,1 0 0,-6 7 0,-42 63 0,39-61 0,-149 186 0,100-131 0,-98 151 0,151-210 0,1-1 0,1 2 0,0-1 0,1 1 0,-5 16 0,9-28 0,1 1 0,-1-1 0,1 0 0,-1 1 0,1-1 0,0 1 0,0-1 0,0 1 0,0-1 0,0 1 0,1-1 0,-1 0 0,1 1 0,0-1 0,-1 1 0,1-1 0,0 0 0,0 0 0,1 0 0,-1 0 0,0 1 0,1-1 0,-1-1 0,1 1 0,0 0 0,0 0 0,-1-1 0,1 1 0,0-1 0,0 1 0,0-1 0,1 0 0,-1 0 0,0 0 0,0 0 0,1 0 0,-1 0 0,5 0 0,4 1 38,0-1 0,0 0 0,0-1 0,0 0 0,0 0 0,0-1 0,0-1 0,21-5 0,-7-1-607,-1 0 0,38-20 0,-16 4-6257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9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1 24575,'-8'0'0,"-10"0"0,-7 0 0,-3 0 0,1 3 0,8 4 0,13 0 0,14 0 0,13-2 0,16-4 0,14-6 0,9-5 0,-5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0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430 815 24575,'3'-3'0,"1"0"0,0 0 0,0 0 0,0 1 0,8-4 0,-7 4 0,-1 0 0,0 0 0,0 0 0,0-1 0,4-4 0,-7 7 0,-1 0 0,0 0 0,0 0 0,0 0 0,1-1 0,-1 1 0,0 0 0,0 0 0,0 0 0,1 0 0,-1-1 0,0 1 0,0 0 0,0 0 0,0-1 0,1 1 0,-1 0 0,0 0 0,0 0 0,0-1 0,0 1 0,0 0 0,0-1 0,0 1 0,0 0 0,0 0 0,0-1 0,0 1 0,0 0 0,0 0 0,0-1 0,0 1 0,0 0 0,0 0 0,0-1 0,0 1 0,-1 0 0,1 0 0,0-1 0,0 1 0,0 0 0,-1-1 0,-13-3 0,-18 5 0,16 1 0,0 1 0,1 1 0,-1 0 0,1 1 0,0 1 0,1 0 0,-1 1 0,1 1 0,1 0 0,-1 1 0,1 0 0,1 1 0,0 0 0,0 1 0,1 0 0,0 1 0,1 1 0,1-1 0,0 2 0,-14 26 0,-24 86 0,47-124 0,-1 0 0,0-1 0,0 1 0,0-1 0,0 1 0,0-1 0,0 1 0,0-1 0,0 0 0,0 1 0,-3 0 0,4-1 0,-1-1 0,1 0 0,-1 1 0,1-1 0,-1 0 0,1 0 0,-1 0 0,1 0 0,-1 0 0,1 1 0,-1-1 0,1 0 0,-1 0 0,0 0 0,1 0 0,-1-1 0,1 1 0,-1 0 0,1 0 0,-1 0 0,1 0 0,-1 0 0,1-1 0,-1 1 0,-1-2 0,0 1 0,1-1 0,-1 1 0,1-1 0,-1 0 0,1 0 0,0 0 0,0 0 0,0 0 0,0 0 0,0 0 0,0 0 0,1 0 0,-1 0 0,1 0 0,-1-4 0,-1-11 0,1 1 0,1-1 0,0 0 0,2 0 0,5-30 0,28-86 0,-23 93 0,137-421 0,-103 324 0,-37 110 0,-1 8 0,-2 0 0,-1 0 0,0-1 0,2-28 0,-6 47 0,-1 0 0,0 0 0,0 0 0,0 0 0,0 0 0,0 0 0,0 0 0,0 0 0,0 0 0,-1 0 0,1 0 0,0 0 0,0 1 0,-1-1 0,1 0 0,-1 0 0,1 0 0,-1 0 0,1 0 0,-1 1 0,1-1 0,-2-1 0,1 2 0,0-1 0,0 1 0,0 0 0,0 0 0,0 0 0,0 0 0,0 0 0,1 0 0,-1 0 0,0 0 0,0 0 0,0 0 0,0 0 0,0 0 0,0 1 0,0-1 0,0 0 0,1 1 0,-2 0 0,-5 3 0,0 0 0,0 1 0,1 0 0,-7 6 0,-21 22 0,3 2 0,0 1 0,3 2 0,1 0 0,2 2 0,-37 79 0,52-100 0,2 1 0,1 0 0,0 1 0,1 0 0,1 0 0,2 0 0,0 1 0,0 41 0,3-54 0,1 0 0,0 0 0,0 0 0,1 0 0,0 0 0,1-1 0,0 1 0,0-1 0,1 0 0,0 0 0,0 0 0,1 0 0,0-1 0,0 1 0,1-1 0,0-1 0,0 1 0,1-1 0,0 0 0,0-1 0,0 1 0,1-1 0,14 7 0,-7-6 0,0 0 0,0-1 0,0-1 0,1 0 0,0-1 0,0-1 0,0 0 0,27-1 0,-22-2 0,0-1 0,0-1 0,0 0 0,0-2 0,-1 0 0,22-9 0,-35 11 0,0 0 0,-1-1 0,1 0 0,0 0 0,-1 0 0,0-1 0,0 1 0,0-2 0,-1 1 0,0-1 0,0 1 0,0-1 0,5-8 0,-9 11 0,1 0 0,-1-1 0,1 1 0,-1 0 0,0-1 0,0 1 0,-1 0 0,1-1 0,-1 1 0,1-1 0,-1 1 0,0-1 0,-1 1 0,1-1 0,0 1 0,-1-1 0,0 1 0,0-1 0,0 1 0,0 0 0,-1 0 0,1-1 0,-1 1 0,0 0 0,0 0 0,0 1 0,0-1 0,0 0 0,0 1 0,-6-5 0,6 5 0,-1-1 0,0 0 0,-1 1 0,1 0 0,0 0 0,-1 0 0,1 0 0,-1 0 0,1 1 0,-1 0 0,0 0 0,0 0 0,0 0 0,0 0 0,1 1 0,-1-1 0,0 1 0,0 0 0,0 1 0,0-1 0,0 0 0,0 1 0,0 0 0,0 0 0,1 0 0,-1 1 0,0-1 0,1 1 0,-1 0 0,1 0 0,-4 3 0,-1 1 0,0 0 0,0 0 0,0 1 0,1 1 0,0-1 0,1 1 0,0 0 0,0 1 0,0-1 0,1 1 0,-4 10 0,2-1 38,1 0 0,1 0 0,0 0 0,1 1 0,2-1 0,0 1 0,0 0 0,3 34 0,0-40-160,1 0 0,0 0 0,1 0 0,0 0 0,1 0 0,0-1 0,1 1 0,0-1 0,1 0 1,1-1-1,0 0 0,0 0 0,12 13 0,6 0-6704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1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133 115 24575,'-1'-9'0,"0"0"0,0 0 0,-1 0 0,0 0 0,-1 0 0,1 0 0,-2 1 0,-7-15 0,11 21 0,-1 1 0,0 0 0,0-1 0,1 1 0,-1 0 0,0 0 0,0 0 0,0 0 0,0 0 0,0 0 0,-1 0 0,1 0 0,0 1 0,0-1 0,-1 0 0,1 1 0,0-1 0,-1 1 0,1-1 0,0 1 0,-1-1 0,-2 1 0,2 0 0,1 1 0,-1-1 0,0 1 0,1-1 0,-1 1 0,1 0 0,-1-1 0,0 1 0,1 0 0,0 0 0,-1 0 0,1 1 0,-1-1 0,1 0 0,-2 3 0,-3 4 0,1 0 0,0 0 0,0 0 0,1 1 0,-6 15 0,6-13 0,1 1 0,0-1 0,1 1 0,0-1 0,1 1 0,0 0 0,1 0 0,0 0 0,1-1 0,0 1 0,1 0 0,0-1 0,1 1 0,7 18 0,-5-18 0,1 0 0,1-1 0,-1 0 0,2 0 0,-1 0 0,2-1 0,-1 0 0,1-1 0,1 0 0,0-1 0,0 1 0,0-2 0,15 9 0,-8-7 0,1-1 0,0 0 0,0-1 0,0-1 0,1-1 0,0-1 0,0 0 0,0-1 0,0-2 0,0 1 0,24-3 0,-30 0 0,-1-1 0,1 0 0,-1-1 0,0 0 0,0-1 0,0 0 0,22-12 0,-26 11 0,0 0 0,0 0 0,0-1 0,-1-1 0,0 1 0,0-1 0,-1 0 0,0 0 0,0-1 0,-1 0 0,7-11 0,-5 2 0,0-1 0,-1 0 0,-1 1 0,0-2 0,-1 1 0,-1 0 0,-1-1 0,-1 0 0,0 1 0,-2-1 0,0 0 0,-1 1 0,-7-30 0,8 43 0,0 1 0,-1 0 0,0-1 0,0 1 0,0 0 0,0 0 0,-1 0 0,1 0 0,-7-6 0,8 9 0,1 0 0,-1 1 0,0-1 0,0 0 0,0 1 0,0-1 0,0 1 0,1-1 0,-1 1 0,0 0 0,0-1 0,0 1 0,0 0 0,0 0 0,-1-1 0,1 1 0,0 0 0,0 0 0,-1 0 0,0 1 0,1-1 0,-1 1 0,1 0 0,-1 0 0,1-1 0,0 1 0,-1 0 0,1 0 0,0 0 0,0 0 0,-1 0 0,1 1 0,0-1 0,0 0 0,0 0 0,-1 3 0,-6 12 0,1 0 0,0 1 0,1-1 0,0 1 0,2 1 0,-5 30 0,6-30 0,-22 151 0,-3 210 0,-8 67 0,34-435 0,0 1 0,0-1 0,-1 1 0,-1-1 0,0 0 0,0 0 0,-7 12 0,9-21 0,1 0 0,-1 1 0,1-1 0,-1 0 0,0 0 0,0 0 0,0 0 0,0 0 0,0-1 0,-1 1 0,1-1 0,0 1 0,-1-1 0,1 0 0,-1 0 0,1 0 0,-1 0 0,0 0 0,1-1 0,-1 1 0,0-1 0,0 0 0,1 0 0,-1 0 0,0 0 0,0 0 0,1 0 0,-1-1 0,0 1 0,0-1 0,1 0 0,-1 0 0,1 0 0,-1 0 0,-3-3 0,-1 1 0,1-1 0,0 0 0,0 0 0,0-1 0,0 0 0,1 0 0,-1 0 0,1 0 0,1-1 0,-1 0 0,1 0 0,0 0 0,1-1 0,-1 1 0,1-1 0,0 0 0,1 0 0,0 0 0,0 0 0,0 0 0,1-1 0,-1-13 0,2 9 0,0 0 0,0 0 0,1 1 0,1-1 0,0 0 0,0 0 0,1 1 0,1-1 0,0 1 0,0 0 0,1 0 0,1 0 0,10-14 0,-6 12-195,0 1 0,1 0 0,1 1 0,-1 1 0,2-1 0,16-9 0,-10 8-6631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3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6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678 387 24575,'9'-171'0,"-2"90"0,-7 74 0,0 0 0,0 0 0,0 1 0,0-1 0,-1 0 0,0 1 0,-1-1 0,0 1 0,-4-11 0,5 14 0,-1-1 0,0 1 0,0 0 0,-1 0 0,1 0 0,0 1 0,-1-1 0,0 0 0,0 1 0,0 0 0,0 0 0,0 0 0,0 0 0,0 0 0,-1 0 0,1 1 0,-1 0 0,-6-2 0,-15-2 0,-1 2 0,1 1 0,-1 1 0,0 1 0,0 1 0,1 1 0,-38 8 0,32-3 0,-1 1 0,1 1 0,1 2 0,0 1 0,0 2 0,1 0 0,1 2 0,0 1 0,-29 25 0,52-38 0,-1 1 0,1 0 0,0 0 0,0 1 0,1-1 0,0 1 0,0 0 0,0 0 0,-5 13 0,8-17 0,0 1 0,1-1 0,-1 1 0,1-1 0,-1 1 0,1-1 0,0 1 0,0 0 0,0-1 0,1 1 0,-1-1 0,0 1 0,1-1 0,0 1 0,0-1 0,-1 0 0,2 1 0,-1-1 0,0 0 0,0 0 0,1 1 0,-1-1 0,1 0 0,-1 0 0,1-1 0,0 1 0,0 0 0,0 0 0,0-1 0,4 3 0,9 5 0,0 0 0,0-1 0,1-1 0,0-1 0,23 7 0,89 15 0,-63-15 0,-40-8 0,96 23 0,-99-21 0,0 0 0,-1 2 0,27 14 0,-44-21 0,0 0 0,-1 0 0,1 1 0,0-1 0,-1 1 0,0 0 0,0 0 0,0 1 0,0-1 0,3 5 0,-6-7 0,1 0 0,-1 0 0,1 1 0,-1-1 0,0 0 0,0 0 0,1 1 0,-1-1 0,0 0 0,0 1 0,0-1 0,0 0 0,0 0 0,-1 1 0,1-1 0,0 0 0,-1 0 0,1 1 0,-1-1 0,1 0 0,-1 0 0,1 0 0,-1 0 0,0 0 0,0 0 0,1 0 0,-1 0 0,0 0 0,0 0 0,0 0 0,0 0 0,0-1 0,0 1 0,0 0 0,0-1 0,-1 1 0,1-1 0,-1 1 0,-7 4 0,0-1 0,0-1 0,0 0 0,-1 0 0,1 0 0,-1-1 0,-11 0 0,-72 3 0,72-5 0,-45 1-455,-1-2 0,-98-15 0,130 9-6371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6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 24575,'0'-3'0,"0"-4"0,0-3 0,0 2 0,0 6 0,3 9 0,1 9 0,0 8 0,-1 9 0,-1 8 0,-1 5 0,0 4 0,-1 5 0,0 0 0,0-1 0,0-1 0,0-10-8191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6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11 486 24575,'-1'0'0,"1"-1"0,-1 0 0,0 0 0,0 1 0,1-1 0,-1 0 0,0 0 0,1 0 0,-1 0 0,1 0 0,-1 0 0,1 0 0,-1 0 0,1 0 0,0 0 0,-1 0 0,1-1 0,0 1 0,0 0 0,0 0 0,0 0 0,0 0 0,0 0 0,0 0 0,1 0 0,-1-1 0,0 1 0,0 0 0,1 0 0,-1 0 0,1 0 0,-1 0 0,1 0 0,-1 0 0,1 0 0,0 1 0,-1-1 0,1 0 0,0 0 0,0 0 0,0 1 0,0-1 0,1-1 0,4-2 0,0 0 0,0 0 0,1 1 0,-1 0 0,11-4 0,62-16 0,2 4 0,88-10 0,-96 18 0,-6 2 0,-42 7 0,-1-1 0,0-1 0,0-1 0,33-12 0,-55 17 0,-1 0 0,0-1 0,1 0 0,-1 1 0,0-1 0,1 0 0,-1 0 0,0 0 0,0 0 0,0 0 0,0 0 0,0 0 0,0 0 0,0 0 0,1-2 0,-1 2 0,-1 0 0,0 1 0,0-1 0,0 0 0,0 1 0,0-1 0,0 0 0,0 1 0,0-1 0,0 1 0,0-1 0,0 0 0,-1 1 0,1-1 0,0 1 0,0-1 0,-1 0 0,1 1 0,0-1 0,-1 1 0,1-1 0,-1 1 0,1-1 0,-1 0 0,-2-1 0,0 0 0,0-1 0,0 2 0,0-1 0,-1 0 0,1 0 0,0 1 0,-1 0 0,1 0 0,-7-1 0,4 1 0,0 0 0,0 1 0,0-1 0,0 2 0,0-1 0,-1 1 0,1 0 0,0 0 0,0 0 0,0 1 0,1 0 0,-8 3 0,5 0 0,0-1 0,0 1 0,0 1 0,0-1 0,1 2 0,0-1 0,-8 10 0,4-2 0,0 0 0,2 0 0,-1 1 0,2 0 0,0 1 0,1 0 0,0 0 0,-5 21 0,10-30 0,1 0 0,-1 0 0,1 0 0,0 1 0,1-1 0,0 0 0,0 1 0,0-1 0,1 0 0,2 9 0,-2-12 0,1-1 0,-1 1 0,1-1 0,0 1 0,0-1 0,0 0 0,0 0 0,0 0 0,1 0 0,-1 0 0,1 0 0,0-1 0,0 1 0,0-1 0,0 0 0,0 0 0,1 0 0,-1 0 0,1 0 0,-1-1 0,5 2 0,1-1 0,-1 0 0,1 0 0,0-1 0,0 0 0,0-1 0,0 0 0,0 0 0,0-1 0,0 0 0,-1 0 0,1-1 0,0-1 0,-1 1 0,1-1 0,-1-1 0,0 1 0,0-1 0,0-1 0,0 0 0,8-6 0,-3 0 0,0 1 0,-1-2 0,0 0 0,0 0 0,-1-1 0,-1 0 0,0-1 0,-1 0 0,13-30 0,-14 26 0,-1 0 0,-2-1 0,0 0 0,0 0 0,-2 0 0,0-1 0,-2 1 0,0-1 0,-1 0 0,-1 1 0,-1-1 0,0 1 0,-2-1 0,0 1 0,-1 0 0,-1 1 0,-1-1 0,0 1 0,-15-24 0,22 41 0,0 0 0,-1 0 0,0 0 0,1-1 0,-1 1 0,0 0 0,1 0 0,-1 0 0,0 0 0,0 0 0,0 1 0,0-1 0,0 0 0,0 0 0,0 1 0,0-1 0,0 0 0,0 1 0,-1-1 0,1 1 0,0-1 0,0 1 0,0 0 0,-1 0 0,1-1 0,-2 1 0,2 1 0,0 0 0,0-1 0,0 1 0,-1 0 0,1 0 0,0 0 0,0 0 0,1 0 0,-1 0 0,0 0 0,0 0 0,0 0 0,1 1 0,-1-1 0,0 0 0,1 0 0,-1 1 0,1-1 0,0 0 0,-1 1 0,1-1 0,0 1 0,0-1 0,0 2 0,-2 20 0,0 0 0,2 0 0,1 0 0,4 27 0,20 92 0,-24-142 0,39 152 157,-20-86-1679,-12-36-5304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7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57 24575,'-6'0'0,"-5"0"0,-3 0 0,3 0 0,7 0 0,7-3 0,6-1 0,7 0 0,4-2 0,1 0 0,4 1 0,0-2 0,2 1 0,2-2 0,-4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7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208 291 24575,'1'-1'0,"0"1"0,-1 0 0,1 0 0,0-1 0,-1 1 0,1 0 0,0-1 0,-1 1 0,1-1 0,-1 1 0,1-1 0,-1 1 0,1-1 0,-1 0 0,1 1 0,-1-1 0,0 1 0,1-1 0,-1 0 0,0 1 0,0-1 0,1 0 0,-1 0 0,0-1 0,6-24 0,-4 17 0,7-24 0,14-55 0,-22 79 0,0 0 0,0 0 0,-1-1 0,0 1 0,0 0 0,-1 0 0,-3-14 0,4 21 0,0 1 0,0-1 0,-1 1 0,1-1 0,-1 1 0,1-1 0,-1 1 0,1 0 0,-1-1 0,0 1 0,0 0 0,1-1 0,-1 1 0,0 0 0,0 0 0,0 0 0,-1 0 0,1 0 0,0 0 0,0 0 0,-1 0 0,1 0 0,0 1 0,-1-1 0,1 0 0,0 1 0,-1-1 0,1 1 0,-1 0 0,1-1 0,-1 1 0,1 0 0,-1 0 0,1 0 0,-1 0 0,1 0 0,-1 0 0,-2 1 0,0 1 0,-1-1 0,1 1 0,-1 0 0,1 1 0,0-1 0,0 1 0,0-1 0,0 1 0,1 1 0,-1-1 0,-4 5 0,-5 10 0,0 1 0,1 0 0,0 0 0,2 1 0,0 1 0,2-1 0,0 2 0,1-1 0,-7 44 0,4 5 0,-3 131 0,14-85 0,1-57 0,-10 97 0,7-149-195,0-1 0,0 0 0,-1 1 0,0-1 0,0 0 0,-4 9 0,-4 0-6631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8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0 136 24575,'1'-2'0,"-1"-1"0,0 0 0,1 1 0,0-1 0,-1 0 0,1 1 0,0-1 0,0 1 0,1-1 0,-1 1 0,0 0 0,1-1 0,0 1 0,-1 0 0,1 0 0,3-3 0,-1 2 0,0 0 0,0-1 0,0 1 0,1 1 0,-1-1 0,1 1 0,8-4 0,31-5 0,0 2 0,0 2 0,78-3 0,-19 1 0,-99 9 0,1-1 0,0 1 0,-1 0 0,1 0 0,0 0 0,0 0 0,-1 1 0,9 2 0,-11-2 0,-1-1 0,0 1 0,1 0 0,-1 0 0,1 0 0,-1 0 0,0 1 0,0-1 0,0 0 0,0 1 0,0-1 0,0 0 0,0 1 0,0-1 0,0 1 0,-1-1 0,1 1 0,-1 0 0,1-1 0,-1 1 0,1-1 0,-1 1 0,0 0 0,0 0 0,0-1 0,0 1 0,0 2 0,-7 202 0,8-223 0,1-1 0,0 1 0,2 0 0,-1 0 0,12-29 0,-11 34 0,1 0 0,0 0 0,1 1 0,1 0 0,0 0 0,0 0 0,1 1 0,0 0 0,12-11 0,-19 19 0,1 1 0,0-1 0,0 1 0,0-1 0,0 1 0,0 0 0,1 0 0,-1 0 0,0 0 0,0 0 0,1 0 0,-1 1 0,0-1 0,1 1 0,-1 0 0,1 0 0,-1 0 0,1 0 0,3 0 0,-3 1 0,0 0 0,0 0 0,0 1 0,0-1 0,0 0 0,-1 1 0,1 0 0,0 0 0,-1 0 0,1 0 0,-1 0 0,4 5 0,2 3 0,-2-1 0,0 1 0,0 0 0,0 1 0,-2-1 0,8 23 0,9 47 0,-20-80 0,-1 1 0,0-1 0,0 0 0,0 0 0,0 1 0,0-1 0,1 0 0,-1 0 0,0 0 0,0 1 0,0-1 0,1 0 0,-1 0 0,0 0 0,0 0 0,0 0 0,1 0 0,-1 1 0,0-1 0,0 0 0,1 0 0,-1 0 0,0 0 0,0 0 0,1 0 0,-1 0 0,0 0 0,0 0 0,1 0 0,-1 0 0,0 0 0,0 0 0,1 0 0,-1 0 0,0 0 0,0-1 0,1 1 0,-1 0 0,0 0 0,0 0 0,1 0 0,-1 0 0,0-1 0,0 1 0,0 0 0,0 0 0,1 0 0,-1-1 0,0 1 0,0 0 0,0 0 0,1-1 0,10-13 0,-10 12 0,21-32 0,-5 8 0,27-32 0,-38 51 0,0 0 0,1 1 0,0 0 0,0 0 0,0 1 0,1-1 0,0 2 0,0-1 0,10-3 0,-16 7 0,0 0 0,0 0 0,0 1 0,1-1 0,-1 1 0,0-1 0,0 1 0,0 0 0,1 0 0,-1 0 0,0 0 0,0 0 0,1 0 0,-1 1 0,0-1 0,0 1 0,0 0 0,0-1 0,0 1 0,4 2 0,-4-1 0,1 1 0,0-1 0,-1 0 0,0 1 0,0 0 0,1-1 0,-2 1 0,1 0 0,0 0 0,0 0 0,-1 1 0,1 2 0,3 9 0,-2 0 0,1-1 0,-2 1 0,1 29 0,-2 27-1365,-2-40-5461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8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16 24575,'3'-3'0,"1"-4"0,0 2 0,-1 5 0,0 6 0,-5 4 0,-1 4 0,-4 2 0,-3 1 0,0 2 0,-1-1 0,1-2-8191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9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395 148 24575,'1'-1'0,"0"0"0,0-1 0,0 1 0,0 0 0,0-1 0,-1 1 0,1-1 0,0 1 0,-1-1 0,1 1 0,-1-1 0,1 1 0,-1-1 0,0 0 0,1 1 0,-1-1 0,0 1 0,0-1 0,0 0 0,-1-2 0,0 1 0,0 0 0,0 0 0,0 0 0,0 0 0,-1-1 0,1 2 0,-1-1 0,0 0 0,-3-4 0,-3-1 0,0 0 0,0 0 0,-1 1 0,-18-12 0,22 15 0,-1 1 0,1-1 0,-1 1 0,0 1 0,0-1 0,0 1 0,0 0 0,-1 0 0,1 1 0,-1 0 0,1 0 0,-1 0 0,1 1 0,-1 0 0,1 0 0,-1 1 0,1 0 0,-1 0 0,1 0 0,0 1 0,-1 0 0,1 0 0,0 1 0,0-1 0,0 1 0,1 1 0,-1-1 0,1 1 0,-8 6 0,0 1 0,0 1 0,1 0 0,0 1 0,1 0 0,0 0 0,-15 27 0,20-30 0,1-1 0,0 1 0,1 1 0,0-1 0,0 1 0,1-1 0,1 1 0,-1 0 0,2 0 0,0 0 0,0 17 0,1-23 0,1 0 0,0 0 0,0 0 0,0 0 0,1 0 0,-1 0 0,1 0 0,0 0 0,1-1 0,-1 1 0,1-1 0,0 1 0,0-1 0,6 6 0,-3-5 0,0 0 0,0 0 0,0-1 0,0 0 0,1 0 0,0-1 0,0 0 0,0 0 0,8 2 0,4 0 0,0-1 0,0-2 0,1 0 0,-1 0 0,0-2 0,1-1 0,20-2 0,28-10-1365,-6-3-5461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19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124 215 24575,'0'-18'0,"-1"1"0,-1 0 0,-1 0 0,0 0 0,-1 0 0,-1 0 0,0 0 0,-16-30 0,20 44 0,-1 1 0,0-1 0,1 0 0,-1 1 0,0-1 0,-1 1 0,1 0 0,0-1 0,-4-1 0,5 3 0,0 1 0,1-1 0,-1 1 0,0 0 0,1 0 0,-1-1 0,0 1 0,0 0 0,1 0 0,-1 0 0,0 0 0,0 0 0,1 0 0,-1 0 0,0 0 0,0 0 0,1 0 0,-1 0 0,0 0 0,0 1 0,1-1 0,-1 0 0,0 1 0,1-1 0,-1 0 0,0 1 0,1-1 0,-1 1 0,1-1 0,-1 1 0,1-1 0,-1 1 0,1-1 0,-1 1 0,1 0 0,-1-1 0,1 1 0,0 0 0,-1-1 0,1 1 0,0 0 0,-1-1 0,1 3 0,-5 10 0,0 0 0,1 0 0,1 1 0,0 0 0,-1 16 0,0 74 0,3-75 0,0 2-195,2 1 0,0-1 0,3 0 0,0 0 0,2 0 0,16 49 0,-10-49-6631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0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316 283 24575,'5'-41'0,"-4"34"0,0 1 0,0-1 0,0 0 0,-2-14 0,1 18 0,-1 1 0,1-1 0,-1 0 0,0 1 0,0-1 0,0 0 0,0 1 0,-1-1 0,1 1 0,-1 0 0,0-1 0,1 1 0,-1 0 0,0 0 0,0 0 0,-3-2 0,0 0 0,-1 1 0,0 0 0,1 0 0,-1 0 0,0 0 0,0 1 0,-1 0 0,1 1 0,0-1 0,-1 1 0,1 0 0,-1 1 0,1 0 0,-1 0 0,1 0 0,-1 1 0,-9 1 0,5 0 0,0 1 0,1 0 0,-1 0 0,1 1 0,0 1 0,0 0 0,0 0 0,1 1 0,-15 11 0,18-12 0,1 0 0,0 1 0,0 0 0,0 0 0,0 1 0,1-1 0,0 1 0,1 0 0,-1 0 0,1 0 0,1 0 0,-1 1 0,1-1 0,1 1 0,-1 0 0,0 10 0,2-13 0,0 0 0,0-1 0,0 1 0,1 0 0,0-1 0,0 1 0,0-1 0,0 1 0,1-1 0,-1 1 0,1-1 0,0 0 0,1 0 0,-1 0 0,1 0 0,-1 0 0,1 0 0,0-1 0,1 1 0,-1-1 0,1 0 0,-1 0 0,1 0 0,0-1 0,0 1 0,0-1 0,0 0 0,5 2 0,-2-2 0,0 1 0,-1-1 0,1-1 0,0 1 0,0-1 0,0 0 0,0-1 0,0 1 0,0-1 0,0-1 0,-1 1 0,1-1 0,0-1 0,0 1 0,0-1 0,-1 0 0,1-1 0,-1 1 0,1-2 0,-1 1 0,0 0 0,0-1 0,-1 0 0,1 0 0,-1-1 0,0 0 0,0 0 0,0 0 0,-1 0 0,0-1 0,0 0 0,0 0 0,0 0 0,-1 0 0,5-13 0,-4 4 0,0-1 0,2-19 0,-5 29 0,0 0 0,-1 0 0,0 0 0,0-1 0,0 1 0,-1 0 0,0 0 0,-2-9 0,3 15 0,0 0 0,0 0 0,0 0 0,0 0 0,0 0 0,0-1 0,0 1 0,0 0 0,0 0 0,0 0 0,-1 0 0,1 0 0,0 0 0,0 0 0,0 0 0,0-1 0,0 1 0,0 0 0,0 0 0,0 0 0,0 0 0,0 0 0,0 0 0,0 0 0,-1 0 0,1 0 0,0 0 0,0 0 0,0 0 0,0 0 0,0-1 0,0 1 0,0 0 0,-1 0 0,1 0 0,0 0 0,0 0 0,0 0 0,0 0 0,0 0 0,0 0 0,0 0 0,-1 0 0,1 1 0,0-1 0,0 0 0,0 0 0,0 0 0,0 0 0,0 0 0,0 0 0,0 0 0,-1 0 0,1 0 0,0 0 0,0 0 0,0 0 0,0 0 0,0 1 0,0-1 0,0 0 0,-6 11 0,-1 14 0,3-11 0,1 1 0,1-1 0,0 0 0,1 1 0,1 25 0,0-37 0,0 0 0,1 0 0,-1 0 0,1 0 0,0 0 0,-1 0 0,1-1 0,0 1 0,1 0 0,-1-1 0,0 1 0,1 0 0,-1-1 0,1 0 0,0 1 0,0-1 0,0 0 0,0 0 0,0 0 0,1 0 0,-1 0 0,1-1 0,-1 1 0,1-1 0,-1 1 0,1-1 0,0 0 0,0 0 0,0 0 0,-1 0 0,1-1 0,0 1 0,0-1 0,0 0 0,4 0 0,6-1 0,-1 0 0,1-1 0,-1 0 0,0-1 0,0 0 0,0-1 0,0 0 0,16-9 0,10-8 0,38-27 0,-53 33 0,0-1 0,-2-1 0,0-2 0,-1 0 0,0 0 0,-2-2 0,17-24 0,-33 42 0,0 0 0,0 0 0,-1 0 0,1-1 0,-1 1 0,1 0 0,-1-1 0,0 1 0,-1-1 0,1 1 0,0-1 0,-1 0 0,0 1 0,0-1 0,-1-5 0,1 6 0,-1 1 0,0-1 0,0 1 0,0 0 0,0 0 0,-1-1 0,1 1 0,-1 0 0,1 0 0,-1 0 0,1 1 0,-1-1 0,0 0 0,0 1 0,0-1 0,0 1 0,0-1 0,-1 1 0,1 0 0,0 0 0,-1 0 0,-4-1 0,-5-1 0,1 0 0,-1 0 0,-1 2 0,1 0 0,0 0 0,0 1 0,0 0 0,-1 1 0,1 0 0,0 1 0,-15 5 0,25-7 0,1 0 0,0 1 0,-1-1 0,1 0 0,0 1 0,-1-1 0,1 1 0,0-1 0,0 1 0,0 0 0,0 0 0,-1-1 0,1 1 0,0 0 0,0 0 0,0 0 0,1 0 0,-1 0 0,0 0 0,0 0 0,0 1 0,1-1 0,-1 0 0,1 0 0,-1 1 0,1-1 0,-1 0 0,1 1 0,0-1 0,0 0 0,0 1 0,-1-1 0,1 0 0,0 1 0,1-1 0,-1 0 0,0 1 0,0-1 0,1 0 0,-1 1 0,0-1 0,1 0 0,-1 1 0,2 1 0,4 6 0,-1-1 0,1 0 0,0 0 0,15 14 0,-12-13 0,43 45 0,-24-27 0,44 54 0,-70-77 0,1 0 0,0 0 0,-1 1 0,0-1 0,0 1 0,0-1 0,0 1 0,-1-1 0,1 1 0,-1 0 0,-1 0 0,1 0 0,-1-1 0,1 1 0,-2 0 0,1 6 0,-1-7 0,0-1 0,0 1 0,-1-1 0,1 1 0,0-1 0,-1 0 0,0 0 0,0 0 0,0 0 0,0 0 0,-1 0 0,1 0 0,-1-1 0,0 1 0,1-1 0,-1 0 0,0 0 0,0 0 0,-1 0 0,1 0 0,0-1 0,-5 2 0,7-2 0,0-1 0,0 1 0,-1-1 0,1 0 0,0 1 0,-1-1 0,1 0 0,0 0 0,-1 0 0,1 0 0,0 0 0,-1 0 0,1 0 0,0-1 0,-1 1 0,1 0 0,-2-2 0,2 2 0,1-1 0,-1 1 0,1 0 0,-1-1 0,1 1 0,0-1 0,-1 0 0,1 1 0,0-1 0,-1 1 0,1-1 0,0 1 0,0-1 0,-1 0 0,1 1 0,0-1 0,0 0 0,0 1 0,0-1 0,0 1 0,0-1 0,0 0 0,0 1 0,0-1 0,0 0 0,0 1 0,1-1 0,-1 0 0,0 1 0,0-1 0,1 1 0,-1-1 0,0 1 0,1-1 0,-1 0 0,0 1 0,1-1 0,0 0 0,6-8 0,0 0 0,0 1 0,1 0 0,0 0 0,0 0 0,13-7 0,59-37 0,-79 51 0,159-79 0,-116 61 0,-1-3 0,0-1 0,45-32 0,-82 50 0,0-1 0,1 1 0,-2-1 0,1 0 0,7-11 0,-12 16 0,0 0 0,0 0 0,-1-1 0,1 1 0,0 0 0,-1 0 0,1 0 0,0-1 0,-1 1 0,0 0 0,1 0 0,-1-1 0,0 1 0,0 0 0,0-1 0,1 1 0,-1-1 0,-1 1 0,1 0 0,0-1 0,0 1 0,0 0 0,-1-1 0,1 1 0,-1 0 0,1 0 0,-1-1 0,1 1 0,-1 0 0,0 0 0,0 0 0,0 0 0,1 0 0,-1 0 0,0 0 0,0 0 0,0 0 0,0 0 0,-1 0 0,1 1 0,-2-2 0,-3 0 0,0-1 0,0 1 0,0 1 0,0-1 0,-1 1 0,1 0 0,0 0 0,0 1 0,-1 0 0,-9 1 0,-4 1 0,-39 10 0,50-9 0,0-1 0,0 1 0,1 1 0,0 0 0,-1 0 0,1 0 0,1 1 0,-1 0 0,1 1 0,0 0 0,0 0 0,1 0 0,-7 9 0,10-11 0,0 0 0,1 0 0,-1 0 0,1 0 0,1 0 0,-1 0 0,0 1 0,1-1 0,0 0 0,0 1 0,0 0 0,1-1 0,-1 1 0,1-1 0,0 1 0,0 0 0,1-1 0,0 1 0,-1-1 0,1 1 0,1-1 0,-1 1 0,1-1 0,0 0 0,0 0 0,0 0 0,5 7 0,3 4 0,1-1 0,1-1 0,0 0 0,0 0 0,22 15 0,76 47 0,-104-71 0,-5-3 0,19 14 0,-19-15 0,-1 1 0,0-1 0,0 0 0,0 1 0,1-1 0,-1 0 0,0 1 0,0-1 0,0 0 0,1 1 0,-1-1 0,0 0 0,0 1 0,0-1 0,0 1 0,0-1 0,0 0 0,0 1 0,0-1 0,0 0 0,0 1 0,0-1 0,0 1 0,0-1 0,0 0 0,-1 1 0,1-1 0,0 0 0,0 1 0,0-1 0,0 0 0,-1 1 0,1-1 0,0 0 0,0 1 0,-1-1 0,1 0 0,0 0 0,0 1 0,-1-1 0,1 0 0,0 0 0,-1 1 0,1-1 0,-1 0 0,1 0 0,0 0 0,-1 0 0,1 0 0,0 0 0,-1 0 0,1 0 0,-1 0 0,1 0 0,0 0 0,-1 0 0,-47 9-1365,18-5-5461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0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24575,'1'3'0,"-1"4"0,0 4 0,0 2 0,-4 3 0,-3 4 0,0 2 0,-3 3 0,-2 3 0,1-3-8191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1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1 263 24575,'16'95'0,"-14"-78"0,0 0 0,-1 0 0,-1 0 0,0 0 0,-1 0 0,0-1 0,-7 25 0,8-41 0,0 1 0,1-1 0,-2 0 0,1 1 0,0-1 0,0 0 0,0 1 0,0-1 0,0 0 0,0 1 0,0-1 0,0 0 0,0 1 0,-1-1 0,1 0 0,0 1 0,0-1 0,0 0 0,-1 0 0,1 1 0,0-1 0,0 0 0,-1 0 0,1 1 0,0-1 0,0 0 0,-1 0 0,1 0 0,0 0 0,-1 1 0,0-1 0,-2-11 0,1-20 0,2 22 0,1-200 0,2 174 0,1 1 0,1-1 0,20-66 0,-23 97 0,-1 0 0,1 0 0,-1 0 0,1 0 0,0 1 0,0-1 0,1 1 0,-1-1 0,1 1 0,0 0 0,0 0 0,0 0 0,6-4 0,-7 6 0,1-1 0,-1 1 0,0 1 0,1-1 0,-1 0 0,1 1 0,-1-1 0,1 1 0,-1 0 0,1-1 0,-1 1 0,1 0 0,-1 1 0,1-1 0,-1 0 0,1 1 0,-1 0 0,1-1 0,-1 1 0,0 0 0,1 0 0,-1 0 0,0 1 0,3 1 0,1 1 0,0 1 0,0 0 0,-1 0 0,1 1 0,-1 0 0,0 0 0,-1 0 0,0 0 0,0 1 0,0-1 0,-1 1 0,3 8 0,-1-3 0,0 1 0,-2 0 0,1 0 0,-2 0 0,0 0 0,1 15 0,-3-21 0,-1 1 0,1-1 0,-2 1 0,1-1 0,-1 1 0,0-1 0,0 0 0,-1 1 0,0-1 0,0-1 0,-6 10 0,9-15 0,-1-1 0,1 0 0,-1 1 0,1-1 0,0 0 0,-1 1 0,1-1 0,0 0 0,0 1 0,-1-1 0,1 1 0,0-1 0,0 1 0,0-1 0,-1 1 0,1-1 0,0 1 0,0-1 0,0 1 0,0-1 0,0 1 0,0-1 0,0 1 0,0-1 0,0 1 0,0-1 0,0 1 0,0-1 0,1 1 0,-1-1 0,0 0 0,0 1 0,0-1 0,1 1 0,-1-1 0,0 1 0,1-1 0,-1 0 0,0 1 0,1-1 0,-1 0 0,0 1 0,1-1 0,-1 0 0,1 1 0,-1-1 0,1 0 0,30 3 0,-8-2 0,-20 0 0,0 0 0,1 0 0,-1 1 0,0 0 0,0-1 0,0 1 0,0 0 0,0 1 0,0-1 0,-1 0 0,1 1 0,-1-1 0,1 1 0,-1 0 0,0 0 0,0 0 0,0 0 0,-1 0 0,1 0 0,-1 1 0,1-1 0,-1 0 0,0 1 0,-1-1 0,1 1 0,0-1 0,-1 1 0,0 6 0,0-5 0,0 1 0,-1-1 0,1 1 0,-1-1 0,0 1 0,-1-1 0,1 0 0,-1 1 0,0-1 0,-1 0 0,1 0 0,-1 0 0,0-1 0,0 1 0,0-1 0,-1 1 0,0-1 0,-4 4 0,1-4-62,1 0 0,-1 0 0,0 0 0,0-1 0,0 0 0,-1 0 0,1-1 0,-1 0 0,1 0 0,-1-1 0,0 0 0,0 0-1,0-1 1,0 0 0,1 0 0,-1-1 0,0 0 0,0 0 0,1-1 0,-1 0 0,-9-4 0,-10-5-6764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2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9 136 24575,'3'0'0,"-1"-1"0,1 2 0,0-1 0,-1 0 0,1 0 0,-1 1 0,1-1 0,-1 1 0,1 0 0,-1 0 0,4 2 0,-5-2 0,0 0 0,0 0 0,0 0 0,-1 0 0,1 0 0,0 0 0,-1 0 0,1 0 0,0 0 0,-1 0 0,0 1 0,1-1 0,-1 0 0,0 0 0,1 1 0,-1-1 0,0 0 0,0 0 0,0 1 0,0-1 0,0 0 0,0 0 0,-1 1 0,1-1 0,0 0 0,-1 2 0,-16 64 0,-8 44 0,21-90 0,-1 13 0,14-48 0,2-10 0,32-148 0,-5 18 0,-37 150 0,0 0 0,1 0 0,-1 0 0,1 0 0,0 0 0,1 1 0,4-7 0,-6 9 0,-1 0 0,1 1 0,0-1 0,-1 0 0,1 1 0,0-1 0,0 1 0,0-1 0,0 1 0,0 0 0,-1-1 0,1 1 0,0 0 0,0 0 0,0 0 0,0 0 0,0-1 0,0 1 0,0 0 0,0 1 0,0-1 0,0 0 0,0 0 0,0 0 0,0 0 0,0 1 0,-1-1 0,1 0 0,0 1 0,0-1 0,0 1 0,0-1 0,-1 1 0,1 0 0,0-1 0,0 1 0,-1 0 0,1-1 0,-1 1 0,2 1 0,7 8 0,-1 1 0,0 0 0,0 0 0,-1 0 0,-1 1 0,11 25 0,21 80 0,-38-114 0,20 72-1365,-14-44-5461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2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85 24575,'-3'0'0,"-1"-3"0,0-4 0,4 0 0,5 0 0,7-1 0,8 1 0,6-2 0,5 1 0,6-2 0,5 2 0,2 2 0,-7 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2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40 164 24575,'0'-49'0,"0"39"0,0 33 0,-2 48 0,1-19 0,7 73 0,-5-118 0,0 0 0,1 0 0,-1 0 0,5 7 0,-6-13 0,0 0 0,0-1 0,0 1 0,0 0 0,1-1 0,-1 1 0,0 0 0,0-1 0,1 1 0,-1 0 0,1-1 0,-1 1 0,0-1 0,1 1 0,-1-1 0,1 1 0,0-1 0,-1 1 0,1-1 0,-1 1 0,1-1 0,0 0 0,-1 1 0,1-1 0,0 0 0,-1 0 0,1 1 0,0-1 0,-1 0 0,1 0 0,0 0 0,-1 0 0,1 0 0,0 0 0,0 0 0,-1 0 0,1 0 0,0 0 0,-1-1 0,1 1 0,0 0 0,-1 0 0,1-1 0,0 1 0,-1 0 0,1-1 0,0 1 0,-1-1 0,1 1 0,-1 0 0,1-1 0,-1 0 0,1 1 0,-1-1 0,1 0 0,2-3 0,0-1 0,0 1 0,-1-1 0,0 1 0,0-1 0,0 0 0,0 0 0,-1 1 0,1-1 0,-1-1 0,0-7 0,2-59 0,-3 71 0,-2-31 0,-2 0 0,-7-32 0,4 29 0,-3-46 0,10 79 0,0 0 0,0 1 0,0-1 0,0 0 0,0 1 0,1-1 0,-1 0 0,1 1 0,-1-1 0,1 1 0,-1-1 0,1 1 0,0-1 0,0 1 0,0-1 0,0 1 0,0 0 0,0-1 0,0 1 0,0 0 0,0 0 0,1 0 0,-1 0 0,1 0 0,-1 0 0,0 0 0,1 0 0,0 1 0,-1-1 0,1 0 0,-1 1 0,1-1 0,0 1 0,-1 0 0,1 0 0,0 0 0,-1-1 0,1 1 0,2 1 0,4-1 0,1 0 0,0 1 0,-1 1 0,1-1 0,-1 1 0,12 5 0,-13-5 0,-1 0 0,0 1 0,0 0 0,0 1 0,0-1 0,-1 1 0,0 0 0,1 1 0,6 7 0,-10-10 0,-1 0 0,1 0 0,-1 0 0,0 0 0,1 0 0,-1 0 0,0 1 0,0-1 0,-1 1 0,1-1 0,0 0 0,-1 1 0,1-1 0,-1 1 0,0-1 0,0 1 0,0-1 0,0 1 0,0-1 0,-1 1 0,1-1 0,-1 1 0,0-1 0,1 1 0,-1-1 0,0 0 0,-1 1 0,-1 2 0,-2 2 0,0 0 0,0-1 0,-1 0 0,0 0 0,0 0 0,0-1 0,-1 0 0,0 0 0,-9 5 0,-71 32 0,83-40 0,-69 24-1365,44-19-5461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2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24575,'3'0'0,"1"3"0,0 4 0,-1 4 0,0 6 0,-5 2 0,-1 5 0,-4 7 0,0 7 0,1 6 0,-2 4 0,1 3 0,2-7-8191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0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24575,'0'-3'0,"6"-4"0,2 3 0,2 1 0,0 4 0,-2 6 0,-2 6 0,-2 8 0,-5 9 0,-3 8 0,-2 10 0,-1 11 0,0 10 0,2 9 0,2 5 0,1 4 0,1-13-8191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4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30 160 24575,'1'-1'0,"-1"1"0,1 0 0,0-1 0,0 1 0,0-1 0,0 1 0,-1-1 0,1 1 0,0-1 0,-1 0 0,1 1 0,0-1 0,-1 0 0,1 0 0,-1 0 0,1 1 0,-1-1 0,0 0 0,1 0 0,-1 0 0,0 0 0,1 0 0,-1 1 0,0-1 0,0 0 0,0 0 0,0-1 0,3-27 0,-7 13 0,4 16 0,0 0 0,0 0 0,-1-1 0,1 1 0,0 0 0,0 0 0,0 0 0,0 0 0,-1 0 0,1 0 0,0 0 0,0-1 0,0 1 0,-1 0 0,1 0 0,0 0 0,0 0 0,0 0 0,-1 0 0,1 0 0,0 0 0,0 0 0,0 0 0,-1 0 0,1 0 0,0 0 0,0 0 0,0 0 0,-1 1 0,1-1 0,0 0 0,0 0 0,0 0 0,-1 0 0,1 0 0,0 0 0,0 1 0,-2 0 0,1 1 0,0-1 0,-1 1 0,1 0 0,0 0 0,0-1 0,0 1 0,0 0 0,0 0 0,1 0 0,-1 0 0,0 3 0,-8 44 0,-3 97 0,12-120 0,0 0 0,2-1 0,1 1 0,1-1 0,9 33 0,-9-46 0,0 0 0,0 0 0,1 0 0,1 0 0,0-1 0,0 0 0,1 0 0,0-1 0,1 0 0,1 0 0,-1-1 0,16 14 0,-19-20 0,-1 0 0,1 0 0,0 0 0,0 0 0,0-1 0,0 0 0,0 0 0,0 0 0,1-1 0,-1 1 0,1-1 0,-1 0 0,1-1 0,-1 0 0,1 0 0,0 0 0,7-1 0,-7-1 0,0 1 0,0-1 0,-1-1 0,1 1 0,0-1 0,-1 0 0,0 0 0,0-1 0,0 1 0,0-1 0,0 0 0,-1 0 0,1-1 0,-1 0 0,5-6 0,-2 0 0,0-1 0,0 1 0,-1-1 0,-1 0 0,7-20 0,10-64 0,-9 34 0,-13 61 0,1 0 0,-1 0 0,0 0 0,0-1 0,1 1 0,-1 0 0,0 0 0,1 0 0,0 0 0,-1 0 0,1 0 0,-1 0 0,1 0 0,0 0 0,0 0 0,0 0 0,-1 1 0,1-1 0,0 0 0,0 0 0,2 0 0,-2 0 0,0 1 0,1 0 0,-1 0 0,0 0 0,0 1 0,0-1 0,0 0 0,0 0 0,0 0 0,0 1 0,0-1 0,0 1 0,0-1 0,0 1 0,0-1 0,0 1 0,0-1 0,1 3 0,6 4 0,0 1 0,-1 0 0,12 16 0,-13-15 0,13 16 0,3 5 0,1-1 0,1-1 0,1-1 0,30 24 0,-46-45 0,0 1 0,0-1 0,1-1 0,-1 0 0,1 0 0,1-1 0,16 5 0,-19-8 0,0 1 0,0-1 0,1-1 0,-1 1 0,0-1 0,0-1 0,0 0 0,0 0 0,0 0 0,0-1 0,12-5 0,-5 1 0,-1-1 0,0-1 0,0 0 0,-1-1 0,0 0 0,0-1 0,-1 0 0,0-1 0,-1-1 0,0 0 0,16-25 0,-8 9 0,-1-2 0,-2 0 0,-1-1 0,16-49 0,-25 61 0,-1 0 0,0 0 0,-1 0 0,-1-1 0,-1 0 0,-1-36 0,-2 49 0,0-1 0,0 1 0,-1-1 0,1 1 0,-2 0 0,1-1 0,-1 1 0,0 1 0,-5-9 0,5 11 0,0 0 0,0 0 0,0 0 0,-1 0 0,0 1 0,1-1 0,-2 1 0,1 0 0,0 0 0,0 1 0,-1-1 0,1 1 0,-1 0 0,-9-3 0,6 3 23,0 1 0,0 0 0,0 0-1,0 1 1,0 0 0,0 0 0,-1 0-1,1 1 1,0 1 0,0-1 0,0 2-1,1-1 1,-1 1 0,-8 4 0,5-2-213,0 1 0,0 0 1,1 1-1,0 0 0,0 0 1,1 1-1,0 1 1,-13 15-1,8-5-6636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4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66 232 24575,'-7'-3'0,"1"-1"0,0 1 0,0-1 0,0-1 0,0 1 0,1-1 0,-9-8 0,13 11 0,0 1 0,0-1 0,0 0 0,0 1 0,0-1 0,0 0 0,1 1 0,-1-1 0,1 0 0,-1 0 0,1 0 0,0 0 0,0 1 0,0-1 0,0 0 0,0 0 0,0 0 0,0 0 0,0 0 0,1 1 0,-1-1 0,1 0 0,-1 0 0,1 1 0,0-1 0,0 0 0,0 1 0,0-1 0,0 1 0,0-1 0,0 1 0,0-1 0,1 1 0,-1 0 0,2-2 0,3-2 0,0 0 0,1 0 0,-1 1 0,1 0 0,0 0 0,0 0 0,0 1 0,1 0 0,-1 1 0,1-1 0,0 2 0,-1-1 0,1 1 0,0 0 0,0 0 0,0 1 0,0 0 0,0 1 0,0 0 0,11 2 0,-4 1 0,-1-1 0,1 2 0,-1 0 0,-1 0 0,1 2 0,-1-1 0,0 2 0,0 0 0,-1 0 0,12 11 0,-10-6 0,0 1 0,-1 0 0,0 1 0,-2 0 0,0 1 0,11 19 0,-18-27 0,0 1 0,0-1 0,0 1 0,-1 0 0,-1 0 0,0 0 0,0 1 0,0-1 0,-1 0 0,-1 1 0,1-1 0,-2 1 0,1-1 0,-4 15 0,3-19 0,-1 0 0,0 0 0,0 0 0,-1-1 0,1 1 0,-1-1 0,0 1 0,0-1 0,0 0 0,-1 0 0,0 0 0,0-1 0,0 1 0,0-1 0,0 0 0,0 0 0,-1 0 0,0-1 0,1 1 0,-1-1 0,0-1 0,0 1 0,0-1 0,-1 1 0,-6 0 0,8-2 0,0 1 0,0-1 0,-1 0 0,1 0 0,0 0 0,0 0 0,-1-1 0,1 0 0,0 0 0,0 0 0,0 0 0,0-1 0,0 0 0,0 1 0,1-1 0,-1-1 0,0 1 0,1 0 0,-1-1 0,1 0 0,0 0 0,0 0 0,0 0 0,1 0 0,-1-1 0,1 1 0,-1-1 0,1 1 0,0-1 0,1 0 0,-3-6 0,2 1 0,0 0 0,1 0 0,0 0 0,1 0 0,0 0 0,0 0 0,1 0 0,0 0 0,1 0 0,0 1 0,0-1 0,1 0 0,0 1 0,0-1 0,1 1 0,5-9 0,5-5 0,0-1 0,1 2 0,1 0 0,25-24 0,-23 27-136,1 0-1,0 2 1,2 0-1,0 1 1,0 1-1,1 1 1,1 1-1,0 1 0,40-13 1,-28 15-6690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5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276 160 24575,'1'-4'0,"-1"-1"0,1 1 0,1-1 0,-1 1 0,1 0 0,0 0 0,4-8 0,5-14 0,-10 24 0,0-1 0,0 0 0,-1 1 0,1-1 0,-1 0 0,0 0 0,1 1 0,-1-1 0,-1 0 0,1 0 0,0 1 0,-1-1 0,1 0 0,-1 0 0,0 1 0,0-1 0,0 1 0,0-1 0,0 1 0,-1-1 0,1 1 0,-1 0 0,1-1 0,-4-2 0,1 2 0,1 1 0,-1-1 0,0 1 0,0-1 0,-1 1 0,1 1 0,0-1 0,-1 1 0,1-1 0,0 1 0,-1 0 0,0 1 0,1-1 0,-6 1 0,2 0 0,0 1 0,0-1 0,0 2 0,0-1 0,1 1 0,-1 0 0,0 1 0,1-1 0,-1 2 0,1-1 0,0 1 0,0 0 0,0 0 0,1 1 0,-1 0 0,1 0 0,0 1 0,1 0 0,-6 6 0,3-1 0,0 0 0,0 0 0,1 0 0,0 1 0,1 0 0,1 1 0,0-1 0,1 1 0,0 0 0,-4 22 0,8-30 0,-1-1 0,1 1 0,-1-1 0,1 0 0,0 1 0,1-1 0,-1 1 0,1-1 0,0 0 0,0 1 0,0-1 0,1 0 0,0 0 0,0 0 0,0 0 0,0 0 0,0 0 0,1 0 0,-1-1 0,1 1 0,0-1 0,0 0 0,0 0 0,1 0 0,-1 0 0,1-1 0,0 1 0,0-1 0,-1 0 0,2 0 0,-1 0 0,0-1 0,0 0 0,6 2 0,0-1 0,0 0 0,1 0 0,-1-1 0,0-1 0,1 0 0,-1 0 0,1-1 0,-1 0 0,0-1 0,0 0 0,0 0 0,0-1 0,18-8 0,-13 2 0,-1 0 0,0 0 0,-1-1 0,0-1 0,-1 0 0,0-1 0,-1-1 0,0 1 0,0-2 0,-2 1 0,0-1 0,0-1 0,-1 0 0,-1 0 0,-1 0 0,0-1 0,5-22 0,-13 68 0,2 29 0,0-16 0,0-35 0,0 0 0,1-1 0,0 1 0,1-1 0,0 1 0,0-1 0,0 1 0,6 11 0,-7-18 0,0 1 0,0-1 0,0 1 0,0-1 0,0 1 0,0-1 0,1 0 0,-1 1 0,0-1 0,1 0 0,-1 0 0,1 0 0,-1 0 0,1 0 0,-1 0 0,1-1 0,2 2 0,-2-2 0,0 0 0,0 0 0,0 0 0,0 0 0,0-1 0,0 1 0,0 0 0,0-1 0,0 0 0,0 1 0,-1-1 0,1 0 0,0 0 0,0 0 0,-1 0 0,1 0 0,-1 0 0,1-1 0,2-1 0,0-2 0,1 0 0,0 0 0,-1 0 0,0 0 0,0-1 0,-1 0 0,0 0 0,0 0 0,0 0 0,2-8 0,0-3 0,-1 0 0,3-29 0,-7 44 0,0 1 0,0-1 0,0 1 0,0-1 0,1 1 0,-1-1 0,0 1 0,1-1 0,-1 1 0,1 0 0,0-1 0,0-1 0,0 3 0,-1 0 0,0 0 0,1 0 0,-1 0 0,0 0 0,0 0 0,1 0 0,-1 0 0,0 1 0,1-1 0,-1 0 0,0 0 0,0 0 0,1 0 0,-1 0 0,0 0 0,0 0 0,1 1 0,-1-1 0,0 0 0,0 0 0,0 0 0,1 1 0,-1-1 0,0 0 0,0 0 0,0 1 0,0-1 0,1 0 0,-1 0 0,0 1 0,0-1 0,0 0 0,0 0 0,0 1 0,14 40 0,6 41 0,14 129 0,-9 90 0,-18-186 0,-5-97 0,-2 32 0,-3-39 0,-2-12 0,-3-18 0,-5-32 0,3-1 0,-6-73 0,10 68 0,-14-153 0,18 167 0,3 0 0,10-81 0,-9 113 0,0 1 0,1-1 0,0 1 0,1-1 0,0 1 0,0 0 0,10-15 0,-12 22 0,1 0 0,-1 0 0,0 0 0,1 0 0,-1 0 0,1 1 0,0-1 0,0 1 0,0 0 0,0 0 0,1 0 0,-1 0 0,0 1 0,1-1 0,0 1 0,-1 0 0,1 0 0,-1 0 0,1 0 0,0 1 0,0-1 0,-1 1 0,1 0 0,0 0 0,4 1 0,-4 0 0,-1-1 0,0 1 0,0 0 0,0 0 0,-1 0 0,1 0 0,0 1 0,0-1 0,-1 1 0,1-1 0,0 1 0,-1 0 0,0 0 0,1 0 0,-1 0 0,0 1 0,0-1 0,0 1 0,-1-1 0,1 1 0,0-1 0,-1 1 0,0 0 0,0 0 0,0 0 0,2 5 0,-2-2 0,0 0 0,-1 0 0,1 0 0,-1 0 0,0 0 0,-1 0 0,0 0 0,0 0 0,0 0 0,0 0 0,-1 0 0,-4 9 0,-4 3-195,0 0 0,-1-2 0,-1 1 0,0-1 0,-2-1 0,-26 25 0,20-22-6631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6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0 266 24575,'13'-3'0,"-13"3"0,1-1 0,-1 1 0,1 0 0,0 0 0,-1-1 0,1 1 0,-1 0 0,1 0 0,-1 0 0,1 0 0,0 0 0,-1 0 0,1 0 0,-1 0 0,1 0 0,0 0 0,-1 0 0,1 0 0,-1 0 0,1 0 0,-1 1 0,1-1 0,-1 0 0,1 0 0,0 1 0,-1-1 0,1 0 0,-1 1 0,0-1 0,1 1 0,-1-1 0,1 0 0,-1 1 0,0-1 0,1 1 0,-1-1 0,0 1 0,1-1 0,-1 1 0,0 0 0,0-1 0,0 1 0,1 0 0,3 6 0,-1 1 0,0 0 0,0 0 0,0 0 0,-1 1 0,1 12 0,4 56 0,-5-53 0,2 199 0,-2-33 0,-2-185 0,1 0 0,-1 0 0,1 0 0,0 0 0,2 7 0,1-10 0,-1-8 0,-1-12 0,-1-20 0,-3 0 0,-1 1 0,-9-43 0,4 20 0,-3-14 0,-14-138 0,21 159 0,6-106 0,-1 147 0,1 0 0,0 1 0,0-1 0,1 0 0,6-14 0,-8 24 0,-1 0 0,1 1 0,0-1 0,0 0 0,0 0 0,0 0 0,0 1 0,0-1 0,0 1 0,0-1 0,1 1 0,-1-1 0,1 1 0,-1 0 0,1-1 0,0 1 0,-1 0 0,1 0 0,0 0 0,0 1 0,0-1 0,-1 0 0,1 1 0,0-1 0,0 1 0,0-1 0,0 1 0,0 0 0,0 0 0,0 0 0,0 0 0,0 0 0,0 1 0,0-1 0,0 1 0,0-1 0,0 1 0,0 0 0,3 1 0,2 2 0,-1 0 0,1 0 0,-1 1 0,0 0 0,-1 0 0,1 0 0,-1 1 0,0-1 0,0 1 0,-1 1 0,0-1 0,5 9 0,-2-1 0,-1 1 0,0 0 0,0 0 0,5 29 0,-8-32 38,-2 1 0,1-1 0,-2 0 0,0 1 0,0-1 0,-1 1 0,-1-1 0,-5 22 0,5-25-170,-2 0 1,1 0 0,-1 0-1,0-1 1,-1 0 0,0 0 0,0 0-1,-1 0 1,0-1 0,0 0 0,-1 0-1,-8 6 1,-7 4-6695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6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1 211 24575,'32'0'0,"-14"1"0,0 0 0,-1-2 0,1 0 0,-1-1 0,22-5 0,-35 6 0,0-1 0,0 1 0,-1 0 0,1-1 0,-1 0 0,1 0 0,-1 0 0,0 0 0,0-1 0,0 1 0,0-1 0,0 0 0,0 0 0,-1 0 0,1 0 0,-1 0 0,0-1 0,0 1 0,0-1 0,-1 1 0,1-1 0,-1 1 0,0-1 0,0 0 0,0 0 0,0 0 0,-1 0 0,1-7 0,-1 6 0,-1 0 0,0 0 0,1 0 0,-2 0 0,1 1 0,0-1 0,-1 0 0,0 1 0,0-1 0,-1 1 0,1 0 0,-1 0 0,0 0 0,0 0 0,0 0 0,0 1 0,-1-1 0,1 1 0,-1 0 0,0 0 0,0 0 0,0 0 0,-1 1 0,1 0 0,-1 0 0,1 0 0,-8-2 0,8 3 0,-1 0 0,1 0 0,-1 0 0,1 0 0,-1 1 0,0-1 0,1 1 0,-1 1 0,0-1 0,1 1 0,-1-1 0,1 1 0,-6 2 0,7-2 0,0 1 0,0 0 0,0-1 0,0 1 0,0 0 0,0 0 0,0 1 0,1-1 0,-1 1 0,1-1 0,0 1 0,-1 0 0,1 0 0,0-1 0,1 2 0,-1-1 0,1 0 0,-3 6 0,0 4-62,1 1 0,0-1 0,1 1 0,0 0 0,1 0 0,1 0 0,0-1 0,1 1 0,0 0 0,1 0 0,1-1 0,0 1-1,1-1 1,0 0 0,1 0 0,1 0 0,0-1 0,1 1 0,0-1 0,0-1 0,12 14 0,7 2-6764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6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37 163 24575,'0'-7'0,"-1"0"0,0 0 0,0 1 0,-2-8 0,-3-15 0,6 29 0,0 0 0,0 1 0,0-1 0,0 0 0,0 0 0,0 0 0,1 0 0,-1 0 0,0 0 0,0 0 0,0 0 0,0 0 0,0 0 0,0 0 0,0 0 0,0-1 0,1 1 0,-1 0 0,0 0 0,0 0 0,0 0 0,0 0 0,0 0 0,0 0 0,0 0 0,0 0 0,0 0 0,0 0 0,1 0 0,-1 0 0,0 0 0,0 0 0,0-1 0,0 1 0,0 0 0,0 0 0,0 0 0,0 0 0,0 0 0,0 0 0,0 0 0,0 0 0,0-1 0,0 1 0,0 0 0,0 0 0,0 0 0,0 0 0,0 0 0,0 0 0,0 0 0,0 0 0,0-1 0,0 1 0,0 0 0,0 0 0,0 0 0,0 0 0,0 0 0,0 0 0,-1 0 0,1 0 0,8 11 0,6 17 0,-3-4 0,-2 0 0,0 1 0,-2 0 0,6 31 0,-12-45 0,1 0 0,-1 0 0,-1 0 0,0 0 0,-1 0 0,0 0 0,0 0 0,-1-1 0,-1 1 0,0 0 0,0-1 0,-7 16 0,8-23 0,0 0 0,0 0 0,0-1 0,0 1 0,0 0 0,0-1 0,-1 1 0,1-1 0,-1 0 0,-3 2 0,5-3 0,0-1 0,1 1 0,-1-1 0,0 0 0,0 1 0,0-1 0,0 0 0,0 0 0,0 1 0,0-1 0,0 0 0,0 0 0,0 0 0,1 0 0,-1 0 0,0-1 0,0 1 0,0 0 0,0 0 0,0-1 0,0 1 0,0 0 0,0-1 0,1 1 0,-1-1 0,0 1 0,0-1 0,1 1 0,-1-1 0,0 0 0,1 1 0,-1-1 0,0 0 0,1 1 0,-1-1 0,1 0 0,-1 0 0,1 0 0,0 0 0,-1 1 0,0-3 0,-2-6 0,0 0 0,0 0 0,1 0 0,0-1 0,0 1 0,1-1 0,0 1 0,2-14 0,0-6 0,8-41 0,-6 52 0,1 1 0,1 0 0,0 0 0,2 0 0,0 1 0,0 0 0,2 1 0,15-24 0,-19 32 0,1 0 0,-1 0 0,1 1 0,0 0 0,1 0 0,-1 0 0,1 1 0,0 0 0,1 1 0,-1-1 0,1 1 0,0 1 0,0-1 0,0 1 0,0 1 0,1 0 0,-1 0 0,1 0 0,12 0 0,-19 2-91,0 0 0,1 0 0,-1 1 0,0-1 0,0 0 0,0 1 0,0-1 0,1 1 0,-1 0 0,0-1 0,0 1 0,0 0 0,0 1 0,2 0 0,5 7-6735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7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25 24575,'-6'0'0,"-5"0"0,-3 0 0,3 0 0,7 0 0,6 0 0,7 0 0,4 0 0,3 0 0,2-3 0,1-1 0,0 0 0,-1 1 0,1-2 0,-4-1-8191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8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54 24575,'-35'1'0,"14"0"0,48-6 0,64-9 0,6-2 0,137-5 0,-233 21 0,4 0 0,-1 0 0,1 0 0,0 1 0,0-1 0,0 1 0,5 2 0,-9-3 0,-1 0 0,1 1 0,0-1 0,0 1 0,0-1 0,-1 1 0,1-1 0,0 1 0,-1-1 0,1 1 0,0 0 0,-1-1 0,1 1 0,-1 0 0,1 0 0,-1-1 0,0 1 0,1 0 0,-1 0 0,0 0 0,1 0 0,-1 0 0,0-1 0,0 1 0,0 0 0,0 0 0,0 0 0,0 0 0,0 0 0,0 0 0,0 0 0,0 0 0,0-1 0,-1 1 0,1 0 0,0 0 0,-1 0 0,1 0 0,0-1 0,-2 2 0,-17 41 0,-35 52 0,27-47 0,-40 58 0,-102 125 0,129-179 0,37-48 0,0-1 0,0 1 0,1 0 0,-1 0 0,1 1 0,-2 5 0,4-9 0,0-1 0,-1 1 0,1-1 0,0 1 0,0 0 0,0-1 0,0 1 0,0 0 0,0-1 0,0 1 0,0 0 0,1-1 0,-1 1 0,0 0 0,0-1 0,0 1 0,1-1 0,-1 1 0,0 0 0,1 0 0,0 0 0,0 0 0,0-1 0,0 1 0,1 0 0,-1-1 0,0 1 0,0-1 0,0 1 0,0-1 0,1 1 0,-1-1 0,0 0 0,0 0 0,1 0 0,0 0 0,48 2 0,-1-3 0,0-3 0,64-11 0,47-4 0,-151 18 32,-1 1-206,0 0-1,0-1 0,0 0 1,0 0-1,0-1 0,0 0 1,14-6-1,-11 1-6651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8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67 24575,'-3'0'0,"-4"0"0,-4 0 0,4 0 0,8 0 0,10 0 0,9-3 0,10 0 0,6-4 0,5 0 0,6-2 0,-1 1 0,-1 2 0,-3-2 0,-5 1 0,-7 2 0,-7 1-8191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8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24575,'2'0'0,"5"0"0,4 0 0,2 3 0,3 0 0,-2 4 0,-3 3 0,-3 6 0,-4 6 0,-1 5 0,-3 4 0,-3 3 0,-1 1 0,-4 1 0,1 0 0,0 0 0,3-4 0,1-6-8191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9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75 24575,'-1'-27'0,"1"-10"0,0 29 0,1 13 0,1 10 0,1-1 0,0 1 0,1-1 0,1 0 0,0 0 0,1 0 0,0 0 0,1-1 0,1 0 0,0-1 0,1 0 0,20 22 0,-21-25 0,1-1 0,0 0 0,0 0 0,1-1 0,0 0 0,0-1 0,1 0 0,0 0 0,0-1 0,0-1 0,1 0 0,-1 0 0,1-1 0,0-1 0,0 0 0,18 1 0,-21-4 0,0 0 0,-1 0 0,1-1 0,0 0 0,-1 0 0,0-1 0,0 0 0,0-1 0,0 1 0,0-2 0,-1 1 0,1-1 0,-1 0 0,0-1 0,-1 1 0,1-1 0,-1-1 0,0 1 0,9-14 0,-11 13 0,1 0 0,-1 0 0,0 0 0,-1 0 0,0-1 0,0 0 0,0 1 0,-1-1 0,0 0 0,-1 0 0,0 0 0,0 0 0,-1 0 0,0-1 0,0 1 0,-1 0 0,0 0 0,0 0 0,-1 0 0,0 0 0,-5-12 0,7 19 0,-1-1 0,0 0 0,0 1 0,0-1 0,0 0 0,0 1 0,0-1 0,0 1 0,-1 0 0,1-1 0,0 1 0,-1 0 0,-1-2 0,2 3 0,0 0 0,0-1 0,0 1 0,1 0 0,-1 0 0,0 0 0,0-1 0,0 1 0,0 0 0,0 0 0,1 0 0,-1 0 0,0 1 0,0-1 0,0 0 0,0 0 0,0 0 0,1 1 0,-1-1 0,-1 1 0,-1 1 0,0 0 0,0 1 0,1-1 0,-1 1 0,1-1 0,-1 1 0,1 0 0,0 0 0,0 0 0,0 0 0,1 0 0,-3 4 0,-6 20 0,0 0 0,2 0 0,-7 44 0,-6 89 0,19-138 0,-7 69 0,4-1 0,9 144 0,-3-220 0,1 1 0,6 18 0,-8-29 0,1-1 0,0 0 0,1 0 0,-1 1 0,0-1 0,1 0 0,0 0 0,0 0 0,0-1 0,0 1 0,0 0 0,0-1 0,1 1 0,-1-1 0,1 0 0,3 2 0,-5-3-32,-1-1 1,1 0-1,0 0 0,-1 0 0,1 1 1,-1-1-1,1 0 0,0 0 0,-1 0 1,1 0-1,-1 0 0,1 0 0,0 0 1,-1 0-1,1-1 0,-1 1 0,1 0 1,-1 0-1,1 0 0,0-1 0,-1 1 1,1 0-1,-1-1 0,1 1 0,-1 0 1,1-1-1,-1 1 0,0-1 0,1 1 1,-1 0-1,1-1 0,-1 1 0,0-1 1,1 0-1,-1 1 0,0-1 0,0 1 1,1-1-1,-1 1 0,0-1 0,0 0 1,0 0-1,3-10-6794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6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 24575,'1'0'0,"-1"-1"0,0 0 0,0 0 0,0 1 0,0-1 0,0 0 0,0 0 0,0 1 0,0-1 0,-1 0 0,1 1 0,0-1 0,0 0 0,-1 0 0,1 1 0,0-1 0,-1 0 0,1 1 0,-1-1 0,1 1 0,-1-1 0,1 1 0,-2-2 0,2 2 0,-1 1 0,1-1 0,-1 0 0,1 1 0,-1-1 0,1 1 0,-1-1 0,1 1 0,0-1 0,-1 1 0,1-1 0,0 1 0,-1-1 0,1 1 0,0-1 0,-1 1 0,1 0 0,0-1 0,0 1 0,0-1 0,0 1 0,0 0 0,0-1 0,0 1 0,0-1 0,0 1 0,0 0 0,0-1 0,0 2 0,0 40 0,2-1 0,8 46 0,-4-30 0,48 536-1365,-49-541-5461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6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1 24575,'-12'0'0,"0"0"0,-1 1 0,1 1 0,0 0 0,0 1 0,0 0 0,-22 9 0,32-11 0,-1 0 0,0 1 0,1-1 0,-1 1 0,1 0 0,-1 0 0,1 0 0,0 0 0,0 0 0,0 0 0,0 0 0,0 1 0,0-1 0,1 1 0,-1-1 0,1 1 0,0 0 0,0-1 0,0 1 0,0 0 0,0 0 0,0 0 0,1 0 0,-1 0 0,1 0 0,0 0 0,0 0 0,0 0 0,1 0 0,-1 0 0,1 0 0,-1 0 0,1 0 0,0 0 0,0-1 0,0 1 0,3 4 0,2 5 0,1 0 0,0 0 0,1 0 0,1-1 0,0-1 0,0 1 0,1-1 0,0-1 0,1 0 0,0 0 0,0-1 0,1-1 0,17 9 0,-9-5 0,2-2 0,-1 0 0,1-2 0,0 0 0,1-1 0,0-2 0,30 4 0,-43-8 0,1 0 0,0 0 0,-1-1 0,1 0 0,0-1 0,-1 0 0,0-1 0,1 0 0,-1 0 0,0-1 0,-1-1 0,13-7 0,-7 3 0,-1-1 0,-1-1 0,0 0 0,-1-1 0,0-1 0,20-26 0,-18 19 0,-8 12 0,-1-1 0,2 2 0,8-10 0,-7 12 0,-4 9 0,-6 15 0,-1-9 56,-2 0 0,1 0 0,-1 0 0,-1-1 0,-9 13-1,-38 42-1178,44-54 546,-29 33-6249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2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24575,'0'12'0,"3"16"0,1 12 0,0 7 0,-1 6 0,-1-1 0,-1-3 0,0-5 0,-1-6 0,0-6 0,-3-7 0,-1-6-8191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3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24575,'0'6'0,"0"5"0,0 3 0,-3 3 0,-1-2-8191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3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1 24575,'0'9'0,"0"11"0,0 12 0,0 6 0,-3 6 0,-1 1 0,-3 1 0,0 0 0,-1-6 0,-1-4 0,3-1 0,1-8-8191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4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0 24575,'-3'54'0,"-16"94"0,4-44 0,-19 413 0,35-408-1365,-1-61-5461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4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24575,'3'12'0,"1"13"0,3 13 0,3 10 0,0 6 0,1 2 0,-1 0 0,-3-9-8191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4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24575,'0'12'0,"0"18"0,0 19 0,0 17 0,0 11 0,0-8-8191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4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24575,'0'764'-1365,"0"-734"-5461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5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24575,'5'177'0,"0"-92"0,-11 152 0,-2-170 0,-39 469 0,44-42 0,-3 87 0,1-411 0,8 1 0,47 331 0,-47-487 0,-1 1 0,1 0 0,0 0 0,1 0 0,1-1 0,0 0 0,12 22 0,-9-27-1365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5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 24575,'0'-14'0,"1"-14"0,12 61 0,6 77 0,7 129 0,-20-168 0,16 337-1365,-20-327-5461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3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187 543 24575,'-1'-6'0,"-1"0"0,0-1 0,0 1 0,-1 0 0,0 0 0,0 0 0,-7-11 0,10 17 0,-1 0 0,1 0 0,0 0 0,0 0 0,0 0 0,0 0 0,0-1 0,0 1 0,0 0 0,0 0 0,0 0 0,0 0 0,0 0 0,0 0 0,0 0 0,0 0 0,0 0 0,-1 0 0,1-1 0,0 1 0,0 0 0,0 0 0,0 0 0,0 0 0,0 0 0,0 0 0,0 0 0,-1 0 0,1 0 0,0 0 0,0 0 0,0 0 0,0 0 0,0 0 0,0 0 0,-1 0 0,1 0 0,0 0 0,0 0 0,0 0 0,0 0 0,0 0 0,0 0 0,0 0 0,0 0 0,-1 0 0,1 1 0,0-1 0,0 0 0,0 0 0,0 0 0,0 0 0,0 0 0,0 0 0,0 0 0,0 0 0,0 1 0,-3 9 0,1 16 0,3 367 0,-3-411 0,0 0 0,-1 0 0,-1 0 0,-8-25 0,0 4 0,-19-77 0,4 25 0,-28-189 0,53 266 0,1-1 0,1 1 0,0-1 0,1 1 0,1-1 0,0 1 0,1 0 0,8-27 0,-8 34 0,0 0 0,1 1 0,0-1 0,0 1 0,0 0 0,1 0 0,-1 0 0,1 1 0,1-1 0,-1 1 0,1 0 0,0 1 0,0 0 0,0 0 0,1 0 0,-1 0 0,1 1 0,14-4 0,-10 3 0,0 2 0,1 0 0,-1 0 0,1 1 0,0 0 0,-1 1 0,1 0 0,0 1 0,-1 0 0,15 4 0,-10-1 0,-1 1 0,1 1 0,-1 0 0,0 0 0,-1 2 0,0 0 0,16 11 0,-17-9 0,0 1 0,-1 0 0,0 0 0,-1 1 0,0 1 0,-1 0 0,9 15 0,-13-18 0,0 1 0,-1 0 0,0 0 0,-1 0 0,0 0 0,0 1 0,-2 0 0,1-1 0,0 25 0,-3-24 0,0 1 0,-2 0 0,1 0 0,-2-1 0,1 1 0,-2-1 0,0 0 0,-6 14 0,1-8 0,0-1 0,-1 0 0,-1-1 0,-23 27 0,8-15 0,-2-1 0,-1-2 0,-1-1 0,-62 39 0,81-56 0,-1-1 0,-24 9 0,48-17 0,-1-1 0,1 2 0,-1 0 0,1 0 0,0 1 0,-1 0 0,1 1 0,0 0 0,-1 1 0,1 0 0,-1 1 0,21 8 0,-10-1 0,-1 1 0,0 0 0,0 2 0,-1 1 0,23 19 0,5 3-1365,-27-23-5461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4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72 351 24575,'3'-7'0,"0"0"0,-1 0 0,0 0 0,-1 0 0,1 0 0,-1-1 0,0 1 0,-1 0 0,0-1 0,0 1 0,-1 0 0,0 0 0,0-1 0,-1 1 0,1 0 0,-2 0 0,1 0 0,-1 0 0,0 1 0,0-1 0,-6-8 0,79 21 0,-59-6 0,0 0 0,-1-1 0,1 0 0,-1-1 0,0 0 0,1 0 0,10-5 0,-16 5 0,0 1 0,0-2 0,-1 1 0,1 0 0,0-1 0,-1 0 0,0 0 0,0 0 0,0-1 0,0 1 0,0-1 0,0 0 0,-1 0 0,0 0 0,0-1 0,3-4 0,-6 7 0,1 0 0,0 0 0,0 0 0,-1 0 0,1 0 0,-1 0 0,0-1 0,0 1 0,0 0 0,0 0 0,0 0 0,0 0 0,0 0 0,-1 0 0,1-1 0,-1 1 0,1 0 0,-2-3 0,0 2 0,0 0 0,0 0 0,-1 0 0,1 0 0,-1 0 0,1 0 0,-1 0 0,0 1 0,-5-4 0,-2 0 0,1 1 0,-1 0 0,0 0 0,-1 1 0,1 0 0,-15-2 0,20 4 0,-1 1 0,1 1 0,-1-1 0,1 1 0,-1-1 0,1 2 0,-1-1 0,0 1 0,1 0 0,-1 0 0,1 0 0,0 1 0,-1-1 0,1 1 0,0 1 0,-7 3 0,6-2 0,1 1 0,0-1 0,0 1 0,0 0 0,1 0 0,-1 0 0,1 1 0,0-1 0,1 1 0,0 0 0,0 0 0,0 1 0,-2 8 0,0 1 0,0 0 0,1 1 0,2 0 0,-1 0 0,2-1 0,0 1 0,1 0 0,1 0 0,1 0 0,6 32 0,-6-40 0,1 1 0,0 0 0,0-1 0,1 0 0,0 1 0,1-2 0,0 1 0,1 0 0,-1-1 0,2 0 0,-1-1 0,1 1 0,0-1 0,0 0 0,1-1 0,0 0 0,0 0 0,1-1 0,14 8 0,-16-10 0,1-1 0,-1 1 0,1-1 0,0-1 0,0 1 0,0-1 0,0-1 0,0 1 0,-1-1 0,1-1 0,0 0 0,10-1 0,-8-1 0,1 0 0,-1-1 0,0 0 0,0 0 0,0-1 0,-1-1 0,1 1 0,9-9 0,-4 1 0,-1 1 0,-1-2 0,0 0 0,-1 0 0,0-1 0,-1-1 0,-1 0 0,0 0 0,13-34 0,-14 25 0,6-35 0,-1 4 0,-9 104 0,33 376 0,-28-344 0,-1-22 0,-8-49 0,-3-11 0,-5-15 0,-7-35 0,2-2 0,-8-98 0,13-112 0,8 245 0,0-1 0,1 0 0,1 0 0,8-32 0,-9 47 0,0-1 0,0 1 0,1 0 0,-1 0 0,1 1 0,0-1 0,0 0 0,1 1 0,5-6 0,-6 8 0,0-1 0,0 1 0,0 0 0,0 0 0,0 1 0,0-1 0,0 1 0,1 0 0,-1-1 0,0 1 0,1 1 0,-1-1 0,1 0 0,-1 1 0,1 0 0,4 0 0,2 1 0,-1 0 0,1 1 0,-1 0 0,1 1 0,-1 0 0,0 0 0,0 1 0,0 0 0,16 11 0,-20-12 0,0 0 0,0 0 0,-1 1 0,1 0 0,-1 0 0,0 0 0,0 1 0,0-1 0,0 1 0,-1 0 0,0 0 0,0 0 0,0 1 0,-1-1 0,0 1 0,0-1 0,2 9 0,-4-9 17,0 0-1,0 0 0,-1 0 0,0 0 1,0 0-1,0-1 0,0 1 0,-1 0 1,0-1-1,0 1 0,0-1 0,0 0 1,-1 1-1,0-1 0,0-1 0,0 1 1,0 0-1,0-1 0,-1 1 0,-5 3 1,-7 6-444,0-1 0,-1-1 1,-26 13-1,-5 0-6399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5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93 437 24575,'-1'0'0,"1"0"0,0 1 0,0-1 0,-1 0 0,1 1 0,0-1 0,0 0 0,-1 1 0,1-1 0,0 0 0,0 1 0,0-1 0,0 0 0,0 1 0,0-1 0,-1 1 0,1-1 0,0 1 0,0-1 0,0 0 0,0 1 0,0-1 0,0 1 0,1-1 0,-1 0 0,0 1 0,0-1 0,0 1 0,0-1 0,0 0 0,1 1 0,-1-1 0,6 22 0,-4-18 0,11 40 0,-2 1 0,-2 0 0,-2 1 0,-2 0 0,-2 0 0,-2 0 0,-10 90 0,8-127 0,-1-1 0,0 0 0,-1 0 0,-6 15 0,9-22 0,-1 1 0,0-1 0,0 0 0,1 1 0,-1-1 0,0 0 0,0 0 0,-1 0 0,1 0 0,0 0 0,0 0 0,0 0 0,-1 0 0,-1 1 0,2-2 0,0 0 0,0 0 0,0 1 0,0-1 0,0 0 0,0-1 0,0 1 0,0 0 0,0 0 0,0 0 0,0-1 0,0 1 0,0 0 0,0-1 0,0 1 0,0-1 0,0 1 0,0-1 0,1 1 0,-1-1 0,0 0 0,0 1 0,1-1 0,-1 0 0,-1-1 0,-3-4 0,0-1 0,1 0 0,0 0 0,0 0 0,0 0 0,1-1 0,0 1 0,0-1 0,1 0 0,-2-11 0,-1-13 0,-2-40 0,6 58 0,-3-61 0,4 0 0,11-106 0,-6 143 0,1 1 0,3 0 0,0 1 0,3 0 0,1 1 0,30-61 0,-36 84 0,1 1 0,0-1 0,0 1 0,1 0 0,0 1 0,1 0 0,0 1 0,1 0 0,16-11 0,-23 17 0,2 0 0,-1 0 0,0 1 0,0-1 0,1 1 0,-1 1 0,1-1 0,0 1 0,-1 0 0,1 0 0,0 0 0,0 1 0,0 0 0,0 0 0,-1 1 0,1 0 0,0 0 0,0 0 0,-1 0 0,1 1 0,-1 0 0,1 0 0,-1 1 0,9 4 0,-6-1 0,0 1 0,0 0 0,-1 0 0,0 0 0,0 1 0,0 0 0,-1 0 0,-1 0 0,1 1 0,-2 0 0,1 0 0,-1 1 0,0-1 0,-1 1 0,4 18 0,-3-8 0,-1 1 0,0-1 0,-2 1 0,0-1 0,-2 1 0,0-1 0,-4 21 0,-1-15 0,-1 0 0,-1-1 0,-1 0 0,-1 0 0,-1-1 0,-2-1 0,0 0 0,-18 24 0,11-21 0,0-1 0,-2-1 0,0-1 0,-2-1 0,0-1 0,-37 23 0,44-33 0,0-1 0,-26 12 0,38-20 0,0 0 0,-1 0 0,1-1 0,0 1 0,-1-1 0,1 0 0,0 0 0,-1-1 0,1 0 0,-1 0 0,1 0 0,-1-1 0,-7-1 0,12 2 0,0 0 0,-1-1 0,1 1 0,0 0 0,0-1 0,0 1 0,0-1 0,0 1 0,0-1 0,0 1 0,0-1 0,0 0 0,0 1 0,0-1 0,1 0 0,-1 0 0,0 0 0,0 0 0,1 0 0,-1 0 0,0 0 0,1 0 0,-1 0 0,1 0 0,0 0 0,-1 0 0,1 0 0,0 0 0,-1 0 0,1-1 0,0 1 0,0 0 0,0 0 0,0 0 0,0 0 0,1 0 0,-1-1 0,0 1 0,0 0 0,1 0 0,-1 0 0,0 0 0,1 0 0,0-1 0,2-3 0,-1 1 0,1 0 0,0 0 0,0 1 0,0-1 0,0 1 0,1-1 0,-1 1 0,7-4 0,1 1 0,0 0 0,1 1 0,-1 1 0,1-1 0,0 2 0,0 0 0,1 0 0,-1 1 0,1 1 0,-1 0 0,1 0 0,0 1 0,14 3 0,-3 0 0,0 1 0,-1 1 0,1 1 0,-1 1 0,-1 1 0,22 11 0,-6 2-455,-2 1 0,66 52 0,-87-62-6371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5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0 363 24575,'31'-159'0,"4"-12"0,-25 146 0,-10 24 0,0 1 0,0 0 0,0-1 0,0 1 0,0 0 0,0-1 0,0 1 0,0 0 0,1-1 0,-1 1 0,0 0 0,0 0 0,0-1 0,1 1 0,-1 0 0,0-1 0,0 1 0,1 0 0,-1 0 0,0 0 0,1-1 0,-1 1 0,0 0 0,0 0 0,1 0 0,-1 0 0,0 0 0,1 0 0,-1 0 0,1-1 0,-1 1 0,0 0 0,1 0 0,-1 0 0,0 0 0,1 0 0,-1 1 0,0-1 0,1 0 0,-1 0 0,0 0 0,1 0 0,-1 0 0,0 0 0,1 0 0,-1 1 0,0-1 0,0 0 0,1 0 0,-1 1 0,0-1 0,0 0 0,1 0 0,-1 1 0,0-1 0,0 0 0,1 0 0,-1 1 0,0-1 0,0 0 0,0 1 0,0-1 0,0 0 0,0 1 0,0-1 0,1 1 0,2 9 0,0 0 0,-1-1 0,0 2 0,0-1 0,-1 0 0,0 14 0,1 5 0,28 447 0,-31-422-1365,-2-12-5461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6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544 139 24575,'-11'-11'0,"-1"2"0,0 0 0,-1 0 0,-25-13 0,-13-8 0,42 24 0,-1 0 0,0 0 0,0 1 0,-1 0 0,1 0 0,-1 1 0,0 1 0,-1 0 0,-12-1 0,17 3 0,0 0 0,-1 1 0,1 0 0,0 1 0,-1 0 0,1 0 0,0 0 0,0 1 0,0 0 0,0 0 0,0 1 0,0 0 0,1 0 0,0 1 0,-10 6 0,1 2 0,1 0 0,1 1 0,0 1 0,1 0 0,1 0 0,0 1 0,1 1 0,0 0 0,1 0 0,1 1 0,1 0 0,0 1 0,-7 31 0,10-33 0,1-1 0,0 1 0,1 0 0,1 0 0,1 0 0,0 0 0,1 0 0,1 0 0,0 0 0,1-1 0,1 1 0,1-1 0,0 0 0,0 0 0,2 0 0,11 18 0,-12-23 22,1-1-1,1 0 0,-1-1 1,2 0-1,-1 0 0,1-1 1,0 0-1,1 0 0,-1-1 1,1 0-1,1-1 0,-1 0 1,1-1-1,-1 0 0,22 5 1,-14-6-212,1 0 0,-1-1 1,1-1-1,-1 0 0,1-2 1,-1 0-1,1-1 1,35-9-1,0-5-6636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6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40 24575,'0'-3'0,"-3"-23"0,3 25 0,0 1 0,0-1 0,0 1 0,0-1 0,0 1 0,-1-1 0,1 1 0,0-1 0,0 1 0,-1-1 0,1 1 0,0 0 0,-1-1 0,1 1 0,0-1 0,-1 1 0,1 0 0,-1-1 0,1 1 0,-1 0 0,1 0 0,-1-1 0,1 1 0,-1 0 0,1 0 0,-1 0 0,1 0 0,-1-1 0,1 1 0,-1 0 0,1 0 0,-1 0 0,1 0 0,-1 0 0,1 0 0,-1 0 0,1 1 0,-1-1 0,1 0 0,-1 0 0,1 0 0,-1 0 0,1 1 0,-1-1 0,-1 1 0,0-1 0,1 1 0,-1-1 0,1 1 0,0-1 0,-1 1 0,1 0 0,-1-1 0,1 1 0,0 0 0,0 0 0,-1 0 0,1 0 0,0 0 0,0 0 0,0 0 0,0 1 0,0-1 0,0 0 0,1 1 0,-1-1 0,0 0 0,1 1 0,-1-1 0,1 1 0,-1-1 0,1 1 0,0-1 0,-1 1 0,1-1 0,0 3 0,-22 257 0,11-122 0,8 198 0,6-311-1365,1-8-5461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6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24575,'-3'3'0,"-4"4"0,-3 1 0,2-1 0,9-2 0,10 2 0,9-2 0,10 0 0,9-2 0,9-1 0,6 2 0,3 1 0,-1-2 0,1-3 0,-8-2 0,-5-3 0,-8-5 0,-10 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7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83 24575,'-6'0'0,"-5"3"0,-4 1 0,4 0 0,10-1 0,11 0 0,9-2 0,8-3 0,8-5 0,7-1 0,5-2 0,4-2 0,-1-2 0,-4-2 0,-3-1 0,-9 2-8191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7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21 218 24575,'-2'0'0,"-5"-3"0,-1-4 0,4-4 0,6-3 0,5-2 0,8 2 0,6 0 0,7 0 0,4-1 0,2-1 0,4-1 0,3 0 0,-1 0 0,2 0 0,0 2 0,-8 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7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37 24575,'-13'-7'0,"-1"0"0,0 2 0,-1 0 0,1 0 0,-19-2 0,32 7 0,1 0 0,-1 0 0,0 0 0,1 0 0,-1 0 0,1 0 0,-1 0 0,1 0 0,-1 0 0,0 0 0,1 0 0,-1 0 0,1 1 0,-1-1 0,1 0 0,-1 0 0,1 1 0,-1-1 0,1 0 0,-1 1 0,1-1 0,-1 0 0,1 1 0,0-1 0,-1 1 0,1-1 0,0 1 0,-1-1 0,1 1 0,0-1 0,0 1 0,-1-1 0,1 1 0,0 0 0,0-1 0,0 1 0,0-1 0,0 1 0,0-1 0,0 2 0,2 28 0,0-24 0,0 11 0,18 111 0,4 140 0,-23-175-1365,-1-58-5461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1 452 24575,'0'-12'0,"0"-12"0,0-12 0,3-8 0,1-6 0,3 1 0,6 1 0,6 7 0,7 4 0,4 6 0,6 4 0,6 5 0,5 6 0,0 5 0,1 8 0,-2 7 0,-6 9 0,-9 2-8191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47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 24575,'-6'6'0,"-8"4"0,-4 5 0,-3 1 0,6 2 0,8-2 0,12-4 0,13-4 0,15-4 0,15-2 0,13-4 0,9-3 0,6-2 0,3-1 0,-3 1 0,-6-1 0,-15 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55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1624 106 24575,'0'-5'0,"0"0"0,0 0 0,-1-1 0,0 1 0,0 0 0,0 0 0,0 0 0,-3-6 0,2 8 0,1 0 0,-1 1 0,0-1 0,0 1 0,0 0 0,0 0 0,0 0 0,0-1 0,-1 2 0,1-1 0,-1 0 0,1 0 0,-1 1 0,1 0 0,-6-3 0,-8 0 0,1-1 0,0 2 0,-1 0 0,0 1 0,1 1 0,-1 0 0,0 1 0,-19 2 0,-17 5 0,-57 14 0,36-2-112,0 3-1,2 3 0,-114 57 1,94-33-39,2 4 1,-94 74 0,125-82 151,1 3-1,3 2 1,-89 107-1,121-130-2,2 1-1,1 1 0,1 1 0,2 1 0,1 0 0,1 1 0,2 0 0,1 1 1,2 0-1,-8 50 0,15-64-4,1 1 1,1 0-1,0 0 1,2-1-1,0 1 0,1 0 1,1-1-1,1 0 1,1 0-1,0 0 0,2-1 1,0 0-1,1 0 1,0-1-1,2 0 0,0-1 1,1 0-1,0-1 1,1 0-1,1-1 0,25 21 1,-8-13-64,0-1 1,1-2-1,1-1 0,1-1 1,1-2-1,0-2 0,0-1 1,1-1-1,55 8 0,-12-8-132,1-3-1,0-4 1,114-7-1,-85-6 22,-1-5 0,0-4-1,-1-5 1,-1-5 0,-2-4-1,-1-5 1,-2-4 0,126-71-1,-168 78 150,-2-3-1,-1-2 1,-3-3-1,72-70 1,-98 83 4,-1-1 0,-2-1 0,32-53 0,-42 60 20,-2-1-1,-1 0 1,-1-1-1,0 0 1,9-49-1,-16 56 2,-1-1 0,0 0 0,-2 0 0,0 1 0,-1-1 0,-1 0 0,-1 1 0,0-1 0,-2 1 0,0 0 0,-12-28 0,7 25-2,-1 1 1,-1 0-1,-1 1 1,0 1-1,-2 0 1,0 0-1,-1 2 1,-1 0-1,-23-19 1,6 12 12,-1 1 0,-1 1 1,-1 2-1,0 1 0,-2 3 0,0 1 1,0 1-1,-2 2 0,-46-6 1,10 5 15,-1 5 1,-1 2 0,-155 11 0,18 20-601,22 8-2449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55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1344 122 24575,'0'0'0,"1"0"0,0 0 0,0 0 0,0 0 0,0 0 0,-1 0 0,1 0 0,0-1 0,0 1 0,0 0 0,-1 0 0,1-1 0,0 1 0,0-1 0,-1 1 0,1 0 0,0-1 0,-1 1 0,1-1 0,0 0 0,-1 1 0,1-1 0,-1 1 0,1-1 0,-1 0 0,1 0 0,-1 1 0,0-1 0,1 0 0,-1 0 0,0 1 0,1-1 0,-1 0 0,0 0 0,0 0 0,0 1 0,0-1 0,0 0 0,0 0 0,0 0 0,0 0 0,0 1 0,0-1 0,0 0 0,-1 0 0,1 0 0,0 1 0,-1-1 0,0-1 0,0-2 0,-1-1 0,1 1 0,-1 0 0,0 0 0,-1 1 0,1-1 0,-1 0 0,-2-3 0,-1 2 0,0 0 0,-1 0 0,1 1 0,-1-1 0,0 2 0,0-1 0,0 1 0,-1 0 0,-9-3 0,3 3 0,0 0 0,0 1 0,0 0 0,-24 1 0,-1 4 0,1 1 0,-71 17 0,35-2-96,1 3 0,2 4 0,-137 68 0,157-66 32,2 2 0,1 3 0,2 1 0,1 3 0,-76 79 0,98-90 64,1 1 0,2 1 0,0 1 0,2 1 0,2 1 0,0 0 0,-16 49 0,25-56 0,1-1 0,0 1 0,2 0 0,1 0 0,1 1 0,1-1 0,1 0 0,1 1 0,1-1 0,1 0 0,10 36 0,-5-35-2,1 0 0,1 0 0,1 0 0,1-2-1,1 1 1,28 36 0,-19-32 10,1-2-1,1-1 1,2 0 0,45 33-1,-23-26-47,0-2-1,2-3 0,1-1 0,2-3 0,0-2 0,70 17 0,-44-19-164,1-3 1,1-4-1,0-3 1,1-4-1,-1-4 0,123-13 1,-121 1 220,-1-3 1,0-3-1,-1-5 0,-1-2 1,-2-5-1,99-49 1,-124 50-71,0-3 1,-3-2 0,-1-2 0,-1-2-1,-2-2 1,47-51 0,-69 63 22,-1 0 0,-2-2-1,0 0 1,-2-1 0,-1-1 0,-2-1 0,-1-1 0,-1 0 0,-2-1 0,-1 0 0,10-58 0,-18 70 31,-1 0 0,-1-1 0,-1 1 0,-1-1 0,-1 1 0,-1-1 0,-1 1 0,-1 0 0,-1 0 0,0 1 0,-2 0 0,0 0 0,-2 1 0,0 0 0,-1 0 0,-2 1 0,1 1 0,-2 0 0,-1 0 0,0 2 0,-19-17 0,4 9 0,0 3 0,-1 0 0,-1 2 0,-1 1 0,-1 2 0,0 1 0,-1 2 0,-57-14 0,20 11 0,0 3 0,-1 3 0,-103 0 0,82 11-425,-134 19 0,96 1-3822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56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1488 318 24575,'4'-8'0,"-2"0"0,1 0 0,-1-1 0,0 1 0,-1 0 0,1-1 0,-2 1 0,1-1 0,-1 1 0,-1-1 0,-1-12 0,1 18 0,-1 0 0,1 1 0,0-1 0,0 1 0,-1-1 0,0 1 0,1 0 0,-1 0 0,0 0 0,0 0 0,0 0 0,0 0 0,-1 0 0,1 1 0,0-1 0,-1 1 0,1-1 0,-1 1 0,1 0 0,-1 0 0,0 0 0,1 0 0,-1 1 0,0-1 0,0 1 0,-3 0 0,-7-1 0,0 0 0,0 1 0,0 1 0,-19 3 0,-10 4 0,1 2 0,0 2 0,-64 28 0,-111 69 0,111-47-188,-155 120 0,189-125 63,3 4 0,-109 126-1,144-147 126,2 1 0,2 2 0,1 1 0,-39 88 0,58-109 0,1 0 0,1 1 0,1 0 0,1 0 0,-2 28 0,6-35 0,1 0 0,1 0 0,0-1 0,1 1 0,1-1 0,0 1 0,1-1 0,9 22 0,-7-22-12,2-1-1,0 0 1,0-1-1,2 0 0,0 0 1,0-1-1,22 22 0,-13-18-37,1-1-1,0-1 1,0-1-1,39 20 1,-14-13-82,2-3 1,0-1-1,1-2 1,86 14-1,-34-15-62,1-4 0,0-5 0,0-4-1,169-20 1,-121-4-28,0-6-1,213-70 0,-247 60 107,-2-6-1,141-76 0,-196 88 8,-1-2 1,-1-3-1,-2-3 1,-2-2-1,80-85 1,-109 102 59,-1-2-1,-1 0 1,-1-2 0,-2 0-1,-1-1 1,-1-1 0,20-61-1,-30 74 35,-1-1 0,0 0 0,-2-1 0,-1 1 0,0-1 0,-1 0 0,-2 1 0,0-1 0,-1 1 0,-1-1 0,-1 1 0,0 0 0,-2 0 0,-13-32 0,9 31 15,-2 0 0,0 1-1,-1 0 1,-1 1 0,0 0-1,-22-20 1,11 16 1,-1 0 1,0 2-1,-52-32 1,16 20-31,-2 2 0,-1 3 0,-109-31 0,26 20-76,-3 6-1,0 7 0,-2 6 1,-197 0-1,200 21-2422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57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1356 195 24575,'-6'-4'0,"0"0"0,-1 0 0,1 0 0,-1 1 0,0 0 0,-9-3 0,-3-2 0,2 2 0,0 0 0,-1 1 0,1 1 0,-1 0 0,0 2 0,0 0 0,0 1 0,0 0 0,0 2 0,-26 3 0,-13 6 0,-107 32 0,70-12 0,1 5 0,3 4 0,-133 76 0,193-97 0,1 2 0,1 0 0,0 3 0,2 0 0,0 1 0,2 1 0,0 2 0,-33 49 0,48-61 0,0 0 0,1 1 0,1-1 0,0 1 0,1 1 0,1-1 0,0 1 0,1 0 0,1 0 0,1 0 0,1 1 0,0-1 0,1 0 0,0 1 0,2-1 0,0 0 0,1 0 0,1 0 0,9 26 0,-6-25 3,1-1 0,0 1 0,2-2 0,0 1 0,1-1-1,25 28 1,-17-25 1,1 0 0,1-2 0,0 0 0,33 20 0,-11-13-37,1-3-1,1-1 1,1-2 0,0-2-1,57 12 1,-15-11-190,0-3 1,0-5 0,1-3-1,1-4 1,95-11 0,-52-5-143,0-7 1,221-63 0,-241 49 235,-1-5 1,137-70 0,-195 81 73,0-2 0,-3-2 0,0-2 0,-2-3 0,-2-2 0,50-55 0,-78 74 49,0-1-1,-2 0 1,-1-2 0,-1 0-1,-1-1 1,-1 0 0,14-38 0,-23 51 45,0-1 1,-1 0 0,-1 1 0,0-1-1,0 0 1,-1 0 0,-1 0 0,0 0-1,-1 0 1,0 0 0,-1 0 0,-1 0-1,0 0 1,0 1 0,-2-1-1,1 1 1,-1 0 0,-9-14 0,3 9-25,-2 1 0,0 0 1,0 0-1,-2 2 0,1 0 0,-2 0 1,0 1-1,-1 1 0,0 1 1,-34-17-1,1 5 123,-1 2 0,-100-26-1,40 21-234,-190-19 0,-110 25-1584,213 19-2564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09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0 24575,'11'2'0,"-20"1"0,-8 2 0,11-2 0,-25 12 0,-43 28 0,66-38 0,1 0 0,0 0 0,1 0 0,-1 1 0,1 1 0,0-1 0,1 1 0,0 0 0,0 0 0,0 0 0,-5 12 0,9-17 0,0 1 0,0-1 0,0 1 0,1-1 0,-1 1 0,1-1 0,0 1 0,0-1 0,-1 1 0,2-1 0,-1 1 0,0-1 0,0 1 0,1-1 0,0 1 0,-1-1 0,1 1 0,0-1 0,1 3 0,1-2 0,-1 1 0,1-1 0,-1 0 0,1 0 0,0 0 0,0-1 0,0 1 0,0-1 0,1 1 0,-1-1 0,4 2 0,6 1 0,0 0 0,0 0 0,0-1 0,0-1 0,1 0 0,15 1 0,-19-3 0,1-1 0,0 0 0,-1-1 0,1 0 0,0-1 0,-1 0 0,0 0 0,1-1 0,-1-1 0,0 0 0,0 0 0,-1-1 0,0 0 0,1 0 0,-2-1 0,1-1 0,-1 1 0,9-10 0,-16 16 0,0-1 0,0 0 0,0 0 0,0 0 0,0 0 0,0 0 0,0 0 0,-1 0 0,1 0 0,0 0 0,-1 0 0,1-1 0,-1 1 0,1 0 0,-1 0 0,1-1 0,-1 1 0,0 0 0,0 0 0,0-1 0,0 1 0,0 0 0,0-1 0,0 1 0,0 0 0,0-1 0,-1 1 0,1 0 0,0 0 0,-1-1 0,1 1 0,-1 0 0,1 0 0,-1 0 0,0 0 0,0 0 0,1 0 0,-1 0 0,0 0 0,0 0 0,0 0 0,0 0 0,0 0 0,0 0 0,0 1 0,-3-2 0,-3-2 0,0 1 0,-1 0 0,1 0 0,-1 0 0,0 1 0,-11-1 0,4 1-273,-1 1 0,0 0 0,0 1 0,-19 3 0,7 1-6553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09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24575,'13'37'0,"-12"-25"0,0 0 0,-1 1 0,-1-1 0,0 1 0,-3 15 0,2-14 0,0 0 0,1 0 0,1 27 0,1-33 0,0-1 0,1 1 0,0-1 0,0 1 0,1-1 0,0 0 0,0 0 0,0 0 0,1-1 0,0 1 0,1-1 0,-1 0 0,1 0 0,0 0 0,7 5 0,-8-8 0,0 0 0,0 0 0,1 0 0,-1-1 0,1 1 0,-1-1 0,1 0 0,0-1 0,0 1 0,0-1 0,-1 0 0,1 0 0,1-1 0,-1 1 0,0-1 0,0 0 0,0-1 0,0 1 0,0-1 0,0 0 0,0 0 0,-1 0 0,10-5 0,-7 3 0,0 0 0,0-1 0,-1 0 0,1 0 0,-1-1 0,0 0 0,-1 0 0,1 0 0,-1-1 0,0 0 0,0 0 0,-1 0 0,1 0 0,-1-1 0,-1 0 0,5-10 0,-7 13 0,1 0 0,-1 0 0,0 0 0,-1 1 0,1-1 0,-1 0 0,0 0 0,0 0 0,0 0 0,0 0 0,-1 0 0,1 0 0,-1 0 0,0 0 0,0 0 0,-1 0 0,1 1 0,-1-1 0,0 1 0,0-1 0,0 1 0,0-1 0,-1 1 0,1 0 0,-1 0 0,0 0 0,0 1 0,0-1 0,0 1 0,0-1 0,-1 1 0,-6-3 0,3 1 38,-1 1 0,0 0 0,0 0 0,0 0 0,0 1 0,-1 1 0,1-1 0,-11 1 0,0 0-607,0 2 0,-29 3 0,19 1-6257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0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0 24575,'1'10'0,"-1"-9"0,1 0 0,-1 0 0,0 0 0,0-1 0,0 1 0,0 0 0,0 0 0,-1 0 0,1 0 0,0 0 0,0 0 0,0 0 0,-1-1 0,1 1 0,0 0 0,-1 0 0,1 0 0,-1-1 0,1 1 0,-1 0 0,1-1 0,-1 1 0,0 0 0,1-1 0,-1 1 0,-1 0 0,-26 25 0,8-8 0,-21 25 0,36-38 0,1 1 0,0 0 0,0 0 0,0 1 0,0-1 0,1 1 0,0 0 0,0 0 0,-1 8 0,3-13 0,1 0 0,0 0 0,-1 0 0,1 0 0,0 1 0,0-1 0,0 0 0,0 0 0,1 0 0,-1 0 0,0 0 0,1 0 0,0 1 0,-1-1 0,1 0 0,0-1 0,0 1 0,0 0 0,0 0 0,1 0 0,-1 0 0,0-1 0,1 1 0,-1-1 0,1 1 0,0-1 0,-1 0 0,1 1 0,0-1 0,0 0 0,0 0 0,0 0 0,0 0 0,0-1 0,2 2 0,3-1 0,-1 1 0,0-1 0,1 0 0,0 0 0,-1-1 0,1 0 0,-1 0 0,1-1 0,0 1 0,8-3 0,-1-1 0,-1-1 0,0 0 0,0 0 0,0-1 0,16-11 0,-23 13 0,-2 1 0,1 0 0,0-1 0,-1 0 0,1 0 0,-1 0 0,0-1 0,-1 0 0,1 1 0,-1-1 0,0 0 0,0-1 0,0 1 0,-1 0 0,3-8 0,-5 11 9,0 0 1,1 0-1,-1 0 0,0 0 0,0 0 1,0 0-1,0 0 0,0 0 0,-1 0 0,1 0 1,0 0-1,-1 0 0,0 0 0,1 0 1,-1 0-1,0 0 0,0 0 0,0 1 1,0-1-1,0 0 0,-1 1 0,1-1 0,0 1 1,-1-1-1,0 1 0,1 0 0,-1-1 1,1 1-1,-1 0 0,0 0 0,0 0 0,0 0 1,0 1-1,0-1 0,1 0 0,-5 0 1,-4-1-254,1 0 0,-1 1 0,1 0 0,-1 0 1,0 1-1,-13 2 0,-5 2-6582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11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1 24575,'-1'2'0,"-1"0"0,1 1 0,0-1 0,-1 0 0,1 0 0,-1 0 0,1 0 0,-1 0 0,0 0 0,0-1 0,-3 3 0,-5 6 0,-6 8 0,5-6 0,-17 25 0,26-34 0,0-1 0,1 1 0,-1 0 0,1 0 0,0 0 0,-1 0 0,1 0 0,1 0 0,-1 0 0,0 0 0,1 0 0,-1 1 0,1-1 0,0 0 0,1 5 0,-1-6 0,1 0 0,0 0 0,0-1 0,0 1 0,0 0 0,0 0 0,0-1 0,0 1 0,1-1 0,-1 1 0,0-1 0,1 1 0,-1-1 0,1 0 0,0 0 0,-1 0 0,1 0 0,0 0 0,0 0 0,0 0 0,-1-1 0,1 1 0,0-1 0,3 1 0,5 1 0,0 0 0,1-1 0,12 0 0,-17-1 0,-2 0 0,64 0 0,-61-1 0,0 0 0,1 0 0,-1 0 0,0-1 0,0 0 0,0-1 0,7-2 0,-13 4 0,0 1 0,0 0 0,0-1 0,0 1 0,0-1 0,0 1 0,-1-1 0,1 1 0,0-1 0,0 0 0,0 1 0,0-1 0,-1 0 0,1 0 0,0 0 0,-1 1 0,1-1 0,-1 0 0,1 0 0,-1 0 0,1 0 0,-1 0 0,0 0 0,1 0 0,-1 0 0,0 0 0,0 0 0,0 0 0,0 0 0,0-1 0,0 1 0,0 0 0,0 0 0,0 0 0,-1 0 0,1 0 0,0 0 0,-1 0 0,1 0 0,0 0 0,-1 0 0,1 0 0,-1 1 0,0-1 0,1 0 0,-1 0 0,0 0 0,1 1 0,-1-1 0,0 0 0,0 0 0,-1 0 0,-4-4 0,-1 0 0,1 0 0,-2 0 0,1 1 0,-10-5 0,-49-19-1365,48 20-5461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4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24575,'-5'0'0,"5"0"0,0 0 0,0 0 0,0 0 0,0 0 0,0 0 0,0 0 0,0 0 0,0 0 0,0 0 0,1 0 0,-1 0 0,0 0 0,0 0 0,0 0 0,0 0 0,0 1 0,0-1 0,0 0 0,0 0 0,0 0 0,0 0 0,0 0 0,0 0 0,0 0 0,0 0 0,0 0 0,0 0 0,-1 0 0,1 0 0,0 0 0,0 0 0,0 1 0,0-1 0,0 0 0,0 0 0,0 0 0,0 0 0,0 0 0,0 0 0,0 0 0,0 0 0,0 0 0,0 0 0,0 0 0,0 0 0,0 0 0,0 0 0,0 0 0,-1 0 0,1 0 0,0 0 0,0 0 0,0 0 0,0 0 0,0 0 0,0 0 0,0 0 0,0 0 0,3 9 0,9 28 0,-2 1 0,6 53 0,2 80 0,-16-146 0,15 430 0,-21-330 0,-33 202 0,32-301 0,3-19 0,0 1 0,0 0 0,1 0 0,0 0 0,0-1 0,1 1 0,0 0 0,0 0 0,2 11 0,-1-18 0,0 1 0,0-1 0,0 1 0,0-1 0,0 0 0,1 0 0,-1 1 0,0-1 0,1 0 0,-1 0 0,0 0 0,1-1 0,-1 1 0,1 0 0,-1 0 0,1-1 0,0 1 0,-1-1 0,1 1 0,0-1 0,-1 0 0,1 0 0,0 0 0,2 0 0,47-2 0,-44 1 0,1777-141-3576,3 73-1073,-1363 56 4386,-336 10 318,251-15 1361,-270 8-1375,-28 1-1256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5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1 385 24575,'548'-39'-982,"-413"25"648,3006-246-6739,-2507 213 6081,-549 40 1169,231-10 4038,-313 17-4199,4 0 301,0 0-1,-1 0 1,1 1-1,11 2 1,-17-3-230,0 1 1,0-1-1,0 0 1,0 1-1,0-1 0,0 1 1,0 0-1,0-1 1,0 1-1,0 0 1,0-1-1,-1 1 1,1 0-1,0 0 1,0 0-1,-1-1 1,1 1-1,0 0 0,-1 0 1,1 0-1,-1 0 1,0 0-1,1 0 1,-1 0-1,0 1 1,1-1-1,-1 0 1,0 0-1,0 0 0,0 0 1,0 0-1,0 0 1,-1 2-1,-6 46 275,3-33-351,2 0 0,0 1 0,1 0 0,1 22 0,4 1-11,3 0 0,15 48 0,31 77 0,-44-142 0,54 149 0,24 70 0,-67-177 0,20 117 0,-38-171 0,1 5 0,-1 0 0,-1 1 0,0-1 0,-2 18 0,1-31 0,0 1 0,-1 0 0,0 0 0,0 0 0,0-1 0,0 1 0,-1 0 0,1-1 0,-1 1 0,0-1 0,0 0 0,0 1 0,0-1 0,-1 0 0,1 0 0,-1-1 0,0 1 0,0 0 0,0-1 0,0 0 0,0 1 0,-6 1 0,-15 7 0,0-2 0,-1-1 0,-34 7 0,-81 8 0,88-16 0,-65 10-1365,4-2-5461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5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24575,'3'0'0,"0"1"0,0-1 0,-1 0 0,1 1 0,0 0 0,-1 0 0,1 0 0,0 0 0,-1 0 0,1 0 0,-1 1 0,0-1 0,1 1 0,-1-1 0,4 5 0,-1-1 0,0 1 0,-1 0 0,1 0 0,-1 0 0,6 13 0,0 4 0,-2 1 0,11 43 0,21 124 0,-8 2 0,7 234 0,-37-371-1365,-1-11-5461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6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47 383 24575,'-6'-2'0,"1"-1"0,0 0 0,0 0 0,0-1 0,0 1 0,-5-7 0,9 10 0,1-1 0,-1 1 0,1-1 0,-1 1 0,1-1 0,0 0 0,-1 1 0,1-1 0,0 1 0,0-1 0,-1 0 0,1 1 0,0-1 0,0 0 0,0 1 0,0-1 0,0 0 0,0 1 0,0-1 0,0 0 0,0 1 0,0-1 0,0 0 0,0-1 0,1 1 0,0 0 0,0 0 0,0 0 0,0 0 0,1 0 0,-1 0 0,0 0 0,0 0 0,1 1 0,-1-1 0,0 0 0,1 1 0,-1-1 0,1 1 0,-1-1 0,3 1 0,43-10 0,1 3 0,62-2 0,-30 3 0,2013-161-4329,2 60 72,-1900 99 4463,144-2 4259,-335 10-4264,0 0-1,1 0 1,-1 0-1,1 1 1,-1-1 0,0 1-1,0 0 1,1 0-1,5 3 1,-9-3-136,0 0 0,0 0 0,0 0 0,0 1 0,0-1 0,0 0 0,0 0 0,0 1 1,-1-1-1,1 0 0,0 1 0,-1-1 0,1 0 0,-1 1 0,0-1 0,1 1 0,-1-1 0,0 1 1,0-1-1,0 1 0,0-1 0,0 1 0,0-1 0,0 1 0,-1-1 0,1 1 0,-1-1 1,0 3-1,-5 31-63,2 0 0,1 1 0,1 0 1,2 0-1,8 59 0,45 177 6,-46-241-8,119 433 0,-126-463 0,7 21 0,-1 0 0,-1 0 0,-1 0 0,2 39 0,-6-55 0,0-1 0,0 1 0,-1-1 0,1 0 0,-1 0 0,-1 1 0,1-1 0,-1 0 0,0 0 0,0 0 0,0 0 0,-1-1 0,0 1 0,1-1 0,-2 1 0,1-1 0,0 0 0,-1 0 0,0 0 0,0-1 0,0 0 0,-1 1 0,1-1 0,-1-1 0,-8 5 0,-3 0 0,-1-1 0,0-1 0,0-1 0,-1 0 0,-32 2 0,-93-3 0,93-3 0,-1846-22-4507,1454 14 4040,-1072 20-714,551 3 7336,960-15-6155,0 0 0,0 0 0,0 0 0,1 0 0,-1-1 0,0 1 0,0-1 0,0 0 0,-3-1 0,6 2 0,-1 0 0,1-1 0,0 1 0,0 0 0,0 0 0,-1 0 0,1-1 0,0 1 0,0 0 0,0 0 0,-1-1 0,1 1 0,0 0 0,0-1 0,0 1 0,0 0 0,0 0 0,0-1 0,-1 1 0,1 0 0,0-1 0,0 1 0,0 0 0,0-1 0,0 1 0,0 0 0,0-1 0,0 1 0,1 0 0,-1-1 0,12-14 0,25-7-1365,-27 15-5461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8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35 328 24575,'-16'-18'0,"8"10"0,9 28 0,21 236 0,-20 3 0,-2-166 0,0-86 0,0 112 0,-21 162 0,13-249 0,8-32 0,0 0 0,0 0 0,0 0 0,0 0 0,0 1 0,0-1 0,0 0 0,-1 0 0,1 0 0,0 0 0,0 0 0,0 0 0,0 0 0,0 0 0,0 0 0,0 0 0,0 1 0,0-1 0,0 0 0,0 0 0,0 0 0,0 0 0,0 0 0,0 0 0,0 0 0,-1 0 0,1 0 0,0 0 0,0 0 0,0 0 0,0 0 0,0 0 0,0 0 0,0 0 0,0 0 0,0 0 0,-1 0 0,1 0 0,0 0 0,0 0 0,0 0 0,0 0 0,0 0 0,0 0 0,0 0 0,0 0 0,0 0 0,-1 0 0,1 0 0,0 0 0,0 0 0,0 0 0,0 0 0,0 0 0,0 0 0,0 0 0,0-1 0,0 1 0,0 0 0,0 0 0,0 0 0,0 0 0,0 0 0,0 0 0,0 0 0,0 0 0,-1 0 0,0-19 0,15-209 0,-2 83 0,-5-17 0,18-225 0,-23 368 0,1 0 0,1 0 0,0 0 0,1 1 0,12-28 0,-12 36 0,0 0 0,1 1 0,1-1 0,-1 1 0,1 0 0,1 0 0,-1 1 0,2 0 0,-1 1 0,17-12 0,-5 7 0,1 0 0,0 2 0,1 0 0,0 1 0,34-8 0,123-20 0,323-18-1486,5 37-628,441 17 1685,1 27 419,-230-6-1871,-392-15 3343,-326-5-1427,4 0 247,-1 0-1,1 0 0,-1 1 1,0-1-1,1 1 0,6 2 1,-11-3-230,1 1-1,-1-1 1,1 0 0,-1 1-1,1-1 1,-1 0 0,0 1 0,1-1-1,-1 0 1,1 1 0,-1-1 0,0 1-1,1-1 1,-1 1 0,0-1-1,1 1 1,-1-1 0,0 1 0,0-1-1,0 2 1,1-1 10,-1 1-1,0-1 1,-1 0-1,1 1 1,0-1 0,0 0-1,-1 1 1,1-1-1,-1 0 1,1 1-1,-1-1 1,0 2 0,-6 10-29,1 0 0,1 0 1,0 1-1,1 0 0,0 0 1,1 1-1,0-1 0,2 1 1,-1-1-1,2 1 0,0 0 1,1-1-1,0 1 0,1-1 1,1 1-1,6 18 0,10 28-33,3-1 0,39 75 0,73 106 0,-33-88 0,18 29 0,-119-181 0,4 5 0,-1 0 0,0 1 0,0 0 0,3 10 0,-6-15 0,0-1 0,1 0 0,-1 1 0,0-1 0,0 1 0,0-1 0,0 1 0,0-1 0,0 1 0,0-1 0,-1 0 0,1 1 0,0-1 0,-1 1 0,1-1 0,-1 0 0,0 1 0,1-1 0,-1 0 0,0 0 0,0 0 0,0 1 0,0-1 0,0 0 0,0 0 0,0 0 0,0-1 0,0 1 0,-2 1 0,-4 2 0,-1-1 0,1 0 0,-1 0 0,0-1 0,0 0 0,0 0 0,-10 0 0,-65 2 0,52-4 0,-670-2-1667,-3-24-1112,432 14 2118,35 2 317,-1741-45-1074,1916 55 1365,-284 4-181,235 2 1001,-119 21 1,221-25-886,-33 7 1468,39-8-1290,1 0 1,-1 0-1,1 0 1,-1 0-1,1 0 0,0 0 1,-1 1-1,1-1 1,0 1-1,0 0 1,0 0-1,-3 3 1,2 4-4649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29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243 141 24575,'-5'-2'0,"4"9"0,5 15 0,-4-19 0,13 75 0,5 125 0,-11-104 0,5 74 0,25 247 0,-37-413 0,1-1 0,1 1 0,-1-1 0,4 11 0,-2-15 0,-2-8 0,-3-13 0,-30-252 0,3-339 0,28 578 0,0 13 0,0 1 0,2-1 0,3-21 0,-4 36 0,1-1 0,0 1 0,0 0 0,1-1 0,-1 1 0,1 0 0,0 0 0,0 0 0,0 0 0,1 1 0,-1-1 0,1 1 0,0-1 0,0 1 0,0 0 0,0 0 0,1 0 0,5-3 0,2 0 0,1 0 0,0 1 0,0 1 0,1 0 0,24-4 0,71-5 0,-70 10 0,437-24-1035,3 22-707,-353 5 1425,1361 27-2925,-663-6 2293,-277-15 3958,-411-6-288,-134 0-2698,1 0-1,-1 0 1,1 1 0,-1-1 0,0 0 0,1 0-1,-1 1 1,0-1 0,1 0 0,-1 1 0,0 0-1,1-1 1,-1 1 0,0 0 0,0-1-1,0 1 1,0 0 0,0 0 0,0 0 0,0 0-1,0 0 1,0 0 0,0 0 0,0 1 0,-1-1-1,1 0 1,0 0 0,-1 1 0,1-1-1,0 2 1,0 4 90,-1-1 0,0 1 1,1-1-1,-2 0 0,-1 12 0,0 13 57,7 16-170,2 0 0,17 64 0,-6-33 0,55 234 0,-2-11 0,-20 3 0,-50-299 0,1 7 0,-1 0 0,-1 0 0,1 0 0,-3 17 0,1-25 0,0-1 0,0 1 0,0-1 0,0 1 0,0-1 0,-1 0 0,0 1 0,1-1 0,-1 0 0,0 0 0,-1 0 0,1 0 0,0-1 0,-1 1 0,0 0 0,0-1 0,1 0 0,-7 4 0,-3 0 0,0 0 0,-1-1 0,0 0 0,0-1 0,0 0 0,0-1 0,-14 1 0,-99 4 0,98-7 0,-412-9-467,-2-25-577,323 22 734,-303-25-1181,-832-63-1685,-3 57 1845,1175 41 1337,32-1 842,0 2 0,-88 13 0,136-13-721,1 0 0,0 1 0,0-1 0,-1 0 0,1 1-1,0-1 1,-1 1 0,1-1 0,0 1 0,0 0-1,0-1 1,-2 2 0,3-2-85,0 1 0,0-1 0,0 0-1,0 0 1,0 1 0,0-1 0,0 0 0,0 0-1,0 1 1,0-1 0,0 0 0,0 0 0,0 0-1,0 1 1,0-1 0,0 0 0,0 0 0,0 1-1,1-1 1,-1 0 0,0 0 0,0 0 0,0 1 0,0-1-1,0 0 1,1 0 0,-1 0 0,0 0 0,0 1-1,0-1 1,1 0 0,-1 0 0,0 0 0,0 0-1,0 0 1,1 0 0,-1 0 0,31 10 1360,-16-7-1245,0-2 0,-1 0 1,29-1-1,-43 0-157,0 0 0,1 0 0,-1 0 0,0 0 0,0 0 0,0 0 0,0 0 0,0 0 0,1 0 0,-1 0 0,0 0 0,0 0 0,0 0 0,0 0 0,0 0 0,0 0 0,1 0 0,-1 0 0,0 0 0,0 0 0,0 0 0,0 0 0,0 0 0,0 0 0,1 0 0,-1 0 0,0 0 0,0 0 0,0 0 0,0-1 0,0 1 0,0 0 0,0 0 0,0 0 0,0 0 0,1 0 0,-1 0 0,0-1 0,0 1 0,0 0 0,0 0 0,0 0 0,0 0 0,0 0 0,0 0 0,0-1 0,0 1 0,0 0 0,0 0 0,0 0 0,0 0 0,0 0 0,0 0 0,0-1 0,0 1 0,-9-6 0,-15-5 0,-93-30 0,-182-90 0,286 122 150,12 3 35,23-2-1287,-16 6 504,9-1-6228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0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24575,'1'142'169,"-9"286"-1703,4-376-5292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1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0 24575,'-1'52'0,"-3"0"0,-15 76 0,11-73 0,4 1 0,4 103 0,1-71 0,1 150 0,-4 328 0,-15-351 342,0-1-2049,16-180-5119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1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24575,'-3'5'0,"-1"9"0,0 4 0,1 3 0,-2 3 0,-1 1 0,2-2 0,1 2 0,-2 0 0,-1 1 0,2-4-8191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1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24575,'-9'203'0,"0"-16"0,10-92 0,5 1 0,3-1 0,41 173 0,-38-221 0,-3 1 0,-2 0 0,-1 1 0,-3-1 0,-6 91 0,-6-53 0,-9 141 0,17-175 0,1 0 0,12 71 0,41 382-1365,-51-460-5461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1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24575,'0'9'0,"0"8"0,0 11 0,-3 6 0,-1 4 0,-3 3 0,0 2 0,-2-1 0,1-2 0,1-2 0,0-1 0,0-1 0,2-1 0,1-6-8191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1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24575,'0'15'0,"0"16"0,0 13 0,3 6 0,4 2 0,3-3 0,4-6 0,5-8 0,2-6 0,3-6 0,-2-7-8191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1:32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24575,'0'9'0,"0"15"0,3 15 0,1 13 0,3 9 0,3 6 0,3 7 0,2 5 0,1 1 0,2-1 0,0 1 0,0-1 0,0 0 0,0 2 0,-1-2 0,1-1 0,-1-3 0,-2-14-8191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1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0 24575,'10'625'0,"-13"30"-249,-27 1-142,12-306 309,6 464 202,12-803-20,0-6-33,0 1 1,0 0-1,0 0 1,3 10-1,-3-15-63,0 0 0,0-1 1,1 1-1,-1 0 0,0 0 0,1 0 0,-1-1 0,1 1 0,-1 0 0,0-1 1,1 1-1,0 0 0,-1-1 0,1 1 0,-1-1 0,1 1 0,0-1 0,-1 1 1,1-1-1,0 1 0,0-1 0,-1 0 0,1 1 0,0-1 0,0 0 0,-1 0 1,1 0-1,0 1 0,0-1 0,0 0 0,0 0 0,-1 0 0,1 0 0,0 0 1,0-1-1,0 1 0,0 0 0,-1 0 0,2-1 0,65-24-4,9-3 0,-3 11-113,0 2 0,111-6 0,152 12-517,303 32-1212,2 23 227,-405-29 2074,252 21-648,376 26-637,0-28 287,-812-35 532,156-5 675,-205 4-789,31-6 1267,-34 6-1094,0 0 0,1 0 0,-1 0 0,1 0 0,-1-1 0,0 1 1,1 0-1,-1 0 0,1-1 0,-1 1 0,0 0 0,0-1 0,1 1 0,-1 0 0,0-1 0,1 1 0,-1 0 0,0-1 0,0 1 0,0 0 0,1-1 0,-1 1 1,0-1-1,0 0-7,0 0 1,-1 0 0,1 0-1,0 1 1,0-1 0,-1 0-1,1 1 1,-1-1-1,1 0 1,-1 1 0,1-1-1,-1 0 1,1 1 0,-1-1-1,1 1 1,-1-1 0,0 1-1,0-1 1,-28-18-125,-6-1-6315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2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24575,'2'-2'0,"0"0"0,0 1 0,1 0 0,-1-1 0,1 1 0,-1 0 0,1 0 0,0 1 0,-1-1 0,1 0 0,0 1 0,-1 0 0,1-1 0,5 1 0,5-1 0,674-58-1419,4 26-840,-578 29 2016,3324-33-4655,-2849 45 4790,-197-7 4676,-381-1-4002,30 1 773,-39-1-1291,0 0 1,-1 0-1,1 0 0,0 0 0,0 0 0,-1 0 0,1 0 0,0 1 0,0-1 1,-1 0-1,1 0 0,0 1 0,-1-1 0,1 0 0,-1 1 0,1-1 0,0 1 1,-1-1-1,1 1 0,-1-1 0,1 1 0,-1-1 0,1 1 0,-1-1 0,1 1 1,-1-1-1,0 1 0,1 0 0,-1-1 0,0 1 0,0 0 0,1 0 0,-1-1 1,0 1-1,0 0 0,0-1 0,0 1 0,0 0 0,0 0 0,0 0 0,-8 27 90,2-7-24,1-1 1,-4 39-1,8-13-114,1 1 0,9 66 0,25 92 0,-26-163 0,91 468-190,8 36-198,-22 2 175,-63-355 609,-4 238-1,-19-373-395,-3 1 0,-21 112 0,25-169 0,-1 1 0,0 0 0,0-1 0,0 1 0,0 0 0,-1-1 0,1 1 0,-1-1 0,0 0 0,1 0 0,-1 1 0,0-1 0,0 0 0,0 0 0,-1-1 0,1 1 0,0 0 0,-1-1 0,1 0 0,-4 2 0,-4 1 0,1-2 0,-1 1 0,0-1 0,-15 1 0,5 0 0,-709 69-1243,477-53 1002,63-4 327,-649 46-1290,666-54-4385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3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7 125 24575,'0'0'0,"-1"0"0,1 0 0,0 0 0,0 0 0,-1 0 0,1 0 0,0 0 0,0 0 0,-1 0 0,1 0 0,0 0 0,0 0 0,0 0 0,-1 0 0,1 0 0,0 0 0,0 0 0,0 0 0,-1 1 0,1-1 0,0 0 0,0 0 0,0 0 0,-1 0 0,1 1 0,0-1 0,0 0 0,0 0 0,0 0 0,0 1 0,0-1 0,-1 0 0,1 0 0,0 0 0,0 1 0,0-1 0,0 1 0,0-1 0,1 0 0,-1 1 0,0-1 0,0 0 0,0 1 0,1-1 0,-1 0 0,0 1 0,0-1 0,0 0 0,1 0 0,-1 1 0,0-1 0,1 0 0,-1 0 0,0 1 0,1-1 0,-1 0 0,0 0 0,1 0 0,-1 0 0,0 0 0,1 1 0,7 0 0,0 0 0,0 0 0,-1 0 0,1-1 0,0 0 0,0-1 0,9-1 0,6 0 0,2110-94-5521,3 76 0,673 22 5916,-2747-1-342,182-9 3940,-204 1-2601,-18 0-4374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4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16 24575,'-10'-1'0,"1"0"0,0-1 0,-16-4 0,1 0 0,64 14 0,19 11 0,-1 2 0,-2 3 0,0 2 0,95 63 0,-146-86 0,0 1 0,0 0 0,0 0 0,-1 1 0,0-1 0,1 1 0,-2 0 0,1 0 0,4 9 0,-6-11 0,-1 1 0,1 0 0,-1-1 0,-1 1 0,1 0 0,0-1 0,-1 1 0,0 0 0,0 0 0,0 0 0,0 0 0,0-1 0,-1 1 0,0 0 0,0-1 0,-2 8 0,-6 8 0,1-1 0,-2 0 0,-1 0 0,0-1 0,-27 31 0,-78 68 0,43-54-1365,3-5-5461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5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14 24575,'0'-1'0,"-1"0"0,1 1 0,-1-1 0,1 0 0,-1 0 0,1 0 0,-1 1 0,0-1 0,1 0 0,-1 1 0,0-1 0,0 0 0,0 1 0,1-1 0,-1 1 0,0 0 0,0-1 0,0 1 0,0 0 0,0-1 0,0 1 0,0 0 0,0 0 0,0 0 0,0 0 0,0 0 0,0 0 0,0 0 0,0 0 0,0 0 0,-1 0 0,2 1 0,0-1 0,0 0 0,0 1 0,0-1 0,0 0 0,0 1 0,0-1 0,0 0 0,0 1 0,0-1 0,1 0 0,-1 1 0,0-1 0,0 0 0,0 1 0,0-1 0,0 0 0,1 1 0,-1-1 0,0 0 0,0 0 0,1 1 0,-1-1 0,0 0 0,0 0 0,1 0 0,-1 1 0,0-1 0,1 0 0,-1 0 0,0 0 0,0 0 0,1 0 0,-1 0 0,0 0 0,1 1 0,15 8 0,23 7 0,1-1 0,56 12 0,-30-9 0,2189 655-8021,-1186-331 5346,531 184 2856,-808-264-1161,-274-97 1820,-172-66 3953,-298-84-2996,70 33 0,22 6 471,-10-17-2268,85 27 0,-172-45 0,-43-19-34,0 0 0,1 0 0,-1 0 0,0 0 0,1 0-1,-1 0 1,0 0 0,1 0 0,-1-1 0,0 1 0,0 0 0,1 0 0,-1 0-1,0 0 1,1 0 0,-1 0 0,0-1 0,0 1 0,1 0 0,-1 0-1,0 0 1,0-1 0,1 1 0,-1 0 0,0 0 0,0-1 0,0 1 0,0 0-1,1 0 1,-1-1 0,0 1 0,0 0 0,0-1 0,0 1 0,0 0 0,0 0-1,0-1 1,0 1 0,0-1 0,1-7-6792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26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51 24575,'-2'-3'0,"1"-1"0,-1 0 0,0 1 0,0 0 0,0-1 0,0 1 0,-1 0 0,1 0 0,-1 0 0,0 0 0,0 1 0,-5-4 0,2 0 0,29 25 0,1-1 0,29 17 0,-20-14 0,44 37 0,-61-44 0,0 1 0,-1 0 0,25 35 0,-37-46 0,0 1 0,0 0 0,0 0 0,-1 1 0,1-1 0,-1 1 0,0-1 0,-1 1 0,0 0 0,1-1 0,-2 1 0,1 0 0,-1 0 0,0 0 0,0-1 0,0 1 0,-1 0 0,0 0 0,-3 8 0,2-9 0,0-1 0,-1 0 0,1 0 0,-1 0 0,0 0 0,0-1 0,0 1 0,-1-1 0,1 0 0,-1 0 0,0 0 0,0 0 0,0-1 0,0 1 0,0-1 0,-1 0 0,-6 2 0,-11 4 0,-1-2 0,-28 6 0,38-10 0,-115 18-1365,60-13-5461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39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418 176 24575,'0'-3'0,"1"0"0,0 0 0,0 0 0,0 0 0,1 0 0,-1 0 0,3-2 0,2-6 0,-5 7 0,1-1 0,0 1 0,-1-1 0,0 1 0,0-1 0,0 1 0,0-1 0,-1 0 0,0 1 0,0-1 0,0 0 0,-1 1 0,-1-10 0,1 11 0,0 0 0,-1 0 0,1 0 0,-1 0 0,1 0 0,-1 0 0,0 0 0,0 1 0,0-1 0,-1 1 0,1-1 0,-1 1 0,1 0 0,-1 0 0,0 0 0,1 0 0,-1 0 0,0 1 0,-1 0 0,-2-2 0,-3 0 0,0 0 0,-1 0 0,1 1 0,-1 1 0,1-1 0,-1 1 0,0 1 0,1 0 0,-1 0 0,0 1 0,1 1 0,-1-1 0,1 1 0,-1 1 0,1 0 0,0 0 0,0 1 0,0 0 0,1 0 0,-15 10 0,10-4 0,1 0 0,0 1 0,0 1 0,1 0 0,1 0 0,0 1 0,0 0 0,1 1 0,1 0 0,0 0 0,-9 25 0,6-7 0,1-1 0,2 2 0,1-1 0,2 1 0,1 0 0,1 0 0,2 0 0,3 43 0,0-55 0,1-1 0,0 0 0,1 0 0,1 0 0,1-1 0,1 0 0,1 0 0,0 0 0,2-1 0,0-1 0,1 1 0,0-2 0,1 1 0,25 24 0,-23-30 0,0 0 0,0-2 0,1 1 0,1-2 0,-1 0 0,1-1 0,0 0 0,1-1 0,0-1 0,0-1 0,0 0 0,0-1 0,1-1 0,-1-1 0,1-1 0,-1 0 0,1-1 0,26-5 0,-27 3 0,0-1 0,-1 0 0,1-1 0,-1-1 0,-1-1 0,1 0 0,-1-1 0,21-15 0,-25 15 0,-1 0 0,0-1 0,-1 0 0,0-1 0,0 0 0,-1 0 0,-1-1 0,1 0 0,-2 0 0,1-1 0,6-19 0,-7 15 0,-1-1 0,-1 1 0,-1-1 0,0 0 0,-1 0 0,-1-1 0,-1 1 0,0 0 0,-1 0 0,-1 0 0,-1 0 0,0 0 0,-1 0 0,-9-22 0,12 36 0,0-1 0,-1 1 0,0 0 0,0 0 0,0 0 0,0 0 0,0 0 0,-1 0 0,1 0 0,-1 1 0,0-1 0,1 1 0,-5-3 0,6 5 0,0-1 0,0 1 0,0-1 0,0 1 0,0 0 0,0 0 0,0-1 0,0 1 0,-1 0 0,1 0 0,0 0 0,0 0 0,0 0 0,0 0 0,0 1 0,0-1 0,0 0 0,-2 1 0,1 0 0,1 0 0,-1 0 0,0 0 0,1 1 0,-1-1 0,0 1 0,1-1 0,0 1 0,-1-1 0,1 1 0,0 0 0,-2 3 0,-2 5 0,1 0 0,0 0 0,1 0 0,0 0 0,1 1 0,0-1 0,-1 18 0,2-1 0,3 48 0,1-48 0,1 0 0,1 0 0,15 47 0,-16-63 0,0-1 0,0 0 0,1 0 0,0 0 0,1-1 0,0 0 0,0 0 0,1 0 0,0-1 0,1 0 0,0 0 0,10 7 0,-14-12 0,0 0 0,0-1 0,1 0 0,-1 0 0,0 0 0,1 0 0,-1 0 0,1-1 0,0 0 0,-1 0 0,1-1 0,0 1 0,0-1 0,0 0 0,-1 0 0,1 0 0,0-1 0,0 0 0,-1 0 0,1 0 0,0 0 0,-1-1 0,1 0 0,-1 0 0,0 0 0,7-4 0,-4 1 0,0-1 0,0 0 0,0 0 0,-1-1 0,0 0 0,0 0 0,-1 0 0,0-1 0,0 1 0,-1-1 0,1 0 0,-2-1 0,4-10 0,-2 2 0,0-1 0,-2 1 0,0-1 0,-1 0 0,-1 1 0,-1-1 0,-3-30 0,2 38 0,0 0 0,-1 0 0,0 1 0,-1-1 0,0 1 0,-1 0 0,1 0 0,-2 0 0,1 0 0,-1 1 0,-1 0 0,0 0 0,0 0 0,0 0 0,-12-9 0,14 14 0,-1 0 0,1 0 0,-1 0 0,0 0 0,0 1 0,-1 0 0,1 0 0,0 1 0,-1-1 0,1 1 0,-1 0 0,1 1 0,-1-1 0,0 1 0,1 0 0,-1 0 0,-5 2 0,7-2 0,0 1 0,-1 0 0,1 1 0,0-1 0,0 1 0,0-1 0,0 1 0,1 0 0,-1 1 0,0-1 0,1 0 0,0 1 0,-1 0 0,1 0 0,0 0 0,1 0 0,-1 1 0,0-1 0,1 1 0,0-1 0,0 1 0,-3 7 0,4-9 0,1-1 0,-1 0 0,1 1 0,-1-1 0,1 1 0,0-1 0,-1 1 0,1-1 0,0 1 0,0-1 0,0 1 0,0-1 0,0 1 0,1-1 0,-1 1 0,0-1 0,1 0 0,0 3 0,0-3 0,-1 0 0,1 0 0,0-1 0,0 1 0,0 0 0,-1-1 0,1 1 0,0-1 0,0 1 0,0 0 0,0-1 0,0 0 0,0 1 0,0-1 0,0 0 0,0 0 0,0 1 0,0-1 0,2 0 0,3 0 0,0-1 0,-1 1 0,1-1 0,0 0 0,-1 0 0,1-1 0,-1 0 0,7-3 0,50-25 0,-40 17 0,2 2 0,0 0 0,0 1 0,49-11 0,-68 20 0,0 0 0,-1 1 0,1-1 0,0 1 0,0 0 0,-1 0 0,1 1 0,0 0 0,0 0 0,-1 0 0,1 0 0,-1 0 0,1 1 0,-1 0 0,1 0 0,-1 0 0,0 1 0,0 0 0,0-1 0,0 1 0,4 5 0,-2-1 0,-1 0 0,0 0 0,0 0 0,-1 1 0,0 0 0,0 0 0,0 0 0,-1 0 0,-1 1 0,4 14 0,-1 9 0,-1 1 0,-2-1 0,-3 60 0,34-164 0,-20 41 0,40-85 0,-45 100 0,1 1 0,0 1 0,1 0 0,1 0 0,15-15 0,-25 27 0,1 1 0,-1-1 0,1 1 0,0 0 0,0 0 0,-1-1 0,1 1 0,0 0 0,0 1 0,0-1 0,0 0 0,0 0 0,0 1 0,3-1 0,-4 1 0,0 0 0,0 0 0,0 1 0,0-1 0,0 0 0,0 1 0,0-1 0,0 0 0,0 1 0,0-1 0,-1 1 0,1 0 0,0-1 0,0 1 0,0 0 0,-1-1 0,1 1 0,0 0 0,-1 0 0,1-1 0,-1 1 0,1 0 0,-1 0 0,1 0 0,-1 0 0,1 0 0,-1 0 0,0 0 0,0 0 0,1 0 0,-1 1 0,3 16 0,0-1 0,-1 1 0,-2 33 0,0-36 0,0 1 0,1-1 0,0 0 0,1 1 0,1-1 0,5 17 0,-6-27 0,0 1 0,0-1 0,0-1 0,1 1 0,0 0 0,0-1 0,0 1 0,0-1 0,1 0 0,-1 0 0,7 5 0,-8-8 0,0 0 0,0 0 0,0 1 0,1-1 0,-1-1 0,1 1 0,-1 0 0,0 0 0,1-1 0,-1 0 0,1 1 0,0-1 0,-1 0 0,1 0 0,-1 0 0,1-1 0,-1 1 0,1-1 0,-1 1 0,1-1 0,-1 0 0,0 0 0,1 0 0,-1 0 0,0 0 0,2-2 0,6-3 0,-2-1 0,1 0 0,-1 0 0,0-1 0,0 0 0,-1 0 0,0-1 0,-1 0 0,0 0 0,0 0 0,8-21 0,-1-2 0,-1 0 0,11-51 0,-23 82 0,6-20 0,-1 0 0,-1 0 0,-1 0 0,-1-1 0,-1-38 0,-1 58 0,0 0 0,0 1 0,0-1 0,0 1 0,0-1 0,-1 1 0,1-1 0,-1 0 0,1 1 0,-1 0 0,1-1 0,-1 1 0,0-1 0,0 1 0,0 0 0,0-1 0,0 1 0,0 0 0,0 0 0,0 0 0,0 0 0,0 0 0,-1 0 0,1 0 0,0 0 0,-1 0 0,1 1 0,-1-1 0,1 1 0,-1-1 0,1 1 0,-3-1 0,1 1 0,1 1 0,0-1 0,-1 1 0,1-1 0,0 1 0,-1 0 0,1 0 0,0 0 0,0 0 0,0 0 0,0 1 0,0-1 0,0 1 0,0-1 0,1 1 0,-1 0 0,0 0 0,1-1 0,-1 1 0,1 0 0,-1 3 0,-1 1 0,0 0 0,0 1 0,1-1 0,0 1 0,0-1 0,1 1 0,0 0 0,0 0 0,0 0 0,1 0 0,0-1 0,1 1 0,-1 0 0,1 0 0,1 0 0,-1 0 0,5 10 0,5 12 0,1 0 0,25 44 0,-23-48 0,8 12 0,13 26 0,-32-56 0,0 0 0,0 0 0,-1 0 0,0 0 0,0 0 0,-1 0 0,1 9 0,-2-13 12,0 0 1,-1 0-1,1 0 0,-1 0 0,1 0 0,-1 0 1,0 0-1,0 0 0,0 0 0,-1 0 0,1 0 1,-1 0-1,1-1 0,-1 1 0,0-1 0,0 1 0,0-1 1,0 0-1,-1 0 0,1 0 0,-1 0 0,1 0 1,-1 0-1,0-1 0,1 1 0,-1-1 0,-5 2 1,0 0-184,0-1 0,1 0 1,-1 0-1,0-1 0,0 0 1,0 0-1,-1-1 0,1 0 1,-12-2-1,-7-3-6655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0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24575,'1'0'0,"-1"0"0,0 0 0,1 0 0,-1 0 0,0 0 0,1 0 0,-1 0 0,0-1 0,1 1 0,-1 0 0,0 0 0,0 0 0,1-1 0,-1 1 0,0 0 0,1 0 0,-1-1 0,0 1 0,0 0 0,0 0 0,1-1 0,-1 1 0,0 0 0,0-1 0,0 1 0,0 0 0,0-1 0,0 1 0,0 0 0,0-1 0,1 1 0,-1 0 0,0-1 0,0 1 0,-1-1 0,1 1 0,-1-3 0,-1 10 0,0 16 0,1 0 0,1 0 0,1 0 0,1 0 0,1-1 0,1 1 0,1 0 0,1-1 0,0 0 0,2-1 0,1 0 0,1 0 0,20 33 0,-27-50 0,-1-1 0,1 1 0,0-1 0,0 0 0,0 0 0,0 0 0,0 0 0,1 0 0,-1-1 0,1 1 0,0-1 0,-1 0 0,7 2 0,-8-4 0,0 1 0,1-1 0,-1 0 0,0 0 0,1 0 0,-1 0 0,0 0 0,0 0 0,1-1 0,-1 1 0,0-1 0,0 0 0,0 1 0,0-1 0,0 0 0,0 0 0,0-1 0,0 1 0,0 0 0,0-1 0,0 1 0,-1-1 0,1 1 0,-1-1 0,1 0 0,1-3 0,8-10 0,-1 0 0,0-1 0,-1-1 0,-1 0 0,-1 0 0,9-31 0,-6 10 0,-2 0 0,5-46 0,-8-72-1365,-6 135-5461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1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91 24575,'19'-6'0,"-18"6"0,0-1 0,0 0 0,0 1 0,0 0 0,0-1 0,0 1 0,0-1 0,0 1 0,1 0 0,-1 0 0,0 0 0,0 0 0,0 0 0,1 0 0,-1 0 0,0 0 0,0 0 0,0 0 0,0 1 0,1-1 0,-1 1 0,0-1 0,0 1 0,2 0 0,2 3 0,0 0 0,0 0 0,-1 0 0,1 0 0,-1 1 0,0 0 0,0 0 0,0 0 0,-1 1 0,0-1 0,4 10 0,3 8 0,10 36 0,-12-29 0,-1 0 0,-2 1 0,-1-1 0,-1 1 0,-2 0 0,-2 39 0,-6-46 0,3-21 0,-1-15 0,3-6 0,1-1 0,0 1 0,1-1 0,1 1 0,1-1 0,1 1 0,0 0 0,10-29 0,-5 24 0,0 1 0,2 0 0,0 1 0,1 0 0,2 0 0,18-24 0,-24 36 0,2 0 0,-1 0 0,1 1 0,0 0 0,1 1 0,13-9 0,-20 14 0,0 1 0,-1 0 0,1-1 0,0 1 0,0 0 0,0 1 0,0-1 0,0 0 0,0 1 0,1 0 0,-1-1 0,6 2 0,-7-1 0,0 1 0,0-1 0,0 1 0,0 0 0,0 0 0,-1 0 0,1 0 0,0 0 0,0 0 0,-1 1 0,1-1 0,0 1 0,-1-1 0,1 1 0,-1-1 0,0 1 0,0 0 0,1 0 0,-1-1 0,1 5 0,2 3 0,-1-1 0,-1 1 0,1 0 0,-2 0 0,1 0 0,-1 0 0,0 0 0,-1 0 0,0 1 0,-3 15 0,-2 7 0,-14 50 0,18-80 0,1-2 0,0 1 0,-1-1 0,1 1 0,0 0 0,-1-1 0,1 1 0,0-1 0,0 1 0,0-1 0,0 1 0,0 0 0,0-1 0,0 1 0,0 0 0,0-1 0,0 1 0,0-1 0,0 1 0,0 0 0,0-1 0,1 1 0,-1-1 0,0 1 0,0-1 0,1 2 0,10-10 0,14-22 0,17-33 0,-23 33 0,2 1 0,0 0 0,33-33 0,-52 60 0,0 0 0,0 0 0,1 1 0,-1-1 0,0 0 0,1 1 0,-1-1 0,1 1 0,-1 0 0,1 0 0,0 0 0,3-1 0,-5 2 0,0 0 0,0 0 0,0 0 0,1 1 0,-1-1 0,0 0 0,0 1 0,0-1 0,0 1 0,0-1 0,0 1 0,0 0 0,0-1 0,0 1 0,0 0 0,0-1 0,-1 1 0,1 0 0,0 0 0,0 0 0,-1 0 0,1 0 0,-1 0 0,1 0 0,-1 0 0,1 0 0,-1 0 0,1 0 0,-1 0 0,0 1 0,0-1 0,1 2 0,4 24 0,-1 1 0,-1 0 0,-1 0 0,-4 53 0,2 19 0,0-96 0,0-1 0,0 0 0,1 0 0,0 0 0,-1 0 0,1 0 0,0 1 0,1-2 0,-1 1 0,0 0 0,1 0 0,0 0 0,-1 0 0,5 3 0,-5-5 0,0 0 0,0 0 0,1 0 0,-1 0 0,1 0 0,-1-1 0,0 1 0,1-1 0,-1 1 0,1-1 0,0 1 0,-1-1 0,1 0 0,-1 0 0,1 0 0,-1 0 0,1 0 0,0 0 0,-1 0 0,1 0 0,-1-1 0,1 1 0,-1 0 0,1-1 0,-1 0 0,1 1 0,-1-1 0,1 0 0,-1 0 0,0 1 0,2-3 0,11-7 0,1-1 0,-2 0 0,0-1 0,0-1 0,10-14 0,53-76 0,-64 86 0,17-23 0,-16 24 0,-1-1 0,0 1 0,-1-2 0,-1 0 0,-1 0 0,9-27 0,-17 44 0,-1 0 0,1 0 0,-1-1 0,0 1 0,0 0 0,1-1 0,-1 1 0,0 0 0,0-1 0,0 1 0,-1-1 0,1 1 0,0 0 0,0-1 0,-1 1 0,1 0 0,-1 0 0,1-1 0,-1 1 0,0-2 0,0 3 0,0-1 0,0 0 0,0 0 0,0 1 0,0-1 0,0 1 0,0-1 0,0 1 0,0-1 0,-1 1 0,1-1 0,0 1 0,0 0 0,0 0 0,0 0 0,-1 0 0,1 0 0,-1 0 0,-4 0 0,1 1 0,-1 0 0,1 0 0,0 1 0,-1-1 0,1 1 0,0 0 0,-7 5 0,6-4 0,1 1 0,0 0 0,0 0 0,0 0 0,1 1 0,-1-1 0,1 1 0,0 0 0,0 0 0,1 1 0,0-1 0,0 1 0,0 0 0,-4 10 0,5-7 0,0 0 0,0 0 0,1 0 0,0 0 0,1 0 0,0 1 0,0-1 0,1 0 0,3 16 0,-1-13 0,0-1 0,1 1 0,0-1 0,1 1 0,0-1 0,1-1 0,0 1 0,1-1 0,0 0 0,0 0 0,1-1 0,0 0 0,1 0 0,0-1 0,0 0 0,11 6 0,-15-11-151,0-1-1,-1 0 0,1 0 0,0 0 1,0 0-1,1-1 0,-1 0 1,8 1-1,9-2-6674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1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290 211 24575,'67'-52'0,"-45"33"0,43-43 0,-64 61 0,0 0 0,1-1 0,-1 1 0,0-1 0,0 0 0,0 1 0,0-1 0,0 0 0,0 0 0,0 0 0,0 0 0,-1 0 0,1 0 0,-1 0 0,0 0 0,1 0 0,-1-3 0,-1 3 0,1 1 0,-1-1 0,1 1 0,-1-1 0,0 1 0,1-1 0,-1 1 0,0 0 0,0-1 0,0 1 0,0 0 0,0 0 0,0 0 0,-1 0 0,1 0 0,0 0 0,-1 0 0,1 0 0,0 0 0,-1 1 0,1-1 0,-1 0 0,-1 0 0,-9-2 0,1 0 0,-1 0 0,0 1 0,1 0 0,-1 1 0,0 1 0,0 0 0,-14 1 0,-6 3 0,-56 14 0,66-13 0,1 1 0,-25 12 0,41-16 0,0 0 0,-1 1 0,1 0 0,0 0 0,1 0 0,-1 1 0,1 0 0,-1 0 0,1 0 0,0 0 0,1 1 0,-1-1 0,-5 10 0,8-11 0,0-1 0,1 1 0,-1 0 0,1-1 0,-1 1 0,1 0 0,0 0 0,0 0 0,0-1 0,0 1 0,1 0 0,-1 0 0,1 0 0,0-1 0,-1 1 0,1 0 0,0-1 0,1 1 0,-1-1 0,0 1 0,1-1 0,0 0 0,-1 1 0,1-1 0,0 0 0,4 3 0,5 6 0,1-1 0,0 0 0,20 11 0,-28-18 0,147 82 0,20 14 0,-164-95 0,0 1 0,-1 1 0,0-1 0,1 1 0,9 12 0,-15-16 0,0-1 0,0 1 0,0 0 0,0 0 0,0-1 0,0 1 0,0 0 0,-1 0 0,1 0 0,-1 0 0,1 0 0,-1 0 0,0 0 0,0 0 0,0 0 0,0 0 0,0 0 0,0 0 0,0-1 0,-1 1 0,1 0 0,-1 0 0,1 0 0,-1 0 0,0 0 0,0 0 0,0-1 0,0 1 0,-2 2 0,-3 3 0,0-1 0,-1-1 0,1 0 0,-1 1 0,0-2 0,-1 1 0,1-1 0,-1 0 0,0-1 0,0 0 0,0 0 0,-11 2 0,-16 2 0,-54 6 0,74-11 16,-20 2 144,-50-1 1,76-4-303,0 1 0,0-1 1,0 0-1,1-1 0,-1 0 0,1 0 0,-1-1 0,1 0 0,0-1 1,0 0-1,-9-5 0,-5-10-6684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83 24575,'17'-13'0,"1"1"0,0 1 0,1 1 0,1 1 0,-1 0 0,26-7 0,-44 16 0,1-1 0,0 1 0,-1-1 0,1 1 0,0 0 0,-1-1 0,1 1 0,0 0 0,0 0 0,-1 0 0,1 0 0,0 1 0,-1-1 0,1 0 0,0 1 0,-1-1 0,1 1 0,-1 0 0,1-1 0,0 1 0,-1 0 0,0 0 0,1 0 0,-1 0 0,1 0 0,-1 0 0,0 0 0,0 1 0,0-1 0,0 0 0,0 1 0,0-1 0,0 1 0,0-1 0,0 1 0,-1-1 0,1 3 0,1 5 0,0 0 0,-1 0 0,0 0 0,0 1 0,-2 15 0,1-14 0,-36 506 0,30-482-1365,0-8-5461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2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1 607 24575,'0'-13'0,"0"6"0,0 0 0,0 0 0,0-1 0,1 1 0,3-10 0,-4 15 0,1 0 0,0 0 0,0 0 0,0 0 0,0 0 0,0 0 0,1 1 0,-1-1 0,0 0 0,1 1 0,0-1 0,-1 1 0,1-1 0,0 1 0,0 0 0,-1-1 0,1 1 0,0 0 0,0 0 0,1 1 0,-1-1 0,2 0 0,18-4 0,-1 2 0,1 0 0,30 1 0,-11 0 0,401-40 0,-438 42 0,11-3 0,0 0 0,16-6 0,-28 9 0,-1-1 0,0 0 0,1 0 0,-1 0 0,0 0 0,1 0 0,-1 0 0,0-1 0,0 1 0,0-1 0,0 0 0,0 1 0,-1-1 0,1 0 0,0 0 0,-1 0 0,0 0 0,1 0 0,-1-1 0,2-3 0,-3 5 0,0-1 0,0 1 0,0-1 0,0 1 0,-1-1 0,1 1 0,0-1 0,-1 1 0,1-1 0,-1 1 0,1-1 0,-1 1 0,0 0 0,1-1 0,-1 1 0,0 0 0,0 0 0,0-1 0,0 1 0,0 0 0,0 0 0,-1 0 0,1 0 0,0 0 0,0 1 0,-1-1 0,1 0 0,0 0 0,-1 1 0,-1-1 0,-4-2 0,-1 0 0,1 0 0,-1 1 0,-11-2 0,11 3 0,0 0 0,0 1 0,0-1 0,-1 1 0,1 1 0,0 0 0,0 0 0,0 0 0,0 1 0,0 1 0,0-1 0,0 1 0,1 0 0,-10 6 0,9-4 0,0 1 0,0 0 0,1 1 0,0-1 0,0 1 0,0 1 0,1-1 0,0 1 0,1 0 0,-1 1 0,-6 14 0,10-17 0,-1-1 0,1 1 0,0 0 0,1-1 0,-1 1 0,1 0 0,0 0 0,1 0 0,-1 0 0,1 0 0,0 0 0,1 0 0,0 0 0,-1 0 0,2 0 0,-1 0 0,1 0 0,0-1 0,3 8 0,-2-8 0,1 1 0,-1-1 0,1 0 0,1 1 0,-1-2 0,0 1 0,1 0 0,0-1 0,0 0 0,1 0 0,-1-1 0,1 0 0,0 1 0,-1-2 0,1 1 0,1-1 0,9 3 0,-3-2 0,0 0 0,0-1 0,1 0 0,-1-2 0,1 1 0,-1-1 0,1-1 0,-1-1 0,1 0 0,-1 0 0,0-1 0,20-8 0,-23 7 0,-1-1 0,0 0 0,1 0 0,-2-1 0,1 0 0,-1 0 0,0-1 0,0 0 0,0-1 0,-1 0 0,-1 0 0,1 0 0,-1-1 0,-1 0 0,1 0 0,5-16 0,-2 1 0,-1-2 0,-1 1 0,-1-1 0,-1-1 0,-2 1 0,0 0 0,-2-30 0,-2 20 0,-2 1 0,-1 0 0,-2 0 0,-19-62 0,23 92 0,1 0 0,-1 1 0,-1-1 0,1 0 0,-1 1 0,0-1 0,-4-5 0,6 10 0,1-1 0,-1 1 0,1-1 0,-1 1 0,1-1 0,-1 1 0,0-1 0,1 1 0,-1 0 0,1-1 0,-1 1 0,0 0 0,1 0 0,-1-1 0,0 1 0,0 0 0,1 0 0,-1 0 0,0 0 0,1 0 0,-1 0 0,-1 0 0,1 1 0,-1-1 0,1 1 0,0 0 0,0 0 0,0 0 0,0-1 0,0 1 0,0 0 0,1 0 0,-1 0 0,0 0 0,0 1 0,1-1 0,-1 0 0,1 0 0,-1 0 0,0 3 0,-3 8 0,0 0 0,1 1 0,1-1 0,0 1 0,0 23 0,6 65 0,-1-78 0,0 0 0,2 0 0,1 0 0,0-1 0,2 0 0,0 0 0,2-1 0,0 0 0,1 0 0,1-1 0,1-1 0,1 0 0,1-1 0,0 0 0,1-1 0,1-1 0,1-1 0,29 20 0,-38-29-227,0-1-1,0 0 1,1 0-1,-1-1 1,13 4-1,2-4-6598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4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36 24575,'-19'275'32,"-22"-1"-102,26-177-28,-61 357-269,-30 198 53,102-627 314,-26 228 0,28-210 0,1 0 0,2-1 0,13 82 0,-12-114-4,1 0 0,-1 1 1,2-1-1,0 0 0,0 0 0,1 0 0,0-1 1,7 11-1,-7-14 17,0-1 0,0 1 0,0-1 0,0 0 0,1 0 0,0-1 1,0 0-1,0 0 0,0 0 0,1-1 0,0 0 0,12 4 0,4-1 63,0-1-1,1-1 0,-1-1 1,33 0-1,99-9 202,-98 3-250,440-30-1373,21 0-718,1617-36-4085,0 62 4588,-1515 16 1369,-270-2 1511,-2-4 3502,-315-3-2829,-27-2-866,-7 0-397,-14-5-94,-25-7-90,-13-2-485,1-3 1,-68-33 0,91 37-67,1-2 0,1 0-1,0-2 1,1-1 0,-33-33 0,48 41 6,0-1 0,1 0 0,1 0 0,0-1 0,1 0 0,1 0 0,-9-23 0,8 13 0,1 0 0,1 0 0,2 0 0,-3-32 0,5-10 0,2 0 0,17-114 0,112-780 0,-121 903 0,-3 1 0,-2-2 0,-5-58 0,2 113 0,-1 1 0,1-1 0,-1 0 0,0 0 0,0 0 0,0 1 0,0-1 0,0 1 0,-1-1 0,1 1 0,-1-1 0,0 1 0,0 0 0,0 0 0,0 0 0,0 0 0,0 0 0,0 0 0,0 0 0,-1 1 0,1-1 0,-1 1 0,0 0 0,1 0 0,-1 0 0,0 0 0,-3-1 0,-10-1 0,1 0 0,-1 1 0,1 1 0,-17 0 0,0 0 0,-653-66-806,243 19-212,-1074-37-3971,-6 81 4358,-97 41-723,1079-21 1022,481-15 1038,15-1 453,-1 2 0,-54 10 0,83-7-198,16-5-931,0 0-1,0 1 0,-1-1 1,1 0-1,0 0 1,0 0-1,0 0 0,0 0 1,0 1-1,0-1 0,0 0 1,0 0-1,0 0 1,0 0-1,0 0 0,0 1 1,0-1-1,0 0 1,0 0-1,0 0 0,0 0 1,0 0-1,0 1 0,0-1 1,0 0-1,0 0 1,1 0-1,-1 0 0,0 0 1,0 0-1,0 1 1,0-1-1,0 0 0,0 0 1,0 0-1,0 0 1,1 0-1,-1 0 0,0 0 1,0 0-1,0 0 0,0 0 1,0 0-1,0 1 1,1-1-1,-1 0 0,26 8 1071,62 10-1104,-41-10-6678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5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756 474 24575,'7'-3'0,"0"0"0,0-1 0,0 0 0,-1 0 0,1 0 0,-1-1 0,0 0 0,-1 0 0,7-8 0,-11 12 0,-1 0 0,1 0 0,0 0 0,-1 1 0,1-1 0,0 0 0,-1 1 0,1-1 0,0 0 0,0 1 0,0-1 0,0 1 0,-1-1 0,1 1 0,2-1 0,-3 1 0,0 0 0,1 0 0,-1 0 0,0 1 0,0-1 0,1 0 0,-1 0 0,0 0 0,0 0 0,1 1 0,-1-1 0,0 0 0,0 0 0,1 1 0,-1-1 0,0 0 0,0 0 0,0 1 0,0-1 0,1 0 0,-1 1 0,0-1 0,0 0 0,0 1 0,0-1 0,0 0 0,0 0 0,0 1 0,0-1 0,0 1 0,-2 37 0,2-29 0,-53 411-151,-4 64-187,56-477 332,-12 324-111,15-282 122,1 0 0,2-1 0,3 0 0,23 82 0,-25-113 12,0-1 0,1 1 0,0-1 0,2-1 1,0 1-1,0-2 0,2 1 0,-1-1 0,16 15 0,-16-21 6,0 1 0,0-1-1,1-1 1,0 0 0,0 0 0,1-1-1,0-1 1,0 0 0,0 0-1,0-2 1,1 1 0,0-1 0,14 1-1,24 0 39,99-4-1,54-19-191,-156 14 32,1769-145-6354,348 87 3476,-987 37 1790,-198-22 2866,-943 45-1392,-2 0 235,-1 0 1,1-2-1,-2-2 1,48-14-1,-79 20-443,-1 1 0,1-1 0,0 0-1,0 0 1,0 1 0,-1-1-1,1 0 1,0-1 0,-1 1 0,1 0-1,-1 0 1,0-1 0,1 1 0,-1-1-1,0 1 1,0-1 0,1-1 0,-1 2-3,-1 0 0,0-1 1,0 1-1,0 0 1,0 0-1,0 0 0,0 0 1,0 0-1,0-1 1,0 1-1,0 0 1,-1 0-1,1 0 0,0 0 1,-1 0-1,1 0 1,-1 0-1,0 0 0,1 0 1,-1 0-1,0-1 1,-5-4 226,0 0 0,0 0 1,0 1-1,-1 0 0,0 0 0,-9-5 1,-154-81 390,-55-33-364,191 101-330,1-1 0,1-2 0,1-1 0,1-1 0,2-2 0,-27-34 0,43 46 0,0 0 0,1 0 0,0-1 0,2-1 0,0 0 0,2 0 0,0 0 0,1-1 0,1 0 0,0 0 0,2 0 0,1-1 0,0-27 0,5 16 0,0 1 0,3 0 0,0 0 0,2 0 0,2 1 0,0 0 0,2 1 0,31-55 0,-5 21 0,3 2 0,87-101 0,-58 86 0,2 4 0,4 3 0,129-94 0,-189 154 0,-11 7 0,0 0 0,0 0 0,-1-1 0,1 0 0,-1 0 0,1 0 0,-1 0 0,0 0 0,4-8 0,-8 12 0,0-1 0,1 1 0,-1-1 0,0 1 0,0-1 0,0 1 0,0-1 0,0 0 0,0 1 0,0-1 0,0 1 0,0-1 0,0 1 0,0-1 0,-1 1 0,1-1 0,0 1 0,0-1 0,0 1 0,-1-1 0,1 1 0,0 0 0,0-1 0,-1 1 0,1-1 0,0 1 0,-1 0 0,1-1 0,-1 1 0,1 0 0,-1-1 0,1 1 0,0 0 0,-1 0 0,1-1 0,-1 1 0,1 0 0,-1 0 0,1 0 0,-1 0 0,-24-7 0,24 7 0,-61-6 0,-1 2 0,-75 5 0,45 0 0,-703 18-2044,-3 22-1618,288-14 2182,-991 41-2044,-1043 58 1669,2413-118 1769,-433 32 1205,11 31 2160,533-68-2488,1 1-1,0 1 0,-24 9 1,28-4 644,16-10-1406,0 0 0,0 1 0,0-1 0,0 0 0,0 0 0,-1 0 0,1 1 0,0-1 0,0 0 0,0 0 0,0 0 0,0 1 0,0-1 0,0 0 0,0 0 0,0 0 0,0 1 0,0-1 0,0 0 0,0 0 0,0 1 0,0-1 0,0 0 0,0 0 0,0 0 0,0 1 0,0-1 0,0 0 0,1 0 0,-1 0 0,0 0 0,0 1 0,0-1 0,0 0 0,0 0 0,1 0 0,-1 1 0,2 0 113,0 0-1,1 0 1,-1 0-1,1 0 1,-1 0-1,1-1 1,-1 1-1,1-1 1,4 1-1,38 2-1064,6-1-5206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6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2086 24575,'-8'0'0,"0"0"0,-1 1 0,1 0 0,0 0 0,-11 3 0,36-10 0,0-2 0,17-10 0,8-3 0,597-248-1364,19 36-619,1159-308-1585,29 109 619,-1770 415 2941,689-150-586,-8-19 472,-732 179 302,82-21 2278,157-64 0,-259 90-2150,-1 0 0,0 0 0,0 0 1,0 0-1,0-1 0,0 0 0,0 0 0,3-4 1,-7 7-247,1-1 0,-1 1 1,0-1-1,1 1 0,-1-1 0,0 1 1,1-1-1,-1 1 0,0-1 1,0 1-1,0-1 0,0 0 1,0 1-1,1-1 0,-1 1 1,0-1-1,0 0 0,0 1 1,-1-1-1,1 1 0,0-1 1,0 0-1,0 1 0,-1-1 0,1-1 11,-1 1-1,0 0 1,0 0-1,0 0 1,-1-1-1,1 1 1,0 0-1,0 1 0,-1-1 1,1 0-1,0 0 1,-1 0-1,-1 0 1,-28-9-1292,16 7-5607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7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74 24575,'-10'-2'0,"0"-1"0,0 0 0,0 0 0,1-1 0,-1 0 0,1 0 0,0-1 0,-9-7 0,17 12 0,0-1 0,0 1 0,0 0 0,1-1 0,-1 1 0,0-1 0,0 1 0,0-1 0,1 0 0,-1 1 0,0-1 0,1 0 0,-1 1 0,1-1 0,-1 0 0,0 0 0,1 1 0,0-1 0,-1 0 0,1 0 0,-1 0 0,1 0 0,0 0 0,-1-1 0,2 1 0,0 1 0,-1-1 0,1 0 0,0 1 0,-1-1 0,1 0 0,0 1 0,-1-1 0,1 1 0,0-1 0,0 1 0,0 0 0,0-1 0,-1 1 0,1 0 0,0-1 0,0 1 0,0 0 0,1 0 0,12-2 0,0 1 0,16 0 0,-27 1 0,42-1 0,-21 0 0,0 0 0,0 2 0,0 0 0,-1 2 0,33 7 0,-52-8 0,0-1 0,1 1 0,-1 0 0,0 0 0,0 0 0,0 1 0,-1-1 0,1 1 0,0 0 0,-1 0 0,0 0 0,0 1 0,0-1 0,0 1 0,0 0 0,-1 0 0,0-1 0,1 2 0,-1-1 0,-1 0 0,1 0 0,-1 1 0,0-1 0,0 0 0,0 1 0,0-1 0,-1 1 0,0 6 0,0 5 0,-1 1 0,-1 0 0,-1-1 0,0 1 0,-1-1 0,-9 25 0,-49 112-1365,29-76-5461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7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365 835 24575,'-5'-1'0,"-1"0"0,1 0 0,-1-1 0,1 0 0,0 1 0,-1-2 0,1 1 0,-8-6 0,-10-3 0,-244-103 0,250 103 0,17 11 0,0-1 0,0 1 0,0 0 0,0 0 0,-1-1 0,1 1 0,0 0 0,0 0 0,0-1 0,0 1 0,0 0 0,0-1 0,0 1 0,0 0 0,0-1 0,0 1 0,0 0 0,0 0 0,0-1 0,0 1 0,0 0 0,0-1 0,0 1 0,0 0 0,0-1 0,0 1 0,1 0 0,-1 0 0,0-1 0,0 1 0,1 0 0,1-2 0,0 0 0,1 1 0,-1-1 0,1 1 0,0 0 0,0-1 0,-1 1 0,1 1 0,0-1 0,5 0 0,392-53 8,-255 40-385,1879-153-9303,-1449 126 7276,1644-106-478,0 36 3986,-2044 105-632,156-9 2583,-303 13-2288,-18 2-331,1 0 0,-1-1-1,0-1 1,1 1 0,-1-2 0,17-5-1,-27 8-396,0 0 0,0 0 0,0 0 0,1 0 0,-1 0-1,0 0 1,0 0 0,0 0 0,1 0 0,-1-1 0,0 1-1,0 0 1,0 0 0,1 0 0,-1 0 0,0 0 0,0 0-1,0-1 1,0 1 0,0 0 0,1 0 0,-1 0 0,0-1-1,0 1 1,0 0 0,0 0 0,0 0 0,0-1 0,0 1-1,0 0 1,0 0 0,0 0 0,0-1 0,0 1 0,0 0 0,0 0-1,0 0 1,0-1 0,0 1 0,0 0 0,0 0 0,0-1-1,0 1 1,0 0 0,0 0 0,0 0 0,0 0 0,0-1-1,-1 1 1,1 0 0,0 0 0,0 0 0,0 0 0,0-1-1,0 1 1,-1 0 0,1 0 0,0 0 0,0 0 0,0 0-1,-1 0 1,1-1 0,-7-2 311,0 0 0,-1 0 0,1 0 0,-1 1 0,0 0 0,-14-1-1,10 0 50,-341-36 1042,254 31-2655,65 5-5612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8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24575,'3'0'0,"1"-3"0,0 2 0,2 4 0,3 5 0,3 3 0,2 7 0,5 5 0,2 5 0,4 7 0,0 6 0,-4 5 0,-6 3 0,-11 3 0,-18 1 0,-22-2 0,-25-2 0,-2-8-8191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9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1 123 24575,'1'-1'0,"0"1"0,1-1 0,-1 0 0,0 0 0,0 0 0,0 0 0,1 0 0,-1 0 0,-1-1 0,1 1 0,0 0 0,0 0 0,0-1 0,-1 1 0,1-1 0,0 1 0,-1 0 0,1-3 0,4-6 0,-3 8 0,0-1 0,0 1 0,0-1 0,1 1 0,-1 0 0,1 0 0,-1 0 0,1 0 0,0 0 0,0 1 0,0-1 0,0 1 0,0 0 0,0 0 0,0 0 0,4-1 0,6 0 0,1 0 0,22 1 0,-23 1 0,330-3-549,-72 3-188,710-21-3789,296-3 246,283 29 2165,0 22 779,-1043-17 1361,-362-7 213,408-1 3876,-542-2-3814,-5 0 507,1-1-1,-1 0 0,31-8 0,-47 9-743,1 0 0,-1 0 0,1 0 0,-1 0 0,1 0 0,0 0 0,-1-1-1,1 1 1,-1 0 0,1 0 0,-1-1 0,1 1 0,-1 0 0,1-1 0,-1 1 0,1-1 0,-1 1 0,1 0-1,-1-1 1,1 0 0,-8-5 1429,-20 0-283,27 6-1228,-116-17 1857,79 14-2621,-44 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49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33 24575,'-6'-5'0,"0"1"0,0 0 0,0 1 0,-1-1 0,0 1 0,0 0 0,-12-3 0,19 6 0,0 0 0,0 0 0,0 0 0,-1 0 0,1 0 0,0 0 0,0 0 0,0 0 0,0 0 0,0 0 0,0 0 0,0 0 0,-1 0 0,1 0 0,0 0 0,0 0 0,0 0 0,0 0 0,0 0 0,0 0 0,0 0 0,-1 0 0,1 0 0,0 0 0,0 0 0,0 0 0,0 0 0,0 0 0,0 0 0,0 0 0,0 0 0,-1 1 0,1-1 0,0 0 0,0 0 0,0 0 0,0 0 0,0 0 0,0 0 0,0 0 0,0 0 0,0 1 0,0-1 0,0 0 0,0 0 0,0 0 0,0 0 0,0 0 0,0 0 0,0 0 0,0 1 0,0-1 0,0 0 0,0 0 0,4 9 0,9 9 0,9 4 0,-16-16 0,0 0 0,-1 0 0,1 0 0,-1 0 0,0 1 0,4 9 0,-8-14 0,0 0 0,0 0 0,-1 0 0,1 0 0,-1 0 0,0 0 0,1 0 0,-1 0 0,0 0 0,0 0 0,-1 0 0,1 1 0,0-1 0,-1 0 0,1 0 0,-1 0 0,1 0 0,-1 0 0,0 0 0,0-1 0,0 1 0,0 0 0,0 0 0,-1-1 0,1 1 0,0 0 0,-1-1 0,1 1 0,-4 1 0,-8 7-227,0-1-1,-1 0 1,1-1-1,-2 0 1,-19 7-1,-34 13-6598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0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5052 24575,'5'-1'0,"-1"0"0,0-1 0,1 0 0,-1 0 0,0 0 0,-1 0 0,1-1 0,0 1 0,0-1 0,3-4 0,3-1 0,293-195 44,-91 65-287,797-616-3695,-461 332 1918,177-97 1611,15 19-495,12-7-19,-16-21 501,363-355-253,-798 622 3959,-20-17 466,-277 274-3569,-4 3-173,1 0 0,0 0 1,0 1-1,0-1 0,0 0 1,-1 0-1,1 0 1,0 0-1,-1 0 0,1 0 1,-1 0-1,1 0 0,-1 0 1,0 0-1,1 0 0,-1 0 1,0 0-1,1-2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0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84 24575,'-29'8'0,"7"-2"0,-12 5 0,32-10 0,7-4 0,5-2 0,39-19 0,-15 6 0,0 2 0,1 1 0,39-10 0,-72 24 0,1 0 0,-1 1 0,1-1 0,-1 1 0,1 0 0,-1 0 0,1 0 0,0 0 0,-1 0 0,1 0 0,-1 1 0,1-1 0,-1 1 0,1-1 0,-1 1 0,0 0 0,1 0 0,2 2 0,-2 0 0,0 0 0,0 0 0,0 0 0,0 0 0,0 1 0,-1-1 0,1 1 0,-1 0 0,0 0 0,2 5 0,30 88 118,-21-57-1601,5 13-5343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2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1148 24575,'6'-8'0,"0"1"0,0-1 0,0-1 0,-1 1 0,0-1 0,-1 0 0,0 0 0,6-17 0,-1-8 0,6-40 0,-8 36 0,64-362 0,-60 304 0,-3-1 0,-7-115 0,-1 199 0,-1 0 0,-5-21 0,6 32 0,-1 0 0,1-1 0,-1 1 0,0 0 0,0 0 0,0-1 0,0 1 0,0 0 0,0 0 0,-1 0 0,1 0 0,0 0 0,-1 0 0,0 1 0,1-1 0,-1 0 0,0 1 0,0-1 0,0 1 0,0 0 0,0 0 0,-3-1 0,4 1-76,0 1 1,0 0-1,-1 0 0,1 0 0,0 0 0,0 0 0,0 0 0,0 1 1,-1-1-1,1 0 0,0 0 0,0 1 0,0-1 0,0 1 1,0-1-1,0 1 0,-2 1 0,-7 5-6750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3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278 261 24575,'0'0'0,"0"0"0,0 0 0,0 0 0,0 0 0,0-1 0,0 1 0,0 0 0,0 0 0,0 0 0,0 0 0,0 0 0,0 0 0,0 0 0,0 0 0,0 0 0,0-1 0,0 1 0,0 0 0,0 0 0,0 0 0,0 0 0,-1 0 0,1 0 0,0 0 0,0 0 0,0 0 0,0 0 0,0 0 0,0 0 0,0-1 0,0 1 0,0 0 0,0 0 0,0 0 0,-1 0 0,1 0 0,0 0 0,0 0 0,0 0 0,0 0 0,0 0 0,0 0 0,0 0 0,0 0 0,-1 0 0,1 0 0,0 0 0,0 0 0,0 0 0,0 0 0,0 0 0,0 0 0,-8 5 0,-8 11 0,15-14 0,-99 87 0,42-38 0,-28 19 0,80-67 0,12-11 0,19-19 0,-20 22 0,48-59 0,-2-2 0,81-143 0,-126 200 0,4-9 0,19-25 0,-26 39 0,1 0 0,-1 0 0,1 0 0,0 1 0,0-1 0,0 1 0,1 0 0,-1 0 0,1 0 0,0 1 0,5-3 0,-8 5 0,0-1 0,1 1 0,-1-1 0,0 1 0,1 0 0,-1 0 0,0 0 0,1 0 0,-1 1 0,1-1 0,-1 1 0,0-1 0,1 1 0,-1 0 0,0 0 0,0 0 0,0 0 0,0 0 0,0 0 0,0 1 0,3 2 0,3 3 0,0 1 0,0 0 0,9 13 0,-13-15 0,131 196-1365,-103-149-5461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4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97 24575,'-1'-16'0,"-1"0"0,0 1 0,-5-17 0,3 14 0,4 32 0,0 0 0,-3 19 0,0 0 0,0 874-1365,6-847-5461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5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44 122 24575,'-12'-24'0,"7"18"0,1-1 0,0 0 0,1 0 0,0-1 0,0 1 0,0 0 0,1-1 0,-2-11 0,4 18 0,0 0 0,0 0 0,0 1 0,0-1 0,0 0 0,0 0 0,0 0 0,1 1 0,-1-1 0,0 0 0,0 0 0,1 1 0,-1-1 0,1 0 0,-1 0 0,0 1 0,1-1 0,-1 1 0,1-1 0,0 0 0,-1 1 0,1-1 0,-1 1 0,1-1 0,1 0 0,0 1 0,-1-1 0,1 1 0,0-1 0,-1 1 0,1 0 0,0 0 0,-1 0 0,1 0 0,0 0 0,-1 0 0,4 1 0,3 1 0,-1 1 0,1 0 0,-1 0 0,8 4 0,5 6 0,-1 0 0,27 24 0,21 15 0,-59-47 0,0 0 0,0 0 0,0-1 0,1-1 0,-1 1 0,18 3 0,-22-6 0,-1-1 0,1 0 0,-1 0 0,1 0 0,-1-1 0,1 1 0,-1-1 0,1 0 0,-1 0 0,1 0 0,-1 0 0,0 0 0,0-1 0,0 0 0,0 1 0,0-1 0,5-4 0,5-6 0,0 1 0,17-22 0,5-4 0,-22 30 342,-13 8-396,0-1 1,0 1 0,0-1-1,0 0 1,0 1 0,0-1-1,0 0 1,0 1 0,0-1-1,0 1 1,0-1 0,0 0-1,0 1 1,0-1 0,0 0-1,0 1 1,-1-1 0,1 0-1,0 1 1,0-1 0,0 0-1,-1 1 1,1-1 0,0 0-1,0 1 1,-1-1 0,1 0-1,0 0 1,0 1 0,-1-1-1,1 0 1,-11 13-6773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6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67 24575,'4'0'0,"1"-1"0,-1 0 0,0 0 0,1 0 0,-1 0 0,0-1 0,7-3 0,-10 4 0,0 1 0,0-1 0,0 1 0,0-1 0,-1 0 0,1 1 0,0-1 0,0 0 0,-1 1 0,1-1 0,0 0 0,-1 0 0,1 0 0,-1 0 0,2-1 0,-2 1 0,0 0 0,0 0 0,-1 1 0,1-1 0,0 0 0,0 1 0,0-1 0,0 0 0,-1 1 0,1-1 0,0 0 0,0 1 0,-1-1 0,1 1 0,-1-1 0,1 1 0,-1-1 0,1 0 0,0 1 0,-1 0 0,0-1 0,1 1 0,-1-1 0,1 1 0,-1 0 0,1-1 0,-2 1 0,-6-5 0,0 2 0,-1-1 0,0 1 0,1 0 0,-1 1 0,0 0 0,0 1 0,-1 0 0,1 0 0,0 0 0,-12 2 0,-4 1 0,1 1 0,-1 1 0,-23 7 0,20-3 0,1 1 0,1 2 0,0 1 0,1 0 0,0 2 0,0 1 0,2 1 0,0 1 0,1 1 0,-20 21 0,29-24 0,0 0 0,0 0 0,2 1 0,0 0 0,1 1 0,-13 30 0,17-34 0,2 1 0,0 0 0,0 0 0,1 0 0,1 0 0,0 0 0,1 0 0,1 1 0,2 25 0,-1-31 12,1 1 1,-1-1-1,2 0 0,-1 0 0,2 0 0,-1 0 1,1 0-1,0-1 0,1 0 0,0 0 0,0 0 1,1 0-1,11 12 0,-8-12 5,0-1 0,1 1 0,0-1 0,0-1 0,1 0 0,-1-1 0,1 0 0,0 0 1,21 4-1,-4-3-207,0-1 0,0-2 1,0-1-1,1-1 0,0-1 1,-1-1-1,0-2 1,36-8-1,8-6-6636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7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105 108 24575,'-17'-40'0,"13"29"0,-1 1 0,0-1 0,-11-16 0,16 26 0,0 1 0,0-1 0,-1 1 0,1-1 0,0 1 0,-1-1 0,1 1 0,0-1 0,-1 1 0,1 0 0,-1-1 0,1 1 0,-1 0 0,1-1 0,0 1 0,-1 0 0,0-1 0,1 1 0,-1 0 0,1 0 0,-1 0 0,1 0 0,-1-1 0,1 1 0,-1 0 0,1 0 0,-1 0 0,-1 0 0,2 1 0,-1 0 0,0-1 0,1 1 0,-1 0 0,0-1 0,1 1 0,-1 0 0,1 0 0,-1-1 0,1 1 0,0 0 0,-1 0 0,1 0 0,0 0 0,0 0 0,-1 1 0,-4 47 0,4-39 0,-16 258 0,11-148 0,1-5-1365,3-67-5461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8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227 438 24575,'1'-8'0,"0"0"0,1 1 0,0-1 0,0 0 0,3-7 0,5-16 0,-7 14 0,1-1 0,-2 0 0,0 1 0,-2-1 0,-1-24 0,1 37 0,0 0 0,-1-1 0,0 1 0,0 0 0,-1 0 0,1 0 0,-1 0 0,0 0 0,-1 0 0,1 0 0,-1 1 0,0-1 0,0 1 0,0 0 0,-1 0 0,1 0 0,-1 0 0,0 0 0,0 1 0,0 0 0,-1 0 0,-5-3 0,7 5 0,0 0 0,0 0 0,-1 0 0,1 1 0,0-1 0,-1 1 0,1 0 0,0 0 0,-1 0 0,1 1 0,0-1 0,-1 1 0,1 0 0,0 0 0,0 0 0,0 0 0,0 0 0,-1 1 0,2-1 0,-1 1 0,0 0 0,0 0 0,1 0 0,-1 0 0,-3 4 0,-3 3 0,0 1 0,0 0 0,1 0 0,0 0 0,-7 15 0,6-8 0,0 0 0,1 1 0,1 0 0,-6 23 0,12-35 0,-1 0 0,1 0 0,0 1 0,0-1 0,1 0 0,0 0 0,0 0 0,0 1 0,1-1 0,0 0 0,0 0 0,0 0 0,1 0 0,0 0 0,0 0 0,1-1 0,2 6 0,-2-8 0,-1 0 0,1 0 0,0 0 0,0-1 0,0 1 0,0-1 0,0 0 0,0 0 0,0 0 0,1 0 0,-1-1 0,1 1 0,-1-1 0,1 0 0,0 0 0,0 0 0,-1 0 0,1-1 0,0 0 0,0 0 0,0 0 0,-1 0 0,1 0 0,0-1 0,0 1 0,0-1 0,5-2 0,3-1 0,1 0 0,-1-1 0,0-1 0,-1 0 0,1 0 0,18-15 0,-17 11 0,-1-2 0,1 1 0,-2-2 0,0 0 0,0 0 0,-2 0 0,1-2 0,12-26 0,-29 57 0,1 1 0,1 1 0,0-1 0,1 1 0,-2 25 0,5-36 0,1 0 0,0 0 0,0 0 0,1 0 0,-1 0 0,2 0 0,-1-1 0,1 1 0,0 0 0,0-1 0,1 1 0,-1-1 0,2 0 0,-1 1 0,1-2 0,0 1 0,0 0 0,7 7 0,-8-11 0,0 1 0,0-1 0,0 0 0,0 0 0,0 0 0,1 0 0,-1-1 0,1 1 0,-1-1 0,1 0 0,-1 0 0,1 0 0,0 0 0,-1-1 0,1 0 0,0 1 0,0-1 0,-1-1 0,1 1 0,0 0 0,0-1 0,-1 0 0,1 0 0,-1 0 0,1 0 0,-1-1 0,1 1 0,-1-1 0,5-3 0,5-3 0,0-1 0,-1-1 0,0 0 0,0 0 0,17-22 0,-6 5 0,-2 0 0,0-2 0,-2-1 0,-1 0 0,-2-1 0,-1-1 0,-1-1 0,-2 0 0,13-53 0,-23 78 0,-1 0 0,0 0 0,-1 1 0,0-1 0,0 0 0,0 0 0,-4-13 0,4 20 0,-1-1 0,1 0 0,-1 1 0,1-1 0,-1 1 0,0-1 0,1 1 0,-1 0 0,0-1 0,0 1 0,0 0 0,0-1 0,-1 1 0,1 0 0,0 0 0,0 0 0,-1 0 0,1 0 0,-1 0 0,1 1 0,-1-1 0,1 0 0,-1 1 0,1-1 0,-1 1 0,1-1 0,-1 1 0,0 0 0,1 0 0,-1 0 0,0 0 0,1 0 0,-1 0 0,1 0 0,-1 0 0,0 1 0,1-1 0,-1 1 0,1-1 0,-1 1 0,1-1 0,-3 2 0,-1 0 0,0 1 0,-1-1 0,1 1 0,0 0 0,0 0 0,1 1 0,-1-1 0,1 1 0,0 0 0,0 0 0,0 1 0,0-1 0,1 1 0,-1 0 0,1 0 0,0 0 0,1 0 0,0 1 0,-1-1 0,2 1 0,-3 9 0,1-3 0,2-1 0,0 0 0,0 1 0,1-1 0,0 1 0,1-1 0,0 1 0,1-1 0,1 0 0,3 13 0,29 63 0,-26-67 0,0 0 0,-1 0 0,-2 1 0,0-1 0,-1 2 0,4 32 0,-6-45 0,4-13 0,10-25 0,-11 19 0,41-64 0,3 3 0,3 2 0,119-119 0,-159 179 0,-15 18 0,-16 21 0,18-29 0,-11 18 0,1 0 0,0 1 0,2 0 0,0 1 0,1 0 0,2 0 0,0 1 0,1 0 0,1 0 0,0 40 0,11 101 0,-2-76 0,-5-84 0,-1 0 0,0 1 0,-1-1 0,1 0 0,0 0 0,-1 1 0,0-1 0,1 0 0,-1 0 0,-1 0 0,1 0 0,-2 4 0,2-5 0,0-1 0,0 0 0,-1 0 0,1 0 0,0 0 0,0 0 0,-1 0 0,1 0 0,0 0 0,-1 0 0,1 0 0,-1-1 0,1 1 0,-1-1 0,1 1 0,-1-1 0,1 0 0,-1 1 0,0-1 0,1 0 0,-1 0 0,1 0 0,-1 0 0,0 0 0,1-1 0,-1 1 0,-2-1 0,-19-7-1365,1-4-5461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8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 24575,'18'-1'0,"-11"0"0,1 1 0,0 0 0,0 0 0,10 2 0,-17-2 0,0 0 0,0 0 0,0 0 0,0 1 0,0-1 0,0 0 0,0 1 0,0-1 0,0 1 0,0 0 0,0-1 0,0 1 0,0 0 0,0-1 0,0 1 0,0 0 0,-1 0 0,1 0 0,0 0 0,-1-1 0,1 1 0,0 0 0,-1 0 0,1 1 0,-1-1 0,0 0 0,1 0 0,-1 0 0,0 0 0,0 0 0,0 0 0,1 0 0,-1 1 0,-1 1 0,-2 19 0,-1 1 0,-1-1 0,-1 0 0,-16 36 0,3-5 0,-112 407-1365,117-394-5461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8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51 356 24575,'23'-18'0,"-20"16"0,-1 0 0,1 0 0,-1 0 0,1 0 0,0 0 0,0 0 0,0 1 0,4-2 0,-7 3 0,1-1 0,-1 1 0,1 0 0,-1 0 0,1 0 0,0 0 0,-1 0 0,1 0 0,-1 0 0,1 0 0,-1 1 0,1-1 0,-1 0 0,1 0 0,-1 0 0,1 1 0,0-1 0,-1 0 0,0 1 0,1-1 0,-1 0 0,1 1 0,-1-1 0,1 0 0,-1 1 0,0-1 0,1 1 0,-1-1 0,0 1 0,1-1 0,-1 1 0,0-1 0,0 1 0,0-1 0,1 1 0,-1-1 0,0 1 0,0 0 0,0-1 0,0 1 0,0-1 0,0 2 0,0 26 0,0-27 0,-55 433 0,52-417 0,-8 35 0,11-49 0,-1 1 0,0-1 0,-1 0 0,1 1 0,-1-1 0,1 0 0,-1 0 0,0 0 0,0 0 0,-4 5 0,5-8 0,1 0 0,0 0 0,0 0 0,0 0 0,0 0 0,-1 1 0,1-1 0,0 0 0,0 0 0,0 0 0,-1 0 0,1 0 0,0 0 0,0 0 0,0 0 0,-1 0 0,1 0 0,0 0 0,0 0 0,0 0 0,-1 0 0,1 0 0,0 0 0,0 0 0,0 0 0,-1 0 0,1 0 0,0-1 0,0 1 0,0 0 0,-1 0 0,1 0 0,0 0 0,0 0 0,0 0 0,0-1 0,0 1 0,-1 0 0,1 0 0,0-1 0,-6-11 0,-1-15 0,2-14 0,1-1 0,4-82 0,21-84 0,-15 161 0,2 0 0,2 1 0,2 0 0,2 0 0,33-72 0,-42 109 0,0 0 0,0 1 0,1-1 0,0 1 0,0 1 0,1-1 0,0 1 0,11-8 0,-16 12 0,1 1 0,0 0 0,1 1 0,-1-1 0,0 0 0,1 1 0,-1 0 0,0-1 0,1 1 0,0 1 0,-1-1 0,1 0 0,-1 1 0,1 0 0,0 0 0,-1 0 0,1 0 0,0 1 0,-1-1 0,1 1 0,-1 0 0,1 0 0,-1 0 0,1 1 0,4 2 0,1 2 29,0 0-1,0 0 1,-1 1-1,0 0 0,-1 1 1,0-1-1,0 2 1,0-1-1,-1 1 1,0 0-1,6 14 1,-3-6-314,-2 1 1,0-1-1,-1 2 1,-1-1-1,4 28 1,-5-8-6542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2:59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6 367 24575,'0'0'0,"0"0"0,0 0 0,-1 0 0,1 0 0,0 0 0,0 0 0,0 0 0,0 0 0,-1 0 0,1 0 0,0 0 0,0 0 0,0 0 0,0 0 0,0 0 0,-1 0 0,1 0 0,0 0 0,0 0 0,0 0 0,0 0 0,-1 0 0,1 0 0,0 0 0,0-1 0,0 1 0,0 0 0,0 0 0,0 0 0,-1 0 0,1 0 0,0 0 0,0-1 0,0 1 0,0 0 0,0 0 0,0 0 0,0 0 0,0 0 0,0-1 0,0 1 0,0 0 0,0 0 0,0 0 0,0-1 0,6-6 0,12-6 0,138-67 0,-62 34 0,-59 28 0,0 2 0,1 1 0,1 1 0,41-8 0,-77 22 0,0-1 0,0 1 0,0 0 0,0 0 0,1-1 0,-1 1 0,0 0 0,0 0 0,0 1 0,0-1 0,1 0 0,-1 0 0,0 0 0,0 1 0,0-1 0,0 1 0,0-1 0,0 1 0,0-1 0,0 1 0,0-1 0,0 1 0,0 0 0,0 0 0,0-1 0,-1 1 0,1 0 0,0 0 0,-1 0 0,1 0 0,0 0 0,-1 0 0,1 0 0,-1 0 0,1 0 0,-1 0 0,0 0 0,1 2 0,0 5 0,0-1 0,0 1 0,-1 0 0,-1 14 0,0-8 0,-19 251 0,2-64 0,18-195 0,-1 0 0,1-1 0,0 1 0,0 0 0,0-1 0,2 7 0,-2-12 0,0 0 0,0 0 0,0 0 0,0 1 0,0-1 0,0 0 0,0 0 0,0 0 0,0 0 0,0 1 0,0-1 0,0 0 0,1 0 0,-1 0 0,0 0 0,0 0 0,0 1 0,0-1 0,0 0 0,0 0 0,0 0 0,0 0 0,1 0 0,-1 0 0,0 1 0,0-1 0,0 0 0,0 0 0,0 0 0,1 0 0,-1 0 0,0 0 0,0 0 0,0 0 0,0 0 0,1 0 0,-1 0 0,0 0 0,0 0 0,6-6 0,2-13 0,74-247 0,-18 56 0,-39 127 0,23-64 0,-48 147 0,0-1 0,0 1 0,0 0 0,0 0 0,0 0 0,0 0 0,0 0 0,0 0 0,0-1 0,0 1 0,0 0 0,0 0 0,0 0 0,0 0 0,0 0 0,0-1 0,0 1 0,0 0 0,0 0 0,0 0 0,0 0 0,0 0 0,0 0 0,0-1 0,1 1 0,-1 0 0,0 0 0,0 0 0,0 0 0,0 0 0,0 0 0,0 0 0,0 0 0,0-1 0,1 1 0,-1 0 0,0 0 0,0 0 0,0 0 0,0 0 0,0 0 0,0 0 0,1 0 0,-1 0 0,0 0 0,0 0 0,0 0 0,0 0 0,0 0 0,0 0 0,1 0 0,-1 0 0,0 0 0,0 0 0,0 0 0,0 0 0,0 0 0,1 0 0,-1 0 0,0 1 0,0-1 0,2 12 0,-1 21 0,-1 33 0,2-1 0,20 119 0,-21-178 0,1-1 0,-1 0 0,1 1 0,0-1 0,0 0 0,3 5 0,-4-9 0,-1 0 0,0-1 0,1 1 0,-1 0 0,1-1 0,0 1 0,-1-1 0,1 1 0,-1-1 0,1 1 0,0-1 0,-1 1 0,1-1 0,0 0 0,0 1 0,-1-1 0,1 0 0,0 0 0,0 1 0,0-1 0,0 0 0,1-1 0,-1 1 0,0 0 0,0-1 0,0 1 0,0 0 0,0-1 0,0 1 0,0-1 0,0 0 0,0 1 0,0-1 0,0 0 0,0 0 0,-1 0 0,1 1 0,0-1 0,1-2 0,20-27 0,22-39 0,6-8 0,-40 63 0,8-12 0,24-26 0,-37 47 0,0 0 0,0 0 0,0 0 0,1 1 0,-1 0 0,1 0 0,0 0 0,0 1 0,1 0 0,-1 0 0,8-2 0,-12 5 0,-1-1 0,0 1 0,1 0 0,-1 0 0,1 0 0,-1 0 0,0 0 0,1 0 0,-1 0 0,0 0 0,1 1 0,-1-1 0,0 1 0,1-1 0,-1 1 0,0-1 0,0 1 0,0-1 0,1 1 0,-1 0 0,0 0 0,0 0 0,0 0 0,0 0 0,0 0 0,0 0 0,-1 0 0,1 0 0,0 0 0,0 0 0,-1 0 0,1 1 0,-1-1 0,1 0 0,-1 1 0,1 1 0,1 5 0,-1-1 0,0 0 0,0 1 0,-1-1 0,0 12 0,-3 6-455,0 0 0,-10 35 0,-3-4-6371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1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8366 1026 24575,'22'4'0,"-19"-3"0,0 0 0,0 0 0,-1-1 0,1 1 0,0-1 0,0 0 0,5 0 0,-7 0 0,-1 0 0,0 0 0,0 0 0,1 0 0,-1-1 0,0 1 0,0 0 0,1 0 0,-1 0 0,0 0 0,0-1 0,1 1 0,-1 0 0,0 0 0,0 0 0,0-1 0,0 1 0,1 0 0,-1 0 0,0-1 0,0 1 0,0 0 0,0 0 0,0-1 0,0 1 0,0 0 0,0 0 0,0-1 0,0 1 0,0 0 0,0-1 0,-6-17 0,-3 4 0,-1 0 0,0 0 0,0 1 0,-21-19 0,-56-42 0,17 25 9,-2 3 0,-2 3 1,-104-44-1,-249-71-191,-599-102-986,-22 106 216,273 103 952,532 52 0,-289 37 0,-447 123 0,682-106 0,-1804 419-799,2058-462 768,-289 82 1944,324-91-1901,0 0-112,1-1 1,-1 0 0,-12 2 0,10-5-6525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1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345 25 24575,'-3'-19'0,"3"18"0,0 1 0,0 0 0,0 0 0,0-1 0,0 1 0,0 0 0,0 0 0,-1-1 0,1 1 0,0 0 0,0 0 0,0 0 0,0-1 0,-1 1 0,1 0 0,0 0 0,0 0 0,0 0 0,-1 0 0,1-1 0,0 1 0,0 0 0,0 0 0,-1 0 0,1 0 0,0 0 0,0 0 0,-1 0 0,1 0 0,0 0 0,0 0 0,-1 0 0,1 0 0,-3 1 0,0 1 0,1 0 0,-1-1 0,0 1 0,1 0 0,0 1 0,0-1 0,-3 3 0,0 0 0,-35 35 0,-168 160 0,200-193 0,0-1 0,0 1 0,0 0 0,-7 10 0,14-16 0,0 0 0,0 0 0,0 0 0,0 0 0,1 1 0,-1-1 0,0 0 0,1 0 0,-1 1 0,0-1 0,1 0 0,0 1 0,-1-1 0,1 1 0,0-1 0,-1 0 0,1 1 0,0-1 0,0 1 0,0-1 0,1 1 0,-1-1 0,0 0 0,0 1 0,1-1 0,-1 1 0,1-1 0,-1 0 0,1 1 0,1 1 0,8 6 0,0 0 0,1 0 0,0-1 0,1-1 0,0 0 0,0 0 0,14 5 0,0 0 0,182 82-1365,-134-64-5461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2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7754 54 24575,'14'-7'0,"-14"7"0,0 0 0,0 0 0,0 0 0,0-1 0,1 1 0,-1 0 0,0 0 0,0 0 0,0-1 0,0 1 0,0 0 0,0 0 0,0-1 0,0 1 0,1 0 0,-1 0 0,0-1 0,0 1 0,0 0 0,0 0 0,0-1 0,0 1 0,0 0 0,-1 0 0,1-1 0,0 1 0,0 0 0,0 0 0,0-1 0,0 1 0,0 0 0,0 0 0,0 0 0,-1-1 0,1 1 0,0 0 0,0 0 0,0 0 0,0-1 0,-1 1 0,1 0 0,0 0 0,0 0 0,-1 0 0,1 0 0,0 0 0,0-1 0,0 1 0,-1 0 0,1 0 0,0 0 0,0 0 0,-1 0 0,1 0 0,0 0 0,0 0 0,-1 0 0,-31-9 0,-1 2 0,0 1 0,-43-3 0,-104 4 0,133 5 0,-1049 35-1276,37 55 380,3 33 414,387-18 516,7 34-205,142 24-240,15 38 27,209-80 301,293-120 83,-707 306 1137,377-109 334,19 27-410,303-215-1061,0 0 0,1 0 0,0 1 0,1 1 0,0-1 0,1 2 0,0-1 0,1 1 0,-8 20 0,14-31 0,-4 9 0,3-6 0,1-1 0,-1 0 0,0 0 0,0 0 0,0 0 0,-1 0 0,0-1 0,1 1 0,-1-1 0,-5 5 0,3-9-1365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2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62 24575,'33'-61'0,"-33"66"0,1 0 0,-1 0 0,0 0 0,0 0 0,-2 7 0,-12 38 0,-2 0 0,-2-1 0,-32 60 0,-28 75 0,77-181 0,-1 1 0,1 0 0,0 0 0,0 0 0,1 0 0,-1 0 0,1 0 0,0 0 0,0 0 0,0 0 0,0 0 0,1 0 0,0 0 0,0 0 0,0 0 0,3 6 0,-2-6 0,0-1 0,1 1 0,0-1 0,-1 0 0,2 0 0,-1 0 0,0 0 0,0-1 0,1 1 0,-1-1 0,1 0 0,0 0 0,0 0 0,0 0 0,7 1 0,17 5-218,1-3 0,-1 0 0,1-2-1,52 0 1,-74-3-56,54 1-6552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4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7396 72 24575,'5'-25'0,"-4"23"0,-1 0 0,1 0 0,-1-1 0,1 1 0,-1 0 0,0-1 0,1 1 0,-1 0 0,-1-4 0,1 5 0,-1-1 0,1 1 0,-1 0 0,0 0 0,1 0 0,-1 0 0,0 0 0,0 0 0,0 1 0,0-1 0,0 0 0,0 0 0,0 0 0,0 1 0,0-1 0,0 1 0,0-1 0,0 1 0,0-1 0,0 1 0,-1 0 0,1-1 0,-2 1 0,-4-1 0,1 0 0,-1 1 0,1-1 0,-1 1 0,1 1 0,-1-1 0,1 1 0,-9 3 0,-55 17 0,40-10 0,-960 326-918,-485 173-2048,929-326 2320,-366 155 701,32 70-333,321-83-957,38 56 1513,389-266 1860,-171 197 1,192-176-1422,-101 164-1,126-179-716,-5-3 0,-111 110 0,168-194 0,2 1 0,1 1 0,-28 48 0,56-80 0,0 1 0,1 0 0,0 0 0,0 0 0,0 0 0,0 11 0,-7 18 0,9-34-62,0 0 0,0 0 0,-1-1 0,1 1 0,0 0 0,-1-1 0,1 1 0,-1 0 0,1-1 0,-1 1 0,1 0 0,-1-1-1,1 1 1,-1-1 0,0 1 0,1-1 0,-1 0 0,0 1 0,1-1 0,-1 1 0,-1-1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04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64 24575,'0'-6'0,"0"0"0,-1 0 0,0 0 0,-2-10 0,3 15 0,-1 0 0,1 0 0,0 0 0,-1 0 0,1 0 0,0-1 0,-1 1 0,1 0 0,-1 0 0,0 0 0,1 0 0,-1 1 0,0-1 0,0 0 0,1 0 0,-1 0 0,0 0 0,0 1 0,0-1 0,0 0 0,0 1 0,0-1 0,0 1 0,0-1 0,0 1 0,0 0 0,-1-1 0,1 1 0,0 0 0,-2 0 0,2 0 0,0 0 0,0 1 0,1-1 0,-1 0 0,0 1 0,0-1 0,1 1 0,-1-1 0,0 1 0,0-1 0,1 1 0,-1 0 0,0-1 0,1 1 0,-1 0 0,1 0 0,-1-1 0,1 1 0,0 0 0,-1 0 0,0 1 0,-6 22 0,6-20 0,-7 40 0,2 0 0,0 64 0,2-27 0,3-70 0,-2 22 0,1-1 0,2 0 0,6 52 0,-4-75 0,0 0 0,0 0 0,0 0 0,1 0 0,1-1 0,-1 1 0,2-1 0,-1 0 0,1 0 0,0 0 0,0-1 0,1 0 0,0 0 0,1 0 0,-1-1 0,1 1 0,11 6 0,-2-3 0,1-2 0,0 1 0,0-2 0,1 0 0,0-2 0,24 6 0,2-3 0,66 4 0,48-11-1365,-90-4-5461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0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8 24575,'0'-3'0,"3"-1"0,1 3 0,0 5 0,-1 5 0,-1 6 0,-4 7 0,-1 5 0,-3 5 0,-1 5 0,1 2 0,1 4 0,2-3 0,2-8-8191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0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13 145 24575,'1'-9'0,"-1"0"0,-1 0 0,1 0 0,-1 1 0,-1-1 0,0 0 0,-3-10 0,2 18 0,3 9 0,3 11 0,1-4 0,1 0 0,1-1 0,0 0 0,1 0 0,0 0 0,15 18 0,-18-26 0,0 0 0,1 0 0,0 0 0,0-1 0,1 1 0,0-1 0,0-1 0,0 1 0,0-1 0,1 0 0,-1-1 0,1 1 0,0-1 0,0-1 0,9 3 0,-13-4 0,0-1 0,0 1 0,0-1 0,0 0 0,0 0 0,0 0 0,0-1 0,0 1 0,0-1 0,0 1 0,0-1 0,0 0 0,0 0 0,0 0 0,-1-1 0,1 1 0,0-1 0,-1 1 0,4-4 0,-3 1 0,0 1 0,0 0 0,0-1 0,-1 0 0,1 0 0,-1 0 0,0 0 0,0 0 0,-1 0 0,1 0 0,-1-1 0,1-4 0,0 1 0,-1 0 0,0 0 0,-1 0 0,0-1 0,0 1 0,0 0 0,-1 0 0,-1 0 0,1 0 0,-1 0 0,-1 0 0,1 0 0,-1 0 0,-5-7 0,4 9 27,0 0-1,-1 1 0,1 0 0,-1 0 1,-1 0-1,1 1 0,-1-1 0,0 1 1,1 1-1,-2-1 0,1 1 0,-13-5 1,5 4-312,0 0 1,-1 0-1,1 2 1,-1 0-1,-15 0 1,-1 1-6542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1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797 33 24575,'-14'-6'0,"1"0"0,-1 2 0,0-1 0,0 2 0,0 0 0,-1 1 0,1 0 0,-23 1 0,11 1 0,1 2 0,-1 1 0,1 1 0,-25 7 0,19-2 0,0 1 0,1 1 0,0 2 0,1 1 0,1 1 0,0 2 0,-44 34 0,52-34 0,1 1 0,1 0 0,0 1 0,2 1 0,0 1 0,2 0 0,0 1 0,1 0 0,1 1 0,-10 29 0,15-30 0,0 0 0,1 0 0,1 1 0,1 0 0,1 0 0,1 1 0,1-1 0,2 0 0,0 1 0,1-1 0,8 34 0,-6-42 0,0 1 0,1-1 0,1 0 0,1 0 0,0 0 0,1-1 0,1 0 0,0-1 0,0 0 0,2 0 0,-1-1 0,2 0 0,-1-1 0,2 0 0,-1-1 0,1-1 0,19 11 0,-10-9 0,0-1 0,1-1 0,1-1 0,-1-1 0,1-1 0,0-1 0,1-2 0,38 2 0,-25-4 0,0-2 0,1-2 0,-1-2 0,68-16 0,-79 13 0,0-1 0,-1-1 0,0-1 0,-1-1 0,0-2 0,-1 0 0,-1-1 0,0-2 0,38-35 0,-47 38 0,-1 0 0,-1-1 0,0 0 0,-1-1 0,-1-1 0,0 1 0,-1-1 0,-1-1 0,-1 0 0,0 0 0,-2 0 0,0-1 0,-1 0 0,0 0 0,0-24 0,-4 24 0,0-1 0,-1 1 0,-1 0 0,-1 0 0,-1 0 0,0 0 0,-2 1 0,0-1 0,-1 1 0,-1 1 0,0-1 0,-1 2 0,-1-1 0,-21-26 0,15 25 0,0 0 0,-2 2 0,0 0 0,0 0 0,-2 2 0,1 0 0,-2 2 0,0 0 0,0 1 0,-1 1 0,-34-10 0,16 9-455,-1 2 0,-56-6 0,18 8-6371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4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44 100 24575,'-3'0'0,"-3"0"0,-5-3 0,0-4 0,2-4 0,6 0 0,5 2 0,10 0 0,7 1 0,11-1 0,5 1 0,9 1 0,2 0 0,3 1 0,-7 1-8191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5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 24575,'0'3'0,"-3"1"0,-4-1 0,3 1 0,7-2 0,9-1 0,12 0 0,10-4 0,0-1-8191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5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12 24575,'-3'3'0,"-7"1"0,-1 3 0,3 0 0,10-1 0,10-5 0,9-2 0,12-4 0,11-4 0,8-4 0,-4 1-8191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5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24575,'-3'3'0,"-1"3"0,0 5 0,7 0 0,9-2 0,8-3 0,9-4 0,12-4 0,8-4 0,7-4 0,4-3 0,-10 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5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0 24575,'-3'6'0,"-1"5"0,0 3 0,7 3 0,6-2 0,7 0 0,10-4 0,12-2 0,9-4 0,8-5 0,-6-3-8191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6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28 24575,'3'0'0,"3"0"0,5-3 0,3 0 0,5-1 0,5-2 0,1 0 0,-3 1-8191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6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24575,'-3'3'0,"-4"1"0,0 3 0,3 0 0,6 2 0,5-1 0,7-2 0,5-1 0,5-2 0,6-1 0,6-2 0,-5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6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24575,'-2'4'0,"-5"0"0,-4 2 0,1 4 0,4 0 0,9-2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6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0 24575,'-6'0'0,"-5"3"0,-3 1 0,0 3 0,9 3 0,11 0 0,13-2 0,12-2 0,2-2-8191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18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0 181 24575,'1'0'0,"-1"-1"0,1 1 0,0-1 0,-1 0 0,1 1 0,-1-1 0,1 1 0,0-1 0,0 1 0,-1 0 0,1-1 0,0 1 0,0 0 0,-1 0 0,1-1 0,0 1 0,0 0 0,0 0 0,0 0 0,-1 0 0,1 0 0,0 0 0,0 0 0,1 0 0,0 1 0,-1 0 0,0 0 0,1-1 0,-1 1 0,0 0 0,0 0 0,0 0 0,0 0 0,0 0 0,0 0 0,0 1 0,1 1 0,2 4 0,0 1 0,0-1 0,3 15 0,-7-22 0,18 84 0,-18-84 0,0 1 0,0-1 0,0 0 0,1 1 0,-1-1 0,0 1 0,0-1 0,0 0 0,0 1 0,1-1 0,-1 0 0,0 1 0,0-1 0,1 0 0,-1 0 0,0 1 0,1-1 0,-1 0 0,0 0 0,1 1 0,-1-1 0,0 0 0,1 0 0,-1 0 0,0 0 0,1 0 0,-1 1 0,0-1 0,1 0 0,-1 0 0,1 0 0,0 0 0,12-9 0,10-22 0,-20 27 0,12-19 0,14-21 0,2 1 0,1 1 0,43-42 0,-74 83 0,0 0 0,0 0 0,0 0 0,0 0 0,1 0 0,-1 0 0,0 1 0,1-1 0,-1 0 0,0 1 0,1-1 0,-1 1 0,1-1 0,-1 1 0,1 0 0,1-1 0,-2 1 0,-1 1 0,1-1 0,0 0 0,0 0 0,0 1 0,0-1 0,-1 0 0,1 1 0,0-1 0,0 1 0,-1-1 0,1 1 0,0-1 0,-1 1 0,1 0 0,-1-1 0,1 1 0,0 0 0,-1-1 0,1 2 0,2 5 0,0-1 0,-1 1 0,0 0 0,0-1 0,1 12 0,0-4 0,1 3 0,11 29 0,-14-42 0,1-1 0,-1 0 0,1 1 0,-1-1 0,1 0 0,0 0 0,0 0 0,0 0 0,1 0 0,-1-1 0,1 1 0,0-1 0,-1 1 0,1-1 0,5 3 0,-7-5 0,1 0 0,-1 0 0,0 1 0,0-1 0,1 0 0,-1 0 0,0 0 0,0 0 0,0-1 0,1 1 0,-1 0 0,0 0 0,0-1 0,0 1 0,1-1 0,-1 1 0,0-1 0,0 1 0,0-1 0,0 0 0,0 1 0,1-3 0,21-22 0,-17 17 0,130-157 0,-135 163 0,0 1 0,0 0 0,1-1 0,-1 1 0,0 0 0,0 0 0,1 0 0,-1 0 0,1 0 0,-1 0 0,1 1 0,1-2 0,-2 2 0,-1 0 0,0 0 0,1 0 0,-1 0 0,1 0 0,-1 0 0,0 0 0,1 0 0,-1 1 0,1-1 0,-1 0 0,0 0 0,1 0 0,-1 0 0,0 1 0,1-1 0,-1 0 0,0 0 0,1 1 0,-1-1 0,0 0 0,0 1 0,1-1 0,-1 0 0,0 1 0,0-1 0,1 0 0,-1 1 0,0-1 0,0 1 0,2 5 0,-1 0 0,0 0 0,0 0 0,0 0 0,-1 8 0,1 8 0,1-13 0,0 0 0,0-1 0,1 1 0,0-1 0,6 13 0,-8-20 0,0 1 0,0 0 0,0-1 0,0 0 0,0 1 0,0-1 0,0 0 0,1 1 0,-1-1 0,0 0 0,1 0 0,-1 0 0,1 0 0,2 1 0,-3-2 0,0 0 0,1 0 0,-1 0 0,0 0 0,0 0 0,1 0 0,-1 0 0,0 0 0,0 0 0,1-1 0,-1 1 0,0 0 0,0-1 0,0 1 0,1-1 0,-1 0 0,0 1 0,0-1 0,0 0 0,0 1 0,0-1 0,0 0 0,1-1 0,6-7 0,0-1 0,-1 1 0,0-1 0,11-20 0,-13 20 0,1 0 0,0 0 0,1 1 0,0-1 0,13-12 0,-20 22 0,0 0 0,1-1 0,-1 1 0,0 0 0,0-1 0,1 1 0,-1 0 0,1 0 0,-1-1 0,0 1 0,1 0 0,-1 0 0,1 0 0,-1 0 0,0-1 0,1 1 0,-1 0 0,1 0 0,-1 0 0,1 0 0,-1 0 0,1 0 0,-1 0 0,0 0 0,1 0 0,-1 0 0,1 0 0,-1 1 0,1-1 0,-1 0 0,0 0 0,1 0 0,-1 1 0,1-1 0,-1 0 0,0 0 0,1 1 0,-1-1 0,0 0 0,1 1 0,-1-1 0,0 0 0,0 1 0,1-1 0,-1 0 0,0 1 0,0-1 0,0 1 0,1-1 0,-1 0 0,0 1 0,0-1 0,0 1 0,7 31 0,-6-22 0,2 8 0,-2-10 0,1 1 0,-1 0 0,2 0 0,-1-1 0,7 15 0,-8-22 0,0 1 0,0-1 0,0 1 0,0-1 0,0 0 0,0 0 0,0 1 0,1-1 0,-1 0 0,0 0 0,1 0 0,-1 0 0,0-1 0,1 1 0,-1 0 0,1-1 0,0 1 0,-1 0 0,1-1 0,-1 0 0,1 1 0,0-1 0,-1 0 0,1 0 0,0 0 0,-1 0 0,1 0 0,0-1 0,-1 1 0,1 0 0,0-1 0,-1 1 0,1-1 0,-1 1 0,1-1 0,2-2 0,9-3 83,0-2 1,-1 0-1,17-13 0,-16 10-932,28-16 0,-24 19-5977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0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24575,'2'-3'0,"1"-1"0,-1 1 0,0-1 0,0 0 0,0 1 0,0-1 0,1-6 0,-2 7 0,0 0 0,0 0 0,1 0 0,-1 0 0,0 1 0,1-1 0,0 0 0,0 0 0,0 1 0,0 0 0,3-3 0,-5 4 0,1 1 0,-1 0 0,1 0 0,-1 0 0,1-1 0,-1 1 0,1 0 0,-1 0 0,1 0 0,-1 0 0,1 0 0,-1 0 0,1 0 0,0 0 0,-1 0 0,1 0 0,-1 1 0,1-1 0,-1 0 0,1 0 0,-1 0 0,1 1 0,-1-1 0,0 0 0,1 1 0,-1-1 0,1 0 0,-1 1 0,0-1 0,1 0 0,-1 1 0,0-1 0,1 1 0,-1-1 0,0 1 0,1-1 0,-1 1 0,0-1 0,0 1 0,0-1 0,1 1 0,7 24 0,-7-24 0,9 47 0,-7-30 0,11 32 0,-14-49 0,0-1 0,0 1 0,1-1 0,-1 1 0,0-1 0,0 0 0,0 1 0,0-1 0,1 1 0,-1-1 0,0 1 0,0-1 0,1 0 0,-1 1 0,0-1 0,0 0 0,1 1 0,-1-1 0,0 0 0,1 0 0,-1 1 0,1-1 0,-1 0 0,0 0 0,1 1 0,-1-1 0,1 0 0,-1 0 0,1 0 0,-1 0 0,1 0 0,-1 0 0,1 0 0,0 0 0,0-1 0,0 1 0,0-1 0,0 0 0,0 0 0,0 1 0,0-1 0,0 0 0,-1 0 0,1 0 0,0 0 0,-1 0 0,2-1 0,17-40 0,-17 38 0,70-146 0,-70 146 0,0 1 0,0 0 0,1 0 0,-1-1 0,1 1 0,3-3 0,-6 6 0,0 0 0,1-1 0,-1 1 0,1-1 0,-1 1 0,1 0 0,-1-1 0,1 1 0,-1 0 0,1 0 0,-1-1 0,1 1 0,-1 0 0,1 0 0,0 0 0,-1 0 0,1 0 0,-1 0 0,1 0 0,-1 0 0,1 0 0,0 0 0,-1 0 0,1 0 0,-1 0 0,1 0 0,-1 1 0,1-1 0,-1 0 0,1 0 0,0 1 0,-1-1 0,0 0 0,1 0 0,-1 1 0,1-1 0,-1 1 0,1-1 0,-1 1 0,0-1 0,1 0 0,-1 1 0,0-1 0,1 1 0,-1-1 0,0 1 0,0 0 0,0-1 0,1 1 0,-1-1 0,0 2 0,5 12 0,-1-1 0,-1 2 0,2 13 0,-4-17 0,1 0 0,0-1 0,1 1 0,0-1 0,0 1 0,1-1 0,7 12 0,-10-21 0,0 1 0,0-1 0,0 1 0,1-1 0,-1 1 0,1-1 0,-1 0 0,1 0 0,-1 0 0,1 0 0,0 0 0,0 0 0,-1 0 0,1 0 0,0-1 0,0 1 0,0-1 0,0 1 0,0-1 0,0 0 0,0 0 0,-1 0 0,1 0 0,0 0 0,0 0 0,0 0 0,0-1 0,0 1 0,0-1 0,0 1 0,0-1 0,-1 0 0,1 0 0,2-1 0,7-4 0,0 0 0,-1-1 0,0 0 0,11-10 0,-16 13 0,14-13 0,21-25 0,11-9 0,-49 49 0,0 0 0,0 0 0,1 1 0,-1-1 0,0 1 0,1-1 0,-1 1 0,1 0 0,0 0 0,4-1 0,-6 2 0,0 0 0,0 0 0,0 0 0,0 0 0,0 0 0,0 0 0,-1 1 0,1-1 0,0 0 0,0 1 0,0-1 0,-1 0 0,1 1 0,0-1 0,0 1 0,-1-1 0,1 1 0,0 0 0,-1-1 0,1 1 0,-1 0 0,1-1 0,-1 1 0,1 0 0,-1 0 0,1-1 0,-1 1 0,0 0 0,1 0 0,-1 0 0,0-1 0,0 1 0,0 0 0,0 0 0,1 0 0,-1 0 0,-1 1 0,3 9 0,-1-3 0,0-1 0,0 0 0,1 0 0,0 0 0,0 0 0,4 8 0,-5-13 0,0-1 0,0 1 0,1 0 0,-1 0 0,1-1 0,-1 1 0,1 0 0,0-1 0,0 0 0,-1 1 0,1-1 0,0 0 0,0 0 0,0 0 0,0 0 0,0-1 0,1 1 0,-1 0 0,0-1 0,0 1 0,0-1 0,1 0 0,-1 0 0,4 0 0,9-2-195,-1 0 0,0-1 0,0 0 0,0-1 0,0-1 0,15-7 0,-9 3-6631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4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 24575,'0'-3'0,"2"-1"0,5 1 0,4 2 0,2 6 0,3 2 0,-2 2 0,0 2 0,1 0 0,-3 1 0,0-1 0,-2-4-8191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7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15 24575,'0'-3'0,"0"-4"0,0 2 0,-6 5 0,-2 9 0,-2 8 0,0 10 0,-1 10 0,1 7 0,0 8 0,1 4 0,2 2 0,3-1 0,2-1 0,1-1 0,0-10-8191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8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1093 24575,'-3'-6'0,"-31"-78"0,-43-167 0,71 224 0,1 0 0,1-1 0,2 0 0,1 1 0,1-1 0,1 0 0,2 0 0,0 1 0,2-1 0,13-41 0,-10 48 2,0 1-1,2 1 0,0-1 1,1 2-1,0-1 1,2 2-1,0-1 0,1 2 1,28-27-1,-19 24 1,1 2 0,0 0 0,1 1 0,1 1 0,0 1 0,43-15 0,-17 12-19,0 3-1,1 2 1,1 2 0,0 3-1,0 1 1,0 4 0,78 5-1,-63 3-102,0 2 0,105 28-1,-134-25 89,-1 2 0,-1 2-1,0 1 1,-2 2 0,58 36-1,-79-44 33,-1 1 0,-1 0 0,0 1 0,0 0 0,-1 1 0,-1 1 0,15 21 0,-21-26 0,0 0 0,0 1 0,-1-1 0,-1 1 0,1 0 0,-1 0 0,-1 0 0,0 0 0,0 0 0,-1 0 0,0 1 0,-1-1 0,-2 20 0,-2-12 28,0-1 0,-1 0-1,0 0 1,-2 0 0,0-1 0,-1 0-1,0 0 1,-2-1 0,1 0 0,-2-1-1,-22 25 1,-4-3 83,-1 0 0,-77 54 0,9-20-111,-4-4 0,-2-5 0,-226 87 0,327-144 0,24-9 0,49-12 0,1 2 0,0 3 0,98-6 0,-75 15 0,-1 3 0,101 14 0,-143-8 0,1 2 0,78 24 0,-104-26 0,0 1 0,0 1 0,-1 0 0,0 2 0,0 0 0,-1 0 0,-1 2 0,0 0 0,14 14 0,-24-21 0,0 0 0,0 1 0,-1-1 0,0 1 0,0 0 0,0 0 0,-1 1 0,0-1 0,0 1 0,-1-1 0,1 1 0,-2 0 0,1 0 0,-1 0 0,0 0 0,0 0 0,-1 0 0,0 0 0,0 1 0,0-1 0,-1 0 0,0 0 0,-1 0 0,0 0 0,0 0 0,0-1 0,-1 1 0,0-1 0,0 1 0,0-1 0,-1 0 0,0 0 0,-9 9 0,-2 0 0,0-1 0,-1 0 0,0-1 0,-1-1 0,0-1 0,-1 0 0,-1-1 0,-19 7 0,-13 3 0,-99 25 0,91-31-170,-2-3-1,1-2 0,-1-3 1,-1-3-1,1-2 0,0-3 1,-83-14-1,85 4-6655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8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0 24575,'-21'19'0,"15"-15"0,1 1 0,-1 0 0,1 0 0,0 0 0,1 1 0,-8 10 0,3 1 0,0 1 0,1 0 0,1 0 0,1 0 0,0 1 0,2 0 0,0 0 0,1 1 0,0-1 0,2 0 0,1 1 0,0 0 0,4 19 0,-4-33 0,2-1 0,-1 0 0,1 1 0,0-1 0,0 0 0,0 0 0,0-1 0,1 1 0,0 0 0,0-1 0,1 0 0,-1 1 0,1-1 0,0-1 0,0 1 0,0-1 0,0 1 0,8 3 0,-7-4 0,1 0 0,0-1 0,0 0 0,-1 0 0,2-1 0,-1 0 0,0 0 0,0 0 0,0-1 0,0 1 0,1-2 0,-1 1 0,0-1 0,0 0 0,0 0 0,7-2 0,-3 0 0,0-1 0,1 0 0,-1-1 0,-1 0 0,1-1 0,-1 0 0,0 0 0,0-1 0,-1 0 0,1 0 0,-2-1 0,1 0 0,-1-1 0,0 0 0,-1 0 0,8-15 0,-10 17 0,-1 0 0,0 0 0,-1 0 0,1 0 0,-2-1 0,1 1 0,-1-1 0,0 1 0,0-1 0,-1 0 0,0 1 0,0-1 0,-1 0 0,0 1 0,0-1 0,-1 1 0,0-1 0,0 1 0,-1 0 0,0 0 0,0 0 0,-1 0 0,0 1 0,-8-11 0,5 8 0,-1 1 0,0 0 0,0 1 0,-1 0 0,0 0 0,-1 0 0,1 1 0,-1 1 0,0 0 0,-1 0 0,1 1 0,-17-4 0,15 4 0,0 2 0,1 0 0,-1 0 0,0 1 0,0 0 0,0 1 0,0 1 0,0 0 0,0 0 0,0 1 0,-19 6 0,8 3-1365,7 0-5461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8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8 24575,'-3'-3'0,"-4"-1"0,-1 3 0,2 5 0,3 5 0,4 3 0,3 6 0,2 3 0,3 3 0,0 4 0,0 4 0,0 1 0,-2 1 0,1-2 0,-1-3 0,-2-4 0,-2-6-8191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8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64 144 24575,'-3'-9'0,"-3"-9"0,-5-4 0,0-1 0,2-1 0,0 5 0,1 3 0,1 3-8191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9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24575,'3'3'0,"1"4"0,2 6 0,2 7 0,0 7 0,1 7 0,0 6 0,0 6 0,-3 7 0,2 6 0,-1 5 0,-2 3 0,-2-1 0,-1 1 0,-4-3 0,-1-3 0,-4-6 0,-1-13-8191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9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49 207 24575,'-1'-1'0,"0"-1"0,0 0 0,-1 1 0,1-1 0,0 1 0,-1-1 0,1 1 0,-1 0 0,1 0 0,-1-1 0,0 1 0,0 0 0,1 0 0,-1 1 0,0-1 0,0 0 0,-3 0 0,-7-5 0,12 6 0,0 0 0,0 0 0,0 0 0,0 0 0,0 0 0,0 0 0,0 0 0,0 0 0,-1 0 0,1 0 0,0 0 0,0 0 0,0 0 0,0 0 0,0 0 0,0 0 0,0-1 0,0 1 0,0 0 0,0 0 0,0 0 0,0 0 0,0 0 0,0 0 0,0 0 0,0 0 0,0 0 0,0 0 0,0-1 0,0 1 0,0 0 0,0 0 0,0 0 0,0 0 0,0 0 0,0 0 0,0 0 0,0 0 0,0 0 0,0-1 0,0 1 0,0 0 0,0 0 0,0 0 0,0 0 0,0 0 0,0 0 0,0 0 0,0 0 0,0 0 0,0 0 0,0 0 0,1 0 0,-1 0 0,0-1 0,0 1 0,0 0 0,0 0 0,0 0 0,0 0 0,0 0 0,10-2 0,13 0 0,-14 2 0,33-1 0,46-7 0,-77 7 0,1-1 0,-1 0 0,-1-1 0,1-1 0,0 0 0,-1 0 0,0-1 0,0 0 0,13-9 0,-20 12 0,-1 1 0,0-1 0,0 0 0,0 0 0,0 0 0,0 0 0,0-1 0,-1 1 0,1 0 0,-1-1 0,1 1 0,-1-1 0,0 1 0,0-1 0,0 0 0,0 1 0,-1-1 0,1 0 0,-1 0 0,1 0 0,-1 1 0,0-1 0,0 0 0,0 0 0,-1 0 0,0-3 0,0 3 0,0 1 0,0-1 0,-1 0 0,1 1 0,-1-1 0,0 0 0,0 1 0,0 0 0,0 0 0,0-1 0,0 1 0,0 0 0,-1 1 0,1-1 0,-1 0 0,1 1 0,-1-1 0,0 1 0,0 0 0,1 0 0,-1 0 0,0 0 0,0 1 0,-5-1 0,0 0 0,-1 1 0,0 0 0,1 0 0,-1 1 0,0 0 0,1 0 0,-1 1 0,1 1 0,-1-1 0,1 1 0,0 0 0,0 1 0,0 0 0,1 1 0,-1-1 0,1 1 0,0 1 0,1-1 0,-13 13 0,9-7 0,1 0 0,-1 1 0,2 0 0,0 0 0,0 1 0,1 0 0,1 1 0,0-1 0,1 1 0,0 0 0,-2 15 0,5-23 19,2-1 0,-1 1 0,1 0 0,0 0 0,0-1 0,0 1 0,1 0 0,0-1 0,0 1 0,0-1 0,1 1 0,0-1 0,0 1 0,0-1 0,1 0 0,0 0 0,4 6 0,-2-5-162,0 0 1,1 0 0,-1-1 0,1 0-1,1 0 1,-1 0 0,1-1 0,-1 0 0,1 0-1,1 0 1,12 4 0,15 2-6684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29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4 198 24575,'-2'-55'0,"1"-22"0,1 76 0,0 0 0,0 1 0,0-1 0,0 1 0,0-1 0,0 0 0,0 1 0,0-1 0,0 1 0,0-1 0,0 0 0,1 1 0,-1-1 0,0 1 0,0-1 0,1 1 0,-1-1 0,0 1 0,1-1 0,-1 1 0,0-1 0,1 1 0,-1 0 0,1-1 0,-1 1 0,1 0 0,-1-1 0,1 1 0,0-1 0,0 1 0,0 0 0,0 1 0,0-1 0,0 0 0,0 0 0,0 1 0,0-1 0,0 0 0,0 1 0,0-1 0,0 1 0,-1-1 0,1 1 0,0-1 0,1 2 0,27 29 0,-15-11 0,0 0 0,-1 1 0,11 26 0,-20-39 0,0 1 0,-1-1 0,0 1 0,-1 0 0,0 0 0,0 0 0,-1 0 0,0 0 0,-1 0 0,0 1 0,-2 14 0,1-20 0,0-1 0,0 0 0,0 0 0,-1 0 0,1 0 0,-1 0 0,0 0 0,0-1 0,0 1 0,0 0 0,-1-1 0,1 0 0,-1 1 0,1-1 0,-1 0 0,0 0 0,0-1 0,0 1 0,-4 1 0,6-2 0,-1-1 0,1 1 0,0-1 0,-1 1 0,1-1 0,-1 0 0,1 1 0,-1-1 0,1 0 0,-1 0 0,1 0 0,-1-1 0,1 1 0,-1 0 0,1 0 0,-1-1 0,1 1 0,-1-1 0,1 1 0,0-1 0,-1 0 0,1 1 0,0-1 0,-1 0 0,1 0 0,0 0 0,0 0 0,0 0 0,0 0 0,0 0 0,0-1 0,0 1 0,0 0 0,1-1 0,-1 1 0,0 0 0,1-1 0,-1 1 0,1 0 0,-1-1 0,1 1 0,0-1 0,0 1 0,0-3 0,-1-2 0,1 0 0,0-1 0,0 1 0,0 0 0,1 0 0,0 0 0,0-1 0,1 1 0,0 0 0,0 1 0,0-1 0,0 0 0,1 1 0,6-10 0,3-3 0,0 2 0,1-1 0,17-15 0,-8 11 114,0 0 0,45-30 0,-52 41-358,0 1 0,0 1 0,1 0 0,0 1 1,0 1-1,23-5 0,-15 6-6582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0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86 281 24575,'1'1'0,"1"-1"0,-1 0 0,0 1 0,0-1 0,1 0 0,-1 1 0,0 0 0,0-1 0,0 1 0,0 0 0,0-1 0,0 1 0,0 0 0,0 0 0,0 0 0,0 0 0,0 0 0,0 0 0,0 0 0,-1 0 0,1 0 0,-1 0 0,1 1 0,-1-1 0,1 0 0,-1 0 0,1 3 0,6 38 0,-7-38 0,5 211 0,-1-11 0,0-170 0,-2-24 0,0 0 0,-1 1 0,-1-1 0,0 1 0,-2 18 0,-1-30 0,-3-9 0,-5-12 0,-15-53 0,3-2 0,3 0 0,4-2 0,3 0 0,-3-106 0,15 160 0,1 0 0,1 1 0,2-1 0,0 0 0,8-25 0,-9 43 0,0-1 0,1 1 0,0 0 0,1 0 0,0 0 0,0 0 0,0 1 0,10-12 0,-10 15 0,-1-1 0,1 1 0,0 0 0,0 1 0,0-1 0,0 1 0,0-1 0,1 1 0,-1 1 0,1-1 0,-1 1 0,1-1 0,0 1 0,0 1 0,7-2 0,-4 3 0,-1-1 0,1 1 0,-1 0 0,1 0 0,-1 1 0,1 0 0,-1 1 0,0-1 0,0 1 0,0 1 0,-1-1 0,1 1 0,-1 1 0,0-1 0,0 1 0,0 0 0,-1 0 0,10 11 0,-7-6 0,1 1 0,-2 0 0,1 0 0,-2 1 0,0 0 0,0 0 0,-1 0 0,0 1 0,5 25 0,-8-27 22,-1 1-1,0-1 0,-1 1 1,0 0-1,0-1 0,-1 1 1,-1-1-1,0 1 0,-1-1 1,0 0-1,-1 0 0,0 0 1,0 0-1,-1-1 0,-10 16 1,10-19-100,0 0 0,-1-1 1,1 1-1,-1-1 1,-1 0-1,1 0 1,-1-1-1,0 0 0,0 0 1,-1-1-1,1 0 1,-1 0-1,0-1 1,0 0-1,-1 0 0,1-1 1,0 0-1,-1 0 1,1-1-1,-1 0 1,-11-1-1,-10-2-6748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0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24575,'-1'0'0,"-1"0"0,0 0 0,0 0 0,0 0 0,1 0 0,-1 0 0,0 1 0,0-1 0,1 1 0,-1-1 0,0 1 0,1-1 0,-1 1 0,0 0 0,1 0 0,-1 0 0,1 0 0,-2 1 0,2 0 0,0 0 0,0 0 0,1 0 0,-1 0 0,1 0 0,-1 0 0,1 0 0,-1 0 0,1 0 0,0 0 0,0 0 0,0 0 0,0 0 0,1 0 0,-1 0 0,1 2 0,29 149 0,4 33 0,-13 20-1365,-18-171-5461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1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300 638 24575,'3'-4'0,"0"0"0,0 0 0,0 0 0,0 0 0,-1 0 0,0 0 0,1-1 0,-2 1 0,1-1 0,0 0 0,-1 1 0,0-1 0,0 0 0,-1 0 0,1 0 0,-1 0 0,0 0 0,0 0 0,0 1 0,-3-11 0,1 7 0,0 0 0,0 0 0,-1 1 0,0-1 0,-1 1 0,0-1 0,0 1 0,0 0 0,-1 0 0,0 1 0,-9-10 0,5 8 0,0 0 0,0 0 0,-1 1 0,0 0 0,0 1 0,0 0 0,-22-9 0,28 14 0,1 0 0,-1-1 0,0 1 0,0 1 0,0-1 0,0 1 0,0-1 0,0 1 0,0 0 0,0 1 0,0-1 0,0 1 0,0-1 0,0 1 0,1 0 0,-1 1 0,0-1 0,0 1 0,1-1 0,-1 1 0,1 0 0,0 1 0,-1-1 0,1 0 0,0 1 0,0 0 0,-3 4 0,-2 3 0,1 1 0,0 0 0,0 0 0,1 0 0,1 1 0,0 0 0,1 1 0,0-1 0,-4 23 0,4-8 0,0 1 0,2 1 0,3 40 0,-1-62 0,1 0 0,0 0 0,0 1 0,0-1 0,1 0 0,0 0 0,1-1 0,-1 1 0,1 0 0,1-1 0,-1 1 0,6 6 0,-6-10 0,-1 0 0,1-1 0,0 1 0,0-1 0,0 1 0,0-1 0,0 0 0,0 0 0,1-1 0,-1 1 0,0-1 0,1 0 0,0 1 0,-1-2 0,1 1 0,0 0 0,-1-1 0,1 1 0,0-1 0,-1 0 0,1 0 0,0-1 0,0 1 0,-1-1 0,5-1 0,5-2 0,0-1 0,0 0 0,-1 0 0,0-1 0,0-1 0,0 0 0,-1-1 0,11-8 0,78-80 0,-77 73 0,-22 22 0,0 0 0,0 0 0,0 0 0,0 1 0,0-1 0,0 0 0,0 0 0,0 1 0,0-1 0,0 0 0,0 1 0,0 0 0,2-1 0,-2 1 0,-1 0 0,0 0 0,1 0 0,-1 0 0,0 0 0,0 0 0,1 0 0,-1 0 0,0 1 0,1-1 0,-1 0 0,0 0 0,1 0 0,-1 0 0,0 1 0,0-1 0,0 0 0,1 0 0,-1 1 0,0-1 0,0 0 0,0 0 0,1 1 0,-1-1 0,0 0 0,0 1 0,0-1 0,0 0 0,0 1 0,0 0 0,1 4 0,0 0 0,-1 0 0,0 1 0,-1 9 0,0-5 0,0 5 0,1 0 0,0 0 0,1 0 0,4 22 0,-4-33 0,1 1 0,-1-1 0,1 0 0,0 1 0,0-1 0,0 0 0,0 0 0,1 0 0,0 0 0,0 0 0,0-1 0,0 0 0,0 1 0,1-1 0,-1 0 0,1 0 0,0-1 0,7 5 0,-2-3 0,0-1 0,1 1 0,-1-2 0,0 1 0,1-1 0,0-1 0,-1 0 0,1 0 0,0-1 0,0 0 0,-1 0 0,1-1 0,0-1 0,-1 0 0,1 0 0,-1-1 0,0 0 0,17-7 0,-14 3 0,0 1 0,0-2 0,0 1 0,-1-2 0,0 1 0,-1-2 0,1 1 0,-2-1 0,0-1 0,0 0 0,-1 0 0,12-20 0,-10 8 0,0 0 0,-1-1 0,-2 0 0,0 0 0,-2-1 0,0 0 0,-2 0 0,-1 0 0,-1-34 0,-3 14 0,-2-1 0,-2 1 0,-2 1 0,-18-58 0,26 101 0,-7-22 0,-16-37 0,21 56 0,0-1 0,0 1 0,0 0 0,-1-1 0,0 1 0,0 1 0,0-1 0,0 0 0,-1 1 0,1-1 0,-1 1 0,0 0 0,0 0 0,-9-4 0,12 6 0,-1 1 0,0 0 0,1-1 0,-1 1 0,0 0 0,1 0 0,-1 0 0,0 0 0,0 0 0,1 1 0,-1-1 0,0 0 0,1 1 0,-1-1 0,1 1 0,-1 0 0,1-1 0,-1 1 0,1 0 0,-1 0 0,1 0 0,-1 0 0,1 0 0,0 0 0,0 0 0,0 1 0,-1-1 0,1 0 0,1 1 0,-1-1 0,0 1 0,0-1 0,0 1 0,0 2 0,-3 5 0,0 0 0,1 1 0,0-1 0,-2 16 0,-2 22 57,2-1 0,3 1 0,1 0 0,3-1 0,13 89 0,0-60-626,3-1 0,51 131 0,-56-174-6257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1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13 257 24575,'-8'-9'0,"3"4"0,11 2 0,49-1 0,71 5 0,-11 1 0,19-9 0,-112 4 0,0 0 0,-1-2 0,1 0 0,20-8 0,-38 11 0,0 1 0,0-1 0,0 0 0,0-1 0,0 1 0,-1 0 0,1-1 0,-1 0 0,1 0 0,-1 0 0,0 0 0,-1 0 0,1-1 0,0 0 0,3-7 0,-4 7 0,-1 1 0,0-1 0,0 0 0,0 0 0,-1 0 0,1 0 0,-1 0 0,0 0 0,0 0 0,0 0 0,-1 0 0,1 0 0,-1 0 0,0 0 0,0 0 0,-1 1 0,-2-7 0,2 5 0,-1-1 0,0 1 0,0 0 0,0 0 0,-1 0 0,0 1 0,0-1 0,0 1 0,0 0 0,-1 0 0,0 0 0,-9-5 0,11 7 0,0 1 0,-1-1 0,1 1 0,0 0 0,0 0 0,0 1 0,-1-1 0,1 1 0,0-1 0,-1 1 0,1 0 0,0 0 0,-1 0 0,1 1 0,0-1 0,-1 1 0,1 0 0,0 0 0,0 0 0,0 0 0,0 1 0,0-1 0,0 1 0,-5 3 0,-1 2 0,0 1 0,1 0 0,0 1 0,0 0 0,1 0 0,0 1 0,1 0 0,0 0 0,0 0 0,1 1 0,-6 18 0,4-9 0,1 1 0,2-1 0,0 1 0,1 0 0,-1 36 0,4-45 0,1 0 0,0 0 0,1 0 0,0 0 0,0-1 0,1 1 0,8 16 0,-9-22 0,1 0 0,1 0 0,-1 0 0,1 0 0,0-1 0,0 0 0,1 0 0,0 0 0,0 0 0,0-1 0,0 1 0,1-1 0,-1-1 0,11 6 0,25 6-1365,0-6-5461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2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480 171 24575,'5'-5'0,"0"-1"0,-1 1 0,0-1 0,0 0 0,-1 0 0,0 0 0,0-1 0,0 1 0,-1-1 0,0 0 0,0 1 0,2-13 0,-4 17 0,0-1 0,1 0 0,-1 0 0,0 1 0,0-1 0,-1 0 0,1 0 0,-1 1 0,1-1 0,-1 0 0,0 0 0,0 1 0,0-1 0,0 1 0,0-1 0,-1 1 0,1 0 0,-1-1 0,1 1 0,-1 0 0,0 0 0,0 0 0,0 0 0,0 0 0,0 1 0,-1-1 0,1 1 0,-1-1 0,1 1 0,0 0 0,-1 0 0,0 0 0,1 0 0,-4 0 0,-3-1 0,0 1 0,-1 0 0,1 1 0,-1 0 0,1 0 0,0 1 0,-1 0 0,1 1 0,-18 5 0,6 0 0,0 1 0,0 1 0,-20 12 0,18-7 0,-1 1 0,2 1 0,0 0 0,1 2 0,1 1 0,-30 35 0,41-44 0,1 1 0,1 0 0,-1 0 0,2 1 0,0 0 0,0 0 0,1 1 0,0-1 0,1 1 0,1 0 0,0 0 0,1 0 0,0 1 0,1-1 0,0 23 0,2-29 22,0 0-1,1 1 0,0-1 1,0 0-1,0 0 0,1 0 1,0 0-1,0 0 0,1-1 1,0 0-1,0 1 0,0-1 1,1-1-1,0 1 0,7 6 1,-4-5-193,1 0 0,1 0 1,0-1-1,-1-1 0,2 1 1,-1-2-1,1 1 0,-1-1 1,13 2-1,29 6-6655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2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122 789 24575,'10'-11'0,"0"0"0,-1-1 0,12-20 0,-16 25 0,-1-1 0,-1 1 0,0-1 0,0 1 0,0-1 0,-1 0 0,3-15 0,-5 22 0,0-1 0,1 1 0,-1 0 0,0 0 0,0 0 0,0-1 0,0 1 0,-1 0 0,1 0 0,0 0 0,-1-1 0,1 1 0,0 0 0,-1 0 0,1 0 0,-1 0 0,0 0 0,1 0 0,-1 0 0,-1-2 0,1 3 0,0-1 0,0 1 0,0-1 0,0 1 0,0 0 0,0-1 0,0 1 0,0 0 0,0 0 0,0 0 0,0 0 0,0 0 0,0 0 0,0 0 0,-1 0 0,1 0 0,0 0 0,-1 1 0,-4 1 0,0 1 0,1-1 0,-1 1 0,1 0 0,0 0 0,-9 8 0,0 1 0,0 1 0,2 1 0,-1 0 0,2 0 0,-16 26 0,22-33 0,1 1 0,0 0 0,0 1 0,1-1 0,0 1 0,0 0 0,1-1 0,0 1 0,0 0 0,1 0 0,1 0 0,-1 1 0,2 12 0,0-20 0,-1 1 0,1-1 0,0 1 0,-1-1 0,1 1 0,0-1 0,0 0 0,1 1 0,-1-1 0,1 0 0,-1 0 0,1 0 0,-1 0 0,1 0 0,0 0 0,0-1 0,4 4 0,-2-3 0,1 1 0,0-1 0,-1 0 0,1 0 0,0-1 0,0 1 0,0-1 0,8 1 0,3-1 0,0-1 0,-1 0 0,1-1 0,30-6 0,-27 3 0,0-1 0,0-1 0,-1-1 0,23-11 0,-34 15 0,-1-1 0,1 1 0,-1-1 0,0-1 0,0 1 0,0-1 0,-1 0 0,0-1 0,0 1 0,0-1 0,-1 0 0,1 0 0,-2 0 0,6-10 0,-8 13 0,0-1 0,0 1 0,-1-1 0,1 1 0,-1-1 0,1 1 0,-1-1 0,0 1 0,0-1 0,-1 1 0,1-1 0,-1 1 0,-2-7 0,1 3 0,0 1 0,-1 1 0,0-1 0,-1 0 0,1 1 0,-1-1 0,-5-4 0,-2-2 0,-1 1 0,0 0 0,-1 1 0,0 0 0,-19-9 0,18 10 0,0 1 0,-1 1 0,0 0 0,-1 1 0,0 1 0,0 0 0,0 1 0,0 1 0,0 1 0,-29-1 0,44 3 0,-1 0 0,1 0 0,-1 0 0,1 0 0,-1 1 0,1-1 0,-1 0 0,1 1 0,-1-1 0,1 1 0,-1 0 0,1-1 0,0 1 0,0 0 0,-2 1 0,2-1 0,1 0 0,-1-1 0,1 1 0,-1 0 0,1 0 0,0-1 0,-1 1 0,1 0 0,0 0 0,0-1 0,0 1 0,-1 0 0,1 0 0,0 0 0,0-1 0,0 1 0,0 0 0,0 0 0,1 0 0,-1-1 0,0 2 0,1 1 0,1 0 0,-1 0 0,0 0 0,1 0 0,0-1 0,0 1 0,0 0 0,0-1 0,0 0 0,0 1 0,1-1 0,4 4 0,5 1 0,1 0 0,-1-1 0,1-1 0,0 0 0,1 0 0,-1-1 0,22 3 0,100 6 0,-133-13 0,71 4 0,109-11 0,-136 2 0,-1-2 0,1-2 0,65-22 0,-103 29 0,0-1 0,0-1 0,0 1 0,-1-2 0,12-7 0,-18 11 0,1 1 0,-1-1 0,0 0 0,0 0 0,0-1 0,-1 1 0,1 0 0,0 0 0,0 0 0,-1-1 0,1 1 0,0 0 0,-1 0 0,1-1 0,-1 1 0,0-1 0,1-1 0,-1 2 0,-1-1 0,1 1 0,0-1 0,-1 1 0,1-1 0,-1 1 0,1-1 0,-1 1 0,0-1 0,0 1 0,0 0 0,1 0 0,-1-1 0,0 1 0,-1 0 0,1 0 0,0 0 0,0 0 0,-2-1 0,-3-3 0,-1 0 0,0 1 0,1 0 0,-1 1 0,-1-1 0,1 1 0,0 1 0,-1 0 0,0 0 0,1 0 0,-1 1 0,0 0 0,0 0 0,0 1 0,0 0 0,0 0 0,0 1 0,-14 3 0,16-3 0,-1 1 0,1 0 0,-1 1 0,1-1 0,0 1 0,0 0 0,1 1 0,-1-1 0,0 1 0,1 0 0,0 1 0,0-1 0,0 1 0,1 0 0,0 0 0,0 1 0,0-1 0,0 1 0,1 0 0,0 0 0,0 0 0,-3 9 0,4-5 0,-1 0 0,1 0 0,1 0 0,0 1 0,1-1 0,-1 0 0,2 1 0,0-1 0,0 0 0,1 0 0,0 0 0,0 0 0,1 0 0,6 14 0,-5-17 0,0 0 0,0 0 0,0-1 0,1 1 0,0-1 0,0 0 0,0 0 0,1-1 0,0 1 0,0-1 0,0-1 0,1 1 0,-1-1 0,1 0 0,0-1 0,1 1 0,-1-1 0,0-1 0,11 3 0,-5-2 0,-1-1 0,1-1 0,0 0 0,0-1 0,0 0 0,0-1 0,0 0 0,0-1 0,-1 0 0,1-1 0,-1-1 0,1 0 0,-1-1 0,0 0 0,-1-1 0,1 0 0,-1 0 0,-1-2 0,1 1 0,14-15 0,-10 7 0,0 0 0,-2-1 0,0 0 0,-1-1 0,0-1 0,-1 0 0,-2 0 0,1-1 0,-2 0 0,-1-1 0,0 1 0,4-24 0,-6 9 0,-1 0 0,-1 0 0,-2 0 0,-2 0 0,-1 0 0,-1 0 0,-2 0 0,-1 0 0,-2 1 0,-2 0 0,0 1 0,-2 0 0,-19-35 0,28 60 0,-1 0 0,0 0 0,0 1 0,0 0 0,-1 0 0,0 0 0,0 0 0,0 1 0,-7-6 0,11 10 0,1 1 0,-1-1 0,0 1 0,0-1 0,0 1 0,1-1 0,-1 1 0,0-1 0,0 1 0,0 0 0,0 0 0,0-1 0,0 1 0,0 0 0,0 0 0,0 0 0,0 0 0,0 0 0,0 0 0,1 0 0,-1 0 0,0 0 0,0 1 0,0-1 0,0 0 0,0 0 0,0 1 0,-1 0 0,1 1 0,-1-1 0,1 0 0,0 1 0,0 0 0,0-1 0,0 1 0,0 0 0,0 0 0,1-1 0,-1 1 0,1 0 0,-1 0 0,1 2 0,-2 8 0,1 0 0,1-1 0,1 21 0,14 71 0,43 154 0,-37-175 0,-16-62 16,8 38-361,3-1 0,2 0-1,27 55 1,-27-76-6481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3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97 345 24575,'-4'-3'0,"1"0"0,0-1 0,0 0 0,0 1 0,0-1 0,0 0 0,1-1 0,-4-6 0,6 10 0,0 0 0,-1 0 0,1 0 0,0 1 0,0-1 0,0 0 0,0 0 0,0 0 0,0 0 0,0 0 0,0 0 0,0 1 0,0-1 0,1 0 0,-1 0 0,0 0 0,1 0 0,-1 1 0,0-1 0,1-1 0,0 1 0,1 0 0,-1 0 0,0 0 0,0 0 0,0 1 0,1-1 0,-1 0 0,0 1 0,1-1 0,-1 1 0,0-1 0,1 1 0,-1-1 0,1 1 0,-1 0 0,3 0 0,48-1 0,-41 2 0,-1-1 0,1 0 0,0-1 0,0 0 0,10-3 0,-17 3 0,-1 0 0,0 0 0,1-1 0,-1 1 0,0-1 0,0 0 0,0 0 0,0 0 0,-1 0 0,1 0 0,0-1 0,-1 1 0,0-1 0,1 0 0,-1 0 0,0 0 0,-1 0 0,1 0 0,2-6 0,-1 1 0,0-1 0,-1 1 0,0-1 0,0 0 0,-1 0 0,0 1 0,-1-1 0,0 0 0,0 0 0,-1 0 0,0 0 0,0 1 0,-1-1 0,0 0 0,-5-11 0,5 16 0,0 0 0,0 0 0,0 0 0,0 0 0,-1 0 0,1 1 0,-1-1 0,0 1 0,0 0 0,0 0 0,-1 0 0,1 0 0,-1 0 0,1 1 0,-1-1 0,0 1 0,0 0 0,0 1 0,0-1 0,0 1 0,-1-1 0,1 1 0,0 0 0,-1 1 0,1-1 0,-1 1 0,1 0 0,0 0 0,-1 0 0,1 1 0,-1 0 0,-4 1 0,1 0 0,0 0 0,1 1 0,-1-1 0,1 2 0,-1-1 0,1 1 0,0 0 0,1 1 0,-1 0 0,1 0 0,0 0 0,0 1 0,0 0 0,1 0 0,0 0 0,0 1 0,1-1 0,-1 1 0,2 1 0,-1-1 0,1 0 0,0 1 0,-2 8 0,1-3 0,1 0 0,1 0 0,0 0 0,0 0 0,2 1 0,-1-1 0,2 0 0,0 1 0,0-1 0,2 0 0,-1 0 0,2 0 0,6 17 0,-3-15-85,0-1 0,1-1-1,1 1 1,0-1 0,1-1-1,0 0 1,1 0 0,0-1-1,1 0 1,0-1 0,1-1-1,0 0 1,0 0 0,1-1-1,21 8 1,13 3-6741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33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24575,'6'-3'0,"5"-4"0,3-3 0,0-4 0,-6 1 0,-4 3-8191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41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1 503 24575,'1'0'0,"0"0"0,0-1 0,0 1 0,-1 0 0,1-1 0,0 1 0,0 0 0,0-1 0,0 1 0,-1-1 0,1 1 0,0-1 0,0 0 0,-1 1 0,1-1 0,-1 0 0,1 1 0,0-1 0,-1 0 0,1-1 0,10-20 0,-7 13 0,-4 9 0,0-1 0,0 1 0,0 0 0,0 0 0,0 0 0,1 0 0,-1 0 0,0-1 0,0 1 0,0 0 0,0 0 0,0 0 0,0 0 0,0 0 0,0 0 0,0 0 0,1 0 0,-1-1 0,0 1 0,0 0 0,0 0 0,0 0 0,0 0 0,1 0 0,-1 0 0,0 0 0,0 0 0,0 0 0,0 0 0,0 0 0,1 0 0,-1 0 0,0 0 0,0 0 0,0 0 0,0 0 0,0 0 0,1 0 0,-1 0 0,0 0 0,0 0 0,5 7 0,1 11 0,0 42 0,-1 1 0,-4-55 0,0-1 0,1 1 0,-1-1 0,1 0 0,0 1 0,1-1 0,-1 0 0,5 5 0,-7-9 0,1 0 0,0 0 0,-1-1 0,1 1 0,0-1 0,-1 1 0,1 0 0,0-1 0,0 1 0,0-1 0,-1 0 0,1 1 0,0-1 0,0 0 0,0 1 0,0-1 0,0 0 0,0 0 0,0 0 0,0 0 0,0 0 0,0 0 0,0 0 0,-1 0 0,1 0 0,0-1 0,0 1 0,0 0 0,0 0 0,0-1 0,0 1 0,0-1 0,-1 1 0,1-1 0,0 1 0,0-1 0,-1 1 0,2-2 0,4-3 0,1-1 0,-1 1 0,7-11 0,-7 10 0,34-43 0,-2-2 0,43-76 0,-36 54 0,-21 36 0,130-192 0,-149 221-273,2 1 0,-1-1 0,1 1 0,10-9 0,-4 8-6553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42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1 276 24575,'0'-3'0,"3"-37"0,-3 39 0,0 1 0,0-1 0,0 0 0,0 1 0,0-1 0,0 0 0,0 1 0,0-1 0,1 0 0,-1 1 0,0-1 0,1 0 0,-1 1 0,0-1 0,1 1 0,-1-1 0,0 1 0,1-1 0,-1 1 0,1-1 0,-1 1 0,1-1 0,-1 1 0,1-1 0,-1 1 0,1 0 0,0-1 0,-1 1 0,1 0 0,0 0 0,-1 0 0,1-1 0,0 1 0,-1 0 0,1 0 0,0 0 0,-1 0 0,1 0 0,0 0 0,-1 0 0,1 0 0,0 0 0,-1 0 0,1 1 0,0-1 0,-1 0 0,1 0 0,-1 1 0,2 0 0,0 0 0,0 1 0,-1-1 0,1 1 0,0 0 0,-1-1 0,1 1 0,-1 0 0,0 0 0,0 0 0,1 0 0,-1 1 0,-1-1 0,2 3 0,8 34 0,-9-33 0,12 88 0,-11-67 0,2-1 0,0 1 0,10 28 0,-14-54 0,0 0 0,0 1 0,1-1 0,-1 0 0,1 0 0,-1 0 0,1 0 0,-1 0 0,1 0 0,0 0 0,-1 0 0,1 0 0,0 0 0,0 0 0,0 0 0,0-1 0,0 1 0,0 0 0,0-1 0,0 1 0,0-1 0,0 1 0,0-1 0,0 1 0,0-1 0,1 0 0,-1 1 0,0-1 0,0 0 0,0 0 0,1 0 0,-1 0 0,0 0 0,0 0 0,0 0 0,1 0 0,-1-1 0,0 1 0,0 0 0,0-1 0,0 1 0,0-1 0,0 1 0,0-1 0,0 0 0,0 1 0,0-1 0,1-1 0,7-4 0,0-1 0,0 0 0,-1-1 0,8-9 0,-12 12 0,54-63 0,-3-4 0,67-113 0,-56 82 0,-33 58-1365,-20 32-5461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3:43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0 103 24575,'0'-25'0,"0"39"0,1 40 0,-1-26 0,2-1 0,2 1 0,0-1 0,1 0 0,11 29 0,-15-53 0,0-1 0,-1 0 0,2 1 0,-1-1 0,0 0 0,0 0 0,1 0 0,-1 0 0,1 0 0,0 0 0,-1 0 0,1 0 0,0-1 0,0 1 0,0-1 0,0 0 0,0 1 0,1-1 0,-1 0 0,0 0 0,1 0 0,-1 0 0,3 0 0,-1-1 0,0 0 0,-1 0 0,1 0 0,0-1 0,-1 0 0,1 1 0,0-1 0,-1 0 0,1-1 0,-1 1 0,1-1 0,-1 1 0,0-1 0,6-4 0,18-16 0,-2 0 0,-1-1 0,-1-2 0,23-30 0,-20 23 0,17-19 243,48-55-1851,-67 81-5218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53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392 136 24575,'-58'0'0,"-105"2"0,136 0 0,0 1 0,0 1 0,-46 14 0,57-11 0,15-2 0,11 1 0,7-2 0,-1-1 0,1 0 0,0-1 0,28 0 0,-11-1 0,834-8-3289,-713 2 2569,271-9-2270,57-2 1540,1342-52-4622,326-11 5943,-1870 71 6588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2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 24575,'0'-3'0,"0"-4"0,3-1 0,1 4 0,0 6 0,-1 5 0,-1 8 0,0 6 0,-2 7 0,1 9 0,-1 9 0,0 7 0,-1 6 0,1-6-8191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2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24575,'0'3'0,"0"4"0,3 4 0,1 2 0,3 3 0,0 4 0,2 5 0,-1 4 0,2 6 0,-2 5 0,2 6 0,-2 3 0,-1 3 0,0 0 0,2 2 0,1-1 0,-3-9-8191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3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1 24575,'-26'381'0,"0"-49"0,18-99 0,-3 149 0,14-270 0,22 158 0,-16-216 0,38 267 0,-24 3 0,19 464 0,-41-783 0,6 114-1365,-5-74-5461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5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107 441 24575,'1'-1'0,"-1"0"0,1-1 0,0 1 0,0 0 0,-1 0 0,1 0 0,0 0 0,0 0 0,0 0 0,0 0 0,0 0 0,0 1 0,2-2 0,-3 2 0,0 0 0,0-1 0,0 1 0,1 0 0,-1 0 0,0-1 0,0 1 0,0 0 0,1 0 0,-1 0 0,0 0 0,0-1 0,1 1 0,-1 0 0,0 0 0,0 0 0,1 0 0,-1 0 0,0 0 0,0 0 0,1 0 0,-1-1 0,0 1 0,0 0 0,1 0 0,-1 0 0,0 0 0,1 1 0,-1-1 0,0 0 0,0 0 0,1 0 0,-1 0 0,0 0 0,0 0 0,1 0 0,-1 0 0,0 1 0,0-1 0,1 0 0,-1 0 0,0 0 0,0 0 0,0 1 0,1-1 0,-1 0 0,0 0 0,0 1 0,0-1 0,0 0 0,0 0 0,1 1 0,-1-1 0,0 0 0,0 0 0,0 1 0,0-1 0,0 0 0,0 0 0,0 1 0,0-1 0,0 0 0,0 1 0,0-1 0,0 0 0,0 0 0,0 1 0,-6 28 0,-1-1 0,-12 35 0,3-13 0,-69 218 0,130-404 0,-7 33 0,64-157 0,-77 204 0,3 2 0,52-78 0,-70 118 0,0 0 0,2 0 0,0 1 0,0 1 0,21-17 0,-28 25 0,0 1 0,1-1 0,-1 1 0,0 0 0,1 1 0,-1-1 0,1 1 0,0 0 0,0 1 0,0-1 0,0 1 0,0 0 0,0 1 0,0 0 0,0-1 0,1 2 0,-1-1 0,0 1 0,6 1 0,-3 2 0,1-1 0,-2 1 0,1 1 0,0 0 0,-1 0 0,0 0 0,0 1 0,0 0 0,-1 1 0,0 0 0,0 0 0,8 12 0,1 4 0,0 0 0,-2 1 0,13 31 0,-1 5 86,-3 1-1,-3 1 0,23 126 1,-28-90-940,2 191 1,-17-245-5973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5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32 24575,'-6'-4'0,"-8"0"0,-4 1 0,-2 0 0,5 3 0,11 3 0,12 0 0,17 0 0,15-1 0,17 0 0,12-1 0,13-4 0,8-4 0,5-3 0,-13-1-8191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6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20 283 24575,'0'-11'0,"0"9"0,1-1 0,-1 0 0,0 1 0,0-1 0,0 0 0,0 0 0,-1 1 0,1-1 0,-1 0 0,0 1 0,0-1 0,0 0 0,0 1 0,-1-4 0,1 6 0,1 0 0,0 0 0,-1 0 0,1 0 0,0 0 0,-1 1 0,1-1 0,0 0 0,-1 0 0,1 0 0,0 0 0,0 1 0,-1-1 0,1 0 0,0 0 0,0 0 0,-1 1 0,1-1 0,0 0 0,0 0 0,0 1 0,0-1 0,-1 0 0,1 0 0,0 1 0,0-1 0,0 0 0,0 1 0,0-1 0,0 0 0,0 1 0,0-1 0,0 0 0,0 1 0,0-1 0,0 0 0,0 0 0,0 1 0,0-1 0,0 1 0,-2 16 0,-2 80 0,14 135 0,0-32 0,-10-115 0,-1-222 0,7-171 0,-2 267 0,1 1 0,2 0 0,1 0 0,3 0 0,23-58 0,-30 89 0,1-1 0,0 1 0,0 0 0,1 1 0,0-1 0,1 1 0,-1 1 0,2-1 0,-1 1 0,1 0 0,13-9 0,-17 14 0,1-1 0,0 1 0,0 0 0,0 0 0,0 0 0,0 1 0,0-1 0,0 1 0,0 0 0,1 1 0,-1 0 0,0-1 0,1 2 0,-1-1 0,0 1 0,0-1 0,1 1 0,-1 1 0,0-1 0,0 1 0,0 0 0,0 0 0,8 5 0,-7-3 0,0-1 0,-1 1 0,1 0 0,-1 1 0,0-1 0,0 1 0,0 0 0,-1 0 0,0 1 0,0-1 0,0 1 0,-1 0 0,1 0 0,-1 0 0,-1 0 0,1 1 0,-1-1 0,1 8 0,-2-6 0,0-1 0,0 1 0,-1-1 0,-1 1 0,1-1 0,-1 1 0,0-1 0,-1 1 0,0-1 0,0 0 0,0 0 0,-1 1 0,0-2 0,0 1 0,-1 0 0,-5 7 0,-9 9-227,-1-1-1,-1-1 1,-1-1-1,-1-1 1,-31 21-1,17-13-6598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6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44 24575,'3'-3'0,"1"-4"0,0-3 0,-4-1 0,-5 2 0,-1 6 0,0 5 0,1 10 0,2 10 0,1 12 0,3 10 0,6 11 0,0 7 0,3 8 0,3 10 0,-2 6 0,-2-11-8191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3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6 24575,'-2'-5'0,"-3"10"0,-2 15 0,2 46 0,3 78 0,1-26 0,1 972-767,22 495 758,-22-1457 9,-41 468 776,24-410-776,8 2 0,19 253 0,1-311 0,-7 1 0,-17 196 0,-108 286 0,97-512 0,11-43 0,3 1 0,2 0 0,2 1 0,3 0 0,3 0 0,13 106 0,13 18 0,2 195 0,-28 194 0,2 85 0,30 0 0,-23-546 0,40 523 0,-44 2 0,-12-490 0,-13 416 0,22-386 0,28 207 0,35 19 0,21 182 0,-66-353 0,34 333 0,5-89 0,10 81 0,-55-360-1365,-12-151-5461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4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830 192 24575,'37'-27'0,"-3"3"0,-30 19 0,1 1 0,-1 0 0,0-1 0,0 0 0,-1 0 0,1 0 0,-1-1 0,-1 1 0,1-1 0,3-10 0,-5 14 0,-1 0 0,0-1 0,0 1 0,1 0 0,-1 0 0,0 0 0,-1 0 0,1 0 0,0-1 0,-1 1 0,1 0 0,-1 0 0,1 0 0,-1 0 0,0 0 0,0 0 0,0 0 0,0 1 0,-1-1 0,1 0 0,0 0 0,-1 1 0,1-1 0,-1 1 0,1-1 0,-1 1 0,0 0 0,0 0 0,1 0 0,-1-1 0,0 2 0,0-1 0,0 0 0,-4-1 0,-5-1 0,-1 0 0,1 0 0,-1 2 0,1-1 0,-1 1 0,0 1 0,1 0 0,-1 1 0,0 0 0,-18 4 0,-2 2 0,1 2 0,-48 20 0,35-9 0,1 1 0,0 3 0,2 1 0,1 2 0,2 2 0,0 1 0,2 2 0,-50 57 0,63-62 0,0 1 0,2 1 0,2 1 0,0 1 0,2 1 0,2 0 0,1 1 0,1 1 0,2 0 0,1 1 0,2 0 0,-5 40 0,12-58 0,0 0 0,1 0 0,0-1 0,1 1 0,1 0 0,1-1 0,1 0 0,0 1 0,1-1 0,0-1 0,2 1 0,0-1 0,0 0 0,1 0 0,1-1 0,1 0 0,0-1 0,0 0 0,2-1 0,-1 0 0,2 0 0,-1-1 0,2-1 0,-1 0 0,1-1 0,18 8 0,-7-6-227,0-1-1,0-1 1,1-2-1,0 0 1,44 4-1,26-2-6598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4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642 226 24575,'-1'-3'0,"1"1"0,-1-1 0,0 1 0,0-1 0,0 1 0,0 0 0,0-1 0,0 1 0,-1 0 0,1 0 0,-1 0 0,1 0 0,-1 0 0,0 0 0,0 0 0,0 0 0,0 1 0,0-1 0,-5-2 0,-6-3 0,0-1 0,-16-5 0,23 11 0,-11-6 0,-1 2 0,0 0 0,0 1 0,0 0 0,0 2 0,0 0 0,-1 1 0,-27 1 0,32 2 0,0 0 0,0 1 0,0 1 0,0 0 0,0 1 0,1 1 0,0 0 0,0 1 0,0 0 0,1 1 0,-21 15 0,16-9 0,0 1 0,1 1 0,1 1 0,0 0 0,1 1 0,1 0 0,-18 32 0,25-39 0,1 0 0,0 0 0,1 1 0,0-1 0,1 1 0,0 0 0,0 0 0,1 0 0,1 0 0,0 0 0,0 1 0,1-1 0,0 0 0,1 0 0,1 1 0,3 16 0,-3-23 0,0 1 0,1-1 0,-1 1 0,1-1 0,0 0 0,0 1 0,1-2 0,0 1 0,0 0 0,0-1 0,0 0 0,0 1 0,1-2 0,7 6 0,-5-5 0,1 0 0,0 0 0,1-1 0,-1 0 0,0 0 0,1-1 0,0 0 0,17 1 0,-5-2 0,0-1 0,0-1 0,-1-1 0,1-1 0,0-1 0,-1-1 0,31-11 0,-32 9 0,0-1 0,-1 0 0,-1-2 0,1 0 0,-1-1 0,29-24 0,-38 27 0,0 0 0,0 0 0,-1-1 0,0 0 0,-1-1 0,0 1 0,0-1 0,-1 0 0,0-1 0,-1 1 0,0-1 0,-1 0 0,4-17 0,-5 15 0,-1 1 0,0 0 0,-1 0 0,-1-22 0,1 45 0,0-1 0,3 21 0,3-9 0,0-1 0,1 1 0,2-1 0,0-1 0,1 1 0,0-2 0,23 31 0,-27-42 0,0-1 0,1 0 0,0 0 0,1 0 0,-1-1 0,1 0 0,0 0 0,1-1 0,-1 0 0,1 0 0,0-1 0,0-1 0,1 1 0,-1-1 0,1-1 0,-1 0 0,1 0 0,0-1 0,18 0 0,-17-1 0,1-1 0,0 0 0,0-1 0,-1 0 0,1-1 0,-1 0 0,1-1 0,-1 0 0,14-8 0,-17 7 0,-1 1 0,0-1 0,0 0 0,-1-1 0,0 0 0,0 0 0,0 0 0,-1-1 0,1 1 0,-2-1 0,1 0 0,-1-1 0,7-15 0,-6 7 0,0 0 0,-1 0 0,0-1 0,-2 0 0,1-17 0,-1-2 0,-6-47 0,3 74 0,1 13 0,1 18 0,77 329 0,-59-279 0,32 110 0,27 116 0,-77-291 0,2 3 0,-1 1 0,0 0 0,-1 0 0,1 12 0,-2-22 0,0 0 0,0-1 0,0 1 0,0 0 0,-1 0 0,1-1 0,0 1 0,0 0 0,0 0 0,-1-1 0,1 1 0,0 0 0,-1-1 0,1 1 0,0 0 0,-1-1 0,1 1 0,-1 0 0,0-1 0,1 0 0,0 1 0,-1-1 0,1 0 0,-1 0 0,1 0 0,0 0 0,-1 0 0,1 0 0,-1 0 0,1 0 0,0 0 0,-1 0 0,1 0 0,-1 0 0,1 0 0,0 0 0,-1-1 0,1 1 0,0 0 0,-1 0 0,1 0 0,-1-1 0,-2-1 0,0 0 0,1 0 0,-1-1 0,1 1 0,0-1 0,-4-4 0,-9-18 0,0 0 0,2-1 0,1-1 0,-11-33 0,-26-116 0,32 98 0,2-1 0,-3-87 0,15 126 0,3 0 0,2 0 0,1 0 0,2 0 0,1 1 0,14-45 0,-14 67 0,0-1 0,1 1 0,1 0 0,0 1 0,1 0 0,1 0 0,1 1 0,0 0 0,1 1 0,14-14 0,-17 21 0,-1 0 0,1 0 0,0 1 0,0 0 0,1 0 0,0 1 0,0 1 0,0 0 0,1 0 0,-1 1 0,1 0 0,0 1 0,0 0 0,0 1 0,0 0 0,0 0 0,21 3 0,-18 0 0,0 1 0,-1 0 0,1 0 0,-1 1 0,0 1 0,0 1 0,0 0 0,-1 0 0,0 1 0,0 1 0,-1 0 0,0 0 0,17 18 0,-22-20 0,0 0 0,-1 0 0,0 1 0,0 0 0,-1 0 0,0 0 0,0 1 0,-1-1 0,0 1 0,0 0 0,-1 0 0,1 0 0,-2 0 0,1 0 0,-1 0 0,-1 0 0,0 1 0,0-1 0,0 0 0,-1 1 0,0-1 0,-1 0 0,0 0 0,-3 9 0,-2-1 25,0 0-1,-2 0 0,1-1 1,-2-1-1,0 1 1,-1-1-1,-1-1 0,0 0 1,0-1-1,-1 0 0,-1-1 1,0 0-1,-21 11 1,3-4-310,0-1 1,-1-2-1,0-1 1,-1-1-1,-52 11 1,23-11-6542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6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578 556 24575,'2'-4'0,"0"1"0,0-1 0,0 0 0,0 0 0,-1 0 0,0-1 0,1 1 0,-1 0 0,-1 0 0,1-1 0,0-8 0,1-3 0,6-40 0,2-60 0,-10 96 0,0-1 0,-1 1 0,-2-1 0,0 1 0,0 0 0,-10-28 0,11 43 0,-1-1 0,1 0 0,-1 1 0,0-1 0,0 1 0,0 0 0,-1 0 0,0 1 0,0-1 0,0 1 0,-1-1 0,1 1 0,-1 1 0,0-1 0,0 1 0,0-1 0,-1 2 0,-7-4 0,5 3 0,0 1 0,0 0 0,0 1 0,0 0 0,-1 0 0,1 1 0,0 0 0,0 0 0,-1 1 0,1 0 0,0 1 0,0-1 0,-9 4 0,-5 3 0,0 1 0,1 1 0,0 0 0,1 2 0,0 0 0,1 1 0,-21 18 0,19-11 0,0 0 0,1 0 0,1 2 0,1 1 0,-21 34 0,29-41 0,2 0 0,0 0 0,1 1 0,0 0 0,2 0 0,0 1 0,1 0 0,1 0 0,-2 22 0,4-32 0,1-1 0,1 1 0,-1 0 0,1-1 0,0 1 0,1-1 0,-1 1 0,2-1 0,-1 1 0,1-1 0,0 0 0,0 0 0,1-1 0,0 1 0,1-1 0,-1 1 0,1-1 0,0-1 0,0 1 0,1-1 0,0 0 0,0 0 0,0 0 0,7 3 0,0-2 0,0 0 0,0 0 0,1-1 0,0-1 0,0 0 0,0-1 0,0-1 0,1 0 0,-1-1 0,0 0 0,20-3 0,-21 1 0,1 0 0,-1-1 0,0-1 0,0 0 0,0-1 0,-1 0 0,1-1 0,-1 0 0,0-1 0,0-1 0,-1 1 0,15-13 0,-16 10 0,-1-2 0,0 1 0,-1-1 0,0 0 0,0-1 0,-1 0 0,-1 0 0,0 0 0,-1-1 0,8-25 0,-3-4 0,-1 0 0,4-48 0,-3-13 0,-5 90 0,-2 23 0,0 24 0,-1 31 0,-3-28 0,2 0 0,2 1 0,14 66 0,-14-95 0,-1 1 0,1-1 0,1 0 0,0 0 0,0 0 0,1 0 0,0-1 0,1 0 0,-1 0 0,2 0 0,-1-1 0,1 0 0,0 0 0,0 0 0,1-1 0,0 0 0,0-1 0,1 0 0,13 6 0,-11-6 0,0-1 0,0-1 0,0 0 0,1 0 0,-1-1 0,1-1 0,-1 0 0,1 0 0,0-1 0,-1-1 0,1 0 0,19-5 0,-22 4 0,0 0 0,-1-1 0,0-1 0,1 1 0,-1-2 0,-1 1 0,1-1 0,-1 0 0,1 0 0,-1-1 0,-1 0 0,1 0 0,-1-1 0,0 0 0,-1 0 0,0 0 0,5-9 0,-3 1 0,0 0 0,-1 0 0,-1-1 0,-1 0 0,0 1 0,-1-2 0,2-30 0,-3-1 0,-7-64 0,16 278 0,11 97 0,6 49 0,-26-297 0,4 30 0,-6-42 0,1 0 0,0 0 0,-1 0 0,2 0 0,-1 0 0,0 0 0,0 0 0,1-1 0,0 1 0,3 4 0,-5-7 0,0 0 0,0 0 0,0 0 0,0 0 0,1 0 0,-1 1 0,0-1 0,0 0 0,0 0 0,0 0 0,1 0 0,-1 0 0,0 0 0,0 0 0,0 0 0,1 0 0,-1 0 0,0 0 0,0 0 0,0 0 0,1 0 0,-1 0 0,0 0 0,0 0 0,0 0 0,1 0 0,-1 0 0,0 0 0,0 0 0,0 0 0,1 0 0,-1 0 0,0 0 0,0-1 0,0 1 0,0 0 0,1 0 0,-1 0 0,0 0 0,0 0 0,0-1 0,0 1 0,0 0 0,0 0 0,1 0 0,-1 0 0,0-1 0,0 1 0,0 0 0,0 0 0,0 0 0,0-1 0,0 1 0,3-14 0,-2-10 0,-2-1 0,-1 0 0,0 1 0,-13-47 0,7 30 0,-27-128 0,-44-293 0,76 427 0,2-48 0,2 70 0,0 1 0,0-1 0,1 1 0,1 0 0,0 0 0,1 0 0,6-14 0,-8 23 0,-1 1 0,0-1 0,0 1 0,1 0 0,0-1 0,-1 1 0,1 0 0,0 0 0,0 0 0,0 0 0,0 0 0,1 0 0,-1 1 0,0-1 0,1 1 0,-1-1 0,1 1 0,-1 0 0,1 0 0,0 0 0,0 0 0,-1 1 0,1-1 0,0 1 0,0 0 0,0 0 0,-1 0 0,1 0 0,0 0 0,0 0 0,0 1 0,-1-1 0,1 1 0,5 2 0,1 1 0,0 0 0,0 1 0,0 0 0,0 0 0,-1 1 0,0 0 0,0 0 0,11 13 0,-10-9 0,1 2 0,-2-1 0,0 1 0,0 0 0,-1 1 0,-1 0 0,0 0 0,-1 0 0,0 1 0,-1-1 0,0 1 0,-2 0 0,1 1 0,-2-1 0,0 0 0,0 1 0,-1-1 0,-1 0 0,-1 1 0,0-1 0,-1 0 0,0 0 0,-1 0 0,0-1 0,-2 1 0,1-1 0,-2 0 0,1-1 0,-2 1 0,0-1 0,0-1 0,-1 1 0,0-2 0,-1 1 0,-1-1 0,1-1 0,-23 16 0,25-20-273,-1 0 0,-1-1 0,1 1 0,-18 4 0,3-4-6553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7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1 466 24575,'5'-3'0,"1"1"0,1-1 0,-1 2 0,0-1 0,0 1 0,1 0 0,-1 0 0,13 0 0,-16 1 0,-1 0 0,0 0 0,0 0 0,1 0 0,-1 1 0,0-1 0,0 1 0,0-1 0,0 1 0,1 0 0,-1 0 0,0 0 0,0 0 0,0 0 0,-1 0 0,1 0 0,0 1 0,0-1 0,-1 1 0,1-1 0,-1 1 0,1 0 0,-1 0 0,0 0 0,1 0 0,-1 0 0,0 0 0,1 2 0,0 12 0,1 0 0,-2 0 0,0 0 0,-1 0 0,-3 23 0,1 2 0,3 0 0,1 0 0,2 0 0,14 61 0,44 116 0,-59-202 0,-3-15 0,0-1 0,1 0 0,-1 0 0,0 0 0,0 0 0,0 0 0,0 0 0,-1 0 0,1 0 0,0 1 0,0-1 0,0 0 0,0 0 0,0 0 0,0 0 0,0 0 0,0 0 0,0 0 0,0 0 0,0 0 0,0 0 0,0 0 0,0 1 0,0-1 0,0 0 0,0 0 0,0 0 0,-1 0 0,1 0 0,0 0 0,0 0 0,0 0 0,0 0 0,0 0 0,0 0 0,0 0 0,0 0 0,0 0 0,-1 0 0,1 0 0,0 0 0,0 0 0,0 0 0,0 0 0,0 0 0,0 0 0,0 0 0,0 0 0,0 0 0,-1 0 0,1 0 0,0 0 0,0 0 0,0 0 0,0 0 0,0 0 0,0 0 0,0 0 0,0 0 0,0-1 0,-18-22 0,-2-14 0,1-2 0,3 0 0,1-1 0,2-1 0,-9-43 0,11 26 0,2-2 0,3 1 0,2-62 0,5 69 0,2 0 0,14-69 0,-13 97 0,2 1 0,1 0 0,0 1 0,2-1 0,1 1 0,0 1 0,19-27 0,-25 41 0,1 1 0,0 0 0,0 1 0,0-1 0,1 1 0,0 0 0,0 0 0,0 1 0,0 0 0,1 0 0,10-4 0,-12 6 0,0 0 0,0 1 0,0 0 0,0 0 0,0 0 0,0 1 0,0 0 0,0 0 0,0 0 0,0 1 0,1-1 0,-1 1 0,-1 0 0,1 1 0,0-1 0,0 1 0,0 0 0,4 3 0,3 2 0,-2 0 0,1 1 0,-1 0 0,0 1 0,-1 0 0,0 0 0,0 1 0,-1 0 0,-1 1 0,1 0 0,6 14 0,-5-7 0,-1 0 0,0 1 0,-1 0 0,-1 0 0,-1 1 0,4 32 0,-7-37 0,-2 0 0,0 1 0,0-1 0,-2 1 0,0-1 0,0 0 0,-2 0 0,1 0 0,-2 0 0,0-1 0,-1 1 0,-15 25 0,11-24 0,-2 0 0,1 0 0,-2-1 0,0-1 0,-1 0 0,-1 0 0,0-2 0,0 0 0,-31 17 0,-23 7-1365,5-10-5461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8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357 485 24575,'-7'-17'0,"0"-1"0,2 1 0,0-1 0,1 0 0,1-1 0,0 1 0,2-1 0,1-30 0,0 49 0,-1 0 0,1 0 0,0 0 0,0 0 0,0-1 0,0 1 0,0 0 0,0 0 0,0 0 0,0 0 0,0 0 0,0 0 0,0 0 0,0 0 0,0-1 0,0 1 0,0 0 0,0 0 0,0 0 0,0 0 0,0 0 0,0 0 0,0 0 0,0 0 0,0-1 0,0 1 0,0 0 0,0 0 0,0 0 0,0 0 0,0 0 0,0 0 0,0 0 0,0 0 0,0-1 0,0 1 0,0 0 0,0 0 0,0 0 0,1 0 0,-1 0 0,0 0 0,0 0 0,0 0 0,0 0 0,0 0 0,0 0 0,0 0 0,0 0 0,1 0 0,-1 0 0,0 0 0,0 0 0,0 0 0,0 0 0,0 0 0,0 0 0,0 0 0,0 0 0,1 0 0,-1 0 0,0 0 0,0 0 0,0 0 0,0 0 0,0 0 0,0 0 0,6 10 0,3 20 0,74 623-790,-67-395 751,-12 0-1,-10 0 1,-45 286-1,24-385 42,9-62-33,4 1 0,-1 104 1,15-183 49,1 1 0,1-1 0,0 0 0,2-1 1,0 1-1,10 27 0,-10-36 36,0-1 0,0 0 0,1-1 0,1 1 0,-1-1 0,1 0 0,1 0 0,-1-1 0,1 0 0,1 0 0,-1 0 0,1-1 0,0 0 0,11 5 0,5 1-38,0-2-1,1 0 1,0-1 0,1-2-1,43 8 1,140 7-211,-201-21 173,537 14-2262,5-27-472,-494 11 2410,1019-39-3087,822-15 2613,-1327 54 1012,-194 2 3816,-356 0-3680,-7-1 468,1 0 1,26-4 0,-39 4-769,0 0 0,0 0 0,0 0 1,-1 0-1,1 0 0,0-1 0,0 1 1,0 0-1,-1-1 0,1 1 0,0 0 1,-1-1-1,1 1 0,0-1 0,-1 1 1,1-1-1,0 1 0,-1-1 0,1 0 1,-1 1-1,1-1 0,-1 0 0,1 1 0,-1-1 1,0 0-1,1 0 0,-1 1 0,0-1 1,0 0-1,1 0 0,-1 0 0,0 1 1,0-1-1,0 0 0,0 0 0,0 0 1,0 1-1,0-1 0,0 0 0,-1 0 1,1 0-1,0 0 0,0 1 0,-1-1 1,1 0-1,0 0 0,-1 1 0,0-2 1,-3-6 290,-1 0 1,0 0 0,-12-12 0,6 5-133,-26-43-226,3-2-1,2-1 1,4-1-1,2-2 1,-22-80-1,18 25-104,4-1 0,-10-130-1,25 111 109,6-1-1,6 0 0,24-172 0,-2 155 40,6 3-1,82-248 1,-11 149-4,-24 66 0,-73 180 57,-1-1 0,1 1-1,-1-1 1,0 1-1,-1-1 1,1-14 0,-2 19-42,0 1 0,-1 0 1,1-1-1,-1 1 0,1 0 0,-1-1 1,0 1-1,0 0 0,0 0 0,0 0 1,-1 0-1,1 0 0,0 0 0,-1 0 1,1 0-1,-1 0 0,0 1 0,0-1 1,0 1-1,0-1 0,0 1 0,0 0 1,0-1-1,0 1 0,-5-1 0,-14-7-15,-1 2 0,0 1 0,-34-6 0,-73-3 0,82 10 0,-629-35-2209,-4 37-820,-571 35-1857,-621 105 3970,936 2 1215,915-134-387,-107 26 1279,105-24-786,0 1 0,1 1 0,-27 15 0,19-3-578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0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311 386 24575,'15'-8'0,"0"0"0,-1-1 0,0 0 0,0-1 0,-1-1 0,22-23 0,-29 27 0,0-1 0,0 0 0,-1 0 0,0-1 0,-1 1 0,0-1 0,0 0 0,-1 0 0,0-1 0,-1 1 0,0-1 0,0 1 0,0-15 0,-2 16 0,1-1 0,-2 0 0,1 0 0,-1 1 0,0-1 0,-1 0 0,0 1 0,-1-1 0,1 1 0,-6-10 0,6 14 0,0 0 0,-1 1 0,1-1 0,-1 0 0,0 1 0,0 0 0,0 0 0,-1 0 0,1 0 0,-1 0 0,1 1 0,-1 0 0,0-1 0,0 1 0,0 1 0,0-1 0,-1 0 0,1 1 0,0 0 0,-1 0 0,-7 0 0,3 1 0,-1 0 0,1 0 0,0 1 0,-1 1 0,1 0 0,0 0 0,0 0 0,0 1 0,1 1 0,-1-1 0,1 2 0,0-1 0,-14 10 0,4 0 0,-1 0 0,2 2 0,0 0 0,-19 24 0,19-20 0,2 1 0,0 1 0,2 0 0,0 1 0,1 0 0,2 1 0,0 0 0,2 0 0,-10 46 0,16-58 0,1 0 0,0 0 0,0 0 0,2 0 0,-1 0 0,2 0 0,-1-1 0,2 1 0,-1 0 0,6 12 0,-4-15 0,0 0 0,1 0 0,0-1 0,1 1 0,-1-2 0,2 1 0,-1 0 0,1-1 0,0 0 0,0-1 0,1 0 0,0 0 0,15 9 0,-3-6 0,0 0 0,0 0 0,1-2 0,0-1 0,0-1 0,1 0 0,0-2 0,0 0 0,0-1 0,0-2 0,27-2 0,-7-2 0,-1-1 0,1-3 0,-1-1 0,77-29 0,-86 25 0,0-1 0,-1-2 0,-1-1 0,0-2 0,-2 0 0,0-2 0,26-26 0,-41 35 0,0 0 0,-1-2 0,-1 0 0,0 0 0,-1 0 0,-1-2 0,0 1 0,-1-1 0,-1 0 0,0-1 0,-1 0 0,-1 0 0,0 0 0,-2 0 0,3-27 0,-6 39 0,1 0 0,-1 0 0,-1 0 0,1 0 0,-1 1 0,0-1 0,0 0 0,0 0 0,-1 1 0,1-1 0,-1 1 0,0-1 0,-1 1 0,1 0 0,-6-7 0,6 9 0,-1-1 0,0 1 0,0-1 0,0 1 0,0 0 0,-1 0 0,1 1 0,0-1 0,-1 1 0,1-1 0,-1 1 0,0 0 0,1 0 0,-1 1 0,0-1 0,1 1 0,-1 0 0,0 0 0,0 0 0,-6 1 0,1 1 0,-1 0 0,1 1 0,0 0 0,1 1 0,-1-1 0,0 1 0,1 1 0,0 0 0,0 0 0,0 1 0,-9 9 0,4-4 0,1 2 0,0 0 0,0 0 0,2 1 0,-12 20 0,17-26 0,1 0 0,0 0 0,1 0 0,0 0 0,0 1 0,1-1 0,0 1 0,1 0 0,-2 13 0,3-20 0,0 1 0,0 0 0,1-1 0,-1 1 0,0 0 0,1-1 0,0 1 0,0-1 0,-1 1 0,1-1 0,1 1 0,-1-1 0,0 0 0,1 0 0,-1 1 0,1-1 0,-1 0 0,1 0 0,0 0 0,0-1 0,0 1 0,0 0 0,0-1 0,1 1 0,-1-1 0,0 0 0,1 0 0,-1 0 0,1 0 0,-1 0 0,1 0 0,-1-1 0,1 1 0,4-1 0,1 1 0,0-1 0,0 0 0,0-1 0,0 0 0,0 0 0,0 0 0,0-1 0,-1 0 0,1-1 0,-1 0 0,0 0 0,14-8 0,-6 1 0,1 0 0,-2-2 0,1 1 0,16-20 0,-30 31 0,-1-1 0,0 1 0,1 0 0,-1-1 0,0 1 0,1 0 0,-1-1 0,1 1 0,-1 0 0,0 0 0,1-1 0,-1 1 0,1 0 0,-1 0 0,1 0 0,-1 0 0,1-1 0,-1 1 0,1 0 0,-1 0 0,1 0 0,-1 0 0,1 0 0,-1 0 0,1 0 0,-1 1 0,1-1 0,-1 0 0,1 0 0,-1 0 0,1 0 0,-1 1 0,1-1 0,-1 0 0,0 0 0,1 1 0,-1-1 0,1 0 0,-1 1 0,0-1 0,1 0 0,-1 1 0,0-1 0,0 1 0,1-1 0,-1 0 0,0 1 0,1 0 0,12 30 0,-9-20 0,-1-3 0,1 0 0,0-1 0,0 1 0,1-1 0,0 0 0,0-1 0,1 1 0,-1-1 0,2 0 0,-1 0 0,0 0 0,1-1 0,0 0 0,1-1 0,-1 0 0,1 0 0,-1 0 0,1-1 0,0 0 0,1 0 0,-1-1 0,0-1 0,1 1 0,-1-1 0,1 0 0,-1-1 0,1 0 0,-1 0 0,1-1 0,-1 0 0,1-1 0,-1 0 0,1 0 0,-1-1 0,0 0 0,0 0 0,-1-1 0,9-4 0,-8 3 0,-1-1 0,1 1 0,-1-1 0,0-1 0,0 0 0,0 1 0,-1-2 0,-1 1 0,1-1 0,-1 0 0,0 0 0,-1-1 0,0 1 0,5-15 0,-4 7 0,0 0 0,-2-1 0,0 1 0,-1-1 0,0 1 0,-2-1 0,-1-23 0,1 53 0,-1-1 0,-4 19 0,-2 20 0,-1 356 0,9-335 0,-1-49 0,-3-17 0,-1-13 0,-3-15 0,-12-64 0,4-1 0,4-1 0,-1-116 0,12 184 0,1 0 0,1 0 0,0 0 0,1 1 0,9-29 0,-10 42 0,0 0 0,1 0 0,-1 0 0,1 1 0,0-1 0,1 1 0,-1-1 0,1 1 0,0 0 0,1 1 0,-1-1 0,1 1 0,0 0 0,0 0 0,0 0 0,1 1 0,-1-1 0,1 2 0,-1-1 0,1 0 0,7-1 0,0 1 0,0 1 0,0 0 0,0 1 0,1 0 0,-1 1 0,0 0 0,1 1 0,-1 1 0,16 4 0,-8-1 0,-1 1 0,0 1 0,0 1 0,-1 0 0,20 13 0,-33-18 0,-1 0 0,-1 1 0,1-1 0,0 1 0,-1 0 0,0 0 0,7 8 0,-10-11 0,0 1 0,0-1 0,-1 0 0,1 1 0,-1-1 0,1 1 0,-1-1 0,1 1 0,-1-1 0,0 1 0,0-1 0,1 1 0,-1-1 0,0 1 0,-1-1 0,1 1 0,0 0 0,0-1 0,-1 1 0,1-1 0,-1 1 0,1-1 0,-1 0 0,1 1 0,-1-1 0,0 0 0,0 1 0,0-1 0,0 0 0,0 0 0,0 0 0,0 1 0,-2 0 0,-5 5 34,-2 1 0,1-2 0,-1 1 0,0-1 0,0-1 0,-1 0 0,0 0 0,0-1 0,-14 3-1,-106 19-1381,120-24 992,-50 7-6470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1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380 299 24575,'16'-30'0,"-1"-1"0,-1 0 0,-2-1 0,15-63 0,-26 92 0,-1 0 0,1-1 0,-1 1 0,0 0 0,0-1 0,0 1 0,0 0 0,0-1 0,-1 1 0,0 0 0,1-1 0,-1 1 0,-1 0 0,1 0 0,-2-4 0,1 5 0,0 0 0,1 0 0,-1 1 0,-1-1 0,1 0 0,0 1 0,0-1 0,-1 1 0,1-1 0,0 1 0,-1 0 0,0 0 0,1 0 0,-1 1 0,1-1 0,-1 1 0,0-1 0,0 1 0,-2 0 0,-11-1 0,-1 1 0,1 1 0,-1 1 0,1 0 0,0 1 0,-21 6 0,15-2 0,-1 2 0,1 0 0,-36 20 0,53-26 0,0 0 0,1 0 0,-1 1 0,0 0 0,1 0 0,0 0 0,0 0 0,0 1 0,1-1 0,-1 1 0,-2 6 0,4-8 0,1 0 0,0 0 0,0 0 0,0 0 0,1 0 0,-1 1 0,1-1 0,-1 0 0,1 0 0,0 1 0,1-1 0,-1 0 0,0 0 0,1 1 0,0-1 0,0 0 0,0 0 0,0 0 0,0 0 0,0 0 0,3 4 0,4 4 0,0 0 0,0 0 0,1 0 0,0-1 0,1-1 0,1 0 0,15 12 0,87 49 0,-104-64 0,47 24 0,-22-12 0,0 1 0,35 28 0,-66-44 0,1-1 0,-1 1 0,1 0 0,-1 1 0,0-1 0,-1 1 0,1-1 0,0 1 0,-1 0 0,0 0 0,0 0 0,0 0 0,-1 0 0,1 0 0,-1 1 0,1 4 0,-2-5 0,0 0 0,0 0 0,0-1 0,-1 1 0,1 0 0,-1 0 0,0 0 0,0-1 0,-1 1 0,1-1 0,-1 1 0,0-1 0,1 1 0,-2-1 0,1 0 0,0 0 0,-1 0 0,1 0 0,-4 2 0,-7 7 0,-1-1 0,0 0 0,0-2 0,-1 1 0,0-2 0,-1 0 0,-20 7 0,8-5 0,0-1 0,-1-1 0,-43 5 0,59-11-105,-1 0 0,1-2 0,-1 1 0,1-2 0,0 0 0,-1 0 0,1-2 0,0 1 0,0-2 0,0 0 0,0 0 0,-19-10 0,3-4-6721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1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62 24575,'-1'-5'0,"0"0"0,0 1 0,0-1 0,-1 0 0,-3-7 0,2 5 0,12 52 0,-2-28 0,-1 0 0,2 0 0,0-1 0,1 0 0,1-1 0,0 0 0,1 0 0,1-1 0,0-1 0,17 15 0,-26-26 0,-1 0 0,1 0 0,0 0 0,0-1 0,-1 1 0,1-1 0,0 1 0,0-1 0,1 0 0,-1-1 0,0 1 0,0 0 0,0-1 0,1 0 0,-1 0 0,0 0 0,0 0 0,4-1 0,-2 0 0,-1 0 0,0-1 0,0 1 0,0-1 0,-1 0 0,1 0 0,0-1 0,-1 1 0,1-1 0,-1 0 0,0 0 0,3-3 0,4-6 0,-1-1 0,0 0 0,-1 0 0,-1 0 0,0-1 0,8-22 0,-10 16 0,0 0 0,-1-1 0,3-37 0,-9 111 171,8 106 0,-2-127-513,1-1 1,1 0 0,2-1-1,19 51 1,-15-56-6485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1.8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0 288 24575,'0'-285'0,"1"283"0,0 5 0,4 15 0,4 28 0,9 82 0,0 173 0,-17-290 0,-1-18 0,3-15 0,2-3 0,1 0 0,1 0 0,1 0 0,1 1 0,2 1 0,0-1 0,1 2 0,25-34 0,-34 52 0,-1 1 0,1 0 0,0 0 0,1 0 0,-1 0 0,0 1 0,1 0 0,0-1 0,-1 1 0,1 0 0,0 1 0,7-3 0,-9 3 0,1 1 0,-1 0 0,1-1 0,-1 1 0,0 0 0,1 0 0,-1 1 0,0-1 0,1 0 0,-1 1 0,0 0 0,0-1 0,1 1 0,-1 0 0,0 0 0,0 0 0,0 1 0,0-1 0,0 0 0,0 1 0,0-1 0,-1 1 0,1 0 0,2 2 0,4 7 57,0 1 0,0-1 0,-1 1 0,-1 1 0,9 21 0,16 69-1764,-23-73-5119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2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 24575,'3'-3'0,"1"-4"0,3-4 0,0-3 0,-1 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2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86 24575,'-2'0'0,"0"0"0,0 0 0,0 0 0,0 0 0,0 1 0,1-1 0,-1 1 0,0-1 0,0 1 0,0 0 0,1 0 0,-1 0 0,0 0 0,1 0 0,-1 0 0,1 0 0,-1 0 0,0 2 0,1-3 0,1 1 0,0-1 0,-1 1 0,1-1 0,0 1 0,0-1 0,-1 1 0,1-1 0,0 1 0,0-1 0,0 1 0,0-1 0,0 1 0,0 0 0,0-1 0,0 1 0,0-1 0,0 1 0,0-1 0,0 1 0,0-1 0,1 1 0,-1 0 0,1 0 0,0 0 0,-1 1 0,1-1 0,0 0 0,0 0 0,0-1 0,0 1 0,0 0 0,1 0 0,-1 0 0,0-1 0,0 1 0,3 0 0,4 2 0,0 0 0,0-1 0,0 0 0,1 0 0,-1-1 0,1 0 0,10-1 0,-15 0 0,0 0 0,0 0 0,0 0 0,1-1 0,-1 0 0,0 0 0,0 0 0,0 0 0,0 0 0,0-1 0,0 0 0,-1 0 0,1 0 0,-1 0 0,1-1 0,4-3 0,-7 5 0,0 0 0,-1 0 0,1 0 0,0 0 0,0 0 0,-1 0 0,1-1 0,0 1 0,-1 0 0,1 0 0,-1-1 0,0 1 0,1 0 0,-1-1 0,0 1 0,0 0 0,0-1 0,0 1 0,0 0 0,0-1 0,0 1 0,0 0 0,-1-1 0,0-1 0,0 0 0,-1 0 0,1 1 0,-1-1 0,0 1 0,0-1 0,0 1 0,0 0 0,0 0 0,-1 0 0,-3-3 0,-5-2 0,-1 1 0,1 0 0,-1 0 0,-14-4 0,14 6 0,1 1 0,-1 0 0,1 0 0,-1 1 0,0 1 0,0 0 0,0 1 0,-14 1 0,21-1 0,1 1 0,-1 0 0,0 0 0,0 0 0,1 1 0,-1 0 0,1 0 0,0 0 0,0 0 0,-1 1 0,1-1 0,1 1 0,-1 0 0,0 0 0,1 1 0,-1-1 0,1 1 0,0 0 0,0 0 0,1 0 0,-1 0 0,-3 9 0,2-2 0,0 0 0,1 0 0,1 0 0,0 1 0,0-1 0,1 1 0,0 0 0,1 0 0,1-1 0,0 1 0,0-1 0,1 1 0,1-1 0,0 1 0,5 13 0,-3-12 0,0-1 0,1 0 0,0 0 0,1 0 0,0-1 0,1 0 0,0 0 0,1-1 0,0 0 0,1-1 0,0 0 0,0 0 0,13 8 0,-12-11-195,1-1 0,-1 0 0,1 0 0,0-1 0,0 0 0,21 3 0,16-2-6631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2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94 108 24575,'0'-5'0,"-6"-9"0,-4-4 0,-5-3 0,-1 0 0,-2 4 0,2 7 0,7 8 0,5 11 0,7 10 0,5 4 0,4 4 0,3 4 0,3 2 0,0-1 0,0-4 0,4-3 0,-3-6-8191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2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241 108 24575,'-3'-6'0,"-4"-8"0,0-5 0,-3-1 0,1-1 0,-1 3 0,-2 8 0,-2 12 0,-1 10 0,-1 13 0,-2 14 0,-2 10 0,-2 7 0,1 6 0,0 3 0,1-3 0,4-10-8191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3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89 24575,'-1'-20'0,"1"14"0,-1 0 0,1 0 0,0 1 0,1-1 0,-1 0 0,1 0 0,0 1 0,0-1 0,4-8 0,-5 14 0,0-1 0,0 1 0,1 0 0,-1 0 0,0 0 0,0 0 0,0 0 0,1-1 0,-1 1 0,0 0 0,0 0 0,1 0 0,-1 0 0,0 0 0,0 0 0,1 0 0,-1 0 0,0 0 0,0 0 0,1 0 0,-1 0 0,0 0 0,1 0 0,-1 0 0,0 0 0,0 0 0,1 0 0,-1 1 0,0-1 0,0 0 0,0 0 0,1 0 0,-1 0 0,0 0 0,0 1 0,0-1 0,1 0 0,-1 0 0,0 0 0,0 1 0,0-1 0,0 0 0,1 0 0,-1 0 0,0 1 0,0-1 0,0 0 0,0 0 0,0 1 0,8 13 0,5 18 0,-1 0 0,-2 1 0,12 63 0,4 16 0,-17-80 86,1-1-1,1 0 0,22 41 1,-29-65-172,0 0 1,1 0 0,-1 0-1,1-1 1,0 0 0,1 1-1,0-2 1,0 1 0,0-1-1,0 0 1,1 0 0,0-1-1,0 1 1,0-2 0,0 1-1,1-1 1,-1 0 0,1-1-1,10 3 1,15-2-6741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3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36 24575,'-9'-3'0,"-12"-1"0,-8 0 0,-2 1 0,1 1 0,9 0 0,13 2 0,15-1 0,12 1 0,11 0 0,7-2 0,2-5 0,-4-1-8191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39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785 484 24575,'0'0'0,"0"1"0,0-1 0,0 0 0,0 0 0,0 1 0,0-1 0,0 0 0,0 0 0,0 0 0,0 1 0,0-1 0,0 0 0,0 0 0,0 0 0,0 1 0,0-1 0,0 0 0,0 0 0,0 0 0,0 1 0,0-1 0,0 0 0,0 0 0,1 0 0,-1 1 0,0-1 0,0 0 0,0 0 0,0 0 0,0 0 0,1 1 0,-1-1 0,0 0 0,0 0 0,0 0 0,1 0 0,-1 0 0,0 0 0,0 0 0,8-6 0,4-12 0,0 0 0,21-27 0,-25 36 0,0 0 0,-1 0 0,0-1 0,0-1 0,-1 1 0,-1-1 0,0 0 0,0 0 0,3-13 0,-6 15 0,-1 0 0,0 0 0,-1 0 0,1 0 0,-2 0 0,1 0 0,-1 0 0,-1 0 0,1 0 0,-2 0 0,1 0 0,-1 1 0,0-1 0,-1 1 0,0 0 0,0 0 0,-1 0 0,0 1 0,-1-1 0,1 1 0,-1 0 0,-1 1 0,1-1 0,-11-6 0,5 4 0,-1 0 0,0 1 0,-1 0 0,0 1 0,0 0 0,-1 1 0,0 1 0,0 1 0,0 0 0,0 1 0,-1 0 0,1 1 0,-24 0 0,14 4 0,0 1 0,0 1 0,0 1 0,0 1 0,1 1 0,0 1 0,0 1 0,1 1 0,0 1 0,-28 19 0,21-10 0,0 1 0,1 2 0,1 1 0,1 2 0,2 0 0,-34 45 0,47-55 0,1 0 0,0 1 0,2 1 0,0 0 0,1 0 0,0 0 0,2 1 0,-6 28 0,10-37 0,0 0 0,1 0 0,1 0 0,0 0 0,0 1 0,1-1 0,0 0 0,1 0 0,0 0 0,1-1 0,0 1 0,0 0 0,1-1 0,0 0 0,1 0 0,0 0 0,0 0 0,9 9 0,-4-6 0,1-2 0,0 1 0,1-2 0,0 1 0,1-2 0,0 1 0,0-2 0,0 0 0,1 0 0,1-1 0,-1-1 0,23 5 0,-6-3 0,0-1 0,1-2 0,0-1 0,63-3 0,-75-1 0,0-2 0,1 0 0,-1 0 0,-1-2 0,38-14 0,-48 15 0,0 0 0,0-1 0,0 0 0,-1 0 0,0-1 0,0 0 0,0-1 0,-1 0 0,0 0 0,0 0 0,0-1 0,-1 0 0,-1 0 0,6-9 0,-2-3 0,-1 0 0,-1 0 0,-1-1 0,-1 1 0,0-1 0,2-35 0,-2-131 0,-5 156 0,-4-116 0,4 212 0,2 1 0,17 104 0,-12-134 0,2 0 0,1 0 0,2-1 0,1 0 0,2-1 0,22 37 0,-29-57-341,1-1 0,1-1-1,18 21 1,-1-10-6485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0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 24575,'0'-3'0,"-3"-4"0,2 2 0,5 2 0,3 8 0,7 5 0,8 8 0,5 6 0,4 5 0,6 6 0,2 4 0,1 0 0,-1 1 0,-1-2 0,-3-4 0,-9-1 0,-8-8-8191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0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79 24575,'1'-17'0,"0"12"0,-1 0 0,0 0 0,0 0 0,0 0 0,0 0 0,-1 0 0,0 1 0,0-1 0,0 0 0,-3-7 0,4 12 0,0 0 0,-1 0 0,1 0 0,0 0 0,0 0 0,0 0 0,0 0 0,0 0 0,-1 0 0,1-1 0,0 1 0,0 0 0,0 0 0,0 0 0,-1 0 0,1 0 0,0 0 0,0 0 0,0 1 0,0-1 0,0 0 0,-1 0 0,1 0 0,0 0 0,0 0 0,0 0 0,0 0 0,0 0 0,0 0 0,-1 0 0,1 0 0,0 0 0,0 1 0,0-1 0,0 0 0,0 0 0,0 0 0,0 0 0,0 0 0,-1 0 0,1 1 0,0-1 0,0 0 0,0 0 0,0 0 0,0 0 0,0 1 0,0-1 0,0 0 0,0 0 0,-4 10 0,4-9 0,-38 102 0,-97 228 0,32-129-1365,89-171-5461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0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24575,'0'-3'0,"0"-3"0,3 1 0,1 5 0,0 9 0,2 8 0,3 7 0,0 9 0,1 4 0,3 5 0,1 4 0,-2 1 0,1 0 0,-2-1 0,-4-3 0,1-6 0,-1-8-8191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0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98 24575,'0'-6'0,"-3"-8"0,-3-5 0,-5-1 0,0-1 0,2 3-8191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1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149 112 24575,'0'-1'0,"0"1"0,0-1 0,0 1 0,-1-1 0,1 1 0,0-1 0,0 1 0,0 0 0,0-1 0,0 1 0,0-1 0,-1 1 0,1-1 0,0 1 0,0 0 0,-1-1 0,1 1 0,0 0 0,-1-1 0,1 1 0,0 0 0,-1-1 0,1 1 0,0 0 0,-1 0 0,1-1 0,-1 1 0,1 0 0,0 0 0,-1 0 0,1 0 0,-1-1 0,1 1 0,-1 0 0,1 0 0,-1 0 0,1 0 0,-1 0 0,1 0 0,-1 0 0,1 0 0,0 0 0,-1 1 0,1-1 0,-1 0 0,1 0 0,-1 0 0,1 0 0,0 1 0,-1-1 0,0 1 0,-21 12 0,15-6 0,1 0 0,0 1 0,0 0 0,1 1 0,0-1 0,0 1 0,-5 14 0,-20 71 0,21-62 0,4-16 0,1 0 0,1 0 0,0 0 0,1 1 0,1-1 0,0 0 0,2 20 0,-1-31 0,1 0 0,0 0 0,0 0 0,0 0 0,1-1 0,0 1 0,0 0 0,0-1 0,0 1 0,1-1 0,0 1 0,-1-1 0,2 0 0,-1 0 0,0-1 0,1 1 0,0-1 0,-1 0 0,2 0 0,-1 0 0,0 0 0,0 0 0,1-1 0,-1 0 0,1 0 0,0 0 0,6 1 0,-5-2 0,1 1 0,0-1 0,0 0 0,0 0 0,0-1 0,0 0 0,-1 0 0,1-1 0,0 0 0,0 0 0,0 0 0,0-1 0,11-5 0,-9 3 0,-1-1 0,1 0 0,-1 0 0,0-1 0,-1 0 0,0 0 0,0-1 0,0 0 0,6-8 0,-1-2 0,-1 1 0,-1-1 0,0-1 0,-2 0 0,0 0 0,0-1 0,-2 0 0,-1 0 0,4-20 0,-7 23 0,0 1 0,-1 0 0,0 0 0,-1-1 0,-1 1 0,-1 0 0,0 0 0,-1 0 0,-5-18 0,5 25 0,1 1 0,-1 0 0,-1 0 0,0 0 0,0 0 0,0 1 0,0 0 0,-1 0 0,0 0 0,-1 0 0,1 1 0,-1-1 0,0 2 0,0-1 0,-1 1 0,1 0 0,-1 0 0,0 0 0,-15-4 0,9 4-97,-1 1-1,0 0 1,0 1-1,0 0 1,0 2-1,0-1 1,0 2-1,0 0 1,0 0-1,0 1 1,0 1-1,0 1 0,-17 6 1,2 3-6729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1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277 261 24575,'13'-13'0,"-1"-1"0,0 0 0,0-1 0,-1 0 0,-1 0 0,-1-1 0,0-1 0,-1 0 0,-1 0 0,7-26 0,-13 41 0,-1 0 0,1-1 0,-1 1 0,0 0 0,1-1 0,-1 1 0,0-1 0,0 1 0,-1-1 0,1 1 0,-1 0 0,1-1 0,-1 1 0,0 0 0,1-1 0,-1 1 0,0 0 0,-2-2 0,2 2 0,-1 0 0,0 1 0,1-1 0,-1 1 0,0 0 0,0-1 0,1 1 0,-1 0 0,0 0 0,0 0 0,0 1 0,-1-1 0,1 0 0,0 1 0,0-1 0,-3 1 0,-3-1 0,1 1 0,-1 1 0,0-1 0,0 1 0,0 0 0,1 1 0,-1 0 0,1 0 0,-14 6 0,15-5 0,-1 1 0,1-1 0,-1 1 0,1 0 0,0 1 0,1 0 0,-1 0 0,1 0 0,0 0 0,-9 12 0,12-13 0,0 1 0,-1-1 0,2 0 0,-1 1 0,0-1 0,1 1 0,0-1 0,0 1 0,0 0 0,1 0 0,-1-1 0,1 1 0,0 0 0,1 0 0,-1-1 0,1 1 0,0 0 0,1 4 0,2 3 0,1 0 0,0-1 0,0 1 0,1-1 0,1-1 0,0 1 0,0-1 0,11 12 0,9 6 0,41 32 0,-47-43 0,-1 1 0,0 0 0,-1 2 0,25 34 0,-41-50 0,-1-1 0,0 1 0,0 0 0,0-1 0,0 1 0,-1 0 0,1 0 0,-1 0 0,0 1 0,-1-1 0,1 0 0,-1 0 0,1 0 0,-1 1 0,0-1 0,-1 0 0,1 0 0,-3 7 0,2-6 0,-1-1 0,0 0 0,-1 0 0,1 0 0,-1 0 0,0 0 0,0 0 0,0 0 0,0-1 0,-1 0 0,1 1 0,-1-1 0,0-1 0,0 1 0,0-1 0,-6 3 0,-5 2-59,-1-1 0,0 0-1,0-1 1,-1-1-1,0-1 1,1 0 0,-1-1-1,0-1 1,0-1 0,0 0-1,0-1 1,0-1 0,0 0-1,1-2 1,-1 0-1,1 0 1,0-2 0,0 0-1,0-1 1,1 0 0,0-1-1,-22-17 1,15 7-6767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2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1 311 24575,'0'-1'0,"1"1"0,-1 0 0,1 0 0,0 0 0,-1 0 0,1 0 0,-1 0 0,1 0 0,0 0 0,-1 0 0,1 0 0,-1 0 0,1 0 0,0 0 0,-1 1 0,1-1 0,-1 0 0,1 0 0,-1 1 0,1-1 0,0 0 0,-1 1 0,0-1 0,2 1 0,19 15 0,-9-7 0,10 3 0,-1-2 0,1-1 0,1 0 0,0-2 0,0-1 0,1 0 0,-1-2 0,1-1 0,0 0 0,30-2 0,-42-2 0,0 0 0,0 0 0,-1-1 0,1 0 0,0-1 0,-1-1 0,0 0 0,21-10 0,-28 11 0,1 1 0,0-2 0,-1 1 0,0 0 0,0-1 0,0 0 0,0 0 0,0 0 0,-1 0 0,0-1 0,0 1 0,0-1 0,0 0 0,-1 0 0,0 0 0,0 0 0,0 0 0,0 0 0,-1-1 0,0 1 0,0-8 0,-1 3 0,0 0 0,-1 0 0,0 0 0,-1 0 0,0 0 0,-1 0 0,0 0 0,-1 1 0,1-1 0,-2 1 0,1 0 0,-2 0 0,1 1 0,-1-1 0,0 1 0,-11-11 0,7 9 0,-1-1 0,1 2 0,-2-1 0,1 2 0,-2-1 0,1 2 0,-1-1 0,0 2 0,0 0 0,-27-9 0,34 14 0,1 0 0,-1 0 0,1 0 0,-1 0 0,1 1 0,-1 0 0,1 0 0,-1 1 0,0 0 0,1 0 0,0 0 0,-1 0 0,1 1 0,0 0 0,-1 0 0,1 0 0,0 1 0,1 0 0,-1 0 0,0 0 0,1 0 0,-5 5 0,3-1 0,-1 1 0,1-1 0,0 1 0,1 1 0,0-1 0,0 1 0,1 0 0,0 0 0,1 0 0,0 0 0,-4 18 0,4-7 0,0 0 0,1 0 0,1 0 0,1 0 0,0 0 0,2 0 0,0 0 0,2 0 0,0-1 0,1 1 0,1-1 0,0 0 0,2 0 0,0-1 0,1 0 0,1-1 0,1 0 0,0 0 0,2-1 0,-1 0 0,2-1 0,0-1 0,1 0 0,0-1 0,1-1 0,0 0 0,1-1 0,0-1 0,1-1 0,0 0 0,1-1 0,28 8 0,-23-11-195,-1 0 0,1-2 0,0-1 0,0 0 0,0-2 0,25-3 0,4-4-6631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2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87 24575,'0'-1'0,"-26"-48"0,24 46 0,0 0 0,-1-1 0,1 1 0,-1 0 0,1 0 0,-1 1 0,0-1 0,0 1 0,0-1 0,0 1 0,-5-3 0,7 5 0,1 0 0,-1 0 0,1 0 0,-1 0 0,0 0 0,1 0 0,-1 0 0,1 0 0,-1 0 0,1 0 0,-1 0 0,0 0 0,1 0 0,-1 0 0,1 0 0,-1 1 0,1-1 0,-1 0 0,1 0 0,-1 1 0,1-1 0,-1 0 0,1 1 0,-1-1 0,1 0 0,-1 1 0,1-1 0,0 1 0,-1-1 0,1 1 0,0-1 0,-1 1 0,1-1 0,0 1 0,-1-1 0,1 1 0,0-1 0,0 1 0,0-1 0,0 2 0,-5 23 0,5-7 0,0 1 0,2-1 0,5 31 0,18 54 0,-22-91 0,12 41 0,2 0 0,24 54 0,-26-81-1365,-2-8-5461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2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388 121 24575,'0'-18'0,"-1"-36"0,0 51 0,1 0 0,-1 0 0,1 0 0,-1-1 0,0 1 0,0 0 0,-1 0 0,1 0 0,-1 1 0,1-1 0,-1 0 0,0 0 0,-3-2 0,5 4 0,-1 1 0,0-1 0,0 1 0,0-1 0,1 1 0,-1 0 0,0 0 0,0-1 0,0 1 0,0 0 0,0 0 0,1 0 0,-1 0 0,0 0 0,0 0 0,0 0 0,0 0 0,0 0 0,0 0 0,1 1 0,-1-1 0,0 0 0,0 0 0,0 1 0,0-1 0,1 1 0,-1-1 0,0 1 0,0-1 0,1 1 0,-1-1 0,1 1 0,-1 0 0,0-1 0,0 2 0,-24 31 0,21-28 0,-90 148 0,23-34 0,-57 115-1365,112-200-5461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2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158 198 24575,'0'-1'0,"0"1"0,0-1 0,0 1 0,0-1 0,-1 1 0,1-1 0,0 1 0,0-1 0,-1 1 0,1 0 0,0-1 0,-1 1 0,1-1 0,0 1 0,-1 0 0,1-1 0,-1 1 0,1 0 0,-1-1 0,1 1 0,-1 0 0,1 0 0,-1-1 0,1 1 0,-1 0 0,1 0 0,-1 0 0,1 0 0,-1 0 0,1 0 0,-1 0 0,1 0 0,-1 0 0,1 0 0,-1 0 0,1 0 0,-1 0 0,1 0 0,-1 0 0,0 0 0,1 1 0,0-1 0,-1 0 0,1 0 0,-1 1 0,1-1 0,-1 0 0,1 1 0,-1-1 0,1 0 0,0 1 0,-1-1 0,1 1 0,0-1 0,-1 1 0,1-1 0,0 1 0,0 0 0,-3 6 0,0 0 0,1 0 0,1 0 0,-1 1 0,1-1 0,0 1 0,1-1 0,0 1 0,1 7 0,-1 2 0,-17 238 0,6-123 0,8-42 0,3-49 0,-7 52 0,2-82 0,0-17 0,-2-21 0,-18-105 0,6-1 0,-4-253 0,23 362 0,1 1 0,1 0 0,0 0 0,10-35 0,-10 52 0,-1 1 0,2 0 0,-1 0 0,0 0 0,1 0 0,0 0 0,0 0 0,1 1 0,-1 0 0,8-7 0,-8 8 0,0 1 0,0 0 0,1 0 0,-1 0 0,1 0 0,-1 1 0,1-1 0,0 1 0,-1 0 0,1 0 0,0 1 0,0-1 0,0 1 0,0 0 0,0-1 0,-1 2 0,6-1 0,2 2 0,0 1 0,0 0 0,-1 0 0,1 1 0,-1 0 0,1 1 0,-1 0 0,0 0 0,-1 1 0,0 1 0,12 9 0,-9-5 0,1 1 0,-2 0 0,0 0 0,0 1 0,-2 0 0,1 1 0,7 16 0,-12-21 0,-2-1 0,0 1 0,0-1 0,0 1 0,-1 0 0,0 0 0,-1 1 0,0-1 0,0 0 0,-1 0 0,0 0 0,-1 1 0,0-1 0,-1 0 0,1 0 0,-2 0 0,1 0 0,-7 12 0,4-9 0,-2 0 0,0 0 0,0 0 0,-1-1 0,-1-1 0,0 1 0,0-1 0,-1-1 0,0 0 0,-1 0 0,-21 13 0,14-11-227,0-2-1,-1 0 1,1-1-1,-2 0 1,-20 4-1,7-5-6598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3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7 173 24575,'-3'-19'0,"2"17"0,0-1 0,1 0 0,-1 1 0,1-1 0,0 0 0,0 1 0,0-5 0,0 6 0,1 0 0,-1 0 0,0 0 0,1 0 0,-1 0 0,1 1 0,-1-1 0,1 0 0,-1 0 0,1 1 0,0-1 0,-1 0 0,1 0 0,0 1 0,0-1 0,0 1 0,-1-1 0,1 1 0,0-1 0,0 1 0,0 0 0,0-1 0,0 1 0,0 0 0,0 0 0,1-1 0,2 1 0,0 0 0,0 0 0,0 0 0,0 0 0,0 1 0,0 0 0,0 0 0,0 0 0,-1 0 0,1 0 0,0 1 0,0 0 0,-1 0 0,1 0 0,4 3 0,5 4 0,-1 1 0,18 17 0,-20-17 0,-1 0 0,0 1 0,-1 0 0,0 1 0,0 0 0,-2 0 0,1 0 0,-2 1 0,0 0 0,7 23 0,-11-29 0,0-1 0,0 0 0,0 0 0,0 0 0,-1 1 0,0-1 0,-1 0 0,1 0 0,-1 0 0,0 1 0,-1-1 0,1 0 0,-1 0 0,0 0 0,-1-1 0,0 1 0,0 0 0,0-1 0,0 0 0,-1 0 0,0 0 0,0 0 0,0-1 0,-1 1 0,-8 6 0,10-9 0,1 0 0,0-1 0,0 0 0,0 1 0,-1-1 0,1 0 0,-1 0 0,1 0 0,-1-1 0,1 1 0,-1 0 0,0-1 0,1 0 0,-1 1 0,0-1 0,1 0 0,-5-1 0,5 0 0,0 1 0,1-1 0,-1 0 0,0 0 0,1 0 0,-1 0 0,1 0 0,-1 0 0,1 0 0,0-1 0,-1 1 0,1 0 0,0-1 0,0 1 0,0-1 0,0 1 0,0-1 0,0 0 0,1 1 0,-1-1 0,0 0 0,1 1 0,-1-1 0,1 0 0,0 0 0,-1-2 0,0-8 0,1 0 0,0 0 0,0 0 0,1 0 0,1 0 0,0 1 0,0-1 0,7-17 0,2-1 0,29-56 0,-30 68-114,0-1 1,1 2-1,2-1 0,-1 1 0,2 1 1,0 1-1,1 0 0,1 0 0,0 2 1,1 0-1,21-13 0,-4 10-6712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4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0 314 24575,'1'7'0,"0"0"0,0-1 0,0 1 0,1-1 0,0 1 0,0-1 0,1 0 0,0 0 0,0 0 0,0 0 0,0 0 0,1-1 0,0 0 0,1 0 0,-1 0 0,1 0 0,0 0 0,0-1 0,0 0 0,8 5 0,-7-5 0,1 0 0,-1 0 0,1-1 0,0 0 0,0 0 0,0-1 0,0 0 0,0 0 0,0 0 0,0-1 0,1 0 0,-1-1 0,1 0 0,-1 0 0,0 0 0,1-1 0,-1 0 0,9-3 0,-11 3 0,0-2 0,-1 1 0,0 0 0,1-1 0,-1 0 0,0 0 0,-1 0 0,1 0 0,0-1 0,-1 1 0,0-1 0,0 0 0,0 0 0,0 0 0,-1-1 0,1 1 0,-1 0 0,0-1 0,0 0 0,-1 1 0,0-1 0,1 0 0,-2 0 0,1 0 0,0 0 0,-1-5 0,0-1 0,0-1 0,0 0 0,-1 1 0,-1-1 0,0 1 0,0 0 0,-1-1 0,-1 1 0,0 0 0,-5-11 0,6 18 0,1-1 0,-1 1 0,0 0 0,0 0 0,0 0 0,0 0 0,-1 0 0,1 1 0,-1 0 0,-5-4 0,7 6 0,0 0 0,0 0 0,0 0 0,0 0 0,0 1 0,0-1 0,0 1 0,0-1 0,0 1 0,0 0 0,-1 0 0,1 0 0,0 0 0,0 0 0,0 0 0,0 1 0,0-1 0,0 1 0,-1 0 0,1-1 0,0 1 0,1 0 0,-1 0 0,0 0 0,0 0 0,-2 2 0,-3 3 0,0 0 0,1 0 0,0 1 0,0 0 0,0 0 0,1 0 0,0 1 0,-7 15 0,1 0 0,2-1 0,-7 27 0,11-34 0,2 0 0,0 1 0,0-1 0,1 0 0,1 1 0,1-1 0,0 1 0,3 15 0,-2-26 0,-1 1 0,2-1 0,-1 0 0,1 0 0,-1-1 0,1 1 0,1 0 0,-1-1 0,1 1 0,-1-1 0,1 1 0,0-1 0,1 0 0,-1-1 0,1 1 0,0 0 0,0-1 0,0 0 0,0 0 0,1 0 0,-1-1 0,1 1 0,-1-1 0,1 0 0,0 0 0,0-1 0,9 2 0,-2-1 0,1-1 0,0-1 0,0 0 0,0-1 0,0 0 0,0-1 0,-1 0 0,1-1 0,-1-1 0,0 0 0,0 0 0,0-1 0,0-1 0,15-10 0,3-3 0,0-1 0,-2-2 0,51-49 0,-59 50 0,-1 0 0,-1-1 0,21-33 0,-33 45 0,0 0 0,-1 0 0,0 0 0,-1-1 0,0 0 0,0 0 0,-1 0 0,-1 0 0,0-1 0,-1 1 0,1-14 0,-3 20 0,1 0 0,-1 1 0,0-1 0,-1 1 0,1-1 0,-1 1 0,1-1 0,-1 1 0,-1 0 0,1 0 0,-1 0 0,1 0 0,-1 0 0,-6-5 0,7 6 0,-1 1 0,1 0 0,-1-1 0,0 1 0,0 0 0,0 1 0,0-1 0,0 0 0,0 1 0,0 0 0,0 0 0,-1 0 0,1 0 0,0 0 0,-1 1 0,1-1 0,-1 1 0,1 0 0,-1 0 0,-5 1 0,7-1 0,1 1 0,-1-1 0,0 1 0,0 0 0,1-1 0,-1 1 0,1 0 0,-1 0 0,1 0 0,-1 0 0,1 0 0,-1 1 0,1-1 0,0 0 0,0 1 0,0-1 0,0 1 0,-1 1 0,0 0 0,0 1 0,1 0 0,-1 0 0,1 0 0,0 0 0,0 0 0,0 7 0,1 1 0,0 0 0,0 0 0,1 0 0,4 18 0,7 12 0,1-1 0,28 58 0,15 46 0,-55-141 0,1 0 0,-1 1 0,0-1 0,-1 1 0,1-1 0,-1 1 0,0-1 0,0 1 0,0-1 0,-1 1 0,0-1 0,1 1 0,-3 4 0,2-6 0,-1 0 0,0-1 0,1 1 0,-1-1 0,0 1 0,0-1 0,0 0 0,0 1 0,-1-1 0,1 0 0,0-1 0,-1 1 0,0 0 0,1-1 0,-1 1 0,0-1 0,0 0 0,0 0 0,0 0 0,-4 1 0,4-1 0,-1-1 0,0 1 0,1 0 0,-1-1 0,0 0 0,1 0 0,-1 0 0,0 0 0,0-1 0,1 1 0,-1-1 0,0 0 0,1 0 0,-1-1 0,-5-2 0,7 3 0,-1-1 0,1 1 0,0-1 0,0 0 0,1 0 0,-1 0 0,0 0 0,1 0 0,-1 0 0,1 0 0,0-1 0,-1 1 0,1 0 0,0-1 0,0 1 0,1-1 0,-1 1 0,1-1 0,-1 1 0,1-1 0,0 0 0,0 1 0,0-5 0,1-6 0,1 1 0,0-1 0,1 1 0,0 0 0,1 0 0,1 0 0,0 1 0,0-1 0,1 1 0,0 0 0,1 1 0,15-18 0,-6 10 0,0 1 0,1 0 0,1 1 0,0 1 0,40-24 0,-17 18 0,0 3 0,2 0 0,86-21 0,-93 29 0,-12 3 0,-1-1 0,-1-1 0,0-1 0,0 0 0,0-2 0,30-22 0,-49 31 0,-1 1 0,1 0 0,0-1 0,-1 1 0,0-1 0,0 1 0,0-1 0,0 0 0,0 0 0,0 0 0,1-4 0,-3 6 0,0-1 0,1 1 0,-1 0 0,0 0 0,0-1 0,0 1 0,0 0 0,0 0 0,0-1 0,-1 1 0,1 0 0,0 0 0,-1 0 0,1-1 0,-1 1 0,1 0 0,-1 0 0,1 0 0,-1 0 0,0 0 0,0 0 0,1 0 0,-1 0 0,0 0 0,0 0 0,0 0 0,0 1 0,0-1 0,0 0 0,0 1 0,0-1 0,-1 0 0,0 1 0,-7-4 0,0 0 0,0 1 0,-1 0 0,1 1 0,-1 0 0,1 1 0,-1 0 0,0 0 0,-16 2 0,6 0 0,1 2 0,0 0 0,1 0 0,-20 8 0,25-7 0,1 1 0,0 0 0,0 0 0,0 2 0,1-1 0,0 2 0,0-1 0,1 1 0,-14 14 0,19-16 0,-1 1 0,1-1 0,0 1 0,1 0 0,-1 1 0,1-1 0,1 1 0,0 0 0,0 0 0,0 0 0,1 0 0,0 0 0,1 1 0,0-1 0,-1 15 0,3-7 0,0 0 0,1 0 0,1 0 0,0 0 0,1-1 0,6 16 0,43 85 0,-10-23 0,-40-87 0,-1 0 0,0 0 0,0 0 0,0 0 0,-1 0 0,0 1 0,0-1 0,-1 0 0,0 1 0,0-1 0,-2 13 0,1-14 0,-1-1 0,1 1 0,-1-1 0,0 0 0,-1 1 0,1-1 0,-1 0 0,1-1 0,-1 1 0,0 0 0,0-1 0,-1 0 0,1 1 0,-1-1 0,0-1 0,0 1 0,-5 3 0,-47 21-1365,-3-4-5461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4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52 264 24575,'-10'-23'0,"1"1"0,2-2 0,0 1 0,1-1 0,1 0 0,2 0 0,-2-43 0,5 64 0,0-1 0,1 1 0,-1 0 0,0 0 0,1 0 0,0 0 0,1-4 0,-2 6 0,0 1 0,0 0 0,0 0 0,0 0 0,1 0 0,-1-1 0,0 1 0,0 0 0,0 0 0,0 0 0,0 0 0,0 0 0,0-1 0,0 1 0,1 0 0,-1 0 0,0 0 0,0 0 0,0 0 0,0 0 0,0 0 0,1 0 0,-1 0 0,0 0 0,0 0 0,0-1 0,0 1 0,1 0 0,-1 0 0,0 0 0,0 0 0,0 0 0,0 0 0,0 0 0,1 0 0,-1 1 0,0-1 0,0 0 0,0 0 0,0 0 0,1 0 0,-1 0 0,0 0 0,0 0 0,8 16 0,16 70 0,20 144 0,-28-131 0,8 37 0,63 329 0,-80-442 0,-3-19 0,0-33 0,-2 8 0,11-64 0,3 1 0,53-161 0,-66 237 0,2-7 0,15-30 0,-19 42 0,1 0 0,-1 1 0,1-1 0,0 1 0,-1-1 0,1 1 0,0 0 0,1 0 0,-1 0 0,0 0 0,0 0 0,1 0 0,-1 0 0,1 1 0,0 0 0,-1-1 0,6-1 0,-5 3 0,-1 0 0,0 0 0,0 1 0,0-1 0,0 0 0,0 1 0,0-1 0,0 1 0,0 0 0,0-1 0,-1 1 0,1 0 0,0 0 0,0 0 0,-1 1 0,1-1 0,0 0 0,-1 1 0,1-1 0,-1 1 0,0-1 0,2 3 0,3 4 0,0 1 0,9 18 0,3 13 0,23 74 0,4 12 0,-14-61-1365,-20-42-5461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5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24575,'1'-66'0,"-1"-41"0,7 150 0,3 0 0,18 49 0,-6-20 0,-2-1 0,-3 1 0,-3 0 0,5 85 0,-18-149 0,0 0 0,-1 0 0,0-1 0,-1 1 0,1 0 0,-1-1 0,-1 1 0,1-1 0,-2 1 0,1-1 0,-7 14 0,9-20 0,0 0 0,-1 0 0,1 0 0,-1-1 0,1 1 0,-1 0 0,1-1 0,-1 1 0,1 0 0,-1-1 0,0 1 0,1-1 0,-1 1 0,0-1 0,1 1 0,-1-1 0,0 1 0,0-1 0,0 0 0,1 1 0,-1-1 0,0 0 0,0 0 0,0 0 0,0 1 0,1-1 0,-1 0 0,0 0 0,0 0 0,0 0 0,0-1 0,0 1 0,1 0 0,-1 0 0,0 0 0,0-1 0,0 1 0,0 0 0,1-1 0,-1 1 0,0-1 0,0 1 0,1-1 0,-1 1 0,1-1 0,-1 0 0,0 1 0,1-1 0,-1-1 0,-3-2 0,1-1 0,0 0 0,0 0 0,0 0 0,0 0 0,-2-8 0,-1-10 0,0-1 0,1 1 0,2-1 0,0 0 0,2 0 0,0 0 0,2 0 0,4-27 0,0 16 0,1 0 0,2 1 0,2 0 0,26-63 0,-31 85 0,1 1 0,0 0 0,1 0 0,0 0 0,0 1 0,12-11 0,-17 18 0,0 1 0,0 0 0,0 1 0,0-1 0,0 0 0,1 0 0,-1 1 0,0-1 0,1 1 0,-1 0 0,1 0 0,0 0 0,-1 0 0,1 0 0,0 1 0,0-1 0,0 1 0,-1 0 0,1 0 0,0 0 0,0 0 0,0 0 0,0 1 0,-1-1 0,1 1 0,0-1 0,0 1 0,-1 0 0,1 0 0,-1 1 0,1-1 0,-1 0 0,5 4 0,2 3 0,0 0 0,-1 0 0,0 1 0,-1 0 0,0 1 0,0-1 0,-1 1 0,0 0 0,7 19 0,-2-3 0,-2 1 0,11 52 0,-16-58 0,-1 0 0,-1 0 0,-2 40 0,3-78 0,1 1 0,0-1 0,0 1 0,2 0 0,10-21 0,47-82 0,-56 106 0,-1 2 0,0 0 0,1 0 0,0 1 0,1 0 0,0 0 0,1 1 0,-1 0 0,15-11 0,-22 19 0,0 1 0,1-1 0,-1 0 0,0 0 0,1 0 0,-1 1 0,1-1 0,-1 1 0,1-1 0,-1 1 0,1 0 0,-1-1 0,1 1 0,-1 0 0,1 0 0,-1 0 0,1 0 0,-1 1 0,1-1 0,-1 0 0,1 0 0,-1 1 0,1-1 0,2 2 0,-2 0 0,0-1 0,-1 1 0,1 0 0,0 0 0,0 0 0,-1 0 0,1 0 0,-1 0 0,0 0 0,0 1 0,0-1 0,0 0 0,1 5 0,2 7 0,-1 0 0,-1 0 0,1 30 0,12 213 0,-15-256 0,0 1 0,0-1 0,0 0 0,1 1 0,-1-1 0,0 0 0,0 1 0,1-1 0,-1 0 0,1 0 0,-1 1 0,1-1 0,-1 0 0,1 0 0,0 0 0,0 1 0,-1-1 0,1 0 0,0 0 0,0 0 0,0-1 0,0 1 0,0 0 0,3 1 0,-3-2 0,0 0 0,1 0 0,-1 0 0,0-1 0,0 1 0,1 0 0,-1-1 0,0 1 0,0-1 0,0 0 0,0 1 0,0-1 0,0 0 0,0 1 0,0-1 0,0 0 0,0 0 0,0 0 0,0 0 0,0 0 0,-1 0 0,1 0 0,0 0 0,-1 0 0,1 0 0,0-3 0,24-46 0,31-92 0,-28 66 0,-19 50 0,-5 13 0,1 0 0,0 1 0,0-1 0,2 1 0,-1 0 0,1 0 0,16-19 0,-22 31 0,-1-1 0,1 1 0,-1 0 0,1-1 0,-1 1 0,1 0 0,-1-1 0,1 1 0,-1 0 0,1 0 0,-1-1 0,1 1 0,-1 0 0,1 0 0,-1 0 0,1 0 0,0 0 0,-1 0 0,1 0 0,-1 0 0,1 0 0,0 0 0,-1 0 0,1 0 0,-1 0 0,1 0 0,-1 1 0,1-1 0,-1 0 0,1 0 0,0 1 0,-1-1 0,1 0 0,-1 1 0,0-1 0,1 0 0,-1 1 0,1-1 0,-1 1 0,0-1 0,1 1 0,-1-1 0,0 1 0,1-1 0,-1 1 0,0-1 0,0 1 0,1-1 0,-1 1 0,0-1 0,0 1 0,0 0 0,10 37 0,-10-35 0,9 59 114,-5-29-52,2 0-1,11 37 0,-15-61-180,1-1 1,0 0-1,1 0 0,0 0 0,0-1 0,0 1 1,1-1-1,0 0 0,1-1 0,0 1 0,0-1 1,0 0-1,10 7 0,4-1-6707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6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32 117 24575,'0'-6'0,"-1"1"0,0 0 0,0 0 0,-1 0 0,0 0 0,1 0 0,-4-5 0,-6-17 0,10 21 0,-1 3 0,1 1 0,0-1 0,1 0 0,-1 0 0,0 0 0,1 0 0,0 0 0,-1 1 0,1-1 0,1-6 0,0 10 0,0-1 0,-1 1 0,1 0 0,0 0 0,0 0 0,-1 0 0,1 0 0,0 0 0,-1 0 0,1 0 0,-1 0 0,1 2 0,21 66 0,-4 1 0,11 78 0,-27-137 0,36 216-1365,-28-165-5461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6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108 436 24575,'-39'-22'0,"28"15"0,0 1 0,-17-8 0,27 14 0,1 0 0,-1 0 0,0 0 0,1 0 0,-1 0 0,0 0 0,1 0 0,-1 0 0,1 0 0,-1 0 0,0 0 0,1 0 0,-1 1 0,1-1 0,-1 0 0,1 1 0,-1-1 0,1 0 0,-1 1 0,1-1 0,-1 0 0,1 1 0,-1-1 0,1 1 0,-1-1 0,1 1 0,0-1 0,-1 1 0,1-1 0,0 1 0,0-1 0,-1 1 0,1 0 0,0-1 0,0 1 0,0-1 0,0 1 0,0 0 0,0-1 0,0 1 0,0 0 0,0-1 0,0 1 0,-2 37 0,2-32 0,11 235 0,-2-114 0,25 239 0,-26-340 0,-8-26 0,0 0 0,0 1 0,0-1 0,0 0 0,0 0 0,0 0 0,0 0 0,0 0 0,0 0 0,0 1 0,0-1 0,0 0 0,1 0 0,-1 0 0,0 0 0,0 0 0,0 0 0,0 0 0,0 1 0,0-1 0,0 0 0,1 0 0,-1 0 0,0 0 0,0 0 0,0 0 0,0 0 0,0 0 0,0 0 0,1 0 0,-1 0 0,0 0 0,0 0 0,0 0 0,0 0 0,0 0 0,1 0 0,-1 0 0,0 0 0,0 0 0,0 0 0,0 0 0,0 0 0,0 0 0,1 0 0,3-15 0,-3-21 0,-1 1 0,-1-1 0,-12-62 0,6 42 0,-23-280 0,28 235 0,13-136 0,-11 236 0,3-35 0,14-54 0,-15 81 0,0 1 0,1-1 0,0 1 0,1 0 0,0 0 0,0 0 0,0 0 0,1 1 0,1-1 0,-1 1 0,13-12 0,-14 16 0,1 0 0,0 0 0,0 1 0,0-1 0,0 1 0,0 0 0,0 0 0,0 1 0,1 0 0,-1 0 0,1 0 0,-1 0 0,1 1 0,-1 0 0,1 0 0,-1 1 0,1-1 0,-1 1 0,0 0 0,1 1 0,6 2 0,5 2 0,-1 0 0,1 2 0,-1 0 0,0 1 0,17 14 0,-14-10 0,-1 2 0,-1 0 0,0 0 0,-1 2 0,-1 0 0,0 1 0,-2 0 0,13 23 0,-21-33 0,-1 1 0,-1-1 0,1 1 0,-1 0 0,-1 0 0,0 0 0,0 1 0,-1-1 0,1 17 0,-2-19 0,-1 0 0,0 0 0,-1 0 0,1 0 0,-1 0 0,0-1 0,-1 1 0,0-1 0,0 1 0,0-1 0,-1 0 0,0 0 0,0-1 0,-8 9 0,3-5-85,0 0 0,0-1-1,-1 0 1,-1-1 0,1 0-1,-1-1 1,-1 0 0,1 0-1,-1-1 1,0-1 0,0 0-1,0-1 1,0 0 0,-1 0-1,-18 0 1,1-4-6741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7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68 168 24575,'15'-7'0,"0"0"0,-1-1 0,0 0 0,17-13 0,-28 19 0,-1 0 0,1 0 0,-1-1 0,0 1 0,1 0 0,-1-1 0,0 1 0,-1-1 0,1 0 0,0 0 0,-1 0 0,1 0 0,-1 0 0,0 0 0,0 0 0,0 0 0,-1 0 0,1 0 0,-1-1 0,1 1 0,-1 0 0,-1-6 0,1 7 0,0 0 0,-1 0 0,1-1 0,-1 1 0,0 0 0,0 0 0,0 0 0,0 0 0,0 0 0,0 0 0,0 0 0,-1 0 0,1 0 0,-1 1 0,1-1 0,-1 1 0,0-1 0,0 1 0,0-1 0,1 1 0,-1 0 0,0 0 0,-1 0 0,1 0 0,0 0 0,0 1 0,0-1 0,0 0 0,-1 1 0,1 0 0,-3-1 0,1 1 0,0 0 0,0 1 0,0-1 0,1 1 0,-1-1 0,0 1 0,1 0 0,-1 1 0,1-1 0,-1 0 0,1 1 0,-1 0 0,1 0 0,0 0 0,0 0 0,0 1 0,0-1 0,-3 4 0,-2 5 0,1-1 0,0 2 0,1-1 0,0 0 0,1 1 0,0 0 0,1 1 0,-3 12 0,2-7 0,2 0 0,0 0 0,1 0 0,1 0 0,2 21 0,0-28 0,0 0 0,1 0 0,1 0 0,0 0 0,0 0 0,1-1 0,0 0 0,1 1 0,1-1 0,-1-1 0,9 12 0,-11-17 0,0-1 0,0 1 0,0-1 0,0 0 0,0 0 0,1 0 0,0 0 0,-1-1 0,1 1 0,0-1 0,0 0 0,0 0 0,1-1 0,-1 1 0,0-1 0,1 0 0,-1 0 0,1 0 0,-1-1 0,1 1 0,-1-1 0,1 0 0,-1-1 0,1 1 0,-1-1 0,1 0 0,-1 0 0,0 0 0,1 0 0,4-3 0,-1 0 0,0 0 0,-1 0 0,1-1 0,-1 0 0,0 0 0,0-1 0,-1 0 0,1 0 0,-2-1 0,1 1 0,6-11 0,2-6 0,-1 0 0,13-34 0,-3 6 0,-23 51 0,0-1 0,0 0 0,1 1 0,-1-1 0,0 0 0,0 1 0,1-1 0,-1 0 0,1 1 0,-1-1 0,0 1 0,1-1 0,-1 1 0,1-1 0,-1 1 0,1-1 0,-1 1 0,1-1 0,0 1 0,-1 0 0,1-1 0,-1 1 0,1 0 0,1-1 0,-2 2 0,1-1 0,-1 1 0,1-1 0,-1 1 0,1 0 0,-1-1 0,0 1 0,1-1 0,-1 1 0,0 0 0,1-1 0,-1 1 0,0 0 0,0-1 0,0 1 0,1 0 0,-1-1 0,0 2 0,2 43 0,-2-42 0,0 71-1365,-1-38-5461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7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0 429 24575,'3'-37'0,"1"1"0,2 0 0,2 0 0,21-63 0,-25 87 0,15-39 0,-18 47 0,1 0 0,0 0 0,1 0 0,-1 1 0,1-1 0,0 1 0,-1-1 0,1 1 0,6-5 0,-8 8 0,0-1 0,0 0 0,-1 1 0,1-1 0,0 1 0,0 0 0,0-1 0,0 1 0,0 0 0,-1-1 0,1 1 0,0 0 0,0 0 0,0 0 0,0 0 0,0 0 0,0 0 0,0 0 0,0 0 0,0 0 0,-1 0 0,1 1 0,0-1 0,0 0 0,0 1 0,0-1 0,1 1 0,0 1 0,-1-1 0,1 1 0,0 0 0,0-1 0,-1 1 0,1 0 0,-1 0 0,0 0 0,1 1 0,0 2 0,3 6 0,-1 1 0,0 0 0,1 13 0,7 38 0,-4 0 0,1 72 0,-11 128 0,1-334 0,0 19 0,5-61 0,-3 99 0,1 0 0,1 1 0,0-1 0,0 1 0,1 0 0,1 0 0,0 0 0,1 0 0,13-20 0,-14 28 0,-1-1 0,1 1 0,0 0 0,0 1 0,1-1 0,-1 1 0,1 0 0,0 0 0,1 1 0,-1-1 0,0 1 0,10-2 0,7-2 0,0 2 0,34-4 0,-36 7 0,0-2 0,-1 0 0,25-8 0,-27 5 0,0-1 0,-1-1 0,1 0 0,24-18 0,-37 23 0,0-1 0,0 1 0,-1-1 0,1 1 0,-1-1 0,0-1 0,5-9 0,-7 12 0,0-1 0,-1 1 0,0 0 0,0-1 0,0 1 0,0-1 0,-1 0 0,1 1 0,-1-1 0,0 1 0,0-1 0,0 0 0,-1 1 0,-1-8 0,2 10 0,0-1 0,-1 1 0,1-1 0,0 1 0,-1-1 0,0 1 0,1 0 0,-1-1 0,0 1 0,1 0 0,-1 0 0,0 0 0,0 0 0,0-1 0,0 1 0,0 0 0,0 0 0,-1 1 0,1-1 0,0 0 0,0 0 0,-1 1 0,1-1 0,0 0 0,-1 1 0,1 0 0,-1-1 0,1 1 0,-1 0 0,1-1 0,0 1 0,-1 0 0,-1 0 0,0 1 0,1-1 0,-1 1 0,1 0 0,-1 0 0,1 0 0,-1 0 0,1 0 0,0 0 0,0 0 0,-1 1 0,1-1 0,0 1 0,0 0 0,0 0 0,1 0 0,-1 0 0,0 0 0,-1 2 0,-3 6 0,0 1 0,1-1 0,1 1 0,-1 0 0,2 0 0,-1 1 0,2-1 0,-1 1 0,2 0 0,0-1 0,0 1 0,1 0 0,0 0 0,1 0 0,2 13 0,1-8 0,0 1 0,1-1 0,0 0 0,2-1 0,0 1 0,1-1 0,0-1 0,1 1 0,16 18 0,7 2 0,-24-28 0,-1 0 0,1 0 0,-1 1 0,-1-1 0,1 1 0,-2 1 0,1 0 0,7 19 0,-12-27 0,-1 1 0,0 0 0,0 0 0,0 0 0,0 0 0,0 0 0,0 0 0,-1-1 0,1 1 0,-1 0 0,0 0 0,0 0 0,0-1 0,0 1 0,-1-1 0,1 1 0,0-1 0,-1 1 0,0-1 0,0 0 0,0 0 0,0 0 0,0 0 0,0 0 0,0 0 0,-1 0 0,1-1 0,-4 3 0,-4 1 0,0 1 0,-1-2 0,1 1 0,-1-1 0,-20 4 0,16-5-341,1-1 0,0 0-1,-21-1 1,1-3-6485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8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1 193 24575,'18'0'0,"-10"-1"0,-1 1 0,1 0 0,0 1 0,12 2 0,-18-3 0,0 1 0,0-1 0,0 1 0,0 0 0,0 0 0,0 0 0,0 0 0,-1 0 0,1 1 0,0-1 0,-1 0 0,1 1 0,-1-1 0,1 1 0,-1 0 0,0-1 0,1 1 0,-1 0 0,0 0 0,0 0 0,1 2 0,-1 1 0,1 0 0,0-1 0,0 0 0,0 1 0,1-1 0,-1 0 0,1 0 0,0 0 0,0-1 0,1 1 0,-1-1 0,1 0 0,0 1 0,-1-2 0,1 1 0,1 0 0,-1-1 0,0 0 0,1 0 0,-1 0 0,1 0 0,8 1 0,-2 0 0,0-1 0,-1-1 0,1 0 0,0 0 0,0-1 0,0 0 0,0-1 0,0-1 0,0 1 0,-1-2 0,1 0 0,-1 0 0,1 0 0,-1-1 0,17-10 0,-21 11 0,-1-1 0,0 1 0,0-1 0,-1 1 0,1-2 0,-1 1 0,1 0 0,-1-1 0,-1 0 0,1 0 0,-1 0 0,1 0 0,-2 0 0,1-1 0,0 1 0,-1-1 0,0 0 0,-1 0 0,1 0 0,-1 0 0,0 0 0,-1 0 0,1 0 0,-1 0 0,0 0 0,-1 0 0,1 0 0,-1 0 0,-3-9 0,1 6 0,0 0 0,-1 0 0,0 0 0,0 1 0,-1 0 0,0 0 0,-1 0 0,-7-9 0,11 14 0,-1 1 0,0-1 0,0 0 0,0 1 0,0 0 0,-1-1 0,1 1 0,-1 1 0,1-1 0,-5-1 0,5 2 0,1 1 0,0-1 0,-1 1 0,1 0 0,0 0 0,-1 0 0,1 0 0,0 0 0,-1 0 0,1 1 0,-1-1 0,1 1 0,0 0 0,0-1 0,-1 1 0,1 0 0,0 0 0,-2 2 0,0 0 0,0 1 0,0-1 0,0 1 0,1-1 0,0 1 0,0 1 0,0-1 0,0 0 0,0 1 0,1-1 0,0 1 0,0 0 0,0-1 0,1 1 0,-2 8 0,-1 8 0,1 1 0,-1 27 0,3-20 86,1 0-1,1 1 0,6 30 1,-5-47-276,1 0 0,0 0 1,1 0-1,0-1 0,1 1 1,1-1-1,0 0 1,15 21-1,2-6-6636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48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2 223 24575,'-1'-30'0,"0"14"0,3-31 0,-2 47 0,0 0 0,0 0 0,0 0 0,0 0 0,0 0 0,0 0 0,0-1 0,0 1 0,0 0 0,0 0 0,0 0 0,0 0 0,0 0 0,0 0 0,0 0 0,0-1 0,0 1 0,0 0 0,0 0 0,0 0 0,1 0 0,-1 0 0,0 0 0,0 0 0,0 0 0,0-1 0,0 1 0,0 0 0,0 0 0,0 0 0,0 0 0,0 0 0,1 0 0,-1 0 0,0 0 0,0 0 0,0 0 0,0 0 0,0 0 0,0 0 0,0 0 0,1 0 0,-1 0 0,0 0 0,0 0 0,0 0 0,0 0 0,0 0 0,0 0 0,0 0 0,1 0 0,-1 0 0,0 0 0,0 0 0,0 0 0,0 0 0,0 0 0,0 0 0,0 0 0,1 0 0,-1 0 0,7 10 0,5 15 0,6 22 0,-3 1 0,-1 0 0,-3 1 0,-1 0 0,-3 1 0,-2 0 0,-3 0 0,-4 67 0,2-110 0,-5 28 0,5-33 0,0-1 0,-1 1 0,1 0 0,-1-1 0,1 1 0,-1-1 0,0 1 0,1-1 0,-1 1 0,0-1 0,0 1 0,0-1 0,0 0 0,0 0 0,-3 3 0,4-4 0,-1 0 0,1 0 0,0 0 0,-1 0 0,1 0 0,0 1 0,-1-1 0,1 0 0,0 0 0,-1 0 0,1 0 0,0-1 0,-1 1 0,1 0 0,-1 0 0,1 0 0,0 0 0,-1 0 0,1 0 0,0 0 0,0-1 0,-1 1 0,1 0 0,0 0 0,-1 0 0,1-1 0,0 1 0,0 0 0,-1 0 0,1-1 0,0 1 0,0 0 0,0-1 0,-1 1 0,1 0 0,0-1 0,-6-14 0,2 1 0,2 1 0,-1-1 0,2 0 0,0 0 0,1 1 0,0-1 0,1 0 0,3-18 0,4-11 0,18-54 0,-12 52 0,3 0 0,39-77 0,-42 97 0,1 0 0,2 2 0,0 0 0,1 1 0,1 0 0,22-18 0,-33 33 0,0 0 0,1 1 0,0 0 0,11-6 0,-18 11 0,1 0 0,-1 0 0,1 1 0,-1-1 0,1 0 0,-1 1 0,1-1 0,-1 1 0,1 0 0,2 0 0,-3 0 0,-1 1 0,0-1 0,0 0 0,1 1 0,-1-1 0,0 1 0,0-1 0,0 1 0,0 0 0,0-1 0,1 1 0,-1 0 0,-1 0 0,1 0 0,0 0 0,0-1 0,0 1 0,0 1 0,-1-1 0,1 0 0,0 1 0,7 22-1365,-4 1-5461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51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204 117 24575,'-135'-75'0,"114"66"0,16 7 0,-1 0 0,0-1 0,1 0 0,0 0 0,0 0 0,-8-6 0,13 9 0,0 0 0,-1 0 0,1-1 0,0 1 0,0 0 0,0 0 0,0 0 0,0 0 0,0 0 0,-1 0 0,1 0 0,0-1 0,0 1 0,0 0 0,0 0 0,0 0 0,0 0 0,0-1 0,0 1 0,0 0 0,0 0 0,0 0 0,0 0 0,0 0 0,0-1 0,0 1 0,0 0 0,0 0 0,0 0 0,0 0 0,0-1 0,0 1 0,0 0 0,0 0 0,0 0 0,0 0 0,0-1 0,0 1 0,1 0 0,-1 0 0,0 0 0,0 0 0,0 0 0,0 0 0,0 0 0,0-1 0,0 1 0,1 0 0,-1 0 0,0 0 0,0 0 0,0 0 0,0 0 0,1 0 0,-1 0 0,0 0 0,0 0 0,0 0 0,0 0 0,1 0 0,-1 0 0,0 0 0,0 0 0,0 0 0,1 0 0,14-1 0,44 9 0,0 1 0,111 35 0,-105-26 0,793 257-4002,-10 44-898,928 407 2086,-187-72 1252,-929-409 1895,12-59 4626,-665-184-4773,17 3 823,1 0 1,40 1-1,-44-9 654,-21 3-1668,1 0 0,-1 0 0,0 0 0,1-1 0,-1 1 0,0 0 0,0 0 0,1-1 0,-1 1 0,0 0 0,1 0 0,-1-1 0,0 1 0,0 0 0,0-1 0,1 1 0,-1 0 0,0-1 0,0 1 0,0-1 0,0 1 0,0 0 0,0-1 0,0 1 0,0-1 0,0 1 0,0 0 0,0-1 0,0 1 0,0-1 0,0 1 0,0 0 0,0-1 0,0 1 0,0 0 0,0-1 0,-1 1 0,1 0 0,0-1 0,0 1 0,-1-1 0,-10-15-4867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52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6777 1 24575,'-15'12'0,"0"0"0,0 0 0,-1-2 0,-21 11 0,-2 2 0,-1235 657-4155,-50-89-1432,956-432 5171,-2263 999-876,2124-934 1367,342-152 713,-194 89 5146,347-156-9472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1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2885 9 24575,'-2'-1'0,"1"0"0,-1 0 0,1 0 0,-1 0 0,1 1 0,-1-1 0,1 0 0,-1 1 0,0-1 0,1 1 0,-1 0 0,0 0 0,0-1 0,1 1 0,-4 1 0,-32 3 0,12-1 0,-18 0 0,-1 2 0,1 2 0,1 2 0,-1 2 0,-51 21 0,4 5 0,-109 62 0,79-31-256,3 5 0,3 5-1,4 6 1,3 4 0,5 4 0,3 5-1,5 4 1,-93 130 0,69-59-495,8 5-1,-112 246 1,-114 406-1502,128-165 2081,158-460-16,-31 279 0,67-344 63,7 0-1,22 273 1,-2-306 90,5 0 1,4-1 0,5-1 0,60 150 0,-47-162 41,4-2 0,4-2 1,4-2-1,3-3 0,4-2 1,125 132-1,-104-135-50,3-3 0,4-4 1,3-4-1,2-4 0,191 97 0,-144-96-284,3-6-1,207 54 1,-167-67-148,301 33 0,-234-59 279,1-11 0,-1-10 1,354-50-1,-377 18 196,-1-10 0,-3-10 0,-2-10 0,-3-9 0,-3-10 0,-4-9 0,-5-9 0,-4-9 0,224-162 0,-237 132-19,-6-7-1,-7-9 1,-7-7 0,-7-7 0,188-258 0,-93 24-130,-198 295 98,79-218 1,-108 238 35,-4-1 0,-4 0 0,10-102 1,-25 115 10,-2 1 0,-4-1 0,-3 0 1,-16-94-1,3 87 8,-3 0 0,-5 1 0,-61-145 0,38 130 7,-3 2 1,-102-143 0,64 121 5,-147-151 1,-132-71-3,191 200-15,-6 7 0,-6 9 0,-5 8 0,-5 9 0,-4 8 0,-4 9 0,-5 10 0,-2 8 0,-4 10 0,-2 10 0,-270-30 0,317 66 357,-2 8-1,-312 25 0,266 10 1555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2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17 709 24575,'-8'-31'0,"6"25"0,0 0 0,1-1 0,-1 1 0,0-10 0,2 15 0,0 0 0,0-1 0,0 1 0,0 0 0,0 0 0,1 0 0,-1 0 0,0 0 0,1-1 0,-1 1 0,0 0 0,1 0 0,0 0 0,-1 0 0,1 0 0,-1 0 0,1 0 0,0 1 0,0-1 0,0 0 0,-1 0 0,1 0 0,0 1 0,0-1 0,0 0 0,0 1 0,0-1 0,0 1 0,2-1 0,0 0 0,-1 1 0,0 0 0,1 0 0,-1 0 0,1 0 0,-1 0 0,0 0 0,1 1 0,-1-1 0,0 1 0,1 0 0,-1-1 0,0 1 0,0 0 0,1 0 0,-1 1 0,0-1 0,0 0 0,0 1 0,-1-1 0,1 1 0,2 2 0,5 5 0,0 1 0,13 17 0,-21-26 0,16 23 0,-1 1 0,-1 0 0,-1 1 0,19 53 0,-19-37 0,-2 2 0,10 68 0,-21-104 0,0 0 0,0 1 0,-1-1 0,-1 9 0,1-16 0,0 0 0,0 0 0,0 0 0,0 0 0,0 0 0,0 0 0,0 0 0,-1 0 0,1 1 0,0-1 0,-1 0 0,1-1 0,-1 1 0,1 0 0,-1 0 0,1 0 0,-1 0 0,0 0 0,1 0 0,-1-1 0,0 1 0,0 0 0,1-1 0,-1 1 0,0 0 0,0-1 0,0 1 0,0-1 0,0 1 0,0-1 0,0 0 0,0 1 0,0-1 0,0 0 0,0 0 0,0 0 0,0 0 0,0 0 0,0 0 0,0 0 0,0 0 0,-1 0 0,0-1 0,-1 0 0,0 0 0,0-1 0,0 1 0,0-1 0,1 0 0,-1 0 0,0 0 0,1-1 0,0 1 0,-1-1 0,1 1 0,0-1 0,0 0 0,0 1 0,1-1 0,-3-4 0,-3-9 0,-11-29 0,16 40 0,-20-65 0,3-2 0,4 0 0,2 0 0,4-1 0,3 0 0,4-88 0,2 128 0,2 1 0,2-1 0,0 1 0,3 0 0,10-34 0,-14 56 0,1-1 0,1 0 0,-1 1 0,2 0 0,-1 0 0,2 1 0,-1-1 0,1 1 0,1 1 0,-1-1 0,1 1 0,1 1 0,0 0 0,0 0 0,0 0 0,1 1 0,-1 0 0,13-4 0,-1 3 0,1 0 0,1 1 0,-1 1 0,1 2 0,0 0 0,0 1 0,0 1 0,39 4 0,-30 1 0,1 1 0,-1 2 0,0 0 0,-1 3 0,46 19 0,-61-22 0,0 0 0,-1 2 0,0 0 0,0 1 0,-1 0 0,-1 1 0,15 15 0,-22-20 0,-1 0 0,0 1 0,0-1 0,-1 1 0,0 0 0,0 0 0,-1 0 0,1 0 0,-2 1 0,1 0 0,-1-1 0,0 1 0,-1 0 0,1 0 0,-2 0 0,1 0 0,-2 15 0,-1-10 0,-1 0 0,0-1 0,-1 1 0,0 0 0,-1-1 0,0 0 0,-1 0 0,-1-1 0,1 0 0,-2 0 0,0 0 0,0-1 0,-14 13 0,-1 0 0,-2-1 0,-1-2 0,0 0 0,-36 19 0,26-20 0,-1-1 0,0-2 0,-1-2 0,-59 15 0,109-31 0,-1 1 0,0 0 0,23 1 0,-2 0 0,34-1 0,95 10 0,-136-6 0,0 2 0,-1 0 0,1 1 0,-1 2 0,0 0 0,44 23 0,-61-27 0,-1 0 0,0 0 0,0 1 0,0-1 0,0 1 0,-1 1 0,0-1 0,0 1 0,0 0 0,-1 0 0,7 11 0,-10-14 0,1 1 0,-1-1 0,0 1 0,0 0 0,0-1 0,0 1 0,-1 0 0,0 0 0,0 0 0,0-1 0,0 1 0,0 0 0,-1 0 0,1 0 0,-1-1 0,0 1 0,0 0 0,-1-1 0,1 1 0,-1-1 0,0 1 0,1-1 0,-2 0 0,-2 5 0,-4 2 0,0 0 0,-1-1 0,0 0 0,-1 0 0,0-1 0,0-1 0,-1 1 0,0-2 0,0 0 0,-14 5 0,-10 2 0,0-1 0,-52 9 0,54-14-227,0-2-1,0-1 1,0-2-1,0-1 1,-60-6-1,51-3-6598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3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207 124 24575,'2'-5'0,"0"1"0,0-1 0,-1 1 0,0-1 0,0 1 0,0-1 0,0 0 0,-1 0 0,0 1 0,0-1 0,0 0 0,-1 0 0,0-4 0,0 7 0,1 1 0,-1-1 0,1 1 0,-1-1 0,1 1 0,-1 0 0,0-1 0,0 1 0,0 0 0,0 0 0,0 0 0,0 0 0,0-1 0,0 1 0,0 1 0,0-1 0,-3-2 0,2 3 0,0-1 0,1 1 0,-1-1 0,0 1 0,0 0 0,0-1 0,0 1 0,0 0 0,0 1 0,0-1 0,0 0 0,0 0 0,0 1 0,0-1 0,0 1 0,-4 1 0,-2 2 0,1 0 0,-1 0 0,1 1 0,0 0 0,0 1 0,0-1 0,1 1 0,0 0 0,0 1 0,0 0 0,1-1 0,-5 10 0,0 1 0,0 0 0,1 1 0,2 0 0,-9 25 0,11-27 0,1 1 0,1-1 0,0 1 0,1 0 0,1 0 0,0 0 0,2 0 0,0 0 0,5 27 0,-4-35 0,0-1 0,1 1 0,0 0 0,0-1 0,1 0 0,0 0 0,1 0 0,0 0 0,0-1 0,0 0 0,1 0 0,0 0 0,1-1 0,-1 1 0,1-2 0,0 1 0,1-1 0,-1 0 0,15 6 0,-13-6 0,1-1 0,0-1 0,0 0 0,0 0 0,0-1 0,1 0 0,-1-1 0,0 0 0,1-1 0,-1 0 0,1-1 0,-1 0 0,1 0 0,-1-1 0,0-1 0,0 1 0,0-2 0,19-8 0,-16 5 0,0-1 0,-1 0 0,1-1 0,-2 0 0,0-1 0,0 0 0,0-1 0,-1 0 0,-1-1 0,0 0 0,-1 0 0,13-24 0,-14 19 0,0 1 0,-1-1 0,0-1 0,-2 1 0,0-1 0,-1 1 0,0-1 0,-2 0 0,0 0 0,-1 0 0,-2-20 0,0 28 0,0 0 0,0 1 0,-1-1 0,0 1 0,0-1 0,-1 1 0,0 0 0,-1 1 0,-8-13 0,8 15 0,0 0 0,0 0 0,-1 0 0,0 1 0,0 0 0,-1 0 0,1 1 0,-1 0 0,0 0 0,0 0 0,0 1 0,-15-5 0,10 5 29,0 1-1,0 0 1,-1 0-1,1 1 0,0 1 1,0 0-1,-1 1 1,1 0-1,0 1 1,0 0-1,-18 6 1,22-5-124,0 0 0,0 0 0,0 1 0,0 0 1,1 0-1,-1 0 0,1 1 0,0 0 0,1 1 0,-1 0 1,1 0-1,0 0 0,1 0 0,-1 1 0,1 0 1,1 0-1,-5 9 0,0 9-6731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3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 24575,'13'-25'0,"-13"23"0,1 0 0,-1 0 0,1 0 0,0 1 0,0-1 0,0 0 0,0 0 0,0 0 0,0 1 0,0-1 0,0 1 0,1-1 0,-1 1 0,1-1 0,-1 1 0,1 0 0,-1 0 0,1-1 0,2 0 0,-3 2 0,0 0 0,0 0 0,0 1 0,0-1 0,0 0 0,0 1 0,0-1 0,0 0 0,0 1 0,0-1 0,0 1 0,0 0 0,0-1 0,-1 1 0,1 0 0,0-1 0,0 1 0,-1 0 0,1 0 0,0-1 0,-1 1 0,1 0 0,-1 0 0,1 0 0,-1 0 0,0 0 0,1 1 0,11 33 0,-10-31 0,15 73-96,-2 0-1,7 134 0,-16-136-978,-3-40-5751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3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101 116 24575,'-3'-6'0,"-4"-8"0,-4-4 0,-2-2 0,-3 2 0,-1 1 0,-1 4 0,3 3-8191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3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24575,'3'0'0,"1"5"0,3 9 0,0 7 0,2 9 0,-1 9 0,2 12 0,-2 9 0,-1 6 0,-3 7 0,-1 3 0,-2 0 0,0-3 0,-1-6 0,-1-6 0,1-6 0,0-10 0,-1-14-8191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3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1 329 24575,'3'-2'0,"-1"0"0,1 0 0,0 0 0,0 0 0,0 1 0,0 0 0,0-1 0,0 1 0,0 1 0,1-1 0,-1 0 0,6 0 0,45 0 0,-36 1 0,1 0 0,-1-1 0,0-1 0,0 0 0,-1-1 0,1-1 0,0-1 0,26-11 0,-38 13 0,-1 0 0,1 0 0,-1-1 0,0 1 0,0-1 0,0 0 0,0-1 0,-1 1 0,1-1 0,6-10 0,-9 11 0,1-1 0,-1 1 0,0-1 0,0 0 0,-1 0 0,0 0 0,1 0 0,-2 0 0,1 0 0,-1 0 0,1-1 0,-1 1 0,-1 0 0,1 0 0,-2-6 0,0 3 0,0 1 0,0 0 0,0 0 0,-1 0 0,0 0 0,-1 1 0,1-1 0,-1 1 0,-1 0 0,1 0 0,-1 0 0,0 1 0,0-1 0,-1 1 0,1 1 0,-1-1 0,0 1 0,-1 0 0,1 0 0,-1 1 0,0-1 0,1 2 0,-1-1 0,-1 1 0,1 0 0,0 0 0,0 1 0,-1 0 0,1 0 0,-1 1 0,1 0 0,0 0 0,-1 1 0,1 0 0,-1 0 0,1 1 0,0-1 0,0 2 0,0-1 0,0 1 0,0 0 0,0 1 0,1-1 0,-8 7 0,5-2 0,1 0 0,0 1 0,0 0 0,1 1 0,0-1 0,1 1 0,0 1 0,1-1 0,0 1 0,1 0 0,0 0 0,0 0 0,1 1 0,1-1 0,-2 21 0,2-16 0,1-1 0,1 0 0,1 0 0,0 1 0,1-1 0,0 0 0,1 0 0,1-1 0,1 1 0,0-1 0,12 26 0,-10-30-85,-1 0 0,1-1-1,1 0 1,0 0 0,0 0-1,1-1 1,0 0 0,0-1-1,1 0 1,0 0 0,0-1-1,1 0 1,-1-1 0,1 0-1,16 4 1,13 2-6741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4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63 266 24575,'-2'-20'0,"-1"0"0,0 0 0,-2 0 0,0 1 0,-1-1 0,-1 1 0,0 1 0,-12-19 0,13 28 0,8 20 0,8 22 0,41 102 0,-14-39 0,39 153 0,-73-236 0,-1-5 0,0-1 0,-1 1 0,1 0 0,-2-1 0,1 1 0,-1 0 0,0 0 0,-2 11 0,2-19 0,0 1 0,0-1 0,0 0 0,0 1 0,0-1 0,0 0 0,0 1 0,0-1 0,0 0 0,0 1 0,-1-1 0,1 0 0,0 0 0,0 1 0,0-1 0,0 0 0,-1 1 0,1-1 0,0 0 0,0 0 0,-1 1 0,1-1 0,0 0 0,-1 0 0,1 0 0,0 0 0,0 1 0,-1-1 0,1 0 0,0 0 0,-1 0 0,1 0 0,0 0 0,-1 0 0,1 0 0,0 0 0,-1 0 0,1 0 0,0 0 0,-1 0 0,1 0 0,-1 0 0,1 0 0,0 0 0,-1 0 0,1 0 0,0 0 0,0-1 0,-1 1 0,1 0 0,0 0 0,-1 0 0,1-1 0,0 1 0,0 0 0,-1 0 0,1-1 0,0 1 0,0 0 0,0 0 0,-1-1 0,-13-20 0,8 5 0,0 0 0,1-1 0,1 0 0,0 0 0,1 0 0,1-1 0,1 1 0,0-1 0,4-33 0,2 15 0,1 0 0,1 0 0,21-60 0,-16 64 114,1 0 0,22-36 0,-27 55-328,0 0 1,1 0 0,1 0-1,0 2 1,0-1 0,1 1-1,14-11 1,0 6-6613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4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2 454 24575,'14'-36'0,"-14"36"0,-1-1 0,1 1 0,0 0 0,0-1 0,0 1 0,0 0 0,0 0 0,0-1 0,0 1 0,0 0 0,1-1 0,-1 1 0,0 0 0,0-1 0,0 1 0,0 0 0,0 0 0,0-1 0,1 1 0,-1 0 0,0 0 0,0-1 0,0 1 0,1 0 0,-1 0 0,0-1 0,0 1 0,0 0 0,1 0 0,-1 0 0,0 0 0,1 0 0,-1-1 0,0 1 0,0 0 0,1 0 0,-1 0 0,1 0 0,5 12 0,2 24 0,-7-35 0,9 86 0,-2 1 0,-7 126 0,-2-125 0,0 150 0,-22-674 0,6 206 0,13 163 0,-2-16 0,3-1 0,10-106 0,-6 181 0,1 0 0,-1 0 0,1 0 0,1 0 0,-1 0 0,5-7 0,-7 13 0,1 0 0,0 1 0,0-1 0,0 0 0,1 1 0,-1-1 0,0 1 0,1-1 0,-1 1 0,0 0 0,1 0 0,0-1 0,-1 1 0,1 0 0,0 0 0,-1 1 0,1-1 0,0 0 0,0 0 0,0 1 0,0 0 0,0-1 0,-1 1 0,1 0 0,0 0 0,0 0 0,0 0 0,0 0 0,0 0 0,2 1 0,3 1 0,-1 0 0,1 0 0,-1 1 0,1 0 0,-1 0 0,0 1 0,-1 0 0,1 0 0,0 0 0,-1 0 0,0 1 0,0 0 0,-1 0 0,5 6 0,2 4 0,-2-1 0,1 2 0,-2-1 0,10 23 0,-12-21 0,0 0 0,-1 0 0,-1 0 0,-1 1 0,0-1 0,-1 1 0,-1 0 0,-1 0 0,0 0 0,-1-1 0,-2 1 0,-5 26 0,4-30 0,0 0 0,-1 0 0,0 0 0,-2-1 0,1 0 0,-2 0 0,0-1 0,0 1 0,-1-2 0,0 1 0,-1-1 0,-1-1 0,1 0 0,-2 0 0,-18 12 0,24-19-170,0 1-1,0-1 0,0 0 1,0-1-1,-1 1 0,1-1 1,-14 2-1,-5-2-6655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4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21 24575,'25'-18'0,"-25"18"0,0 0 0,1-1 0,-1 1 0,0 0 0,1 0 0,-1-1 0,1 1 0,-1 0 0,1 0 0,-1 0 0,0-1 0,1 1 0,-1 0 0,1 0 0,-1 0 0,1 0 0,-1 0 0,1 0 0,-1 0 0,1 0 0,-1 0 0,1 0 0,-1 0 0,1 1 0,-1-1 0,0 0 0,1 0 0,-1 0 0,1 1 0,-1-1 0,1 0 0,-1 0 0,0 1 0,1-1 0,-1 0 0,0 1 0,1-1 0,-1 0 0,0 1 0,1-1 0,-1 1 0,0-1 0,0 0 0,0 1 0,1-1 0,-1 1 0,0-1 0,0 1 0,0-1 0,0 1 0,0-1 0,0 1 0,0-1 0,0 0 0,0 1 0,0-1 0,0 1 0,-1 15 0,0-1 0,-2 1 0,0-1 0,-6 20 0,-2 7 0,-8 52 0,-9 129 0,26-184 0,1 0 0,2 0 0,2 0 0,1 0 0,2-1 0,13 45 0,-13-65-341,1-1 0,0 0-1,13 20 1,-1-6-6485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5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230 744 24575,'3'-8'0,"0"-1"0,0 1 0,-1-1 0,0 0 0,0 1 0,0-14 0,-1-57 0,-2 43 0,1 12 0,-6-44 0,5 60 0,0 1 0,-1 0 0,0-1 0,0 1 0,-1 0 0,0 0 0,0 1 0,0-1 0,-1 1 0,-6-8 0,9 13 0,0 0 0,0-1 0,0 1 0,-1 0 0,1 0 0,0 0 0,0 0 0,-1 1 0,1-1 0,-1 0 0,1 1 0,-1-1 0,1 1 0,-1-1 0,1 1 0,-1-1 0,0 1 0,1 0 0,-1 0 0,0 0 0,1 0 0,-1 0 0,1 0 0,-1 1 0,0-1 0,1 1 0,-1-1 0,1 1 0,-1-1 0,1 1 0,-1 0 0,1-1 0,0 1 0,-1 0 0,-1 2 0,-4 3 0,0-1 0,1 1 0,0 1 0,0-1 0,-6 10 0,-3 7 0,1 1 0,1 0 0,2 1 0,0 0 0,1 1 0,2 0 0,1 1 0,1 0 0,1 0 0,1 0 0,0 38 0,4-57 0,0 1 0,1-1 0,0 1 0,0-1 0,1 1 0,0-1 0,1 0 0,-1 0 0,2 0 0,-1 0 0,1 0 0,5 6 0,-7-11 0,0 0 0,0 0 0,0-1 0,1 1 0,-1-1 0,1 1 0,0-1 0,0 0 0,0 0 0,0 0 0,0 0 0,0-1 0,0 1 0,0-1 0,1 0 0,-1 0 0,1 0 0,-1 0 0,1-1 0,-1 1 0,1-1 0,-1 0 0,1 0 0,-1 0 0,1-1 0,-1 1 0,1-1 0,-1 0 0,1 0 0,-1 0 0,4-2 0,1-1 0,-1 0 0,0 0 0,0-1 0,0 0 0,-1 0 0,1 0 0,-1-1 0,0 0 0,-1 0 0,0-1 0,0 1 0,0-1 0,-1 0 0,6-12 0,1-6 0,0 0 0,-2-1 0,7-29 0,-10 29 0,0-1 0,-1 0 0,1-51 0,-7 68 0,-2 14 0,-3 16 0,1 16 0,2 0 0,2 0 0,3 41 0,-1-57 0,1-1 0,2 1 0,0-1 0,0 0 0,2 0 0,1-1 0,13 28 0,-18-42 0,0 0 0,0-1 0,1 1 0,-1 0 0,1-1 0,0 1 0,0-1 0,1 0 0,-1 0 0,0 0 0,1-1 0,0 1 0,0-1 0,0 0 0,0 0 0,0 0 0,0-1 0,0 1 0,0-1 0,9 2 0,-7-3 0,0 0 0,-1-1 0,1 1 0,0-1 0,-1 0 0,1 0 0,-1-1 0,1 0 0,-1 0 0,0 0 0,0 0 0,0-1 0,0 0 0,0 0 0,0-1 0,4-3 0,6-7 0,0-1 0,-1 0 0,-1-1 0,0 0 0,-1-1 0,-1 0 0,-1-1 0,11-23 0,-2-5 0,-2 0 0,14-64 0,-19 60 0,-3 0 0,-2 0 0,1-57 0,-7 82 0,-1 0 0,-2 0 0,-1 0 0,0 0 0,-2 1 0,-1 0 0,-1-1 0,-13-29 0,17 48 0,0 1 0,0-1 0,0 1 0,-1 0 0,-7-8 0,10 12 0,1 0 0,-1 1 0,1-1 0,-1 1 0,1-1 0,-1 1 0,0-1 0,1 1 0,-1-1 0,0 1 0,0-1 0,1 1 0,-1 0 0,0 0 0,0-1 0,0 1 0,1 0 0,-1 0 0,0 0 0,0 0 0,0 0 0,1 0 0,-1 0 0,0 0 0,0 0 0,0 0 0,1 1 0,-1-1 0,0 0 0,0 0 0,0 1 0,1-1 0,-1 0 0,0 1 0,1-1 0,-1 1 0,0-1 0,1 1 0,-1-1 0,1 1 0,-1 0 0,1-1 0,-1 1 0,1 0 0,-1-1 0,1 1 0,0 0 0,-1 0 0,1-1 0,0 1 0,-1 0 0,1 1 0,-3 6 0,0 1 0,0 0 0,1-1 0,0 1 0,0 0 0,0 17 0,4 60 0,-1-64 0,26 319 0,-3-46 0,-24-271 0,0-24 0,0 0 0,0 0 0,0 0 0,0 0 0,0 0 0,0 0 0,0 0 0,0-1 0,0 1 0,0 0 0,0 0 0,0 0 0,0 0 0,-1 0 0,1 0 0,0 0 0,0-1 0,0 1 0,0 0 0,0 0 0,0 0 0,0 0 0,0 0 0,0 0 0,0 0 0,0 0 0,-1 0 0,1 0 0,0 0 0,0 0 0,0 0 0,0 0 0,0-1 0,0 1 0,0 0 0,-1 0 0,1 0 0,0 0 0,0 0 0,0 0 0,0 0 0,0 0 0,0 0 0,0 0 0,-1 1 0,1-1 0,0 0 0,0 0 0,0 0 0,0 0 0,0 0 0,0 0 0,0 0 0,0 0 0,-1 0 0,1 0 0,0 0 0,0 0 0,0 0 0,0 0 0,0 1 0,0-1 0,0 0 0,0 0 0,0 0 0,0 0 0,0 0 0,0 0 0,0 1 0,-15-41 0,8 13 0,-27-116 0,33 141 0,1 0 0,-1 0 0,1 0 0,0 0 0,0 0 0,0 0 0,0 0 0,0 0 0,0 0 0,1 0 0,-1 0 0,1 0 0,-1 0 0,1 0 0,0 0 0,-1 1 0,1-1 0,0 0 0,0 0 0,2-2 0,0 3 0,-1-1 0,0 1 0,0 0 0,1 0 0,-1 0 0,1 0 0,-1 0 0,1 0 0,0 0 0,-1 1 0,1 0 0,0-1 0,-1 1 0,6 0 0,77 1 0,-36 0 0,1-2 0,-1-2 0,51-9 0,-62 4 0,0-2 0,53-20 0,-79 25 0,-1 0 0,1-1 0,-1 0 0,0-1 0,-1 0 0,0-1 0,0 0 0,0 0 0,-1-1 0,0 0 0,11-17 0,-18 23 0,0 0 0,0 0 0,0 0 0,-1 0 0,1-1 0,-1 1 0,0-1 0,0 1 0,0-1 0,-1 1 0,1-1 0,-1 1 0,0-1 0,0 1 0,0-1 0,0 0 0,-1 1 0,1-1 0,-1 1 0,0-1 0,0 1 0,-2-4 0,1 3 0,0 1 0,0 0 0,0 0 0,-1 0 0,1 0 0,-1 0 0,0 0 0,0 1 0,0 0 0,0-1 0,0 1 0,-1 0 0,1 0 0,-1 1 0,1-1 0,-1 1 0,1 0 0,-1 0 0,0 0 0,-6-1 0,3 2 0,-1 0 0,1 0 0,-1 0 0,1 1 0,0 0 0,-1 1 0,1-1 0,0 1 0,0 1 0,0-1 0,0 1 0,0 1 0,1-1 0,-1 1 0,1 0 0,0 1 0,0-1 0,1 1 0,-9 9 0,3-3 0,1 1 0,0 1 0,1 0 0,0 0 0,1 1 0,1 0 0,0 1 0,-6 17 0,9-16 0,0 0 0,0 0 0,2 1 0,0-1 0,1 0 0,0 1 0,2 0 0,0-1 0,1 1 0,0-1 0,1 0 0,1 0 0,1 0 0,0 0 0,1-1 0,13 25 0,-13-29 0,1 0 0,0 0 0,0-1 0,1 0 0,1-1 0,-1 0 0,1 0 0,1-1 0,0 0 0,0 0 0,0-1 0,1-1 0,0 0 0,0 0 0,1-1 0,0 0 0,0-1 0,0-1 0,0 0 0,0 0 0,1-1 0,17 0 0,-22-2-136,1 0-1,0-1 1,-1 0-1,1 0 1,0-1-1,-1-1 1,0 1-1,0-1 0,15-8 1,14-12-6690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7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678 498 24575,'3'0'0,"-1"-1"0,1 1 0,-1-1 0,1 0 0,-1 0 0,1 0 0,-1 0 0,1 0 0,-1-1 0,0 1 0,0-1 0,3-2 0,22-22 0,-18 15 0,-1-1 0,0 0 0,-1 0 0,0-1 0,-1 1 0,0-1 0,-1-1 0,0 1 0,-1-1 0,-1 0 0,2-15 0,-4 19 0,0 0 0,-1 0 0,0 0 0,-1-1 0,0 1 0,-1 0 0,0 0 0,0 0 0,-1 0 0,-1 1 0,1-1 0,-1 1 0,-1-1 0,0 2 0,0-1 0,-7-8 0,4 8 0,0 0 0,0 0 0,-1 1 0,0 0 0,-1 1 0,1 0 0,-1 0 0,-1 1 0,-18-8 0,13 8 0,0 0 0,0 2 0,-1 0 0,1 0 0,-1 2 0,-23-1 0,14 3 0,0 1 0,0 1 0,0 2 0,0 0 0,1 2 0,0 1 0,0 0 0,-47 23 0,53-20 0,1 1 0,0 0 0,0 1 0,1 1 0,1 1 0,0 0 0,1 1 0,0 1 0,-19 26 0,28-32 0,-1 1 0,1-1 0,1 1 0,-1 0 0,2 0 0,0 1 0,0-1 0,1 1 0,1 0 0,0 0 0,0 0 0,1 0 0,1 0 0,0 0 0,0 1 0,2-1 0,-1 0 0,5 14 0,0-9 0,0 1 0,2-1 0,0-1 0,1 1 0,1-2 0,0 1 0,1-1 0,1-1 0,0 0 0,1 0 0,1-2 0,0 1 0,20 12 0,10 5 0,1-2 0,1-3 0,71 29 0,14-3 0,-58-24 0,91 47 0,-155-69 0,-1-1 0,0 2 0,0-1 0,-1 1 0,1 0 0,-1 0 0,10 13 0,-15-16 0,0-1 0,-1 0 0,0 1 0,1-1 0,-1 1 0,0 0 0,0-1 0,0 1 0,-1 0 0,1 0 0,-1 0 0,1-1 0,-1 1 0,0 0 0,0 0 0,0 0 0,0 0 0,-1-1 0,1 1 0,-1 0 0,0 0 0,0-1 0,0 1 0,0 0 0,0-1 0,-1 1 0,1-1 0,-1 1 0,-2 3 0,-4 3 0,0-1 0,0 0 0,0 0 0,-1-1 0,0 0 0,-1 0 0,0-1 0,0 0 0,-21 8 0,3-3 0,0-1 0,-50 9 0,38-11 0,-1-2 0,0-2 0,-48-1 0,68-4 0,0 0 0,0-2 0,0 0 0,1-1 0,-1-1 0,1-1 0,0-1 0,-20-10 0,31 12-170,0 0-1,1 0 0,0-1 1,0 0-1,0-1 0,1 1 1,-13-17-1,-2-8-6655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8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245 113 24575,'-1'-2'0,"1"1"0,-1 0 0,1 0 0,-1 0 0,1 0 0,-1-1 0,0 1 0,1 0 0,-1 0 0,0 0 0,0 0 0,0 0 0,0 1 0,0-1 0,0 0 0,0 0 0,0 1 0,0-1 0,0 0 0,0 1 0,-1-1 0,1 1 0,0 0 0,-2-1 0,-31-8 0,27 8 0,-1 0 0,1 0 0,0 1 0,-1 0 0,1 0 0,0 1 0,-1 0 0,1 0 0,0 1 0,0-1 0,0 2 0,0-1 0,-9 5 0,11-4 0,0 1 0,0-1 0,1 1 0,-1 0 0,1 0 0,0 0 0,0 1 0,0-1 0,1 1 0,0 0 0,0 0 0,0 0 0,0 1 0,1-1 0,0 1 0,0-1 0,-2 8 0,0 8 0,1 0 0,1 1 0,0-1 0,2 0 0,0 0 0,1 1 0,1-1 0,9 36 0,-7-41 0,1 0 0,0 0 0,1 0 0,0-1 0,1 0 0,1 0 0,1-1 0,0 0 0,0-1 0,2 0 0,20 21 0,-23-27 0,1-1 0,0 0 0,0 0 0,0 0 0,1-2 0,-1 1 0,1-1 0,1 0 0,-1-1 0,0-1 0,1 1 0,-1-1 0,1-1 0,0 0 0,0-1 0,-1 0 0,1 0 0,0-2 0,0 1 0,-1-1 0,1 0 0,-1-1 0,0-1 0,0 1 0,0-1 0,0-1 0,0 0 0,-1-1 0,0 1 0,0-2 0,-1 1 0,0-1 0,0-1 0,0 1 0,-1-1 0,0-1 0,-1 1 0,1-1 0,-2 0 0,9-17 0,-8 11 22,-1 0-1,0-1 0,-1 0 1,-1 0-1,-1 0 0,0 0 1,-1 0-1,0-1 0,-1 1 1,-1 0-1,-1 0 0,-1 0 1,0 0-1,0 0 0,-8-19 1,4 18-154,0-1 1,-1 1 0,-1 1-1,-1 0 1,0 0 0,-1 1 0,0 0-1,-2 1 1,1 0 0,-2 1 0,0 0-1,-27-18 1,-18-5-6695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8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195 288 24575,'-11'-9'0,"0"0"0,0 0 0,0 1 0,-1 0 0,0 1 0,-23-9 0,35 16 0,-1-1 0,0 1 0,1 0 0,-1 0 0,1 0 0,-1 0 0,0 0 0,1 0 0,-1-1 0,0 1 0,1 0 0,-1 1 0,1-1 0,-1 0 0,0 0 0,1 0 0,-1 0 0,1 0 0,-1 1 0,0-1 0,1 0 0,-1 1 0,1-1 0,-1 0 0,1 1 0,-1-1 0,1 0 0,-1 1 0,1-1 0,0 1 0,-1-1 0,1 1 0,0-1 0,-1 1 0,1-1 0,0 1 0,-1 0 0,1-1 0,0 1 0,0-1 0,0 1 0,0 0 0,-1 0 0,-1 33 0,2-28 0,-1 53 0,-12 243 0,-41 51 0,182-786 0,-36 192 0,-71 195 0,3 0 0,58-83 0,-74 118 0,1 0 0,0 0 0,1 1 0,0 0 0,15-11 0,-22 19 0,0 0 0,-1 0 0,1 0 0,0 1 0,0-1 0,1 1 0,-1 0 0,0-1 0,0 2 0,1-1 0,-1 0 0,0 1 0,1-1 0,-1 1 0,1 0 0,-1 0 0,0 0 0,1 1 0,-1-1 0,1 1 0,-1 0 0,0 0 0,0 0 0,1 0 0,-1 1 0,5 2 0,-1 1 0,-1 1 0,1 0 0,-1 0 0,-1 0 0,1 1 0,-1-1 0,0 1 0,-1 1 0,0-1 0,0 1 0,5 12 0,3 13 0,11 50 0,-21-72 0,76 358 327,-19-77-2019,-51-253-5134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8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92 24575,'-6'0'0,"-5"-3"0,-3-1 0,-3 0 0,2-2 0,7 0 0,7 1 0,10 1 0,9 2 0,10-2 0,13-1 0,11-2 0,11 0 0,7-1 0,4 0 0,0-2 0,-11 2-8191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9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31 138 24575,'0'-17'0,"-1"0"0,0 0 0,-1 1 0,-1-1 0,-7-25 0,3 30 0,3 17 0,2 24 0,11 46-227,5 0-1,2-1 1,3 0-1,4-1 1,63 136-1,-69-177-6598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9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429 578 24575,'0'-1'0,"0"-1"0,0 1 0,0-1 0,0 1 0,0 0 0,-1-1 0,1 1 0,0-1 0,-1 1 0,1 0 0,-1-1 0,1 1 0,-1 0 0,0-1 0,1 1 0,-1 0 0,0 0 0,0 0 0,0-1 0,0 1 0,0 0 0,0 0 0,0 1 0,-1-1 0,1 0 0,0 0 0,0 1 0,-1-1 0,1 0 0,0 1 0,-1-1 0,1 1 0,-1 0 0,1-1 0,0 1 0,-1 0 0,1 0 0,-1 0 0,1 0 0,-1 0 0,1 0 0,-1 0 0,1 1 0,0-1 0,-1 1 0,1-1 0,-1 1 0,1-1 0,0 1 0,0 0 0,-1-1 0,1 1 0,0 0 0,0 0 0,0 0 0,0 0 0,0 0 0,0 0 0,0 0 0,0 0 0,0 1 0,1-1 0,-1 0 0,0 1 0,0 0 0,-6 13 0,1 0 0,0 0 0,1 0 0,1 0 0,0 1 0,1 0 0,-1 16 0,2 3 0,1 0 0,4 41 0,12 21 0,-16-86 0,-5-11 0,-8-16 0,-16-28 0,1-2 0,3-1 0,-24-56 0,-45-157 0,67 166 0,4-1 0,-12-102 0,36 195 0,0 0 0,-1 0 0,1 0 0,0 1 0,0-1 0,0 0 0,0 0 0,0 0 0,1 1 0,-1-1 0,1 0 0,-1 0 0,1 0 0,-1 1 0,1-1 0,0 0 0,0 1 0,0-1 0,0 1 0,0-1 0,0 1 0,0 0 0,1-1 0,-1 1 0,0 0 0,1 0 0,-1 0 0,1 0 0,-1 0 0,1 0 0,0 0 0,-1 0 0,1 1 0,0-1 0,0 1 0,-1-1 0,1 1 0,0 0 0,0-1 0,2 1 0,8 0 0,0 0 0,0 0 0,0 2 0,22 3 0,-32-4 0,37 7 0,0 3 0,-1 0 0,61 29 0,-74-28 0,-1 0 0,-1 2 0,0 1 0,-1 1 0,-1 1 0,26 25 0,-39-33 0,0 0 0,-1 1 0,0 0 0,0 0 0,-1 1 0,0 0 0,-1 0 0,0 0 0,-1 0 0,0 1 0,-1 0 0,-1 0 0,1-1 0,-2 2 0,0-1 0,0 0 0,-1 0 0,-1 13 0,-1-11 0,-1 1 0,0-1 0,-1 1 0,0-1 0,-1 0 0,-1-1 0,0 1 0,-1-1 0,0 0 0,-1-1 0,0 0 0,-1 0 0,-1-1 0,-15 16 0,12-15 57,-1-1 0,-1 0 0,0-1 0,0 0 0,-30 13 0,37-20-179,0 1 0,0-1 0,-1-1 0,0 0 0,1 0 0,-1 0 0,0-1 0,0-1 0,0 1 1,0-1-1,1-1 0,-1 0 0,-14-3 0,0-4-6704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9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34 24575,'0'-3'0,"0"-4"0,-3-1 0,-1-2 0,1 4 0,3 9 0,4 9 0,6 9 0,6 13 0,3 9 0,2 10 0,3 6 0,0 7 0,-1-1 0,-1-1 0,-4-3 0,-6-12-8191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50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6511 655 24575,'-119'-74'-338,"-4"6"-1,-2 5 1,-257-89-1,151 82-338,-346-59 0,274 83 34,-2 13-1,-2 13 1,-428 27 0,440 18 0,2 12 0,2 12 0,-455 140 0,565-129 370,-330 159-1,422-172 188,3 3-1,2 4 1,2 4-1,3 4 1,-101 101-1,139-118 148,1 2 0,2 1 0,3 3 1,2 0-1,2 2 0,2 2 0,3 0 0,2 2 0,-25 92 0,37-102-16,2 0 0,2 1 0,2 0 0,3 0 0,1 0 0,3 1 0,1-1 0,3 0 0,2 0 0,2-1 0,2 0 0,28 76-1,-15-70 4,1-2-1,3 0 0,2-2 0,2-1 0,3-1 0,1-3 0,53 52 0,-9-21 186,3-4 0,176 115 0,-126-105-262,251 111 1,169 4-517,-211-109 82,470 57 1,238-55-603,-742-86 532,435-52 1,-561 24 480,-2-7 1,-2-9 0,-2-7 0,174-73-1,-238 74 32,-2-5-1,-2-4 0,-3-5 1,-3-5-1,-2-4 0,-4-5 1,87-86-1,-135 113 161,-3-1-1,-1-2 0,-3-3 1,-2-1-1,51-98 1,-74 120-37,-2-1 0,-1-1 0,-2 0 0,13-68 0,-20 75-70,-2-1 0,0 0-1,-2 0 1,-1 1 0,-2-1 0,-11-54 0,3 43 16,-3-1 0,-1 1 1,-2 1-1,-2 1 0,-1 0 0,-2 2 1,-2 0-1,-55-63 0,19 34 157,-4 2 0,-3 3-1,-92-65 1,55 54-104,-2 5-1,-153-70 1,-238-58-197,243 116-427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3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 24575,'-3'8'0,"-1"13"0,0 11 0,1 12 0,0 7 0,2 5 0,0-9-8191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3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24575,'2'23'0,"0"0"0,9 35 0,1 12 0,-8-24 0,-3-1 0,-4 50 0,-17 89 0,9-107 0,3 0 0,4 97 0,36 133 341,0 10-2047,-29-242-5120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2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24575,'0'9'0,"0"8"0,0 11 0,0 10 0,0 6 0,0 5 0,0 4 0,0 3 0,0 5 0,0 1 0,0 2 0,-3 1 0,0-10-8191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4:42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0 24575,'-16'194'0,"1"-45"0,14-4 0,24 186 0,-12-214 0,87 610 0,-83-615-1365,-11-65-5461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7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73 240 24575,'-36'14'0,"3"-10"0,30-4 0,4 0 0,19-3 0,767-114-804,169-7 644,-948 123 232,-1 0-178,-1 0 1,1 0-1,-1 0 1,1-1-1,10-4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07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16 24575,'-8'-1'0,"1"0"0,0 0 0,-12-4 0,-21-2 0,38 7 0,1 0 0,-1 0 0,1 0 0,-1 0 0,1 0 0,-1 0 0,1 0 0,-1 1 0,1-1 0,-1 0 0,1 1 0,-1 0 0,-1 0 0,3-1 0,0 1 0,0-1 0,0 0 0,-1 1 0,1-1 0,0 0 0,0 1 0,0-1 0,0 0 0,0 1 0,0-1 0,0 0 0,0 1 0,0-1 0,0 0 0,0 1 0,0-1 0,0 0 0,0 0 0,1 1 0,-1-1 0,0 0 0,0 1 0,0-1 0,0 0 0,0 1 0,1-1 0,-1 0 0,0 0 0,0 1 0,1-1 0,-1 0 0,0 0 0,1 1 0,4 3 0,0 0 0,0-1 0,0 1 0,10 4 0,262 102 0,-166-70 0,-108-38 0,14 4 0,26 14 0,-40-18 0,1-1 0,-1 1 0,0 1 0,0-1 0,1 0 0,-2 1 0,1 0 0,0 0 0,0 0 0,-1 0 0,0 0 0,0 0 0,4 7 0,-6-8 0,1 0 0,-1 0 0,0 0 0,0 0 0,0 0 0,0 1 0,0-1 0,-1 0 0,1 0 0,0 0 0,-1 0 0,0 0 0,1-1 0,-1 1 0,0 0 0,0 0 0,0 0 0,0-1 0,0 1 0,-1 0 0,-2 2 0,-3 4 0,-1-1 0,-14 12 0,-46 28 0,-2-3 0,-93 44 0,91-51 0,11-6-1365,8-4-5461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11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1 367 24575,'0'4'0,"3"20"0,1 0 0,12 43 0,-9-53 0,0 1 0,17 26 0,-22-37 0,0-1 0,1 1 0,0-1 0,0 0 0,0 0 0,0 0 0,0 0 0,0 0 0,1 0 0,0-1 0,-1 0 0,1 0 0,0 0 0,0 0 0,8 2 0,-9-4 0,0 0 0,0 0 0,0-1 0,0 1 0,0-1 0,0 1 0,0-1 0,0 0 0,0 0 0,0 0 0,0-1 0,-1 1 0,1-1 0,0 1 0,-1-1 0,1 0 0,-1 0 0,0 0 0,3-3 0,4-5 0,0-1 0,14-19 0,-10 8 0,-1-1 0,-2 1 0,0-2 0,10-35 0,-3 9 0,-16 49 0,-1-1 0,0 1 0,1 0 0,0-1 0,-1 1 0,1 0 0,0-1 0,-1 1 0,1 0 0,0 0 0,0 0 0,0 0 0,0 0 0,0 0 0,0 0 0,2-1 0,4 5 0,-3 13 0,1 21 0,-1-7 0,14 56 0,-16-77 0,1-1 0,0 0 0,1 0 0,0 0 0,0 0 0,1-1 0,0 0 0,0 0 0,0 0 0,1 0 0,8 7 0,-11-12 0,-1 0 0,1 0 0,0 0 0,-1 0 0,1-1 0,0 1 0,0-1 0,0 0 0,0 1 0,0-1 0,1-1 0,-1 1 0,0 0 0,0-1 0,1 0 0,-1 1 0,0-1 0,4-1 0,-3 0 0,1 0 0,-1 0 0,0-1 0,1 0 0,-1 1 0,0-2 0,0 1 0,-1 0 0,1-1 0,0 1 0,5-7 0,1-1 0,-1-1 0,0 0 0,-1 0 0,0-1 0,-1 0 0,0-1 0,7-17 0,-3-4 0,8-35 0,6-16 0,-25 84 0,0 1 0,0 0 0,0 0 0,0 0 0,0 0 0,0 0 0,0 0 0,0-1 0,0 1 0,0 0 0,0 0 0,0 0 0,0 0 0,0 0 0,0 0 0,0 0 0,0 0 0,1-1 0,-1 1 0,0 0 0,0 0 0,0 0 0,0 0 0,0 0 0,0 0 0,0 0 0,1 0 0,-1 0 0,0 0 0,0 0 0,0 0 0,0 0 0,0 0 0,0 0 0,1 0 0,-1 0 0,0 0 0,0 0 0,0 0 0,0 0 0,0 0 0,0 0 0,0 0 0,1 0 0,-1 0 0,6 7 0,7 17 0,-7-13 0,-2-4 0,1 0 0,0-1 0,0 1 0,1-1 0,0 0 0,0-1 0,0 0 0,1 1 0,7 3 0,-11-7 0,0-1 0,0 1 0,0-1 0,0 0 0,0 0 0,1 0 0,-1-1 0,0 1 0,0-1 0,1 1 0,-1-1 0,0 0 0,1-1 0,-1 1 0,0-1 0,0 1 0,1-1 0,-1 0 0,0 0 0,0 0 0,0 0 0,0-1 0,0 1 0,0-1 0,3-2 0,0-1 0,1-1 0,-1 1 0,-1-1 0,1-1 0,-1 1 0,0-1 0,0 1 0,-1-1 0,0-1 0,0 1 0,0-1 0,1-7 0,-3 10 0,0-1 0,-1 1 0,1-1 0,-1 1 0,-1-1 0,1 1 0,-1-1 0,0 1 0,0-1 0,0 1 0,-1-1 0,0 1 0,0-1 0,-1 1 0,1-1 0,-1 1 0,0 0 0,-6-10 0,8 15 0,0-1 0,-1 0 0,1 0 0,-1 0 0,1 0 0,-1 0 0,1 1 0,-1-1 0,0 0 0,1 0 0,-1 1 0,0-1 0,1 1 0,-1-1 0,0 0 0,0 1 0,0-1 0,0 1 0,0 0 0,1-1 0,-1 1 0,0 0 0,0 0 0,0-1 0,0 1 0,0 0 0,0 0 0,0 0 0,0 0 0,0 0 0,0 0 0,0 0 0,0 1 0,0-1 0,0 0 0,0 0 0,0 1 0,1-1 0,-1 1 0,0-1 0,0 1 0,0-1 0,0 1 0,1-1 0,-2 2 0,0 0 0,0 1 0,0-1 0,0 1 0,1 0 0,-1-1 0,1 1 0,-1 0 0,1 0 0,0 0 0,0 0 0,0 0 0,1 0 0,-1 4 0,0 1 0,1 0 0,0 0 0,0-1 0,1 1 0,0 0 0,1 0 0,0-1 0,0 1 0,0 0 0,1-1 0,0 0 0,0 0 0,1 0 0,0 0 0,6 7 0,-6-9 0,0-1 0,-1 0 0,2-1 0,-1 1 0,0-1 0,1 1 0,0-1 0,0-1 0,-1 1 0,2-1 0,-1 0 0,0 0 0,0 0 0,1-1 0,-1 0 0,1 0 0,-1 0 0,1 0 0,-1-1 0,1 0 0,-1 0 0,7-2 0,-3 1 0,-1-1 0,1 0 0,-1 0 0,0-1 0,0 0 0,0-1 0,-1 1 0,1-1 0,-1-1 0,12-8 0,-10 5 0,0-1 0,0 1 0,-1-2 0,0 1 0,-1-1 0,11-19 0,-8 10 0,-1-1 0,-1 1 0,-1-1 0,-1-1 0,0 1 0,-2-1 0,0 0 0,0-28 0,-7 22 0,-1 22 0,0 18 0,-2 46 0,3 0 0,6 84 0,-3-129 0,1 0 0,0 0 0,1 0 0,0 0 0,1 0 0,1-1 0,0 1 0,8 17 0,-12-31 0,0 1 0,1-1 0,-1 1 0,0-1 0,0 1 0,1-1 0,-1 1 0,0-1 0,1 1 0,-1-1 0,0 0 0,1 1 0,-1-1 0,1 1 0,-1-1 0,0 0 0,1 1 0,-1-1 0,1 0 0,-1 0 0,1 0 0,-1 1 0,1-1 0,-1 0 0,1 0 0,0 0 0,-1 0 0,1 0 0,-1 0 0,1 0 0,-1 0 0,1 0 0,0-1 0,0 1 0,0-1 0,0 0 0,0 0 0,0 0 0,0 0 0,0 0 0,-1 0 0,1 0 0,0 0 0,-1 0 0,1 0 0,0-2 0,13-44 0,-13 42 0,11-53 0,-8 35 0,0 1 0,2-1 0,0 1 0,2 1 0,11-25 0,-18 45 0,0-1 0,-1 0 0,1 1 0,0-1 0,0 1 0,0-1 0,1 1 0,-1-1 0,0 1 0,1 0 0,-1 0 0,0 0 0,1 0 0,0 0 0,-1 0 0,1 0 0,-1 0 0,1 0 0,0 1 0,0-1 0,-1 1 0,1-1 0,0 1 0,3-1 0,-3 2 0,1 0 0,0-1 0,0 1 0,-1 0 0,1 0 0,-1 0 0,1 1 0,-1-1 0,0 1 0,1-1 0,-1 1 0,0 0 0,0 0 0,0 0 0,3 3 0,8 11 0,0 1 0,-1 0 0,-1 0 0,-1 1 0,-1 1 0,0 0 0,-1 0 0,6 26 0,-13-43 0,0 1 0,0 0 0,-1 0 0,1 0 0,-1-1 0,0 1 0,0 0 0,0 0 0,0 0 0,0 0 0,-1 0 0,1 0 0,-1-1 0,0 1 0,1 0 0,-4 5 0,3-6 0,-1 0 0,0-1 0,0 1 0,1 0 0,-1 0 0,0-1 0,-1 0 0,1 1 0,0-1 0,0 0 0,-1 0 0,1 0 0,0 0 0,-1 0 0,1-1 0,-1 1 0,1-1 0,-1 1 0,-3-1 0,-5 1-151,-1 0-1,0 0 0,1-1 0,-1-1 1,1 0-1,-1-1 0,1 0 1,-21-6-1,15-1-6674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12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111 352 24575,'-111'0'0,"181"-4"0,98-17 0,-78 8 0,301-38-471,1019-156-2933,-1367 199 3444,-15 4 194,-1-1 0,0-2 1,30-10-1,-48 10 338,-14 3 469,-15 1-1760,-4 2-5468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12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21 24575,'0'0'0,"-1"0"0,0 0 0,1 0 0,-1 0 0,1 0 0,-1 0 0,0-1 0,1 1 0,-1 0 0,1 0 0,-1-1 0,1 1 0,-1 0 0,0 0 0,1-1 0,-1 1 0,1-1 0,0 1 0,-2-1 0,2 0 0,0 1 0,0 0 0,0-1 0,0 1 0,0 0 0,0 0 0,0-1 0,0 1 0,0 0 0,0 0 0,0-1 0,0 1 0,0 0 0,0-1 0,0 1 0,0 0 0,1 0 0,-1-1 0,0 1 0,0 0 0,0 0 0,0 0 0,0-1 0,1 1 0,-1 0 0,0 0 0,0 0 0,0-1 0,1 1 0,-1 0 0,0 0 0,0 0 0,1 0 0,-1 0 0,0 0 0,0-1 0,1 1 0,-1 0 0,0 0 0,0 0 0,1 0 0,-1 0 0,0 0 0,1 0 0,-1 0 0,0 0 0,15-2 0,-1 0 0,0 0 0,0 2 0,0-1 0,1 2 0,-1 0 0,0 1 0,0 0 0,0 1 0,0 1 0,0 0 0,-1 0 0,24 13 0,-34-15 0,0-1 0,0 1 0,0 0 0,-1 0 0,1 1 0,0-1 0,-1 1 0,1-1 0,-1 1 0,0 0 0,0 0 0,2 4 0,-3-5 0,-1-1 0,1 1 0,-1 0 0,1 0 0,-1 0 0,0 0 0,0 0 0,0 0 0,0 1 0,0-1 0,-1 0 0,1 0 0,0-1 0,-1 1 0,0 0 0,1 0 0,-1 0 0,0 0 0,0 0 0,0-1 0,0 1 0,0 0 0,-2 1 0,-8 9-255,1-1-1,-2-1 1,1 0-1,-26 17 1,36-27 167,-52 36-6738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18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2531 12 24575,'8'-3'0,"14"-5"0,-18 8 0,-11 7 0,-11 4 0,-1 0 0,0-2 0,-1 0 0,0-1 0,-41 10 0,38-11 0,-512 121-113,-8-39-133,43-9 27,7 31 122,199-18 772,283-92-333,11-1-377,0 0 1,0 0 0,0 0 0,-1-1 0,1 1 0,0 0 0,0 0 0,0 0-1,0 0 1,0 0 0,0-1 0,0 1 0,0 0 0,0 0 0,0 0-1,-1 0 1,1 0 0,0-1 0,0 1 0,0 0 0,0 0 0,0 0 0,0-1-1,0 1 1,0 0 0,0 0 0,0 0 0,1 0 0,-1-1 0,0 1-1,0 0 1,0 0 0,0 0 0,0 0 0,0 0 0,0-1 0,0 1 0,0 0-1,0 0 1,1 0 0,-1 0 0,0 0 0,0 0 0,0-1 0,0 1 0,0 0-1,0 0 1,1 0 0,-1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18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295 0 24575,'-44'43'0,"-53"39"0,-18 17 0,111-96 0,0 1 0,0 0 0,1 0 0,0 0 0,0 0 0,0 1 0,0-1 0,1 1 0,-1 0 0,-2 9 0,4-11 0,1 0 0,0 0 0,0 0 0,0 0 0,0 0 0,0 0 0,0 1 0,1-1 0,-1 0 0,1 0 0,0 0 0,0 0 0,0-1 0,1 1 0,-1 0 0,1 0 0,-1-1 0,1 1 0,3 4 0,12 10-111,0 0 0,2-1 0,-1-1-1,32 20 1,-34-24-698,24 17-6017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54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25 24575,'-14'-19'0,"14"13"0,12 9 0,28 20 0,-1 1 0,-1 2 0,39 35 0,-35-28 0,639 528-1073,-15 20-46,-647-564 1118,268 225-517,-215-186 714,3-4 0,88 46-1,-144-87 142,0-1 0,0-2 0,1 0 0,1-1 0,31 7 0,-51-14-322,0 1-1,0-1 1,0 0-1,1 0 1,-1 0-1,0 0 1,0 0-1,0 0 1,0-1-1,0 1 1,1 0-1,-1 0 1,0-1-1,2 0 1,-3 1-55,0-1 0,0 1 0,1-1 0,-1 1 0,0 0 0,0-1 0,0 1 0,0-1-1,0 1 1,0 0 0,1-1 0,-1 1 0,0-1 0,0 1 0,0-1 0,0 1 0,0 0 0,-1-1 0,1 1 0,0-1 0,0 1 0,0-1 0,0 1 0,0 0 0,-1-1 0,1 1 0,0-1 0,0 1 0,0 0 0,-1-1 0,1 1 0,0 0 0,-1 0 0,1-1 0,0 1 0,-1-1 0,-10-10-6786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5:55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1306 178 24575,'-3'-8'0,"0"0"0,1 0 0,0-1 0,1 1 0,-1-1 0,2 0 0,-1 1 0,1-1 0,0 0 0,1 1 0,0-1 0,0 1 0,1-1 0,0 1 0,1-1 0,0 1 0,0 0 0,5-8 0,-8 16 0,0-1 0,0 1 0,1-1 0,-1 0 0,0 1 0,1-1 0,-1 1 0,1-1 0,-1 1 0,0-1 0,1 1 0,-1 0 0,1-1 0,-1 1 0,1-1 0,0 1 0,-1 0 0,1-1 0,-1 1 0,2 0 0,-2 0 0,0 1 0,0 0 0,0-1 0,1 1 0,-1 0 0,0-1 0,0 1 0,0 0 0,0-1 0,0 1 0,0-1 0,-1 1 0,1 0 0,0-1 0,0 1 0,0 0 0,-1-1 0,1 1 0,0-1 0,0 1 0,-1 0 0,-24 50 0,-1-1 0,-57 80 0,51-83 0,-171 253-98,-223 351-480,320-472 373,-141 334 0,200-394 567,5 2 0,-43 208 0,84-322-1727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39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1116 24575,'-35'8'0,"17"-3"0,-20 8 0,37-13 0,1 1 0,-1-1 0,0 0 0,0 1 0,1-1 0,-1 1 0,0-1 0,0 1 0,1 0 0,-1-1 0,1 1 0,-1 0 0,1 0 0,-1-1 0,1 1 0,-1 1 0,1-1 0,0-1 0,0 1 0,0 0 0,0-1 0,0 1 0,0 0 0,1-1 0,-1 1 0,0-1 0,0 1 0,1 0 0,-1-1 0,0 1 0,1-1 0,-1 1 0,1-1 0,-1 1 0,1-1 0,-1 1 0,1-1 0,-1 0 0,1 1 0,-1-1 0,1 0 0,0 1 0,-1-1 0,2 0 0,10 6 0,1-2 0,-1 1 0,1-2 0,1 0 0,-1 0 0,0-1 0,17 0 0,-5 1 0,658 21-1670,-537-24 1184,-22 0 265,1592 16-4781,-1562-13 4941,1145 8-1817,-1259-11 1887,333-15 635,-294 8-312,0-4 1,126-33-1,-186 38 143,-1 1 1,0-2-1,-1-1 0,1 0 0,18-12 0,-32 18-305,0-1-1,-1 0 0,1 0 0,0 0 1,-1 0-1,0 0 0,0-1 0,0 1 1,0-1-1,-1 0 0,1 0 1,-1 0-1,0 0 0,0 0 0,0-1 1,-1 1-1,0 0 0,0-1 0,0 1 1,0-1-1,0 0 0,-1 1 1,0-1-1,0 1 0,0-1 0,-2-8 1,-7-19-68,-1 1 0,-18-42 1,16 47-118,2-1-1,1 0 1,-11-56 0,17 49 15,1 0 0,2 0 0,1-1 0,11-64 0,43-132 0,-47 204 0,6-24 189,-3 13-966,12-67 0,-21 85-6049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0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108 291 24575,'-9'-1'0,"1"-1"0,-1 0 0,1 0 0,-1-1 0,1 0 0,0-1 0,0 0 0,0 0 0,-10-9 0,17 13 0,0 0 0,0-1 0,0 1 0,0-1 0,0 1 0,1-1 0,-1 0 0,0 1 0,0-1 0,1 0 0,-1 0 0,0 1 0,1-1 0,-1 0 0,1 0 0,-1 0 0,1 0 0,0 0 0,-1 0 0,1 1 0,0-1 0,0 0 0,-1 0 0,1 0 0,0 0 0,0 0 0,0 0 0,0 0 0,0 0 0,1 0 0,-1 0 0,0 0 0,0 0 0,0 0 0,1 0 0,-1 0 0,1 0 0,-1 0 0,1 0 0,-1 1 0,1-1 0,-1 0 0,1 0 0,1-1 0,2-1 0,0 0 0,0 0 0,0 0 0,1 0 0,-1 1 0,1 0 0,6-3 0,303-101 0,-102 36 0,-204 67 0,-1 0 0,0 1 0,0 0 0,13-2 0,-19 4 0,0-1 0,0 1 0,0 0 0,0 0 0,0 0 0,0 0 0,0 0 0,0 0 0,0 0 0,0 1 0,0-1 0,0 0 0,0 1 0,0-1 0,0 0 0,0 1 0,0-1 0,0 1 0,0 0 0,0-1 0,-1 1 0,1 0 0,0-1 0,0 1 0,-1 0 0,1 0 0,0-1 0,-1 1 0,1 0 0,-1 0 0,1 0 0,-1 0 0,1 1 0,3 17 0,-1 0 0,-1 0 0,0 23 0,1 17 0,6 5-455,3-1 0,29 91 0,-20-89-6371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0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6874 40 24575,'5'-4'0,"-1"-1"0,0 1 0,1 1 0,0-1 0,0 1 0,0 0 0,1 0 0,9-4 0,-13 6 0,-1 1 0,1-1 0,0 1 0,0-1 0,-1 1 0,1 0 0,0 0 0,0-1 0,-1 2 0,1-1 0,0 0 0,0 0 0,-1 0 0,1 1 0,0-1 0,0 1 0,-1-1 0,1 1 0,-1 0 0,1 0 0,-1 0 0,1 0 0,-1 0 0,1 0 0,-1 0 0,0 0 0,1 0 0,-1 1 0,0-1 0,0 0 0,0 1 0,0-1 0,1 4 0,2 6 0,0 0 0,-1 1 0,-1-1 0,1 1 0,-2 0 0,0 0 0,0 0 0,-3 18 0,2-6 0,-1 541 0,0-185 0,-1-179 0,-9 0 0,-62 344 0,22-270 0,50-272 0,0-1 0,0 0 0,0 0 0,0 0 0,0 0 0,-1 0 0,1 0 0,-1 0 0,1 0 0,-1-1 0,1 1 0,-1-1 0,0 1 0,0-1 0,0 1 0,0-1 0,0 0 0,0 0 0,0 0 0,0 0 0,-1 0 0,1-1 0,-3 1 0,-9 3 0,-1-2 0,-25 2 0,13-2 0,-513 32-1109,-1-42-800,347 2 1441,-1586-39-5317,0-13 5202,1522 48 704,-1053-17-580,1274 27 951,-35 1 1422,-114 16-1,166-12-855,20-4-1026,0-1 1,0 0-1,0 0 0,0 0 1,0 1-1,0-1 0,0 0 1,0 0-1,0 0 1,0 0-1,0 1 0,0-1 1,0 0-1,0 0 1,0 0-1,0 0 0,0 1 1,1-1-1,-1 0 0,0 0 1,0 0-1,0 0 1,0 1-1,0-1 0,0 0 1,1 0-1,-1 0 1,0 0-1,0 0 0,0 0 1,0 0-1,1 0 0,-1 0 1,0 0-1,0 1 1,0-1-1,1 0 0,-1 0 1,0 0-1,0 0 1,0 0-1,0 0 0,1 0 1,-1-1-1,38 8 1138,417 11 412,-391-18-2341,-7-1-6067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1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500 1 24575,'8'3'0,"1"-1"0,-1 1 0,0-1 0,1-1 0,0 1 0,-1-2 0,1 1 0,0-1 0,0 0 0,-1-1 0,1 0 0,10-3 0,14 0 0,-26 6 0,-12 2 0,-16 6 0,-251 84 0,47-17 0,213-73 0,-1 1 0,1 1 0,0 0 0,0 0 0,0 1 0,-15 14 0,23-18 0,1 0 0,0 0 0,0 1 0,0 0 0,0-1 0,0 1 0,1 0 0,0 0 0,0 1 0,0-1 0,0 0 0,1 1 0,-1-1 0,1 1 0,0-1 0,1 1 0,-1 0 0,1 0 0,0-1 0,0 1 0,0 0 0,1 5 0,3 7 64,0 0 0,1 0 0,1 0 0,11 21 0,38 63-761,-36-67-291,17 29-5838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0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823 241 24575,'5'-8'0,"0"1"0,0 0 0,1 0 0,0 1 0,0 0 0,8-6 0,22-25 0,-34 35 0,1-1 0,-1-1 0,0 1 0,-1 0 0,1 0 0,0-1 0,-1 1 0,0-1 0,0 1 0,0-1 0,0-4 0,-1 5 0,0 0 0,0 0 0,0 0 0,-1 0 0,1 0 0,-1 0 0,0 0 0,0 0 0,0 0 0,0 0 0,-1 1 0,1-1 0,-1 0 0,0 1 0,0-1 0,0 1 0,0-1 0,0 1 0,0 0 0,0 0 0,-1 0 0,1 0 0,-1 1 0,0-1 0,1 1 0,-7-3 0,-4-2 0,0 1 0,-1 0 0,1 1 0,-22-3 0,2 2 0,-1 2 0,0 1 0,0 2 0,1 1 0,-1 2 0,1 1 0,-42 11 0,19-1 0,0 4 0,2 1 0,-74 37 0,110-46 0,-1 0 0,1 1 0,1 1 0,0 0 0,0 2 0,-22 24 0,34-33 0,1 0 0,-1 1 0,1 0 0,1 0 0,-1 0 0,1 1 0,0-1 0,1 1 0,0 0 0,-2 7 0,3-9 0,0 0 0,1 1 0,0-1 0,0 0 0,1 0 0,-1 0 0,1 0 0,0 0 0,0 0 0,1 0 0,0 0 0,-1-1 0,2 1 0,-1 0 0,5 6 0,1-1 0,0 0 0,0 0 0,1-1 0,0 0 0,1-1 0,0 0 0,1 0 0,-1-1 0,15 6 0,19 9 0,47 16 0,-75-32 0,165 57 0,-107-41 0,-2 4 0,79 40 0,-141-61 0,-1 1 0,0 0 0,0 0 0,0 1 0,11 11 0,-18-16 0,0 0 0,0 0 0,-1 0 0,1 0 0,-1 0 0,1 0 0,-1 0 0,0 0 0,0 1 0,0-1 0,0 0 0,0 1 0,0-1 0,-1 1 0,1-1 0,-1 1 0,0-1 0,0 1 0,0-1 0,0 1 0,0-1 0,0 1 0,-1-1 0,1 1 0,-1-1 0,0 1 0,0-1 0,0 0 0,-1 4 0,-3 0 0,0 0 0,0 0 0,-1 0 0,0-1 0,1 0 0,-2 0 0,1 0 0,-1-1 0,1 0 0,-1 0 0,0-1 0,-10 4 0,-10 3 0,-54 12 0,50-16 57,0-1 0,0-1 0,-1-2 0,1-1 0,-36-3 0,53 1-179,-1-1 0,1 0 0,0-1 0,0-1 0,0 0 0,1-1 0,-1 0 0,1-1 0,1-1 1,-1 0-1,1-1 0,0 0 0,-15-13 0,3-6-6704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1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 24575,'0'-49'0,"0"39"0,0 34 0,0 31 0,5 171 0,-2-193 0,2-1 0,1 0 0,1 0 0,22 58 0,-25-79 0,1 0 0,0-1 0,1 0 0,1 0 0,-1 0 0,2-1 0,-1 0 0,1 0 0,0-1 0,13 10 0,-16-14 0,-1-1 0,0-1 0,1 1 0,0-1 0,0 0 0,-1 0 0,1 0 0,1 0 0,-1-1 0,0 0 0,0 0 0,0 0 0,1-1 0,-1 0 0,0 0 0,0 0 0,1-1 0,-1 0 0,0 0 0,0 0 0,0 0 0,0-1 0,0 0 0,0 0 0,5-3 0,-1-1 0,0 0 0,0 0 0,-1-1 0,0-1 0,0 1 0,-1-1 0,0-1 0,0 1 0,-1-1 0,0-1 0,-1 1 0,0-1 0,0 1 0,5-19 0,2-8 0,-3 0 0,11-70 0,-9-54 0,-9 91 0,-1 65 0,1 6 0,2 13 0,3 25 0,14 287 333,-18-212-1182,26 164 0,-23-249-5977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1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43 24575,'-19'-30'0,"11"18"0,14 31 0,8 27-136,-2 0-1,-2 2 1,-2-1-1,-2 1 1,-2 0-1,-2 0 1,-2 0-1,-3 0 0,-13 76 1,10-89-6690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1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7 488 24575,'-3'-24'0,"3"23"0,-1-1 0,1 0 0,-1 1 0,1-1 0,-1 0 0,1 1 0,0-1 0,0 0 0,0 1 0,0-1 0,0 0 0,0 1 0,0-1 0,1 0 0,-1 1 0,1-1 0,-1 0 0,1 1 0,-1-1 0,1 1 0,0-1 0,0 1 0,0-1 0,0 1 0,0 0 0,0-1 0,0 1 0,0 0 0,1 0 0,-1 0 0,3-2 0,8-2 0,-1 0 0,1 1 0,1 0 0,-1 1 0,0 0 0,1 1 0,22-1 0,-4 0 0,39-4 0,-43 5 0,1-1 0,-2-1 0,1-1 0,26-8 0,-50 11 0,-1 1 0,1 0 0,0 0 0,-1-1 0,1 1 0,-1-1 0,1 0 0,-1 0 0,0 0 0,0 0 0,0 0 0,0-1 0,0 1 0,0 0 0,-1-1 0,1 0 0,-1 1 0,0-1 0,1 0 0,-1 1 0,-1-1 0,1 0 0,0 0 0,-1 0 0,1 0 0,-1 0 0,0-5 0,-1-7 0,0 0 0,-1 0 0,-1 0 0,-5-20 0,0 3 0,-10-120 0,34 364 0,-1-45 0,2 80-1365,-14-203-5461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3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502 837 24575,'-6'-7'0,"0"-1"0,0 0 0,1 0 0,1 0 0,-1-1 0,-3-11 0,-7-11 0,6 14 0,-1 0 0,-1 0 0,0 1 0,-1 0 0,-22-21 0,29 32 0,0 1 0,0 0 0,-1 0 0,0 0 0,0 0 0,0 1 0,0 0 0,-1 1 0,1-1 0,-1 1 0,1 0 0,-1 1 0,0-1 0,0 1 0,0 1 0,0 0 0,1-1 0,-1 2 0,-10 1 0,7 0 0,0 1 0,1 0 0,-1 0 0,1 1 0,0 1 0,0 0 0,1 0 0,-1 0 0,1 1 0,1 0 0,-1 1 0,1 0 0,0 0 0,0 0 0,1 1 0,0 0 0,-7 12 0,3-3 0,0 1 0,1 1 0,0 0 0,2 0 0,0 1 0,1 0 0,-4 29 0,8-38 0,1 0 0,0 0 0,1 0 0,1 0 0,-1 0 0,2 0 0,-1-1 0,2 1 0,-1 0 0,1-1 0,1 1 0,0-1 0,1 0 0,-1 0 0,10 13 0,-6-13 0,0 0 0,1 0 0,0-1 0,0 0 0,1-1 0,0 0 0,1 0 0,-1-1 0,2-1 0,-1 1 0,1-2 0,23 9 0,-18-9 0,1 0 0,0-2 0,0 0 0,0 0 0,0-2 0,0 0 0,0-1 0,1-1 0,-1-1 0,0 0 0,0-2 0,-1 0 0,1-1 0,-1 0 0,22-11 0,-16 5 0,-1-1 0,0-1 0,-1-2 0,-1 0 0,0 0 0,-1-2 0,0-1 0,-2 0 0,0-1 0,21-32 0,-15 14 0,-2 0 0,-2-1 0,-1-1 0,-2 0 0,-1-2 0,-3 0 0,14-75 0,-19 65 0,-2 1 0,-2-1 0,-2 0 0,-2 0 0,-3 0 0,-11-60 0,12 95 0,1 5 0,1 1 0,-2 0 0,1 0 0,-1 0 0,-1 0 0,0 0 0,0 1 0,-1 0 0,-5-10 0,9 19 0,1-1 0,-1 0 0,1 0 0,-1 1 0,1-1 0,-1 0 0,1 1 0,-1-1 0,1 0 0,-1 1 0,0-1 0,1 1 0,-1-1 0,0 1 0,0-1 0,1 1 0,-1 0 0,0-1 0,0 1 0,0 0 0,0 0 0,1-1 0,-1 1 0,0 0 0,0 0 0,0 0 0,0 0 0,0 0 0,1 0 0,-1 0 0,0 1 0,0-1 0,0 0 0,0 0 0,0 1 0,1-1 0,-1 0 0,0 1 0,0-1 0,1 1 0,-1-1 0,0 1 0,1-1 0,-1 1 0,0 0 0,-2 3 0,1-1 0,0 1 0,-1 0 0,2-1 0,-1 1 0,0 0 0,1 0 0,-2 6 0,-7 35 0,2 1 0,-2 61 0,6 95 0,5-134 0,17 117 0,-13-156 0,1 1 0,2-1 0,0 0 0,3 0 0,0-1 0,21 36 0,-28-56 0,2 1 0,-1-1 0,1-1 0,1 1 0,-1-1 0,1 0 0,0 0 0,1-1 0,0 0 0,15 9 0,-18-12 0,1-1 0,0 0 0,0 0 0,0 0 0,0-1 0,0 0 0,0 0 0,0 0 0,0-1 0,0 0 0,0 0 0,0 0 0,0-1 0,0 0 0,0 0 0,0-1 0,0 1 0,7-4 0,2-2 0,0 0 0,-1-1 0,0-1 0,0 0 0,-1 0 0,0-2 0,-1 1 0,0-2 0,-1 0 0,12-15 0,-15 17 0,-1-1 0,0 0 0,0-1 0,-1 0 0,-1 0 0,0 0 0,0 0 0,-1-1 0,-1 0 0,0 0 0,-1 0 0,0 0 0,-1-14 0,-1 24 0,0-1 0,-1 0 0,1 1 0,-1-1 0,0 1 0,0 0 0,0-1 0,-1 1 0,1 0 0,-1 0 0,0-1 0,0 1 0,0 1 0,0-1 0,-3-3 0,4 5 0,0 0 0,0 0 0,0 1 0,0-1 0,0 0 0,-1 1 0,1-1 0,0 0 0,0 1 0,-1 0 0,1-1 0,0 1 0,0 0 0,-1-1 0,1 1 0,0 0 0,-1 0 0,1 0 0,0 0 0,-1 0 0,1 0 0,0 1 0,0-1 0,-1 0 0,1 1 0,0-1 0,0 1 0,-1-1 0,1 1 0,0 0 0,0-1 0,0 1 0,0 0 0,0 0 0,0 0 0,0 0 0,0 0 0,0 0 0,0 0 0,1 0 0,-1 0 0,-1 2 0,-1 3 0,0-1 0,0 1 0,1-1 0,-1 1 0,1 0 0,0 0 0,1 0 0,0 0 0,0 0 0,0 1 0,0-1 0,1 0 0,0 0 0,1 1 0,1 8 0,0 0 0,1-1 0,1 0 0,0 0 0,1 0 0,10 20 0,-11-27 0,0 1 0,1-2 0,-1 1 0,1 0 0,1-1 0,-1 0 0,1 0 0,0-1 0,0 1 0,1-1 0,0-1 0,0 1 0,0-1 0,0-1 0,15 7 0,-16-9 0,-1 1 0,1-1 0,0 0 0,0 0 0,0-1 0,0 0 0,0 0 0,0 0 0,0-1 0,-1 0 0,1 0 0,0 0 0,0-1 0,0 0 0,-1 0 0,1 0 0,-1-1 0,0 0 0,0 0 0,0 0 0,0 0 0,7-7 0,-4 1 0,1 0 0,-1-1 0,-1 0 0,0 0 0,0 0 0,-1-1 0,-1 0 0,1 0 0,-2-1 0,0 1 0,0-1 0,-1 0 0,0 0 0,1-18 0,-3 21 0,0 0 0,-1-1 0,0 1 0,0-1 0,-1 1 0,0 0 0,-1-1 0,0 1 0,0 0 0,-1 0 0,0 0 0,-1 1 0,0-1 0,0 1 0,-1 0 0,0 0 0,-1 0 0,1 0 0,-10-8 0,9 11 0,0 1 0,0 0 0,0 1 0,-1 0 0,1 0 0,-1 0 0,1 0 0,-1 1 0,0 0 0,0 1 0,0 0 0,0 0 0,0 0 0,0 1 0,-1 0 0,-10 1 0,13 0 0,0-1 0,0 1 0,0 0 0,0 0 0,0 0 0,0 1 0,1 0 0,-1 0 0,1 0 0,-1 1 0,1-1 0,0 1 0,0 0 0,0 0 0,0 0 0,0 1 0,1 0 0,-1-1 0,1 1 0,0 0 0,0 0 0,1 1 0,-5 8 0,6-11 0,1 0 0,-1 0 0,0 0 0,1 1 0,0-1 0,0 0 0,0 0 0,0 0 0,0 0 0,0 0 0,0 1 0,0-1 0,1 0 0,-1 0 0,1 0 0,0 0 0,0 0 0,1 2 0,0-1 0,0 0 0,0 0 0,1 0 0,-1 0 0,1 0 0,0-1 0,-1 1 0,1-1 0,6 3 0,0 1 0,1-2 0,0 1 0,0-1 0,0-1 0,0 0 0,16 3 0,-6-4 0,-1 0 0,1-1 0,0-1 0,0-1 0,-1-1 0,1 0 0,0-2 0,-1 0 0,0-1 0,0-1 0,0-1 0,-1 0 0,0-1 0,-1-1 0,20-14 0,-21 11 0,-12 9 0,0 0 0,0 0 0,0 0 0,0 0 0,0 1 0,1-1 0,-1 1 0,1 0 0,6-1 0,-10 3 0,0 0 0,-1 0 0,1 0 0,-1 0 0,1 0 0,0 0 0,-1 1 0,1-1 0,-1 0 0,1 0 0,0 1 0,-1-1 0,1 0 0,-1 1 0,1-1 0,-1 0 0,1 1 0,-1-1 0,0 1 0,1-1 0,-1 1 0,1-1 0,-1 1 0,0-1 0,0 1 0,1-1 0,-1 1 0,0 0 0,0-1 0,1 1 0,-1-1 0,0 1 0,0 0 0,0-1 0,0 1 0,0 1 0,0 28 0,0-24 0,0 10 0,0 0 0,1 1 0,1-1 0,1 0 0,0 0 0,1 0 0,1 0 0,9 22 0,-10-31 0,-1 0 0,1-1 0,0 0 0,0 0 0,1 0 0,0 0 0,0-1 0,0 0 0,8 6 0,-8-8 0,-1 0 0,1 0 0,0-1 0,0 0 0,0 0 0,0 0 0,1 0 0,-1-1 0,0 0 0,1 0 0,-1 0 0,0-1 0,12 0 0,-12-1 0,1 1 0,0-1 0,0-1 0,0 1 0,-1-1 0,1 0 0,-1 0 0,1-1 0,-1 1 0,0-1 0,0 0 0,5-4 0,-2 0 0,-1 0 0,0 0 0,0 0 0,-1-1 0,0 0 0,8-13 0,-2-2 0,0-1 0,-2 0 0,-1-1 0,9-39 0,-12 41 0,-1-1 0,-1 0 0,-1 0 0,0-34 0,-5 49 0,-1 9 0,-4 13 0,3 11-124,0 0 0,2 0 0,1 1 0,1-1 0,1 0 0,0 0-1,2 1 1,1-2 0,2 1 0,15 45 0,-8-38-6702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3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37 334 24575,'1'-1'0,"-1"0"0,1-1 0,0 1 0,0 0 0,0-1 0,0 1 0,0 0 0,0 0 0,0 0 0,0 0 0,1 0 0,-1 0 0,0 0 0,1 0 0,-1 1 0,3-2 0,3-2 0,14-11 0,0-2 0,-1 0 0,31-34 0,-44 42 0,1 0 0,-2-1 0,1 0 0,-1 0 0,0 0 0,-1-1 0,-1 0 0,1 0 0,-2 0 0,5-21 0,-8 30 0,1 0 0,-1-1 0,0 1 0,0-1 0,0 1 0,0-1 0,-1 1 0,1 0 0,0-1 0,-1 1 0,0 0 0,0-1 0,0 1 0,0 0 0,0 0 0,0 0 0,0 0 0,-1 0 0,-1-3 0,0 3 0,0-1 0,0 1 0,0-1 0,0 1 0,0 0 0,-1 1 0,1-1 0,-1 0 0,1 1 0,-1 0 0,-5-1 0,1 0 0,0 1 0,0 0 0,-1 0 0,1 1 0,0 0 0,0 0 0,-1 1 0,1 0 0,0 1 0,-15 5 0,17-5 0,1 0 0,0 1 0,0-1 0,0 1 0,0 1 0,0-1 0,1 1 0,0 0 0,-1 0 0,1 0 0,1 0 0,-1 1 0,-5 8 0,7-9 0,1-1 0,-1 1 0,1 0 0,0 0 0,0 0 0,0 0 0,0 1 0,1-1 0,0 0 0,0 0 0,0 0 0,0 0 0,0 0 0,1 1 0,0-1 0,0 0 0,0 0 0,0 0 0,1-1 0,2 5 0,4 9 0,2 0 0,0-1 0,1 0 0,22 24 0,59 52 0,-67-70 0,-1 0 0,-1 2 0,-1 1 0,35 52 0,-55-73 0,1 1 0,-1-1 0,0 1 0,0-1 0,-1 1 0,1 0 0,-1 0 0,0 0 0,0 0 0,-1 0 0,1 0 0,-1-1 0,-1 1 0,0 7 0,1-9 0,-1 0 0,0 1 0,-1-1 0,1 0 0,0-1 0,-1 1 0,0 0 0,1 0 0,-1-1 0,0 1 0,-1-1 0,1 1 0,0-1 0,-1 0 0,1 0 0,-1 0 0,0 0 0,1 0 0,-1-1 0,0 1 0,0-1 0,-6 2 0,3-1-44,0-1 0,0 1 0,0-1 0,-1-1 0,1 1 0,0-1 0,-1 0 0,1-1 0,0 1 0,-1-1 0,1 0 0,0-1 0,0 0 0,0 0 0,0 0 0,0 0 0,1-1 0,-1 0-1,1 0 1,-1-1 0,1 1 0,0-1 0,0-1 0,1 1 0,-1 0 0,1-1 0,0 0 0,1 0 0,-1 0 0,-3-7 0,-10-22-6782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3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 24575,'0'-3'0,"3"-1"0,1 3 0,0 5 0,-1 4 0,2 5 0,1 5 0,1 5 0,0 6 0,2 6 0,-1 6 0,-1 2 0,0 3 0,0-1 0,1-2 0,-1-3 0,-1-7-8191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4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88 396 24575,'-25'-65'0,"-6"-20"0,6-14 0,22 86 0,2-1 0,-1 1 0,1-1 0,1 0 0,2-19 0,-1 31 0,-1-1 0,0 1 0,1 0 0,-1 0 0,1 0 0,0 0 0,-1 0 0,1 0 0,0 0 0,0 0 0,1 1 0,-1-1 0,0 0 0,1 0 0,-1 1 0,1-1 0,-1 1 0,1 0 0,3-3 0,-3 3 0,1 0 0,0 0 0,0 0 0,-1 0 0,1 1 0,0-1 0,0 1 0,0 0 0,0 0 0,0 0 0,0 0 0,5 1 0,5 2 0,0 1 0,0 0 0,-1 1 0,1 0 0,12 8 0,9 6 0,0 1 0,-2 2 0,0 2 0,54 52 0,-70-60 0,0 1 0,-2 0 0,0 1 0,-1 1 0,-1 0 0,-1 1 0,0 0 0,-2 1 0,14 42 0,-20-54 0,-1 2 0,-1-1 0,0 0 0,0 0 0,-1 1 0,0-1 0,0 0 0,-2 0 0,1 0 0,-1 1 0,0-1 0,-1-1 0,-1 1 0,-6 15 0,7-19 0,-1-1 0,1 1 0,-1-1 0,0 0 0,-1 0 0,1 0 0,-1 0 0,0-1 0,0 0 0,0 0 0,-1 0 0,1-1 0,-1 0 0,0 0 0,0 0 0,0-1 0,0 0 0,0 0 0,-1 0 0,1-1 0,-1 0 0,1 0 0,-12-1 0,11 0-170,-1 0-1,0-1 0,1-1 1,-1 1-1,1-1 0,-1 0 1,-12-6-1,-9-7-6655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4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24575,'0'0'0,"0"0"0,1 0 0,-1-1 0,0 1 0,0 0 0,1 0 0,-1 0 0,0 0 0,0-1 0,1 1 0,-1 0 0,0 0 0,0 0 0,1 0 0,-1 0 0,0 0 0,1 0 0,-1 0 0,0 0 0,0 0 0,1 0 0,-1 0 0,0 0 0,1 0 0,-1 0 0,0 0 0,1 0 0,-1 0 0,0 0 0,0 0 0,1 1 0,-1-1 0,0 0 0,1 0 0,8 12 0,3 19 0,-12-30 0,26 97 0,21 149 0,-40-204 0,-2-1 0,-4-27 0,1 0 0,6 22 0,-8-36 0,0-1 0,0 0 0,0 0 0,0 0 0,0 0 0,0 1 0,0-1 0,0 0 0,0 0 0,0 0 0,0 0 0,0 1 0,0-1 0,0 0 0,0 0 0,0 0 0,0 0 0,0 0 0,0 1 0,0-1 0,0 0 0,0 0 0,0 0 0,0 0 0,1 0 0,-1 1 0,0-1 0,0 0 0,0 0 0,0 0 0,0 0 0,0 0 0,1 0 0,-1 0 0,0 0 0,0 0 0,0 0 0,0 0 0,1 0 0,-1 1 0,0-1 0,0 0 0,0 0 0,0 0 0,1 0 0,-1 0 0,0 0 0,0 0 0,0-1 0,0 1 0,1 0 0,3-11 0,2-19 0,-6 29 0,9-61 0,2 1 0,4 0 0,1 1 0,4 1 0,2 0 0,30-56 0,-51 113 0,31-49 0,-31 49 0,1 0 0,0-1 0,-1 1 0,1 0 0,0 0 0,0 1 0,0-1 0,0 0 0,1 1 0,-1-1 0,0 1 0,1 0 0,-1-1 0,1 1 0,-1 1 0,1-1 0,0 0 0,2 0 0,-4 1 0,0 0 0,0 0 0,0 1 0,0-1 0,0 0 0,0 1 0,-1-1 0,1 1 0,0-1 0,0 1 0,0-1 0,0 1 0,-1-1 0,1 1 0,0 0 0,-1-1 0,1 1 0,0 0 0,-1 0 0,1-1 0,-1 1 0,1 0 0,-1 0 0,0 0 0,1 0 0,-1 0 0,0 0 0,0 0 0,1-1 0,-1 1 0,0 0 0,0 2 0,-1 33 0,-2-20 0,-1-1 0,-1 1 0,0-1 0,-1 0 0,0 0 0,-2-1 0,0 0 0,0 0 0,-1-1 0,-14 17 0,10-15 0,-1-1 0,0 0 0,-1-1 0,0 0 0,-1-2 0,-1 0 0,-34 18 0,36-19 0,15-10 0,0 0 0,0 1 0,0-1 0,0 0 0,0 1 0,0-1 0,-1 0 0,1 0 0,0 1 0,0-1 0,0 0 0,0 1 0,0-1 0,0 0 0,0 0 0,0 1 0,0-1 0,0 0 0,1 1 0,-1-1 0,0 0 0,0 1 0,0-1 0,0 0 0,0 0 0,0 1 0,1-1 0,-1 0 0,0 1 0,3 1 0,0 0 0,0 0 0,0 0 0,0 0 0,0-1 0,6 3 0,-4-2 0,52 25 171,76 49 0,-104-57-513,0 2 1,-2 1 0,0 2-1,25 28 1,-37-34-6485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5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98 24575,'5'-5'0,"0"-1"0,0 0 0,0 0 0,-1 0 0,0 0 0,3-8 0,-6 12 0,0 1 0,-1 0 0,1-1 0,-1 1 0,0 0 0,1-1 0,-1 1 0,0-1 0,0 1 0,0 0 0,0-1 0,0 1 0,0-1 0,0 1 0,0-1 0,-1 1 0,1 0 0,0-1 0,-1 1 0,0 0 0,1-1 0,-1 1 0,0 0 0,1 0 0,-1 0 0,0-1 0,0 1 0,0 0 0,0 0 0,0 0 0,0 0 0,0 1 0,0-1 0,-1 0 0,1 0 0,0 1 0,0-1 0,-1 1 0,-2-2 0,4 2 0,-1 0 0,0 0 0,0-1 0,0 1 0,0 0 0,0 0 0,0 0 0,0 0 0,0 0 0,1 1 0,-1-1 0,0 0 0,0 0 0,0 0 0,0 1 0,0-1 0,1 0 0,-1 1 0,0-1 0,0 1 0,1-1 0,-1 1 0,0 0 0,0-1 0,1 1 0,-1-1 0,1 1 0,-1 0 0,1 0 0,-1-1 0,1 1 0,-1 0 0,1 0 0,0 0 0,-1 1 0,-10 33 0,7-13 31,1 0 0,1 0 0,1 1 0,1-1 0,1 0 0,1 1 0,1-1 0,1 0 1,1 0-1,10 26 0,-4-16-316,2 0 1,2 0-1,1-1 1,1-1-1,40 52 1,-19-35-6542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5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118 227 24575,'-19'-13'0,"-37"-27"0,51 36 0,1 0 0,0 0 0,0-1 0,0 1 0,0-1 0,0 0 0,1 0 0,-5-9 0,8 12 0,-1 0 0,1 1 0,-1-1 0,1 1 0,-1-1 0,1 0 0,0 1 0,0-1 0,0 0 0,0 1 0,0-1 0,0 0 0,1 0 0,-1 1 0,0-1 0,1 1 0,0-1 0,-1 0 0,2-1 0,0 0 0,0 0 0,0 0 0,0 1 0,0-1 0,1 1 0,-1-1 0,1 1 0,0 0 0,4-2 0,-1 0 0,1 0 0,1 1 0,-1 0 0,0 0 0,1 1 0,-1 0 0,16-2 0,-18 4 0,0 0 0,0 0 0,0 1 0,0 0 0,0 0 0,0 0 0,0 1 0,0 0 0,-1-1 0,1 2 0,-1-1 0,1 0 0,-1 1 0,0 0 0,0 0 0,0 0 0,0 1 0,-1-1 0,1 1 0,-1 0 0,0 0 0,4 6 0,3 6 0,-1 0 0,0 1 0,-1 0 0,9 30 0,-5-10 0,-1 1 0,-2 0 0,-2 0 0,4 69 0,-10-138 0,1 0 0,2 1 0,0 0 0,16-51 0,-12 54 0,2 0 0,0 1 0,2-1 0,1 2 0,27-41 0,-35 59 0,0 1 0,0 0 0,0 0 0,1 1 0,0-1 0,0 1 0,1 1 0,7-5 0,-12 8 0,1-1 0,-1 1 0,1 0 0,0 0 0,-1 0 0,1 0 0,0 1 0,0-1 0,0 1 0,0 0 0,-1 0 0,1 0 0,0 0 0,0 0 0,0 1 0,0-1 0,0 1 0,-1 0 0,1 0 0,0 0 0,-1 0 0,1 0 0,-1 0 0,1 1 0,3 2 0,0 1 0,0 1 0,0 0 0,0 0 0,-1 1 0,0-1 0,0 1 0,-1 1 0,0-1 0,4 10 0,25 74 0,-28-76 0,16 64 304,-11-41-1139,16 41 1,-16-55-5992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6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0 388 24575,'4'-8'0,"15"-33"0,-18 38 0,0 1 0,0-1 0,0 0 0,0 0 0,-1 1 0,0-1 0,1 0 0,-1 0 0,0 0 0,0 1 0,0-1 0,-2-4 0,-1 12 0,0 7 0,1 10 0,0 1 0,2-1 0,0 1 0,2-1 0,4 27 0,-4-39 0,0-1 0,1 1 0,0-1 0,0 0 0,1 0 0,0 0 0,0 0 0,1-1 0,1 0 0,-1 0 0,1 0 0,1 0 0,-1-1 0,12 9 0,-16-14 0,0 0 0,0-1 0,-1 0 0,1 0 0,0 1 0,1-1 0,-1 0 0,0-1 0,0 1 0,0 0 0,1-1 0,-1 1 0,0-1 0,0 1 0,1-1 0,3 0 0,-4-1 0,0 1 0,-1-1 0,1 1 0,0-1 0,-1 0 0,1 0 0,-1 0 0,1 0 0,-1 0 0,1 0 0,-1 0 0,0 0 0,1 0 0,-1-1 0,0 1 0,0-1 0,1-1 0,2-3 0,-1-1 0,0 0 0,0 0 0,-1 0 0,0 0 0,0-1 0,0 1 0,0-14 0,-1 7 0,-2 0 0,1 0 0,-2 0 0,0 1 0,0-1 0,-1 1 0,-1-1 0,0 1 0,-1 0 0,-1 0 0,0 1 0,0 0 0,-1 0 0,-1 0 0,0 1 0,0 0 0,-1 1 0,-1 0 0,0 0 0,0 1 0,-1 0 0,0 1 0,0 0 0,-15-7 0,43 21 0,0-1 0,0-1 0,1 0 0,-1-1 0,32 0 0,-39-2 0,49 4 0,0-3 0,0-3 0,0-2 0,107-20 0,-164 23 0,28-9 0,-29 9 0,0-1 0,1 1 0,-1-1 0,0 0 0,1 1 0,-1-1 0,0 0 0,0 0 0,1 0 0,-1 0 0,0 0 0,0 0 0,0 0 0,0-1 0,0 1 0,1-2 0,-2 2 0,0 1 0,0-1 0,0 1 0,0-1 0,0 1 0,0 0 0,0-1 0,0 1 0,0-1 0,0 1 0,0-1 0,-1 1 0,1-1 0,0 1 0,0-1 0,0 1 0,0 0 0,-1-1 0,1 1 0,0-1 0,-1 1 0,1 0 0,0-1 0,-1 1 0,1 0 0,0 0 0,-1-1 0,1 1 0,0 0 0,-1 0 0,1-1 0,-1 1 0,1 0 0,0 0 0,-1 0 0,1 0 0,-1-1 0,1 1 0,-1 0 0,1 0 0,-1 0 0,1 0 0,-1 0 0,1 0 0,-1 0 0,1 1 0,0-1 0,-1 0 0,1 0 0,-1 0 0,-26 5 0,20-1 0,0 0 0,0 0 0,1 0 0,-1 1 0,1 0 0,0 1 0,0-1 0,1 1 0,-1 0 0,1 1 0,1-1 0,-1 1 0,1 0 0,0 0 0,1 0 0,-3 9 0,1-5 0,2 0 0,-1 1 0,2-1 0,-1 1 0,2 0 0,-1 0 0,2 0 0,0 0 0,0 0 0,3 14 0,-2-20 0,0-1 0,0 0 0,1 0 0,0 1 0,0-1 0,1-1 0,-1 1 0,1 0 0,0 0 0,0-1 0,0 0 0,1 0 0,0 0 0,6 5 0,-4-3 0,1-2 0,0 1 0,1-1 0,-1 0 0,1-1 0,-1 1 0,1-2 0,16 5 0,-12-5 0,0 0 0,1-1 0,-1 0 0,1-1 0,0 0 0,-1-1 0,1 0 0,-1-1 0,0 0 0,1-1 0,-1-1 0,18-7 0,-25 8 0,0 0 0,1 0 0,-1 0 0,-1 0 0,1-1 0,-1 0 0,1 0 0,-1 0 0,0-1 0,0 1 0,-1-1 0,0 0 0,0 0 0,0 0 0,3-8 0,-3 4 0,-1 0 0,1 1 0,-2-1 0,0 0 0,0 0 0,0 0 0,-1 0 0,0 0 0,-2-11 0,-4-10 0,-1 0 0,-2 1 0,0 0 0,-25-51 0,9 27 0,-35-55 0,59 106 0,0 1 0,0-1 0,0 0 0,-1 0 0,1 1 0,-1-1 0,1 1 0,-1-1 0,1 1 0,-4-2 0,5 3 0,-1 0 0,1 0 0,0 0 0,0-1 0,-1 1 0,1 0 0,0 0 0,0 0 0,-1 0 0,1 0 0,0 0 0,0 0 0,-1 1 0,1-1 0,0 0 0,0 0 0,-1 0 0,1 0 0,0 0 0,0 0 0,0 0 0,-1 0 0,1 1 0,0-1 0,0 0 0,0 0 0,-1 0 0,1 0 0,0 1 0,0-1 0,-4 15 0,3 24 0,2 1 0,1 0 0,2-1 0,2 0 0,2 0 0,1 0 0,2-1 0,1-1 0,19 39 0,-24-61-227,1-1-1,0 1 1,1-1-1,1-1 1,13 16-1,-3-9-6598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6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16 332 24575,'0'-3'0,"-1"-1"0,1 1 0,0 0 0,1-1 0,-1 1 0,1-1 0,-1 1 0,1-1 0,0 1 0,0 0 0,0 0 0,1 0 0,-1-1 0,1 1 0,0 0 0,0 1 0,0-1 0,0 0 0,0 0 0,0 1 0,1 0 0,-1-1 0,1 1 0,0 0 0,0 0 0,0 0 0,0 1 0,5-3 0,17-9 0,-14 8 0,1 0 0,-2-1 0,1-1 0,-1 0 0,13-11 0,-20 16 0,-1-1 0,0 0 0,1 0 0,-1 0 0,0 0 0,-1 0 0,1 0 0,0-1 0,-1 1 0,0 0 0,0-1 0,0 1 0,0-1 0,0 1 0,-1-1 0,1 0 0,-1 1 0,0-1 0,0 0 0,-1 1 0,1-1 0,-1 1 0,-1-5 0,0 1 0,0 0 0,-1 0 0,0 1 0,0-1 0,-1 0 0,0 1 0,0 0 0,0 0 0,-9-9 0,11 13 0,0-1 0,-1 1 0,0-1 0,1 1 0,-1 0 0,0 0 0,0 0 0,0 1 0,0-1 0,0 1 0,0-1 0,0 1 0,-1 0 0,1 0 0,0 1 0,-1-1 0,1 1 0,0-1 0,-1 1 0,1 0 0,-1 0 0,-5 2 0,6-1 0,0 0 0,0 1 0,0-1 0,1 1 0,-1 0 0,1 0 0,-1 0 0,1 0 0,0 0 0,0 0 0,0 1 0,0-1 0,0 1 0,0 0 0,1-1 0,-1 1 0,-1 5 0,-2 5 0,0-1 0,-4 24 0,5-17 0,1 0 0,1 0 0,1 1 0,0-1 0,2 0 0,0 0 0,1 0 0,7 32 0,-7-44 0,0 1 0,1-1 0,-1 1 0,1-1 0,1 0 0,0 0 0,0 0 0,0-1 0,0 1 0,1-1 0,0 0 0,1 0 0,-1-1 0,1 0 0,0 0 0,1 0 0,-1-1 0,1 1 0,0-1 0,0-1 0,0 0 0,0 0 0,14 4 0,27-1-1365,-2-5-5461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17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36 24575,'-18'-10'0,"17"10"0,0 0 0,-1-1 0,1 1 0,0-1 0,0 0 0,0 1 0,-1-1 0,1 0 0,0 1 0,0-1 0,0 0 0,0 0 0,0 0 0,1 0 0,-2-2 0,1 3 0,1 0 0,0-1 0,0 1 0,0 0 0,0-1 0,0 1 0,0 0 0,0 0 0,0-1 0,0 1 0,0 0 0,0 0 0,0-1 0,0 1 0,1 0 0,-1-1 0,0 1 0,0 0 0,0 0 0,0-1 0,0 1 0,1 0 0,-1 0 0,0 0 0,0-1 0,0 1 0,1 0 0,-1 0 0,0 0 0,0-1 0,0 1 0,1 0 0,-1 0 0,0 0 0,1 0 0,-1 0 0,0 0 0,0 0 0,1 0 0,-1-1 0,1 1 0,13-2 0,-13 2 0,12-1 0,1 1 0,-1 0 0,0 1 0,1 1 0,-1 0 0,0 1 0,0 0 0,0 1 0,18 9 0,-13-5 0,-1 0 0,0 2 0,-1 0 0,0 1 0,29 26 0,-36-29 0,-1 1 0,0 0 0,0 1 0,-1 0 0,0 0 0,-1 0 0,0 1 0,-1 0 0,0 0 0,0 0 0,-2 1 0,1 0 0,-1 0 0,-1 0 0,0 0 0,-1 0 0,0 0 0,-1 0 0,0 0 0,-1 0 0,0 0 0,-1 1 0,0-2 0,-1 1 0,-1 0 0,0 0 0,0-1 0,-1 0 0,-12 21 0,5-16 57,0 1 0,0-2 0,-2 1 0,1-2 0,-27 21 0,12-13-626,-2-2 0,-39 22 0,-30 7-6257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3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 24575,'-3'0'0,"1"1"0,-1-1 0,0 1 0,0 0 0,1 0 0,-1 0 0,1 0 0,-4 2 0,0 6 0,6-8 0,0-1 0,0 1 0,1-1 0,-1 1 0,0-1 0,1 1 0,-1-1 0,0 0 0,1 1 0,-1-1 0,0 1 0,1-1 0,-1 0 0,1 1 0,-1-1 0,1 0 0,-1 0 0,1 1 0,-1-1 0,1 0 0,-1 0 0,1 0 0,1 1 0,11 2 0,0-1 0,0 0 0,1-1 0,-1 0 0,20-1 0,-1 0 0,849 7-2640,-554-4 286,51-1 1121,583 4-3277,2735 21 1158,-3382-24 3423,-246-2 54,603-9 4100,-607 2-3011,-62 6-1041,0 0 0,0-1-1,0 1 1,0-1 0,0 1 0,-1-1 0,1 0-1,0 0 1,0 1 0,-1-1 0,3-2-1,-4 3-236,0 0-1,0-1 1,0 1-1,1 0 1,-1 0-1,0-1 0,0 1 1,0 0-1,0-1 1,0 1-1,0 0 1,0-1-1,0 1 0,0 0 1,0-1-1,0 1 1,0 0-1,0-1 1,0 1-1,0 0 1,0-1-1,0 1 0,0 0 1,0-1-1,-1 1 1,1 0-1,0-1 1,0 1 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5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 24575,'-1'0'0,"1"0"0,0 0 0,0 0 0,0-1 0,-1 1 0,1 0 0,0 0 0,0 0 0,0-1 0,0 1 0,-1 0 0,1 0 0,0 0 0,0-1 0,0 1 0,0 0 0,0 0 0,0-1 0,0 1 0,0 0 0,0 0 0,0-1 0,0 1 0,0 0 0,0-1 0,0 1 0,0 0 0,0 0 0,0-1 0,0 1 0,0 0 0,0 0 0,0-1 0,0 1 0,0 0 0,1-1 0,10-4 0,16 2 0,-27 3 0,18-1 0,0 2 0,1 0 0,-1 1 0,-1 0 0,1 2 0,0 0 0,20 8 0,-13-2 0,-2 1 0,1 1 0,-1 1 0,30 22 0,-12-1 0,0 1 0,-2 2 0,-2 2 0,42 57 0,-33-34 0,-3 2 0,-3 2 0,-2 1 0,-4 3 0,43 120 0,-57-127 0,-3 0 0,-2 2 0,-4 0 0,-2 0 0,-3 1 0,-5 128 0,-4-160-1365,-2-7-5461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5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16 24575,'-20'2'0,"20"-2"0,0 1 0,-1-1 0,1 0 0,0 0 0,0 0 0,-1 0 0,1 0 0,0 0 0,0 0 0,0 1 0,-1-1 0,1 0 0,0 0 0,0 0 0,0 0 0,0 1 0,0-1 0,-1 0 0,1 0 0,0 0 0,0 1 0,0-1 0,0 0 0,0 0 0,0 1 0,0-1 0,0 0 0,0 0 0,0 0 0,0 1 0,0-1 0,0 0 0,0 0 0,0 1 0,0-1 0,1 3 0,1 0 0,0-1 0,0 1 0,1-1 0,-1 0 0,0 0 0,1 0 0,-1 0 0,4 2 0,25 18 0,1-2 0,1 0 0,0-3 0,39 15 0,-45-22 0,1-1 0,1-1 0,-1-1 0,1-2 0,54 4 0,-70-9 0,-1 0 0,0-1 0,1-1 0,-1 0 0,0 0 0,0-1 0,0-1 0,0 0 0,-1 0 0,1-1 0,-1-1 0,11-7 0,-8 3 0,0-1 0,-1 0 0,0-1 0,-1-1 0,0 0 0,-1 0 0,0-1 0,8-16 0,4-2 0,-19 28 342,-5 10-2049,-4 4-5119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6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195 193 24575,'1'1'0,"-1"1"0,0-1 0,1 0 0,-1 1 0,1-1 0,0 0 0,-1 1 0,1-1 0,0 0 0,0 0 0,0 0 0,0 1 0,0-1 0,0 0 0,0 0 0,0-1 0,0 1 0,0 0 0,0 0 0,1 0 0,-1-1 0,3 2 0,34 12 0,-32-13 0,0 0 0,-1 0 0,1 0 0,0-1 0,-1 0 0,1 0 0,-1-1 0,1 1 0,-1-1 0,1-1 0,-1 1 0,1-1 0,-1 0 0,0 0 0,0 0 0,0-1 0,0 1 0,0-1 0,-1 0 0,1-1 0,-1 1 0,6-8 0,-6 8 0,-1-1 0,0 1 0,0-1 0,0 0 0,-1 0 0,1-1 0,-1 1 0,0 0 0,0-1 0,0 1 0,1-7 0,-3 8 0,1-1 0,-1 1 0,0 0 0,0-1 0,0 1 0,0 0 0,0-1 0,-1 1 0,0 0 0,0 0 0,0-1 0,0 1 0,0 0 0,0 0 0,-1 0 0,0 0 0,-2-4 0,-2 0 0,-1 1 0,1-1 0,-1 1 0,0 0 0,-1 1 0,1 0 0,-1 0 0,0 1 0,0-1 0,-1 2 0,1-1 0,-1 1 0,0 1 0,1-1 0,-1 2 0,0-1 0,-12 0 0,10 1 0,0 1 0,0 0 0,-1 0 0,1 1 0,0 1 0,0 0 0,1 0 0,-1 1 0,0 0 0,1 1 0,-1 0 0,1 1 0,-18 11 0,22-11 0,0 0 0,0 0 0,0 1 0,1 0 0,0 0 0,0 0 0,0 0 0,1 1 0,0 0 0,0 0 0,0 0 0,1 0 0,-3 10 0,4-7 0,0 1 0,0-1 0,1 1 0,1-1 0,-1 1 0,2-1 0,-1 1 0,1-1 0,4 13 0,-1-7 0,0 0 0,2 0 0,0-1 0,0 0 0,2 0 0,0-1 0,0 0 0,2 0 0,-1-1 0,2 0 0,0-1 0,21 20 0,-17-21-91,0-1 0,0 0 0,1-1 0,0-1 0,0 0 0,1-2 0,0 0 0,0 0 0,1-2 0,0 0 0,-1-1 0,1 0 0,0-2 0,29-1 0,4-4-6735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7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24575,'-2'0'0,"-2"3"0,0 4 0,1 3 0,1 7 0,4 3 0,1 3 0,6 8 0,5 4 0,2 2 0,3-2 0,2-2 0,2 0 0,3-3 0,-1-3 0,-1-4 0,-2-5 0,-5-6-8191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7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242 163 24575,'-14'-45'0,"7"21"0,-19-44 0,25 66 0,0 0 0,0 0 0,0 0 0,0 1 0,0-1 0,0 0 0,-1 1 0,1-1 0,0 1 0,-1-1 0,1 1 0,-1 0 0,0 0 0,-1-2 0,2 3 0,0 0 0,0 0 0,0 0 0,0 0 0,0 0 0,0 0 0,0 0 0,0 0 0,0 1 0,0-1 0,0 0 0,0 1 0,0-1 0,0 0 0,0 1 0,0-1 0,0 1 0,0 0 0,1-1 0,-1 1 0,0 0 0,0-1 0,1 1 0,-1 0 0,0 0 0,1 0 0,-1-1 0,1 1 0,-1 2 0,-14 22 0,2 0 0,0 1 0,2 1 0,1 0 0,-7 33 0,-2 1 0,-23 86-1365,34-109-5461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7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81 24575,'-2'0'0,"-1"-1"0,1 0 0,0 1 0,0-1 0,0 0 0,0 0 0,0 0 0,1 0 0,-1-1 0,0 1 0,0 0 0,1-1 0,-1 1 0,1-1 0,-1 0 0,0-1 0,1 2 0,0 0 0,0 0 0,0 0 0,0 0 0,0 0 0,1-1 0,-1 1 0,0 0 0,1 0 0,-1 0 0,1-1 0,0 1 0,-1 0 0,1 0 0,0-1 0,0 1 0,0 0 0,-1-1 0,1 1 0,1 0 0,-1-1 0,0 1 0,0 0 0,0-1 0,1 1 0,0-2 0,-1 3 0,0 0 0,1-1 0,-1 1 0,0 0 0,0 0 0,1-1 0,-1 1 0,0 0 0,0 0 0,1-1 0,-1 1 0,0 0 0,1 0 0,-1 0 0,0 0 0,1 0 0,-1 0 0,0 0 0,1-1 0,-1 1 0,0 0 0,1 0 0,-1 0 0,1 0 0,-1 0 0,0 1 0,1-1 0,-1 0 0,0 0 0,1 0 0,11 10 0,8 18 0,-19-26 0,13 26 0,-1 1 0,-1 0 0,-1 0 0,11 54 0,8 90 0,-38-234 0,1-68 0,7 109 0,1-1 0,1 1 0,1 0 0,0 0 0,2 1 0,0-1 0,12-27 0,-15 42 0,1-1 0,0 1 0,0 0 0,1 0 0,-1 0 0,1 1 0,6-6 0,-9 9 0,0 0 0,0 0 0,0 0 0,0 0 0,0 0 0,0 1 0,0-1 0,0 0 0,1 1 0,-1-1 0,0 1 0,0 0 0,1-1 0,-1 1 0,0 0 0,1 0 0,-1 0 0,0-1 0,1 2 0,-1-1 0,0 0 0,1 0 0,-1 0 0,0 1 0,1-1 0,-1 0 0,0 1 0,0-1 0,1 1 0,-1 0 0,0-1 0,0 1 0,0 0 0,0 0 0,0-1 0,0 1 0,0 0 0,1 2 0,3 3 0,-1 0 0,0 0 0,-1 0 0,1 1 0,-1-1 0,0 1 0,-1 0 0,0 0 0,0 0 0,0 0 0,0 9 0,1 9 0,-1-1 0,-2 26 0,-2-28 0,-1 0 0,-8 33 0,2-17 0,13-38 0,4-10 0,11-12 0,1-4 0,0 2 0,2 0 0,1 1 0,1 2 0,35-25 0,-54 43 0,0 0 0,0 0 0,1 0 0,-1 1 0,1-1 0,0 2 0,0-1 0,0 0 0,-1 1 0,12-1 0,-14 3 0,0-1 0,0 0 0,0 1 0,0-1 0,-1 1 0,1 0 0,0 0 0,-1 0 0,1 0 0,0 0 0,-1 0 0,1 1 0,-1 0 0,0-1 0,1 1 0,-1 0 0,0 0 0,0 0 0,0 0 0,-1 0 0,1 1 0,0-1 0,-1 1 0,2 3 0,3 9-17,-1 0 1,0 1-1,-1-1 0,-1 1 0,-1-1 0,1 18 1,1 1-1232,0-7-5578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8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1 125 24575,'3'-9'0,"0"1"0,0 0 0,3-17 0,-5 19 0,0 0 0,1 0 0,-1 0 0,1 1 0,0-1 0,1 0 0,-1 1 0,1 0 0,7-10 0,-9 14 0,0 0 0,0 0 0,0 1 0,0-1 0,1 0 0,-1 0 0,0 1 0,1-1 0,-1 1 0,0-1 0,1 1 0,-1 0 0,1 0 0,-1-1 0,1 1 0,-1 0 0,0 0 0,1 0 0,-1 1 0,1-1 0,-1 0 0,1 0 0,-1 1 0,0-1 0,1 1 0,-1-1 0,0 1 0,1 0 0,-1-1 0,0 1 0,0 0 0,1 0 0,-1 0 0,1 1 0,7 5 0,-1 1 0,0-1 0,9 12 0,-14-15 0,22 25 0,-2 1 0,-2 1 0,-1 0 0,32 69 0,-49-94 0,-1 0 0,0 0 0,0 1 0,0-1 0,-1 1 0,0 0 0,0-1 0,-1 1 0,1 0 0,-2-1 0,1 1 0,-1 0 0,-2 8 0,2-10 0,-1 0 0,0 0 0,0-1 0,0 1 0,0-1 0,-1 1 0,0-1 0,0 0 0,0 0 0,-1 0 0,1-1 0,-1 1 0,0-1 0,0 0 0,0 0 0,0 0 0,-1-1 0,-4 3 0,2-2 0,0 0 0,0 0 0,0-1 0,0 0 0,0-1 0,-1 1 0,1-2 0,-10 1 0,15-1 0,1 1 0,-1-1 0,0 0 0,1-1 0,-1 1 0,0 0 0,1-1 0,-1 1 0,0 0 0,1-1 0,-1 0 0,1 1 0,-1-1 0,1 0 0,-1 0 0,1 0 0,-1 0 0,1 0 0,0 0 0,0 0 0,0-1 0,-1 1 0,1 0 0,0-1 0,1 1 0,-1-1 0,0 1 0,0-1 0,1 1 0,-1-1 0,0 1 0,1-1 0,0 0 0,-1 1 0,1-1 0,0 0 0,0 1 0,0-1 0,0 0 0,0 0 0,1-2 0,0-2 0,0 1 0,1-1 0,0 1 0,0 0 0,0 0 0,0-1 0,1 1 0,0 1 0,0-1 0,0 0 0,1 1 0,3-5 0,9-7 0,28-23 0,-39 35 0,110-83 0,-67 53 0,74-69 0,-119 101 0,-1 0 0,1 0 0,-1-1 0,0 1 0,0-1 0,0 1 0,0-1 0,0 0 0,-1 0 0,1 0 0,-1 0 0,0 0 0,2-6 0,-3 8 0,0 1 0,0 0 0,-1 0 0,1-1 0,0 1 0,0 0 0,-1 0 0,1 0 0,0 0 0,0-1 0,-1 1 0,1 0 0,0 0 0,-1 0 0,1 0 0,0 0 0,-1 0 0,1 0 0,0 0 0,0 0 0,-1 0 0,1 0 0,0 0 0,-1 0 0,1 0 0,0 0 0,-1 0 0,1 0 0,0 0 0,-1 0 0,1 0 0,0 0 0,0 0 0,-1 1 0,1-1 0,0 0 0,0 0 0,-1 0 0,1 1 0,0-1 0,0 0 0,-1 0 0,1 0 0,0 1 0,0-1 0,-15 11 0,6-2 0,0 0 0,1 1 0,0 0 0,1 1 0,0-1 0,0 2 0,2-1 0,-1 0 0,1 1 0,1 0 0,-5 20 0,7-24 0,0 0 0,1-1 0,0 1 0,0 0 0,1 0 0,0 0 0,0 0 0,1 0 0,0 0 0,1 0 0,0 0 0,0 0 0,0-1 0,1 1 0,0-1 0,1 1 0,0-1 0,0-1 0,7 11 0,18 11-1365,2-6-5461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8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313 131 24575,'0'-4'0,"1"-1"0,0 1 0,0-1 0,0 1 0,3-8 0,-3 9 0,0 0 0,0 0 0,0 0 0,0-1 0,-1 1 0,1 0 0,-1-1 0,0 1 0,1-1 0,-2 1 0,1 0 0,-1-5 0,1 5 0,-1 1 0,0-1 0,0 1 0,0 0 0,0-1 0,0 1 0,0 0 0,0-1 0,-1 1 0,1 0 0,-1 0 0,0 0 0,1 0 0,-1 0 0,0 1 0,0-1 0,0 0 0,0 1 0,-1 0 0,1-1 0,0 1 0,-1 0 0,1 0 0,0 0 0,-1 1 0,1-1 0,-1 1 0,0-1 0,1 1 0,-1 0 0,1 0 0,-1 0 0,1 0 0,-1 0 0,0 0 0,1 1 0,-5 1 0,-3 1 0,0 0 0,1 0 0,-1 1 0,1 1 0,0 0 0,0 0 0,0 1 0,-9 8 0,3-1 0,1 1 0,1 0 0,0 1 0,1 1 0,0 0 0,2 0 0,0 1 0,1 1 0,0-1 0,-6 23 0,10-26 0,1-1 0,0 2 0,1-1 0,0 0 0,2 1 0,-1-1 0,2 1 0,0-1 0,1 1 0,0-1 0,1 1 0,1-1 0,0 0 0,7 20 0,-6-26 22,0 0-1,0-1 0,0 1 1,1-1-1,1 0 0,-1 0 1,1-1-1,0 1 0,0-1 1,1-1-1,0 1 0,0-1 1,0 0-1,1-1 0,14 7 1,-5-4-266,0-2 0,0 1 0,0-2 0,1-1 1,0 0-1,28 1 0,22-3-6582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9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146 264 24575,'1'-3'0,"0"-1"0,0 1 0,0-1 0,1 1 0,0 0 0,0 0 0,0 0 0,0 0 0,0 0 0,0 0 0,1 1 0,3-4 0,1-1 0,2-4 0,47-56 0,-51 60 0,0-1 0,0 0 0,-1 0 0,0 0 0,0 0 0,-1-1 0,3-12 0,-5 19 0,-1 0 0,0 0 0,0 0 0,1 0 0,-1 0 0,0 0 0,0 1 0,-1-1 0,1 0 0,0 0 0,-1 0 0,1 0 0,-1 0 0,1 1 0,-1-1 0,0 0 0,0 1 0,0-1 0,0 0 0,-1-1 0,0 1 0,0 0 0,-1 1 0,1-1 0,0 1 0,0-1 0,-1 1 0,1 0 0,-1 0 0,1 0 0,-1 0 0,1 1 0,-1-1 0,-2 0 0,-4 0 0,0 1 0,-1 0 0,1 0 0,0 1 0,0 0 0,0 0 0,-14 5 0,14-3 0,0 0 0,0 1 0,0 1 0,1-1 0,-1 1 0,1 1 0,0-1 0,1 2 0,-1-1 0,1 1 0,0 0 0,1 0 0,0 1 0,0 0 0,-8 15 0,10-17 0,2 0 0,-1 0 0,1 1 0,0-1 0,0 0 0,0 1 0,1 0 0,0-1 0,1 1 0,-1 0 0,1-1 0,1 1 0,-1 0 0,1-1 0,0 1 0,1 0 0,-1-1 0,1 1 0,1-1 0,-1 0 0,1 0 0,0 0 0,7 10 0,-1-5 0,0 0 0,0 0 0,2-1 0,-1 0 0,1 0 0,1-1 0,0-1 0,17 9 0,13 5 0,55 19 0,-2-1 0,-91-38 0,0 0 0,0 0 0,0 1 0,-1-1 0,1 1 0,0 0 0,4 5 0,-7-7 0,0 0 0,-1 0 0,1 0 0,0 0 0,-1 0 0,1 0 0,-1 0 0,0 0 0,1 0 0,-1 0 0,0 0 0,0 0 0,1 1 0,-1-1 0,0 0 0,0 0 0,0 0 0,0 0 0,-1 0 0,1 0 0,0 1 0,0-1 0,-1 0 0,1 0 0,-1 0 0,1 0 0,-1 0 0,1 0 0,-1 0 0,1 0 0,-1 0 0,0-1 0,0 1 0,-1 1 0,-5 5 0,0-1 0,-1 0 0,0 0 0,0-1 0,0 0 0,-1 0 0,0-1 0,0 0 0,-15 4 0,0-1 0,0-1 0,-39 4 0,24-8-1365,6-3-5461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49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17 107 24575,'0'-4'0,"0"0"0,0 1 0,0-1 0,-1 0 0,1 1 0,-1-1 0,0 0 0,0 1 0,0-1 0,0 1 0,-4-7 0,5 10 0,0 0 0,0 0 0,0 0 0,-1 0 0,1 1 0,0-1 0,0 0 0,0 0 0,-1 0 0,1 0 0,0 0 0,0 0 0,0 0 0,-1 0 0,1 0 0,0 1 0,0-1 0,0 0 0,0 0 0,-1 0 0,1 0 0,0 1 0,0-1 0,0 0 0,0 0 0,0 0 0,0 0 0,0 1 0,0-1 0,0 0 0,-1 0 0,1 0 0,0 1 0,0-1 0,0 0 0,0 0 0,0 0 0,0 1 0,0-1 0,0 0 0,0 0 0,1 1 0,-1-1 0,0 0 0,0 0 0,0 1 0,-1 13 0,4 36 0,3 0 0,18 70 0,-23-112 0,6 20 0,-6-27 0,-1 0 0,0 0 0,1 1 0,-1-1 0,1 0 0,-1 0 0,1 0 0,0 0 0,0 0 0,-1 0 0,1 0 0,0 0 0,0 0 0,0 0 0,0 0 0,2 1 0,-3-3 0,1 1 0,0 0 0,0 0 0,-1 0 0,1-1 0,-1 1 0,1 0 0,0-1 0,-1 1 0,1-1 0,-1 1 0,1-1 0,0 1 0,-1-1 0,0 1 0,1-1 0,-1 1 0,1-1 0,-1 0 0,0 1 0,1-1 0,-1 0 0,0 1 0,0-1 0,1-1 0,8-21 0,-8 21 0,6-21 0,42-107 0,-40 108 0,1 2 0,1-1 0,28-36 0,-36 53 0,0 0 0,0 0 0,1 1 0,-1-1 0,1 1 0,0 0 0,0 0 0,1 0 0,-1 1 0,7-4 0,-10 6 0,1-1 0,0 1 0,0-1 0,0 1 0,0 0 0,0 0 0,1 0 0,-1 0 0,0 0 0,0 0 0,0 1 0,0-1 0,0 1 0,-1-1 0,1 1 0,0 0 0,0-1 0,0 1 0,0 0 0,-1 0 0,1 1 0,0-1 0,-1 0 0,1 0 0,-1 1 0,1-1 0,-1 1 0,2 2 0,5 8-151,0 1-1,-1 0 0,-1 1 0,0 0 1,0 0-1,-1 0 0,-1 1 1,4 23-1,3 22-6674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0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4 130 24575,'-1'-27'0,"0"21"0,0-1 0,1 0 0,-1 0 0,2 0 0,-1 0 0,1 0 0,0 0 0,1 0 0,-1 0 0,1 0 0,4-7 0,-5 13 0,-1 0 0,1 0 0,0 0 0,0 0 0,0 0 0,0 0 0,-1 1 0,1-1 0,0 0 0,0 1 0,0-1 0,1 1 0,-1-1 0,0 1 0,0-1 0,0 1 0,0 0 0,0-1 0,1 1 0,-1 0 0,0 0 0,0 0 0,0 0 0,1 0 0,-1 0 0,0 0 0,0 1 0,0-1 0,0 0 0,1 1 0,-1-1 0,0 1 0,0-1 0,0 1 0,0-1 0,0 1 0,0 0 0,0 0 0,0-1 0,1 3 0,4 2 0,0 0 0,0 1 0,0 0 0,8 12 0,-1 3 0,-1 0 0,0 0 0,-2 1 0,0 1 0,7 26 0,24 121 0,-26-82-227,-3 1-1,-5 0 1,-3 0-1,-5 0 1,-14 114-1,7-144-6598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1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0 24575,'-11'2'0,"10"2"0,14 11 0,228 171 0,-225-174 0,1-2 0,0 0 0,1-1 0,21 8 0,-33-15 0,0 0 0,0 0 0,0-1 0,0 0 0,0 0 0,0-1 0,0 1 0,0-1 0,1-1 0,-1 1 0,0-1 0,0 0 0,0 0 0,0-1 0,0 0 0,0 0 0,8-4 0,1-3 0,-1-1 0,0-1 0,0 0 0,-1 0 0,-1-2 0,0 1 0,-1-2 0,0 1 0,18-30 0,-28 37-1365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1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501 69 24575,'3'-1'0,"-1"1"0,1-1 0,-1 0 0,1 0 0,-1 0 0,0 0 0,1 0 0,-1 0 0,0-1 0,0 1 0,0-1 0,0 1 0,0-1 0,0 0 0,0 0 0,-1 0 0,3-3 0,-3 4 0,0 1 0,-1-1 0,1 0 0,-1 0 0,1 0 0,-1 1 0,1-1 0,-1 0 0,0 0 0,1 0 0,-1 0 0,0 0 0,0 0 0,1 0 0,-1 0 0,0 1 0,0-1 0,0 0 0,0 0 0,0 0 0,0 0 0,-1 0 0,1 0 0,0 0 0,0 0 0,-1 0 0,1 0 0,0 0 0,-1 1 0,1-1 0,-1 0 0,1 0 0,-1 0 0,0 1 0,1-1 0,-1 0 0,0 1 0,1-1 0,-1 1 0,0-1 0,0 1 0,0-1 0,1 1 0,-1-1 0,0 1 0,0 0 0,0-1 0,-2 1 0,-3-2 0,0 1 0,-1 0 0,1 0 0,-1 1 0,1 0 0,-1 0 0,1 1 0,-1 0 0,1 0 0,0 0 0,-1 1 0,-10 4 0,-1 1 0,0 2 0,-33 20 0,21-9 0,1 2 0,1 1 0,2 1 0,0 1 0,1 2 0,2 0 0,1 2 0,1 0 0,1 2 0,2 0 0,1 1 0,-22 57 0,33-72 0,1 0 0,1 0 0,1 1 0,0-1 0,1 1 0,1 0 0,1 18 0,0-27 0,1 0 0,1-1 0,-1 1 0,2-1 0,-1 0 0,1 0 0,0 0 0,0 0 0,1 0 0,0-1 0,1 1 0,0-1 0,0 0 0,0-1 0,1 1 0,10 9 0,-5-9 25,-1 1-1,1-1 0,1-1 1,-1 0-1,1-1 1,0 0-1,0 0 0,1-2 1,-1 1-1,1-2 0,0 0 1,0 0-1,14 0 1,8-2-452,-1-2 0,1 0 1,55-13-1,-9-3-6399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2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265 519 24575,'5'-10'0,"-1"1"0,0-1 0,-1 0 0,0 0 0,0-1 0,-1 1 0,0 0 0,0-16 0,-2 22 0,0 0 0,0 1 0,-1-1 0,0 1 0,1-1 0,-1 1 0,0 0 0,0-1 0,-1 1 0,1 0 0,-1 0 0,0 0 0,0 0 0,0 0 0,0 0 0,0 0 0,0 1 0,-1-1 0,0 1 0,1-1 0,-1 1 0,0 0 0,0 0 0,0 0 0,0 1 0,0-1 0,-1 1 0,-4-2 0,2 2 0,1 0 0,-1 0 0,0 0 0,0 1 0,1 0 0,-1 0 0,0 1 0,0-1 0,1 1 0,-1 0 0,0 1 0,1-1 0,-1 1 0,1 0 0,0 1 0,-9 4 0,2 0 0,1 0 0,0 1 0,0 0 0,1 1 0,0 0 0,-9 12 0,13-14 0,2-1 0,-1 1 0,1 0 0,0 0 0,0 1 0,1-1 0,0 1 0,0 0 0,1-1 0,0 1 0,0 0 0,1 1 0,0-1 0,1 0 0,0 0 0,0 0 0,0 0 0,3 11 0,-2-12 0,1 0 0,0 0 0,0-1 0,1 1 0,-1-1 0,1 0 0,1 1 0,-1-1 0,1-1 0,0 1 0,1-1 0,-1 1 0,1-1 0,0-1 0,0 1 0,1-1 0,-1 1 0,1-2 0,0 1 0,0-1 0,12 6 0,-5-5 0,0-1 0,0 0 0,0-1 0,1 0 0,-1-1 0,1-1 0,-1 0 0,1-1 0,-1 0 0,0-1 0,1 0 0,-1-1 0,0-1 0,0 0 0,16-8 0,-22 9 0,1-1 0,-1-1 0,0 1 0,0-1 0,0 0 0,-1-1 0,0 0 0,0 0 0,0 0 0,-1 0 0,6-9 0,-7 9 0,-1 0 0,0 0 0,-1-1 0,0 1 0,0-1 0,0 1 0,-1-1 0,0 1 0,0-1 0,0 0 0,-1 0 0,0 1 0,0-1 0,-1 0 0,-2-9 0,1 7 0,-1-1 0,0 1 0,-1 0 0,0 0 0,-1 1 0,1-1 0,-2 1 0,1 0 0,-1 0 0,0 1 0,-1-1 0,0 1 0,0 1 0,0 0 0,-16-11 0,12 10 0,-1 0 0,0 1 0,0 0 0,0 1 0,-1 0 0,0 1 0,1 0 0,-2 1 0,1 1 0,0 0 0,-14 0 0,24 2 0,1 0 0,-1 0 0,0 1 0,1-1 0,-1 1 0,0 0 0,1 0 0,-1 0 0,-3 1 0,6-1 0,-1-1 0,1 0 0,0 0 0,-1 1 0,1-1 0,0 0 0,-1 1 0,1-1 0,0 0 0,-1 1 0,1-1 0,0 0 0,0 1 0,0-1 0,-1 1 0,1-1 0,0 0 0,0 1 0,0-1 0,0 1 0,0-1 0,-1 1 0,1 0 0,1-1 0,-1 1 0,0 0 0,1 0 0,-1-1 0,0 1 0,1 0 0,-1-1 0,1 1 0,-1 0 0,1-1 0,-1 1 0,1 0 0,-1-1 0,1 1 0,0-1 0,-1 1 0,1-1 0,1 1 0,11 5 0,2 1 0,-1-2 0,1 0 0,-1-1 0,1 0 0,0-2 0,16 2 0,-10-1 0,47 7 0,109 2 0,-135-13 0,0-1 0,0-2 0,76-17 0,-104 17 0,0 0 0,0-1 0,20-10 0,-31 13 0,0 1 0,0-1 0,0 0 0,0 0 0,-1-1 0,1 1 0,-1 0 0,0-1 0,4-4 0,-5 5 0,-1 1 0,1 0 0,0-1 0,-1 1 0,1-1 0,-1 1 0,0-1 0,1 0 0,-1 1 0,0-1 0,0 1 0,0-1 0,0 0 0,0 1 0,0-1 0,-1 1 0,1-1 0,0 1 0,-1-1 0,0 1 0,0-3 0,0 3 0,1-1 0,-1 1 0,0 0 0,0 0 0,1 0 0,-1 0 0,0 0 0,0 0 0,0 0 0,0 0 0,0 1 0,0-1 0,0 0 0,0 0 0,-1 1 0,1-1 0,0 1 0,0-1 0,-1 1 0,-1-1 0,0 1 0,0-1 0,0 1 0,0 0 0,0 1 0,0-1 0,1 0 0,-1 1 0,-6 1 0,0 1 0,0 1 0,1 0 0,-1 0 0,-13 10 0,11-5 0,1 0 0,-1 0 0,2 1 0,0 0 0,0 0 0,1 1 0,0 0 0,1 1 0,0 0 0,1 0 0,0 0 0,1 1 0,0 0 0,-5 24 0,9-30 0,-1 0 0,1 1 0,1-1 0,-1 0 0,1 1 0,0-1 0,1 1 0,0-1 0,0 0 0,1 1 0,-1-1 0,2 0 0,-1 0 0,1 0 0,0 0 0,0-1 0,1 1 0,0-1 0,0 0 0,1 0 0,-1 0 0,1-1 0,1 1 0,-1-1 0,1-1 0,-1 1 0,1-1 0,9 5 0,-4-3 0,0-1 0,0-1 0,0 0 0,0 0 0,1-1 0,-1 0 0,1-1 0,0-1 0,0 0 0,0 0 0,0-1 0,-1-1 0,1 0 0,0-1 0,0 0 0,-1 0 0,20-8 0,-19 5 0,0 0 0,0 0 0,-1-2 0,0 1 0,0-1 0,0-1 0,-1 0 0,0 0 0,-1-1 0,0-1 0,0 1 0,-1-1 0,0-1 0,-1 1 0,0-1 0,6-15 0,-3 1 0,-1 0 0,-2 0 0,0-1 0,-2 0 0,-1 0 0,2-40 0,-5 6 0,-13-106 0,11 155 0,0-1 0,-1 1 0,-1-1 0,-7-19 0,10 31 0,0-1 0,0 0 0,0 1 0,-1-1 0,1 1 0,0-1 0,0 0 0,-1 1 0,1-1 0,0 1 0,-1-1 0,1 1 0,-1-1 0,1 1 0,-1 0 0,1-1 0,-1 1 0,1-1 0,-1 1 0,1 0 0,-1-1 0,1 1 0,-1 0 0,0 0 0,1-1 0,-1 1 0,1 0 0,-1 0 0,0 0 0,0 0 0,0 1 0,0-1 0,0 1 0,0 0 0,1-1 0,-1 1 0,0 0 0,1-1 0,-1 1 0,0 0 0,1 0 0,-1 0 0,1-1 0,-1 1 0,1 0 0,-1 1 0,-12 41 0,6-9 0,1 1 0,3 0 0,0 1 0,5 59 0,-1-76 0,2 0 0,0 0 0,1 0 0,1-1 0,1 1 0,0-1 0,2 0 0,0-1 0,1 0 0,14 22 0,-20-36 0,0 1 0,0 0 0,0-1 0,1 0 0,-1 0 0,1 0 0,0 0 0,0 0 0,0-1 0,0 0 0,0 0 0,0 0 0,1 0 0,-1 0 0,1-1 0,-1 0 0,1 0 0,0 0 0,5 0 0,-1-2 0,1 1 0,-1-1 0,0 0 0,0-1 0,0 0 0,0 0 0,0-1 0,15-7 0,-1 1 0,1 1 0,0 2 0,0 0 0,40-4 0,-35 7 0,0-2 0,48-15 0,-71 17 0,-1 1 0,0-1 0,0 1 0,-1-1 0,1-1 0,0 1 0,-1-1 0,0 1 0,0-1 0,0 0 0,-1-1 0,1 1 0,-1-1 0,0 0 0,0 1 0,0-1 0,-1-1 0,0 1 0,0 0 0,0 0 0,-1-1 0,1 1 0,0-9 0,-1 5 0,-1 0 0,1 1 0,-2-1 0,1 0 0,-1 1 0,0-1 0,-1 0 0,0 1 0,0 0 0,-1-1 0,0 1 0,0 0 0,-1 0 0,-8-11 0,11 16 0,-1 1 0,1-1 0,-1 1 0,0 0 0,0 0 0,0 0 0,0 0 0,0 0 0,-1 0 0,1 0 0,0 1 0,-1-1 0,1 1 0,-1 0 0,0-1 0,0 1 0,1 1 0,-1-1 0,0 0 0,0 1 0,0-1 0,0 1 0,0 0 0,1 0 0,-1 0 0,0 0 0,0 0 0,0 1 0,-4 1 0,1 0 0,0 1 0,1 0 0,-1 0 0,1 0 0,0 1 0,0-1 0,0 1 0,0 1 0,1-1 0,0 1 0,0 0 0,-6 9 0,2-2 0,1 0 0,1 1 0,0 0 0,0 0 0,2 0 0,0 1 0,0 0 0,1 0 0,1 0 0,0 0 0,1 0 0,0 0 0,3 26 0,-1-30 0,1-1 0,-1 1 0,2 0 0,-1-1 0,1 0 0,1 0 0,0 0 0,0 0 0,0 0 0,1-1 0,1 0 0,-1 0 0,1 0 0,1-1 0,0 1 0,0-2 0,0 1 0,0-1 0,1 0 0,16 9 0,23 4-1365,-2-7-5461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3.2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69 24575,'-9'-7'0,"-2"-1"0,1 1 0,-1 1 0,0 0 0,0 0 0,-1 1 0,-16-5 0,-1-1 0,29 11 0,0 0 0,0 0 0,0 0 0,0 0 0,0 0 0,0 0 0,0 0 0,0 0 0,0 0 0,0 0 0,0 0 0,0 0 0,0 0 0,0 0 0,0-1 0,1 1 0,-1 0 0,0 0 0,0 0 0,0 0 0,0 0 0,0 0 0,0 0 0,0 0 0,0 0 0,0 0 0,0 0 0,0 0 0,0 0 0,0 0 0,0 0 0,0 0 0,0 0 0,0 0 0,0 0 0,-1 0 0,1-1 0,0 1 0,0 0 0,0 0 0,0 0 0,0 0 0,0 0 0,0 0 0,0 0 0,0 0 0,0 0 0,0 0 0,0 0 0,9-1 0,15 3 0,22 7 0,-1 2 0,0 2 0,0 2 0,72 35 0,-112-47 0,0-1 0,-1 1 0,1 0 0,-1 0 0,6 7 0,-9-9 0,0-1 0,0 1 0,0 0 0,-1 0 0,1 0 0,-1 0 0,1 0 0,-1 0 0,1 0 0,-1 0 0,1 0 0,-1 0 0,0 0 0,0 0 0,1 0 0,-1 1 0,0-1 0,0 0 0,0 0 0,0 0 0,0 0 0,-1 0 0,1 0 0,0 0 0,0 1 0,-1-1 0,1 0 0,-1 0 0,1 0 0,-1 0 0,1 0 0,-2 1 0,-8 9 0,0-1 0,-1 0 0,0-1 0,-1 0 0,0 0 0,-18 8 0,10-4 0,-252 148-1365,243-145-5461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3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 24575,'-1'-2'0,"1"0"0,0 0 0,0 0 0,0 0 0,1 0 0,-1 0 0,0 0 0,1 1 0,-1-1 0,1 0 0,0 0 0,-1 0 0,1 1 0,2-4 0,-2 4 0,0 1 0,0-1 0,0 1 0,0-1 0,1 1 0,-1 0 0,0-1 0,0 1 0,0 0 0,0 0 0,1 0 0,-1 0 0,0 0 0,0 0 0,0 0 0,1 0 0,-1 1 0,0-1 0,0 0 0,0 1 0,0-1 0,0 1 0,0-1 0,0 1 0,2 1 0,31 16 0,-1 3 0,0 0 0,-2 2 0,56 54 0,-74-66 0,-1 1 0,0 0 0,18 27 0,-27-36 0,-1 1 0,0 0 0,0-1 0,0 1 0,-1 0 0,1 0 0,-1 0 0,0 0 0,0 0 0,0 0 0,-1 0 0,0 1 0,1-1 0,-1 0 0,-1 0 0,1 0 0,-1 1 0,1-1 0,-1 0 0,0 0 0,-3 5 0,0 0 29,-2 0-1,1 0 1,-1-1-1,0 1 0,-1-1 1,0-1-1,0 1 1,-1-1-1,1 0 1,-2-1-1,-8 6 1,-5 1-456,-1 0 0,0-1 1,-30 10-1,4-6-6399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4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416 0 24575,'3'2'0,"0"0"0,-1-1 0,1 1 0,0-1 0,0 1 0,-1-1 0,1 0 0,0 0 0,0-1 0,0 1 0,1 0 0,-1-1 0,4 0 0,-5 0 0,1 1 0,0-1 0,0 0 0,0 1 0,0 0 0,0-1 0,0 1 0,-1 0 0,1 1 0,0-1 0,-1 0 0,1 1 0,2 2 0,-4-4 0,-1 1 0,0-1 0,0 1 0,0-1 0,0 1 0,0-1 0,0 1 0,0-1 0,0 1 0,0-1 0,0 1 0,0-1 0,0 1 0,0-1 0,0 1 0,-1-1 0,1 1 0,0-1 0,0 1 0,-1-1 0,1 0 0,0 1 0,0-1 0,-1 1 0,1-1 0,-1 0 0,1 1 0,0-1 0,-1 0 0,1 1 0,-1-1 0,0 0 0,-16 14 0,15-13 0,-171 110 0,28-21 0,125-77 0,-52 39 0,64-46 0,1 1 0,0 0 0,0 0 0,0 0 0,1 1 0,-8 14 0,12-20 0,1 1 0,-1 0 0,1 0 0,0 0 0,0-1 0,0 1 0,1 0 0,-1 0 0,1 0 0,-1 1 0,1-1 0,0 0 0,0 0 0,1 0 0,-1 0 0,1 0 0,-1 0 0,2 3 0,0-1 0,0-1 0,1 1 0,-1-1 0,1 0 0,0 0 0,0 0 0,0-1 0,0 1 0,1 0 0,5 3 0,7 4 0,1 0 0,0-1 0,0-1 0,28 10 0,-1-1-455,0-3 0,67 14 0,-72-22-6371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4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431 62 24575,'-9'-23'0,"8"18"0,-1 0 0,0 0 0,-1-1 0,1 2 0,-5-7 0,7 11 0,0-1 0,-1 1 0,1 0 0,-1 0 0,1-1 0,0 1 0,-1 0 0,1 0 0,0 0 0,-1 0 0,1-1 0,-1 1 0,1 0 0,-1 0 0,1 0 0,0 0 0,-1 0 0,1 0 0,-1 0 0,1 0 0,-1 0 0,1 0 0,0 1 0,-1-1 0,1 0 0,-1 0 0,1 0 0,0 0 0,-1 1 0,1-1 0,0 0 0,-1 0 0,1 1 0,0-1 0,-1 0 0,1 0 0,0 1 0,-1-1 0,1 0 0,0 1 0,0-1 0,-1 1 0,1-1 0,-16 24 0,12-17 0,-28 37 0,-2-2 0,-1-2 0,-2-1 0,-2-1 0,-83 61 0,112-93 0,3-1 0,-1 1 0,1-1 0,0 1 0,1 1 0,-9 9 0,14-15 0,0 1 0,0-1 0,0 1 0,0 0 0,0-1 0,0 1 0,1-1 0,-1 1 0,1 0 0,-1 0 0,1-1 0,0 1 0,0 0 0,-1 0 0,1 0 0,0-1 0,1 1 0,-1 0 0,0 0 0,1 0 0,-1-1 0,0 1 0,1 0 0,0-1 0,0 1 0,-1 0 0,1-1 0,0 1 0,0-1 0,0 1 0,0-1 0,1 0 0,1 3 0,21 18 0,1 0 0,49 31 0,-11-8 0,-12-5-1365,-5-3-5461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5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84 149 24575,'-11'-2'0,"10"-5"0,2 6 0,0 0 0,0 0 0,0-1 0,0 1 0,1 0 0,-1 0 0,0 0 0,0 0 0,1 0 0,-1 1 0,3-2 0,33-11 0,0 2 0,1 2 0,47-6 0,-24 5 0,198-31 0,-143 25 0,-112 15 0,-1 1 0,0-1 0,0 1 0,0-1 0,0 0 0,0 1 0,0-1 0,0-1 0,3-1 0,-5 1 0,-5 3 0,-6 2 0,6 1 0,0-1 0,0 0 0,0 1 0,1 0 0,0 0 0,0 0 0,0 0 0,0 1 0,0-1 0,1 1 0,0-1 0,0 1 0,0 0 0,1 0 0,-1 0 0,1 0 0,0 6 0,-2 13 0,1 1 0,1 32 0,1-32 0,0 31 0,-16 264 0,12-288 0,-12 78 0,12-93 0,0 0 0,-1 0 0,-1-1 0,-9 20 0,14-33 0,0-1 0,-1 1 0,1-1 0,-1 1 0,1-1 0,-1 0 0,0 0 0,0 0 0,0 0 0,0 0 0,0 0 0,-1 0 0,1-1 0,-1 1 0,1-1 0,-1 1 0,1-1 0,-1 0 0,-3 1 0,2-2 0,1 0 0,-1 0 0,1 0 0,-1 0 0,1-1 0,-1 1 0,1-1 0,-1 0 0,1 0 0,-1 0 0,1-1 0,0 1 0,-1-1 0,-4-3 0,-20-15 0,0-1 0,2-1 0,-36-38 0,-14-13 0,64 62 0,-1 1 0,0 0 0,-1 1 0,1 0 0,-23-9 0,31 16 0,0 0 0,0 0 0,0 1 0,0 0 0,0 0 0,0 0 0,0 0 0,0 1 0,-1 0 0,1 0 0,0 1 0,0-1 0,0 1 0,0 0 0,0 0 0,0 1 0,0 0 0,0 0 0,0 0 0,-8 5 0,6-2 29,0 0-1,0 1 1,1 0-1,-1 1 0,1-1 1,1 1-1,-1 0 1,1 0-1,1 1 1,-1-1-1,-4 13 1,7-17-88,1 0 0,0 1 0,-1 0 0,1-1 0,0 1 0,0 0 1,1 0-1,-1-1 0,1 1 0,0 0 0,0 0 0,0 0 1,1 0-1,-1-1 0,1 1 0,0 0 0,0-1 0,0 1 0,1 0 1,-1-1-1,1 1 0,0-1 0,0 0 0,0 1 0,0-1 0,0 0 1,1-1-1,2 4 0,17 10-6767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5.8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468 232 24575,'6'-6'0,"1"0"0,0-1 0,-1 0 0,-1 0 0,1 0 0,-1-1 0,0 0 0,-1 0 0,1 0 0,-2 0 0,1-1 0,-1 1 0,-1-1 0,1 0 0,-1 0 0,1-14 0,-3 20 0,0 0 0,0 0 0,-1 0 0,1 0 0,0 0 0,-1 0 0,0 0 0,0 0 0,0 0 0,0 0 0,0 1 0,-1-1 0,1 0 0,-1 1 0,1-1 0,-1 1 0,-3-4 0,1 3 0,0 0 0,1 0 0,-1 1 0,0-1 0,0 1 0,0 0 0,0 0 0,-1 1 0,1-1 0,-8-1 0,0 2 0,0-1 0,0 1 0,0 1 0,0 0 0,-1 1 0,1 0 0,0 1 0,-12 3 0,13-2 0,0 1 0,0 0 0,1 0 0,-1 1 0,1 1 0,0 0 0,1 0 0,-1 1 0,1 0 0,-14 14 0,20-17 0,-1 0 0,1 0 0,0 0 0,0 0 0,1 1 0,-1-1 0,1 1 0,0 0 0,0-1 0,0 1 0,1 0 0,0 0 0,0 0 0,0 0 0,1 1 0,-1-1 0,1 0 0,0 0 0,1 0 0,-1 0 0,1 0 0,0 0 0,0 0 0,1 0 0,0 0 0,2 5 0,2 2 0,0-1 0,1 1 0,1-1 0,0-1 0,1 1 0,0-1 0,0-1 0,21 16 0,8 4 0,50 25 0,-33-20 0,-30-18 0,43 30 0,-61-41 0,0 1 0,0 0 0,-1 0 0,0 0 0,-1 1 0,10 14 0,-14-18 0,1-1 0,-1 0 0,0 0 0,-1 1 0,1-1 0,0 1 0,-1-1 0,1 1 0,-1-1 0,0 1 0,0-1 0,0 1 0,0-1 0,0 1 0,0-1 0,-1 1 0,1-1 0,-1 1 0,0-1 0,0 0 0,1 1 0,-2-1 0,1 0 0,0 0 0,0 1 0,-1-1 0,1 0 0,-1 0 0,0-1 0,0 1 0,1 0 0,-1 0 0,-3 1 0,-4 4 0,-1-1 0,0 0 0,0 0 0,-1-1 0,-21 7 0,2-3 0,-1-1 0,0-2 0,0-1 0,-1-1 0,0-2 0,0-1 0,1-1 0,-1-2 0,0-1 0,-43-11 0,63 11 57,1 0 0,-1-1 0,0-1 0,1 1 0,-13-9 0,20 10-152,0 1 0,1 0 0,-1-1 0,1 0 1,0 0-1,0 0 0,0 0 0,0 0 0,0-1 0,1 1 1,0-1-1,-1 0 0,1 0 0,1 0 0,-1 0 1,1 0-1,-3-8 0,3-17-6731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6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60 24575,'0'-15'0,"-1"10"0,1 1 0,0-1 0,0 1 0,0-1 0,1 0 0,-1 1 0,3-9 0,-3 13 0,0 0 0,0 1 0,0-1 0,0 0 0,0 0 0,0 0 0,0 0 0,0 0 0,0 1 0,0-1 0,1 0 0,-1 0 0,0 0 0,0 0 0,0 1 0,0-1 0,0 0 0,0 0 0,0 0 0,0 0 0,0 0 0,1 0 0,-1 1 0,0-1 0,0 0 0,0 0 0,0 0 0,0 0 0,0 0 0,1 0 0,-1 0 0,0 0 0,0 0 0,0 0 0,0 0 0,1 0 0,-1 0 0,0 0 0,0 0 0,0 0 0,0 0 0,1 0 0,-1 0 0,0 0 0,0 0 0,0 0 0,0 0 0,1 0 0,-1 0 0,0 0 0,0 0 0,0 0 0,0 0 0,0 0 0,1 0 0,-1-1 0,0 1 0,0 0 0,0 0 0,0 0 0,0 0 0,0 0 0,0-1 0,4 18 0,-3 6 0,0 0 0,-1-1 0,-2 1 0,0 0 0,-11 42 0,-41 111 0,52-170 0,-123 320 0,13-41 0,82-196 0,-24 114 0,48-172 171,-3 38 0,8-57-415,1 0 0,0-1 0,1 1 0,0 0 1,1-1-1,5 17 0,6 5-6582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6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68 176 24575,'-61'-58'0,"54"48"0,15 6 0,23 8 0,-24-2 0,252 23 0,-209-24 0,1-3 0,0-1 0,55-13 0,-99 15 0,44-12 0,-49 13 0,1-1 0,-1 0 0,0 0 0,0 0 0,1 0 0,-1 0 0,0-1 0,0 1 0,0-1 0,-1 1 0,1-1 0,0 0 0,-1 1 0,1-1 0,-1 0 0,1 0 0,1-3 0,-3 4 0,0 0 0,0 0 0,0 0 0,0-1 0,0 1 0,0 0 0,0 0 0,0 0 0,-1 0 0,1 0 0,0 0 0,-1 0 0,1 0 0,-1 0 0,1 0 0,-1 0 0,1 0 0,-1 0 0,0 0 0,1 0 0,-1 0 0,0 0 0,0 1 0,0-1 0,0 0 0,1 0 0,-1 1 0,0-1 0,0 1 0,-2-1 0,-33-15 0,35 16 0,-21-7 0,0 1 0,-1 1 0,0 2 0,0 0 0,-31 0 0,39 3 0,0 1 0,-1 0 0,2 1 0,-1 0 0,0 2 0,0-1 0,1 2 0,0 0 0,-18 9 0,24-9 0,0 1 0,0-1 0,1 1 0,0 1 0,0-1 0,1 1 0,0 1 0,0-1 0,0 1 0,1 0 0,0 0 0,-6 15 0,-1 9 0,0-1 0,-7 41 0,14-52 0,-11 46-341,4 0 0,2 0-1,-2 94 1,12-121-6485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6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441 295 24575,'71'-63'0,"-49"45"0,0-1 0,-2-1 0,25-30 0,-42 46 0,0 0 0,0 0 0,-1 0 0,0-1 0,0 1 0,0 0 0,0-1 0,1-7 0,-2 10 0,-1 0 0,0 0 0,0 0 0,0 0 0,0 0 0,0 1 0,-1-1 0,1 0 0,0 0 0,-1 0 0,1 0 0,-1 1 0,0-1 0,0 0 0,0 1 0,0-1 0,0 1 0,0-1 0,0 1 0,0-1 0,0 1 0,-1 0 0,1-1 0,-1 1 0,-1-1 0,-5-3 0,0 1 0,0-1 0,-1 2 0,0-1 0,0 1 0,0 1 0,0 0 0,0 0 0,0 0 0,-13 1 0,-3 0 0,0 1 0,-41 6 0,47-4 0,0 1 0,0 1 0,1 1 0,-1 1 0,1 0 0,-25 13 0,37-15 0,0-1 0,1 1 0,-1 0 0,1 0 0,0 0 0,0 1 0,0 0 0,0 0 0,1 0 0,0 0 0,0 1 0,1 0 0,-1-1 0,1 1 0,0 1 0,1-1 0,0 0 0,0 1 0,0-1 0,0 1 0,0 11 0,2-8 0,0 0 0,1 0 0,0 0 0,1 0 0,0 0 0,1 0 0,0-1 0,0 1 0,1-1 0,0 0 0,0 0 0,1 0 0,1 0 0,11 14 0,8 5 0,0 0 0,47 37 0,-12-17 0,27 23 0,-77-61 0,0 0 0,-1 1 0,0 0 0,0 0 0,11 20 0,-19-29 0,0 0 0,0 0 0,0 0 0,0 0 0,0 1 0,0-1 0,0 0 0,-1 1 0,1-1 0,-1 0 0,0 1 0,0-1 0,0 0 0,0 1 0,0-1 0,0 1 0,0-1 0,-1 0 0,0 1 0,1-1 0,-1 0 0,0 0 0,0 1 0,0-1 0,0 0 0,0 0 0,-1 0 0,1 0 0,-1 0 0,1-1 0,-1 1 0,0 0 0,1-1 0,-1 1 0,0-1 0,0 0 0,0 1 0,-4 0 0,-5 4 0,-1-1 0,0-1 0,0 0 0,0-1 0,-25 4 0,-28 0-341,-1-4 0,0-2-1,-81-10 1,62 1-6485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8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5718 4732 24575,'1'6'0,"-1"-5"0,0 0 0,0 1 0,0-1 0,0 0 0,0 0 0,0 0 0,-1 0 0,1 0 0,0 0 0,0 0 0,-1 0 0,1 0 0,-1 1 0,1-1 0,-1-1 0,1 1 0,-1 0 0,0 0 0,1 0 0,-1 0 0,0 0 0,0-1 0,0 1 0,1 0 0,-1 0 0,0-1 0,0 1 0,-2 0 0,-31 20 0,-2-1 0,0-2 0,-1-1 0,-39 12 0,6-3 0,-1039 357-661,942-339 661,-2-7 0,-263 22 0,312-52 0,0-5 0,0-5 0,0-6 0,-178-35 0,176 16 0,2-5 0,-130-54 0,179 57 0,1-3 0,2-3 0,1-3 0,-100-78 0,138 93-1,1-1 0,1-2 0,1 0 0,1-2 0,2-1 0,1-1 0,1 0 0,2-2 0,1 0 0,2-2 0,1 1 0,2-2 0,1 0 0,2 0 0,-8-53 0,5-17-111,5-1 0,6-120 0,32-216-309,-23 360 405,94-915 16,-52 547 0,24-103 5,-11 94-33,-52 381 115,-4-1 0,-4-85 0,-4 138-2,0 0 0,-2 1 0,-1 0 0,-1 0 0,-1 0 0,-2 0 0,0 1 0,-2 1 0,0 0 0,-17-25 0,14 28-53,-2 1 0,0 0 0,-2 1 0,0 1-1,-1 0 1,0 2 0,-26-17 0,14 13-21,-1 2 0,-1 1 0,0 2 0,-49-15 0,19 12-38,-108-17-1,-61 9-42,-179 15-229,310 17 246,1 5-1,-106 24 1,142-16 604,89-38-1916,-11 7-5461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6:59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625 128 24575,'0'-8'0,"0"0"0,-1 0 0,0 1 0,0-1 0,-1 0 0,0 1 0,-1-1 0,1 1 0,-1 0 0,-1 0 0,1 0 0,-1 0 0,-9-11 0,11 16 0,0 1 0,0 0 0,1 0 0,-1 0 0,0 0 0,0 0 0,0 0 0,0 0 0,0 1 0,0-1 0,-1 1 0,1-1 0,0 1 0,0 0 0,0 0 0,0 0 0,-1 0 0,1 0 0,0 0 0,0 1 0,0-1 0,-4 2 0,-6 2 0,1 1 0,-22 10 0,20-8 0,-378 204 0,385-208 0,-2 2 0,-1 0 0,1 1 0,1-1 0,-15 14 0,21-17 0,-1 0 0,1 0 0,-1-1 0,1 1 0,0 0 0,0 0 0,0 1 0,0-1 0,0 0 0,0 0 0,1 0 0,-1 1 0,1-1 0,-1 0 0,1 0 0,0 1 0,0-1 0,0 0 0,0 1 0,1-1 0,-1 0 0,0 1 0,1-1 0,0 0 0,-1 0 0,3 3 0,8 16 0,2-1 0,0 0 0,1-1 0,1 0 0,18 16 0,-4-3 0,32 37 139,152 181-1643,-169-193-5322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3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18 113 24575,'-3'-4'0,"1"0"0,0-1 0,0 1 0,0 0 0,1-1 0,-1 1 0,1-1 0,0 1 0,1-1 0,-1 1 0,1-1 0,0 0 0,0 1 0,0-1 0,1 0 0,0-4 0,-1 8 0,0 1 0,0 0 0,1-1 0,-1 1 0,0-1 0,0 1 0,0 0 0,0-1 0,0 1 0,0-1 0,1 1 0,-1 0 0,0-1 0,0 1 0,1 0 0,-1-1 0,0 1 0,0 0 0,1 0 0,-1-1 0,0 1 0,1 0 0,-1 0 0,0-1 0,1 1 0,-1 0 0,1 0 0,-1 0 0,0 0 0,1 0 0,-1-1 0,1 1 0,-1 0 0,0 0 0,1 0 0,-1 0 0,1 0 0,-1 0 0,0 1 0,1-1 0,-1 0 0,1 0 0,-1 0 0,0 0 0,1 0 0,-1 0 0,1 1 0,-1-1 0,0 0 0,1 0 0,-1 1 0,0-1 0,0 0 0,1 0 0,-1 1 0,0-1 0,1 0 0,-1 1 0,21 23 0,-18-20 0,138 180 0,-89-115 0,-14-18 0,53 51 0,-90-101 0,2 3 0,1-1 0,-1 0 0,1 0 0,0 0 0,4 3 0,-7-6 0,-1 0 0,1 1 0,0-1 0,0 0 0,-1 1 0,1-1 0,0 0 0,0 0 0,-1 0 0,1 0 0,0 0 0,0 0 0,-1 0 0,1 0 0,0 0 0,0 0 0,-1 0 0,1 0 0,0 0 0,0-1 0,-1 1 0,1 0 0,0 0 0,0-1 0,-1 1 0,1-1 0,-1 1 0,1-1 0,0 1 0,-1-1 0,1 1 0,-1-1 0,1 1 0,-1-1 0,1 0 0,-1 1 0,0-1 0,1 0 0,-1 0 0,7-14 0,-2 0 0,0 0 0,-1 0 0,4-29 0,-2 14 0,77-300-1365,-80 319-5461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3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13 124 24575,'-2'-4'0,"0"0"0,0 0 0,1-1 0,-1 1 0,1 0 0,0 0 0,1-1 0,-1 1 0,1-1 0,0 1 0,0 0 0,0-1 0,0 1 0,2-7 0,-1 8 0,0 1 0,0-1 0,0 1 0,1-1 0,-1 1 0,1-1 0,-1 1 0,1 0 0,0 0 0,0-1 0,0 1 0,0 1 0,0-1 0,0 0 0,1 0 0,-1 1 0,1-1 0,-1 1 0,1 0 0,-1 0 0,1 0 0,0 0 0,3 0 0,3-2 0,1 2 0,0-1 0,0 1 0,0 1 0,0-1 0,-1 2 0,1-1 0,0 2 0,17 3 0,-24-4 0,1 0 0,-1 0 0,0 0 0,1 1 0,-1-1 0,0 1 0,0 0 0,1 0 0,-2 0 0,1 1 0,0-1 0,0 0 0,-1 1 0,1 0 0,-1 0 0,0 0 0,0 0 0,0 0 0,0 0 0,-1 0 0,1 1 0,-1-1 0,0 1 0,0-1 0,0 1 0,0-1 0,0 1 0,-1 0 0,0 4 0,0 3 0,-1 1 0,-1-1 0,0 1 0,0-1 0,-1 1 0,-1-1 0,0 0 0,-7 14 0,-52 84 0,44-77 0,4-8 0,-21 37 0,33-55 0,0 0 0,0 0 0,1 1 0,0 0 0,0-1 0,1 1 0,-1 11 0,2-15 0,0 0 0,0-1 0,1 1 0,-1 0 0,1 0 0,0-1 0,0 1 0,0-1 0,0 1 0,0-1 0,1 1 0,-1-1 0,1 0 0,-1 0 0,1 1 0,0-1 0,0 0 0,0-1 0,0 1 0,0 0 0,1 0 0,-1-1 0,0 0 0,1 1 0,-1-1 0,1 0 0,4 1 0,8 3 0,0-1 0,0 0 0,26 3 0,-28-6 0,31 5-227,1-2-1,0-2 1,0-1-1,0-3 1,66-11-1,-60 2-6598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4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1468 56 24575,'-20'-8'0,"1"1"0,-2 1 0,1 1 0,-42-5 0,55 9 0,-76-9 0,-1 4 0,0 3 0,0 4 0,-126 18 0,160-11 0,0 2 0,0 2 0,1 2 0,-68 29 0,89-30 0,1 1 0,0 1 0,1 2 0,0 0 0,2 2 0,0 1 0,1 1 0,-32 37 0,31-27 0,2 1 0,1 1 0,1 1 0,3 1 0,0 0 0,2 1 0,2 1 0,1 0 0,-10 60 0,16-62 0,1 1 0,3 0 0,0-1 0,2 1 0,2 0 0,1 0 0,2-1 0,1 1 0,2-1 0,19 52 0,-16-61 2,1-1 1,1-1-1,1 0 0,1-1 0,1 0 1,1-2-1,1 0 0,1 0 0,1-2 1,0 0-1,2-2 0,29 20 0,-16-16-20,0-2 0,2-1 0,0-2 0,1-1 0,1-2 0,0-2-1,70 11 1,-38-13-72,0-3 0,1-3 0,-1-4 0,0-2 0,0-4 0,122-27 0,-132 19 97,-1-3-1,-1-2 0,-1-3 1,0-3-1,-2-2 0,-2-2 1,99-73-1,-114 71-6,-1-2 0,-3-2 0,0 0 0,-3-3 0,-1-1 0,-1-1 0,36-70 0,-50 82 0,-3-1 0,0 0 0,-2-1 0,-1-1 0,-1 1 0,-2-1 0,-2-1 0,0 1 0,-2-1 0,-2 0 0,-1 1 0,-7-54 0,4 67 0,-2 0 0,0 0 0,-1 1 0,0-1 0,-2 2 0,0-1 0,-1 1 0,-1 0 0,-1 1 0,-17-22 0,12 21 0,0 1 0,0 0 0,-2 1 0,0 1 0,-1 0 0,0 2 0,-1 0 0,-32-14 0,4 8-250,-1 2 0,-1 3 0,0 1 0,-56-5 1,-48 0-5998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8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96 141 24575,'0'-9'0,"0"0"0,0 0 0,1 1 0,0-1 0,1 0 0,0 1 0,0-1 0,5-9 0,-5 15 0,0-1 0,0 1 0,0-1 0,1 1 0,-1 0 0,1 0 0,0 0 0,0 0 0,0 1 0,0-1 0,0 1 0,1 0 0,-1 0 0,1 0 0,0 0 0,-1 1 0,1-1 0,0 1 0,0 0 0,4 0 0,-4 0 0,-1 0 0,0 1 0,1-1 0,-1 1 0,0 0 0,1 1 0,-1-1 0,0 0 0,1 1 0,-1 0 0,0-1 0,0 1 0,1 1 0,-1-1 0,0 0 0,0 1 0,0 0 0,-1-1 0,1 1 0,0 0 0,-1 1 0,1-1 0,-1 0 0,1 1 0,-1-1 0,0 1 0,0 0 0,-1 0 0,1-1 0,0 1 0,-1 0 0,3 7 0,-2-2 0,1 0 0,-1 0 0,0 0 0,-1 1 0,0-1 0,0 1 0,-1-1 0,0 1 0,0-1 0,-1 1 0,0-1 0,-3 11 0,-2-5 0,1 0 0,-2 0 0,0 0 0,-1-1 0,0 0 0,-1 0 0,0-1 0,-1 0 0,-13 12 0,6-8 0,0-1 0,-2 0 0,1-1 0,-2-1 0,-28 14 0,1-8 0,47-19 0,0 1 0,0-1 0,0 0 0,0 0 0,0 0 0,1 0 0,-1 0 0,0 0 0,0 0 0,0 0 0,0 0 0,0 0 0,0 0 0,0 0 0,0 0 0,0 0 0,0 0 0,0 0 0,0 0 0,0 1 0,0-1 0,0 0 0,0 0 0,0 0 0,0 0 0,0 0 0,0 0 0,0 0 0,0 0 0,0 0 0,0 0 0,0 0 0,0 0 0,0 0 0,0 0 0,0 1 0,0-1 0,-1 0 0,1 0 0,0 0 0,0 0 0,0 0 0,0 0 0,0 0 0,0 0 0,0 0 0,0 0 0,0 0 0,0 0 0,0 0 0,0 0 0,0 0 0,0 0 0,0 0 0,0 0 0,-1 0 0,1 0 0,0 0 0,10 1 0,15-1 0,394 5 0,-380-4-1365,-8-3-5461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8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43 24575,'0'-2'0,"0"0"0,-1 0 0,1 0 0,-1 0 0,0 1 0,1-1 0,-1 0 0,0 0 0,0 0 0,-2-3 0,-5-10 0,8 15 0,0-1 0,1 1 0,-1 0 0,0 0 0,0-1 0,1 1 0,-1 0 0,0 0 0,0 0 0,1 0 0,-1-1 0,0 1 0,0 0 0,1 0 0,-1 0 0,0 0 0,1 0 0,-1 0 0,0 0 0,1 0 0,-1 0 0,0 0 0,0 0 0,1 0 0,-1 0 0,0 0 0,1 0 0,-1 0 0,0 0 0,1 0 0,-1 0 0,0 1 0,0-1 0,1 0 0,-1 0 0,0 0 0,0 0 0,1 1 0,-1-1 0,0 0 0,1 1 0,15 6 0,-16-7 0,24 13 0,-1 0 0,0 1 0,-1 2 0,-1 0 0,-1 2 0,0 0 0,-1 1 0,-1 0 0,-1 2 0,-1 0 0,0 1 0,13 27 0,-21-33 0,0 1 0,0 0 0,-2 0 0,0 0 0,-1 1 0,-1 0 0,-1 0 0,0 0 0,-1 0 0,-1 1 0,-1-1 0,-1 0 0,0 1 0,-1-1 0,-1 0 0,-1 0 0,-1 0 0,-9 25 0,6-27-124,0 0 0,-1 0 0,-1-1 0,0 0 0,-1 0 0,-1-1-1,0-1 1,-1 0 0,0 0 0,-15 10 0,-23 12-6702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7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24575,'0'3'0,"0"4"0,3 1 0,1 1 0,2 4 0,1 4 0,2 5 0,0 6 0,0 6 0,3 3 0,1 5 0,2 4 0,2-1 0,0-1 0,-2-8-8191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7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13 110 24575,'-3'-8'0,"0"-1"0,1 0 0,0 1 0,1-1 0,0 0 0,0 0 0,1 0 0,1-12 0,-1 20 0,0 0 0,0 0 0,0 0 0,1 1 0,-1-1 0,0 0 0,0 0 0,1 0 0,-1 1 0,1-1 0,-1 0 0,0 1 0,1-1 0,-1 0 0,1 1 0,0-1 0,-1 0 0,1 1 0,0-1 0,-1 1 0,1-1 0,0 1 0,-1-1 0,1 1 0,0 0 0,0-1 0,1 1 0,0 0 0,0 0 0,0 0 0,0 0 0,0 0 0,0 0 0,0 1 0,0-1 0,0 1 0,0-1 0,0 1 0,2 1 0,8 4 0,-1 0 0,20 16 0,-27-19 0,29 22 0,-2 0 0,0 3 0,-2 0 0,-2 2 0,0 1 0,29 45 0,-44-57 0,-1-1 0,-1 1 0,-1 1 0,0 0 0,-2 0 0,0 1 0,-1-1 0,-2 1 0,0 1 0,-1-1 0,-1 1 0,-1-1 0,-2 37 0,0-50-170,0 0-1,-1 0 0,0 0 1,0 0-1,-1 0 0,0 0 1,-6 10-1,-7 6-6655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27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5 103 24575,'-3'-25'0,"3"21"0,-1 1 0,1-1 0,-1 1 0,1 0 0,0-1 0,0 1 0,1-6 0,0 8 0,-1-1 0,1 1 0,0-1 0,0 1 0,0-1 0,-1 1 0,1 0 0,1-1 0,-1 1 0,0 0 0,0 0 0,0 0 0,1 0 0,-1 0 0,0 0 0,1 0 0,-1 0 0,1 0 0,-1 1 0,3-2 0,8-2 0,0 0 0,1 1 0,-1 0 0,1 1 0,0 0 0,0 1 0,0 1 0,0 0 0,19 2 0,-16 1 0,1 0 0,0 0 0,-1 2 0,1 0 0,-1 1 0,26 13 0,-37-16 0,-1-1 0,0 1 0,1 0 0,-1 0 0,0 0 0,-1 1 0,1 0 0,0-1 0,-1 1 0,0 0 0,0 1 0,0-1 0,-1 0 0,1 1 0,-1 0 0,0-1 0,1 6 0,-2-4 0,0-1 0,0 1 0,-1 0 0,0-1 0,0 1 0,0 0 0,-1-1 0,0 1 0,0-1 0,0 1 0,-1-1 0,1 1 0,-1-1 0,-1 0 0,-3 7 0,-1-1-124,-1 0 0,0 0 0,-1-1 0,0-1 0,-1 1 0,0-2-1,0 1 1,-1-1 0,0-1 0,-24 12 0,12-7-6702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0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418 108 24575,'13'-37'0,"-12"35"0,-1 0 0,0 0 0,0 0 0,0-1 0,0 1 0,0 0 0,0 0 0,0 0 0,-1 0 0,1 0 0,-1-1 0,0 1 0,1 0 0,-1 0 0,0 0 0,0 1 0,-1-1 0,1 0 0,0 0 0,0 0 0,-1 1 0,1-1 0,-1 1 0,0-1 0,1 1 0,-1 0 0,0-1 0,0 1 0,0 0 0,0 0 0,0 0 0,0 1 0,0-1 0,0 0 0,-3 0 0,-9-2 0,1 1 0,-1 0 0,0 0 0,-18 1 0,28 1 0,-20 0 0,1 0 0,0 2 0,-30 6 0,47-7 0,0 0 0,0 0 0,-1 1 0,1 0 0,0 1 0,1-1 0,-1 1 0,0 0 0,1 0 0,-1 1 0,1 0 0,0 0 0,1 0 0,-1 0 0,1 1 0,-8 10 0,11-13 0,0-1 0,0 1 0,0 0 0,0 0 0,0 0 0,0 0 0,1 0 0,-1 1 0,1-1 0,-1 0 0,1 0 0,0 0 0,0 0 0,0 1 0,0-1 0,0 0 0,1 0 0,-1 0 0,1 0 0,-1 0 0,1 0 0,0 1 0,0-2 0,0 1 0,0 0 0,0 0 0,0 0 0,0 0 0,1-1 0,-1 1 0,1 0 0,-1-1 0,1 1 0,0-1 0,2 2 0,5 3 0,1-1 0,-1 0 0,1 0 0,0-1 0,17 5 0,-87 29 0,54-33 0,-1 1 0,0 0 0,1 0 0,0 1 0,1 0 0,-1 0 0,-7 13 0,12-17 0,-1 0 0,1 0 0,0 0 0,0 0 0,0 0 0,1 0 0,-1 0 0,1 0 0,-1 0 0,1 0 0,0 0 0,0 0 0,0 0 0,1 0 0,-1 0 0,1 1 0,0-1 0,0-1 0,0 1 0,0 0 0,0 0 0,0 0 0,1 0 0,0-1 0,2 4 0,2 2 0,1-1 0,1 0 0,-1-1 0,1 1 0,0-2 0,1 1 0,-1-1 0,1 0 0,0-1 0,14 6 0,13 1 0,53 12 0,-64-18 0,51 11 0,65 17 0,-134-31 0,-1 0 0,0 0 0,0 1 0,0 0 0,9 6 0,-14-8 0,-1-1 0,1 1 0,0-1 0,0 1 0,0 0 0,0 0 0,-1-1 0,1 1 0,0 0 0,-1 0 0,1 0 0,-1 0 0,1 0 0,-1 0 0,1 0 0,-1 0 0,0 0 0,1 0 0,-1 0 0,0 0 0,0 0 0,0 0 0,0 0 0,0 0 0,0 0 0,0 0 0,0 0 0,0 0 0,0 0 0,-1 0 0,1 0 0,0 0 0,-1 0 0,1 0 0,-1 0 0,1 0 0,-1 0 0,1 0 0,-1-1 0,0 1 0,1 0 0,-2 1 0,-4 3 0,0 0 0,0 0 0,0 0 0,-1-1 0,0 0 0,1 0 0,-1-1 0,-9 3 0,-64 19 0,68-22 0,-29 8 0,0-2 0,-53 4 0,74-11 0,1-1 0,-1-1 0,0-1 0,1-1 0,-1-1 0,0 0 0,-18-7 0,1-6-1365,9-1-5461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0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24575,'6'-21'0,"-1"15"0,-5 6 0,0 0 0,0 0 0,1 0 0,-1 0 0,0 0 0,0 0 0,0 0 0,1 0 0,-1 0 0,0 0 0,0 1 0,0-1 0,0 0 0,1 0 0,-1 0 0,0 0 0,0 0 0,0 0 0,0 0 0,0 1 0,1-1 0,-1 0 0,0 0 0,0 0 0,0 0 0,0 1 0,0-1 0,0 0 0,0 0 0,0 0 0,0 0 0,0 1 0,0-1 0,0 0 0,0 0 0,0 0 0,0 1 0,7 18 0,0 0 0,1 0 0,1-1 0,0 0 0,2-1 0,12 17 0,-18-27 0,1 1 0,0-2 0,0 1 0,1-1 0,0 0 0,0 0 0,0-1 0,1 0 0,0 0 0,0 0 0,0-1 0,0-1 0,1 1 0,-1-1 0,16 3 0,-18-6 0,-1 0 0,0 0 0,0 0 0,0-1 0,0 0 0,0 0 0,1 0 0,-1 0 0,-1-1 0,1 0 0,0 0 0,0 0 0,-1-1 0,1 1 0,-1-1 0,0 0 0,0 0 0,0-1 0,0 1 0,4-6 0,7-8 0,-1-1 0,-1-1 0,14-26 0,-19 32 0,4-9 0,-9 15 0,1 1 0,-1 0 0,1 0 0,9-11 0,-13 17 0,0 0 0,0 0 0,1 0 0,-1-1 0,0 1 0,0 0 0,1 0 0,-1 0 0,0 0 0,0 0 0,1-1 0,-1 1 0,0 0 0,0 0 0,1 0 0,-1 0 0,0 0 0,0 0 0,1 0 0,-1 0 0,0 0 0,1 0 0,-1 0 0,0 0 0,0 0 0,1 0 0,-1 0 0,0 1 0,0-1 0,1 0 0,-1 0 0,0 0 0,0 0 0,1 0 0,-1 1 0,0-1 0,0 0 0,0 0 0,1 0 0,-1 1 0,0-1 0,0 0 0,0 0 0,0 0 0,0 1 0,1-1 0,-1 0 0,0 1 0,0-1 0,0 0 0,0 0 0,0 1 0,0-1 0,0 0 0,0 0 0,0 1 0,0-1 0,0 0 0,0 1 0,0-1 0,2 22 0,-1-21 0,-1 126 300,-1-77-1132,10 97-1,-2-104-5993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0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154 117 24575,'1'-24'0,"0"-23"0,-1 44 0,0 0 0,-1 0 0,1 1 0,0-1 0,-1 0 0,0 1 0,0-1 0,0 1 0,0-1 0,0 1 0,0-1 0,-3-3 0,3 5 0,0 0 0,1 1 0,-1-1 0,0 1 0,1-1 0,-1 1 0,0-1 0,0 1 0,1-1 0,-1 1 0,0 0 0,0 0 0,0-1 0,0 1 0,1 0 0,-1 0 0,0 0 0,0 0 0,0 0 0,0 0 0,0 0 0,1 0 0,-3 0 0,1 1 0,0 0 0,0 0 0,0 0 0,-1 0 0,1 0 0,0 1 0,0-1 0,-2 3 0,-3 2 0,1 1 0,0 0 0,-8 11 0,5-5 0,0 1 0,1 0 0,1 1 0,0-1 0,1 1 0,1 1 0,0-1 0,1 1 0,1 0 0,-2 23 0,4-29 0,1 0 0,1 0 0,-1 0 0,2 1 0,-1-1 0,1-1 0,1 1 0,0 0 0,0-1 0,1 1 0,0-1 0,1 0 0,0 0 0,0 0 0,1-1 0,0 0 0,13 13 0,-11-13-54,0-1-1,1 0 0,0-1 1,0 0-1,0 0 1,1-1-1,0 0 0,0 0 1,0-2-1,0 1 1,1-1-1,0 0 0,-1-1 1,1-1-1,0 1 0,0-2 1,0 0-1,0 0 1,0-1-1,0 0 0,0 0 1,-1-2-1,1 1 1,19-8-1,16-9-6771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1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279 111 24575,'0'-4'0,"0"0"0,0 0 0,-1-1 0,1 1 0,-1 0 0,0 0 0,-1 0 0,1 1 0,-1-1 0,1 0 0,-1 0 0,0 1 0,-1-1 0,1 1 0,0 0 0,-4-4 0,1 3 0,1 0 0,-1 0 0,0 1 0,0-1 0,0 1 0,-1 1 0,1-1 0,-1 1 0,1 0 0,-9-2 0,5 2 0,0 0 0,1 1 0,-1 0 0,0 0 0,0 1 0,0 0 0,0 1 0,0 0 0,1 0 0,-1 1 0,0 0 0,1 1 0,-1 0 0,1 0 0,-11 6 0,17-8 0,-1 1 0,0 0 0,1 0 0,-1 0 0,1 0 0,0 0 0,0 1 0,-1-1 0,2 1 0,-1-1 0,0 1 0,0 0 0,1-1 0,-1 1 0,1 0 0,0 0 0,0 0 0,0 0 0,1 0 0,-1 0 0,1 1 0,-1-1 0,1 0 0,0 0 0,0 0 0,0 1 0,1-1 0,-1 0 0,1 0 0,0 0 0,0 0 0,2 6 0,3 2 0,-1 0 0,1 0 0,1 0 0,0-1 0,1 0 0,0 0 0,10 9 0,30 24 0,1-2 0,107 66 0,-106-74 0,-48-32 0,6 5 0,0-1 0,0 1 0,-1 1 0,8 6 0,-14-12 0,-1 0 0,1-1 0,0 1 0,-1 0 0,1-1 0,0 1 0,-1 0 0,1 0 0,-1-1 0,1 1 0,-1 0 0,0 0 0,1 0 0,-1 0 0,0 0 0,1 0 0,-1 0 0,0 0 0,0 0 0,0 0 0,0-1 0,0 1 0,0 0 0,0 0 0,0 0 0,0 0 0,-1 0 0,1 0 0,0 0 0,-1 0 0,1 0 0,0 0 0,-1-1 0,1 1 0,-1 0 0,0 0 0,1 0 0,-1-1 0,1 1 0,-1 0 0,0-1 0,0 1 0,1-1 0,-1 1 0,0-1 0,0 1 0,0-1 0,0 1 0,1-1 0,-1 0 0,0 1 0,0-1 0,-2 0 0,-9 4 0,0-1 0,0 0 0,-1-1 0,1-1 0,0 0 0,-21-1 0,-74-10 0,84 6-273,1 0 0,0-1 0,0-2 0,-27-11 0,17 2-6553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1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75 24575,'0'-9'0,"1"4"0,-1 0 0,0 0 0,0-1 0,0 1 0,-1 0 0,0 0 0,0-1 0,0 1 0,-1 0 0,-4-9 0,7 43 0,34 133 0,6 42 0,-29-132-1365,-7-47-5461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1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16 368 24575,'-7'-97'0,"-1"3"0,8 79 0,1 0 0,0 0 0,1 0 0,1 0 0,0 0 0,7-18 0,-9 29 0,1 0 0,0 1 0,0-1 0,0 1 0,0-1 0,0 1 0,1 0 0,-1 0 0,1 0 0,0 0 0,0 0 0,5-3 0,-6 5 0,1 0 0,0 0 0,-1 0 0,1 0 0,0 0 0,0 0 0,0 1 0,-1 0 0,1-1 0,0 1 0,0 0 0,0 0 0,0 1 0,0-1 0,0 0 0,-1 1 0,1 0 0,0 0 0,4 1 0,2 2 0,0 1 0,-1 0 0,1 0 0,-1 1 0,0 0 0,-1 1 0,1-1 0,-1 2 0,-1-1 0,1 1 0,-1 0 0,9 16 0,3 6 0,-2 2 0,15 42 0,-16-35 0,-2 0 0,9 52 0,-18-72 0,-1 1 0,-1 0 0,-1-1 0,-1 1 0,0 0 0,-7 36 0,6-49 0,-1-1 0,0 0 0,0 0 0,-1 0 0,1 0 0,-1 0 0,-1-1 0,1 1 0,-1-1 0,0 0 0,-9 9 0,11-12 0,0 0 0,0 0 0,-1 0 0,1-1 0,-1 1 0,0 0 0,1-1 0,-1 0 0,0 0 0,0 0 0,0 0 0,0 0 0,0-1 0,0 1 0,0-1 0,0 0 0,0 0 0,0 0 0,0 0 0,0 0 0,0-1 0,0 1 0,0-1 0,0 0 0,0 0 0,-4-2 0,-16-11-1365,4-2-5461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2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 24575,'3'-2'0,"1"0"0,0 1 0,-1-1 0,1 1 0,0 0 0,0 0 0,0 0 0,0 0 0,0 1 0,0 0 0,0 0 0,8 0 0,-11 1 0,1 0 0,0-1 0,0 1 0,-1 0 0,1 0 0,0-1 0,-1 1 0,1 1 0,-1-1 0,0 0 0,1 0 0,-1 0 0,0 1 0,1-1 0,-1 1 0,0-1 0,0 1 0,0-1 0,-1 1 0,1 0 0,0 0 0,0-1 0,-1 1 0,1 0 0,-1 0 0,0-1 0,0 1 0,1 0 0,-1 3 0,4 32 0,2 0 0,1-1 0,24 71 0,-11-54 0,-8-26 0,-2 1 0,-1 1 0,7 42 0,-15-69 0,-1 0 0,0 0 0,0 0 0,0 0 0,0 0 0,0 0 0,-1 0 0,1 0 0,-1 0 0,1 0 0,-1 0 0,0-1 0,-1 4 0,2-5 0,0 0 0,0 1 0,0-1 0,-1 0 0,1 0 0,0 0 0,0 1 0,-1-1 0,1 0 0,0 0 0,0 0 0,-1 0 0,1 1 0,0-1 0,0 0 0,-1 0 0,1 0 0,0 0 0,-1 0 0,1 0 0,0 0 0,0 0 0,-1 0 0,1 0 0,0 0 0,-1 0 0,1 0 0,0 0 0,0 0 0,-1 0 0,-11-13 0,8 4 0,1 1 0,0-1 0,0 0 0,1 0 0,0 0 0,1 0 0,0 0 0,0 0 0,1 0 0,0-1 0,1 1 0,0 0 0,0 0 0,4-15 0,3-4 0,1 0 0,1 0 0,17-33 0,-21 48 0,0 1 0,1 0 0,0 1 0,15-19 0,-18 29 0,-4 9 0,-4 9 0,-1-2 0,1 0 0,0 1 0,1-1 0,1 1 0,-1 27 0,4-32 0,0-1 0,0 0 0,1 0 0,1 1 0,-1-1 0,2 0 0,-1-1 0,1 1 0,10 16 0,10 10 149,47 55-1,-6-8-1810,-44-54-5164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5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77 24575,'-2'-2'0,"1"1"0,-1-1 0,1 1 0,-1 0 0,0 0 0,1-1 0,-1 1 0,0 1 0,0-1 0,0 0 0,0 0 0,0 1 0,0-1 0,0 1 0,0-1 0,0 1 0,0 0 0,-3 0 0,2 0 0,-1 1 0,0-1 0,1 1 0,-1 0 0,1 0 0,-1 1 0,1-1 0,0 1 0,-6 3 0,1 0 0,1 1 0,0-1 0,0 2 0,1-1 0,-1 1 0,2 0 0,-9 11 0,6-3 0,0 1 0,1 0 0,1 0 0,0 0 0,1 1 0,1 0 0,-3 23 0,4-13 0,1 1 0,1-1 0,2 0 0,3 27 0,-1-39 0,0-1 0,0 1 0,1-1 0,1 0 0,0-1 0,1 1 0,12 19 0,-15-29 0,0 0 0,1 1 0,-1-1 0,1 0 0,-1 0 0,1-1 0,0 1 0,1-1 0,-1 0 0,9 4 0,-10-6 0,0 1 0,0-1 0,0-1 0,1 1 0,-1 0 0,0-1 0,1 0 0,-1 1 0,0-1 0,1-1 0,-1 1 0,1 0 0,-1-1 0,0 0 0,0 0 0,1 0 0,-1 0 0,4-2 0,1-1 0,-1-1 0,0 0 0,0 0 0,0 0 0,-1-1 0,0 0 0,0 0 0,0-1 0,-1 0 0,0 0 0,0 0 0,4-8 0,1-5 0,-1 0 0,0 0 0,8-34 0,-10 26 0,0-1 0,-3 0 0,0 0 0,-1-38 0,-3 54 0,0 1 0,-1-1 0,0 1 0,-2-1 0,1 1 0,-1 0 0,-1 0 0,0 0 0,-1 0 0,0 1 0,-1 0 0,-11-17 0,11 21 20,0 1 0,-1-1 0,0 2 1,0-1-1,-1 1 0,1 0 0,-1 0 0,0 1 0,0 0 0,-1 1 0,1 0 0,-1 0 0,0 1 0,0 0 0,0 0 0,-16 0 1,19 1-90,-1 1 1,1 0 0,-1 0 0,1 0-1,0 1 1,-1 0 0,1 0-1,0 1 1,0 0 0,0 0 0,0 0-1,0 1 1,0-1 0,0 2 0,1-1-1,0 1 1,-1-1 0,1 1 0,1 1-1,-1-1 1,0 1 0,1 0-1,0 0 1,-4 6 0,-2 11-6758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5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72 385 24575,'-1'20'0,"-2"-1"0,0 1 0,-1-1 0,-1 1 0,-11 26 0,-5 24 0,19-64 0,-12 64 0,13-63 0,0 0 0,0 0 0,1 0 0,0 0 0,1 0 0,0 0 0,2 12 0,-2-17 0,0 0 0,0 1 0,0-1 0,0 0 0,0 0 0,1 1 0,-1-1 0,1 0 0,-1 0 0,1-1 0,0 1 0,-1 0 0,1-1 0,0 1 0,0-1 0,0 1 0,1-1 0,1 1 0,1 0 0,-1-1 0,0 1 0,0-1 0,1-1 0,-1 1 0,1-1 0,-1 1 0,1-1 0,7-1 0,-3-1 0,0 1 0,0-1 0,0-1 0,-1 1 0,1-2 0,0 1 0,-1-1 0,0 0 0,12-9 0,-10 5 0,-1-1 0,0-1 0,-1 0 0,0 0 0,0-1 0,-1 0 0,0 0 0,-1-1 0,0 0 0,-1 0 0,0 0 0,-1 0 0,-1-1 0,4-24 0,-2-2 0,-1 0 0,-2 0 0,-6-67 0,0 61 0,-2-1 0,-3 1 0,-1 1 0,-22-62 0,29 100 0,2 2 0,0 1 0,0-1 0,-1 0 0,1 0 0,-1 1 0,0 0 0,-1-1 0,1 1 0,-5-6 0,6 9 0,1 0 0,0 0 0,0-1 0,0 1 0,-1 0 0,1 0 0,0 0 0,0 0 0,-1 0 0,1 0 0,0 0 0,0 0 0,-1 0 0,1 0 0,0 0 0,0 0 0,-1 0 0,1 0 0,0 0 0,0 0 0,-1 0 0,1 0 0,0 0 0,0 0 0,-1 0 0,1 0 0,0 0 0,0 1 0,-1-1 0,1 0 0,0 0 0,0 0 0,0 0 0,-1 1 0,1-1 0,0 0 0,0 0 0,0 0 0,0 1 0,0-1 0,-1 0 0,1 0 0,0 1 0,0-1 0,0 0 0,0 0 0,0 1 0,-4 14 0,4-14 0,-2 30 0,1 0 0,2 0 0,1 0 0,6 31 0,-6-42 0,8 51-341,3-1 0,4 0-1,40 110 1,-32-119-6485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6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232 241 24575,'0'-12'0,"-1"0"0,0 1 0,0-1 0,-2 0 0,1 0 0,-1 1 0,-6-14 0,6 18 0,-1-1 0,0 1 0,0 0 0,0 1 0,-1-1 0,0 1 0,-1 0 0,1 0 0,-1 0 0,0 1 0,-11-7 0,10 7 0,0-1 0,-1 0 0,0 1 0,-1 0 0,1 1 0,-1 0 0,0 0 0,0 0 0,0 1 0,-11-2 0,19 5 0,-1 0 0,1 1 0,0-1 0,-1 0 0,1 0 0,0 0 0,-1 1 0,1-1 0,0 1 0,0-1 0,-1 1 0,1 0 0,0-1 0,0 1 0,0 0 0,0 0 0,0 0 0,0 0 0,0 0 0,0 0 0,0 0 0,0 0 0,0 0 0,1 0 0,-1 0 0,0 0 0,1 1 0,-1-1 0,1 0 0,-1 1 0,1 1 0,-2 6 0,0-1 0,1 0 0,1 1 0,-1 8 0,1-12 0,0 7 0,-2 53 0,11 102 0,-9-162 0,1 0 0,0 0 0,1 1 0,-1-1 0,1 0 0,0 0 0,0 0 0,0 0 0,1-1 0,0 1 0,0-1 0,0 1 0,5 4 0,-6-7 0,1 0 0,-1 0 0,1-1 0,0 1 0,-1-1 0,1 1 0,0-1 0,0 0 0,0 0 0,0 0 0,0-1 0,0 1 0,0-1 0,0 1 0,1-1 0,-1 0 0,0 0 0,0-1 0,0 1 0,0-1 0,0 1 0,0-1 0,0 0 0,3-2 0,4-1 0,0 0 0,0-1 0,-1-1 0,0 0 0,0 0 0,-1-1 0,1 0 0,-2 0 0,1-1 0,-1 0 0,0 0 0,0-1 0,8-14 0,-3 2 0,-1 0 0,-1-1 0,-1 0 0,-1-1 0,6-24 0,-3-17 0,-9 45 0,-1 16 0,-1 7 0,0 30 0,2 1 0,1-1 0,2 0 0,2 0 0,0-1 0,2 0 0,21 48 0,-26-72 86,0 1-1,1-1 0,9 14 1,-12-21-200,0 1 0,0 0 0,0-1 0,0 1 1,1-1-1,-1 0 0,1 0 0,0 0 1,0 0-1,-1 0 0,1-1 0,0 1 1,1-1-1,4 2 0,8-2-6712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6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16 163 24575,'-9'-103'0,"2"43"0,54 312 0,-27-127 256,23 120-1877,-32-190-5205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6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27 100 24575,'-3'-3'0,"-4"-4"0,-1-4 0,1-2 0,5 0 0,6 3 0,7-1 0,9 3 0,6 2 0,8-1 0,7 1 0,-4 1-8191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6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63 24575,'-12'-11'0,"0"0"0,-1 1 0,-26-17 0,39 26 0,-1 1 0,1 0 0,0-1 0,-1 1 0,1 0 0,0 0 0,-1 0 0,1-1 0,-1 1 0,1 0 0,0 0 0,-1 0 0,1 0 0,-1 0 0,1 0 0,-1-1 0,1 1 0,0 0 0,-1 0 0,1 0 0,-1 0 0,1 1 0,0-1 0,-1 0 0,1 0 0,-1 0 0,1 0 0,-1 0 0,1 0 0,-1 1 0,1 12 0,15 25 0,-12-32 0,68 182 0,-47-118 0,3 0 0,45 83 0,-68-145 0,1-1 0,0 0 0,0 0 0,10 10 0,-14-16 0,0 0 0,0 0 0,0 0 0,-1 0 0,1 0 0,0-1 0,0 1 0,0 0 0,0-1 0,1 1 0,-1-1 0,0 1 0,0-1 0,0 1 0,0-1 0,0 0 0,1 0 0,-1 1 0,0-1 0,0 0 0,1 0 0,-1 0 0,0 0 0,0 0 0,0-1 0,1 1 0,-1 0 0,0-1 0,0 1 0,0 0 0,0-1 0,0 0 0,1 1 0,-1-1 0,0 0 0,0 1 0,0-1 0,-1 0 0,1 0 0,0 0 0,0 0 0,1-1 0,4-8 0,0 1 0,-1-1 0,0 0 0,-1 0 0,0 0 0,4-15 0,13-71 0,-16 65 0,14-69 0,6-121 0,-27 205 342,1 16-399,1 0 0,0 0 0,-1 1 0,1-1 0,0 0 0,-1 0 0,1 1 0,0-1 1,0 0-1,-1 1 0,1-1 0,0 0 0,0 1 0,-1-1 0,1 0 0,0 1 0,0-1 1,0 1-1,0-1 0,-1 0 0,1 1 0,0-1 0,0 1 0,0-1 0,0 1 1,0-1-1,0 0 0,0 1 0,1 0 0,-5 16-6769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37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0 325 24575,'2'-16'0,"0"1"0,1 0 0,1-1 0,0 1 0,7-16 0,-6 15 0,31-80 0,-30 83 0,0 0 0,1 1 0,1 0 0,-1 0 0,13-13 0,-19 24 0,0-1 0,0 1 0,1 0 0,-1 0 0,0-1 0,1 1 0,-1 0 0,1 0 0,-1 0 0,1 0 0,-1 1 0,1-1 0,0 0 0,-1 1 0,1-1 0,0 1 0,0-1 0,-1 1 0,1 0 0,2 0 0,-2 0 0,-1 1 0,1-1 0,-1 1 0,1-1 0,-1 1 0,1 0 0,-1 0 0,0 0 0,1 0 0,-1 0 0,0 0 0,0 0 0,0 0 0,0 0 0,0 1 0,0-1 0,2 3 0,1 4 0,0 0 0,-1 0 0,1 1 0,-2-1 0,1 1 0,1 14 0,0 10 0,-1 0 0,-2-1 0,-5 46 0,-20 97 0,23-169 0,0 0 0,0 0 0,0 0 0,1 0 0,0 1 0,1-1 0,-1 0 0,3 10 0,-2-13 0,0-1 0,0 1 0,0 0 0,1-1 0,-1 1 0,1-1 0,0 0 0,0 1 0,0-1 0,0 0 0,0 0 0,0 0 0,0 0 0,1-1 0,-1 1 0,1-1 0,-1 1 0,1-1 0,0 0 0,3 1 0,10 3-341,-1-1 0,1-1-1,26 2 1,8-2-6485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8:00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71 379 24575,'-71'0'0,"528"-18"-738,-1-20-702,-353 29 1136,1171-117-4166,-9-38 2318,-1122 141 3065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1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2 318 24575,'-1'-26'0,"1"10"0,0 0 0,4-30 0,-3 41 0,0 0 0,1 0 0,-1 0 0,1 0 0,0 0 0,0 1 0,1-1 0,0 1 0,-1-1 0,1 1 0,1 0 0,-1 0 0,5-4 0,6-3 0,1 0 0,0 0 0,1 1 0,0 1 0,0 1 0,28-11 0,1 4 0,64-13 0,20 7 0,-114 20 0,0 0 0,0 1 0,1 0 0,-1 2 0,0-1 0,22 7 0,-34-8 0,-1 1 0,1 0 0,0 0 0,0 0 0,-1 0 0,1 1 0,-1-1 0,1 1 0,-1-1 0,1 1 0,-1 0 0,0 0 0,0 0 0,0 0 0,0 0 0,0 1 0,-1-1 0,1 0 0,0 1 0,-1 0 0,0-1 0,2 6 0,-2-4 0,-1-1 0,0 1 0,0 0 0,0 0 0,0 0 0,-1 0 0,1-1 0,-1 1 0,0 0 0,0 0 0,-1-1 0,1 1 0,-1-1 0,1 1 0,-1-1 0,-5 6 0,-7 10 0,0-1 0,-2 0 0,0-1 0,-1-1 0,-28 21 0,-104 62 0,92-63 0,16-11 0,16-10 0,-43 33 0,130-69 0,-25 10 0,1 1 0,0 1 0,50-4 0,-70 12 0,-1 0 0,1 1 0,-1 0 0,1 2 0,-1 0 0,0 1 0,0 1 0,0 1 0,28 10 0,-40-12 0,0-1 0,-1 0 0,1 1 0,-1 0 0,0 0 0,1 0 0,-2 0 0,1 1 0,0 0 0,-1 0 0,1 0 0,-1 0 0,0 0 0,-1 0 0,1 1 0,-1 0 0,1-1 0,1 8 0,-3-8 0,-1 1 0,1 0 0,-1 0 0,0-1 0,0 1 0,0 0 0,0 0 0,-1 0 0,0-1 0,0 1 0,-1 0 0,1-1 0,-1 1 0,0-1 0,0 0 0,0 1 0,0-1 0,-1 0 0,0 0 0,-3 3 0,-4 4 0,-1 0 0,0 0 0,-1-1 0,0-1 0,-1 0 0,0 0 0,0-2 0,0 1 0,-22 7 0,12-7 0,-1 0 0,0-1 0,0-2 0,0 0 0,-28 1 0,41-5-114,0-1 1,1 0-1,-1 0 0,0-1 0,0-1 1,0 0-1,1 0 0,-1-1 0,1 0 1,-1-1-1,-9-5 0,-11-11-6712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1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 24575,'0'-1'0,"0"1"0,0-1 0,0 1 0,1-1 0,-1 1 0,0-1 0,0 1 0,1-1 0,-1 1 0,0-1 0,1 1 0,-1 0 0,0-1 0,1 1 0,-1-1 0,0 1 0,1 0 0,-1-1 0,1 1 0,-1 0 0,1 0 0,-1-1 0,1 1 0,-1 0 0,1 0 0,-1 0 0,1 0 0,-1-1 0,1 1 0,-1 0 0,1 0 0,-1 0 0,1 0 0,0 0 0,0 1 0,22 1 0,-7 3 0,0 1 0,0 0 0,-1 1 0,27 15 0,54 44 0,-75-51 0,-1 2 0,-1 0 0,0 1 0,-1 1 0,-1 1 0,-1 0 0,-1 1 0,13 24 0,-22-35 0,-1 1 0,0 0 0,-1 0 0,0 0 0,0 1 0,-2-1 0,1 1 0,-1 0 0,-1 0 0,0 0 0,-1 0 0,0 0 0,-1 0 0,0 0 0,-1 0 0,0 0 0,-1-1 0,0 1 0,-8 17 0,3-14 43,0 0 0,-1-1-1,-1 0 1,0 0 0,-1-1-1,0-1 1,-19 17 0,-3-1-897,-60 38 1,26-24-5973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2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171 119 24575,'0'-16'0,"1"8"0,-1 0 0,0-1 0,-1 1 0,0 0 0,-3-15 0,3 21 0,0 0 0,0 0 0,0 0 0,0 0 0,0-1 0,-1 2 0,1-1 0,-1 0 0,1 0 0,-1 0 0,0 1 0,0-1 0,1 1 0,-1-1 0,0 1 0,0 0 0,-1 0 0,1 0 0,0 0 0,0 0 0,0 0 0,-1 1 0,1-1 0,-5 0 0,3 1 0,-1-1 0,0 1 0,1 0 0,-1 0 0,0 0 0,1 1 0,-1 0 0,1 0 0,-1 0 0,1 0 0,-1 1 0,1-1 0,0 1 0,0 1 0,-1-1 0,2 0 0,-1 1 0,0 0 0,-4 4 0,5-4 0,0 0 0,1-1 0,0 2 0,-1-1 0,1 0 0,1 0 0,-1 1 0,0-1 0,1 1 0,-1-1 0,1 1 0,0 0 0,1-1 0,-1 1 0,0 0 0,1 0 0,0 0 0,0-1 0,0 1 0,1 0 0,-1 0 0,1 0 0,1 5 0,3 5 0,1-2 0,0 1 0,1-1 0,0 0 0,1 0 0,0 0 0,1-1 0,0-1 0,14 14 0,-4-7 0,1-1 0,0 0 0,2-1 0,27 14 0,-14-12-1365,-4-5-5461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221 370 24575,'-2'-1'0,"0"0"0,-1-1 0,1 1 0,0-1 0,0 1 0,0-1 0,1 0 0,-1 0 0,0 0 0,-1-2 0,-12-12 0,11 14 0,0-1 0,0 1 0,0 0 0,0 1 0,0-1 0,0 1 0,-1-1 0,1 1 0,0 0 0,-1 1 0,1-1 0,-1 1 0,1 0 0,-1 0 0,1 1 0,-1-1 0,1 1 0,0 0 0,-1 0 0,1 0 0,0 1 0,-1-1 0,1 1 0,0 0 0,0 0 0,1 1 0,-1-1 0,0 1 0,1 0 0,0 0 0,-1 0 0,1 0 0,-3 5 0,1-2 0,1 0 0,-1 0 0,1 0 0,1 1 0,-1 0 0,1 0 0,0 0 0,1 0 0,0 0 0,0 1 0,0-1 0,1 1 0,0-1 0,1 1 0,-1 0 0,1-1 0,1 1 0,2 14 0,-1-14 0,1-1 0,0 1 0,0-1 0,1 1 0,0-1 0,0 0 0,0-1 0,1 1 0,0-1 0,1 0 0,-1 0 0,1 0 0,0-1 0,0 0 0,1 0 0,0-1 0,0 0 0,0 0 0,14 6 0,-15-8 0,0 0 0,0-1 0,0 1 0,1-1 0,-1 0 0,0-1 0,1 1 0,-1-1 0,1-1 0,-1 1 0,0-1 0,1 0 0,-1-1 0,0 1 0,0-1 0,0 0 0,0-1 0,0 1 0,0-1 0,-1-1 0,1 1 0,-1-1 0,0 0 0,0 0 0,6-7 0,-4 2 0,0 0 0,-1 0 0,0 0 0,0-1 0,-1 0 0,-1 0 0,1 0 0,-2 0 0,1-1 0,-2 0 0,4-19 0,-2-7 0,-2-1 0,-2-41 0,0 45 0,-2-1 0,-2 1 0,-1-1 0,-1 1 0,-2 1 0,-18-47 0,26 79 0,0 0 0,0 0 0,0 0 0,-1 1 0,1-1 0,0 0 0,-1 0 0,1 0 0,0 0 0,-1 1 0,0-1 0,1 0 0,-1 1 0,1-1 0,-1 0 0,0 1 0,1-1 0,-1 0 0,0 1 0,0-1 0,1 1 0,-1 0 0,0-1 0,0 1 0,-1-1 0,1 2 0,0 0 0,1 0 0,-1 0 0,1 0 0,-1 0 0,1 0 0,-1 0 0,1 0 0,0 0 0,-1 0 0,1 0 0,0 0 0,0 0 0,0 0 0,0 0 0,0 0 0,0 1 0,0-1 0,0 0 0,1 0 0,-1 2 0,6 33 0,1 0 0,18 51 0,32 70 0,-50-140 0,9 23-455,1-1 0,25 40 0,-16-40-6371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3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56 24575,'0'-2'0,"0"-1"0,0 1 0,0 0 0,-1-1 0,1 1 0,0 0 0,-1 0 0,0-1 0,1 1 0,-1 0 0,0 0 0,0 0 0,0 0 0,0 0 0,-3-4 0,2 5 0,0-1 0,0 1 0,0-1 0,-1 1 0,1 0 0,0 0 0,-1 0 0,1 0 0,-1 0 0,1 0 0,-1 1 0,1 0 0,-1-1 0,-2 1 0,-8-1 0,0 0 0,-19 1 0,29 0 0,0 0 0,1 1 0,-1-1 0,0 1 0,1-1 0,-1 1 0,0 0 0,1 0 0,-1 0 0,1 0 0,-1 1 0,1-1 0,0 0 0,-1 1 0,1 0 0,0 0 0,0-1 0,-2 4 0,3-3 0,1-1 0,-1 1 0,0-1 0,1 1 0,0-1 0,-1 1 0,1 0 0,0-1 0,0 1 0,0 0 0,0-1 0,0 1 0,0 0 0,0-1 0,1 1 0,-1-1 0,1 1 0,-1 0 0,1-1 0,-1 1 0,1-1 0,0 1 0,1 1 0,25 32 0,86 75 0,5 5 0,-114-110 0,-1-1 0,1 1 0,-1-1 0,0 1 0,0 0 0,3 8 0,-5-11 0,-1-1 0,0 1 0,1 0 0,-1-1 0,0 1 0,1 0 0,-1 0 0,0-1 0,0 1 0,-1 0 0,1-1 0,0 1 0,0 0 0,-1 0 0,1-1 0,-1 1 0,0-1 0,1 1 0,-1-1 0,0 1 0,0-1 0,0 1 0,0-1 0,0 1 0,-2 1 0,-4 2-99,-1 1 0,0-1 0,0-1 0,0 1 1,0-1-1,-1-1 0,0 1 0,1-2 0,-1 1 0,-13 1 0,18-3-178,-44 9-6549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5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286 277 24575,'-1'0'0,"0"-1"0,0 1 0,0-1 0,0 1 0,0 0 0,0-1 0,0 0 0,0 1 0,0-1 0,0 0 0,0 1 0,0-1 0,0 0 0,0 0 0,1 0 0,-1 0 0,0 0 0,1 0 0,-1 0 0,1 0 0,-1 0 0,1 0 0,-1 0 0,1-1 0,-7-29 0,8 18 0,1 0 0,0 0 0,1 0 0,0 1 0,1-1 0,10-22 0,-7 19 0,-1-2 0,7-26 0,-13 42 0,1 1 0,-1-1 0,0 0 0,0 1 0,0-1 0,0 1 0,0-1 0,0 0 0,0 1 0,0-1 0,-1 1 0,1-1 0,0 0 0,-1 1 0,0-1 0,0-1 0,0 2 0,1 1 0,-1-1 0,1 1 0,-1-1 0,0 1 0,0-1 0,1 1 0,-1 0 0,0-1 0,1 1 0,-1 0 0,0-1 0,0 1 0,0 0 0,1 0 0,-1 0 0,0 0 0,0 0 0,0-1 0,0 2 0,1-1 0,-2 0 0,-4 1 0,1 0 0,0 1 0,0 0 0,0 0 0,1 0 0,-1 0 0,0 1 0,-4 3 0,-12 9 0,0 2 0,1 0 0,1 1 0,1 1 0,0 1 0,1 0 0,1 1 0,2 1 0,0 0 0,1 1 0,1 1 0,1 0 0,-9 29 0,18-44 0,-1 0 0,2 1 0,-1-1 0,1 0 0,0 1 0,1-1 0,0 1 0,1-1 0,0 1 0,1-1 0,-1 0 0,7 18 0,-5-19 0,1-1 0,0 0 0,0 0 0,0 0 0,1 0 0,0-1 0,0 0 0,1 0 0,0 0 0,0-1 0,0 0 0,0 0 0,1 0 0,0-1 0,12 6 0,-2-3 0,1-1 0,1 0 0,-1-1 0,1-1 0,0-1 0,0 0 0,0-2 0,0 0 0,1-1 0,-1-1 0,0-1 0,0-1 0,0 0 0,0-1 0,26-11 0,-28 9 0,-1 0 0,0-2 0,0 0 0,-1-1 0,0-1 0,-1 0 0,21-18 0,-26 19 0,0-1 0,-1 1 0,1-2 0,-2 1 0,0-1 0,0 0 0,-1-1 0,0 1 0,-1-1 0,6-22 0,-8 24 0,-1 0 0,-1-1 0,0 1 0,0-1 0,-1 1 0,-1-1 0,-2-17 0,2 24 0,1-1 0,-1 0 0,-1 1 0,1-1 0,-1 1 0,1-1 0,-1 1 0,0 0 0,-1 0 0,1 0 0,-1 0 0,0 0 0,0 1 0,0-1 0,0 1 0,-1 0 0,1 0 0,-1 0 0,-4-3 0,7 6 0,0-1 0,0 0 0,-1 1 0,1 0 0,0-1 0,0 1 0,0-1 0,0 1 0,0 0 0,0 0 0,0 0 0,-1 0 0,1 0 0,0 0 0,0 0 0,0 0 0,0 0 0,-1 0 0,1 1 0,0-1 0,0 1 0,0-1 0,0 0 0,0 1 0,0 0 0,-1 0 0,0 1 0,0 0 0,1 0 0,-1 0 0,1 0 0,-1 0 0,1 0 0,0 1 0,0-1 0,0 0 0,0 1 0,-1 3 0,0 6 0,-1 1 0,2 0 0,-1 19 0,2-20 0,1 0 0,0 0 0,0 0 0,1-1 0,1 1 0,0-1 0,1 1 0,0-1 0,0 0 0,2-1 0,6 13 0,-9-19 0,-1 1 0,2-1 0,-1 0 0,0 0 0,1 0 0,0 0 0,0-1 0,0 0 0,0 1 0,0-1 0,1-1 0,-1 1 0,1-1 0,0 1 0,0-1 0,0-1 0,0 1 0,0-1 0,0 0 0,0 0 0,1 0 0,-1-1 0,0 0 0,0 0 0,1 0 0,-1-1 0,7-1 0,-10 2 0,1-1 0,0 0 0,0 0 0,-1 0 0,1 0 0,-1 0 0,1-1 0,-1 1 0,1-1 0,-1 0 0,0 1 0,0-1 0,0 0 0,0-1 0,0 1 0,3-5 0,-2 3 0,-1-1 0,0 1 0,0-1 0,0 0 0,-1 0 0,0 0 0,0 1 0,0-1 0,0-7 0,-1 3 0,0-1 0,0 1 0,-1-1 0,0 1 0,-1 0 0,0-1 0,-1 1 0,1 0 0,-2 0 0,-4-8 0,3 8 0,-2 1 0,1 0 0,-1 0 0,0 0 0,-1 1 0,0 1 0,0-1 0,0 1 0,-1 0 0,0 1 0,0 0 0,0 1 0,-1 0 0,0 0 0,1 1 0,-1 0 0,-14-2 0,56 4 0,0-1 0,0-2 0,56-13 0,-23 3 0,-31 7 0,-17 3 0,1 0 0,-1 1 0,1 1 0,29 1 0,-43 1 0,1 0 0,-1 1 0,0 0 0,0 0 0,0 0 0,-1 0 0,1 0 0,0 1 0,0 0 0,-1 0 0,1 0 0,-1 0 0,1 0 0,-1 1 0,0-1 0,0 1 0,0 0 0,0 0 0,-1 0 0,1 0 0,-1 1 0,0-1 0,0 1 0,0-1 0,2 7 0,3 10 0,-2 1 0,0 0 0,-1 0 0,1 39 0,-3-34 0,4-2 0,1-21 0,4-11 0,3-12 0,-1-1 0,13-28 0,-14 25 0,27-39 0,-27 47 0,25-27 0,-34 40 0,1 0 0,-1-1 0,1 1 0,0 0 0,0 1 0,0-1 0,0 1 0,0 0 0,0 0 0,1 0 0,-1 0 0,1 1 0,8-2 0,-11 3 0,0 0 0,-1 0 0,1 0 0,0 0 0,0 0 0,-1 1 0,1-1 0,0 1 0,-1-1 0,1 1 0,0-1 0,-1 1 0,1 0 0,-1 0 0,1 0 0,-1 0 0,1 0 0,-1 0 0,2 2 0,-1-1 0,0 1 0,0 0 0,-1 0 0,1 0 0,-1 0 0,1 0 0,-1 0 0,0 0 0,1 5 0,0 6 0,0 0 0,-1 0 0,0 24 0,-2-34 0,4 31 0,-3-35 0,0 1 0,0-1 0,1 1 0,-1-1 0,0 1 0,0-1 0,0 1 0,1-1 0,-1 0 0,0 1 0,1-1 0,-1 1 0,0-1 0,1 0 0,-1 1 0,0-1 0,1 0 0,-1 1 0,1-1 0,-1 0 0,0 1 0,2-1 0,-1 0 0,0 0 0,-1 0 0,1 0 0,0-1 0,0 1 0,0 0 0,0 0 0,-1-1 0,1 1 0,0-1 0,0 1 0,-1-1 0,1 1 0,0-1 0,-1 1 0,1-1 0,0 1 0,-1-1 0,1-1 0,40-48 0,-31 37 0,-1 1 0,2 0 0,-1 0 0,2 1 0,24-19 0,-35 29 0,1 0 0,-1 0 0,1 0 0,0 0 0,-1 0 0,1 0 0,0 1 0,0-1 0,0 1 0,0-1 0,-1 1 0,1 0 0,0 0 0,0 0 0,0 0 0,0 0 0,0 0 0,0 0 0,0 1 0,3 0 0,-3 0 0,0 1 0,0-1 0,1 1 0,-1-1 0,0 1 0,0 0 0,-1 0 0,1 0 0,0 0 0,-1 0 0,1 0 0,-1 0 0,2 4 0,3 8 0,0 0 0,-1 0 0,-1 1 0,3 18 0,-4-21 0,14 70-1365,-13-61-5461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5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0 331 24575,'3'-4'0,"0"-1"0,-1 0 0,0 0 0,0 0 0,0 0 0,-1 0 0,0-1 0,2-10 0,0-2 0,1-2 0,-4 16 0,1 0 0,0 0 0,-1-1 0,1 1 0,1 0 0,-1 0 0,1 0 0,-1 0 0,1 0 0,3-4 0,-5 8 0,1 0 0,-1 0 0,0 0 0,0-1 0,1 1 0,-1 0 0,0 0 0,1 0 0,-1 0 0,0 0 0,0 0 0,1 0 0,-1 0 0,0 0 0,1 0 0,-1 0 0,0 0 0,0 0 0,1 0 0,-1 0 0,0 1 0,0-1 0,1 0 0,-1 0 0,0 0 0,0 0 0,1 0 0,-1 1 0,0-1 0,0 0 0,1 0 0,-1 0 0,0 1 0,0-1 0,0 0 0,0 0 0,1 0 0,-1 1 0,0-1 0,0 0 0,0 1 0,0-1 0,0 0 0,6 14 0,26 109 0,3 8 0,-5-53 0,-64-185 0,18 60 0,2 0 0,2-1 0,2 0 0,2 0 0,-1-51 0,9 93 0,0 0 0,0 0 0,1 0 0,0 0 0,0 0 0,0 1 0,1-1 0,4-10 0,-5 14 0,0 0 0,0 0 0,0 0 0,1 0 0,-1 0 0,1 1 0,-1-1 0,1 0 0,0 1 0,0-1 0,0 1 0,0 0 0,0 0 0,0 0 0,0 0 0,0 0 0,0 0 0,0 0 0,0 1 0,1-1 0,-1 1 0,0-1 0,1 1 0,-1 0 0,3 0 0,4 1 0,0 0 0,0 0 0,0 1 0,-1 0 0,1 0 0,-1 1 0,1 0 0,-1 1 0,0 0 0,0 0 0,-1 1 0,1 0 0,-1 0 0,0 1 0,-1 0 0,8 8 0,-12-13 8,-1 1 1,0-1-1,0 1 0,0 0 0,0 0 0,-1 0 0,1-1 0,0 1 0,-1 0 1,1 0-1,-1 0 0,0 0 0,1 0 0,-1 0 0,0 0 0,0 0 0,-1 0 1,1 0-1,0 0 0,-1 2 0,0 0 7,-1-1 1,0 1-1,1-1 1,-1 0-1,0 0 1,0 0 0,-1 0-1,1 0 1,-1 0-1,-2 2 1,-5 4-301,-1-1 1,0-1-1,0 0 1,0 0-1,-13 4 1,5-3-6542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5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24575,'3'-3'0,"2"2"0,-2 4 0,0 5 0,0 6 0,1 5 0,0 4 0,0 2 0,2 2 0,0 2 0,2 3 0,0-2 0,1 0 0,-1-2 0,-2-5-8191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5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 24575,'-6'0'0,"-5"0"0,-3 0 0,4 0 0,3-2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6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 24575,'-3'0'0,"-4"3"0,-3 1 0,-1 3 0,2 2 0,3 4 0,4 5 0,4 3 0,4 3 0,1 7 0,2 4 0,-1 4 0,3 2 0,0 1 0,3 0 0,-1-5-8191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6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33 273 24575,'6'-13'0,"-6"12"0,1 0 0,-1 0 0,0 0 0,0 0 0,1 1 0,-1-1 0,0 0 0,1 0 0,-1 1 0,1-1 0,-1 0 0,1 1 0,-1-1 0,1 0 0,-1 1 0,1-1 0,0 1 0,-1-1 0,1 1 0,0-1 0,-1 1 0,1-1 0,0 1 0,0 0 0,-1-1 0,3 1 0,6-3 0,1 1 0,0 1 0,0 0 0,10 0 0,-10 1 0,1-1 0,-1 0 0,15-4 0,-18 3 0,0-1 0,-1 1 0,1-1 0,-1 0 0,0-1 0,0 1 0,0-1 0,0-1 0,-1 1 0,1-1 0,-1 0 0,5-6 0,-8 8 0,0 0 0,1-1 0,-1 1 0,-1 0 0,1-1 0,0 1 0,-1-1 0,0 0 0,0 0 0,0 1 0,0-1 0,0 0 0,-1 0 0,0 0 0,0 0 0,0 0 0,0 0 0,-1 1 0,1-1 0,-1 0 0,0 0 0,0 0 0,-3-5 0,2 4 0,-1 0 0,0 0 0,0 0 0,0 0 0,-1 0 0,0 1 0,0 0 0,0 0 0,0 0 0,0 0 0,-1 0 0,0 1 0,0 0 0,0 0 0,0 0 0,0 1 0,-1 0 0,1 0 0,-1 0 0,1 0 0,-1 1 0,0 0 0,1 0 0,-1 1 0,0 0 0,-10 0 0,11 1 0,-1-1 0,0 1 0,0 0 0,1 1 0,-1-1 0,1 1 0,-1 0 0,1 0 0,0 1 0,-1 0 0,1 0 0,1 0 0,-1 0 0,0 1 0,1 0 0,0 0 0,0 0 0,0 0 0,0 1 0,1 0 0,0-1 0,-1 1 0,2 0 0,-1 1 0,1-1 0,-4 10 0,4-3 0,0 0 0,0-1 0,2 1 0,-1 1 0,1-1 0,1 0 0,0 0 0,1 0 0,0-1 0,0 1 0,2 0 0,8 21 0,-7-21 0,1 0 0,0 0 0,1 0 0,0-1 0,1 0 0,0-1 0,1 1 0,0-1 0,1-1 0,0 0 0,15 11 0,-19-16-97,0-1-1,1 1 1,-1-1-1,1-1 1,0 1-1,-1-1 1,1 0-1,0-1 1,1 1-1,-1-1 1,0-1-1,0 1 0,10-2 1,14-3-6729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7:46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24575,'3'6'0,"7"8"0,5 7 0,2 4 0,-1-6 0,-4-7-8191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8:02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34 237 24575,'-5'25'0,"5"-25"0,0 0 0,0 1 0,0-1 0,0 1 0,-1-1 0,1 1 0,0-1 0,0 1 0,-1-1 0,1 0 0,0 1 0,-1-1 0,1 0 0,0 1 0,-1-1 0,1 0 0,-1 1 0,1-1 0,0 0 0,-1 0 0,1 1 0,-1-1 0,1 0 0,-1 0 0,1 0 0,-1 0 0,1 0 0,-1 0 0,1 1 0,-1-1 0,1 0 0,-1 0 0,1-1 0,-1 1 0,1 0 0,0 0 0,-1 0 0,1 0 0,-1 0 0,1 0 0,-1-1 0,1 1 0,-1 0 0,1 0 0,0-1 0,-1 1 0,0-1 0,0 0 0,0 0 0,0 0 0,1 0 0,-1 0 0,0 0 0,1 0 0,-1 0 0,0 0 0,1 0 0,0 0 0,-1 0 0,1 0 0,-1 0 0,1-1 0,0 1 0,0 0 0,0 0 0,0 0 0,0-1 0,0 1 0,0 0 0,0 0 0,0 0 0,1 0 0,-1-1 0,0 1 0,1 0 0,-1 0 0,1 0 0,-1 0 0,1 0 0,0 0 0,-1 0 0,1 0 0,0 0 0,1-1 0,2-3 0,0 0 0,0 0 0,0 1 0,1-1 0,10-7 0,6 0 0,0 0 0,1 1 0,1 1 0,32-9 0,99-20 0,226-24-152,-283 48-1061,-34 6-5613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28:02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69 24575,'-12'-10'0,"10"9"0,0 0 0,0 0 0,1-1 0,-1 1 0,1-1 0,-1 1 0,1-1 0,-1 1 0,-1-5 0,2 6 0,1-1 0,0 1 0,0 0 0,0-1 0,0 1 0,0-1 0,0 1 0,0-1 0,0 1 0,0 0 0,0-1 0,0 1 0,0-1 0,0 1 0,1-1 0,-1 1 0,0 0 0,0-1 0,0 1 0,1 0 0,-1-1 0,1 0 0,15-9 0,-5 5 0,1 1 0,1 1 0,-1 0 0,0 1 0,1 0 0,-1 1 0,15 1 0,94 7 0,-111-6 0,43 4 0,-1 2 0,-1 3 0,1 2 0,-2 3 0,0 1 0,0 3 0,-2 2 0,58 33 0,-93-46 0,-1 0 0,0 1 0,0 0 0,-1 1 0,11 12 0,-19-18 0,0-1 0,0 0 0,-1 1 0,0-1 0,1 1 0,-1 0 0,-1-1 0,1 1 0,-1 0 0,1 0 0,-1 0 0,0 0 0,0 1 0,-1-1 0,0 0 0,1 0 0,-1 1 0,0-1 0,-1 0 0,1 0 0,-1 0 0,-2 6 0,1-4 0,0 0 0,-1 0 0,0-1 0,0 1 0,-1-1 0,1 0 0,-1 0 0,-1 0 0,1-1 0,-9 8 0,-1-1 0,0-1 0,-31 16 0,-69 25-1365,-7-6-5461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37 24575,'0'-2'0,"1"0"0,-1 0 0,0 0 0,1 0 0,-1 0 0,1 0 0,-1 0 0,1 0 0,0 0 0,0 0 0,0 0 0,0 0 0,0 1 0,1-1 0,-1 0 0,2-1 0,-3 3 0,0 0 0,1 0 0,-1-1 0,0 1 0,1 0 0,-1 0 0,0 0 0,1-1 0,-1 1 0,0 0 0,1 0 0,-1 0 0,0 0 0,1 0 0,-1 0 0,0 0 0,1 0 0,-1 0 0,1 0 0,-1 0 0,0 0 0,1 0 0,-1 0 0,0 0 0,1 0 0,-1 0 0,0 0 0,1 0 0,-1 1 0,0-1 0,1 0 0,0 1 0,0 0 0,-1 0 0,1 1 0,0-1 0,-1 0 0,1 0 0,0 0 0,-1 1 0,0-1 0,1 0 0,-1 1 0,0-1 0,0 0 0,1 2 0,2 52 0,-2 1 0,-10 87 0,4-79 0,-4 60 0,-27 429 0,21 1 0,16-484 0,2-59-1365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11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450 1 24575,'-6'1'0,"1"0"0,0 0 0,0 1 0,-1 0 0,1 0 0,0 1 0,0-1 0,-4 4 0,-7 3 0,-73 28 0,61-27 0,1 1 0,-47 27 0,58-28 0,0 1 0,1 1 0,1 0 0,0 1 0,1 1 0,0 0 0,-19 28 0,28-36 0,0 1 0,0-1 0,1 1 0,0 0 0,0 0 0,1 0 0,-1 0 0,2 0 0,-1 0 0,1 1 0,0-1 0,0 1 0,1-1 0,0 1 0,1-1 0,-1 0 0,1 1 0,1-1 0,-1 0 0,1 1 0,1-1 0,4 11 0,-3-12 0,-1-1 0,0 1 0,1-1 0,0 0 0,0-1 0,1 1 0,-1-1 0,1 0 0,0 0 0,0 0 0,6 3 0,-1-2 0,0 0 0,0 0 0,1-1 0,-1-1 0,20 5 0,-3-5 0,0 0 0,0-1 0,0-2 0,39-4 0,-22-1-682,66-18-1,-41 4-6143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12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971 106 24575,'0'-2'0,"-1"0"0,1 0 0,-1 1 0,0-1 0,1 0 0,-1 1 0,0-1 0,0 1 0,0-1 0,0 1 0,0-1 0,-1 1 0,1 0 0,0-1 0,-3-1 0,-25-18 0,26 19 0,-11-6 0,-1 0 0,1 1 0,-1 1 0,-1 0 0,1 1 0,-1 1 0,0 0 0,0 1 0,0 1 0,0 1 0,0 0 0,-1 1 0,-28 3 0,10 2 0,0 1 0,1 2 0,-1 1 0,2 2 0,-44 20 0,43-15 0,0 1 0,1 2 0,1 2 0,2 0 0,0 2 0,1 2 0,1 0 0,1 2 0,-23 30 0,37-40 0,2 0 0,0 1 0,0 0 0,2 1 0,0 0 0,1 1 0,-8 33 0,12-37 0,2 0 0,0 0 0,0 0 0,2 1 0,0-1 0,1 0 0,1 0 0,0 0 0,1 0 0,9 29 0,-6-29 0,1 0 0,0 0 0,1-1 0,1 0 0,0 0 0,1-1 0,0-1 0,24 24 0,-17-21 0,0-1 0,2-1 0,0-1 0,0-1 0,1 0 0,24 9 0,-11-7 0,0-3 0,1 0 0,0-2 0,0-2 0,1-1 0,0-2 0,1-1 0,59-4 0,-56-2 0,0-2 0,0-2 0,-1-1 0,0-2 0,0-2 0,-1-1 0,-1-2 0,-1-1 0,0-2 0,-1-2 0,42-31 0,-55 34 0,0 0 0,-2-2 0,0 0 0,-2-1 0,0-1 0,-1 0 0,21-38 0,-27 40 0,-1-1 0,-1 0 0,-1-1 0,0 0 0,-2 0 0,0-1 0,-2 1 0,0-1 0,-1 0 0,-2-23 0,0 28 0,-2 0 0,0-1 0,-1 1 0,-1 0 0,0 0 0,-1 1 0,-1-1 0,-1 1 0,0 0 0,-1 1 0,-1-1 0,0 2 0,-17-21 0,14 21 0,-1 1 0,-1 0 0,0 1 0,-1 0 0,0 1 0,-1 1 0,0 0 0,0 1 0,-1 1 0,-1 1 0,1 0 0,-26-6 0,10 6 49,0 2 0,-1 1 0,1 1-1,-1 2 1,0 1 0,-63 9 0,53-2-391,1 2 1,0 2 0,0 2-1,-69 31 1,52-13-6485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14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5188 24575,'0'0'0,"0"0"0,0 1 0,0-1 0,0 0 0,-1 0 0,1 0 0,0 0 0,0 0 0,0 0 0,0 0 0,-1 0 0,1 0 0,0 0 0,0 0 0,0 0 0,-1 0 0,1 0 0,0 0 0,0 0 0,0 0 0,0 0 0,-1 0 0,1 0 0,0 0 0,0-1 0,0 1 0,0 0 0,-1 0 0,1 0 0,0 0 0,0 0 0,0 0 0,0 0 0,0-1 0,-1 1 0,1 0 0,0 0 0,0 0 0,0 0 0,0-1 0,0 1 0,0 0 0,0 0 0,0 0 0,0 0 0,0-1 0,0 1 0,0 0 0,0 0 0,0 0 0,0-1 0,0 1 0,0 0 0,0 0 0,0 0 0,0 0 0,0-1 0,0 1 0,0 0 0,0 0 0,0 0 0,12-8 0,15 5 0,1 0 0,-1 2 0,37 3 0,-10-1 0,2094 38-5151,-1215-10 2190,625 18 280,-1-22 1427,2080-54 903,-3085 16 1144,-187 1 4025,-345 12-3832,-6 0-153,-1-1 0,1 0 0,0-1-1,19-4 1,-47 2 326,-10 1-681,16 3-478,-15 0 0,-39-6 0,56 5 0,0 0 0,0-1 0,0 0 0,0 0 0,0 0 0,0 0 0,0-1 0,1 0 0,0-1 0,-1 1 0,-5-6 0,8 6 0,1 0 0,-1 0 0,1-1 0,0 1 0,0-1 0,1 1 0,-1-1 0,1 1 0,-1-1 0,1 0 0,0 0 0,1 0 0,-2-7 0,1-7 0,3-33 0,-1 25 0,-19-589 0,2-39-309,-1-13-9,-15-100 318,60 0-2,120-394 631,-130 1050-629,-5 35 0,7-134 0,-20 209 0,0 0 0,0 0 0,0 0 0,0 0 0,0 1 0,0-1 0,0 0 0,0 0 0,0 0 0,0 0 0,-1 0 0,1 0 0,0 1 0,-1-1 0,1 0 0,0 0 0,-1 0 0,1 1 0,-1-1 0,0 0 0,0-1 0,0 2 0,1 0 0,-1 0 0,1 0 0,-1 0 0,1 0 0,-1 0 0,1 0 0,-1 0 0,1 1 0,-1-1 0,1 0 0,-1 0 0,1 0 0,-1 0 0,1 1 0,0-1 0,-1 0 0,1 0 0,-1 1 0,1-1 0,0 0 0,-1 1 0,1-1 0,0 0 0,-1 1 0,1 0 0,-1 0 0,0-1 0,0 1 0,1 0 0,-1 0 0,0 0 0,1 0 0,-1 0 0,1 0 0,-1 0 0,1 0 0,-1 0 0,1 0 0,0 0 0,0 1 0,0-1 0,-1 0 0,1 0 0,0 0 0,0 0 0,0 0 0,1 1 0,-1-1 0,0 0 0,0 0 0,1 0 0,-1 0 0,0 0 0,1 0 0,-1 0 0,1 0 0,1 2 0,2 0 0,0-1 0,0 1 0,0-1 0,1 0 0,-1 0 0,1 0 0,0-1 0,-1 1 0,10 0 0,50 4 0,-45-5 0,557 6-626,-461-8 457,429-7 0,476-3 180,-861 12 147,-308-1-728,119 0-6256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14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98 24575,'-1'-6'0,"1"-1"0,-1 0 0,0 1 0,0-1 0,-1 1 0,-4-12 0,5 16 0,0-1 0,0 0 0,-1 1 0,1-1 0,0 1 0,-1 0 0,0-1 0,0 1 0,0 0 0,0 0 0,0 0 0,0 0 0,0 1 0,0-1 0,-1 1 0,1-1 0,-6-1 0,8 3 0,0-1 0,0 1 0,0 0 0,0 0 0,0 0 0,0 0 0,0 0 0,0 0 0,0 0 0,0 0 0,-1 0 0,1 0 0,0 0 0,0 0 0,0 0 0,0 0 0,0 0 0,0 0 0,0 0 0,0 0 0,0 0 0,-1 0 0,1 0 0,0 0 0,0 0 0,0 0 0,0 0 0,0 0 0,0 0 0,0 0 0,0 0 0,0 0 0,-1 0 0,1 0 0,0 0 0,0 0 0,0 0 0,0 0 0,0 1 0,0-1 0,0 0 0,0 0 0,0 0 0,0 0 0,0 0 0,0 0 0,0 0 0,0 0 0,0 0 0,0 0 0,0 1 0,-1-1 0,1 0 0,0 0 0,0 0 0,0 0 0,0 0 0,0 0 0,0 0 0,1 0 0,-1 1 0,0-1 0,0 0 0,5 9 0,10 9 0,70 55 0,-58-52 0,-1 1 0,-1 1 0,25 30 0,-47-49-52,1 0-1,-1 1 1,0-1-1,0 1 1,-1-1-1,1 1 1,-1 0-1,0 0 1,0 0-1,-1 0 1,0 0-1,0 1 1,0-1-1,0 0 1,-1 0-1,0 1 1,0-1-1,0 1 1,0-1-1,-1 0 0,0 0 1,0 1-1,-1-1 1,0 0-1,-2 7 1,-13 18-6774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17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1692 1311 24575,'-1'-2'0,"1"0"0,-1 1 0,1-1 0,-1 0 0,1 1 0,-1-1 0,0 1 0,0-1 0,0 1 0,0-1 0,0 1 0,0 0 0,0-1 0,-1 1 0,-1-2 0,-25-18 0,23 17 0,-7-4 0,-1 1 0,0 0 0,-1 1 0,1 0 0,-1 1 0,0 1 0,-1 0 0,1 1 0,-1 1 0,-22-2 0,0 3 0,0 1 0,-1 2 0,-37 7 0,13 3 0,0 2 0,1 3 0,1 2 0,1 3 0,-83 43 0,58-18 0,2 3 0,-144 115 0,166-114 0,-97 109 0,122-119 0,3 2 0,1 1 0,-40 76 0,61-100 0,2 0 0,-1 0 0,2 1 0,1 0 0,1 0 0,0 1 0,2-1 0,-1 31 0,4-37 0,0 0 0,2 0 0,0 0 0,0 0 0,2 0 0,-1 0 0,2-1 0,0 1 0,1-1 0,1-1 0,0 1 0,16 23 0,-4-14 0,1 0 0,1-1 0,1-1 0,1-1 0,1-1 0,1-1 0,0-1 0,1-1 0,38 16 0,31 10 0,137 38 0,-190-67 0,22 7 0,83 29 0,-141-47 0,0 1 0,0-1 0,0 1 0,0 0 0,0 1 0,8 6 0,-13-9 0,0 0 0,0 0 0,0 0 0,0 0 0,-1 0 0,1 0 0,0 1 0,-1-1 0,1 0 0,0 0 0,-1 0 0,0 1 0,1-1 0,-1 0 0,0 1 0,0-1 0,1 0 0,-1 1 0,0-1 0,0 0 0,-1 0 0,1 1 0,0-1 0,0 0 0,-1 1 0,1-1 0,0 0 0,-1 0 0,1 1 0,-1-1 0,0 0 0,1 0 0,-1 0 0,0 0 0,0 0 0,0 0 0,0 0 0,-1 1 0,-22 22 0,-1-1 0,-1-1 0,-33 21 0,2-1 0,-17 17 0,-122 126 0,160-146 0,3 1 0,1 2 0,2 1 0,-46 92 0,66-114 0,1 1 0,1 0 0,1 1 0,1 0 0,1 0 0,1 0 0,-2 40 0,6-46 0,1 1 0,0-1 0,1 0 0,1-1 0,1 1 0,1 0 0,0-1 0,1 0 0,0 0 0,2 0 0,11 18 0,0-7-22,0-1-1,2-1 0,1-1 0,1 0 1,2-2-1,-1-1 0,2-1 0,1-1 1,36 18-1,9 1-118,2-3 0,120 38 1,-52-30 92,2-6 1,296 36 0,303-48 59,-726-26 27,-8 0 47,0 1 0,0 0-1,1 0 1,11 3 0,-19-3-73,0 1 0,0-1 0,0 1 0,0 0 0,0 0 0,0-1 0,0 1 0,0 1 0,-1-1 0,1 0 0,0 0 0,0 1 0,-1-1 0,1 1 0,-1-1 0,0 1 0,1 0-1,-1-1 1,0 1 0,0 0 0,0 0 0,0 0 0,1 3 0,5 18-13,1 0 0,1-1 0,2-1 0,0 1 0,1-2 0,1 1 0,27 31 0,-5-13-63,2-1 0,1-2 0,2-1-1,49 31 1,-29-28-183,1-2-1,103 43 1,-50-35-128,1-6 1,3-5-1,161 24 0,-87-31-77,1-8 0,1-9 0,375-30 0,-288-14-112,-2-12 0,290-88 0,-492 113 835,127-32 1171,-200 53-1443,9-2 326,0 1 1,0 0 0,19 0 0,-29 2-211,0 0 1,0 0 0,0 0 0,0 1-1,0-1 1,0 1 0,0 0 0,-1 0-1,1 0 1,0 0 0,0 0 0,-1 1-1,1-1 1,0 1 0,-1-1 0,0 1-1,1 0 1,-1 0 0,0 1 0,2 2-1,4 8-15,-1 0-1,0 1 0,-1 0 0,4 15 1,-3-10-67,15 33 0,-8-31-30,0-1 0,1 0 0,0-1-1,2 0 1,0-2 0,2 0 0,-1-1 0,2-1-1,0 0 1,1-2 0,0 0 0,25 9 0,12 4-66,1-4 0,1-2 0,99 20 0,-15-14-533,1-7 0,1-5 0,162-7-1,438-72-138,-464 16 505,-4-12-1,-2-13 0,458-188 1,-637 221 318,69-29 394,-123 54-109,85-18 0,-92 29 103,1 2 0,-1 2 0,1 1 0,56 8 0,15 0 49,-18-8-633,1-4 0,-1-3 0,158-35 0,-95 3-107,195-77 0,-245 76 214,-3-5 0,-1-4 0,-3-4 0,137-101 0,-176 109 0,-2-2 0,94-106 0,-113 109 0,-2-2 0,-2 0 0,-2-2 0,31-69 0,-47 85 32,-1-1-1,-1-1 0,-2 1 0,-1-2 0,-2 0 1,-1 0-1,1-36 0,-7 53 2,0 1 0,-2 0 0,0-1 0,0 1 1,-2 0-1,-11-32 0,10 37-12,0 0 0,-1 1 0,-1-1 0,0 1 0,0 1 0,-1 0 0,0 0 0,-1 0 0,0 1 1,-13-11-1,3 7 34,-1 0 1,-20-10-1,4 4-79,35 18 24,0 0 0,0 0 0,-1 0 0,1 0 0,0 0 0,0 0 0,0 0 0,0 0 0,0-1 0,0 1 0,0 0 0,1-1 0,-1 1 0,0 0 0,1-1 0,-1 1 0,1-1 0,0 1 0,-1-1 0,1 1 0,0-1 0,0 1 0,0-1 0,0 1 0,0-1 0,0 1 0,0-1 0,0 1 0,1-1 0,-1 1 0,1-1 0,-1 1 0,1 0 0,0-2 0,4-7 0,0 0 0,1 1 0,0 0 0,7-8 0,-3 3 0,133-180 0,44-64 0,-111 141-147,78-166 1,-124 218 87,-3 0 0,-3-2 1,-3-1-1,18-106 0,-34 143 59,-1-1 0,-2 0 0,-1 0 0,-1 0 0,-2 0 0,-2 0 0,-7-34 0,8 52 0,-1 1 0,-1-1 0,0 1 0,0 0 0,-2 0 0,0 0 0,0 1 0,-1 0 0,0 0 0,-1 1 0,-1 0 0,1 1 0,-2 0 0,0 1 0,0 0 0,0 0 0,-1 1 0,-14-7 0,1 4 29,0 1 1,0 2-1,-1 0 1,0 1-1,0 2 0,-1 1 1,0 1-1,0 1 0,-31 2 1,-17 4 68,1 3-1,-77 19 1,27 3-98,80-16 0,-1-2 0,-1-3 0,-63 5 0,104-13 0,-1 0 0,0 0 0,1-1 0,-1 0 0,1 0 0,0 0 0,-1 0 0,1-1 0,0 0 0,0 0 0,0-1 0,0 1 0,0-1 0,0 0 0,1 0 0,0-1 0,-1 1 0,1-1 0,0 0 0,1 0 0,-1 0 0,1-1 0,0 1 0,0-1 0,0 0 0,0 0 0,1 0 0,-2-6 0,-12-35 0,1-1 0,-14-89 0,14 61 0,-64-254 0,60 265 0,-3 0 0,-3 1 0,-33-60 0,43 97 0,-1 0 0,-1 1 0,-2 1 0,0 0 0,-1 1 0,-42-36 0,42 44 0,0 1 0,0 1 0,-1 0 0,-1 2 0,0 0 0,-1 1 0,0 2 0,-46-12 0,10 10-55,-1 2 0,0 3-1,-1 3 1,1 2 0,-102 13-1,12 11-110,-156 46 0,114-13 166,-38 9 0,220-64 39,0 1 0,0-2 0,-1 1-1,-11-1 1,19-1-16,-1-1-1,0 1 0,1-1 1,-1 1-1,1-1 1,0 0-1,-1-1 1,1 1-1,0 0 1,-1-1-1,1 0 1,0 0-1,0 0 1,0 0-1,-2-3 1,-48-52 110,41 42-138,-1 0 1,-1 1-1,0 1 1,-23-17-1,14 16 5,-1 2 0,0 0 0,-1 2 0,0 0 0,0 2 0,-1 1 0,0 1 0,-53-5 0,-6 6 0,-126 8 0,-168 28 0,-68 2 0,376-32 0,-98-11 0,129 5 0,0-2 0,0-2 0,-71-26 0,66 17 0,-1 3 0,0 1 0,-49-6 0,66 16 0,0 1 0,-1 1 0,1 2 0,-1 1 0,1 1 0,-34 7 0,9 3 0,1 3 0,-88 36 0,-94 61 0,-28 11 0,218-106 0,-83 21 0,106-33 0,0-1 0,0-2 0,0 0 0,0-1 0,0-1 0,-26-4 0,34 1 0,0 0 0,0-1 0,1-1 0,0 0 0,0-1 0,0-1 0,1 0 0,-22-16 0,-3-6 0,-43-44 0,42 36 0,2 0 0,-1 3 0,-74-54 0,98 80 0,-1 0 0,0 0 0,0 1 0,-1 1 0,1 0 0,-1 1 0,-1 1 0,1 0 0,-1 2 0,1-1 0,-1 2 0,0 0 0,-21 1 0,-3 5 0,1 2 0,-1 1 0,1 2 0,-64 26 0,-147 79 0,176-78 0,-315 141 0,282-136 0,-190 49 0,278-86 0,-52 9 0,66-14 0,1 1 0,-1-1 0,0 0 0,1 0 0,-1 0 0,0-1 0,1 0 0,-1 0 0,0 0 0,1 0 0,-9-4 0,11 3 0,-1 0 0,1 0 0,0 0 0,0 0 0,0 0 0,0 0 0,0 0 0,1-1 0,-1 1 0,1-1 0,-1 1 0,1-1 0,0 0 0,0 1 0,0-1 0,0 0 0,0-5 0,-1-5 0,1-1 0,0-21 0,1 15 0,0 4 0,-1-1 0,-1 1 0,0 0 0,-1-1 0,-6-18 0,7 30 0,0 1 0,0-1 0,0 1 0,0-1 0,-1 1 0,0 0 0,0 0 0,0 0 0,0 1 0,-1-1 0,1 1 0,-1 0 0,0 0 0,0 0 0,0 0 0,0 0 0,-1 1 0,1 0 0,-1 0 0,1 0 0,-10-1 0,-3-1 0,0 2 0,0 0 0,0 1 0,0 1 0,-24 2 0,-88 17 0,107-15 0,-495 116 0,460-102 0,1 2 0,1 3 0,0 2 0,-69 44 0,116-64 0,0-1 0,0 1 0,-1-2 0,1 1 0,-1-1 0,0 0 0,-12 2 0,15-5 0,0 0 0,0 0 0,0 0 0,0 0 0,0-1 0,0 0 0,0-1 0,1 1 0,-1-1 0,0 0 0,1 0 0,-8-5 0,-29-15 0,-38-19 0,69 37 0,0 1 0,0 0 0,0 0 0,0 1 0,-1 0 0,-12 0 0,5 3 0,1 0 0,-1 1 0,0 1 0,1 1 0,0 0 0,0 2 0,0 0 0,-27 14 0,-3 5 0,-76 52 0,124-76 0,-151 110 0,134-96 0,-1 1 0,2 1 0,0 0 0,1 1 0,-24 38 0,35-49 0,1 0 0,0 0 0,0 0 0,0 1 0,1-1 0,1 0 0,-1 1 0,1 0 0,0-1 0,0 9 0,1-13 0,0 0 0,1 0 0,-1 0 0,1 0 0,-1 0 0,1 0 0,0 0 0,0 0 0,0 0 0,0 0 0,1 0 0,-1 0 0,1-1 0,0 1 0,-1-1 0,1 1 0,1-1 0,-1 0 0,0 1 0,0-1 0,1 0 0,-1-1 0,1 1 0,0 0 0,-1-1 0,6 3 0,-7-4 0,-1 0 0,1 1 0,-1-1 0,1 0 0,-1 0 0,1 1 0,-1-1 0,1 0 0,0 0 0,-1 0 0,1 0 0,-1 0 0,1 0 0,-1 0 0,1 0 0,0 0 0,-1 0 0,1 0 0,-1 0 0,1 0 0,-1 0 0,1 0 0,0-1 0,-1 1 0,1-1 0,-1 1 0,0-1 0,1 1 0,-1-1 0,0 0 0,0 1 0,0-1 0,0 1 0,-1-1 0,1 0 0,0 1 0,0-1 0,0 1 0,0-1 0,-1 1 0,1-1 0,0 1 0,0-1 0,-1 1 0,0-1 0,-20-27 0,3 14 0,0 1 0,0 0 0,-2 2 0,1 0 0,-2 1 0,1 1 0,-1 1 0,0 1 0,-1 1 0,0 1 0,0 0 0,-25-1 0,38 5 0,0 1 0,1 0 0,-1 0 0,0 1 0,1 0 0,-1 0 0,1 1 0,-1 0 0,1 1 0,-13 5 0,15-5 0,0 1 0,0 0 0,0 0 0,0 0 0,1 1 0,0 0 0,0 0 0,0 0 0,0 1 0,1-1 0,0 1 0,0 0 0,-3 9 0,-3 6 0,2 1 0,0 0 0,2 0 0,0 1 0,-3 32 0,-4 123 0,10-117 0,0-17 0,-2 73 0,6-100 0,0 1 0,1-1 0,0 0 0,7 25 0,1-20-1365,0-9-5461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0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534 447 24575,'0'-13'0,"0"2"0,0-1 0,-1 0 0,0 1 0,-4-18 0,4 26 0,0-1 0,0 1 0,0 0 0,-1-1 0,0 1 0,1 0 0,-1 0 0,0 0 0,-1 0 0,1 1 0,0-1 0,-1 1 0,0-1 0,1 1 0,-1 0 0,0 0 0,0 0 0,0 0 0,-4-1 0,-2 0 0,0 0 0,-1 1 0,1 0 0,0 0 0,0 1 0,-1 0 0,1 1 0,-1 0 0,1 0 0,-1 1 0,1 1 0,0-1 0,-17 6 0,2 1 0,0 1 0,0 1 0,-41 25 0,47-24 0,1 1 0,0 0 0,0 1 0,2 1 0,0 0 0,0 1 0,2 1 0,-21 29 0,30-38 0,-1 0 0,1 1 0,0-1 0,1 1 0,0 0 0,0 0 0,1 0 0,0 1 0,0-1 0,1 1 0,0-1 0,0 1 0,1-1 0,0 1 0,1-1 0,0 1 0,0-1 0,1 1 0,0-1 0,0 0 0,1 0 0,0 0 0,7 14 0,-5-15 0,0 0 0,0 1 0,1-2 0,-1 1 0,1 0 0,1-1 0,0 0 0,-1-1 0,2 0 0,-1 0 0,0 0 0,1-1 0,0 0 0,0 0 0,0-1 0,1 0 0,-1-1 0,1 0 0,0 0 0,-1-1 0,19 1 0,-17-2 0,1 0 0,0-1 0,-1 0 0,1-1 0,-1-1 0,0 1 0,1-1 0,-1-1 0,0 0 0,-1-1 0,1 0 0,-1 0 0,0-1 0,0 0 0,-1 0 0,0-1 0,15-15 0,-8 3 0,-1-1 0,-1-1 0,-1 0 0,0-1 0,-2 0 0,0 0 0,-2-1 0,0 0 0,5-36 0,-1-9 0,-3-2 0,0-71 0,-8-59 0,-2 188 0,-2 12 0,-2 21 0,-8 66 0,4 2 0,4-1 0,3 1 0,19 154 0,-9-194-1365,2-9-5461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0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16 255 24575,'-13'-8'0,"10"4"0,11 3 0,47 12 0,74 10 0,-116-20 0,1 0 0,0-1 0,0-1 0,0 0 0,0-1 0,-1 0 0,16-5 0,-25 5 0,0 1 0,-1 0 0,1-1 0,0 0 0,-1 0 0,1 0 0,-1 0 0,0 0 0,1-1 0,-1 0 0,0 1 0,-1-1 0,1 0 0,0-1 0,-1 1 0,0 0 0,1-1 0,-1 1 0,-1-1 0,1 0 0,-1 1 0,1-1 0,-1 0 0,0 0 0,0 0 0,-1 0 0,1 0 0,-1 0 0,0 0 0,0 0 0,0 0 0,-2-7 0,1 3 0,-1-1 0,0 1 0,-1 0 0,0-1 0,0 1 0,-1 1 0,0-1 0,0 0 0,-1 1 0,0 0 0,0 0 0,-1 1 0,1-1 0,-11-7 0,11 10 0,0 0 0,1 1 0,-1 0 0,0 0 0,-1 1 0,1-1 0,0 1 0,-1 0 0,0 0 0,1 1 0,-1 0 0,0 0 0,1 0 0,-1 1 0,0-1 0,0 2 0,0-1 0,0 0 0,1 1 0,-1 0 0,-11 4 0,8-1 0,0 0 0,0 1 0,0 0 0,0 0 0,1 1 0,0 0 0,0 0 0,1 1 0,0 0 0,0 1 0,0-1 0,-6 11 0,6-7 27,0 1-1,0 0 0,1 1 0,0 0 1,1 0-1,1 0 0,0 0 0,1 1 1,0-1-1,1 1 0,0 0 0,1 18 1,1-25-93,1 1 0,-1-1 1,1 0-1,0 0 0,1 0 1,0 0-1,0-1 0,0 1 1,1 0-1,0-1 1,0 0-1,1 0 0,0 0 1,0 0-1,0 0 0,1-1 1,-1 1-1,2-1 0,-1-1 1,0 1-1,1-1 1,0 0-1,0 0 0,0 0 1,10 4-1,12 2-6760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0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106 263 24575,'16'-19'0,"0"-1"0,-2 0 0,0-1 0,17-34 0,-25 43 0,20-41 0,-24 50 0,-1-1 0,1 1 0,-1-1 0,0 0 0,0 1 0,-1-1 0,1 0 0,-1 1 0,0-1 0,0 0 0,-1-7 0,1 10 0,0 1 0,-1-1 0,1 0 0,0 1 0,-1-1 0,1 1 0,-1-1 0,1 0 0,-1 1 0,1-1 0,-1 1 0,1-1 0,-1 1 0,1-1 0,-1 1 0,0 0 0,1-1 0,-1 1 0,0 0 0,1-1 0,-1 1 0,0 0 0,1 0 0,-1 0 0,0 0 0,0 0 0,1 0 0,-1 0 0,0 0 0,0 0 0,1 0 0,-1 0 0,0 0 0,0 0 0,-25 9 0,13-2 0,0 0 0,1 1 0,0 0 0,0 1 0,0 0 0,-10 12 0,17-16 0,0 1 0,0-1 0,0 1 0,1 0 0,0 0 0,0 1 0,0-1 0,1 1 0,0 0 0,0 0 0,1 0 0,0 0 0,-2 13 0,4-13 0,0-1 0,1 1 0,0-1 0,1 0 0,-1 0 0,1 0 0,0 0 0,0 0 0,1 0 0,0 0 0,0 0 0,0-1 0,1 0 0,0 0 0,8 9 0,6 5 0,2-1 0,29 22 0,-44-36 0,26 19 0,-20-16 0,0 0 0,-1 1 0,0 0 0,-1 1 0,0 0 0,0 0 0,14 20 0,-22-27 0,0-1 0,0 1 0,-1-1 0,1 1 0,0 0 0,-1 0 0,1-1 0,-1 1 0,1 0 0,-1 0 0,0 0 0,0-1 0,0 1 0,0 0 0,0 0 0,0 0 0,-1 0 0,1-1 0,0 1 0,-1 0 0,0 0 0,1-1 0,-2 3 0,0-2 0,0 1 0,0-1 0,0 0 0,0 0 0,-1 0 0,1 0 0,-1 0 0,1 0 0,-1-1 0,0 0 0,1 1 0,-6 1 0,-3 0 0,0 0 0,-1 0 0,1-1 0,0-1 0,-1 0 0,-15 0 0,14-2-151,-1-1-1,1 0 0,0-1 0,0 0 1,1-1-1,-1 0 0,1-1 1,-20-11-1,-2-6-6674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0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 24575,'40'-16'0,"-31"11"0,0 1 0,1 0 0,-1 1 0,1 0 0,0 1 0,0 0 0,0 0 0,10 0 0,-18 3 0,0-1 0,0 0 0,-1 0 0,1 1 0,0-1 0,-1 0 0,1 1 0,0 0 0,-1-1 0,1 1 0,-1 0 0,1 0 0,-1 0 0,0 0 0,1 0 0,-1 0 0,0 0 0,0 1 0,1-1 0,-1 0 0,0 1 0,0-1 0,-1 1 0,1-1 0,0 1 0,0-1 0,-1 1 0,1 0 0,-1-1 0,1 1 0,-1 0 0,0 0 0,0-1 0,0 1 0,1 0 0,-2 2 0,1 8 0,-1 0 0,0 0 0,-1 0 0,-4 14 0,2-9 0,-13 76-455,5 1 0,-1 115 0,13-175-6371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1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24575,'0'-3'0,"0"-4"0,3-3 0,4-1 0,3-1 0,10 2 0,10 2 0,8 3 0,10 2 0,6 1 0,5 2 0,2 0 0,-1 0 0,-11 1-8191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1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10 24575,'-10'-9'0,"19"19"0,4 6 0,-2 1 0,0 0 0,-2 0 0,0 1 0,-1 0 0,-1 0 0,-1 1 0,0 0 0,6 39 0,-5 7 0,0 90 0,-6-79 0,-1-71 0,0 1 0,1-1 0,-1 1 0,1-1 0,1 0 0,-1 0 0,1 0 0,-1 0 0,1 0 0,1 0 0,-1 0 0,1 0 0,0-1 0,4 6 0,-3-6 0,0 0 0,1-1 0,-1 1 0,1-1 0,0 1 0,1-1 0,-1-1 0,0 1 0,1-1 0,-1 0 0,1 0 0,10 1 0,19 3 69,1-1-1,-1-2 0,1-2 0,37-3 1,139-23-1776,-154 14-5119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2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1 24575,'-9'0'0,"0"-1"0,0 2 0,0-1 0,0 1 0,0 1 0,1 0 0,-1 0 0,0 0 0,-10 6 0,18-8 0,1 0 0,-1 1 0,0-1 0,1 0 0,-1 1 0,1-1 0,-1 1 0,1-1 0,-1 1 0,1-1 0,0 1 0,-1-1 0,1 1 0,-1-1 0,1 1 0,0 0 0,0-1 0,-1 1 0,1 0 0,0-1 0,0 1 0,0 0 0,0-1 0,0 1 0,0 0 0,0-1 0,0 1 0,0 0 0,0 1 0,1 0 0,0-1 0,-1 1 0,1-1 0,0 1 0,0-1 0,0 0 0,0 1 0,0-1 0,0 0 0,2 2 0,5 4 0,1-1 0,16 10 0,-22-14 0,81 45 0,-27-16 0,83 60 0,-135-87 0,1 0 0,-1 0 0,-1 1 0,1 0 0,0 0 0,-1 0 0,0 0 0,3 7 0,-6-10 0,0 0 0,0 0 0,-1 0 0,1 0 0,-1 0 0,1 0 0,-1 0 0,0 0 0,0 0 0,0 0 0,0 0 0,0 0 0,-1 1 0,1-1 0,0 0 0,-1 0 0,0 0 0,1 0 0,-1-1 0,0 1 0,0 0 0,0 0 0,0 0 0,0-1 0,-1 1 0,1-1 0,0 1 0,-1-1 0,-2 3 0,-9 6-108,-1 0-1,-1 0 0,1-1 0,-2-1 1,1-1-1,-1 0 0,-26 7 0,32-10-386,-55 18-6331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2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265 106 24575,'0'-3'0,"1"-1"0,0 1 0,0 0 0,0 1 0,0-1 0,0 0 0,0 0 0,1 0 0,3-4 0,-3 4 0,0 0 0,0-1 0,-1 1 0,1-1 0,-1 1 0,2-6 0,-3 8 0,0 0 0,0-1 0,0 1 0,0 0 0,0 0 0,0 0 0,0 0 0,0-1 0,-1 1 0,1 0 0,0 0 0,-1 0 0,1 0 0,-1 0 0,0 0 0,1 0 0,-1 0 0,0 0 0,1 0 0,-1 0 0,0 1 0,0-1 0,0 0 0,0 0 0,-1 0 0,-3-2 0,0 1 0,0 0 0,1 0 0,-1 0 0,0 1 0,0 0 0,-1 0 0,1 0 0,0 1 0,0 0 0,0-1 0,0 2 0,-1-1 0,1 1 0,0 0 0,-6 1 0,-7 3 0,0 0 0,0 1 0,-19 10 0,30-13 0,0 0 0,0 1 0,0 0 0,0 1 0,1 0 0,0 0 0,0 0 0,1 1 0,-1-1 0,1 1 0,-6 9 0,9-11 0,0-1 0,0 1 0,0 1 0,1-1 0,-1 0 0,1 0 0,0 0 0,0 1 0,0-1 0,1 1 0,0-1 0,0 0 0,0 1 0,0-1 0,0 1 0,1-1 0,0 0 0,0 1 0,0-1 0,1 0 0,3 7 0,0 0 0,1-2 0,1 1 0,0-1 0,0 1 0,1-2 0,0 1 0,0-1 0,1-1 0,14 10 0,13 7 0,45 21 0,-66-37 0,15 7 0,-19-10 0,-1 0 0,0 0 0,0 1 0,-1 1 0,12 8 0,-20-14 0,-1-1 0,1 1 0,-1-1 0,1 1 0,-1-1 0,1 1 0,-1-1 0,0 1 0,1-1 0,-1 1 0,1 0 0,-1-1 0,0 1 0,0 0 0,1-1 0,-1 1 0,0 0 0,0-1 0,0 1 0,0 0 0,0-1 0,0 1 0,0 0 0,0-1 0,0 1 0,0 0 0,0 0 0,0-1 0,0 1 0,-1 0 0,1-1 0,0 1 0,0-1 0,-1 1 0,1 0 0,0-1 0,-1 1 0,1-1 0,-1 1 0,1-1 0,-1 1 0,1-1 0,-1 1 0,1-1 0,-1 1 0,0-1 0,1 0 0,-1 1 0,1-1 0,-1 0 0,0 0 0,1 1 0,-1-1 0,-1 0 0,-5 3 0,0 0 0,-1-1 0,-12 2 0,19-4 0,-17 3-170,0-1-1,0-1 0,0-1 1,0-1-1,0 0 0,0-1 1,-32-8-1,12-1-6655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3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 24575,'13'-5'0,"-1"0"0,26-6 0,-11 3 0,-25 7 0,0 1 0,0-1 0,0 0 0,0 1 0,0 0 0,0-1 0,0 1 0,0 0 0,0 0 0,0 0 0,0 0 0,0 0 0,0 1 0,4 0 0,-5 0 0,0 0 0,0 0 0,0 0 0,0 0 0,0 0 0,-1 0 0,1 0 0,-1 0 0,1 0 0,0 0 0,-1 0 0,0 1 0,1-1 0,-1 0 0,0 0 0,1 0 0,-1 1 0,0-1 0,0 0 0,0 0 0,0 1 0,0-1 0,-1 0 0,1 0 0,-1 2 0,-1 21 0,0-1 0,2 1 0,0-1 0,2 1 0,6 32 0,-6-47 0,0-1 0,0 1 0,1-1 0,1 0 0,-1 0 0,1 0 0,1 0 0,-1-1 0,1 0 0,1 0 0,-1 0 0,1 0 0,0-1 0,1 0 0,-1 0 0,1-1 0,14 8 0,-15-10 0,0 0 0,1 0 0,-1-1 0,1 0 0,-1-1 0,1 1 0,-1-1 0,1 0 0,0-1 0,0 0 0,-1 0 0,1 0 0,0-1 0,-1 0 0,1 0 0,0-1 0,-1 0 0,1 0 0,-1 0 0,0-1 0,0 0 0,0 0 0,0-1 0,6-4 0,0-1 0,-1 0 0,1-1 0,-2 0 0,1 0 0,-2-1 0,1-1 0,-2 0 0,1 0 0,-2 0 0,7-15 0,12-48 0,-25 266 342,2-159-684,0 0 1,3-1 0,0 1-1,12 29 1,-7-33-6485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3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44 24575,'0'-3'0,"0"-7"0,0-4 0,0 2 0,0 7 0,0 7 0,0 9 0,3 9 0,1 6 0,0 9 0,-1 3 0,0 5 0,1 0 0,1 0 0,-1-3 0,-1-4 0,-1-6 0,-1-7-8191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3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1 199 24575,'0'0'0,"-1"-8"0,1 0 0,1 0 0,-1 1 0,1-1 0,1 0 0,2-12 0,-2 18 0,-1 0 0,0-1 0,1 1 0,-1 0 0,1 0 0,0 0 0,-1 0 0,1 0 0,0 0 0,0 0 0,1 1 0,-1-1 0,0 1 0,0 0 0,1-1 0,-1 1 0,1 0 0,-1 0 0,1 1 0,-1-1 0,1 0 0,-1 1 0,5-1 0,23-1 0,0 1 0,1 2 0,-1 1 0,0 1 0,33 8 0,21 1 0,-70-10 0,0-1 0,0-1 0,0 0 0,0 0 0,0-2 0,25-5 0,-35 6 0,-1 1 0,0-1 0,0-1 0,1 1 0,-1-1 0,0 1 0,0-1 0,0 0 0,-1 0 0,1 0 0,0 0 0,-1 0 0,1-1 0,-1 1 0,0-1 0,0 0 0,0 0 0,0 0 0,0 0 0,-1 0 0,1 0 0,-1 0 0,0 0 0,0-1 0,0 1 0,0 0 0,-1-1 0,1 1 0,-1-1 0,0 1 0,0 0 0,-1-7 0,1 8 0,0 0 0,0 1 0,0-1 0,-1 0 0,1 1 0,0-1 0,-1 0 0,0 1 0,1-1 0,-1 1 0,0-1 0,0 1 0,0-1 0,-1-1 0,2 3 0,0 0 0,0 0 0,-1 0 0,1 0 0,0 0 0,0 0 0,0 0 0,0 0 0,-1 0 0,1-1 0,0 1 0,0 0 0,0 0 0,-1 0 0,1 0 0,0 0 0,0 0 0,0 1 0,0-1 0,-1 0 0,1 0 0,0 0 0,0 0 0,0 0 0,0 0 0,-1 0 0,1 0 0,0 0 0,0 0 0,0 0 0,0 1 0,0-1 0,0 0 0,-1 0 0,1 0 0,0 0 0,0 0 0,0 1 0,0-1 0,0 0 0,-5 17 0,-13 255 0,22-201-1365,0-46-5461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4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1 140 24575,'0'-10'0,"1"0"0,1 0 0,5-17 0,-4 12 0,-2 14 0,0 4 0,1 12 0,-1 20 0,-2 212 0,2-292 0,9-66 0,-7 90 0,2 1 0,0 0 0,1 0 0,0 0 0,15-28 0,-18 42 0,1-1 0,1 1 0,-1 0 0,1 0 0,0 0 0,8-7 0,-12 12 0,0 0 0,0 0 0,0 0 0,0 0 0,0 0 0,1 1 0,-1-1 0,0 0 0,1 1 0,-1-1 0,0 0 0,1 1 0,-1 0 0,1-1 0,-1 1 0,0 0 0,1 0 0,-1-1 0,1 1 0,-1 0 0,1 1 0,-1-1 0,1 0 0,-1 0 0,1 1 0,-1-1 0,0 1 0,1-1 0,-1 1 0,1-1 0,-1 1 0,0 0 0,0 0 0,0 0 0,1 0 0,-1 0 0,0 0 0,0 0 0,1 1 0,3 5 0,0 1 0,-1-1 0,0 1 0,-1 0 0,1 0 0,-1 0 0,-1 0 0,3 13 0,8 74 0,-10-70 0,7 167-1365,-10-160-5461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4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14 226 24575,'-7'-14'0,"1"3"0,6 11 0,0-1 0,0 1 0,0 0 0,0-1 0,0 1 0,0 0 0,1-1 0,-1 1 0,0 0 0,0-1 0,0 1 0,0 0 0,1 0 0,-1-1 0,0 1 0,0 0 0,1 0 0,-1-1 0,0 1 0,1 0 0,-1 0 0,0 0 0,1-1 0,-1 1 0,0 0 0,1 0 0,-1 0 0,0 0 0,1 0 0,-1 0 0,0 0 0,1 0 0,-1 0 0,1 0 0,20-4 0,1 2 0,30 0 0,13-1 0,76-18 0,-115 16 0,0-2 0,0-1 0,32-14 0,-51 18 0,1 0 0,-1 0 0,0-1 0,-1 0 0,1 0 0,6-7 0,-11 10 0,0 0 0,0 0 0,0 0 0,-1 0 0,1 0 0,-1 0 0,0-1 0,1 1 0,-1 0 0,0-1 0,0 1 0,0-1 0,-1 1 0,1-1 0,-1 1 0,1-1 0,-1 0 0,0 1 0,0-1 0,0 0 0,0 1 0,-1-5 0,1 7 0,-1-1 0,1 1 0,0 0 0,0 0 0,0-1 0,0 1 0,0 0 0,0 0 0,0-1 0,0 1 0,0 0 0,-1 0 0,1 0 0,0-1 0,0 1 0,0 0 0,0 0 0,-1 0 0,1 0 0,0-1 0,0 1 0,0 0 0,-1 0 0,1 0 0,0 0 0,0 0 0,-1 0 0,1 0 0,0 0 0,0 0 0,0 0 0,-1 0 0,1 0 0,0 0 0,0 0 0,-1 0 0,1 0 0,0 0 0,0 0 0,-1 0 0,1 0 0,0 0 0,0 0 0,-1 0 0,1 0 0,0 0 0,0 0 0,0 1 0,-1-1 0,1 0 0,0 0 0,0 0 0,0 0 0,-1 1 0,1-1 0,0 0 0,0 0 0,0 0 0,0 1 0,0-1 0,-10 14 0,-4 16 0,2 1 0,-11 42 0,5-13 0,8-30 0,5-11 0,-2 1 0,0-1 0,-1 0 0,-13 21 0,16-35 0,6-15 0,8-17 0,-4 15 0,64-147 0,-57 135 0,2 0 0,0 1 0,2 1 0,23-28 0,-36 47 0,0 0 0,0 0 0,0 0 0,1 0 0,0 1 0,5-4 0,-8 5 0,0 1 0,-1 0 0,1-1 0,0 1 0,0 0 0,0 0 0,0-1 0,-1 1 0,1 0 0,0 0 0,0 0 0,0 0 0,0 0 0,0 0 0,0 0 0,-1 1 0,1-1 0,0 0 0,0 0 0,0 1 0,0-1 0,-1 0 0,1 1 0,0-1 0,0 1 0,-1-1 0,1 1 0,0 0 0,-1-1 0,1 1 0,-1-1 0,1 1 0,-1 0 0,1 0 0,-1-1 0,1 1 0,-1 0 0,1 1 0,3 9 0,0 1 0,-1 0 0,0-1 0,-1 1 0,-1 0 0,0 1 0,0 19 0,1 8 0,-2-33 0,2 17 0,10 48 0,-10-66 0,-1 0 0,1 0 0,0 0 0,0-1 0,1 1 0,0-1 0,0 0 0,0 0 0,0 0 0,1 0 0,0-1 0,0 1 0,9 7 0,-11-11 0,1 1 0,-1-1 0,1 1 0,-1-1 0,1 0 0,0 0 0,-1 0 0,1 0 0,0-1 0,0 1 0,0-1 0,0 0 0,-1 0 0,1 0 0,0 0 0,0 0 0,4-1 0,-2-1 0,1 1 0,-1-1 0,0-1 0,0 1 0,1-1 0,-2 1 0,1-2 0,6-4 0,3-4 0,-1-1 0,0 0 0,-1-1 0,15-22 0,-13 16 0,-1-1 0,-1 0 0,-1-1 0,-1-1 0,-1 0 0,-1 0 0,6-29 0,-13 49 0,-1-1 0,0 1 0,1 0 0,-1 0 0,0-1 0,-1 1 0,1 0 0,-2-6 0,2 9 0,0-1 0,-1 0 0,1 1 0,0-1 0,0 0 0,-1 1 0,1-1 0,-1 1 0,1-1 0,0 1 0,-1-1 0,1 1 0,-1-1 0,1 1 0,-1-1 0,1 1 0,-1 0 0,0-1 0,1 1 0,-1 0 0,0-1 0,1 1 0,-1 0 0,0 0 0,1 0 0,-1 0 0,0-1 0,1 1 0,-1 0 0,0 0 0,1 0 0,-1 1 0,0-1 0,1 0 0,-1 0 0,0 0 0,1 0 0,-1 1 0,0-1 0,1 0 0,-1 0 0,1 1 0,-1-1 0,0 1 0,0-1 0,-4 4-151,-1 0-1,1 0 0,0 1 0,0-1 1,1 1-1,-1 0 0,1 1 1,-6 8-1,-2 6-6674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5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0 219 24575,'20'-2'0,"-19"1"0,-1 1 0,1-1 0,0 1 0,0 0 0,0-1 0,0 1 0,0 0 0,0 0 0,-1 0 0,1-1 0,0 1 0,0 0 0,0 0 0,0 1 0,0-1 0,0 0 0,0 0 0,0 0 0,0 0 0,-1 1 0,1-1 0,0 1 0,0-1 0,0 0 0,0 1 0,-1-1 0,1 1 0,0 0 0,-1-1 0,1 1 0,0-1 0,-1 1 0,1 0 0,-1 0 0,1-1 0,-1 1 0,1 0 0,-1 0 0,1 0 0,-1 0 0,0-1 0,0 1 0,1 0 0,-1 0 0,0 0 0,0 0 0,0 0 0,0 0 0,0 1 0,1 11 0,-1 0 0,-1 0 0,0 0 0,-1 1 0,0-1 0,-5 16 0,1-4 0,1 13 0,4-29 0,1 0 0,-2 0 0,1 0 0,-1-1 0,-1 1 0,-6 16 0,9-25 0,0 0 0,0 0 0,0 0 0,0 0 0,0 0 0,0 0 0,0 0 0,-1 1 0,1-1 0,0 0 0,0 0 0,0 0 0,0 0 0,0 0 0,0 0 0,0 0 0,0 0 0,0 0 0,0 0 0,0 0 0,0 0 0,0 0 0,0 0 0,0 0 0,0 0 0,-1 0 0,1 0 0,0 0 0,0 0 0,0 0 0,0 0 0,0 0 0,0 0 0,0 0 0,0 0 0,0 0 0,0 0 0,0 0 0,-1 0 0,1 0 0,0 0 0,0 0 0,0 0 0,0 0 0,0 0 0,0 0 0,0 0 0,0 0 0,0 0 0,0 0 0,0 0 0,0 0 0,0 0 0,0 0 0,0 0 0,-1 0 0,1 0 0,0-1 0,0 1 0,0 0 0,0 0 0,0 0 0,0 0 0,0 0 0,0 0 0,0 0 0,0 0 0,0 0 0,-2-10 0,2-14 0,4-3 0,2 0 0,0 0 0,20-48 0,41-75 0,-56 128 0,25-46 0,-33 63 0,1-1 0,-1 1 0,1 0 0,0 1 0,1-1 0,-1 1 0,1-1 0,0 2 0,6-6 0,-10 9 0,0-1 0,0 1 0,0-1 0,0 1 0,0-1 0,1 1 0,-1 0 0,0-1 0,0 1 0,0 0 0,0 0 0,0 0 0,0 0 0,0 0 0,1 0 0,-1 0 0,0 0 0,0 0 0,0 1 0,0-1 0,0 0 0,0 1 0,0-1 0,0 1 0,0-1 0,0 1 0,0 0 0,0-1 0,0 1 0,0 0 0,0-1 0,-1 1 0,1 0 0,0 0 0,-1 0 0,1 0 0,0 0 0,-1 0 0,1 1 0,2 5 0,0 0 0,0 0 0,-1 0 0,2 13 0,-3-19 0,7 58-129,-2 1-1,-2 0 1,-5 60-1,0-78-717,0-6-5979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5.2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70 24575,'0'-3'0,"-3"-3"0,-1-5 0,3 0 0,5 2 0,7 3 0,9-1 0,8 0 0,10 3 0,6 1 0,5 1 0,-6 1-8191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32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 24575,'0'0'0,"1"-1"0,-1 1 0,0-1 0,0 1 0,0-1 0,1 1 0,-1-1 0,0 1 0,0-1 0,1 1 0,-1 0 0,0-1 0,1 1 0,-1-1 0,1 1 0,-1 0 0,0-1 0,1 1 0,-1 0 0,1-1 0,-1 1 0,1 0 0,-1 0 0,1 0 0,-1-1 0,1 1 0,0 0 0,0 0 0,19-3 0,-17 3 0,652-36 0,-333 32-1365,-291 5-5461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32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90 24575,'-3'0'0,"-4"0"0,-4 0 0,3 0 0,9-3 0,10-1 0,15-3 0,15 0 0,15-2 0,13-2 0,13 0 0,9 3 0,5-1 0,-2 2 0,-6 1 0,-8 2 0,-13 2 0,-17 1-8191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1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40 24575,'23'0'0,"-19"0"0,-15 0 0,-85-1 0,-130 4 0,196-1 0,0 2 0,1 1 0,-1 1 0,1 2 0,-39 15 0,61-20 0,0 1 0,0-1 0,1 1 0,-1 0 0,1 1 0,0-1 0,1 1 0,-1 1 0,1-1 0,-8 11 0,11-14 0,1 0 0,-1 1 0,1-1 0,0 1 0,0-1 0,0 1 0,0 0 0,0 0 0,1-1 0,-1 1 0,1 0 0,-1 0 0,1 0 0,0 0 0,0-1 0,1 1 0,-1 0 0,1 0 0,-1 0 0,1-1 0,0 1 0,0 0 0,0-1 0,0 1 0,0 0 0,1-1 0,-1 0 0,1 1 0,0-1 0,0 0 0,2 2 0,4 5 0,2-1 0,-1 0 0,1-1 0,0 0 0,0-1 0,1 0 0,0-1 0,0 0 0,22 7 0,6-2 0,65 11 0,-46-15 0,1-2 0,0-3 0,-1-2 0,1-3 0,0-2 0,-1-3 0,-1-2 0,67-23 0,-96 25 0,50-24 0,-71 30 0,0-1 0,0 0 0,0 0 0,-1-1 0,1 0 0,-1 0 0,0-1 0,0 1 0,-1-1 0,0-1 0,8-11 0,-12 16 0,0 0 0,0 0 0,0 0 0,-1-1 0,1 1 0,-1 0 0,1-1 0,-1 1 0,0 0 0,1-1 0,-1 1 0,-1 0 0,1-1 0,0 1 0,0 0 0,-1-1 0,1 1 0,-1 0 0,0 0 0,0-1 0,0 1 0,0 0 0,0 0 0,0 0 0,-1 0 0,1 0 0,-1 0 0,1 1 0,-1-1 0,0 0 0,-3-2 0,-3-2 0,-1 0 0,-1 0 0,1 1 0,-1 0 0,-18-6 0,-13-3 0,-1 3 0,0 1 0,0 2 0,-51-2 0,-173 4 0,219 6-341,1 3 0,0 2-1,-73 17 1,86-13-6485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2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24575,'-3'0'0,"1"1"0,0-1 0,0 0 0,0 1 0,0-1 0,0 1 0,0 0 0,0 0 0,1 0 0,-1 0 0,0 0 0,0 0 0,1 0 0,-1 0 0,0 1 0,1-1 0,-1 1 0,1-1 0,0 1 0,0 0 0,-1-1 0,1 1 0,0 0 0,0 0 0,1 0 0,-1 0 0,0 0 0,1 0 0,-2 3 0,0 8 0,0-1 0,0 0 0,0 23 0,2-27 0,0 307 0,1-143 0,-1-142 0,1-1 0,1 0 0,8 40 0,-26-105 0,11 26 0,0 0 0,0 0 0,1 0 0,1-1 0,0 1 0,-3-15 0,6 23 0,0 1 0,0 0 0,0-1 0,1 1 0,-1 0 0,0-1 0,1 1 0,-1 0 0,1 0 0,-1 0 0,1-1 0,-1 1 0,1 0 0,0 0 0,0 0 0,0 0 0,-1 0 0,1 0 0,0 0 0,0 0 0,0 1 0,0-1 0,1 0 0,-1 1 0,0-1 0,0 0 0,0 1 0,1 0 0,-1-1 0,0 1 0,0 0 0,2-1 0,6-1 0,1 1 0,-1 0 0,15 0 0,-9 1 0,261-12 0,250-20 0,-486 26-1365,-12 0-5461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2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23 121 24575,'1'-9'0,"1"-1"0,-1 1 0,1 0 0,1 0 0,6-14 0,-2 2 0,-6 18 0,0 0 0,0 0 0,0 1 0,0-1 0,1 0 0,-1 1 0,1-1 0,3-4 0,-4 7 0,-1 0 0,0 0 0,0-1 0,0 1 0,0 0 0,0 0 0,1 0 0,-1 0 0,0 0 0,0 0 0,0 0 0,1 0 0,-1 0 0,0 0 0,0 0 0,0 0 0,1 0 0,-1 0 0,0 0 0,0 0 0,0 0 0,1 0 0,-1 0 0,0 0 0,0 0 0,0 0 0,0 0 0,1 0 0,-1 0 0,0 0 0,0 0 0,0 0 0,1 0 0,-1 1 0,0-1 0,0 0 0,0 0 0,0 0 0,0 0 0,0 0 0,1 1 0,-1-1 0,4 19 0,-3 21 0,-2 0 0,-2-1 0,-13 61 0,3-16 0,-21 215-1365,26-232-5461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7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11 175 24575,'14'-36'0,"-14"34"0,0-1 0,1 1 0,-1-1 0,1 1 0,0 0 0,0-1 0,0 1 0,0 0 0,0 0 0,0-1 0,1 1 0,-1 0 0,1 0 0,3-3 0,-2 3 0,1 0 0,-1 1 0,0-1 0,1 1 0,0-1 0,-1 1 0,1 0 0,0 1 0,6-1 0,282-27 0,-127 14 0,-17-1 0,316-16 0,-460 31 0,0 0 0,0 0 0,0 0 0,0 1 0,0 0 0,0 0 0,0 0 0,3 2 0,-6-3 0,-1 0 0,0 0 0,1 0 0,-1 0 0,0 1 0,0-1 0,1 0 0,-1 0 0,0 1 0,0-1 0,1 0 0,-1 0 0,0 1 0,0-1 0,0 0 0,0 1 0,1-1 0,-1 0 0,0 1 0,0-1 0,0 0 0,0 1 0,0-1 0,0 0 0,0 1 0,0-1 0,0 0 0,0 1 0,0-1 0,0 0 0,0 1 0,-1 1 0,0-1 0,0 0 0,1 1 0,-1-1 0,0 0 0,0 0 0,-1 0 0,1 0 0,0 0 0,0 0 0,-3 2 0,-35 22 0,21-13 0,0 0 0,-21 19 0,33-26 0,0 1 0,1 0 0,0 0 0,1 1 0,-1-1 0,1 1 0,0 0 0,1 0 0,0 0 0,-3 9 0,0 6 0,1 0 0,1 0 0,-1 42 0,6 70 0,0-61 0,-8 344 0,-1-19 0,7-370 0,0-19 0,1-1 0,0 1 0,0 0 0,0-1 0,1 1 0,4 13 0,-5-21 0,0-1 0,1 1 0,-1-1 0,0 1 0,0-1 0,1 1 0,-1-1 0,0 1 0,1-1 0,-1 1 0,1-1 0,-1 0 0,1 1 0,-1-1 0,1 0 0,-1 1 0,1-1 0,-1 0 0,1 0 0,-1 1 0,1-1 0,-1 0 0,1 0 0,0 0 0,-1 0 0,1 0 0,-1 0 0,1 0 0,-1 0 0,1 0 0,0 0 0,-1 0 0,1 0 0,-1 0 0,1 0 0,-1-1 0,1 1 0,-1 0 0,1 0 0,0-1 0,-1 1 0,0 0 0,1-1 0,-1 1 0,1 0 0,-1-1 0,1 1 0,0-2 0,24-23 0,-22 21 0,6-6 0,0 0 0,1 0 0,15-13 0,-20 19 0,0 1 0,0 0 0,0 0 0,0 1 0,1-1 0,-1 1 0,1 0 0,11-2 0,59-6 0,1 4 0,102 4 0,-105 2 0,1166-1-1741,947-8-2359,-255 1 9395,-1528 9-4786,-454-1-467,-59-1-47,107 1 5,-1-1 0,1 1 0,0-1 0,-1 0 0,1 0 0,0 0 0,0 0 0,-1 0 0,1 0 0,0 0 0,0-1 0,1 1 0,-1-1 0,0 0 0,0 1 0,1-1 0,-1 0 0,1 0 0,-1 0 0,1 0 0,0 0 0,0 0 0,-1-4 0,-3-6 0,1 0 0,0-1 0,-2-16 0,2 8 0,-4-18 0,1-1 0,-1-60 0,8-83 0,1 160 0,27-304 0,-3 67 0,-24 237 0,2-43 0,-3 61 0,-1 0 0,1 1 0,-1-1 0,0 0 0,0 0 0,-1 0 0,1 1 0,-1-1 0,0 1 0,-3-6 0,4 10 0,1 0 0,0-1 0,0 1 0,0 0 0,-1 0 0,1 0 0,0 0 0,0 0 0,0-1 0,-1 1 0,1 0 0,0 0 0,0 0 0,0-1 0,0 1 0,-1 0 0,1 0 0,0-1 0,0 1 0,0 0 0,0 0 0,0-1 0,0 1 0,0 0 0,0 0 0,0-1 0,0 1 0,0 0 0,0 0 0,0-1 0,0 1 0,0 0 0,0 0 0,0-1 0,0 1 0,0 0 0,0 0 0,0-1 0,0 1 0,1 0 0,-1 0 0,0-1 0,0 1 0,0 0 0,0 0 0,1 0 0,-1 0 0,0-1 0,0 1 0,0 0 0,1 0 0,-1 0 0,0 0 0,0 0 0,1-1 0,-1 1 0,0 0 0,0 0 0,1 0 0,-1 0 0,0 0 0,0 0 0,1 0 0,-1 0 0,0 0 0,0 0 0,1 0 0,-1 0 0,0 0 0,24 6 0,-20-5 0,80 16 0,0-3 0,100 3 0,-131-13 0,639 10 0,-628-15 0,-58 1 0,25 2 0,-31-2 0,1 0 0,-1 0 0,1 0 0,-1 0 0,0 0 0,1 1 0,-1-1 0,1 0 0,-1 0 0,0 0 0,1 1 0,-1-1 0,0 0 0,1 1 0,-1-1 0,0 0 0,1 1 0,-1-1 0,0 0 0,0 1 0,1-1 0,-1 0 0,0 1 0,0-1 0,0 1 0,1-1 0,-1 0 0,0 1 0,0-1 0,0 1 0,0-1 0,0 1 0,0-1 0,0 0 0,0 1 0,0-1 0,0 1 0,0-1 0,0 1 0,0-1 0,-1 0 0,1 1 0,0-1 0,0 1 0,0-1 0,-1 0 0,1 1 0,0-1 0,0 1 0,-1-1 0,1 0 0,0 0 0,-1 1 0,1-1 0,-1 1 0,-5 6 0,0 0 0,1 0 0,-1 1 0,2-1 0,-1 2 0,1-1 0,0 0 0,1 1 0,0-1 0,0 1 0,1 0 0,-2 16 0,1 60 0,4-1 0,13 86 0,-4-42 0,21 719 0,-34-739 0,-4-1 0,-5 0 0,-35 141 0,39-207 0,5-23 0,-1 0 0,0-1 0,-1 0 0,-9 20 0,13-35 0,-1 0 0,1 0 0,0-1 0,-1 1 0,1-1 0,0 1 0,-1-1 0,0 0 0,1 1 0,-1-1 0,0 0 0,0 0 0,0 0 0,1 0 0,-1-1 0,0 1 0,0 0 0,0-1 0,0 0 0,0 1 0,-3-1 0,-6 1 0,1-1 0,-1 0 0,-11-3 0,0 1 0,-206-8 17,-472-16-169,-2070 24-2206,2059 16 1900,1-30 1,422-1 402,-544-17-16,608 36 1257,-159-3 1162,148-23-2348,109 7 0,64 11 0,-148-24 0,179 21 0,-40-16 0,41 13 0,-41-10 0,40 16 0,18 3 0,0 1 0,0-1 0,0-1 0,-17-8 0,29 12 0,0 0 0,0-1 0,1 1 0,-1-1 0,0 1 0,0-1 0,0 0 0,1 1 0,-1-1 0,0 0 0,0 1 0,1-1 0,-1 0 0,1 0 0,-1 0 0,1 0 0,-1 1 0,1-1 0,0 0 0,-1 0 0,1 0 0,0 0 0,0 0 0,-1 0 0,1 0 0,0-1 0,1-2 0,-1 1 0,1 0 0,0-1 0,0 1 0,0 0 0,3-5 0,-2 6 0,-1-1 0,0 0 0,0 1 0,0-1 0,0 0 0,0 0 0,0 0 0,-1 0 0,0 0 0,1-6 0,-12-27 0,0-6 0,7-17 0,5-79 0,-1-12 0,0 148 0,-4-37 0,4 37 0,-1 1 0,1-1 0,0 1 0,-1-1 0,1 1 0,-1-1 0,0 1 0,1-1 0,-1 1 0,0 0 0,0-1 0,0 1 0,0 0 0,0 0 0,0-1 0,0 1 0,-1 0 0,1 0 0,-3-1 0,3 2 0,0-1 0,0 1 0,0 0 0,0 1 0,0-1 0,0 0 0,0 0 0,0 0 0,0 1 0,0-1 0,0 0 0,0 1 0,0-1 0,1 1 0,-1-1 0,0 1 0,0-1 0,0 1 0,0 0 0,1-1 0,-1 1 0,0 0 0,1 0 0,-1-1 0,1 1 0,-1 0 0,1 0 0,-1 0 0,1 0 0,-1 1 0,-13 33 0,13-32 0,-26 105 0,26-106 0,1 0 0,-1 1 0,0-1 0,0-1 0,0 1 0,0 0 0,-1 0 0,1 0 0,0 0 0,-1-1 0,1 1 0,-1-1 0,0 1 0,1-1 0,-1 0 0,0 0 0,0 1 0,-3 0 0,-3 1 0,0 0 0,0-1 0,-15 2 0,15-3 0,1 0 0,-1 1 0,1 0 0,0 0 0,-8 4 0,5-1 0,0 0 0,0 0 0,-1-1 0,1-1 0,-1 0 0,-15 3 0,80-20 0,-16 7 156,-21 3-409,0 1-1,0 0 1,1 2-1,-1 0 1,22 1-1,-20 3-6572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7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7 24575,'-1'-6'0,"-1"6"0,-6 13 0,-8 29 0,15-38 0,-2 4 0,-49 152 0,45-133 0,1 0 0,2 1 0,0 0 0,1 28 0,3-51 0,0 0 0,1 0 0,-1-1 0,1 1 0,0 0 0,0-1 0,0 1 0,1-1 0,0 1 0,0-1 0,0 0 0,0 1 0,1-1 0,-1 0 0,1-1 0,0 1 0,0 0 0,0-1 0,1 0 0,-1 1 0,7 3 0,-4-4 0,1 1 0,0-1 0,0 0 0,0-1 0,0 0 0,0 0 0,0 0 0,1-1 0,-1 0 0,0 0 0,1-1 0,-1 0 0,9-1 0,23-5-1365,-4-2-5461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7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18 24575,'-3'-3'0,"-4"-1"0,-3-3 0,2 3 0,6 5 0,6 8 0,5 6 0,5 3 0,2 2 0,2 2 0,-3 2 0,0-1 0,-3-4-8191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8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32 179 24575,'0'-6'0,"-3"-8"0,-1-7 0,0-6 0,1-5 0,1 1 0,-2 5 0,-1 10 0,1 11 0,1 9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8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82 24575,'-15'-3'0,"15"3"0,0 0 0,0 0 0,-1 0 0,1 0 0,0 0 0,0-1 0,0 1 0,0 0 0,0 0 0,-1 0 0,1 0 0,0 0 0,0 0 0,0-1 0,0 1 0,0 0 0,0 0 0,0 0 0,0 0 0,-1-1 0,1 1 0,0 0 0,0 0 0,0 0 0,0 0 0,0-1 0,0 1 0,0 0 0,0 0 0,0 0 0,0 0 0,0-1 0,0 1 0,0 0 0,0 0 0,1-1 0,-1 1 0,1-1 0,0 1 0,0-1 0,0 1 0,0 0 0,-1-1 0,1 1 0,0 0 0,0-1 0,0 1 0,0 0 0,0 0 0,0 0 0,0 0 0,0 0 0,0 0 0,0 0 0,-1 0 0,1 0 0,0 1 0,0-1 0,0 0 0,0 1 0,0-1 0,1 1 0,2 1 0,0 1 0,0-1 0,0 1 0,0 0 0,0 1 0,-1-1 0,1 0 0,-1 1 0,0 0 0,0 0 0,0 0 0,-1 0 0,1 0 0,-1 0 0,0 1 0,0-1 0,-1 1 0,1-1 0,-1 1 0,1 8 0,0-5 0,-1 0 0,0 0 0,0 0 0,-1 1 0,0-1 0,0 0 0,-1 0 0,0 1 0,-1-1 0,0 0 0,-4 11 0,11-64 0,3 12 0,15-44 0,-19 67 0,0-1 0,1 1 0,0 0 0,1 0 0,0 1 0,0 0 0,1 0 0,9-9 0,-15 16 0,0 1 0,1 0 0,-1-1 0,0 1 0,1 0 0,-1 0 0,1 0 0,-1 0 0,1 0 0,0 1 0,-1-1 0,1 0 0,0 1 0,0-1 0,-1 1 0,1-1 0,0 1 0,0 0 0,0 0 0,0 0 0,-1 0 0,1 0 0,0 0 0,0 1 0,0-1 0,-1 1 0,1-1 0,3 2 0,-2 0 0,0 0 0,0 1 0,0-1 0,0 1 0,0 0 0,0 0 0,-1 0 0,0 0 0,1 0 0,-1 1 0,0-1 0,2 6 0,3 10 33,0-1 0,-2 1 0,6 33 0,-1-5-1530,-6-30-5329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8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24575,'0'1'0,"1"16"0,0 1 0,1-2 0,8 33 0,-7-43 0,-1-1 0,2 1 0,-1-1 0,0 0 0,1 0 0,0 0 0,0 0 0,1-1 0,-1 1 0,1-1 0,0 0 0,0-1 0,0 1 0,1-1 0,-1 0 0,1 0 0,11 3 0,-13-5 0,-1 0 0,1 0 0,0-1 0,-1 1 0,1-1 0,0 0 0,0 0 0,0 0 0,-1 0 0,1-1 0,0 1 0,0-1 0,-1 0 0,1 0 0,-1-1 0,1 1 0,-1-1 0,1 0 0,-1 0 0,0 0 0,0 0 0,0 0 0,0-1 0,0 1 0,0-1 0,-1 0 0,1 0 0,-1 0 0,0 0 0,3-5 0,5-12 0,0 0 0,0-1 0,-2 0 0,-1 0 0,-1-1 0,7-40 0,-13 59-151,1 1-1,-1-1 0,0 0 0,0 1 1,0-1-1,0 0 0,-1 1 1,0-5-1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7:59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24575,'0'-1'0,"0"1"0,0-1 0,0 0 0,0 0 0,0 0 0,0 1 0,0-1 0,0 0 0,1 0 0,-1 1 0,0-1 0,0 0 0,1 0 0,-1 1 0,1-1 0,-1 0 0,1 1 0,-1-1 0,1 1 0,-1-1 0,1 0 0,-1 1 0,1-1 0,0 1 0,-1 0 0,1-1 0,0 1 0,-1-1 0,1 1 0,0 0 0,0 0 0,-1-1 0,2 1 0,0 0 0,-1 0 0,1 0 0,-1 0 0,1 0 0,-1 0 0,1 0 0,-1 1 0,0-1 0,1 0 0,-1 1 0,1-1 0,-1 1 0,0 0 0,1-1 0,-1 1 0,2 1 0,14 14 0,0 1 0,-1 0 0,16 23 0,12 13 0,-33-40 0,28 27 0,-37-38 0,1 0 0,-1 0 0,1 0 0,0 0 0,0 0 0,0-1 0,0 1 0,0-1 0,0 0 0,0 0 0,0 0 0,1 0 0,3 0 0,-5-2 0,0 1 0,0-1 0,0 1 0,0-1 0,-1 0 0,1 0 0,0 1 0,0-1 0,-1-1 0,1 1 0,-1 0 0,1 0 0,-1-1 0,1 1 0,-1 0 0,0-1 0,0 0 0,0 1 0,1-1 0,-2 0 0,2-2 0,0 2 0,-1 0 0,0-1 0,0 1 0,0-1 0,0 1 0,0-1 0,0 0 0,-1 1 0,1-1 0,-1 0 0,0 1 0,0-1 0,0 0 0,-1-5 0,1 8 0,-1-1 0,1 1 0,0-1 0,-1 1 0,1 0 0,-1-1 0,1 1 0,-1-1 0,0 1 0,1 0 0,-1-1 0,1 1 0,-1 0 0,0 0 0,1 0 0,-1-1 0,1 1 0,-1 0 0,0 0 0,1 0 0,-1 0 0,0 0 0,1 0 0,-1 0 0,0 0 0,1 1 0,-1-1 0,0 0 0,1 0 0,-1 0 0,1 1 0,-1-1 0,0 0 0,0 1 0,-24 11 0,24-11 0,-122 77-1365,78-49-5461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0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16 24575,'-7'-13'0,"7"13"0,0 0 0,0-1 0,0 1 0,-1 0 0,1 0 0,0 0 0,0 0 0,0 0 0,0-1 0,-1 1 0,1 0 0,0 0 0,0 0 0,0 0 0,-1 0 0,1 0 0,0 0 0,0 0 0,0 0 0,-1 0 0,1 0 0,0 0 0,0 0 0,-1 0 0,1 0 0,0 0 0,0 0 0,0 0 0,-1 0 0,1 0 0,0 0 0,0 0 0,0 0 0,-1 0 0,1 0 0,0 1 0,0-1 0,0 0 0,0 0 0,-1 0 0,1 0 0,0 0 0,0 1 0,0-1 0,0 0 0,0 0 0,0 0 0,-1 0 0,1 1 0,0-1 0,0 0 0,0 0 0,0 1 0,0-1 0,0 0 0,0 0 0,0 0 0,0 1 0,0-1 0,0 0 0,0 0 0,0 0 0,0 1 0,0-1 0,0 0 0,0 1 0,-3 33 0,1 0 0,4 53 0,-1-22 0,0 769 0,-2-822 0,1-8 0,-1-1 0,1 1 0,0 0 0,0-1 0,1 1 0,-1 0 0,1-1 0,-1 1 0,1 0 0,0-1 0,1 1 0,1 3 0,-3-7 0,1 1 0,-1-1 0,1 0 0,-1 1 0,1-1 0,-1 0 0,1 0 0,-1 0 0,1 0 0,-1 1 0,1-1 0,-1 0 0,1 0 0,-1 0 0,1 0 0,-1 0 0,1 0 0,-1 0 0,1 0 0,0-1 0,-1 1 0,1 0 0,-1 0 0,1 0 0,-1 0 0,1-1 0,-1 1 0,0 0 0,1-1 0,0 0 0,19-13 0,-12 8 0,5-1 0,-1 1 0,1 0 0,0 1 0,0 1 0,0 0 0,23-4 0,88-5 0,-92 11 0,1019-14-2239,2 78-612,-833-46 2718,47 3 43,1255 68-1322,-965-69 3314,-544-18-1517,-5 0-6,0 1 0,-1-1 0,1 1 0,14 4 1,-22-5-356,0 0 0,0 0-1,0 0 1,0 0 0,0 0 0,0 0 0,0 0 0,0 0 0,0 0 0,0 0 0,0 0 0,0 0 0,0 0 0,0 0 0,-1 0 0,1 0 0,0 0 0,0 1 0,0-1 0,0 0 0,0 0 0,0 0 0,0 0 0,0 0 0,0 0 0,0 0 0,0 0 0,0 0 0,0 0 0,0 0 0,0 0 0,0 0 0,0 0 0,0 0 0,0 0 0,0 0 0,0 0 0,0 0 0,0 1 0,0-1 0,0 0-1,0 0 1,0 0 0,0 0 0,0 0 0,0 0 0,0 0 0,0 0 0,0 0 0,0 0 0,0 0 0,0 0 0,0 0 0,0 0 0,0 0 0,0 0 0,0 1 0,0-1 0,0 0 0,0 0 0,0 0 0,-10 2 441,-14 2-31,-46-2-1642,33-2-5618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1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12 122 24575,'-2'-1'0,"1"0"0,0 0 0,0 0 0,1 0 0,-1 1 0,0-1 0,0 0 0,1 0 0,-1 0 0,0 0 0,1 0 0,-1 0 0,1 0 0,-1-2 0,2 2 0,-1 0 0,0 0 0,1 0 0,-1 0 0,1 1 0,-1-1 0,1 0 0,0 0 0,-1 0 0,1 1 0,0-1 0,-1 0 0,1 1 0,0-1 0,0 1 0,0-1 0,0 1 0,1-1 0,10-5 0,0 1 0,0 0 0,0 1 0,1 0 0,-1 1 0,1 1 0,0 0 0,16-1 0,-3 0 0,562-41-626,6 33-627,-593 11 1250,1582 24-4270,-2 58 3006,-1506-78 1568,90 9 3918,-184-15-3313,-33 3 0,43-1-750,0 1-1,1 0 1,-1 1 0,0 0 0,1 0-1,-16 7 1,22-8-156,0 0 0,0 1 0,0-1 0,1 1 0,-1-1 0,1 1 0,-1 0 0,1 0 0,0-1 0,-1 1 0,1 0 0,0 0 0,0 0 0,0 0 0,1 0 0,-1 1 0,0-1 0,1 0 0,0 0 0,-1 0 0,1 1 0,0 3 0,0 6 0,1 0 0,1 0 0,3 14 0,-1 0 0,2 35 69,-3 0-1,-3 0 0,-2 0 0,-14 84 1,2-67-638,-4-1 0,-52 143 0,55-182-6257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1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24 24575,'-3'0'0,"-1"-3"0,-2-1 0,-1-2 0,-2-1 0,1 4 0,1 5 0,2 9 0,2 5 0,2 6 0,0 5 0,1 4 0,1-1 0,-1 1 0,0-5-8191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2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9 282 24575,'-4'-54'0,"2"44"0,0 0 0,2-1 0,-1 1 0,1-1 0,1 1 0,2-14 0,-2 18 0,1 0 0,0-1 0,0 1 0,1 1 0,-1-1 0,1 0 0,1 1 0,-1-1 0,1 1 0,0 0 0,0 0 0,9-8 0,-5 7 0,0 0 0,0 1 0,0 0 0,0 1 0,1 0 0,0 0 0,17-5 0,-1 3 0,0 2 0,1 0 0,-1 2 0,1 1 0,39 3 0,-39-1 0,-1 2 0,27 6 0,-45-8 0,-1 1 0,0-1 0,0 1 0,0 1 0,0-1 0,0 1 0,0 0 0,-1 1 0,0-1 0,1 1 0,-1 0 0,0 1 0,7 8 0,-10-10 0,0-1 0,-1 1 0,0 0 0,0-1 0,0 1 0,0 0 0,0 0 0,0 0 0,-1 0 0,1 0 0,-1 0 0,0 0 0,0 0 0,0 0 0,0 0 0,-1 0 0,1 0 0,-1 0 0,0 0 0,0 0 0,0 0 0,0 0 0,0-1 0,0 1 0,-1 0 0,0-1 0,1 1 0,-5 3 0,-2 4 0,0 0 0,-1-1 0,0-1 0,-1 1 0,-16 10 0,-8 2 0,-1-2 0,-1-2 0,0-1 0,-58 17 0,73-25 0,21-8 0,0 0 0,0-1 0,0 1 0,0 0 0,0 0 0,0 0 0,0 0 0,0 0 0,0 0 0,-1 0 0,1 0 0,0 0 0,0 0 0,0 1 0,0-1 0,0 0 0,0 0 0,0 0 0,0 0 0,0 0 0,0 0 0,-1 0 0,1 0 0,0 0 0,0 0 0,0 0 0,0 0 0,0 0 0,0 0 0,0 0 0,0 0 0,0 0 0,0 1 0,0-1 0,0 0 0,0 0 0,0 0 0,0 0 0,0 0 0,0 0 0,0 0 0,0 0 0,0 0 0,0 0 0,0 0 0,0 1 0,0-1 0,0 0 0,0 0 0,0 0 0,0 0 0,0 0 0,0 0 0,0 0 0,0 0 0,0 0 0,0 0 0,0 1 0,0-1 0,0 0 0,0 0 0,0 0 0,0 0 0,0 0 0,0 0 0,1 0 0,8 2 0,15 0 0,6-2 0,130 6 0,-142-4 0,0 1 0,0 0 0,-1 2 0,1 0 0,-1 1 0,29 14 0,-41-18 0,-1 1 0,1 0 0,-1 0 0,1 1 0,-1-1 0,0 1 0,0 0 0,-1 0 0,1 0 0,-1 0 0,4 7 0,-6-9 0,0 1 0,0-1 0,0 1 0,0 0 0,-1-1 0,1 1 0,-1 0 0,1-1 0,-1 1 0,0 0 0,0-1 0,0 1 0,-1 0 0,1-1 0,-1 1 0,1 0 0,-1-1 0,0 1 0,0-1 0,0 1 0,0-1 0,-1 0 0,1 1 0,-4 3 0,-1 1 0,-1 1 0,-1-1 0,1 0 0,-1 0 0,0-1 0,-1 0 0,0 0 0,0-1 0,0-1 0,0 1 0,-1-1 0,-10 3 0,-8 1 0,0-2 0,0 0 0,-32 2 0,6-4-1365,7-3-5461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2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81 24575,'4'0'0,"0"0"0,0 0 0,0 0 0,0 1 0,0-1 0,0 1 0,0 0 0,0 0 0,0 1 0,5 2 0,-7-3 0,0 1 0,0-1 0,-1 1 0,1 0 0,-1-1 0,1 1 0,-1 0 0,0 0 0,0 0 0,0 0 0,0 0 0,0 0 0,0 1 0,0-1 0,-1 0 0,1 0 0,-1 1 0,0-1 0,1 0 0,-1 3 0,2 54 0,-2 0 0,-3 0 0,-12 63 0,15-117 0,-2 1 0,1-1 0,-1 1 0,1-1 0,-5 6 0,6-10 0,0-1 0,0 0 0,0 1 0,0-1 0,0 0 0,0 1 0,-1-1 0,1 0 0,0 1 0,0-1 0,-1 0 0,1 0 0,0 1 0,0-1 0,-1 0 0,1 0 0,0 0 0,-1 1 0,1-1 0,0 0 0,0 0 0,-1 0 0,1 0 0,0 0 0,-1 0 0,1 0 0,-1 1 0,1-1 0,0 0 0,-1 0 0,1 0 0,-1-1 0,0 0 0,0 0 0,0 0 0,1 0 0,-1 0 0,0 0 0,0 0 0,1 0 0,-1 0 0,1-1 0,-1 1 0,1 0 0,0 0 0,-1-1 0,1-1 0,-4-18 0,1 0 0,0 0 0,2 1 0,3-43 0,1 27 0,3-1 0,9-35 0,-14 68 0,6-22 0,14-37 0,-19 57 0,0 1 0,1 0 0,0-1 0,0 1 0,0 0 0,0 0 0,1 1 0,0-1 0,0 1 0,0 0 0,0 0 0,1 0 0,6-4 0,-9 7 0,0 0 0,1 0 0,-1 1 0,1-1 0,-1 1 0,1 0 0,0-1 0,-1 1 0,1 0 0,-1 1 0,1-1 0,-1 0 0,1 1 0,-1-1 0,1 1 0,-1 0 0,1 0 0,-1 0 0,0 0 0,1 0 0,-1 0 0,0 1 0,0-1 0,0 1 0,0 0 0,0 0 0,3 3 0,5 6 0,-1-1 0,-1 2 0,12 18 0,-2 0 69,-3 1-1,0 1 0,-2 0 0,13 47 1,20 138-1776,-40-178-5119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2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72 24575,'-3'-3'0,"-4"-4"0,-3-4 0,5-2 0,7 0 0,9 3 0,11 3 0,11 2 0,9 3 0,9 1 0,-5 1-8191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03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361 176 24575,'4'-4'0,"-1"0"0,1-1 0,-1 1 0,0-1 0,0 0 0,0 0 0,-1 0 0,0 0 0,0-1 0,0 1 0,-1-1 0,0 1 0,0-1 0,0 1 0,0-8 0,-1 10 0,0-1 0,0 1 0,0 0 0,0 0 0,-1 0 0,1 0 0,-1-1 0,0 1 0,0 0 0,0 0 0,0 0 0,0 0 0,-1 0 0,0 1 0,1-1 0,-1 0 0,0 1 0,0-1 0,0 1 0,-1 0 0,1 0 0,0-1 0,-1 1 0,0 1 0,1-1 0,-1 0 0,-4-1 0,-4 0 0,1 0 0,-1 1 0,0 0 0,0 1 0,0 0 0,0 1 0,0 0 0,0 1 0,0 0 0,-15 4 0,4 0 0,-1 1 0,1 1 0,-40 20 0,54-24 0,0 1 0,1 1 0,0-1 0,0 1 0,0 0 0,0 1 0,1 0 0,-10 11 0,14-15 0,1 1 0,-1-1 0,1 1 0,-1 0 0,1 0 0,0 0 0,0 0 0,0-1 0,0 1 0,0 1 0,1-1 0,0 0 0,-1 0 0,1 0 0,0 0 0,0 0 0,1 0 0,-1 0 0,1 0 0,-1 0 0,1 0 0,0 0 0,0 0 0,1 0 0,-1 0 0,0-1 0,3 4 0,4 6 0,1-1 0,0 0 0,0-1 0,1 0 0,0 0 0,1-1 0,14 8 0,88 52 0,-96-60 0,6 4 0,-8-6 0,-1 1 0,0 1 0,22 18 0,-35-26 0,0-1 0,1 1 0,-1 0 0,0 0 0,-1 0 0,1 0 0,0 0 0,0 0 0,0 1 0,-1-1 0,1 0 0,0 0 0,-1 0 0,1 1 0,-1-1 0,1 0 0,-1 1 0,0-1 0,0 0 0,0 1 0,1-1 0,-1 1 0,-1-1 0,1 0 0,0 1 0,0-1 0,0 0 0,-1 1 0,1-1 0,0 0 0,-1 1 0,0-1 0,1 0 0,-1 0 0,0 1 0,1-1 0,-1 0 0,0 0 0,0 0 0,0 0 0,0 0 0,0 0 0,0 0 0,0-1 0,0 1 0,-2 0 0,-6 5 0,0 0 0,-1-1 0,1 0 0,-17 5 0,-88 23-1365,54-18-5461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8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1458 298 24575,'-5'-6'0,"-1"1"0,0-1 0,-1 1 0,1 1 0,-1-1 0,0 1 0,0 0 0,0 0 0,-11-3 0,-9-1 0,-1 1 0,0 1 0,-1 1 0,1 2 0,-1 1 0,-40 2 0,-1 5 0,-102 20 0,96-9 0,1 3 0,1 3 0,-131 58 0,163-60 0,1 2 0,1 2 0,1 2 0,1 1 0,1 2 0,2 1 0,-53 58 0,75-72 0,0 1 0,1 1 0,0-1 0,2 2 0,0 0 0,1 0 0,-11 34 0,17-42 0,0 1 0,1-1 0,0 1 0,1 0 0,0 0 0,1-1 0,0 1 0,1 0 0,0 0 0,1-1 0,1 1 0,-1-1 0,2 0 0,0 1 0,6 12 0,0-7 4,0-1-1,2 0 0,-1-1 1,2 0-1,0-1 0,1 0 1,0-1-1,1 0 1,0-2-1,1 0 0,1 0 1,23 10-1,5 0-58,0-2 1,1-2-1,83 19 0,-29-16-438,2-4-1,168 4 1,207-40-725,-316 1 1084,250-61 1,-315 53 9,-1-3-1,-1-5 1,158-84 0,-211 96 67,-2-2 1,0-1-1,-2-2 0,-1-2 1,-2-2-1,51-57 0,-70 70 136,-1 0 0,0-1 0,-1 0 0,-2-1 0,0-1 0,-1 1 0,-1-2 0,-1 1 0,-1-1 0,-1-1 0,-1 1 0,-1-1 0,-1 0 0,-1-38 0,-3 46 28,0 1 0,-1-1 0,-1 1 0,-1 0 0,0 0 0,0 0 0,-2 1 0,0-1 0,-1 1 0,0 1 0,-1-1 0,0 1 0,-12-14 0,6 13-12,1-1 1,-2 2-1,0 0 0,0 1 1,-1 0-1,-1 1 0,0 1 1,0 1-1,-1 0 0,-19-6 1,-10 0-154,0 2 1,0 2 0,-1 2-1,-1 3 1,1 1 0,-53 2 0,-16 7-144,-161 25 0,-78 43-980,206-33-4724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29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168 316 24575,'1'-21'0,"0"7"0,-1 1 0,0-1 0,-5-25 0,5 37 0,0 0 0,-1-1 0,1 1 0,-1 0 0,0 0 0,0 0 0,0 0 0,0 0 0,0 0 0,0 0 0,0 0 0,-1 0 0,1 0 0,-1 1 0,1-1 0,-1 0 0,0 1 0,1-1 0,-1 1 0,0 0 0,0 0 0,0 0 0,0 0 0,0 0 0,0 0 0,-1 0 0,1 1 0,0-1 0,-3 0 0,1 1 0,0 1 0,1-1 0,-1 1 0,0 0 0,1 0 0,-1 0 0,1 0 0,-1 0 0,1 1 0,-1 0 0,1-1 0,0 1 0,0 1 0,0-1 0,0 0 0,0 1 0,1-1 0,-1 1 0,1 0 0,-4 5 0,-1 1 0,1 1 0,0-1 0,1 1 0,0 0 0,-6 19 0,9-23 0,1 1 0,-1-1 0,1 0 0,0 1 0,1-1 0,-1 1 0,1-1 0,1 1 0,-1-1 0,1 0 0,0 1 0,1-1 0,-1 0 0,1 1 0,4 6 0,-4-9 0,0 1 0,1-1 0,0-1 0,0 1 0,0 0 0,0-1 0,0 1 0,1-1 0,-1 0 0,1 0 0,0-1 0,0 1 0,0-1 0,0 0 0,1 0 0,-1 0 0,1 0 0,-1-1 0,1 0 0,-1 0 0,9 1 0,-7-1 0,1-1 0,0-1 0,0 1 0,-1-1 0,1 0 0,0-1 0,-1 1 0,0-1 0,1-1 0,-1 1 0,0-1 0,0 0 0,0 0 0,0-1 0,-1 0 0,1 0 0,-1 0 0,0-1 0,0 1 0,-1-1 0,0 0 0,1-1 0,-1 1 0,-1-1 0,1 0 0,3-10 0,-4 10 0,0 0 0,0-1 0,-1 1 0,0-1 0,0 1 0,0-1 0,-1 0 0,0 0 0,-1 0 0,1 0 0,-1 0 0,-1 0 0,1 0 0,-1 0 0,-1 0 0,1 1 0,-1-1 0,0 0 0,0 1 0,-1-1 0,0 1 0,0 0 0,-1 0 0,0 0 0,-7-9 0,10 14 0,1 0 0,-1 0 0,1 1 0,-1-1 0,0 1 0,1-1 0,-1 1 0,0-1 0,1 1 0,-1-1 0,0 1 0,1-1 0,-1 1 0,0 0 0,0-1 0,0 1 0,1 0 0,-1 0 0,0 0 0,0 0 0,0-1 0,0 1 0,0 0 0,1 0 0,-1 1 0,0-1 0,0 0 0,0 0 0,-1 1 0,1 0 0,0 0 0,-1 0 0,1 0 0,0 0 0,0 1 0,0-1 0,0 0 0,0 1 0,0-1 0,0 1 0,0-1 0,0 1 0,0 2 0,-2 4 0,1 0 0,0 0 0,0 0 0,-1 17 0,3-18 0,0-1 0,0 1 0,1 0 0,0 0 0,0 0 0,1-1 0,0 1 0,0 0 0,0-1 0,1 0 0,0 0 0,0 1 0,1-2 0,0 1 0,0 0 0,0-1 0,6 7 0,-3-7 0,0 1 0,-1-1 0,2 0 0,-1-1 0,0 0 0,1 0 0,0-1 0,0 0 0,0 0 0,0-1 0,0 0 0,1 0 0,13 1 0,-8-3 0,-1 1 0,1-2 0,-1 0 0,0-1 0,1 0 0,-1 0 0,0-2 0,22-8 0,-28 9 0,1 0 0,-1-1 0,0 0 0,0 0 0,0 0 0,0-1 0,-1-1 0,0 1 0,0-1 0,0 0 0,-1 0 0,0 0 0,0-1 0,0 0 0,5-10 0,-9 15 0,0 0 0,0 0 0,0 0 0,-1 0 0,1-1 0,0 1 0,-1 0 0,0 0 0,1 0 0,-1 0 0,0-1 0,0 1 0,0 0 0,0 0 0,-1-1 0,1 1 0,0 0 0,-2-4 0,1 6 0,1 0 0,-1 0 0,1 0 0,0 0 0,-1 0 0,1 0 0,-1 0 0,1 0 0,0 0 0,-1 0 0,1 0 0,0 0 0,-1 0 0,1 1 0,-1-1 0,1 0 0,0 0 0,-1 0 0,1 1 0,0-1 0,0 0 0,-1 1 0,1-1 0,0 0 0,0 0 0,-1 1 0,1-1 0,0 0 0,0 1 0,0-1 0,-1 1 0,1-1 0,0 0 0,0 1 0,0-1 0,0 1 0,-8 16 0,3-1 0,1 1 0,1-1 0,0 1 0,1 0 0,0 23 0,3-7 0,8 59 0,-8-86 0,3 20 0,-4-25 0,1 0 0,-1-1 0,0 1 0,0 0 0,1 0 0,-1 0 0,0 0 0,1 0 0,-1 0 0,1 0 0,-1-1 0,1 1 0,0 0 0,-1 0 0,1-1 0,0 1 0,-1 0 0,1-1 0,1 2 0,-1-3 0,0 1 0,-1 0 0,1-1 0,-1 1 0,1-1 0,-1 1 0,1-1 0,-1 1 0,1-1 0,-1 0 0,1 1 0,-1-1 0,1 1 0,-1-1 0,0 0 0,0 1 0,1-1 0,-1 0 0,0 0 0,0 1 0,0-1 0,0 0 0,1 1 0,-1-1 0,0 0 0,-1 0 0,1 0 0,2-25 0,-10-123 0,-1-6 0,9 134 0,1 0 0,1 1 0,1-1 0,1 1 0,8-26 0,-10 40 0,1 0 0,-1 0 0,1 0 0,0 1 0,1 0 0,-1-1 0,1 1 0,0 0 0,1 1 0,-1-1 0,1 1 0,5-4 0,-8 6 0,0 1 0,0-1 0,0 1 0,1 0 0,-1 0 0,1 0 0,-1 0 0,1 0 0,-1 1 0,1-1 0,-1 1 0,1 0 0,0-1 0,-1 1 0,1 1 0,0-1 0,-1 0 0,1 0 0,-1 1 0,1 0 0,-1-1 0,1 1 0,-1 0 0,1 0 0,-1 0 0,0 1 0,1-1 0,-1 0 0,0 1 0,0 0 0,2 1 0,-1 0 0,0 0 0,0 0 0,0 0 0,-1 0 0,1 1 0,-1-1 0,0 1 0,0 0 0,0-1 0,0 1 0,-1 0 0,0 0 0,1 0 0,-1 6 0,0-3 0,0-1 0,-1 1 0,0 0 0,-1-1 0,0 1 0,0-1 0,0 1 0,-3 8 0,-2 0 0,0 0 0,0-1 0,-2 0 0,0 0 0,0-1 0,-19 22 0,19-25-170,-1 0-1,0-1 0,0-1 1,-1 1-1,0-2 0,-1 1 1,-13 6-1,-1-3-6655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30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1 139 24575,'2'0'0,"-1"1"0,1-1 0,0 1 0,0-1 0,0 1 0,-1 0 0,1 0 0,0 0 0,-1 0 0,1 0 0,-1 0 0,1 0 0,-1 0 0,0 1 0,1-1 0,-1 1 0,2 2 0,0 0 0,-1 0 0,1 0 0,-1 0 0,0 0 0,0 0 0,1 6 0,0 5 0,0 1 0,-1-1 0,-1 25 0,2 18 0,4 18 0,-4 77 0,-3-237 0,3-110 0,-1 161 0,2 1 0,1 0 0,18-63 0,-21 89 0,1-1 0,0 0 0,0 1 0,0 0 0,0-1 0,1 1 0,0 1 0,1-1 0,-1 1 0,1-1 0,10-7 0,-12 10 0,1 2 0,-1-1 0,0 0 0,1 1 0,-1-1 0,1 1 0,-1 0 0,1 0 0,-1 0 0,1 1 0,0-1 0,-1 1 0,1 0 0,0 0 0,0 0 0,-1 1 0,1-1 0,0 1 0,-1 0 0,1 0 0,-1 0 0,1 0 0,-1 1 0,4 2 0,0-1 0,-1 1 0,0 0 0,0 0 0,-1 1 0,1-1 0,-1 1 0,0 0 0,-1 1 0,1-1 0,-1 1 0,0 0 0,0 0 0,-1 1 0,1-1 0,-2 1 0,1-1 0,-1 1 0,0 0 0,0 0 0,-1 0 0,1 0 0,-2 0 0,1 0 0,-1 0 0,0 1 0,-1-1 0,1 0 0,-2 0 0,1 0 0,-1 0 0,0 0 0,0 0 0,0-1 0,-1 1 0,-6 10 0,2-8 38,-1-1 0,1 1 0,-1-1 0,-1-1 0,1 0 0,-1 0 0,0 0 0,-13 6 0,2-3-465,0-1 0,0 0 1,-25 6-1,-12 0-6399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8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21 802 24575,'0'5'0,"-1"0"0,1 0 0,1 0 0,-1 0 0,1 0 0,0 0 0,0-1 0,0 1 0,1 0 0,-1 0 0,1-1 0,0 1 0,1-1 0,-1 1 0,1-1 0,0 0 0,0 0 0,0 0 0,1 0 0,-1-1 0,1 0 0,0 1 0,0-1 0,0 0 0,6 3 0,-4-3 0,1 1 0,-1-1 0,1-1 0,0 1 0,-1-1 0,1 0 0,0-1 0,0 1 0,0-2 0,0 1 0,0-1 0,1 0 0,-1 0 0,0-1 0,0 1 0,0-2 0,0 1 0,0-1 0,-1 0 0,1-1 0,11-5 0,-10 3 0,1 1 0,-1-2 0,-1 1 0,1-1 0,-1-1 0,0 1 0,-1-1 0,1-1 0,-2 1 0,1-1 0,-1 0 0,0 0 0,0 0 0,-1-1 0,6-16 0,-4 3 0,-2 0 0,0-1 0,-1 1 0,-1-1 0,-1 1 0,-1-1 0,-6-39 0,-4 0 0,-27-93 0,-16-2 0,43 132 0,-2 0 0,0 1 0,-2 1 0,-18-24 0,28 42 0,0-1 0,-1 1 0,0 0 0,0 0 0,0 1 0,-1 0 0,0 0 0,0 0 0,-7-4 0,11 7 0,-1 0 0,1 0 0,0 1 0,-1-1 0,1 1 0,-1-1 0,1 1 0,-1 0 0,1 0 0,0 0 0,-1 0 0,1 0 0,-1 1 0,1-1 0,-1 1 0,1-1 0,0 1 0,-1 0 0,1 0 0,0 0 0,0 0 0,0 1 0,0-1 0,0 0 0,0 1 0,0 0 0,0-1 0,0 1 0,-1 2 0,-3 3 0,1 1 0,0 0 0,0 0 0,1 0 0,0 1 0,0-1 0,1 1 0,0 0 0,1 0 0,-3 15 0,1 12 0,-1 48 0,4-71 0,0 46 0,3-1 0,2 1 0,18 92 0,-16-123 0,1 0 0,2-1 0,0 0 0,2 0 0,1-1 0,1-1 0,1 0 0,1-1 0,27 33 0,-35-49 0,2 1 0,-1-2 0,1 1 0,0-1 0,0 0 0,1-1 0,-1 0 0,2-1 0,-1 0 0,1 0 0,-1-1 0,1 0 0,0-1 0,0-1 0,17 3 0,-18-5 0,0 1 0,0-1 0,0-1 0,0 0 0,0-1 0,0 0 0,0 0 0,0-1 0,0 0 0,-1-1 0,0 0 0,0 0 0,0-1 0,0 0 0,-1-1 0,1 0 0,12-12 0,-13 9 0,0 0 0,-1-1 0,1 0 0,-2-1 0,0 1 0,0-1 0,-1-1 0,0 1 0,-1-1 0,0 1 0,-1-1 0,0 0 0,-1-1 0,0-12 0,-1 15 0,-1 1 0,0 0 0,-1 0 0,0 0 0,0 0 0,-1 0 0,0 0 0,-6-15 0,5 18 0,0 1 0,0-1 0,0 1 0,0 0 0,-1 0 0,0 0 0,0 1 0,0-1 0,-1 1 0,1 0 0,-1 1 0,0-1 0,-11-5 0,14 7 0,1 1 0,-1 0 0,-1 0 0,1 0 0,0 0 0,0 1 0,0-1 0,0 1 0,0-1 0,-1 1 0,1 0 0,0-1 0,-1 1 0,1 0 0,0 1 0,0-1 0,-1 0 0,1 1 0,0-1 0,0 1 0,0 0 0,0-1 0,0 1 0,-1 0 0,2 1 0,-1-1 0,-4 3 0,4-2 0,0 1 0,0 0 0,0 0 0,0 0 0,0 0 0,0 1 0,1-1 0,0 0 0,-1 1 0,1-1 0,0 1 0,1-1 0,-1 1 0,1 0 0,0-1 0,0 8 0,1-1 29,0 0-1,0 0 1,2-1-1,-1 1 0,1 0 1,0-1-1,1 0 1,0 0-1,1 0 1,0 0-1,11 15 1,-2-7-371,0-1 1,0-1 0,2 0-1,25 19 1,-20-18-6485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9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293 133 24575,'1'-8'0,"0"-1"0,1 0 0,-1 0 0,6-15 0,-4 17 0,-1-1 0,0 0 0,0 0 0,-1 1 0,1-13 0,-2 19 0,0 0 0,0 1 0,0-1 0,0 0 0,0 1 0,0-1 0,0 1 0,0-1 0,-1 0 0,1 1 0,0-1 0,0 1 0,0-1 0,-1 1 0,1-1 0,0 1 0,-1-1 0,1 1 0,-1-1 0,1 1 0,0-1 0,-1 1 0,1-1 0,-1 1 0,1 0 0,-1-1 0,0 1 0,-1-1 0,1 1 0,0 0 0,0 0 0,-1 0 0,1 0 0,0 0 0,0 0 0,-1 1 0,1-1 0,0 0 0,0 0 0,0 1 0,-2 0 0,-34 22 0,35-22 0,-8 6 0,0 0 0,1 1 0,0 0 0,0 1 0,1 0 0,0 0 0,-7 10 0,13-16 0,0 0 0,-1 0 0,1-1 0,-1 1 0,1-1 0,-1 0 0,0 1 0,0-1 0,-7 3 0,-9 7 0,3 4 0,0 0 0,-23 29 0,32-36 0,1 0 0,0 0 0,1 1 0,0 0 0,0 0 0,1 0 0,-4 16 0,7-23 0,0-1 0,1 0 0,-1 1 0,1-1 0,0 1 0,0-1 0,0 1 0,0-1 0,0 1 0,0-1 0,1 1 0,-1-1 0,1 1 0,0-1 0,0 0 0,0 1 0,0-1 0,0 0 0,0 0 0,1 1 0,-1-1 0,1 0 0,-1-1 0,4 4 0,-2-3 0,0 0 0,0 0 0,0-1 0,1 1 0,-1-1 0,1 0 0,-1 0 0,1 0 0,-1-1 0,1 1 0,-1-1 0,1 0 0,-1 0 0,1 0 0,-1 0 0,7-2 0,6-1 0,0 0 0,0-2 0,-1 0 0,1 0 0,-1-2 0,0 0 0,15-10 0,-21 11 0,0 1 0,-1-2 0,0 1 0,0-1 0,0 0 0,-1-1 0,0 0 0,-1 0 0,0 0 0,0-1 0,-1 0 0,7-14 0,-11 19 0,1 0 0,-1 0 0,0 0 0,0 0 0,0 0 0,-1 0 0,1 0 0,-1-1 0,0 1 0,0 0 0,-1 0 0,1 0 0,-1 0 0,0 0 0,0 0 0,0 0 0,-1 0 0,1 0 0,-1 0 0,0 0 0,-5-6 0,4 6 0,-1 0 0,0 0 0,0 0 0,0 0 0,0 1 0,-1 0 0,1 0 0,-1 0 0,0 1 0,0-1 0,0 1 0,0 0 0,0 0 0,-1 1 0,1 0 0,-7-1 0,-4 1-227,0 0-1,1 2 1,-1-1-1,0 2 1,-26 6-1,24-5-6598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49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84 24575,'-10'-10'0,"-1"0"0,0 1 0,0 0 0,-1 1 0,0 1 0,-21-11 0,28 16 0,0 0 0,0 0 0,0 1 0,0-1 0,0 1 0,-1 0 0,1 0 0,0 1 0,-1-1 0,1 1 0,0 1 0,-1-1 0,1 1 0,0 0 0,0 0 0,-1 0 0,1 1 0,0-1 0,0 1 0,-7 5 0,2 0 0,1 0 0,1 1 0,0 0 0,0 0 0,0 1 0,1 0 0,0 0 0,1 1 0,0-1 0,0 2 0,-7 19 0,10-23 0,0 1 0,1-1 0,0 0 0,0 1 0,0-1 0,1 1 0,0 0 0,1-1 0,0 1 0,0 0 0,1-1 0,0 1 0,0-1 0,0 1 0,1-1 0,0 1 0,1-1 0,5 12 0,-4-14-85,0 0 0,0 0-1,0-1 1,1 1 0,-1-1-1,1 0 1,0-1 0,0 1-1,1-1 1,-1 0 0,1 0-1,-1-1 1,1 0 0,0 0-1,7 2 1,24 5-6741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0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312 631 24575,'1'-11'0,"-2"-1"0,1 1 0,-2-1 0,1 1 0,-2 0 0,-6-21 0,8 29 0,-1-1 0,1 1 0,-1-1 0,0 1 0,0 0 0,-1 0 0,1 0 0,-1 0 0,1 1 0,-1-1 0,0 1 0,0-1 0,0 1 0,0 0 0,-1 0 0,1 0 0,0 1 0,-1-1 0,1 1 0,-1 0 0,0 0 0,1 0 0,-1 0 0,-6 0 0,3 1 0,0 1 0,-1 0 0,1 0 0,0 0 0,0 1 0,-1 0 0,1 0 0,1 1 0,-1 0 0,0 0 0,1 0 0,-11 8 0,5-3 0,0 1 0,1 0 0,0 0 0,1 1 0,-14 17 0,19-21 0,1 1 0,-1-1 0,1 1 0,1 0 0,0 0 0,0 0 0,0 1 0,1-1 0,0 1 0,0-1 0,-1 12 0,3-15 0,0-1 0,0 1 0,0-1 0,1 1 0,-1-1 0,1 1 0,0-1 0,0 0 0,0 1 0,0-1 0,1 0 0,-1 0 0,1 1 0,0-1 0,0-1 0,0 1 0,0 0 0,0 0 0,1-1 0,-1 1 0,1-1 0,0 0 0,0 0 0,0 0 0,0 0 0,0 0 0,4 1 0,-1-1 0,1 1 0,0-2 0,0 1 0,0-1 0,0 0 0,0 0 0,0-1 0,0 0 0,0 0 0,0-1 0,0 0 0,0 0 0,0 0 0,0-1 0,10-4 0,-13 4 0,0 1 0,1-1 0,-1 0 0,0 0 0,0-1 0,0 1 0,0-1 0,-1 0 0,1 0 0,-1 0 0,0 0 0,0-1 0,0 1 0,0-1 0,0 0 0,-1 0 0,0 0 0,0 0 0,0 0 0,0-1 0,0 1 0,-1 0 0,0-1 0,1-7 0,-2 10 0,0-1 0,0 1 0,0 0 0,-1-1 0,1 1 0,-1-1 0,1 1 0,-1 0 0,0 0 0,0-1 0,0 1 0,0 0 0,0 0 0,0 0 0,-1 0 0,1 0 0,-1 0 0,1 0 0,-3-1 0,3 3 0,1-1 0,-1 1 0,1-1 0,-1 1 0,1 0 0,-1 0 0,0-1 0,1 1 0,-1 0 0,0 0 0,1 0 0,-1-1 0,0 1 0,0 0 0,1 0 0,-1 0 0,0 0 0,1 0 0,-1 0 0,0 1 0,1-1 0,-1 0 0,0 0 0,0 1 0,-1 0 0,1 0 0,0 0 0,0 0 0,0 0 0,0 0 0,0 1 0,0-1 0,0 0 0,0 0 0,0 1 0,1-1 0,-1 1 0,1-1 0,-1 1 0,0 2 0,0-1 0,0 1 0,0-1 0,0 1 0,1-1 0,0 1 0,-1-1 0,1 1 0,0-1 0,1 1 0,-1-1 0,0 1 0,1-1 0,0 0 0,0 1 0,0-1 0,0 0 0,1 1 0,-1-1 0,1 0 0,0 0 0,0 0 0,0 0 0,3 3 0,-1-3 0,-1 0 0,1-1 0,-1 1 0,1-1 0,0 0 0,0 0 0,0 0 0,0-1 0,1 1 0,-1-1 0,0 0 0,0 0 0,1-1 0,-1 1 0,1-1 0,-1 0 0,1 0 0,5-1 0,-1-1 0,1 1 0,-1-1 0,0-1 0,0 0 0,0 0 0,0-1 0,-1 0 0,0 0 0,1-1 0,-1 0 0,-1-1 0,1 1 0,-1-2 0,0 1 0,0-1 0,-1 0 0,0 0 0,0-1 0,-1 1 0,0-1 0,5-11 0,-4 5 0,0 0 0,0 0 0,-2 0 0,0-1 0,-1 0 0,0 1 0,-1-1 0,0 0 0,-2-1 0,0 1 0,0 0 0,-5-24 0,2 20 0,-2-1 0,0 1 0,-1 0 0,-1 0 0,0 1 0,-13-21 0,19 37 0,1 1 0,-1 0 0,0-1 0,0 1 0,0 0 0,0-1 0,0 1 0,-1 0 0,1 0 0,0 0 0,0 0 0,-1 0 0,1 0 0,-1 0 0,1 0 0,-1 1 0,1-1 0,-1 1 0,1-1 0,-4 0 0,4 1 0,-1 1 0,1-1 0,0 0 0,-1 1 0,1-1 0,0 1 0,-1 0 0,1-1 0,0 1 0,0 0 0,-1 0 0,1 0 0,0-1 0,0 1 0,0 0 0,0 1 0,0-1 0,0 0 0,1 0 0,-1 0 0,0 0 0,0 1 0,1-1 0,-1 2 0,-8 18 0,2 1 0,0 1 0,2-1 0,0 1 0,1 0 0,2 0 0,0 0 0,1 0 0,4 28 0,-2-36 0,0-1 0,2 1 0,-1-1 0,2 0 0,0 0 0,1 0 0,0 0 0,13 22 0,-15-30 0,0-1 0,1 0 0,0-1 0,0 1 0,0-1 0,0 1 0,1-1 0,-1 0 0,1-1 0,0 1 0,0-1 0,1 0 0,-1 0 0,1-1 0,-1 0 0,1 0 0,0 0 0,0 0 0,0-1 0,0 0 0,0 0 0,0-1 0,9 0 0,-5-1 0,1 0 0,-1-1 0,0 0 0,0-1 0,0 0 0,0-1 0,0 0 0,-1 0 0,1-1 0,-1 0 0,-1-1 0,1 0 0,-1-1 0,0 1 0,0-1 0,0-1 0,-1 0 0,8-12 0,-3 4 0,0-2 0,-2 1 0,0-1 0,-1-1 0,-1 0 0,0 0 0,-2-1 0,7-30 0,-7 10 0,-1 0 0,-2 0 0,-2 0 0,-1 0 0,-2 0 0,-11-54 0,11 83 0,0 0 0,-1 1 0,-1-1 0,0 1 0,-6-12 0,9 20 0,-1 0 0,1 0 0,-1-1 0,1 1 0,-1 0 0,0 0 0,0 1 0,0-1 0,0 0 0,0 1 0,-5-4 0,6 5 0,-1-1 0,1 1 0,-1 0 0,1-1 0,-1 1 0,0 0 0,1 0 0,-1 0 0,1 0 0,-1 0 0,0 0 0,1 0 0,-1 1 0,1-1 0,-1 1 0,1-1 0,-1 1 0,1-1 0,-1 1 0,1 0 0,-3 1 0,-1 2 0,1 0 0,-1 0 0,1 1 0,-1 0 0,1-1 0,1 1 0,-1 0 0,1 1 0,-1-1 0,2 1 0,-3 5 0,-3 9 0,-11 40 0,13-33 0,1 0 0,2-1 0,0 1 0,2 1 0,0-1 0,3 0 0,6 44 0,-5-55 0,0 0 0,1 0 0,1 0 0,1-1 0,0 0 0,1 0 0,0 0 0,1-1 0,1 0 0,1-1 0,0 0 0,0 0 0,24 21 0,-29-29-124,1 0 0,0-1 0,1 0 0,-1 0 0,1 0 0,-1-1-1,1 0 1,0 0 0,0-1 0,12 3 0,3-4-6702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1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114 497 24575,'-12'0'0,"6"0"0,1 0 0,-1 0 0,0 0 0,1 1 0,-1 0 0,-7 2 0,11-3 0,1 1 0,0-1 0,-1 1 0,1 0 0,0 0 0,0 0 0,0 0 0,0 0 0,0 0 0,0 0 0,0 0 0,0 0 0,0 0 0,0 0 0,1 1 0,-1-1 0,0 0 0,1 1 0,-1-1 0,1 0 0,0 1 0,-1-1 0,1 0 0,0 1 0,0-1 0,0 1 0,0-1 0,0 1 0,0-1 0,0 2 0,3 13 0,0 0 0,2 0 0,-1-1 0,2 0 0,9 20 0,5 12 0,7 45 0,-41-116 0,-8-23 0,4-5 0,1 0 0,3-1 0,-10-70 0,20 97 0,2-1 0,0 1 0,2-1 0,1 1 0,2-1 0,0 1 0,2 0 0,14-49 0,-16 66 0,1 0 0,0 0 0,0 1 0,1-1 0,0 1 0,0 0 0,1 0 0,0 1 0,1-1 0,-1 1 0,1 1 0,1-1 0,-1 1 0,1 1 0,0-1 0,1 1 0,-1 1 0,1 0 0,0 0 0,0 0 0,0 1 0,0 1 0,1-1 0,-1 1 0,1 1 0,0 0 0,-1 0 0,1 1 0,0 1 0,-1-1 0,1 1 0,0 1 0,-1 0 0,15 5 0,-17-4 0,1 0 0,-1 1 0,0-1 0,-1 2 0,1-1 0,-1 1 0,0 0 0,0 0 0,0 1 0,-1-1 0,0 1 0,0 1 0,0-1 0,-1 1 0,0-1 0,0 1 0,-1 0 0,0 1 0,0-1 0,0 1 0,-1-1 0,0 1 0,-1 0 0,0 0 0,0-1 0,-1 1 0,0 0 0,0 0 0,0 0 0,-1 0 0,-1 0 0,1-1 0,-1 1 0,-1 0 0,1-1 0,-1 0 0,0 0 0,-1 1 0,0-2 0,0 1 0,-5 6 0,-4 1 0,10-11 0,0 0 0,0 1 0,0-1 0,0 1 0,1 0 0,-5 7 0,7-10 0,0 0 0,-1 0 0,1 0 0,0 0 0,0 0 0,0 0 0,0 0 0,0 1 0,0-1 0,0 0 0,1 0 0,-1 0 0,0 0 0,0 0 0,1 0 0,-1 0 0,1-1 0,-1 1 0,1 0 0,-1 0 0,1 0 0,0 0 0,-1 0 0,1-1 0,0 1 0,0 0 0,-1-1 0,1 1 0,0-1 0,0 1 0,0 0 0,0-1 0,0 0 0,0 1 0,2 0 0,31 15 0,-7-4 0,40 26 0,-60-34 0,-1 1 0,1 0 0,-1 0 0,0 1 0,0 0 0,0 0 0,-1 1 0,0-1 0,0 1 0,5 10 0,-8-14 0,-1 1 0,0-1 0,0 0 0,0 0 0,0 1 0,0-1 0,-1 1 0,1-1 0,-1 1 0,0-1 0,0 1 0,0-1 0,-1 1 0,1-1 0,-1 0 0,0 1 0,-1 4 0,-1-3 0,1 0 0,-1 0 0,0 0 0,-1-1 0,1 1 0,-1-1 0,1 0 0,-1 0 0,-1 0 0,-4 3 0,-3 2 0,-2-1 0,1 0 0,-1-1 0,-1 0 0,1-1 0,-30 8 0,34-12-114,1 0 1,-1-1-1,0 1 0,0-2 0,0 0 1,0 0-1,0 0 0,0-1 0,0-1 1,1 0-1,-11-3 0,-12-8-6712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1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0 265 24575,'4'-2'0,"1"0"0,0 0 0,-1 0 0,1 1 0,0 0 0,0 0 0,-1 0 0,10 0 0,-13 1 0,1 0 0,-1 0 0,1 0 0,-1 0 0,1 1 0,-1-1 0,1 1 0,-1-1 0,1 1 0,-1-1 0,0 1 0,1 0 0,-1-1 0,0 1 0,0 0 0,1 0 0,-1 0 0,0 0 0,0 0 0,0 0 0,0 1 0,0-1 0,0 0 0,-1 1 0,1-1 0,0 0 0,-1 1 0,1-1 0,-1 1 0,1-1 0,0 3 0,5 57 0,0 1 0,42 108 0,-11-47 0,-30-97 0,-6-24 0,-2-3 0,-11-50 0,-41-221 0,42 194 0,-1-120 0,12 188 0,2-46 0,-1 51 0,0 1 0,0-1 0,0 1 0,0 0 0,0-1 0,1 1 0,0 0 0,0 0 0,4-7 0,-5 10 0,0 1 0,-1-1 0,1 0 0,-1 1 0,1-1 0,0 0 0,0 1 0,-1-1 0,1 1 0,0-1 0,0 1 0,0-1 0,0 1 0,0-1 0,-1 1 0,1 0 0,0 0 0,0 0 0,0-1 0,0 1 0,0 0 0,0 0 0,1 0 0,0 1 0,0-1 0,0 1 0,0 0 0,0-1 0,0 1 0,0 0 0,0 0 0,-1 0 0,1 0 0,2 2 0,3 4 0,0 0 0,0 0 0,9 13 0,8 16 114,-1 1 0,32 71 0,23 86-1821,-61-148-5119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1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9 201 24575,'-3'-3'0,"-1"-4"0,3-1 0,5-2 0,7-2 0,11-5 0,10-5 0,13-6 0,9-3 0,5-2 0,-8 3-8191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2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297 245 24575,'3'-4'0,"0"0"0,0 0 0,0 0 0,0-1 0,-1 1 0,0-1 0,0 1 0,0-1 0,-1 0 0,0 0 0,0 0 0,0 0 0,0 0 0,0-9 0,-1 6 0,0 1 0,-1 0 0,0-1 0,0 1 0,0 0 0,-1 0 0,0 0 0,0 0 0,-5-10 0,3 11 0,-1 0 0,1-1 0,-1 2 0,0-1 0,-1 1 0,1-1 0,-1 2 0,0-1 0,0 1 0,0-1 0,-1 2 0,0-1 0,0 1 0,0 0 0,0 0 0,0 1 0,0 0 0,-1 0 0,1 1 0,-1 0 0,1 0 0,-1 1 0,1 0 0,-9 1 0,9-1 0,1 0 0,0 1 0,0 0 0,0 1 0,0-1 0,0 1 0,0 0 0,0 1 0,1-1 0,-1 1 0,1 0 0,0 0 0,-1 1 0,2 0 0,-1 0 0,0 0 0,1 0 0,0 1 0,-1 0 0,2-1 0,-1 2 0,1-1 0,0 0 0,0 1 0,0-1 0,1 1 0,0 0 0,0 0 0,-2 10 0,3-7 0,0 0 0,0 0 0,1-1 0,1 1 0,-1 0 0,2 0 0,-1 0 0,1-1 0,0 1 0,6 13 0,-2-8 0,1-1 0,0-1 0,1 1 0,0-1 0,19 20 0,1-3 0,2-3 0,0 0 0,61 38 0,-51-40 0,-28-18 0,0 1 0,0 0 0,-1 1 0,0 0 0,0 1 0,12 14 0,-22-22 0,1 1 0,-1-1 0,-1 1 0,1-1 0,0 1 0,0-1 0,-1 1 0,1 0 0,-1 0 0,1-1 0,-1 1 0,0 0 0,1 0 0,-1 0 0,0-1 0,0 1 0,0 0 0,-1 0 0,1 0 0,0-1 0,-1 1 0,1 0 0,-1-1 0,0 1 0,1 0 0,-1-1 0,0 1 0,0 0 0,0-1 0,0 0 0,0 1 0,0-1 0,-1 1 0,1-1 0,-2 1 0,-4 4 0,0 0 0,0 0 0,-1-1 0,0 0 0,-13 5 0,-23 9-1365,0-3-5461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8:53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122 123 24575,'8'-1'0,"-7"1"0,1 0 0,-1 0 0,0 0 0,1 0 0,-1 0 0,0 0 0,0 0 0,1 0 0,-1 0 0,0 1 0,0-1 0,1 1 0,-1-1 0,0 1 0,0-1 0,0 1 0,0-1 0,0 1 0,0 0 0,0 0 0,0 0 0,0 0 0,0-1 0,1 3 0,0 0 0,0 0 0,0 1 0,-1-1 0,1 0 0,-1 1 0,0-1 0,0 1 0,0-1 0,0 1 0,-1 0 0,0-1 0,1 1 0,-1 0 0,0-1 0,-1 1 0,1-1 0,-1 1 0,0 0 0,0-1 0,0 1 0,0-1 0,0 0 0,-3 6 0,3-7 0,0 0 0,-1 0 0,1 0 0,0 0 0,0 0 0,-1 0 0,0 0 0,1 0 0,-1 0 0,0-1 0,0 1 0,0-1 0,0 1 0,0-1 0,0 0 0,0 0 0,0 0 0,0 0 0,-1 0 0,1 0 0,0-1 0,-1 1 0,1-1 0,-1 1 0,1-1 0,0 0 0,-1 0 0,1 0 0,-1-1 0,1 1 0,-1 0 0,1-1 0,0 0 0,-1 1 0,-2-3 0,-2-1 0,1 0 0,0-1 0,0 0 0,0 0 0,1 0 0,0-1 0,0 1 0,0-1 0,1-1 0,0 1 0,0-1 0,0 1 0,1-1 0,0 0 0,0 0 0,1-1 0,0 1 0,0 0 0,0-12 0,1 14 0,1 0 0,-1-1 0,1 1 0,0 0 0,1-1 0,0 1 0,-1 0 0,2-1 0,-1 1 0,1 0 0,-1 0 0,5-7 0,-4 8 0,0 1 0,0 0 0,1 0 0,-1 1 0,1-1 0,-1 0 0,1 1 0,0-1 0,0 1 0,0 0 0,1 0 0,-1 0 0,0 1 0,1-1 0,-1 1 0,1 0 0,0 0 0,-1 0 0,6 0 0,-4 0 0,1 0 0,-1 1 0,1 0 0,-1 0 0,1 1 0,-1 0 0,1 0 0,-1 0 0,0 0 0,0 1 0,1 0 0,-1 0 0,0 0 0,0 1 0,4 3 0,-2-2 0,-1 1 0,0 0 0,-1 0 0,1 1 0,-1-1 0,0 1 0,0 1 0,-1-1 0,0 0 0,5 10 0,-6-10 0,-1 1 0,1-1 0,-1 0 0,0 1 0,-1 0 0,1-1 0,-1 1 0,-1 0 0,1 0 0,-1 0 0,-2 10 0,2-12 0,-1 0 0,-1 0 0,1-1 0,-1 1 0,0 0 0,0-1 0,0 0 0,0 1 0,-1-1 0,0 0 0,0 0 0,0 0 0,0-1 0,0 1 0,-1-1 0,0 0 0,-4 4 0,2-4 0,1 0 0,-1 0 0,0 0 0,0 0 0,0-1 0,-1 0 0,1-1 0,-1 1 0,1-1 0,-1 0 0,1-1 0,-1 0 0,1 0 0,-1 0 0,1-1 0,-1 1 0,1-2 0,-1 1 0,-6-3 0,9 3 0,0-1 0,1 1 0,-1-1 0,0 0 0,1 0 0,0 0 0,-1 0 0,1-1 0,0 1 0,0-1 0,0 0 0,1 0 0,-1 0 0,1 0 0,-1-1 0,1 1 0,0-1 0,0 1 0,1-1 0,-1 1 0,1-1 0,0 0 0,0 0 0,0 0 0,0 0 0,1 0 0,-1 0 0,1 0 0,0 0 0,0 0 0,2-7 0,-2 7 0,1 0 0,0 0 0,0 0 0,0 0 0,0 0 0,1 0 0,0 0 0,0 1 0,0-1 0,0 1 0,0-1 0,1 1 0,-1 0 0,1 0 0,0 0 0,0 0 0,0 0 0,0 1 0,1-1 0,4-2 0,-2 2 0,0 1 0,0 0 0,-1 1 0,1-1 0,0 1 0,0 0 0,0 0 0,1 1 0,-1 0 0,0 0 0,0 0 0,11 3 0,-8-1 0,0 0 0,0 1 0,-1 0 0,1 0 0,-1 1 0,0 0 0,0 0 0,13 11 0,-16-12 0,-1 1 0,0-1 0,0 1 0,0 0 0,-1 0 0,1 1 0,-1-1 0,0 1 0,0 0 0,0 0 0,-1 0 0,0 0 0,0 0 0,2 7 0,-4-9 0,0 0 0,0 0 0,0 0 0,0 0 0,0 0 0,-1 0 0,1-1 0,-1 1 0,0 0 0,0 0 0,0-1 0,0 1 0,0-1 0,-1 1 0,1-1 0,-1 1 0,0-1 0,0 0 0,1 0 0,-1 1 0,-1-2 0,1 1 0,0 0 0,0 0 0,-1-1 0,1 1 0,-1-1 0,-4 2 0,-2 2 0,0-1 0,0-1 0,-1 0 0,1 0 0,-1-1 0,0 0 0,-10 1 0,17-3 0,-1 0 0,1 0 0,-1 0 0,1 0 0,-1 0 0,1-1 0,-1 1 0,1-1 0,-1 0 0,1 0 0,0-1 0,0 1 0,-1-1 0,1 1 0,0-1 0,0 0 0,1 0 0,-1 0 0,0-1 0,1 1 0,-1-1 0,1 1 0,-4-6 0,4 4 0,0 1 0,1-1 0,-1 1 0,1-1 0,0 0 0,0 0 0,1 0 0,-1 0 0,1 0 0,-1 0 0,1 0 0,1 1 0,-1-1 0,0 0 0,1 0 0,0 0 0,0 0 0,0 0 0,0 1 0,4-7 0,-1 1 0,1 1 0,0-1 0,1 1 0,0 0 0,0 1 0,10-9 0,-13 13 0,-1 1 0,1 0 0,0-1 0,0 2 0,0-1 0,1 0 0,-1 0 0,0 1 0,5-2 0,-6 3 0,-1 0 0,1 0 0,-1-1 0,1 1 0,0 0 0,-1 0 0,1 0 0,0 1 0,-1-1 0,1 0 0,0 1 0,-1-1 0,1 1 0,-1-1 0,1 1 0,-1 0 0,1 0 0,-1-1 0,0 1 0,3 2 0,-2-1-114,0 1 1,0-1-1,0 0 0,-1 1 0,1-1 1,-1 1-1,0 0 0,1-1 0,-1 1 1,0 0-1,1 4 0,2 14-6712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11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18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24176,'2053'191'0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17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828 7 24575,'0'0'0,"0"0"0,0 0 0,1 0 0,-1 0 0,0 0 0,0 0 0,0 0 0,1 0 0,-1 0 0,0 0 0,0 0 0,0 0 0,0 0 0,1 0 0,-1 0 0,0 0 0,0 0 0,0 0 0,1 0 0,-1 0 0,0-1 0,0 1 0,0 0 0,0 0 0,0 0 0,1 0 0,-1 0 0,0 0 0,0-1 0,0 1 0,0 0 0,0 0 0,0 0 0,0-1 0,0 1 0,1 0 0,-1 0 0,0 0 0,0 0 0,0-1 0,0 1 0,0 0 0,0 0 0,-1-1 0,1 1 0,0 0 0,-1 0 0,1 0 0,-1-1 0,1 1 0,0 0 0,-1 0 0,1 0 0,-1 0 0,1 0 0,0 0 0,-1 0 0,1 0 0,-1 0 0,1 0 0,0 0 0,-1 0 0,1 0 0,-1 0 0,1 1 0,0-1 0,-1 0 0,1 0 0,-1 0 0,1 1 0,0-1 0,-1 0 0,1 1 0,-241 143 0,107-60 0,90-58 0,-143 90 0,140-83 0,-79 70 0,120-97 47,-21 21 233,26-26-361,0 1 0,0-1 1,0 0-1,0 0 1,1 0-1,-1 1 1,0-1-1,1 0 1,-1 0-1,1 1 0,-1-1 1,1 1-1,0-1 1,0 0-1,-1 1 1,1-1-1,0 1 1,0-1-1,0 1 1,1 2-1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17.6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24575,'1'2'0,"0"1"0,1 0 0,-1-1 0,1 1 0,0-1 0,0 1 0,-1-1 0,2 0 0,2 3 0,3 4 0,24 28 0,42 38 0,-9-10 0,-22-16 0,-2 1 0,54 89 0,-87-127-151,0 1-1,1-1 0,0 0 0,1-1 1,0 0-1,0-1 0,1 0 1,18 12-1,-19-16-6674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3.7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1697 1226 24575,'71'-59'0,"-35"32"0,22-21 0,-2-1 0,89-105 0,-64 70 0,-51 55 0,-26 25 0,1 0 0,0 1 0,0-1 0,1 1 0,-1 0 0,8-2 0,-6 2 0,-1 0 0,0 0 0,0 0 0,-1-1 0,7-4 0,-5 2 0,-1 0 0,0-1 0,-1 0 0,1 1 0,-1-2 0,0 1 0,-1 0 0,7-16 0,-10 18 0,1 1 0,-1-1 0,1 0 0,-1 1 0,-1-1 0,1 0 0,-1 0 0,0 0 0,0 0 0,0 1 0,-1-1 0,0 0 0,1 0 0,-2 0 0,1 1 0,-1-1 0,-2-5 0,-3-6 0,-1 0 0,-1 1 0,-1 0 0,0 1 0,0 0 0,-2 0 0,1 1 0,-2 1 0,0 0 0,0 1 0,-1 0 0,0 1 0,-1 0 0,-23-10 0,-66-22 0,87 34 0,0-1 0,-18-13 0,-24-12 0,52 30 0,1 0 0,-1-1 0,1 0 0,0 0 0,0 0 0,-9-10 0,11 9 0,-1 1 0,0 1 0,0-1 0,0 1 0,-1-1 0,1 2 0,-1-1 0,0 0 0,-12-4 0,-17-1 0,-1 1 0,-61-5 0,65 10 0,-47-3 0,-99 6 0,69 2 0,44-3 0,-67-11 0,94 9 0,-45 1 0,48 3 0,-63-8 0,-19-2 0,53 6 0,8-5 0,-11-1 0,42 7 0,-31-6 0,16 2 0,-2-1 0,17 2 0,-30-1 0,-61-5 0,58 4 0,44 5-1365,3-2-5461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4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0 374 24575,'14'16'0,"-11"-13"0,0 1 0,0-1 0,0 0 0,0 0 0,0-1 0,1 1 0,3 2 0,-5-4 0,-1-1 0,1 1 0,0-1 0,0 1 0,0-1 0,0 0 0,0 1 0,0-1 0,0 0 0,0 0 0,0-1 0,-1 1 0,1 0 0,0-1 0,0 1 0,0-1 0,0 1 0,0-1 0,-1 0 0,3-1 0,4-2 0,0-1 0,0-1 0,0 0 0,-1 0 0,1 0 0,-2-1 0,1 0 0,7-9 0,42-68 0,-50 73 0,85-163 0,-66 121 0,-10 31 0,-7 17 0,-7 5 0,-1 0 0,0 0 0,1 1 0,-1-1 0,0 0 0,1 1 0,-1-1 0,0 0 0,1 1 0,-1-1 0,0 1 0,0-1 0,0 0 0,1 1 0,-1-1 0,0 1 0,0-1 0,0 0 0,0 1 0,0-1 0,0 1 0,0-1 0,0 1 0,0-1 0,0 1 0,0 10 0,0 0 0,-1 0 0,0 0 0,-1 0 0,-1 0 0,-5 16 0,-5 28 0,10-35 0,1 0 0,1 30 0,1-42 0,1 0 0,0 0 0,1 0 0,-1 0 0,1-1 0,1 1 0,-1-1 0,1 1 0,6 8 0,-9-15 0,0-1 0,0 1 0,1 0 0,-1-1 0,1 1 0,-1 0 0,1-1 0,-1 1 0,0-1 0,1 1 0,0-1 0,-1 1 0,1-1 0,-1 1 0,1-1 0,0 0 0,-1 1 0,1-1 0,0 0 0,-1 0 0,1 1 0,0-1 0,-1 0 0,1 0 0,0 0 0,0 0 0,-1 0 0,2 0 0,-1 0 0,1-1 0,-1 1 0,0-1 0,0 0 0,0 0 0,0 0 0,0 1 0,0-1 0,0 0 0,0 0 0,0 0 0,0-1 0,0 1 0,0-1 0,5-9 0,-1 0 0,8-21 0,-10 24 0,1-3 0,-1 2 0,0 1 0,0 0 0,1 0 0,0 1 0,7-10 0,-11 17 0,0 0 0,0 0 0,0-1 0,0 1 0,0 0 0,0 0 0,0 0 0,0 0 0,0 0 0,0 0 0,0 0 0,1 0 0,-1-1 0,0 1 0,0 0 0,0 0 0,0 0 0,0 0 0,0 0 0,0 0 0,0 0 0,1 0 0,-1 0 0,0 0 0,0 0 0,0 0 0,0 0 0,0 0 0,0 0 0,1 0 0,-1 0 0,0 0 0,0 0 0,0 0 0,0 0 0,0 0 0,0 0 0,1 0 0,-1 0 0,0 0 0,0 0 0,0 0 0,0 0 0,0 1 0,0-1 0,0 0 0,0 0 0,0 0 0,1 0 0,1 9 0,0 11 0,-2-5 92,0 2-578,0-1 1,5 27-1,-2-27-6340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5.1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87 24575,'6'-28'0,"-4"25"0,-1-1 0,0 0 0,0 0 0,0 0 0,-1 0 0,1 0 0,-1-6 0,-1 9 0,1 0 0,0 0 0,-1 0 0,1 0 0,-1 0 0,1 0 0,-1 0 0,0 0 0,1 0 0,-1 0 0,0 0 0,1 0 0,-1 0 0,0 0 0,0 1 0,0-1 0,0 0 0,0 1 0,0-1 0,0 1 0,0-1 0,0 1 0,0-1 0,-1 1 0,1 0 0,0-1 0,0 1 0,0 0 0,0 0 0,-3 0 0,0 0 0,-1 0 0,1 0 0,0 1 0,-1 0 0,1 0 0,-1 0 0,1 0 0,0 1 0,0 0 0,0-1 0,0 1 0,0 1 0,0-1 0,1 1 0,-1-1 0,-6 7 0,6-5 0,0 0 0,0 1 0,0-1 0,0 1 0,0 0 0,1-1 0,0 2 0,0-1 0,1 0 0,-1 1 0,1-1 0,-2 9 0,4-10 0,0 0 0,0 0 0,1 0 0,-1 0 0,1 0 0,0 0 0,0 0 0,0 0 0,1 0 0,-1 0 0,1-1 0,0 1 0,0-1 0,0 1 0,1-1 0,-1 1 0,4 2 0,8 10 0,1-1 0,18 13 0,-22-18 0,0-2 0,-7-4 0,1-1 0,-1 1 0,1 0 0,-1 1 0,5 6 0,-8-10 0,-1 0 0,1-1 0,-1 1 0,0 0 0,1 0 0,-1 0 0,0-1 0,0 1 0,1 0 0,-1 0 0,0 0 0,0 0 0,0 0 0,0-1 0,0 1 0,0 0 0,0 0 0,-1 0 0,1 0 0,0 0 0,0-1 0,-1 1 0,1 0 0,0 0 0,-1-1 0,1 1 0,-1 0 0,1 0 0,-1-1 0,1 1 0,-1 0 0,0-1 0,1 1 0,-1-1 0,0 1 0,1-1 0,-1 1 0,0-1 0,0 0 0,0 1 0,1-1 0,-1 0 0,0 1 0,-1-1 0,-12 5-56,0-2-1,0 1 1,-1-2 0,1 0-1,-1 0 1,1-1 0,-20-2-1,14 1-857,-14 0-5912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6.0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206 261 24575,'0'-8'0,"-1"0"0,0 0 0,0 0 0,0 1 0,-1-1 0,0 0 0,-1 1 0,-4-12 0,6 17 0,-1 0 0,1 0 0,0 0 0,0 0 0,-1 0 0,1 0 0,-1 0 0,0 0 0,0 0 0,1 1 0,-1-1 0,0 1 0,0-1 0,-1 1 0,1 0 0,0 0 0,0 0 0,0 0 0,-1 0 0,1 0 0,-1 1 0,1-1 0,0 1 0,-1 0 0,1 0 0,-1 0 0,1 0 0,-1 0 0,1 0 0,-1 1 0,-2 0 0,0 0 0,-1 1 0,1 1 0,-1-1 0,1 1 0,0-1 0,0 2 0,0-1 0,0 0 0,0 1 0,1 0 0,0 0 0,0 1 0,0-1 0,0 1 0,1 0 0,-1-1 0,1 2 0,-3 7 0,0 1 0,0 0 0,2 0 0,0 0 0,0 0 0,1 1 0,-1 20 0,4-33 0,0-1 0,-1 1 0,1 0 0,0 0 0,0 0 0,0-1 0,0 1 0,1 0 0,-1 0 0,0-1 0,1 1 0,-1 0 0,1-1 0,0 1 0,-1 0 0,1-1 0,0 1 0,0-1 0,0 1 0,0-1 0,0 1 0,1-1 0,-1 0 0,0 0 0,3 3 0,-1-4 0,-1 1 0,0 0 0,0-1 0,1 0 0,-1 1 0,0-1 0,1 0 0,-1 0 0,0 0 0,0-1 0,1 1 0,-1-1 0,0 1 0,0-1 0,1 1 0,-1-1 0,0 0 0,0 0 0,3-3 0,9-4 0,0-1 0,-1-1 0,0-1 0,-1 1 0,0-2 0,19-25 0,-10 10 0,-2-2 0,21-39 0,-27 40 0,10-32 0,6-13 0,-31 78 0,1 0 0,0 0 0,0 0 0,0 0 0,0 10 0,-1 9 0,-8 52-455,3 1 0,5 95 0,2-151-6371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6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14 24575,'0'-3'0,"0"-3"0,0 1 0,3 5 0,1 6 0,-1 4 0,1 7 0,-2 6 0,-1 5 0,-3 4 0,-5 5 0,-6 3 0,-8-1 0,-9 0 0,1-7-8191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26.6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0 24575,'0'3'0,"-3"4"0,-4 4 0,-1 5 0,-1 7 0,-3 8 0,-2 7 0,-2 7 0,2 6 0,6 8 0,8 5 0,10 3 0,11 0 0,3-12-8191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31.9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2036 24575,'1'-3'0,"-1"0"0,1 0 0,1 0 0,-1 0 0,0 1 0,0-1 0,3-3 0,2-5 0,0-8 0,0 0 0,-2 0 0,0 0 0,-1-1 0,1-27 0,-1 14 0,-1-7 0,-1-1 0,-6-55 0,-18-80 0,2 29 0,11 53 0,4 1 0,5-1 0,3 1 0,4 0 0,36-175 0,-12 150 0,50-129 0,-76 235 0,2-2 0,-5 14 0,-1 0 0,1 0 0,0 0 0,-1 0 0,1 0 0,-1 0 0,1 0 0,-1 0 0,1 0 0,0 0 0,-1 0 0,1 0 0,-1 1 0,1-1 0,-1 0 0,1 0 0,-1 0 0,1 1 0,-1-1 0,1 0 0,-1 1 0,1-1 0,-1 0 0,0 1 0,1-1 0,-1 1 0,1 0 0,4 2 0,-1 0 0,1 0 0,0 0 0,0-1 0,0 0 0,0 0 0,0 0 0,1-1 0,-1 1 0,0-1 0,11 0 0,8 0 0,33-2 0,-37 0 0,305-19 0,-121 5 0,336-23-257,227-12-178,66 15 435,312-16 0,-76 33 0,-953 23 173,-1 5 0,0 4 0,178 47 0,138 51-173,-260-76 0,29 7 0,-197-42 0,0-1 0,0 1 0,0 1 0,0-1 0,0 0 0,-1 1 0,1-1 0,0 1 0,-1 0 0,1 0 0,-1 0 0,0 0 0,0 0 0,1 0 0,1 5 0,-2-5 0,-1 1 0,0 0 0,0-1 0,-1 1 0,1 0 0,0 0 0,-1-1 0,0 1 0,0 0 0,0 0 0,0 0 0,0-1 0,0 1 0,-1 0 0,1 0 0,-1-1 0,-1 6 0,-39 97 0,-5 16 0,34-77 0,1 0 0,2 1 0,-3 53 0,11-73 0,1-1 0,1 0 0,1 1 0,2-1 0,0 0 0,1 0 0,14 37 0,-17-52 0,1-1 0,0 0 0,1-1 0,0 1 0,0-1 0,1 1 0,0-1 0,0 0 0,0-1 0,1 0 0,0 1 0,0-2 0,1 1 0,0-1 0,0 0 0,0 0 0,0-1 0,1 0 0,-1 0 0,1-1 0,13 4 0,17 3 0,0-1 0,52 5 0,82-2 0,-89-7 0,448 22 0,-190-12 0,989 41 0,-1070-53 0,281-32 0,-128-22 0,-340 46 0,0 2 0,0 4 0,0 4 0,81 14 0,184 7 0,-269-23 0,106 14 0,-166-16 0,-7-1 0,1 0 0,-1 0 0,0 1 0,1-1 0,-1 0 0,1 1 0,-1 0 0,0 0 0,0 0 0,1 0 0,-1 0 0,0 0 0,0 0 0,0 1 0,0-1 0,0 1 0,-1-1 0,1 1 0,0 0 0,-1 0 0,1-1 0,-1 1 0,0 0 0,1 1 0,-1-1 0,0 0 0,0 0 0,0 0 0,-1 1 0,2 2 0,-2 1 0,0 0 0,0 0 0,0 0 0,-1 0 0,0 1 0,0-1 0,0 0 0,-1 0 0,0-1 0,-4 10 0,-7 15 0,4-10 0,1-1 0,-9 35 0,13-38 0,3-11 0,0-1 0,0 0 0,0 0 0,1 0 0,-1 0 0,1 1 0,0 4 0,0-7 0,1 0 0,0 0 0,-1-1 0,1 1 0,0 0 0,0 0 0,0-1 0,0 1 0,0-1 0,0 1 0,0-1 0,1 1 0,-1-1 0,1 0 0,-1 1 0,1-1 0,-1 0 0,1 0 0,3 1 0,57 23-1365,-50-20-5461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32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0 207 24575,'7'1'0,"0"0"0,-1 0 0,1 1 0,-1 0 0,1 1 0,-1 0 0,0 0 0,6 4 0,20 7 0,8 1 0,51 10 0,-71-21 0,0-1 0,0 0 0,1-2 0,35-1 0,-53-1 0,0 1 0,1-1 0,-1 1 0,0-1 0,0 0 0,0 0 0,0 0 0,0-1 0,0 1 0,-1-1 0,1 1 0,0-1 0,-1 0 0,1 0 0,-1 0 0,0 0 0,0-1 0,1 1 0,-1-1 0,-1 1 0,1-1 0,0 0 0,-1 0 0,1 0 0,-1 1 0,0-1 0,0 0 0,0-1 0,0-3 0,2-9 0,-1 0 0,-1-1 0,0 1 0,-3-26 0,1 14 0,0 0 0,0 14 0,0 1 0,3-26 0,1 36 171,0 9 0,1 7-1878,-1 2-5119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34.0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6 105 24575,'-3'13'0,"2"-12"0,1-1 0,0 1 0,-1-1 0,1 1 0,0-1 0,0 1 0,0 0 0,0-1 0,-1 1 0,1 0 0,0-1 0,0 1 0,0 0 0,0-1 0,1 1 0,-1-1 0,0 1 0,0 0 0,0-1 0,0 1 0,1-1 0,-1 1 0,0 0 0,0-1 0,1 1 0,-1-1 0,1 1 0,-1-1 0,0 1 0,1-1 0,-1 1 0,1-1 0,-1 0 0,2 1 0,138 134 0,-112-109 0,2 0 0,1-2 0,0-1 0,2-2 0,1-1 0,0-1 0,1-2 0,1-2 0,1-1 0,0-2 0,44 9 0,-17-9 0,0-2 0,1-3 0,0-3 0,0-3 0,125-13 0,-140 5 0,0-2 0,-1-3 0,77-27 0,-89 24 0,-1-2 0,0-1 0,-1-2 0,-1-2 0,32-26 0,98-105 0,-104 93 0,-49 49 0,1 0 0,0 1 0,0 1 0,1 0 0,0 0 0,1 2 0,0-1 0,22-7 0,12-3 0,-48 18-24,0 0 0,0-1 0,-1 1 0,1 0 0,0 0 1,0 0-1,0 0 0,0 0 0,0 0 0,0 0 0,0 0 0,0 0 0,0 0 0,0 0 0,-1-1 0,1 1 0,0 0 0,0 0 0,0 0 0,0 0 0,0 0 0,0 0 0,0 0 0,0-1 0,0 1 0,0 0 1,0 0-1,0 0 0,0 0 0,0 0 0,0 0 0,0-1 0,0 1 0,0 0 0,0 0 0,0 0 0,0 0 0,0 0 0,0 0 0,0 0 0,1 0 0,-1-1 0,0 1 0,0 0 0,0 0 0,0 0 0,0 0 1,0 0-1,0 0 0,0 0 0,0 0 0,1 0 0,-1 0 0,0 0 0,0 0 0,0-1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34.5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69 24575,'146'-7'0,"245"-54"0,-402 117 0,5 15 65,6 114 0,2-77-1560,-2-94-5331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3.4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24575,'1'-4'0,"0"1"0,1-1 0,-1 0 0,1 1 0,0-1 0,2-3 0,1 41 0,-6 321-1365,1-335-5461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3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483 71 24575,'-21'0'0,"0"1"0,0 1 0,0 1 0,0 1 0,1 0 0,0 2 0,0 0 0,-28 14 0,33-12 0,-1 1 0,1 0 0,1 1 0,0 1 0,0 0 0,1 1 0,0 1 0,1 0 0,1 0 0,-13 21 0,8-9 0,1 1 0,1 1 0,1 0 0,2 1 0,1 0 0,-7 30 0,13-44 0,1 1 0,1 0 0,0 0 0,1 0 0,0 0 0,1 0 0,1 0 0,1 0 0,0 0 0,1 0 0,0-1 0,1 1 0,11 24 0,-9-28 0,1-1 0,0 0 0,1 0 0,0-1 0,0 0 0,1 0 0,0-1 0,0 0 0,1-1 0,0 0 0,0 0 0,1-1 0,0-1 0,0 0 0,0 0 0,16 4 0,0-2 0,1 0 0,-1-2 0,1-1 0,0-1 0,0-2 0,30-1 0,-31-2 0,1-1 0,0-1 0,-1-1 0,0-1 0,0-2 0,0 0 0,28-15 0,-39 15 0,0 0 0,-1-2 0,0 1 0,0-2 0,-1 0 0,-1-1 0,0 0 0,0-1 0,-1 0 0,-1-1 0,0-1 0,10-18 0,-8 7 0,-1 1 0,-1-2 0,-1 0 0,-2 0 0,-1 0 0,5-32 0,-9 37 0,-1 0 0,-1 0 0,0 0 0,-2 0 0,-1 0 0,0 0 0,-2 0 0,-8-30 0,8 41 17,-1 0-1,0 0 0,0 1 0,-1 0 1,0 0-1,-1 1 0,0-1 0,0 1 1,-1 1-1,0 0 0,-1 0 0,0 0 1,0 1-1,-1 0 0,1 1 0,-1 0 1,-1 1-1,1 0 0,-1 1 0,-19-6 1,1 2-261,-1 2 0,0 1 0,0 2 0,0 0 1,-1 2-1,-51 6 0,9 2-6582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5.4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 24575,'0'-3'0,"3"-1"0,1-3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5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74 24575,'-5'-17'0,"4"16"0,1 0 0,-1 1 0,1-1 0,-1 0 0,1 0 0,-1 0 0,1 0 0,0 0 0,0 0 0,-1 0 0,1 0 0,0 0 0,0 0 0,0 0 0,0 0 0,0 0 0,0 0 0,0 0 0,1 0 0,-1 0 0,0 0 0,0 0 0,1 0 0,-1 0 0,1 1 0,-1-1 0,2-2 0,0 1 0,0-1 0,1 1 0,0-1 0,-1 1 0,1 0 0,0 0 0,0 0 0,0 1 0,0-1 0,0 1 0,1 0 0,-1-1 0,0 2 0,1-1 0,-1 0 0,1 0 0,-1 1 0,1 0 0,-1 0 0,6 0 0,0 1 0,1-1 0,0 2 0,-1-1 0,1 1 0,-1 1 0,12 4 0,-16-5 0,0 0 0,1 1 0,-1 0 0,0 0 0,-1 0 0,1 0 0,0 1 0,-1 0 0,0 0 0,0 0 0,0 0 0,-1 0 0,1 1 0,5 9 0,-8-10 0,1 0 0,-1 0 0,0 0 0,0 0 0,0 1 0,-1-1 0,1 0 0,-1 0 0,0 0 0,0 0 0,-1 1 0,1-1 0,-1 0 0,0 0 0,0 0 0,0 0 0,-1 0 0,1 0 0,-1 0 0,0-1 0,-3 6 0,-2 2 0,-1-1 0,-1 1 0,1-2 0,-2 1 0,1-1 0,-1 0 0,-1-1 0,1 0 0,-14 6 0,-6 3 0,-2-1 0,-39 14 0,53-24 0,-31 7 0,114-34 0,-11 10 171,102-7 0,-133 17-385,0 2 1,1 0 0,-1 1-1,0 2 1,0 0 0,-1 1-1,25 10 1,-27-7-6613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6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748 48 24575,'-5'-4'0,"0"-1"0,-1 1 0,1 1 0,-1-1 0,0 1 0,0 0 0,0 0 0,0 0 0,-1 1 0,1 0 0,-1 0 0,-7 0 0,-8-2 0,0 2 0,-29 1 0,20 1 0,1 2 0,-1 1 0,1 2 0,0 1 0,0 1 0,0 2 0,1 0 0,1 2 0,0 2 0,-35 20 0,48-24 0,0 1 0,0 0 0,1 1 0,0 1 0,1 0 0,1 1 0,0 1 0,1 0 0,0 0 0,1 1 0,0 0 0,2 1 0,0 0 0,0 0 0,2 1 0,0 0 0,1 0 0,-6 35 0,9-39 0,1 1 0,1 0 0,0 0 0,1 0 0,0 0 0,1 0 0,0 0 0,2-1 0,-1 1 0,2-1 0,0 0 0,0 0 0,1-1 0,1 1 0,0-1 0,0-1 0,1 1 0,1-1 0,0-1 0,1 0 0,0 0 0,0 0 0,1-2 0,0 1 0,0-1 0,16 7 0,0-1 0,0-1 0,1-1 0,1-2 0,-1-1 0,2-1 0,-1-1 0,1-2 0,0-1 0,0-1 0,0-2 0,49-3 0,-48-1 0,-1-1 0,1-1 0,-1-2 0,0-1 0,-1-1 0,0-2 0,0-1 0,-1-1 0,-1-1 0,0-2 0,32-24 0,-45 29 0,-1-1 0,0 0 0,-1-1 0,0-1 0,-1 0 0,0 0 0,-1-1 0,-1 0 0,14-32 0,-19 39 0,-1-1 0,0 0 0,-1 0 0,0 0 0,0 0 0,-1 0 0,0 0 0,-1-1 0,0 1 0,0 0 0,-1-1 0,0 1 0,-1 0 0,0 0 0,0 0 0,-1 0 0,0 0 0,-1 1 0,0-1 0,-8-12 0,5 10 0,-1 1 0,0 1 0,-1-1 0,0 1 0,0 1 0,-1 0 0,-20-13 0,13 11 0,-1 0 0,-1 2 0,0 0 0,-26-7 0,2 4 0,-1 3 0,1 1 0,-79-1 0,74 7-1365,11 2-5461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7.0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391 124 24575,'15'-14'0,"-10"11"0,-1-1 0,-1 1 0,1-1 0,0 0 0,-1 0 0,3-4 0,-5 6 0,0 1 0,0-1 0,-1 0 0,1 1 0,-1-1 0,1 1 0,-1-1 0,0 0 0,0 1 0,0-1 0,0 0 0,0 1 0,0-1 0,0 0 0,0 1 0,-1-1 0,1 0 0,-1 1 0,1-1 0,-1 1 0,0-1 0,1 1 0,-3-3 0,1 1 0,-1 0 0,0 0 0,0 0 0,0 1 0,0-1 0,0 1 0,0 0 0,0 0 0,-1 0 0,1 0 0,-1 1 0,0 0 0,1-1 0,-1 1 0,0 1 0,0-1 0,-4 0 0,-12-2 0,-39 2 0,53 1 0,-28 0 0,-61 10 0,80-8 0,0 2 0,0 0 0,0 0 0,1 1 0,0 1 0,-20 11 0,32-15 0,0-1 0,-1 0 0,1 0 0,0 1 0,0 0 0,0-1 0,1 1 0,-1 0 0,0 0 0,1 0 0,-1 0 0,1 0 0,-1 0 0,1 0 0,0 1 0,0-1 0,0 0 0,0 1 0,0 4 0,1-5 0,0 1 0,0-1 0,1 1 0,-1-1 0,1 0 0,0 1 0,0-1 0,0 0 0,0 0 0,0 0 0,0 1 0,1-1 0,-1-1 0,1 1 0,-1 0 0,1 0 0,0 0 0,0-1 0,-1 1 0,1-1 0,3 2 0,15 10 0,-1-1 0,2-1 0,-1-1 0,30 10 0,92 23 0,-95-30 0,21 4 0,-37-10 0,0 1 0,47 20 0,-76-27 0,0-1 0,-1 1 0,1 0 0,-1 0 0,1 0 0,-1 0 0,0 0 0,1 0 0,-1 0 0,0 0 0,0 1 0,2 1 0,-3-2 0,0-1 0,1 1 0,-1-1 0,0 0 0,0 1 0,0-1 0,0 1 0,0-1 0,0 1 0,0-1 0,0 1 0,0-1 0,0 0 0,0 1 0,-1-1 0,1 1 0,0-1 0,0 0 0,0 1 0,0-1 0,-1 1 0,1-1 0,0 0 0,0 1 0,-1-1 0,1 0 0,0 1 0,-1-1 0,0 1 0,-3 1 0,0 1 0,0-1 0,0 0 0,0-1 0,-1 1 0,1-1 0,-9 2 0,-77 11-379,-147 3-1,208-16-226,-23 1-6220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7.3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 24575,'0'-1'0,"0"1"0,0 0 0,0-1 0,0 1 0,0-1 0,0 1 0,0-1 0,0 1 0,0 0 0,0-1 0,0 1 0,0-1 0,1 1 0,-1 0 0,0-1 0,0 1 0,0-1 0,1 1 0,-1 0 0,0-1 0,0 1 0,1 0 0,-1-1 0,0 1 0,1 0 0,-1 0 0,0-1 0,1 1 0,-1 0 0,1 0 0,12 3 0,11 16 0,-12-3 0,-2 1 0,0 1 0,-1-1 0,0 1 0,9 32 0,21 99 0,-35-131 0,3 16-455,-1 1 0,3 53 0,-9-70-6371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7.5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38 24575,'3'-4'0,"23"-20"0,-26 23 0,1 0 0,0 0 0,0 1 0,0-1 0,0 0 0,0 1 0,0-1 0,0 1 0,0-1 0,0 1 0,0-1 0,0 1 0,0 0 0,0-1 0,0 1 0,1 0 0,-1 0 0,0 0 0,0 0 0,0 0 0,0 0 0,0 0 0,2 1 0,-2-1 0,-1 1 0,0-1 0,0 1 0,0 0 0,0-1 0,0 1 0,0-1 0,0 1 0,0-1 0,0 1 0,0-1 0,0 1 0,0-1 0,0 1 0,0 0 0,0-1 0,-1 1 0,1-1 0,0 1 0,0-1 0,-1 0 0,1 1 0,0-1 0,-1 1 0,1-1 0,0 1 0,-1-1 0,1 0 0,-1 1 0,1-1 0,-1 0 0,1 1 0,-1-1 0,1 0 0,-1 1 0,-19 14 0,-7 1 0,-1-2 0,-52 20 0,48-22 0,-57 31 0,88-42 0,-1 0 0,1-1 0,-1 1 0,1 0 0,0 0 0,-1 0 0,1 1 0,0-1 0,0 0 0,0 0 0,0 1 0,0-1 0,0 0 0,0 1 0,1-1 0,-1 1 0,0 1 0,1-2 0,0 0 0,0 0 0,0 0 0,0 0 0,0 0 0,0 0 0,0 0 0,1 1 0,-1-1 0,0 0 0,1 0 0,-1 0 0,1 0 0,-1 0 0,1-1 0,-1 1 0,1 0 0,0 0 0,0 1 0,5 3 0,0 0 0,0 0 0,1-1 0,-1 0 0,12 5 0,-16-8 0,55 30-682,60 41-1,-79-44-6143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9.3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14 140 24575,'-1'-2'0,"0"1"0,-1 0 0,1 0 0,0-1 0,0 1 0,0-1 0,0 1 0,1-1 0,-1 1 0,0-1 0,1 0 0,-1 1 0,1-1 0,-1 0 0,1 1 0,0-1 0,0 0 0,0 1 0,0-1 0,0 0 0,0 0 0,0 1 0,0-1 0,1 0 0,-1 1 0,1-1 0,-1 0 0,1 1 0,0-1 0,0 1 0,-1-1 0,1 1 0,0-1 0,0 1 0,1 0 0,-1-1 0,0 1 0,0 0 0,1 0 0,1-2 0,3-2 0,1 0 0,0 0 0,0 1 0,0 0 0,0 0 0,1 0 0,8-2 0,16-4 0,0 2 0,0 1 0,55-5 0,-72 11 0,0 1 0,0 0 0,0 1 0,0 0 0,0 1 0,0 1 0,-1 1 0,1 0 0,-1 0 0,19 10 0,-29-12 0,1 0 0,-1 1 0,0-1 0,0 1 0,-1 0 0,1 0 0,0 0 0,-1 1 0,0-1 0,0 1 0,0 0 0,0 0 0,0 0 0,-1 0 0,0 1 0,0-1 0,0 1 0,0-1 0,-1 1 0,2 8 0,-3-7 0,0 0 0,0-1 0,0 1 0,-1 0 0,0-1 0,0 1 0,-1 0 0,1-1 0,-1 0 0,0 1 0,-1-1 0,1 0 0,-1 0 0,0 0 0,0-1 0,-1 1 0,-5 6 0,-7 5 0,-1 0 0,0-2 0,-1 0 0,-1 0 0,-26 14 0,-106 44 0,150-72 0,-23 12 0,18-5 0,7-6 0,-1-1 0,0 0 0,1 1 0,-1-1 0,1 1 0,-1-1 0,0 0 0,1 0 0,-1 1 0,1-1 0,-1 0 0,1 0 0,-1 0 0,1 1 0,-1-1 0,1 0 0,-1 0 0,1 0 0,-1 0 0,1 0 0,-1 0 0,1 0 0,48 3 0,73-3 0,28 1 0,-134 0 0,65 8 0,-73-8 0,0 1 0,0 0 0,0 1 0,0-1 0,0 2 0,-1-1 0,9 5 0,-15-7 0,-1-1 0,1 0 0,0 1 0,-1-1 0,1 0 0,-1 1 0,1-1 0,0 1 0,-1-1 0,1 1 0,-1-1 0,1 1 0,-1 0 0,0-1 0,1 1 0,-1 0 0,0-1 0,1 1 0,-1 0 0,0-1 0,0 1 0,1 0 0,-1 0 0,0-1 0,0 1 0,0 0 0,0 0 0,0-1 0,0 2 0,-1 0 0,0-1 0,0 0 0,1 0 0,-1 0 0,0 0 0,0 1 0,0-1 0,0 0 0,-1-1 0,1 1 0,0 0 0,0 0 0,-1 0 0,0 0 0,-9 4 0,1-1 0,-22 5 0,32-9 0,-71 16-273,-1-4 0,-1-3 0,1-3 0,-83-4 0,88-5-6553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49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972 67 24575,'-28'-12'0,"-1"1"0,0 1 0,-1 1 0,0 2 0,0 1 0,-1 1 0,-41-1 0,31 5 0,1 2 0,0 2 0,-1 2 0,1 1 0,-43 13 0,58-11 0,1 0 0,0 1 0,1 2 0,0 0 0,0 1 0,2 2 0,-1 0 0,-34 31 0,40-29 0,0 0 0,2 0 0,0 2 0,1 0 0,0 0 0,2 1 0,0 0 0,1 1 0,1 1 0,-9 31 0,12-31 0,1 1 0,1 1 0,1-1 0,1 1 0,1-1 0,0 1 0,2-1 0,1 1 0,1-1 0,1 1 0,10 35 0,-5-34 0,0-1 0,1 0 0,1-1 0,2-1 0,0 1 0,1-2 0,1 0 0,0-1 0,2 0 0,27 23 0,-19-21 0,2-1 0,0-1 0,1-2 0,0 0 0,2-2 0,0-1 0,54 16 0,-46-19 0,1-2 0,1-2 0,-1-1 0,1-2 0,0-2 0,46-3 0,-46-2 0,-1-2 0,1-2 0,-1-1 0,-1-2 0,1-2 0,41-18 0,-50 16 0,-1-1 0,-1-1 0,0-1 0,-1-2 0,-1-1 0,-1-1 0,40-42 0,-49 44 0,-1 0 0,0-2 0,-2 1 0,0-2 0,-1 0 0,-2 0 0,0-1 0,-1 0 0,-1-1 0,-2 0 0,0 0 0,4-48 0,-9 53 0,0 1 0,-2 0 0,0-1 0,-1 1 0,-1 0 0,0 0 0,-1 0 0,-2 1 0,1-1 0,-2 1 0,0 1 0,-2-1 0,1 1 0,-2 0 0,0 1 0,-1 0 0,0 1 0,-17-15 0,9 11 0,-2 1 0,0 2 0,-1 0 0,-1 1 0,0 1 0,-1 2 0,0 0 0,-1 1 0,0 2 0,0 0 0,-1 2 0,-37-5 0,19 6 0,1 2 0,-1 2 0,0 2 0,1 2 0,-1 2 0,-74 17 0,86-13-341,1 0 0,0 3-1,-38 19 1,15 0-6485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50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53 180 24575,'-5'-6'0,"0"1"0,1-1 0,0 0 0,0 0 0,0 0 0,1-1 0,0 1 0,0-1 0,-2-9 0,1 4 0,2 0 0,-1-1 0,1 1 0,0-19 0,6 8 0,0 18 0,1 15 0,-1 22 0,-1 0 0,-3 63 0,-1-39 0,0 410 0,1-466 0,0 0 0,0 0 0,0 0 0,0 0 0,0 0 0,0 0 0,0 0 0,0 0 0,0 0 0,1 0 0,-1 0 0,0 0 0,0 0 0,0 0 0,0 0 0,0 0 0,0 0 0,0 0 0,0 0 0,0 0 0,0 0 0,0 0 0,0 0 0,0 0 0,0 0 0,0 0 0,1 0 0,-1 0 0,0 0 0,0 0 0,0 0 0,0 0 0,0 0 0,0 0 0,0 0 0,0 0 0,5-14 0,8-30 0,-9 32 0,2-13 0,2 0 0,1 1 0,1 0 0,2 1 0,0 0 0,16-23 0,-23 39 0,0 0 0,1 1 0,0-1 0,0 1 0,1 0 0,-1 1 0,1-1 0,1 2 0,-1-1 0,0 1 0,1 0 0,0 0 0,0 1 0,0 0 0,1 0 0,-1 1 0,1 0 0,-1 1 0,1 0 0,0 0 0,15 1 0,-10 1 0,0 2 0,-1-1 0,1 2 0,-1-1 0,0 2 0,0 0 0,0 1 0,-1 0 0,0 0 0,0 2 0,11 8 0,-16-11 0,-1 0 0,1 0 0,-1 1 0,0 0 0,-1 0 0,1 0 0,-1 1 0,0 0 0,-1 0 0,0 0 0,0 0 0,0 1 0,-1 0 0,0 0 0,-1 0 0,0 0 0,0 0 0,-1 0 0,1 12 0,-2-15 0,0-1 0,0 1 0,-1-1 0,0 1 0,0-1 0,0 0 0,-1 1 0,1-1 0,-1 0 0,0 0 0,0 0 0,-1 0 0,1 0 0,-1-1 0,-3 5 0,1-4 0,0 1 0,0 0 0,-1-1 0,0 0 0,0-1 0,0 1 0,0-1 0,0 0 0,-8 2 0,2-1 0,-1-1 0,1 0 0,-1-1 0,1 0 0,-1-1 0,1-1 0,-1 0 0,0 0 0,1-2 0,-19-3 0,23 3-170,1-1-1,-1 1 0,0-2 1,1 1-1,0-1 0,0 0 1,-10-8-1,-8-10-6655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50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24575,'3'0'0,"4"3"0,4 4 0,0 4 0,-2 3 0,-3 1 0,1 3 0,0 2 0,-3 5 0,3 4 0,-2 3 0,0 2 0,1 3 0,0 3 0,-1-4 0,-2-1 0,-1-4 0,0-7-8191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50.8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148 206 24575,'-3'-9'0,"-4"-12"0,-3-8 0,-4-5 0,-2 0 0,-1 3 0,-1 7 0,0 7 0,0 10 0,3 9 0,4 4-8191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51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37 24575,'-2'0'0,"0"0"0,0 0 0,1 0 0,-1 0 0,0 0 0,1-1 0,-1 1 0,0 0 0,1-1 0,-1 0 0,0 1 0,1-1 0,-1 0 0,1 0 0,-1 0 0,1 0 0,-1 0 0,1 0 0,0 0 0,0-1 0,-1 1 0,1 0 0,0-1 0,0 1 0,0-1 0,1 1 0,-1-1 0,0 1 0,0-1 0,0-2 0,1 4 0,0-1 0,0 1 0,0 0 0,0 0 0,0-1 0,0 1 0,0 0 0,0 0 0,0-1 0,0 1 0,0 0 0,0 0 0,0 0 0,1-1 0,-1 1 0,0 0 0,0 0 0,0-1 0,0 1 0,0 0 0,1 0 0,-1 0 0,0 0 0,0-1 0,0 1 0,0 0 0,1 0 0,-1 0 0,0 0 0,0 0 0,1 0 0,-1-1 0,0 1 0,0 0 0,1 0 0,-1 0 0,0 0 0,0 0 0,0 0 0,1 0 0,-1 0 0,0 0 0,0 0 0,1 0 0,-1 0 0,0 0 0,0 0 0,1 0 0,-1 1 0,0-1 0,0 0 0,1 0 0,-1 0 0,0 0 0,0 0 0,0 0 0,1 1 0,-1-1 0,14 9 0,2 5 0,0 0 0,-1 1 0,0 1 0,-1 1 0,13 20 0,-19-25 0,-1 0 0,0 1 0,-1-1 0,0 1 0,-1 0 0,-1 1 0,0-1 0,4 28 0,-8-36 0,0-1 0,0 0 0,0 0 0,-1 1 0,0-1 0,0 0 0,0 0 0,0 0 0,-2 4 0,3-7 0,-1 0 0,1 0 0,0 0 0,-1 0 0,1 0 0,-1 0 0,0 0 0,1 0 0,-1-1 0,0 1 0,1 0 0,-1 0 0,0-1 0,0 1 0,0 0 0,0-1 0,1 1 0,-1-1 0,0 1 0,0-1 0,0 0 0,0 1 0,0-1 0,0 0 0,-1 0 0,1 1 0,0-1 0,0 0 0,0 0 0,0 0 0,0 0 0,0 0 0,0-1 0,0 1 0,0 0 0,0 0 0,0-1 0,0 1 0,0-1 0,-1 0 0,0 0 0,1 1 0,0-1 0,0 0 0,0 0 0,0 1 0,0-1 0,0 0 0,1 0 0,-1 0 0,0 0 0,0 0 0,1 0 0,-1 0 0,0-1 0,1 1 0,-1 0 0,1 0 0,0 0 0,-1-3 0,0 1 0,1-1 0,0 1 0,0 0 0,0 0 0,0-1 0,1 1 0,1-6 0,1-1 0,0 0 0,1 0 0,10-18 0,-6 15 0,1-1 0,1 1 0,0 1 0,1 0 0,0 0 0,1 1 0,0 0 0,0 1 0,1 1 0,1 0 0,-1 0 0,2 2 0,-1 0 0,1 0 0,20-5 0,-30 10 0,-1 1 0,1 0 0,-1 1 0,1-1 0,0 1 0,0 0 0,-1 0 0,1 0 0,0 0 0,-1 1 0,1 0 0,-1 0 0,1 0 0,-1 1 0,1 0 0,-1-1 0,0 2 0,6 2 0,-6-1 0,1 0 0,-1 0 0,0 0 0,0 0 0,0 1 0,-1 0 0,1 0 0,-1 0 0,0 0 0,-1 0 0,1 0 0,-1 1 0,0-1 0,1 8 0,1 6-341,-1-1 0,0 1-1,-1 27 1,-2-19-6485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9T04:59:51.6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260 625 24575,'2'-40'0,"-1"26"0,0 1 0,-1-1 0,-1 1 0,0-1 0,-5-21 0,6 33 0,-1-1 0,0 1 0,0 0 0,1 0 0,-1 0 0,-1 0 0,1 0 0,0 0 0,0 0 0,-1 1 0,1-1 0,-1 0 0,0 1 0,1-1 0,-1 1 0,0 0 0,0-1 0,0 1 0,-2-1 0,0 1 0,1 0 0,0 0 0,0 1 0,-1-1 0,1 1 0,0 0 0,-1 0 0,1 0 0,0 0 0,-1 1 0,-5 1 0,-2 1 0,-1 1 0,1 1 0,0 0 0,1 0 0,-1 1 0,-12 9 0,15-9 0,0 1 0,0-1 0,1 2 0,0-1 0,0 1 0,1 0 0,-1 0 0,2 1 0,-1 0 0,1 0 0,-4 11 0,8-16 0,-1 0 0,1 0 0,0 1 0,0-1 0,0 0 0,0 1 0,1-1 0,0 1 0,0-1 0,0 1 0,0-1 0,1 0 0,0 1 0,0-1 0,0 0 0,0 1 0,1-1 0,-1 0 0,1 0 0,0 0 0,1 0 0,-1 0 0,1-1 0,-1 1 0,1-1 0,0 0 0,0 1 0,4 2 0,1 0 0,1 0 0,-1-1 0,1 0 0,1 0 0,-1-1 0,0 0 0,1 0 0,0-1 0,0-1 0,0 0 0,0 0 0,0-1 0,0 0 0,1 0 0,-1-1 0,0-1 0,0 0 0,1 0 0,-1-1 0,0 0 0,0-1 0,12-5 0,-8 3 0,-1-1 0,0 0 0,0-1 0,0 0 0,-1-1 0,0 0 0,0-1 0,-1-1 0,-1 0 0,1 0 0,-1-1 0,-1 0 0,0-1 0,-1 0 0,9-15 0,-8 4 0,0 0 0,-1 0 0,-2-1 0,0 0 0,-2 0 0,0 0 0,0-40 0,-4 22 0,-2 1 0,-2 0 0,-14-69 0,17 106 0,-16-57 0,15 56 0,0 0 0,0 0 0,-1 0 0,0 0 0,1 0 0,-2 1 0,1-1 0,0 1 0,-5-4 0,7 7 0,0 0 0,0 1 0,0-1 0,0 0 0,0 0 0,0 1 0,0-1 0,0 1 0,0-1 0,0 1 0,0 0 0,0-1 0,0 1 0,0 0 0,0 0 0,-1 0 0,1-1 0,0 1 0,0 1 0,0-1 0,0 0 0,-3 0 0,2 1 0,0 0 0,1 0 0,-1 0 0,0 0 0,0 1 0,1-1 0,-1 0 0,1 1 0,-1-1 0,1 1 0,-3 2 0,-1 4 0,0 0 0,1 0 0,0 1 0,-6 15 0,2 4 0,1 1 0,1 1 0,1-1 0,2 1 0,1 33 0,3-11 0,2 1 0,11 54 0,-7-69 0,2 1 0,23 63 0,-22-79 0,0 0 0,1-1 0,2 0 0,0-1 0,22 27 0,-30-43-114,-1 1 1,2-1-1,-1 0 0,1 0 0,-1 0 1,1-1-1,1 0 0,-1 0 0,1-1 1,-1 0-1,10 4 0,4-2-6712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99" Type="http://schemas.openxmlformats.org/officeDocument/2006/relationships/image" Target="../media/image153.png"/><Relationship Id="rId21" Type="http://schemas.openxmlformats.org/officeDocument/2006/relationships/image" Target="../media/image14.png"/><Relationship Id="rId63" Type="http://schemas.openxmlformats.org/officeDocument/2006/relationships/image" Target="../media/image35.png"/><Relationship Id="rId159" Type="http://schemas.openxmlformats.org/officeDocument/2006/relationships/image" Target="../media/image83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6.png"/><Relationship Id="rId181" Type="http://schemas.openxmlformats.org/officeDocument/2006/relationships/image" Target="../media/image94.png"/><Relationship Id="rId237" Type="http://schemas.openxmlformats.org/officeDocument/2006/relationships/image" Target="../media/image122.png"/><Relationship Id="rId279" Type="http://schemas.openxmlformats.org/officeDocument/2006/relationships/image" Target="../media/image143.png"/><Relationship Id="rId43" Type="http://schemas.openxmlformats.org/officeDocument/2006/relationships/image" Target="../media/image25.png"/><Relationship Id="rId139" Type="http://schemas.openxmlformats.org/officeDocument/2006/relationships/image" Target="../media/image73.png"/><Relationship Id="rId290" Type="http://schemas.openxmlformats.org/officeDocument/2006/relationships/customXml" Target="../ink/ink145.xml"/><Relationship Id="rId85" Type="http://schemas.openxmlformats.org/officeDocument/2006/relationships/image" Target="../media/image46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4.png"/><Relationship Id="rId217" Type="http://schemas.openxmlformats.org/officeDocument/2006/relationships/image" Target="../media/image112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33.png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270" Type="http://schemas.openxmlformats.org/officeDocument/2006/relationships/customXml" Target="../ink/ink135.xml"/><Relationship Id="rId291" Type="http://schemas.openxmlformats.org/officeDocument/2006/relationships/image" Target="../media/image149.png"/><Relationship Id="rId44" Type="http://schemas.openxmlformats.org/officeDocument/2006/relationships/customXml" Target="../ink/ink22.xml"/><Relationship Id="rId65" Type="http://schemas.openxmlformats.org/officeDocument/2006/relationships/image" Target="../media/image36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9.png"/><Relationship Id="rId172" Type="http://schemas.openxmlformats.org/officeDocument/2006/relationships/customXml" Target="../ink/ink86.xml"/><Relationship Id="rId193" Type="http://schemas.openxmlformats.org/officeDocument/2006/relationships/image" Target="../media/image100.png"/><Relationship Id="rId207" Type="http://schemas.openxmlformats.org/officeDocument/2006/relationships/image" Target="../media/image107.png"/><Relationship Id="rId228" Type="http://schemas.openxmlformats.org/officeDocument/2006/relationships/customXml" Target="../ink/ink114.xml"/><Relationship Id="rId249" Type="http://schemas.openxmlformats.org/officeDocument/2006/relationships/image" Target="../media/image128.png"/><Relationship Id="rId13" Type="http://schemas.openxmlformats.org/officeDocument/2006/relationships/image" Target="../media/image10.png"/><Relationship Id="rId109" Type="http://schemas.openxmlformats.org/officeDocument/2006/relationships/image" Target="../media/image58.png"/><Relationship Id="rId260" Type="http://schemas.openxmlformats.org/officeDocument/2006/relationships/customXml" Target="../ink/ink130.xml"/><Relationship Id="rId281" Type="http://schemas.openxmlformats.org/officeDocument/2006/relationships/image" Target="../media/image144.png"/><Relationship Id="rId34" Type="http://schemas.openxmlformats.org/officeDocument/2006/relationships/customXml" Target="../ink/ink17.xml"/><Relationship Id="rId55" Type="http://schemas.openxmlformats.org/officeDocument/2006/relationships/image" Target="../media/image31.png"/><Relationship Id="rId76" Type="http://schemas.openxmlformats.org/officeDocument/2006/relationships/customXml" Target="../ink/ink38.xml"/><Relationship Id="rId97" Type="http://schemas.openxmlformats.org/officeDocument/2006/relationships/image" Target="../media/image52.png"/><Relationship Id="rId120" Type="http://schemas.openxmlformats.org/officeDocument/2006/relationships/customXml" Target="../ink/ink60.xml"/><Relationship Id="rId141" Type="http://schemas.openxmlformats.org/officeDocument/2006/relationships/image" Target="../media/image74.png"/><Relationship Id="rId7" Type="http://schemas.openxmlformats.org/officeDocument/2006/relationships/image" Target="../media/image7.png"/><Relationship Id="rId162" Type="http://schemas.openxmlformats.org/officeDocument/2006/relationships/customXml" Target="../ink/ink81.xml"/><Relationship Id="rId183" Type="http://schemas.openxmlformats.org/officeDocument/2006/relationships/image" Target="../media/image95.png"/><Relationship Id="rId218" Type="http://schemas.openxmlformats.org/officeDocument/2006/relationships/customXml" Target="../ink/ink109.xml"/><Relationship Id="rId239" Type="http://schemas.openxmlformats.org/officeDocument/2006/relationships/image" Target="../media/image123.png"/><Relationship Id="rId250" Type="http://schemas.openxmlformats.org/officeDocument/2006/relationships/customXml" Target="../ink/ink125.xml"/><Relationship Id="rId271" Type="http://schemas.openxmlformats.org/officeDocument/2006/relationships/image" Target="../media/image139.png"/><Relationship Id="rId292" Type="http://schemas.openxmlformats.org/officeDocument/2006/relationships/customXml" Target="../ink/ink146.xml"/><Relationship Id="rId24" Type="http://schemas.openxmlformats.org/officeDocument/2006/relationships/customXml" Target="../ink/ink12.xml"/><Relationship Id="rId45" Type="http://schemas.openxmlformats.org/officeDocument/2006/relationships/image" Target="../media/image26.png"/><Relationship Id="rId66" Type="http://schemas.openxmlformats.org/officeDocument/2006/relationships/customXml" Target="../ink/ink33.xml"/><Relationship Id="rId87" Type="http://schemas.openxmlformats.org/officeDocument/2006/relationships/image" Target="../media/image47.png"/><Relationship Id="rId110" Type="http://schemas.openxmlformats.org/officeDocument/2006/relationships/customXml" Target="../ink/ink55.xml"/><Relationship Id="rId131" Type="http://schemas.openxmlformats.org/officeDocument/2006/relationships/image" Target="../media/image69.png"/><Relationship Id="rId152" Type="http://schemas.openxmlformats.org/officeDocument/2006/relationships/customXml" Target="../ink/ink76.xml"/><Relationship Id="rId173" Type="http://schemas.openxmlformats.org/officeDocument/2006/relationships/image" Target="../media/image90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8.png"/><Relationship Id="rId240" Type="http://schemas.openxmlformats.org/officeDocument/2006/relationships/customXml" Target="../ink/ink120.xml"/><Relationship Id="rId261" Type="http://schemas.openxmlformats.org/officeDocument/2006/relationships/image" Target="../media/image134.png"/><Relationship Id="rId14" Type="http://schemas.openxmlformats.org/officeDocument/2006/relationships/customXml" Target="../ink/ink7.xml"/><Relationship Id="rId35" Type="http://schemas.openxmlformats.org/officeDocument/2006/relationships/image" Target="../media/image21.png"/><Relationship Id="rId56" Type="http://schemas.openxmlformats.org/officeDocument/2006/relationships/customXml" Target="../ink/ink28.xml"/><Relationship Id="rId77" Type="http://schemas.openxmlformats.org/officeDocument/2006/relationships/image" Target="../media/image42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4.png"/><Relationship Id="rId142" Type="http://schemas.openxmlformats.org/officeDocument/2006/relationships/customXml" Target="../ink/ink71.xml"/><Relationship Id="rId163" Type="http://schemas.openxmlformats.org/officeDocument/2006/relationships/image" Target="../media/image85.png"/><Relationship Id="rId184" Type="http://schemas.openxmlformats.org/officeDocument/2006/relationships/customXml" Target="../ink/ink92.xml"/><Relationship Id="rId219" Type="http://schemas.openxmlformats.org/officeDocument/2006/relationships/image" Target="../media/image113.png"/><Relationship Id="rId230" Type="http://schemas.openxmlformats.org/officeDocument/2006/relationships/customXml" Target="../ink/ink115.xml"/><Relationship Id="rId251" Type="http://schemas.openxmlformats.org/officeDocument/2006/relationships/image" Target="../media/image129.png"/><Relationship Id="rId25" Type="http://schemas.openxmlformats.org/officeDocument/2006/relationships/image" Target="../media/image16.png"/><Relationship Id="rId46" Type="http://schemas.openxmlformats.org/officeDocument/2006/relationships/customXml" Target="../ink/ink23.xml"/><Relationship Id="rId67" Type="http://schemas.openxmlformats.org/officeDocument/2006/relationships/image" Target="../media/image37.png"/><Relationship Id="rId272" Type="http://schemas.openxmlformats.org/officeDocument/2006/relationships/customXml" Target="../ink/ink136.xml"/><Relationship Id="rId293" Type="http://schemas.openxmlformats.org/officeDocument/2006/relationships/image" Target="../media/image150.png"/><Relationship Id="rId88" Type="http://schemas.openxmlformats.org/officeDocument/2006/relationships/customXml" Target="../ink/ink44.xml"/><Relationship Id="rId111" Type="http://schemas.openxmlformats.org/officeDocument/2006/relationships/image" Target="../media/image59.png"/><Relationship Id="rId132" Type="http://schemas.openxmlformats.org/officeDocument/2006/relationships/customXml" Target="../ink/ink66.xml"/><Relationship Id="rId153" Type="http://schemas.openxmlformats.org/officeDocument/2006/relationships/image" Target="../media/image80.png"/><Relationship Id="rId174" Type="http://schemas.openxmlformats.org/officeDocument/2006/relationships/customXml" Target="../ink/ink87.xml"/><Relationship Id="rId195" Type="http://schemas.openxmlformats.org/officeDocument/2006/relationships/image" Target="../media/image101.png"/><Relationship Id="rId209" Type="http://schemas.openxmlformats.org/officeDocument/2006/relationships/image" Target="../media/image108.png"/><Relationship Id="rId220" Type="http://schemas.openxmlformats.org/officeDocument/2006/relationships/customXml" Target="../ink/ink110.xml"/><Relationship Id="rId241" Type="http://schemas.openxmlformats.org/officeDocument/2006/relationships/image" Target="../media/image124.png"/><Relationship Id="rId15" Type="http://schemas.openxmlformats.org/officeDocument/2006/relationships/image" Target="../media/image11.png"/><Relationship Id="rId36" Type="http://schemas.openxmlformats.org/officeDocument/2006/relationships/customXml" Target="../ink/ink18.xml"/><Relationship Id="rId57" Type="http://schemas.openxmlformats.org/officeDocument/2006/relationships/image" Target="../media/image32.png"/><Relationship Id="rId262" Type="http://schemas.openxmlformats.org/officeDocument/2006/relationships/customXml" Target="../ink/ink131.xml"/><Relationship Id="rId283" Type="http://schemas.openxmlformats.org/officeDocument/2006/relationships/image" Target="../media/image145.png"/><Relationship Id="rId78" Type="http://schemas.openxmlformats.org/officeDocument/2006/relationships/customXml" Target="../ink/ink39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1.xml"/><Relationship Id="rId143" Type="http://schemas.openxmlformats.org/officeDocument/2006/relationships/image" Target="../media/image75.png"/><Relationship Id="rId164" Type="http://schemas.openxmlformats.org/officeDocument/2006/relationships/customXml" Target="../ink/ink82.xml"/><Relationship Id="rId185" Type="http://schemas.openxmlformats.org/officeDocument/2006/relationships/image" Target="../media/image96.png"/><Relationship Id="rId9" Type="http://schemas.openxmlformats.org/officeDocument/2006/relationships/image" Target="../media/image8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9.png"/><Relationship Id="rId252" Type="http://schemas.openxmlformats.org/officeDocument/2006/relationships/customXml" Target="../ink/ink126.xml"/><Relationship Id="rId273" Type="http://schemas.openxmlformats.org/officeDocument/2006/relationships/image" Target="../media/image140.png"/><Relationship Id="rId294" Type="http://schemas.openxmlformats.org/officeDocument/2006/relationships/customXml" Target="../ink/ink147.xml"/><Relationship Id="rId47" Type="http://schemas.openxmlformats.org/officeDocument/2006/relationships/image" Target="../media/image27.png"/><Relationship Id="rId68" Type="http://schemas.openxmlformats.org/officeDocument/2006/relationships/customXml" Target="../ink/ink34.xml"/><Relationship Id="rId89" Type="http://schemas.openxmlformats.org/officeDocument/2006/relationships/image" Target="../media/image48.png"/><Relationship Id="rId112" Type="http://schemas.openxmlformats.org/officeDocument/2006/relationships/customXml" Target="../ink/ink56.xml"/><Relationship Id="rId133" Type="http://schemas.openxmlformats.org/officeDocument/2006/relationships/image" Target="../media/image70.png"/><Relationship Id="rId154" Type="http://schemas.openxmlformats.org/officeDocument/2006/relationships/customXml" Target="../ink/ink77.xml"/><Relationship Id="rId175" Type="http://schemas.openxmlformats.org/officeDocument/2006/relationships/image" Target="../media/image91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4.png"/><Relationship Id="rId242" Type="http://schemas.openxmlformats.org/officeDocument/2006/relationships/customXml" Target="../ink/ink121.xml"/><Relationship Id="rId263" Type="http://schemas.openxmlformats.org/officeDocument/2006/relationships/image" Target="../media/image135.png"/><Relationship Id="rId284" Type="http://schemas.openxmlformats.org/officeDocument/2006/relationships/customXml" Target="../ink/ink142.xml"/><Relationship Id="rId37" Type="http://schemas.openxmlformats.org/officeDocument/2006/relationships/image" Target="../media/image22.png"/><Relationship Id="rId58" Type="http://schemas.openxmlformats.org/officeDocument/2006/relationships/customXml" Target="../ink/ink29.xml"/><Relationship Id="rId79" Type="http://schemas.openxmlformats.org/officeDocument/2006/relationships/image" Target="../media/image43.png"/><Relationship Id="rId102" Type="http://schemas.openxmlformats.org/officeDocument/2006/relationships/customXml" Target="../ink/ink51.xml"/><Relationship Id="rId123" Type="http://schemas.openxmlformats.org/officeDocument/2006/relationships/image" Target="../media/image65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6.png"/><Relationship Id="rId186" Type="http://schemas.openxmlformats.org/officeDocument/2006/relationships/customXml" Target="../ink/ink93.xml"/><Relationship Id="rId211" Type="http://schemas.openxmlformats.org/officeDocument/2006/relationships/image" Target="../media/image109.png"/><Relationship Id="rId232" Type="http://schemas.openxmlformats.org/officeDocument/2006/relationships/customXml" Target="../ink/ink116.xml"/><Relationship Id="rId253" Type="http://schemas.openxmlformats.org/officeDocument/2006/relationships/image" Target="../media/image130.png"/><Relationship Id="rId274" Type="http://schemas.openxmlformats.org/officeDocument/2006/relationships/customXml" Target="../ink/ink137.xml"/><Relationship Id="rId295" Type="http://schemas.openxmlformats.org/officeDocument/2006/relationships/image" Target="../media/image151.png"/><Relationship Id="rId27" Type="http://schemas.openxmlformats.org/officeDocument/2006/relationships/image" Target="../media/image17.png"/><Relationship Id="rId48" Type="http://schemas.openxmlformats.org/officeDocument/2006/relationships/customXml" Target="../ink/ink24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1.png"/><Relationship Id="rId176" Type="http://schemas.openxmlformats.org/officeDocument/2006/relationships/customXml" Target="../ink/ink88.xml"/><Relationship Id="rId197" Type="http://schemas.openxmlformats.org/officeDocument/2006/relationships/image" Target="../media/image102.png"/><Relationship Id="rId201" Type="http://schemas.openxmlformats.org/officeDocument/2006/relationships/image" Target="../media/image104.png"/><Relationship Id="rId222" Type="http://schemas.openxmlformats.org/officeDocument/2006/relationships/customXml" Target="../ink/ink111.xml"/><Relationship Id="rId243" Type="http://schemas.openxmlformats.org/officeDocument/2006/relationships/image" Target="../media/image125.png"/><Relationship Id="rId264" Type="http://schemas.openxmlformats.org/officeDocument/2006/relationships/customXml" Target="../ink/ink132.xml"/><Relationship Id="rId285" Type="http://schemas.openxmlformats.org/officeDocument/2006/relationships/image" Target="../media/image146.png"/><Relationship Id="rId17" Type="http://schemas.openxmlformats.org/officeDocument/2006/relationships/image" Target="../media/image12.png"/><Relationship Id="rId38" Type="http://schemas.openxmlformats.org/officeDocument/2006/relationships/customXml" Target="../ink/ink19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3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20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8.png"/><Relationship Id="rId114" Type="http://schemas.openxmlformats.org/officeDocument/2006/relationships/customXml" Target="../ink/ink57.xml"/><Relationship Id="rId275" Type="http://schemas.openxmlformats.org/officeDocument/2006/relationships/image" Target="../media/image141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8.xml"/><Relationship Id="rId177" Type="http://schemas.openxmlformats.org/officeDocument/2006/relationships/image" Target="../media/image92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5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3.png"/><Relationship Id="rId265" Type="http://schemas.openxmlformats.org/officeDocument/2006/relationships/image" Target="../media/image136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6.png"/><Relationship Id="rId146" Type="http://schemas.openxmlformats.org/officeDocument/2006/relationships/customXml" Target="../ink/ink73.xml"/><Relationship Id="rId167" Type="http://schemas.openxmlformats.org/officeDocument/2006/relationships/image" Target="../media/image87.png"/><Relationship Id="rId188" Type="http://schemas.openxmlformats.org/officeDocument/2006/relationships/customXml" Target="../ink/ink94.xml"/><Relationship Id="rId71" Type="http://schemas.openxmlformats.org/officeDocument/2006/relationships/image" Target="../media/image39.png"/><Relationship Id="rId92" Type="http://schemas.openxmlformats.org/officeDocument/2006/relationships/customXml" Target="../ink/ink46.xml"/><Relationship Id="rId213" Type="http://schemas.openxmlformats.org/officeDocument/2006/relationships/image" Target="../media/image110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8.png"/><Relationship Id="rId255" Type="http://schemas.openxmlformats.org/officeDocument/2006/relationships/image" Target="../media/image131.png"/><Relationship Id="rId276" Type="http://schemas.openxmlformats.org/officeDocument/2006/relationships/customXml" Target="../ink/ink138.xml"/><Relationship Id="rId297" Type="http://schemas.openxmlformats.org/officeDocument/2006/relationships/image" Target="../media/image152.png"/><Relationship Id="rId40" Type="http://schemas.openxmlformats.org/officeDocument/2006/relationships/customXml" Target="../ink/ink20.xml"/><Relationship Id="rId115" Type="http://schemas.openxmlformats.org/officeDocument/2006/relationships/image" Target="../media/image61.png"/><Relationship Id="rId136" Type="http://schemas.openxmlformats.org/officeDocument/2006/relationships/customXml" Target="../ink/ink68.xml"/><Relationship Id="rId157" Type="http://schemas.openxmlformats.org/officeDocument/2006/relationships/image" Target="../media/image82.png"/><Relationship Id="rId178" Type="http://schemas.openxmlformats.org/officeDocument/2006/relationships/customXml" Target="../ink/ink89.xml"/><Relationship Id="rId301" Type="http://schemas.openxmlformats.org/officeDocument/2006/relationships/image" Target="../media/image154.png"/><Relationship Id="rId61" Type="http://schemas.openxmlformats.org/officeDocument/2006/relationships/image" Target="../media/image34.png"/><Relationship Id="rId82" Type="http://schemas.openxmlformats.org/officeDocument/2006/relationships/customXml" Target="../ink/ink41.xml"/><Relationship Id="rId199" Type="http://schemas.openxmlformats.org/officeDocument/2006/relationships/image" Target="../media/image103.png"/><Relationship Id="rId203" Type="http://schemas.openxmlformats.org/officeDocument/2006/relationships/image" Target="../media/image105.png"/><Relationship Id="rId19" Type="http://schemas.openxmlformats.org/officeDocument/2006/relationships/image" Target="../media/image13.png"/><Relationship Id="rId224" Type="http://schemas.openxmlformats.org/officeDocument/2006/relationships/customXml" Target="../ink/ink112.xml"/><Relationship Id="rId245" Type="http://schemas.openxmlformats.org/officeDocument/2006/relationships/image" Target="../media/image126.png"/><Relationship Id="rId266" Type="http://schemas.openxmlformats.org/officeDocument/2006/relationships/customXml" Target="../ink/ink133.xml"/><Relationship Id="rId287" Type="http://schemas.openxmlformats.org/officeDocument/2006/relationships/image" Target="../media/image147.png"/><Relationship Id="rId30" Type="http://schemas.openxmlformats.org/officeDocument/2006/relationships/customXml" Target="../ink/ink15.xml"/><Relationship Id="rId105" Type="http://schemas.openxmlformats.org/officeDocument/2006/relationships/image" Target="../media/image56.png"/><Relationship Id="rId126" Type="http://schemas.openxmlformats.org/officeDocument/2006/relationships/customXml" Target="../ink/ink63.xml"/><Relationship Id="rId147" Type="http://schemas.openxmlformats.org/officeDocument/2006/relationships/image" Target="../media/image77.png"/><Relationship Id="rId168" Type="http://schemas.openxmlformats.org/officeDocument/2006/relationships/customXml" Target="../ink/ink84.xml"/><Relationship Id="rId51" Type="http://schemas.openxmlformats.org/officeDocument/2006/relationships/image" Target="../media/image29.png"/><Relationship Id="rId72" Type="http://schemas.openxmlformats.org/officeDocument/2006/relationships/customXml" Target="../ink/ink36.xml"/><Relationship Id="rId93" Type="http://schemas.openxmlformats.org/officeDocument/2006/relationships/image" Target="../media/image50.png"/><Relationship Id="rId189" Type="http://schemas.openxmlformats.org/officeDocument/2006/relationships/image" Target="../media/image98.png"/><Relationship Id="rId3" Type="http://schemas.openxmlformats.org/officeDocument/2006/relationships/image" Target="../media/image5.png"/><Relationship Id="rId214" Type="http://schemas.openxmlformats.org/officeDocument/2006/relationships/customXml" Target="../ink/ink107.xml"/><Relationship Id="rId235" Type="http://schemas.openxmlformats.org/officeDocument/2006/relationships/image" Target="../media/image121.png"/><Relationship Id="rId256" Type="http://schemas.openxmlformats.org/officeDocument/2006/relationships/customXml" Target="../ink/ink128.xml"/><Relationship Id="rId277" Type="http://schemas.openxmlformats.org/officeDocument/2006/relationships/image" Target="../media/image142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72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4.png"/><Relationship Id="rId62" Type="http://schemas.openxmlformats.org/officeDocument/2006/relationships/customXml" Target="../ink/ink31.xml"/><Relationship Id="rId83" Type="http://schemas.openxmlformats.org/officeDocument/2006/relationships/image" Target="../media/image45.png"/><Relationship Id="rId179" Type="http://schemas.openxmlformats.org/officeDocument/2006/relationships/image" Target="../media/image93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6.png"/><Relationship Id="rId246" Type="http://schemas.openxmlformats.org/officeDocument/2006/relationships/customXml" Target="../ink/ink123.xml"/><Relationship Id="rId267" Type="http://schemas.openxmlformats.org/officeDocument/2006/relationships/image" Target="../media/image137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7.png"/><Relationship Id="rId10" Type="http://schemas.openxmlformats.org/officeDocument/2006/relationships/customXml" Target="../ink/ink5.xml"/><Relationship Id="rId31" Type="http://schemas.openxmlformats.org/officeDocument/2006/relationships/image" Target="../media/image19.png"/><Relationship Id="rId52" Type="http://schemas.openxmlformats.org/officeDocument/2006/relationships/customXml" Target="../ink/ink26.xml"/><Relationship Id="rId73" Type="http://schemas.openxmlformats.org/officeDocument/2006/relationships/image" Target="../media/image40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8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11.png"/><Relationship Id="rId236" Type="http://schemas.openxmlformats.org/officeDocument/2006/relationships/customXml" Target="../ink/ink118.xml"/><Relationship Id="rId257" Type="http://schemas.openxmlformats.org/officeDocument/2006/relationships/image" Target="../media/image132.png"/><Relationship Id="rId278" Type="http://schemas.openxmlformats.org/officeDocument/2006/relationships/customXml" Target="../ink/ink13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9.png"/><Relationship Id="rId205" Type="http://schemas.openxmlformats.org/officeDocument/2006/relationships/image" Target="../media/image106.png"/><Relationship Id="rId247" Type="http://schemas.openxmlformats.org/officeDocument/2006/relationships/image" Target="../media/image127.png"/><Relationship Id="rId107" Type="http://schemas.openxmlformats.org/officeDocument/2006/relationships/image" Target="../media/image57.png"/><Relationship Id="rId289" Type="http://schemas.openxmlformats.org/officeDocument/2006/relationships/image" Target="../media/image148.png"/><Relationship Id="rId11" Type="http://schemas.openxmlformats.org/officeDocument/2006/relationships/image" Target="../media/image9.png"/><Relationship Id="rId53" Type="http://schemas.openxmlformats.org/officeDocument/2006/relationships/image" Target="../media/image30.png"/><Relationship Id="rId149" Type="http://schemas.openxmlformats.org/officeDocument/2006/relationships/image" Target="../media/image78.png"/><Relationship Id="rId95" Type="http://schemas.openxmlformats.org/officeDocument/2006/relationships/image" Target="../media/image51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71" Type="http://schemas.openxmlformats.org/officeDocument/2006/relationships/image" Target="../media/image89.png"/><Relationship Id="rId227" Type="http://schemas.openxmlformats.org/officeDocument/2006/relationships/image" Target="../media/image117.png"/><Relationship Id="rId269" Type="http://schemas.openxmlformats.org/officeDocument/2006/relationships/image" Target="../media/image138.png"/><Relationship Id="rId33" Type="http://schemas.openxmlformats.org/officeDocument/2006/relationships/image" Target="../media/image20.png"/><Relationship Id="rId129" Type="http://schemas.openxmlformats.org/officeDocument/2006/relationships/image" Target="../media/image68.png"/><Relationship Id="rId280" Type="http://schemas.openxmlformats.org/officeDocument/2006/relationships/customXml" Target="../ink/ink140.xml"/><Relationship Id="rId75" Type="http://schemas.openxmlformats.org/officeDocument/2006/relationships/image" Target="../media/image41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2.png"/><Relationship Id="rId299" Type="http://schemas.openxmlformats.org/officeDocument/2006/relationships/image" Target="../media/image303.png"/><Relationship Id="rId21" Type="http://schemas.openxmlformats.org/officeDocument/2006/relationships/image" Target="../media/image164.png"/><Relationship Id="rId63" Type="http://schemas.openxmlformats.org/officeDocument/2006/relationships/image" Target="../media/image185.png"/><Relationship Id="rId159" Type="http://schemas.openxmlformats.org/officeDocument/2006/relationships/image" Target="../media/image233.png"/><Relationship Id="rId170" Type="http://schemas.openxmlformats.org/officeDocument/2006/relationships/customXml" Target="../ink/ink235.xml"/><Relationship Id="rId226" Type="http://schemas.openxmlformats.org/officeDocument/2006/relationships/customXml" Target="../ink/ink263.xml"/><Relationship Id="rId268" Type="http://schemas.openxmlformats.org/officeDocument/2006/relationships/customXml" Target="../ink/ink284.xml"/><Relationship Id="rId32" Type="http://schemas.openxmlformats.org/officeDocument/2006/relationships/customXml" Target="../ink/ink166.xml"/><Relationship Id="rId74" Type="http://schemas.openxmlformats.org/officeDocument/2006/relationships/customXml" Target="../ink/ink187.xml"/><Relationship Id="rId128" Type="http://schemas.openxmlformats.org/officeDocument/2006/relationships/customXml" Target="../ink/ink214.xml"/><Relationship Id="rId5" Type="http://schemas.openxmlformats.org/officeDocument/2006/relationships/image" Target="../media/image156.png"/><Relationship Id="rId181" Type="http://schemas.openxmlformats.org/officeDocument/2006/relationships/image" Target="../media/image244.png"/><Relationship Id="rId237" Type="http://schemas.openxmlformats.org/officeDocument/2006/relationships/image" Target="../media/image272.png"/><Relationship Id="rId279" Type="http://schemas.openxmlformats.org/officeDocument/2006/relationships/image" Target="../media/image293.png"/><Relationship Id="rId43" Type="http://schemas.openxmlformats.org/officeDocument/2006/relationships/image" Target="../media/image175.png"/><Relationship Id="rId139" Type="http://schemas.openxmlformats.org/officeDocument/2006/relationships/image" Target="../media/image223.png"/><Relationship Id="rId290" Type="http://schemas.openxmlformats.org/officeDocument/2006/relationships/customXml" Target="../ink/ink295.xml"/><Relationship Id="rId304" Type="http://schemas.openxmlformats.org/officeDocument/2006/relationships/customXml" Target="../ink/ink302.xml"/><Relationship Id="rId85" Type="http://schemas.openxmlformats.org/officeDocument/2006/relationships/image" Target="../media/image196.png"/><Relationship Id="rId150" Type="http://schemas.openxmlformats.org/officeDocument/2006/relationships/customXml" Target="../ink/ink225.xml"/><Relationship Id="rId192" Type="http://schemas.openxmlformats.org/officeDocument/2006/relationships/customXml" Target="../ink/ink246.xml"/><Relationship Id="rId206" Type="http://schemas.openxmlformats.org/officeDocument/2006/relationships/customXml" Target="../ink/ink253.xml"/><Relationship Id="rId248" Type="http://schemas.openxmlformats.org/officeDocument/2006/relationships/customXml" Target="../ink/ink274.xml"/><Relationship Id="rId12" Type="http://schemas.openxmlformats.org/officeDocument/2006/relationships/customXml" Target="../ink/ink156.xml"/><Relationship Id="rId108" Type="http://schemas.openxmlformats.org/officeDocument/2006/relationships/customXml" Target="../ink/ink204.xml"/><Relationship Id="rId315" Type="http://schemas.openxmlformats.org/officeDocument/2006/relationships/image" Target="../media/image311.png"/><Relationship Id="rId54" Type="http://schemas.openxmlformats.org/officeDocument/2006/relationships/customXml" Target="../ink/ink177.xml"/><Relationship Id="rId96" Type="http://schemas.openxmlformats.org/officeDocument/2006/relationships/customXml" Target="../ink/ink198.xml"/><Relationship Id="rId161" Type="http://schemas.openxmlformats.org/officeDocument/2006/relationships/image" Target="../media/image234.png"/><Relationship Id="rId217" Type="http://schemas.openxmlformats.org/officeDocument/2006/relationships/image" Target="../media/image262.png"/><Relationship Id="rId259" Type="http://schemas.openxmlformats.org/officeDocument/2006/relationships/image" Target="../media/image283.png"/><Relationship Id="rId23" Type="http://schemas.openxmlformats.org/officeDocument/2006/relationships/image" Target="../media/image165.png"/><Relationship Id="rId119" Type="http://schemas.openxmlformats.org/officeDocument/2006/relationships/image" Target="../media/image213.png"/><Relationship Id="rId270" Type="http://schemas.openxmlformats.org/officeDocument/2006/relationships/customXml" Target="../ink/ink285.xml"/><Relationship Id="rId65" Type="http://schemas.openxmlformats.org/officeDocument/2006/relationships/image" Target="../media/image186.png"/><Relationship Id="rId130" Type="http://schemas.openxmlformats.org/officeDocument/2006/relationships/customXml" Target="../ink/ink215.xml"/><Relationship Id="rId172" Type="http://schemas.openxmlformats.org/officeDocument/2006/relationships/customXml" Target="../ink/ink236.xml"/><Relationship Id="rId228" Type="http://schemas.openxmlformats.org/officeDocument/2006/relationships/customXml" Target="../ink/ink264.xml"/><Relationship Id="rId281" Type="http://schemas.openxmlformats.org/officeDocument/2006/relationships/image" Target="../media/image294.png"/><Relationship Id="rId34" Type="http://schemas.openxmlformats.org/officeDocument/2006/relationships/customXml" Target="../ink/ink167.xml"/><Relationship Id="rId55" Type="http://schemas.openxmlformats.org/officeDocument/2006/relationships/image" Target="../media/image181.png"/><Relationship Id="rId76" Type="http://schemas.openxmlformats.org/officeDocument/2006/relationships/customXml" Target="../ink/ink188.xml"/><Relationship Id="rId97" Type="http://schemas.openxmlformats.org/officeDocument/2006/relationships/image" Target="../media/image202.png"/><Relationship Id="rId120" Type="http://schemas.openxmlformats.org/officeDocument/2006/relationships/customXml" Target="../ink/ink210.xml"/><Relationship Id="rId141" Type="http://schemas.openxmlformats.org/officeDocument/2006/relationships/image" Target="../media/image224.png"/><Relationship Id="rId7" Type="http://schemas.openxmlformats.org/officeDocument/2006/relationships/image" Target="../media/image157.png"/><Relationship Id="rId162" Type="http://schemas.openxmlformats.org/officeDocument/2006/relationships/customXml" Target="../ink/ink231.xml"/><Relationship Id="rId183" Type="http://schemas.openxmlformats.org/officeDocument/2006/relationships/image" Target="../media/image245.png"/><Relationship Id="rId218" Type="http://schemas.openxmlformats.org/officeDocument/2006/relationships/customXml" Target="../ink/ink259.xml"/><Relationship Id="rId239" Type="http://schemas.openxmlformats.org/officeDocument/2006/relationships/image" Target="../media/image273.png"/><Relationship Id="rId250" Type="http://schemas.openxmlformats.org/officeDocument/2006/relationships/customXml" Target="../ink/ink275.xml"/><Relationship Id="rId271" Type="http://schemas.openxmlformats.org/officeDocument/2006/relationships/image" Target="../media/image289.png"/><Relationship Id="rId292" Type="http://schemas.openxmlformats.org/officeDocument/2006/relationships/customXml" Target="../ink/ink296.xml"/><Relationship Id="rId306" Type="http://schemas.openxmlformats.org/officeDocument/2006/relationships/customXml" Target="../ink/ink303.xml"/><Relationship Id="rId24" Type="http://schemas.openxmlformats.org/officeDocument/2006/relationships/customXml" Target="../ink/ink162.xml"/><Relationship Id="rId45" Type="http://schemas.openxmlformats.org/officeDocument/2006/relationships/image" Target="../media/image176.png"/><Relationship Id="rId66" Type="http://schemas.openxmlformats.org/officeDocument/2006/relationships/customXml" Target="../ink/ink183.xml"/><Relationship Id="rId87" Type="http://schemas.openxmlformats.org/officeDocument/2006/relationships/image" Target="../media/image197.png"/><Relationship Id="rId110" Type="http://schemas.openxmlformats.org/officeDocument/2006/relationships/customXml" Target="../ink/ink205.xml"/><Relationship Id="rId131" Type="http://schemas.openxmlformats.org/officeDocument/2006/relationships/image" Target="../media/image219.png"/><Relationship Id="rId152" Type="http://schemas.openxmlformats.org/officeDocument/2006/relationships/customXml" Target="../ink/ink226.xml"/><Relationship Id="rId173" Type="http://schemas.openxmlformats.org/officeDocument/2006/relationships/image" Target="../media/image240.png"/><Relationship Id="rId194" Type="http://schemas.openxmlformats.org/officeDocument/2006/relationships/customXml" Target="../ink/ink247.xml"/><Relationship Id="rId208" Type="http://schemas.openxmlformats.org/officeDocument/2006/relationships/customXml" Target="../ink/ink254.xml"/><Relationship Id="rId229" Type="http://schemas.openxmlformats.org/officeDocument/2006/relationships/image" Target="../media/image268.png"/><Relationship Id="rId240" Type="http://schemas.openxmlformats.org/officeDocument/2006/relationships/customXml" Target="../ink/ink270.xml"/><Relationship Id="rId261" Type="http://schemas.openxmlformats.org/officeDocument/2006/relationships/image" Target="../media/image284.png"/><Relationship Id="rId14" Type="http://schemas.openxmlformats.org/officeDocument/2006/relationships/customXml" Target="../ink/ink157.xml"/><Relationship Id="rId35" Type="http://schemas.openxmlformats.org/officeDocument/2006/relationships/image" Target="../media/image171.png"/><Relationship Id="rId56" Type="http://schemas.openxmlformats.org/officeDocument/2006/relationships/customXml" Target="../ink/ink178.xml"/><Relationship Id="rId77" Type="http://schemas.openxmlformats.org/officeDocument/2006/relationships/image" Target="../media/image192.png"/><Relationship Id="rId100" Type="http://schemas.openxmlformats.org/officeDocument/2006/relationships/customXml" Target="../ink/ink200.xml"/><Relationship Id="rId282" Type="http://schemas.openxmlformats.org/officeDocument/2006/relationships/customXml" Target="../ink/ink291.xml"/><Relationship Id="rId317" Type="http://schemas.openxmlformats.org/officeDocument/2006/relationships/image" Target="../media/image312.png"/><Relationship Id="rId8" Type="http://schemas.openxmlformats.org/officeDocument/2006/relationships/customXml" Target="../ink/ink154.xml"/><Relationship Id="rId98" Type="http://schemas.openxmlformats.org/officeDocument/2006/relationships/customXml" Target="../ink/ink199.xml"/><Relationship Id="rId121" Type="http://schemas.openxmlformats.org/officeDocument/2006/relationships/image" Target="../media/image214.png"/><Relationship Id="rId142" Type="http://schemas.openxmlformats.org/officeDocument/2006/relationships/customXml" Target="../ink/ink221.xml"/><Relationship Id="rId163" Type="http://schemas.openxmlformats.org/officeDocument/2006/relationships/image" Target="../media/image235.png"/><Relationship Id="rId184" Type="http://schemas.openxmlformats.org/officeDocument/2006/relationships/customXml" Target="../ink/ink242.xml"/><Relationship Id="rId219" Type="http://schemas.openxmlformats.org/officeDocument/2006/relationships/image" Target="../media/image263.png"/><Relationship Id="rId230" Type="http://schemas.openxmlformats.org/officeDocument/2006/relationships/customXml" Target="../ink/ink265.xml"/><Relationship Id="rId251" Type="http://schemas.openxmlformats.org/officeDocument/2006/relationships/image" Target="../media/image279.png"/><Relationship Id="rId25" Type="http://schemas.openxmlformats.org/officeDocument/2006/relationships/image" Target="../media/image166.png"/><Relationship Id="rId46" Type="http://schemas.openxmlformats.org/officeDocument/2006/relationships/customXml" Target="../ink/ink173.xml"/><Relationship Id="rId67" Type="http://schemas.openxmlformats.org/officeDocument/2006/relationships/image" Target="../media/image187.png"/><Relationship Id="rId272" Type="http://schemas.openxmlformats.org/officeDocument/2006/relationships/customXml" Target="../ink/ink286.xml"/><Relationship Id="rId293" Type="http://schemas.openxmlformats.org/officeDocument/2006/relationships/image" Target="../media/image300.png"/><Relationship Id="rId307" Type="http://schemas.openxmlformats.org/officeDocument/2006/relationships/image" Target="../media/image307.png"/><Relationship Id="rId88" Type="http://schemas.openxmlformats.org/officeDocument/2006/relationships/customXml" Target="../ink/ink194.xml"/><Relationship Id="rId111" Type="http://schemas.openxmlformats.org/officeDocument/2006/relationships/image" Target="../media/image209.png"/><Relationship Id="rId132" Type="http://schemas.openxmlformats.org/officeDocument/2006/relationships/customXml" Target="../ink/ink216.xml"/><Relationship Id="rId153" Type="http://schemas.openxmlformats.org/officeDocument/2006/relationships/image" Target="../media/image230.png"/><Relationship Id="rId174" Type="http://schemas.openxmlformats.org/officeDocument/2006/relationships/customXml" Target="../ink/ink237.xml"/><Relationship Id="rId195" Type="http://schemas.openxmlformats.org/officeDocument/2006/relationships/image" Target="../media/image251.png"/><Relationship Id="rId209" Type="http://schemas.openxmlformats.org/officeDocument/2006/relationships/image" Target="../media/image258.png"/><Relationship Id="rId220" Type="http://schemas.openxmlformats.org/officeDocument/2006/relationships/customXml" Target="../ink/ink260.xml"/><Relationship Id="rId241" Type="http://schemas.openxmlformats.org/officeDocument/2006/relationships/image" Target="../media/image274.png"/><Relationship Id="rId15" Type="http://schemas.openxmlformats.org/officeDocument/2006/relationships/image" Target="../media/image161.png"/><Relationship Id="rId36" Type="http://schemas.openxmlformats.org/officeDocument/2006/relationships/customXml" Target="../ink/ink168.xml"/><Relationship Id="rId57" Type="http://schemas.openxmlformats.org/officeDocument/2006/relationships/image" Target="../media/image182.png"/><Relationship Id="rId262" Type="http://schemas.openxmlformats.org/officeDocument/2006/relationships/customXml" Target="../ink/ink281.xml"/><Relationship Id="rId283" Type="http://schemas.openxmlformats.org/officeDocument/2006/relationships/image" Target="../media/image295.png"/><Relationship Id="rId318" Type="http://schemas.openxmlformats.org/officeDocument/2006/relationships/customXml" Target="../ink/ink309.xml"/><Relationship Id="rId78" Type="http://schemas.openxmlformats.org/officeDocument/2006/relationships/customXml" Target="../ink/ink189.xml"/><Relationship Id="rId99" Type="http://schemas.openxmlformats.org/officeDocument/2006/relationships/image" Target="../media/image203.png"/><Relationship Id="rId101" Type="http://schemas.openxmlformats.org/officeDocument/2006/relationships/image" Target="../media/image204.png"/><Relationship Id="rId122" Type="http://schemas.openxmlformats.org/officeDocument/2006/relationships/customXml" Target="../ink/ink211.xml"/><Relationship Id="rId143" Type="http://schemas.openxmlformats.org/officeDocument/2006/relationships/image" Target="../media/image225.png"/><Relationship Id="rId164" Type="http://schemas.openxmlformats.org/officeDocument/2006/relationships/customXml" Target="../ink/ink232.xml"/><Relationship Id="rId185" Type="http://schemas.openxmlformats.org/officeDocument/2006/relationships/image" Target="../media/image246.png"/><Relationship Id="rId9" Type="http://schemas.openxmlformats.org/officeDocument/2006/relationships/image" Target="../media/image158.png"/><Relationship Id="rId210" Type="http://schemas.openxmlformats.org/officeDocument/2006/relationships/customXml" Target="../ink/ink255.xml"/><Relationship Id="rId26" Type="http://schemas.openxmlformats.org/officeDocument/2006/relationships/customXml" Target="../ink/ink163.xml"/><Relationship Id="rId231" Type="http://schemas.openxmlformats.org/officeDocument/2006/relationships/image" Target="../media/image269.png"/><Relationship Id="rId252" Type="http://schemas.openxmlformats.org/officeDocument/2006/relationships/customXml" Target="../ink/ink276.xml"/><Relationship Id="rId273" Type="http://schemas.openxmlformats.org/officeDocument/2006/relationships/image" Target="../media/image290.png"/><Relationship Id="rId294" Type="http://schemas.openxmlformats.org/officeDocument/2006/relationships/customXml" Target="../ink/ink297.xml"/><Relationship Id="rId308" Type="http://schemas.openxmlformats.org/officeDocument/2006/relationships/customXml" Target="../ink/ink304.xml"/><Relationship Id="rId47" Type="http://schemas.openxmlformats.org/officeDocument/2006/relationships/image" Target="../media/image177.png"/><Relationship Id="rId68" Type="http://schemas.openxmlformats.org/officeDocument/2006/relationships/customXml" Target="../ink/ink184.xml"/><Relationship Id="rId89" Type="http://schemas.openxmlformats.org/officeDocument/2006/relationships/image" Target="../media/image198.png"/><Relationship Id="rId112" Type="http://schemas.openxmlformats.org/officeDocument/2006/relationships/customXml" Target="../ink/ink206.xml"/><Relationship Id="rId133" Type="http://schemas.openxmlformats.org/officeDocument/2006/relationships/image" Target="../media/image220.png"/><Relationship Id="rId154" Type="http://schemas.openxmlformats.org/officeDocument/2006/relationships/customXml" Target="../ink/ink227.xml"/><Relationship Id="rId175" Type="http://schemas.openxmlformats.org/officeDocument/2006/relationships/image" Target="../media/image241.png"/><Relationship Id="rId196" Type="http://schemas.openxmlformats.org/officeDocument/2006/relationships/customXml" Target="../ink/ink248.xml"/><Relationship Id="rId200" Type="http://schemas.openxmlformats.org/officeDocument/2006/relationships/customXml" Target="../ink/ink250.xml"/><Relationship Id="rId16" Type="http://schemas.openxmlformats.org/officeDocument/2006/relationships/customXml" Target="../ink/ink158.xml"/><Relationship Id="rId221" Type="http://schemas.openxmlformats.org/officeDocument/2006/relationships/image" Target="../media/image264.png"/><Relationship Id="rId242" Type="http://schemas.openxmlformats.org/officeDocument/2006/relationships/customXml" Target="../ink/ink271.xml"/><Relationship Id="rId263" Type="http://schemas.openxmlformats.org/officeDocument/2006/relationships/image" Target="../media/image285.png"/><Relationship Id="rId284" Type="http://schemas.openxmlformats.org/officeDocument/2006/relationships/customXml" Target="../ink/ink292.xml"/><Relationship Id="rId319" Type="http://schemas.openxmlformats.org/officeDocument/2006/relationships/image" Target="../media/image313.png"/><Relationship Id="rId37" Type="http://schemas.openxmlformats.org/officeDocument/2006/relationships/image" Target="../media/image172.png"/><Relationship Id="rId58" Type="http://schemas.openxmlformats.org/officeDocument/2006/relationships/customXml" Target="../ink/ink179.xml"/><Relationship Id="rId79" Type="http://schemas.openxmlformats.org/officeDocument/2006/relationships/image" Target="../media/image193.png"/><Relationship Id="rId102" Type="http://schemas.openxmlformats.org/officeDocument/2006/relationships/customXml" Target="../ink/ink201.xml"/><Relationship Id="rId123" Type="http://schemas.openxmlformats.org/officeDocument/2006/relationships/image" Target="../media/image215.png"/><Relationship Id="rId144" Type="http://schemas.openxmlformats.org/officeDocument/2006/relationships/customXml" Target="../ink/ink222.xml"/><Relationship Id="rId90" Type="http://schemas.openxmlformats.org/officeDocument/2006/relationships/customXml" Target="../ink/ink195.xml"/><Relationship Id="rId165" Type="http://schemas.openxmlformats.org/officeDocument/2006/relationships/image" Target="../media/image236.png"/><Relationship Id="rId186" Type="http://schemas.openxmlformats.org/officeDocument/2006/relationships/customXml" Target="../ink/ink243.xml"/><Relationship Id="rId211" Type="http://schemas.openxmlformats.org/officeDocument/2006/relationships/image" Target="../media/image259.png"/><Relationship Id="rId232" Type="http://schemas.openxmlformats.org/officeDocument/2006/relationships/customXml" Target="../ink/ink266.xml"/><Relationship Id="rId253" Type="http://schemas.openxmlformats.org/officeDocument/2006/relationships/image" Target="../media/image280.png"/><Relationship Id="rId274" Type="http://schemas.openxmlformats.org/officeDocument/2006/relationships/customXml" Target="../ink/ink287.xml"/><Relationship Id="rId295" Type="http://schemas.openxmlformats.org/officeDocument/2006/relationships/image" Target="../media/image301.png"/><Relationship Id="rId309" Type="http://schemas.openxmlformats.org/officeDocument/2006/relationships/image" Target="../media/image308.png"/><Relationship Id="rId27" Type="http://schemas.openxmlformats.org/officeDocument/2006/relationships/image" Target="../media/image167.png"/><Relationship Id="rId48" Type="http://schemas.openxmlformats.org/officeDocument/2006/relationships/customXml" Target="../ink/ink174.xml"/><Relationship Id="rId69" Type="http://schemas.openxmlformats.org/officeDocument/2006/relationships/image" Target="../media/image188.png"/><Relationship Id="rId113" Type="http://schemas.openxmlformats.org/officeDocument/2006/relationships/image" Target="../media/image210.png"/><Relationship Id="rId134" Type="http://schemas.openxmlformats.org/officeDocument/2006/relationships/customXml" Target="../ink/ink217.xml"/><Relationship Id="rId320" Type="http://schemas.openxmlformats.org/officeDocument/2006/relationships/customXml" Target="../ink/ink310.xml"/><Relationship Id="rId80" Type="http://schemas.openxmlformats.org/officeDocument/2006/relationships/customXml" Target="../ink/ink190.xml"/><Relationship Id="rId155" Type="http://schemas.openxmlformats.org/officeDocument/2006/relationships/image" Target="../media/image231.png"/><Relationship Id="rId176" Type="http://schemas.openxmlformats.org/officeDocument/2006/relationships/customXml" Target="../ink/ink238.xml"/><Relationship Id="rId197" Type="http://schemas.openxmlformats.org/officeDocument/2006/relationships/image" Target="../media/image252.png"/><Relationship Id="rId201" Type="http://schemas.openxmlformats.org/officeDocument/2006/relationships/image" Target="../media/image254.png"/><Relationship Id="rId222" Type="http://schemas.openxmlformats.org/officeDocument/2006/relationships/customXml" Target="../ink/ink261.xml"/><Relationship Id="rId243" Type="http://schemas.openxmlformats.org/officeDocument/2006/relationships/image" Target="../media/image275.png"/><Relationship Id="rId264" Type="http://schemas.openxmlformats.org/officeDocument/2006/relationships/customXml" Target="../ink/ink282.xml"/><Relationship Id="rId285" Type="http://schemas.openxmlformats.org/officeDocument/2006/relationships/image" Target="../media/image296.png"/><Relationship Id="rId17" Type="http://schemas.openxmlformats.org/officeDocument/2006/relationships/image" Target="../media/image162.png"/><Relationship Id="rId38" Type="http://schemas.openxmlformats.org/officeDocument/2006/relationships/customXml" Target="../ink/ink169.xml"/><Relationship Id="rId59" Type="http://schemas.openxmlformats.org/officeDocument/2006/relationships/image" Target="../media/image183.png"/><Relationship Id="rId103" Type="http://schemas.openxmlformats.org/officeDocument/2006/relationships/image" Target="../media/image205.png"/><Relationship Id="rId124" Type="http://schemas.openxmlformats.org/officeDocument/2006/relationships/customXml" Target="../ink/ink212.xml"/><Relationship Id="rId310" Type="http://schemas.openxmlformats.org/officeDocument/2006/relationships/customXml" Target="../ink/ink305.xml"/><Relationship Id="rId70" Type="http://schemas.openxmlformats.org/officeDocument/2006/relationships/customXml" Target="../ink/ink185.xml"/><Relationship Id="rId91" Type="http://schemas.openxmlformats.org/officeDocument/2006/relationships/image" Target="../media/image199.png"/><Relationship Id="rId145" Type="http://schemas.openxmlformats.org/officeDocument/2006/relationships/image" Target="../media/image226.png"/><Relationship Id="rId166" Type="http://schemas.openxmlformats.org/officeDocument/2006/relationships/customXml" Target="../ink/ink233.xml"/><Relationship Id="rId187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6.xml"/><Relationship Id="rId233" Type="http://schemas.openxmlformats.org/officeDocument/2006/relationships/image" Target="../media/image270.png"/><Relationship Id="rId254" Type="http://schemas.openxmlformats.org/officeDocument/2006/relationships/customXml" Target="../ink/ink277.xml"/><Relationship Id="rId28" Type="http://schemas.openxmlformats.org/officeDocument/2006/relationships/customXml" Target="../ink/ink164.xml"/><Relationship Id="rId49" Type="http://schemas.openxmlformats.org/officeDocument/2006/relationships/image" Target="../media/image178.png"/><Relationship Id="rId114" Type="http://schemas.openxmlformats.org/officeDocument/2006/relationships/customXml" Target="../ink/ink207.xml"/><Relationship Id="rId275" Type="http://schemas.openxmlformats.org/officeDocument/2006/relationships/image" Target="../media/image291.png"/><Relationship Id="rId296" Type="http://schemas.openxmlformats.org/officeDocument/2006/relationships/customXml" Target="../ink/ink298.xml"/><Relationship Id="rId300" Type="http://schemas.openxmlformats.org/officeDocument/2006/relationships/customXml" Target="../ink/ink300.xml"/><Relationship Id="rId60" Type="http://schemas.openxmlformats.org/officeDocument/2006/relationships/customXml" Target="../ink/ink180.xml"/><Relationship Id="rId81" Type="http://schemas.openxmlformats.org/officeDocument/2006/relationships/image" Target="../media/image194.png"/><Relationship Id="rId135" Type="http://schemas.openxmlformats.org/officeDocument/2006/relationships/image" Target="../media/image221.png"/><Relationship Id="rId156" Type="http://schemas.openxmlformats.org/officeDocument/2006/relationships/customXml" Target="../ink/ink228.xml"/><Relationship Id="rId177" Type="http://schemas.openxmlformats.org/officeDocument/2006/relationships/image" Target="../media/image242.png"/><Relationship Id="rId198" Type="http://schemas.openxmlformats.org/officeDocument/2006/relationships/customXml" Target="../ink/ink249.xml"/><Relationship Id="rId321" Type="http://schemas.openxmlformats.org/officeDocument/2006/relationships/image" Target="../media/image314.png"/><Relationship Id="rId202" Type="http://schemas.openxmlformats.org/officeDocument/2006/relationships/customXml" Target="../ink/ink251.xml"/><Relationship Id="rId223" Type="http://schemas.openxmlformats.org/officeDocument/2006/relationships/image" Target="../media/image265.png"/><Relationship Id="rId244" Type="http://schemas.openxmlformats.org/officeDocument/2006/relationships/customXml" Target="../ink/ink272.xml"/><Relationship Id="rId18" Type="http://schemas.openxmlformats.org/officeDocument/2006/relationships/customXml" Target="../ink/ink159.xml"/><Relationship Id="rId39" Type="http://schemas.openxmlformats.org/officeDocument/2006/relationships/image" Target="../media/image173.png"/><Relationship Id="rId265" Type="http://schemas.openxmlformats.org/officeDocument/2006/relationships/image" Target="../media/image286.png"/><Relationship Id="rId286" Type="http://schemas.openxmlformats.org/officeDocument/2006/relationships/customXml" Target="../ink/ink293.xml"/><Relationship Id="rId50" Type="http://schemas.openxmlformats.org/officeDocument/2006/relationships/customXml" Target="../ink/ink175.xml"/><Relationship Id="rId104" Type="http://schemas.openxmlformats.org/officeDocument/2006/relationships/customXml" Target="../ink/ink202.xml"/><Relationship Id="rId125" Type="http://schemas.openxmlformats.org/officeDocument/2006/relationships/image" Target="../media/image216.png"/><Relationship Id="rId146" Type="http://schemas.openxmlformats.org/officeDocument/2006/relationships/customXml" Target="../ink/ink223.xml"/><Relationship Id="rId167" Type="http://schemas.openxmlformats.org/officeDocument/2006/relationships/image" Target="../media/image237.png"/><Relationship Id="rId188" Type="http://schemas.openxmlformats.org/officeDocument/2006/relationships/customXml" Target="../ink/ink244.xml"/><Relationship Id="rId311" Type="http://schemas.openxmlformats.org/officeDocument/2006/relationships/image" Target="../media/image309.png"/><Relationship Id="rId71" Type="http://schemas.openxmlformats.org/officeDocument/2006/relationships/image" Target="../media/image189.png"/><Relationship Id="rId92" Type="http://schemas.openxmlformats.org/officeDocument/2006/relationships/customXml" Target="../ink/ink196.xml"/><Relationship Id="rId213" Type="http://schemas.openxmlformats.org/officeDocument/2006/relationships/image" Target="../media/image260.png"/><Relationship Id="rId234" Type="http://schemas.openxmlformats.org/officeDocument/2006/relationships/customXml" Target="../ink/ink267.xml"/><Relationship Id="rId2" Type="http://schemas.openxmlformats.org/officeDocument/2006/relationships/customXml" Target="../ink/ink151.xml"/><Relationship Id="rId29" Type="http://schemas.openxmlformats.org/officeDocument/2006/relationships/image" Target="../media/image168.png"/><Relationship Id="rId255" Type="http://schemas.openxmlformats.org/officeDocument/2006/relationships/image" Target="../media/image281.png"/><Relationship Id="rId276" Type="http://schemas.openxmlformats.org/officeDocument/2006/relationships/customXml" Target="../ink/ink288.xml"/><Relationship Id="rId297" Type="http://schemas.openxmlformats.org/officeDocument/2006/relationships/image" Target="../media/image302.png"/><Relationship Id="rId40" Type="http://schemas.openxmlformats.org/officeDocument/2006/relationships/customXml" Target="../ink/ink170.xml"/><Relationship Id="rId115" Type="http://schemas.openxmlformats.org/officeDocument/2006/relationships/image" Target="../media/image211.png"/><Relationship Id="rId136" Type="http://schemas.openxmlformats.org/officeDocument/2006/relationships/customXml" Target="../ink/ink218.xml"/><Relationship Id="rId157" Type="http://schemas.openxmlformats.org/officeDocument/2006/relationships/image" Target="../media/image232.png"/><Relationship Id="rId178" Type="http://schemas.openxmlformats.org/officeDocument/2006/relationships/customXml" Target="../ink/ink239.xml"/><Relationship Id="rId301" Type="http://schemas.openxmlformats.org/officeDocument/2006/relationships/image" Target="../media/image304.png"/><Relationship Id="rId61" Type="http://schemas.openxmlformats.org/officeDocument/2006/relationships/image" Target="../media/image184.png"/><Relationship Id="rId82" Type="http://schemas.openxmlformats.org/officeDocument/2006/relationships/customXml" Target="../ink/ink191.xml"/><Relationship Id="rId199" Type="http://schemas.openxmlformats.org/officeDocument/2006/relationships/image" Target="../media/image253.png"/><Relationship Id="rId203" Type="http://schemas.openxmlformats.org/officeDocument/2006/relationships/image" Target="../media/image255.png"/><Relationship Id="rId19" Type="http://schemas.openxmlformats.org/officeDocument/2006/relationships/image" Target="../media/image163.png"/><Relationship Id="rId224" Type="http://schemas.openxmlformats.org/officeDocument/2006/relationships/customXml" Target="../ink/ink262.xml"/><Relationship Id="rId245" Type="http://schemas.openxmlformats.org/officeDocument/2006/relationships/image" Target="../media/image276.png"/><Relationship Id="rId266" Type="http://schemas.openxmlformats.org/officeDocument/2006/relationships/customXml" Target="../ink/ink283.xml"/><Relationship Id="rId287" Type="http://schemas.openxmlformats.org/officeDocument/2006/relationships/image" Target="../media/image297.png"/><Relationship Id="rId30" Type="http://schemas.openxmlformats.org/officeDocument/2006/relationships/customXml" Target="../ink/ink165.xml"/><Relationship Id="rId105" Type="http://schemas.openxmlformats.org/officeDocument/2006/relationships/image" Target="../media/image206.png"/><Relationship Id="rId126" Type="http://schemas.openxmlformats.org/officeDocument/2006/relationships/customXml" Target="../ink/ink213.xml"/><Relationship Id="rId147" Type="http://schemas.openxmlformats.org/officeDocument/2006/relationships/image" Target="../media/image227.png"/><Relationship Id="rId168" Type="http://schemas.openxmlformats.org/officeDocument/2006/relationships/customXml" Target="../ink/ink234.xml"/><Relationship Id="rId312" Type="http://schemas.openxmlformats.org/officeDocument/2006/relationships/customXml" Target="../ink/ink306.xml"/><Relationship Id="rId51" Type="http://schemas.openxmlformats.org/officeDocument/2006/relationships/image" Target="../media/image179.png"/><Relationship Id="rId72" Type="http://schemas.openxmlformats.org/officeDocument/2006/relationships/customXml" Target="../ink/ink186.xml"/><Relationship Id="rId93" Type="http://schemas.openxmlformats.org/officeDocument/2006/relationships/image" Target="../media/image200.png"/><Relationship Id="rId189" Type="http://schemas.openxmlformats.org/officeDocument/2006/relationships/image" Target="../media/image248.png"/><Relationship Id="rId3" Type="http://schemas.openxmlformats.org/officeDocument/2006/relationships/image" Target="../media/image155.png"/><Relationship Id="rId214" Type="http://schemas.openxmlformats.org/officeDocument/2006/relationships/customXml" Target="../ink/ink257.xml"/><Relationship Id="rId235" Type="http://schemas.openxmlformats.org/officeDocument/2006/relationships/image" Target="../media/image271.png"/><Relationship Id="rId256" Type="http://schemas.openxmlformats.org/officeDocument/2006/relationships/customXml" Target="../ink/ink278.xml"/><Relationship Id="rId277" Type="http://schemas.openxmlformats.org/officeDocument/2006/relationships/image" Target="../media/image292.png"/><Relationship Id="rId298" Type="http://schemas.openxmlformats.org/officeDocument/2006/relationships/customXml" Target="../ink/ink299.xml"/><Relationship Id="rId116" Type="http://schemas.openxmlformats.org/officeDocument/2006/relationships/customXml" Target="../ink/ink208.xml"/><Relationship Id="rId137" Type="http://schemas.openxmlformats.org/officeDocument/2006/relationships/image" Target="../media/image222.png"/><Relationship Id="rId158" Type="http://schemas.openxmlformats.org/officeDocument/2006/relationships/customXml" Target="../ink/ink229.xml"/><Relationship Id="rId302" Type="http://schemas.openxmlformats.org/officeDocument/2006/relationships/customXml" Target="../ink/ink301.xml"/><Relationship Id="rId20" Type="http://schemas.openxmlformats.org/officeDocument/2006/relationships/customXml" Target="../ink/ink160.xml"/><Relationship Id="rId41" Type="http://schemas.openxmlformats.org/officeDocument/2006/relationships/image" Target="../media/image174.png"/><Relationship Id="rId62" Type="http://schemas.openxmlformats.org/officeDocument/2006/relationships/customXml" Target="../ink/ink181.xml"/><Relationship Id="rId83" Type="http://schemas.openxmlformats.org/officeDocument/2006/relationships/image" Target="../media/image195.png"/><Relationship Id="rId179" Type="http://schemas.openxmlformats.org/officeDocument/2006/relationships/image" Target="../media/image243.png"/><Relationship Id="rId190" Type="http://schemas.openxmlformats.org/officeDocument/2006/relationships/customXml" Target="../ink/ink245.xml"/><Relationship Id="rId204" Type="http://schemas.openxmlformats.org/officeDocument/2006/relationships/customXml" Target="../ink/ink252.xml"/><Relationship Id="rId225" Type="http://schemas.openxmlformats.org/officeDocument/2006/relationships/image" Target="../media/image266.png"/><Relationship Id="rId246" Type="http://schemas.openxmlformats.org/officeDocument/2006/relationships/customXml" Target="../ink/ink273.xml"/><Relationship Id="rId267" Type="http://schemas.openxmlformats.org/officeDocument/2006/relationships/image" Target="../media/image287.png"/><Relationship Id="rId288" Type="http://schemas.openxmlformats.org/officeDocument/2006/relationships/customXml" Target="../ink/ink294.xml"/><Relationship Id="rId106" Type="http://schemas.openxmlformats.org/officeDocument/2006/relationships/customXml" Target="../ink/ink203.xml"/><Relationship Id="rId127" Type="http://schemas.openxmlformats.org/officeDocument/2006/relationships/image" Target="../media/image217.png"/><Relationship Id="rId313" Type="http://schemas.openxmlformats.org/officeDocument/2006/relationships/image" Target="../media/image310.png"/><Relationship Id="rId10" Type="http://schemas.openxmlformats.org/officeDocument/2006/relationships/customXml" Target="../ink/ink155.xml"/><Relationship Id="rId31" Type="http://schemas.openxmlformats.org/officeDocument/2006/relationships/image" Target="../media/image169.png"/><Relationship Id="rId52" Type="http://schemas.openxmlformats.org/officeDocument/2006/relationships/customXml" Target="../ink/ink176.xml"/><Relationship Id="rId73" Type="http://schemas.openxmlformats.org/officeDocument/2006/relationships/image" Target="../media/image190.png"/><Relationship Id="rId94" Type="http://schemas.openxmlformats.org/officeDocument/2006/relationships/customXml" Target="../ink/ink197.xml"/><Relationship Id="rId148" Type="http://schemas.openxmlformats.org/officeDocument/2006/relationships/customXml" Target="../ink/ink224.xml"/><Relationship Id="rId169" Type="http://schemas.openxmlformats.org/officeDocument/2006/relationships/image" Target="../media/image238.png"/><Relationship Id="rId4" Type="http://schemas.openxmlformats.org/officeDocument/2006/relationships/customXml" Target="../ink/ink152.xml"/><Relationship Id="rId180" Type="http://schemas.openxmlformats.org/officeDocument/2006/relationships/customXml" Target="../ink/ink240.xml"/><Relationship Id="rId215" Type="http://schemas.openxmlformats.org/officeDocument/2006/relationships/image" Target="../media/image261.png"/><Relationship Id="rId236" Type="http://schemas.openxmlformats.org/officeDocument/2006/relationships/customXml" Target="../ink/ink268.xml"/><Relationship Id="rId257" Type="http://schemas.openxmlformats.org/officeDocument/2006/relationships/image" Target="../media/image282.png"/><Relationship Id="rId278" Type="http://schemas.openxmlformats.org/officeDocument/2006/relationships/customXml" Target="../ink/ink289.xml"/><Relationship Id="rId303" Type="http://schemas.openxmlformats.org/officeDocument/2006/relationships/image" Target="../media/image305.png"/><Relationship Id="rId42" Type="http://schemas.openxmlformats.org/officeDocument/2006/relationships/customXml" Target="../ink/ink171.xml"/><Relationship Id="rId84" Type="http://schemas.openxmlformats.org/officeDocument/2006/relationships/customXml" Target="../ink/ink192.xml"/><Relationship Id="rId138" Type="http://schemas.openxmlformats.org/officeDocument/2006/relationships/customXml" Target="../ink/ink219.xml"/><Relationship Id="rId191" Type="http://schemas.openxmlformats.org/officeDocument/2006/relationships/image" Target="../media/image249.png"/><Relationship Id="rId205" Type="http://schemas.openxmlformats.org/officeDocument/2006/relationships/image" Target="../media/image256.png"/><Relationship Id="rId247" Type="http://schemas.openxmlformats.org/officeDocument/2006/relationships/image" Target="../media/image277.png"/><Relationship Id="rId107" Type="http://schemas.openxmlformats.org/officeDocument/2006/relationships/image" Target="../media/image207.png"/><Relationship Id="rId289" Type="http://schemas.openxmlformats.org/officeDocument/2006/relationships/image" Target="../media/image298.png"/><Relationship Id="rId11" Type="http://schemas.openxmlformats.org/officeDocument/2006/relationships/image" Target="../media/image159.png"/><Relationship Id="rId53" Type="http://schemas.openxmlformats.org/officeDocument/2006/relationships/image" Target="../media/image180.png"/><Relationship Id="rId149" Type="http://schemas.openxmlformats.org/officeDocument/2006/relationships/image" Target="../media/image228.png"/><Relationship Id="rId314" Type="http://schemas.openxmlformats.org/officeDocument/2006/relationships/customXml" Target="../ink/ink307.xml"/><Relationship Id="rId95" Type="http://schemas.openxmlformats.org/officeDocument/2006/relationships/image" Target="../media/image201.png"/><Relationship Id="rId160" Type="http://schemas.openxmlformats.org/officeDocument/2006/relationships/customXml" Target="../ink/ink230.xml"/><Relationship Id="rId216" Type="http://schemas.openxmlformats.org/officeDocument/2006/relationships/customXml" Target="../ink/ink258.xml"/><Relationship Id="rId258" Type="http://schemas.openxmlformats.org/officeDocument/2006/relationships/customXml" Target="../ink/ink279.xml"/><Relationship Id="rId22" Type="http://schemas.openxmlformats.org/officeDocument/2006/relationships/customXml" Target="../ink/ink161.xml"/><Relationship Id="rId64" Type="http://schemas.openxmlformats.org/officeDocument/2006/relationships/customXml" Target="../ink/ink182.xml"/><Relationship Id="rId118" Type="http://schemas.openxmlformats.org/officeDocument/2006/relationships/customXml" Target="../ink/ink209.xml"/><Relationship Id="rId171" Type="http://schemas.openxmlformats.org/officeDocument/2006/relationships/image" Target="../media/image239.png"/><Relationship Id="rId227" Type="http://schemas.openxmlformats.org/officeDocument/2006/relationships/image" Target="../media/image267.png"/><Relationship Id="rId269" Type="http://schemas.openxmlformats.org/officeDocument/2006/relationships/image" Target="../media/image288.png"/><Relationship Id="rId33" Type="http://schemas.openxmlformats.org/officeDocument/2006/relationships/image" Target="../media/image170.png"/><Relationship Id="rId129" Type="http://schemas.openxmlformats.org/officeDocument/2006/relationships/image" Target="../media/image218.png"/><Relationship Id="rId280" Type="http://schemas.openxmlformats.org/officeDocument/2006/relationships/customXml" Target="../ink/ink290.xml"/><Relationship Id="rId75" Type="http://schemas.openxmlformats.org/officeDocument/2006/relationships/image" Target="../media/image191.png"/><Relationship Id="rId140" Type="http://schemas.openxmlformats.org/officeDocument/2006/relationships/customXml" Target="../ink/ink220.xml"/><Relationship Id="rId182" Type="http://schemas.openxmlformats.org/officeDocument/2006/relationships/customXml" Target="../ink/ink241.xml"/><Relationship Id="rId6" Type="http://schemas.openxmlformats.org/officeDocument/2006/relationships/customXml" Target="../ink/ink153.xml"/><Relationship Id="rId238" Type="http://schemas.openxmlformats.org/officeDocument/2006/relationships/customXml" Target="../ink/ink269.xml"/><Relationship Id="rId291" Type="http://schemas.openxmlformats.org/officeDocument/2006/relationships/image" Target="../media/image299.png"/><Relationship Id="rId305" Type="http://schemas.openxmlformats.org/officeDocument/2006/relationships/image" Target="../media/image306.png"/><Relationship Id="rId44" Type="http://schemas.openxmlformats.org/officeDocument/2006/relationships/customXml" Target="../ink/ink172.xml"/><Relationship Id="rId86" Type="http://schemas.openxmlformats.org/officeDocument/2006/relationships/customXml" Target="../ink/ink193.xml"/><Relationship Id="rId151" Type="http://schemas.openxmlformats.org/officeDocument/2006/relationships/image" Target="../media/image229.png"/><Relationship Id="rId193" Type="http://schemas.openxmlformats.org/officeDocument/2006/relationships/image" Target="../media/image250.png"/><Relationship Id="rId207" Type="http://schemas.openxmlformats.org/officeDocument/2006/relationships/image" Target="../media/image257.png"/><Relationship Id="rId249" Type="http://schemas.openxmlformats.org/officeDocument/2006/relationships/image" Target="../media/image278.png"/><Relationship Id="rId13" Type="http://schemas.openxmlformats.org/officeDocument/2006/relationships/image" Target="../media/image160.png"/><Relationship Id="rId109" Type="http://schemas.openxmlformats.org/officeDocument/2006/relationships/image" Target="../media/image208.png"/><Relationship Id="rId260" Type="http://schemas.openxmlformats.org/officeDocument/2006/relationships/customXml" Target="../ink/ink280.xml"/><Relationship Id="rId316" Type="http://schemas.openxmlformats.org/officeDocument/2006/relationships/customXml" Target="../ink/ink30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.png"/><Relationship Id="rId21" Type="http://schemas.openxmlformats.org/officeDocument/2006/relationships/image" Target="../media/image324.png"/><Relationship Id="rId42" Type="http://schemas.openxmlformats.org/officeDocument/2006/relationships/customXml" Target="../ink/ink331.xml"/><Relationship Id="rId63" Type="http://schemas.openxmlformats.org/officeDocument/2006/relationships/image" Target="../media/image345.png"/><Relationship Id="rId84" Type="http://schemas.openxmlformats.org/officeDocument/2006/relationships/customXml" Target="../ink/ink352.xml"/><Relationship Id="rId138" Type="http://schemas.openxmlformats.org/officeDocument/2006/relationships/customXml" Target="../ink/ink379.xml"/><Relationship Id="rId159" Type="http://schemas.openxmlformats.org/officeDocument/2006/relationships/image" Target="../media/image393.png"/><Relationship Id="rId107" Type="http://schemas.openxmlformats.org/officeDocument/2006/relationships/image" Target="../media/image367.png"/><Relationship Id="rId11" Type="http://schemas.openxmlformats.org/officeDocument/2006/relationships/image" Target="../media/image319.png"/><Relationship Id="rId32" Type="http://schemas.openxmlformats.org/officeDocument/2006/relationships/customXml" Target="../ink/ink326.xml"/><Relationship Id="rId53" Type="http://schemas.openxmlformats.org/officeDocument/2006/relationships/image" Target="../media/image340.png"/><Relationship Id="rId74" Type="http://schemas.openxmlformats.org/officeDocument/2006/relationships/customXml" Target="../ink/ink347.xml"/><Relationship Id="rId128" Type="http://schemas.openxmlformats.org/officeDocument/2006/relationships/customXml" Target="../ink/ink374.xml"/><Relationship Id="rId149" Type="http://schemas.openxmlformats.org/officeDocument/2006/relationships/image" Target="../media/image388.png"/><Relationship Id="rId5" Type="http://schemas.openxmlformats.org/officeDocument/2006/relationships/image" Target="../media/image316.png"/><Relationship Id="rId95" Type="http://schemas.openxmlformats.org/officeDocument/2006/relationships/image" Target="../media/image361.png"/><Relationship Id="rId160" Type="http://schemas.openxmlformats.org/officeDocument/2006/relationships/customXml" Target="../ink/ink390.xml"/><Relationship Id="rId22" Type="http://schemas.openxmlformats.org/officeDocument/2006/relationships/customXml" Target="../ink/ink321.xml"/><Relationship Id="rId43" Type="http://schemas.openxmlformats.org/officeDocument/2006/relationships/image" Target="../media/image335.png"/><Relationship Id="rId64" Type="http://schemas.openxmlformats.org/officeDocument/2006/relationships/customXml" Target="../ink/ink342.xml"/><Relationship Id="rId118" Type="http://schemas.openxmlformats.org/officeDocument/2006/relationships/customXml" Target="../ink/ink369.xml"/><Relationship Id="rId139" Type="http://schemas.openxmlformats.org/officeDocument/2006/relationships/image" Target="../media/image383.png"/><Relationship Id="rId85" Type="http://schemas.openxmlformats.org/officeDocument/2006/relationships/image" Target="../media/image356.png"/><Relationship Id="rId150" Type="http://schemas.openxmlformats.org/officeDocument/2006/relationships/customXml" Target="../ink/ink385.xml"/><Relationship Id="rId12" Type="http://schemas.openxmlformats.org/officeDocument/2006/relationships/customXml" Target="../ink/ink316.xml"/><Relationship Id="rId17" Type="http://schemas.openxmlformats.org/officeDocument/2006/relationships/image" Target="../media/image322.png"/><Relationship Id="rId33" Type="http://schemas.openxmlformats.org/officeDocument/2006/relationships/image" Target="../media/image330.png"/><Relationship Id="rId38" Type="http://schemas.openxmlformats.org/officeDocument/2006/relationships/customXml" Target="../ink/ink329.xml"/><Relationship Id="rId59" Type="http://schemas.openxmlformats.org/officeDocument/2006/relationships/image" Target="../media/image343.png"/><Relationship Id="rId103" Type="http://schemas.openxmlformats.org/officeDocument/2006/relationships/image" Target="../media/image365.png"/><Relationship Id="rId108" Type="http://schemas.openxmlformats.org/officeDocument/2006/relationships/customXml" Target="../ink/ink364.xml"/><Relationship Id="rId124" Type="http://schemas.openxmlformats.org/officeDocument/2006/relationships/customXml" Target="../ink/ink372.xml"/><Relationship Id="rId129" Type="http://schemas.openxmlformats.org/officeDocument/2006/relationships/image" Target="../media/image378.png"/><Relationship Id="rId54" Type="http://schemas.openxmlformats.org/officeDocument/2006/relationships/customXml" Target="../ink/ink337.xml"/><Relationship Id="rId70" Type="http://schemas.openxmlformats.org/officeDocument/2006/relationships/customXml" Target="../ink/ink345.xml"/><Relationship Id="rId75" Type="http://schemas.openxmlformats.org/officeDocument/2006/relationships/image" Target="../media/image351.png"/><Relationship Id="rId91" Type="http://schemas.openxmlformats.org/officeDocument/2006/relationships/image" Target="../media/image359.png"/><Relationship Id="rId96" Type="http://schemas.openxmlformats.org/officeDocument/2006/relationships/customXml" Target="../ink/ink358.xml"/><Relationship Id="rId140" Type="http://schemas.openxmlformats.org/officeDocument/2006/relationships/customXml" Target="../ink/ink380.xml"/><Relationship Id="rId145" Type="http://schemas.openxmlformats.org/officeDocument/2006/relationships/image" Target="../media/image386.png"/><Relationship Id="rId161" Type="http://schemas.openxmlformats.org/officeDocument/2006/relationships/image" Target="../media/image39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3.xml"/><Relationship Id="rId23" Type="http://schemas.openxmlformats.org/officeDocument/2006/relationships/image" Target="../media/image325.png"/><Relationship Id="rId28" Type="http://schemas.openxmlformats.org/officeDocument/2006/relationships/customXml" Target="../ink/ink324.xml"/><Relationship Id="rId49" Type="http://schemas.openxmlformats.org/officeDocument/2006/relationships/image" Target="../media/image338.png"/><Relationship Id="rId114" Type="http://schemas.openxmlformats.org/officeDocument/2006/relationships/customXml" Target="../ink/ink367.xml"/><Relationship Id="rId119" Type="http://schemas.openxmlformats.org/officeDocument/2006/relationships/image" Target="../media/image373.png"/><Relationship Id="rId44" Type="http://schemas.openxmlformats.org/officeDocument/2006/relationships/customXml" Target="../ink/ink332.xml"/><Relationship Id="rId60" Type="http://schemas.openxmlformats.org/officeDocument/2006/relationships/customXml" Target="../ink/ink340.xml"/><Relationship Id="rId65" Type="http://schemas.openxmlformats.org/officeDocument/2006/relationships/image" Target="../media/image346.png"/><Relationship Id="rId81" Type="http://schemas.openxmlformats.org/officeDocument/2006/relationships/image" Target="../media/image354.png"/><Relationship Id="rId86" Type="http://schemas.openxmlformats.org/officeDocument/2006/relationships/customXml" Target="../ink/ink353.xml"/><Relationship Id="rId130" Type="http://schemas.openxmlformats.org/officeDocument/2006/relationships/customXml" Target="../ink/ink375.xml"/><Relationship Id="rId135" Type="http://schemas.openxmlformats.org/officeDocument/2006/relationships/image" Target="../media/image381.png"/><Relationship Id="rId151" Type="http://schemas.openxmlformats.org/officeDocument/2006/relationships/image" Target="../media/image389.png"/><Relationship Id="rId156" Type="http://schemas.openxmlformats.org/officeDocument/2006/relationships/customXml" Target="../ink/ink388.xml"/><Relationship Id="rId13" Type="http://schemas.openxmlformats.org/officeDocument/2006/relationships/image" Target="../media/image320.png"/><Relationship Id="rId18" Type="http://schemas.openxmlformats.org/officeDocument/2006/relationships/customXml" Target="../ink/ink319.xml"/><Relationship Id="rId39" Type="http://schemas.openxmlformats.org/officeDocument/2006/relationships/image" Target="../media/image333.png"/><Relationship Id="rId109" Type="http://schemas.openxmlformats.org/officeDocument/2006/relationships/image" Target="../media/image368.png"/><Relationship Id="rId34" Type="http://schemas.openxmlformats.org/officeDocument/2006/relationships/customXml" Target="../ink/ink327.xml"/><Relationship Id="rId50" Type="http://schemas.openxmlformats.org/officeDocument/2006/relationships/customXml" Target="../ink/ink335.xml"/><Relationship Id="rId55" Type="http://schemas.openxmlformats.org/officeDocument/2006/relationships/image" Target="../media/image341.png"/><Relationship Id="rId76" Type="http://schemas.openxmlformats.org/officeDocument/2006/relationships/customXml" Target="../ink/ink348.xml"/><Relationship Id="rId97" Type="http://schemas.openxmlformats.org/officeDocument/2006/relationships/image" Target="../media/image362.png"/><Relationship Id="rId104" Type="http://schemas.openxmlformats.org/officeDocument/2006/relationships/customXml" Target="../ink/ink362.xml"/><Relationship Id="rId120" Type="http://schemas.openxmlformats.org/officeDocument/2006/relationships/customXml" Target="../ink/ink370.xml"/><Relationship Id="rId125" Type="http://schemas.openxmlformats.org/officeDocument/2006/relationships/image" Target="../media/image376.png"/><Relationship Id="rId141" Type="http://schemas.openxmlformats.org/officeDocument/2006/relationships/image" Target="../media/image384.png"/><Relationship Id="rId146" Type="http://schemas.openxmlformats.org/officeDocument/2006/relationships/customXml" Target="../ink/ink383.xml"/><Relationship Id="rId7" Type="http://schemas.openxmlformats.org/officeDocument/2006/relationships/image" Target="../media/image317.png"/><Relationship Id="rId71" Type="http://schemas.openxmlformats.org/officeDocument/2006/relationships/image" Target="../media/image349.png"/><Relationship Id="rId92" Type="http://schemas.openxmlformats.org/officeDocument/2006/relationships/customXml" Target="../ink/ink356.xml"/><Relationship Id="rId162" Type="http://schemas.openxmlformats.org/officeDocument/2006/relationships/customXml" Target="../ink/ink391.xml"/><Relationship Id="rId2" Type="http://schemas.openxmlformats.org/officeDocument/2006/relationships/customXml" Target="../ink/ink311.xml"/><Relationship Id="rId29" Type="http://schemas.openxmlformats.org/officeDocument/2006/relationships/image" Target="../media/image328.png"/><Relationship Id="rId24" Type="http://schemas.openxmlformats.org/officeDocument/2006/relationships/customXml" Target="../ink/ink322.xml"/><Relationship Id="rId40" Type="http://schemas.openxmlformats.org/officeDocument/2006/relationships/customXml" Target="../ink/ink330.xml"/><Relationship Id="rId45" Type="http://schemas.openxmlformats.org/officeDocument/2006/relationships/image" Target="../media/image336.png"/><Relationship Id="rId66" Type="http://schemas.openxmlformats.org/officeDocument/2006/relationships/customXml" Target="../ink/ink343.xml"/><Relationship Id="rId87" Type="http://schemas.openxmlformats.org/officeDocument/2006/relationships/image" Target="../media/image357.png"/><Relationship Id="rId110" Type="http://schemas.openxmlformats.org/officeDocument/2006/relationships/customXml" Target="../ink/ink365.xml"/><Relationship Id="rId115" Type="http://schemas.openxmlformats.org/officeDocument/2006/relationships/image" Target="../media/image371.png"/><Relationship Id="rId131" Type="http://schemas.openxmlformats.org/officeDocument/2006/relationships/image" Target="../media/image379.png"/><Relationship Id="rId136" Type="http://schemas.openxmlformats.org/officeDocument/2006/relationships/customXml" Target="../ink/ink378.xml"/><Relationship Id="rId157" Type="http://schemas.openxmlformats.org/officeDocument/2006/relationships/image" Target="../media/image392.png"/><Relationship Id="rId61" Type="http://schemas.openxmlformats.org/officeDocument/2006/relationships/image" Target="../media/image344.png"/><Relationship Id="rId82" Type="http://schemas.openxmlformats.org/officeDocument/2006/relationships/customXml" Target="../ink/ink351.xml"/><Relationship Id="rId152" Type="http://schemas.openxmlformats.org/officeDocument/2006/relationships/customXml" Target="../ink/ink386.xml"/><Relationship Id="rId19" Type="http://schemas.openxmlformats.org/officeDocument/2006/relationships/image" Target="../media/image323.png"/><Relationship Id="rId14" Type="http://schemas.openxmlformats.org/officeDocument/2006/relationships/customXml" Target="../ink/ink317.xml"/><Relationship Id="rId30" Type="http://schemas.openxmlformats.org/officeDocument/2006/relationships/customXml" Target="../ink/ink325.xml"/><Relationship Id="rId35" Type="http://schemas.openxmlformats.org/officeDocument/2006/relationships/image" Target="../media/image331.png"/><Relationship Id="rId56" Type="http://schemas.openxmlformats.org/officeDocument/2006/relationships/customXml" Target="../ink/ink338.xml"/><Relationship Id="rId77" Type="http://schemas.openxmlformats.org/officeDocument/2006/relationships/image" Target="../media/image352.png"/><Relationship Id="rId100" Type="http://schemas.openxmlformats.org/officeDocument/2006/relationships/customXml" Target="../ink/ink360.xml"/><Relationship Id="rId105" Type="http://schemas.openxmlformats.org/officeDocument/2006/relationships/image" Target="../media/image366.png"/><Relationship Id="rId126" Type="http://schemas.openxmlformats.org/officeDocument/2006/relationships/customXml" Target="../ink/ink373.xml"/><Relationship Id="rId147" Type="http://schemas.openxmlformats.org/officeDocument/2006/relationships/image" Target="../media/image387.png"/><Relationship Id="rId8" Type="http://schemas.openxmlformats.org/officeDocument/2006/relationships/customXml" Target="../ink/ink314.xml"/><Relationship Id="rId51" Type="http://schemas.openxmlformats.org/officeDocument/2006/relationships/image" Target="../media/image339.png"/><Relationship Id="rId72" Type="http://schemas.openxmlformats.org/officeDocument/2006/relationships/customXml" Target="../ink/ink346.xml"/><Relationship Id="rId93" Type="http://schemas.openxmlformats.org/officeDocument/2006/relationships/image" Target="../media/image360.png"/><Relationship Id="rId98" Type="http://schemas.openxmlformats.org/officeDocument/2006/relationships/customXml" Target="../ink/ink359.xml"/><Relationship Id="rId121" Type="http://schemas.openxmlformats.org/officeDocument/2006/relationships/image" Target="../media/image374.png"/><Relationship Id="rId142" Type="http://schemas.openxmlformats.org/officeDocument/2006/relationships/customXml" Target="../ink/ink381.xml"/><Relationship Id="rId163" Type="http://schemas.openxmlformats.org/officeDocument/2006/relationships/image" Target="../media/image395.png"/><Relationship Id="rId3" Type="http://schemas.openxmlformats.org/officeDocument/2006/relationships/image" Target="../media/image315.png"/><Relationship Id="rId25" Type="http://schemas.openxmlformats.org/officeDocument/2006/relationships/image" Target="../media/image326.png"/><Relationship Id="rId46" Type="http://schemas.openxmlformats.org/officeDocument/2006/relationships/customXml" Target="../ink/ink333.xml"/><Relationship Id="rId67" Type="http://schemas.openxmlformats.org/officeDocument/2006/relationships/image" Target="../media/image347.png"/><Relationship Id="rId116" Type="http://schemas.openxmlformats.org/officeDocument/2006/relationships/customXml" Target="../ink/ink368.xml"/><Relationship Id="rId137" Type="http://schemas.openxmlformats.org/officeDocument/2006/relationships/image" Target="../media/image382.png"/><Relationship Id="rId158" Type="http://schemas.openxmlformats.org/officeDocument/2006/relationships/customXml" Target="../ink/ink389.xml"/><Relationship Id="rId20" Type="http://schemas.openxmlformats.org/officeDocument/2006/relationships/customXml" Target="../ink/ink320.xml"/><Relationship Id="rId41" Type="http://schemas.openxmlformats.org/officeDocument/2006/relationships/image" Target="../media/image334.png"/><Relationship Id="rId62" Type="http://schemas.openxmlformats.org/officeDocument/2006/relationships/customXml" Target="../ink/ink341.xml"/><Relationship Id="rId83" Type="http://schemas.openxmlformats.org/officeDocument/2006/relationships/image" Target="../media/image355.png"/><Relationship Id="rId88" Type="http://schemas.openxmlformats.org/officeDocument/2006/relationships/customXml" Target="../ink/ink354.xml"/><Relationship Id="rId111" Type="http://schemas.openxmlformats.org/officeDocument/2006/relationships/image" Target="../media/image369.png"/><Relationship Id="rId132" Type="http://schemas.openxmlformats.org/officeDocument/2006/relationships/customXml" Target="../ink/ink376.xml"/><Relationship Id="rId153" Type="http://schemas.openxmlformats.org/officeDocument/2006/relationships/image" Target="../media/image390.png"/><Relationship Id="rId15" Type="http://schemas.openxmlformats.org/officeDocument/2006/relationships/image" Target="../media/image321.png"/><Relationship Id="rId36" Type="http://schemas.openxmlformats.org/officeDocument/2006/relationships/customXml" Target="../ink/ink328.xml"/><Relationship Id="rId57" Type="http://schemas.openxmlformats.org/officeDocument/2006/relationships/image" Target="../media/image342.png"/><Relationship Id="rId106" Type="http://schemas.openxmlformats.org/officeDocument/2006/relationships/customXml" Target="../ink/ink363.xml"/><Relationship Id="rId127" Type="http://schemas.openxmlformats.org/officeDocument/2006/relationships/image" Target="../media/image377.png"/><Relationship Id="rId10" Type="http://schemas.openxmlformats.org/officeDocument/2006/relationships/customXml" Target="../ink/ink315.xml"/><Relationship Id="rId31" Type="http://schemas.openxmlformats.org/officeDocument/2006/relationships/image" Target="../media/image329.png"/><Relationship Id="rId52" Type="http://schemas.openxmlformats.org/officeDocument/2006/relationships/customXml" Target="../ink/ink336.xml"/><Relationship Id="rId73" Type="http://schemas.openxmlformats.org/officeDocument/2006/relationships/image" Target="../media/image350.png"/><Relationship Id="rId78" Type="http://schemas.openxmlformats.org/officeDocument/2006/relationships/customXml" Target="../ink/ink349.xml"/><Relationship Id="rId94" Type="http://schemas.openxmlformats.org/officeDocument/2006/relationships/customXml" Target="../ink/ink357.xml"/><Relationship Id="rId99" Type="http://schemas.openxmlformats.org/officeDocument/2006/relationships/image" Target="../media/image363.png"/><Relationship Id="rId101" Type="http://schemas.openxmlformats.org/officeDocument/2006/relationships/image" Target="../media/image364.png"/><Relationship Id="rId122" Type="http://schemas.openxmlformats.org/officeDocument/2006/relationships/customXml" Target="../ink/ink371.xml"/><Relationship Id="rId143" Type="http://schemas.openxmlformats.org/officeDocument/2006/relationships/image" Target="../media/image385.png"/><Relationship Id="rId148" Type="http://schemas.openxmlformats.org/officeDocument/2006/relationships/customXml" Target="../ink/ink384.xml"/><Relationship Id="rId4" Type="http://schemas.openxmlformats.org/officeDocument/2006/relationships/customXml" Target="../ink/ink312.xml"/><Relationship Id="rId9" Type="http://schemas.openxmlformats.org/officeDocument/2006/relationships/image" Target="../media/image318.png"/><Relationship Id="rId26" Type="http://schemas.openxmlformats.org/officeDocument/2006/relationships/customXml" Target="../ink/ink323.xml"/><Relationship Id="rId47" Type="http://schemas.openxmlformats.org/officeDocument/2006/relationships/image" Target="../media/image337.png"/><Relationship Id="rId68" Type="http://schemas.openxmlformats.org/officeDocument/2006/relationships/customXml" Target="../ink/ink344.xml"/><Relationship Id="rId89" Type="http://schemas.openxmlformats.org/officeDocument/2006/relationships/image" Target="../media/image358.png"/><Relationship Id="rId112" Type="http://schemas.openxmlformats.org/officeDocument/2006/relationships/customXml" Target="../ink/ink366.xml"/><Relationship Id="rId133" Type="http://schemas.openxmlformats.org/officeDocument/2006/relationships/image" Target="../media/image380.png"/><Relationship Id="rId154" Type="http://schemas.openxmlformats.org/officeDocument/2006/relationships/customXml" Target="../ink/ink387.xml"/><Relationship Id="rId16" Type="http://schemas.openxmlformats.org/officeDocument/2006/relationships/customXml" Target="../ink/ink318.xml"/><Relationship Id="rId37" Type="http://schemas.openxmlformats.org/officeDocument/2006/relationships/image" Target="../media/image332.png"/><Relationship Id="rId58" Type="http://schemas.openxmlformats.org/officeDocument/2006/relationships/customXml" Target="../ink/ink339.xml"/><Relationship Id="rId79" Type="http://schemas.openxmlformats.org/officeDocument/2006/relationships/image" Target="../media/image353.png"/><Relationship Id="rId102" Type="http://schemas.openxmlformats.org/officeDocument/2006/relationships/customXml" Target="../ink/ink361.xml"/><Relationship Id="rId123" Type="http://schemas.openxmlformats.org/officeDocument/2006/relationships/image" Target="../media/image375.png"/><Relationship Id="rId144" Type="http://schemas.openxmlformats.org/officeDocument/2006/relationships/customXml" Target="../ink/ink382.xml"/><Relationship Id="rId90" Type="http://schemas.openxmlformats.org/officeDocument/2006/relationships/customXml" Target="../ink/ink355.xml"/><Relationship Id="rId27" Type="http://schemas.openxmlformats.org/officeDocument/2006/relationships/image" Target="../media/image327.png"/><Relationship Id="rId48" Type="http://schemas.openxmlformats.org/officeDocument/2006/relationships/customXml" Target="../ink/ink334.xml"/><Relationship Id="rId69" Type="http://schemas.openxmlformats.org/officeDocument/2006/relationships/image" Target="../media/image348.png"/><Relationship Id="rId113" Type="http://schemas.openxmlformats.org/officeDocument/2006/relationships/image" Target="../media/image370.png"/><Relationship Id="rId134" Type="http://schemas.openxmlformats.org/officeDocument/2006/relationships/customXml" Target="../ink/ink377.xml"/><Relationship Id="rId80" Type="http://schemas.openxmlformats.org/officeDocument/2006/relationships/customXml" Target="../ink/ink350.xml"/><Relationship Id="rId155" Type="http://schemas.openxmlformats.org/officeDocument/2006/relationships/image" Target="../media/image39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ap.github.io/cloud-sdk/docs/js/getting-starte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7.png"/><Relationship Id="rId4" Type="http://schemas.openxmlformats.org/officeDocument/2006/relationships/hyperlink" Target="http://www.dribbble.com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jpeg"/><Relationship Id="rId3" Type="http://schemas.openxmlformats.org/officeDocument/2006/relationships/image" Target="../media/image398.jpeg"/><Relationship Id="rId7" Type="http://schemas.openxmlformats.org/officeDocument/2006/relationships/image" Target="../media/image40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1.tiff"/><Relationship Id="rId5" Type="http://schemas.openxmlformats.org/officeDocument/2006/relationships/image" Target="../media/image400.tiff"/><Relationship Id="rId4" Type="http://schemas.openxmlformats.org/officeDocument/2006/relationships/image" Target="../media/image399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19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19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Scenario 1: UI Extension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S4 Cloud SDK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Scenario 2: CAP extension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 UI Extensibility </a:t>
            </a:r>
          </a:p>
        </p:txBody>
      </p:sp>
      <p:pic>
        <p:nvPicPr>
          <p:cNvPr id="5122" name="Picture 2" descr="Solution%20Diagram">
            <a:extLst>
              <a:ext uri="{FF2B5EF4-FFF2-40B4-BE49-F238E27FC236}">
                <a16:creationId xmlns:a16="http://schemas.microsoft.com/office/drawing/2014/main" id="{CA945781-1D56-EEF3-83EC-7FE5D0E53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36" y="980728"/>
            <a:ext cx="10126861" cy="550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72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8D35-9FED-A89C-9A73-4EEA2327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Classic ABAP dev with standard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B8CA213-1497-FD55-8B1D-5E7C6C76AD31}"/>
                  </a:ext>
                </a:extLst>
              </p14:cNvPr>
              <p14:cNvContentPartPr/>
              <p14:nvPr/>
            </p14:nvContentPartPr>
            <p14:xfrm>
              <a:off x="3071318" y="1302623"/>
              <a:ext cx="16200" cy="70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B8CA213-1497-FD55-8B1D-5E7C6C76AD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2678" y="1293623"/>
                <a:ext cx="338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4E830BC-74D3-4479-4650-AFC2092A8803}"/>
                  </a:ext>
                </a:extLst>
              </p14:cNvPr>
              <p14:cNvContentPartPr/>
              <p14:nvPr/>
            </p14:nvContentPartPr>
            <p14:xfrm>
              <a:off x="377078" y="1139543"/>
              <a:ext cx="260280" cy="3330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4E830BC-74D3-4479-4650-AFC2092A88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438" y="1130903"/>
                <a:ext cx="2779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D4E826D-DA00-A4B0-8599-7A8C78C1B31F}"/>
                  </a:ext>
                </a:extLst>
              </p14:cNvPr>
              <p14:cNvContentPartPr/>
              <p14:nvPr/>
            </p14:nvContentPartPr>
            <p14:xfrm>
              <a:off x="466358" y="1314863"/>
              <a:ext cx="83520" cy="11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D4E826D-DA00-A4B0-8599-7A8C78C1B3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358" y="1306223"/>
                <a:ext cx="1011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08D074E-580D-21F1-8D65-7FA083DA3E51}"/>
                  </a:ext>
                </a:extLst>
              </p14:cNvPr>
              <p14:cNvContentPartPr/>
              <p14:nvPr/>
            </p14:nvContentPartPr>
            <p14:xfrm>
              <a:off x="1022558" y="1003103"/>
              <a:ext cx="199080" cy="4017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08D074E-580D-21F1-8D65-7FA083DA3E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3918" y="994463"/>
                <a:ext cx="21672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68499B7-2B5E-80B4-A8D1-1EC46B746966}"/>
                  </a:ext>
                </a:extLst>
              </p14:cNvPr>
              <p14:cNvContentPartPr/>
              <p14:nvPr/>
            </p14:nvContentPartPr>
            <p14:xfrm>
              <a:off x="1655798" y="1067183"/>
              <a:ext cx="232200" cy="477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68499B7-2B5E-80B4-A8D1-1EC46B74696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47158" y="1058543"/>
                <a:ext cx="24984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6DB53-F1BF-41B1-3843-43A1282AFA5D}"/>
                  </a:ext>
                </a:extLst>
              </p14:cNvPr>
              <p14:cNvContentPartPr/>
              <p14:nvPr/>
            </p14:nvContentPartPr>
            <p14:xfrm>
              <a:off x="8235518" y="189122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6DB53-F1BF-41B1-3843-43A1282AFA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26878" y="188258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20E348-E94A-1FCC-8F91-4AAA9870C614}"/>
                  </a:ext>
                </a:extLst>
              </p14:cNvPr>
              <p14:cNvContentPartPr/>
              <p14:nvPr/>
            </p14:nvContentPartPr>
            <p14:xfrm>
              <a:off x="8749598" y="1432583"/>
              <a:ext cx="250200" cy="209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20E348-E94A-1FCC-8F91-4AAA9870C6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40598" y="1423943"/>
                <a:ext cx="267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3812CA-CA1C-1AD6-14D7-A1E6B1A46F8C}"/>
                  </a:ext>
                </a:extLst>
              </p14:cNvPr>
              <p14:cNvContentPartPr/>
              <p14:nvPr/>
            </p14:nvContentPartPr>
            <p14:xfrm>
              <a:off x="9068558" y="1429343"/>
              <a:ext cx="7200" cy="172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3812CA-CA1C-1AD6-14D7-A1E6B1A46F8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59918" y="1420703"/>
                <a:ext cx="248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0570FA-B173-A517-2300-2A6CC9376FED}"/>
                  </a:ext>
                </a:extLst>
              </p14:cNvPr>
              <p14:cNvContentPartPr/>
              <p14:nvPr/>
            </p14:nvContentPartPr>
            <p14:xfrm>
              <a:off x="9021038" y="1415663"/>
              <a:ext cx="298800" cy="225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0570FA-B173-A517-2300-2A6CC9376F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12398" y="1406663"/>
                <a:ext cx="3164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DFB362-7818-5107-F90E-4B902EDD5FEE}"/>
                  </a:ext>
                </a:extLst>
              </p14:cNvPr>
              <p14:cNvContentPartPr/>
              <p14:nvPr/>
            </p14:nvContentPartPr>
            <p14:xfrm>
              <a:off x="9484358" y="1513943"/>
              <a:ext cx="72360" cy="2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DFB362-7818-5107-F90E-4B902EDD5FE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75358" y="1504943"/>
                <a:ext cx="900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7C91B1F-AA2D-6271-964C-9286D8998095}"/>
                  </a:ext>
                </a:extLst>
              </p14:cNvPr>
              <p14:cNvContentPartPr/>
              <p14:nvPr/>
            </p14:nvContentPartPr>
            <p14:xfrm>
              <a:off x="9833198" y="1348343"/>
              <a:ext cx="95040" cy="342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7C91B1F-AA2D-6271-964C-9286D899809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24558" y="1339343"/>
                <a:ext cx="112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C025CC-9084-1FF4-21F4-6CB64084BDA7}"/>
                  </a:ext>
                </a:extLst>
              </p14:cNvPr>
              <p14:cNvContentPartPr/>
              <p14:nvPr/>
            </p14:nvContentPartPr>
            <p14:xfrm>
              <a:off x="9801518" y="1491623"/>
              <a:ext cx="370800" cy="97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C025CC-9084-1FF4-21F4-6CB64084BDA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92518" y="1482983"/>
                <a:ext cx="3884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0FE377-C4EE-BAF9-CF17-3E3F6D46D8E2}"/>
                  </a:ext>
                </a:extLst>
              </p14:cNvPr>
              <p14:cNvContentPartPr/>
              <p14:nvPr/>
            </p14:nvContentPartPr>
            <p14:xfrm>
              <a:off x="10358078" y="1603943"/>
              <a:ext cx="19440" cy="42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0FE377-C4EE-BAF9-CF17-3E3F6D46D8E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49438" y="1595303"/>
                <a:ext cx="370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ED841DC-B51F-CDCE-6C0C-20B4E865F6F6}"/>
                  </a:ext>
                </a:extLst>
              </p14:cNvPr>
              <p14:cNvContentPartPr/>
              <p14:nvPr/>
            </p14:nvContentPartPr>
            <p14:xfrm>
              <a:off x="10461398" y="1468583"/>
              <a:ext cx="148680" cy="154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ED841DC-B51F-CDCE-6C0C-20B4E865F6F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52758" y="1459943"/>
                <a:ext cx="1663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AC7E27F-1540-AFF5-FEE0-D2C96E278A0C}"/>
                  </a:ext>
                </a:extLst>
              </p14:cNvPr>
              <p14:cNvContentPartPr/>
              <p14:nvPr/>
            </p14:nvContentPartPr>
            <p14:xfrm>
              <a:off x="10677758" y="1375703"/>
              <a:ext cx="45000" cy="196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AC7E27F-1540-AFF5-FEE0-D2C96E278A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68758" y="1367063"/>
                <a:ext cx="626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EF1B1A-3E4D-BB03-8FF3-9B4C7FA7E6DF}"/>
                  </a:ext>
                </a:extLst>
              </p14:cNvPr>
              <p14:cNvContentPartPr/>
              <p14:nvPr/>
            </p14:nvContentPartPr>
            <p14:xfrm>
              <a:off x="10758758" y="1432583"/>
              <a:ext cx="457920" cy="162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EF1B1A-3E4D-BB03-8FF3-9B4C7FA7E6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50118" y="1423583"/>
                <a:ext cx="4755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10CA93-13D5-1C7B-5BF6-6EBEC5EC2574}"/>
                  </a:ext>
                </a:extLst>
              </p14:cNvPr>
              <p14:cNvContentPartPr/>
              <p14:nvPr/>
            </p14:nvContentPartPr>
            <p14:xfrm>
              <a:off x="11311358" y="1552823"/>
              <a:ext cx="18720" cy="61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10CA93-13D5-1C7B-5BF6-6EBEC5EC257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302718" y="1544183"/>
                <a:ext cx="363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75D9E7-F2DA-5740-D274-3435DCFD0A70}"/>
                  </a:ext>
                </a:extLst>
              </p14:cNvPr>
              <p14:cNvContentPartPr/>
              <p14:nvPr/>
            </p14:nvContentPartPr>
            <p14:xfrm>
              <a:off x="11410718" y="1408463"/>
              <a:ext cx="113400" cy="193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75D9E7-F2DA-5740-D274-3435DCFD0A7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402078" y="1399463"/>
                <a:ext cx="1310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78DD7B4-A8A6-E4A2-0725-98F1C5E66A0B}"/>
                  </a:ext>
                </a:extLst>
              </p14:cNvPr>
              <p14:cNvContentPartPr/>
              <p14:nvPr/>
            </p14:nvContentPartPr>
            <p14:xfrm>
              <a:off x="11589638" y="1429343"/>
              <a:ext cx="101880" cy="147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78DD7B4-A8A6-E4A2-0725-98F1C5E66A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580638" y="1420343"/>
                <a:ext cx="1195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FD46A3C-2D6D-0D44-0547-81D00E48FBDA}"/>
                  </a:ext>
                </a:extLst>
              </p14:cNvPr>
              <p14:cNvContentPartPr/>
              <p14:nvPr/>
            </p14:nvContentPartPr>
            <p14:xfrm>
              <a:off x="11607638" y="1509983"/>
              <a:ext cx="91800" cy="30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FD46A3C-2D6D-0D44-0547-81D00E48FBD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598638" y="1501343"/>
                <a:ext cx="1094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13F7F4-8994-8608-8592-7BBC43C72924}"/>
                  </a:ext>
                </a:extLst>
              </p14:cNvPr>
              <p14:cNvContentPartPr/>
              <p14:nvPr/>
            </p14:nvContentPartPr>
            <p14:xfrm>
              <a:off x="11753798" y="1437983"/>
              <a:ext cx="98280" cy="156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13F7F4-8994-8608-8592-7BBC43C7292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744798" y="1428983"/>
                <a:ext cx="1159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FFF481B-7B63-5E52-7BA2-E0782EC9C5DF}"/>
                  </a:ext>
                </a:extLst>
              </p14:cNvPr>
              <p14:cNvContentPartPr/>
              <p14:nvPr/>
            </p14:nvContentPartPr>
            <p14:xfrm>
              <a:off x="11970878" y="1434023"/>
              <a:ext cx="16200" cy="121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FFF481B-7B63-5E52-7BA2-E0782EC9C5D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961878" y="1425023"/>
                <a:ext cx="338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29BCA26-D9E4-EA72-8E20-808418DE3EB9}"/>
                  </a:ext>
                </a:extLst>
              </p14:cNvPr>
              <p14:cNvContentPartPr/>
              <p14:nvPr/>
            </p14:nvContentPartPr>
            <p14:xfrm>
              <a:off x="8078918" y="1246103"/>
              <a:ext cx="19080" cy="219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29BCA26-D9E4-EA72-8E20-808418DE3E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70278" y="1237463"/>
                <a:ext cx="367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E2F50D8-F668-109E-48A5-F919963E5B58}"/>
                  </a:ext>
                </a:extLst>
              </p14:cNvPr>
              <p14:cNvContentPartPr/>
              <p14:nvPr/>
            </p14:nvContentPartPr>
            <p14:xfrm>
              <a:off x="4360838" y="875663"/>
              <a:ext cx="409680" cy="2466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E2F50D8-F668-109E-48A5-F919963E5B5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52198" y="867023"/>
                <a:ext cx="4273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EAA4D25-AED4-DE92-A735-3602D2DFBC82}"/>
                  </a:ext>
                </a:extLst>
              </p14:cNvPr>
              <p14:cNvContentPartPr/>
              <p14:nvPr/>
            </p14:nvContentPartPr>
            <p14:xfrm>
              <a:off x="4867718" y="924983"/>
              <a:ext cx="237960" cy="189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EAA4D25-AED4-DE92-A735-3602D2DFBC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59078" y="916343"/>
                <a:ext cx="2556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4BC9BE6-F284-AD23-4384-4067AD8637BA}"/>
                  </a:ext>
                </a:extLst>
              </p14:cNvPr>
              <p14:cNvContentPartPr/>
              <p14:nvPr/>
            </p14:nvContentPartPr>
            <p14:xfrm>
              <a:off x="5174078" y="919583"/>
              <a:ext cx="290880" cy="347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4BC9BE6-F284-AD23-4384-4067AD8637B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65078" y="910583"/>
                <a:ext cx="30852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2D099D7-6415-EF2B-BA8F-85C3F199F060}"/>
                  </a:ext>
                </a:extLst>
              </p14:cNvPr>
              <p14:cNvContentPartPr/>
              <p14:nvPr/>
            </p14:nvContentPartPr>
            <p14:xfrm>
              <a:off x="5523998" y="906263"/>
              <a:ext cx="81720" cy="322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2D099D7-6415-EF2B-BA8F-85C3F199F06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14998" y="897263"/>
                <a:ext cx="993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02BBD2D-25F1-AC3D-9DE1-C4F84F8F935C}"/>
                  </a:ext>
                </a:extLst>
              </p14:cNvPr>
              <p14:cNvContentPartPr/>
              <p14:nvPr/>
            </p14:nvContentPartPr>
            <p14:xfrm>
              <a:off x="5742878" y="932543"/>
              <a:ext cx="82440" cy="1400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02BBD2D-25F1-AC3D-9DE1-C4F84F8F935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34238" y="923543"/>
                <a:ext cx="1000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E32DD84-FAA9-475C-341C-4375A6713578}"/>
                  </a:ext>
                </a:extLst>
              </p14:cNvPr>
              <p14:cNvContentPartPr/>
              <p14:nvPr/>
            </p14:nvContentPartPr>
            <p14:xfrm>
              <a:off x="5898758" y="905903"/>
              <a:ext cx="101520" cy="170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E32DD84-FAA9-475C-341C-4375A671357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89758" y="896903"/>
                <a:ext cx="1191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D28577A-C77E-38A2-C6C9-D4EE0CECE19D}"/>
                  </a:ext>
                </a:extLst>
              </p14:cNvPr>
              <p14:cNvContentPartPr/>
              <p14:nvPr/>
            </p14:nvContentPartPr>
            <p14:xfrm>
              <a:off x="6164798" y="980783"/>
              <a:ext cx="53640" cy="90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D28577A-C77E-38A2-C6C9-D4EE0CECE19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56158" y="971783"/>
                <a:ext cx="712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8EA866C-1A0A-D7DF-6628-E849464CA4D1}"/>
                  </a:ext>
                </a:extLst>
              </p14:cNvPr>
              <p14:cNvContentPartPr/>
              <p14:nvPr/>
            </p14:nvContentPartPr>
            <p14:xfrm>
              <a:off x="6456038" y="851183"/>
              <a:ext cx="231840" cy="240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8EA866C-1A0A-D7DF-6628-E849464CA4D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47038" y="842183"/>
                <a:ext cx="2494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88D3143-BB96-D660-BEDC-6F9F63081531}"/>
                  </a:ext>
                </a:extLst>
              </p14:cNvPr>
              <p14:cNvContentPartPr/>
              <p14:nvPr/>
            </p14:nvContentPartPr>
            <p14:xfrm>
              <a:off x="6540638" y="971423"/>
              <a:ext cx="147600" cy="244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88D3143-BB96-D660-BEDC-6F9F6308153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31998" y="962423"/>
                <a:ext cx="1652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66C19B2-4422-02A3-6D68-9F04CD2D2AD9}"/>
                  </a:ext>
                </a:extLst>
              </p14:cNvPr>
              <p14:cNvContentPartPr/>
              <p14:nvPr/>
            </p14:nvContentPartPr>
            <p14:xfrm>
              <a:off x="6789038" y="1008143"/>
              <a:ext cx="32760" cy="1278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66C19B2-4422-02A3-6D68-9F04CD2D2AD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80398" y="999503"/>
                <a:ext cx="504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CDDBFC7-7577-9B33-3D94-24781DE4ECD2}"/>
                  </a:ext>
                </a:extLst>
              </p14:cNvPr>
              <p14:cNvContentPartPr/>
              <p14:nvPr/>
            </p14:nvContentPartPr>
            <p14:xfrm>
              <a:off x="7045358" y="862343"/>
              <a:ext cx="177120" cy="3261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CDDBFC7-7577-9B33-3D94-24781DE4ECD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36718" y="853343"/>
                <a:ext cx="19476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F594174-2DB0-7C9D-6A9F-80F8B59728E7}"/>
              </a:ext>
            </a:extLst>
          </p:cNvPr>
          <p:cNvGrpSpPr/>
          <p:nvPr/>
        </p:nvGrpSpPr>
        <p:grpSpPr>
          <a:xfrm>
            <a:off x="4820558" y="1271303"/>
            <a:ext cx="245520" cy="371160"/>
            <a:chOff x="4820558" y="1271303"/>
            <a:chExt cx="2455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E1A3411-D889-D898-1F8F-61FCDEAF14BF}"/>
                    </a:ext>
                  </a:extLst>
                </p14:cNvPr>
                <p14:cNvContentPartPr/>
                <p14:nvPr/>
              </p14:nvContentPartPr>
              <p14:xfrm>
                <a:off x="4942598" y="1271303"/>
                <a:ext cx="28080" cy="320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E1A3411-D889-D898-1F8F-61FCDEAF14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33958" y="1262303"/>
                  <a:ext cx="457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1780B2-731E-8245-C987-391189CC9EBD}"/>
                    </a:ext>
                  </a:extLst>
                </p14:cNvPr>
                <p14:cNvContentPartPr/>
                <p14:nvPr/>
              </p14:nvContentPartPr>
              <p14:xfrm>
                <a:off x="4820558" y="1521503"/>
                <a:ext cx="245520" cy="120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1780B2-731E-8245-C987-391189CC9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11558" y="1512863"/>
                  <a:ext cx="2631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0D59CDD-6DA7-DE73-A50F-C7F8A4DD44F5}"/>
              </a:ext>
            </a:extLst>
          </p:cNvPr>
          <p:cNvGrpSpPr/>
          <p:nvPr/>
        </p:nvGrpSpPr>
        <p:grpSpPr>
          <a:xfrm>
            <a:off x="709358" y="1809503"/>
            <a:ext cx="10839600" cy="5005440"/>
            <a:chOff x="709358" y="1809503"/>
            <a:chExt cx="10839600" cy="50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9FB6EF-D384-9D8F-AF33-D3CCF221E935}"/>
                    </a:ext>
                  </a:extLst>
                </p14:cNvPr>
                <p14:cNvContentPartPr/>
                <p14:nvPr/>
              </p14:nvContentPartPr>
              <p14:xfrm>
                <a:off x="8298518" y="6256583"/>
                <a:ext cx="6480" cy="158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9FB6EF-D384-9D8F-AF33-D3CCF221E9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89518" y="6247583"/>
                  <a:ext cx="24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A2CBAE-486C-FFFD-CB7E-80839DEBF7E0}"/>
                    </a:ext>
                  </a:extLst>
                </p14:cNvPr>
                <p14:cNvContentPartPr/>
                <p14:nvPr/>
              </p14:nvContentPartPr>
              <p14:xfrm>
                <a:off x="3072398" y="2029103"/>
                <a:ext cx="2880" cy="23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A2CBAE-486C-FFFD-CB7E-80839DEBF7E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63758" y="2020103"/>
                  <a:ext cx="20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91B700-567E-5966-4B92-9E2B6DCB01DF}"/>
                    </a:ext>
                  </a:extLst>
                </p14:cNvPr>
                <p14:cNvContentPartPr/>
                <p14:nvPr/>
              </p14:nvContentPartPr>
              <p14:xfrm>
                <a:off x="3126398" y="2254463"/>
                <a:ext cx="18000" cy="15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91B700-567E-5966-4B92-9E2B6DCB01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17398" y="2245823"/>
                  <a:ext cx="35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FB3CD7-16EE-6AD1-D629-129ACD7F0CBE}"/>
                    </a:ext>
                  </a:extLst>
                </p14:cNvPr>
                <p14:cNvContentPartPr/>
                <p14:nvPr/>
              </p14:nvContentPartPr>
              <p14:xfrm>
                <a:off x="3074558" y="2611583"/>
                <a:ext cx="25560" cy="35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FB3CD7-16EE-6AD1-D629-129ACD7F0C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65558" y="2602583"/>
                  <a:ext cx="43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CBC07F-0A57-6018-E706-36B75596B1F4}"/>
                    </a:ext>
                  </a:extLst>
                </p14:cNvPr>
                <p14:cNvContentPartPr/>
                <p14:nvPr/>
              </p14:nvContentPartPr>
              <p14:xfrm>
                <a:off x="3118478" y="3306743"/>
                <a:ext cx="22680" cy="12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CBC07F-0A57-6018-E706-36B75596B1F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09838" y="3297743"/>
                  <a:ext cx="40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034C18-194F-E75A-30A3-3DA5FF5C80A9}"/>
                    </a:ext>
                  </a:extLst>
                </p14:cNvPr>
                <p14:cNvContentPartPr/>
                <p14:nvPr/>
              </p14:nvContentPartPr>
              <p14:xfrm>
                <a:off x="3212798" y="4145903"/>
                <a:ext cx="360" cy="10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034C18-194F-E75A-30A3-3DA5FF5C80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03798" y="4137263"/>
                  <a:ext cx="18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A78B9F-2B43-CE4C-7B8A-9C073757E85F}"/>
                    </a:ext>
                  </a:extLst>
                </p14:cNvPr>
                <p14:cNvContentPartPr/>
                <p14:nvPr/>
              </p14:nvContentPartPr>
              <p14:xfrm>
                <a:off x="3331598" y="5235623"/>
                <a:ext cx="360" cy="286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A78B9F-2B43-CE4C-7B8A-9C073757E8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22958" y="5226983"/>
                  <a:ext cx="18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3634FC-DF3B-E72A-607C-271226D20C2D}"/>
                    </a:ext>
                  </a:extLst>
                </p14:cNvPr>
                <p14:cNvContentPartPr/>
                <p14:nvPr/>
              </p14:nvContentPartPr>
              <p14:xfrm>
                <a:off x="3315038" y="5642783"/>
                <a:ext cx="37440" cy="1143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3634FC-DF3B-E72A-607C-271226D20C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06038" y="5633783"/>
                  <a:ext cx="55080" cy="11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578CFA-55D1-42E7-B05E-109DB81B72FA}"/>
                    </a:ext>
                  </a:extLst>
                </p14:cNvPr>
                <p14:cNvContentPartPr/>
                <p14:nvPr/>
              </p14:nvContentPartPr>
              <p14:xfrm>
                <a:off x="3237638" y="4500143"/>
                <a:ext cx="32400" cy="339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578CFA-55D1-42E7-B05E-109DB81B72F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28998" y="4491503"/>
                  <a:ext cx="500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6FA9C8-1016-6261-A686-5A35BF71DBC4}"/>
                    </a:ext>
                  </a:extLst>
                </p14:cNvPr>
                <p14:cNvContentPartPr/>
                <p14:nvPr/>
              </p14:nvContentPartPr>
              <p14:xfrm>
                <a:off x="709358" y="2040263"/>
                <a:ext cx="207360" cy="328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6FA9C8-1016-6261-A686-5A35BF71DBC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0718" y="2031623"/>
                  <a:ext cx="225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2FEFAB-832F-5701-4B5E-BC5C12CADFB5}"/>
                    </a:ext>
                  </a:extLst>
                </p14:cNvPr>
                <p14:cNvContentPartPr/>
                <p14:nvPr/>
              </p14:nvContentPartPr>
              <p14:xfrm>
                <a:off x="1013558" y="2178503"/>
                <a:ext cx="291600" cy="269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2FEFAB-832F-5701-4B5E-BC5C12CADFB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4558" y="2169863"/>
                  <a:ext cx="3092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CEC83C-FEEC-DE0C-E687-42E8EA837A09}"/>
                    </a:ext>
                  </a:extLst>
                </p14:cNvPr>
                <p14:cNvContentPartPr/>
                <p14:nvPr/>
              </p14:nvContentPartPr>
              <p14:xfrm>
                <a:off x="730598" y="3005423"/>
                <a:ext cx="216360" cy="36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CEC83C-FEEC-DE0C-E687-42E8EA837A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1598" y="2996423"/>
                  <a:ext cx="2340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ECD277-3EE9-13F8-D941-CD7048F77BD1}"/>
                    </a:ext>
                  </a:extLst>
                </p14:cNvPr>
                <p14:cNvContentPartPr/>
                <p14:nvPr/>
              </p14:nvContentPartPr>
              <p14:xfrm>
                <a:off x="989438" y="3032063"/>
                <a:ext cx="50040" cy="249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ECD277-3EE9-13F8-D941-CD7048F77BD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438" y="3023063"/>
                  <a:ext cx="67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B2F9944-3145-F883-196A-E637C3ED70DA}"/>
                    </a:ext>
                  </a:extLst>
                </p14:cNvPr>
                <p14:cNvContentPartPr/>
                <p14:nvPr/>
              </p14:nvContentPartPr>
              <p14:xfrm>
                <a:off x="1263398" y="3037823"/>
                <a:ext cx="195840" cy="245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B2F9944-3145-F883-196A-E637C3ED70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54758" y="3028823"/>
                  <a:ext cx="213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B08F0FE-AFCF-4B03-264C-8E31400C1C94}"/>
                    </a:ext>
                  </a:extLst>
                </p14:cNvPr>
                <p14:cNvContentPartPr/>
                <p14:nvPr/>
              </p14:nvContentPartPr>
              <p14:xfrm>
                <a:off x="1558958" y="3023423"/>
                <a:ext cx="32040" cy="295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B08F0FE-AFCF-4B03-264C-8E31400C1C9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50318" y="3014423"/>
                  <a:ext cx="49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CC898A-E7CE-D35A-BC7A-BE4189621DDF}"/>
                    </a:ext>
                  </a:extLst>
                </p14:cNvPr>
                <p14:cNvContentPartPr/>
                <p14:nvPr/>
              </p14:nvContentPartPr>
              <p14:xfrm>
                <a:off x="1574078" y="3231503"/>
                <a:ext cx="190440" cy="23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CC898A-E7CE-D35A-BC7A-BE4189621D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65438" y="3222503"/>
                  <a:ext cx="208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BD3C6D-FE0B-70CD-9E3D-EEF7FB9C220B}"/>
                    </a:ext>
                  </a:extLst>
                </p14:cNvPr>
                <p14:cNvContentPartPr/>
                <p14:nvPr/>
              </p14:nvContentPartPr>
              <p14:xfrm>
                <a:off x="1556438" y="3088943"/>
                <a:ext cx="145800" cy="36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BD3C6D-FE0B-70CD-9E3D-EEF7FB9C22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47438" y="3079943"/>
                  <a:ext cx="163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9653AC-8A66-DB37-9A10-4A2C17476993}"/>
                    </a:ext>
                  </a:extLst>
                </p14:cNvPr>
                <p14:cNvContentPartPr/>
                <p14:nvPr/>
              </p14:nvContentPartPr>
              <p14:xfrm>
                <a:off x="1570478" y="2978063"/>
                <a:ext cx="135720" cy="78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9653AC-8A66-DB37-9A10-4A2C174769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61478" y="2969063"/>
                  <a:ext cx="153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9FB4D8-B080-59F2-B597-16ADD5634CC0}"/>
                    </a:ext>
                  </a:extLst>
                </p14:cNvPr>
                <p14:cNvContentPartPr/>
                <p14:nvPr/>
              </p14:nvContentPartPr>
              <p14:xfrm>
                <a:off x="1979798" y="3074543"/>
                <a:ext cx="43560" cy="21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9FB4D8-B080-59F2-B597-16ADD5634CC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71158" y="3065903"/>
                  <a:ext cx="61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C09D26-6D74-40E5-3B52-45E716EBA696}"/>
                    </a:ext>
                  </a:extLst>
                </p14:cNvPr>
                <p14:cNvContentPartPr/>
                <p14:nvPr/>
              </p14:nvContentPartPr>
              <p14:xfrm>
                <a:off x="2010038" y="2918663"/>
                <a:ext cx="158400" cy="162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C09D26-6D74-40E5-3B52-45E716EBA6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01398" y="2910023"/>
                  <a:ext cx="176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AA1C55-5E6A-4003-4252-83780737693F}"/>
                    </a:ext>
                  </a:extLst>
                </p14:cNvPr>
                <p14:cNvContentPartPr/>
                <p14:nvPr/>
              </p14:nvContentPartPr>
              <p14:xfrm>
                <a:off x="2037758" y="3137543"/>
                <a:ext cx="212760" cy="3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AA1C55-5E6A-4003-4252-8378073769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28758" y="3128903"/>
                  <a:ext cx="230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28F09D-54A8-3E5D-0C30-B25F22585276}"/>
                    </a:ext>
                  </a:extLst>
                </p14:cNvPr>
                <p14:cNvContentPartPr/>
                <p14:nvPr/>
              </p14:nvContentPartPr>
              <p14:xfrm>
                <a:off x="743198" y="3688343"/>
                <a:ext cx="950760" cy="612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28F09D-54A8-3E5D-0C30-B25F2258527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58" y="3679343"/>
                  <a:ext cx="96840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0283122-12B2-EFD8-F220-628E939B0C93}"/>
                    </a:ext>
                  </a:extLst>
                </p14:cNvPr>
                <p14:cNvContentPartPr/>
                <p14:nvPr/>
              </p14:nvContentPartPr>
              <p14:xfrm>
                <a:off x="750038" y="4622183"/>
                <a:ext cx="964800" cy="613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0283122-12B2-EFD8-F220-628E939B0C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1398" y="4613183"/>
                  <a:ext cx="98244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BDE7A8-90E4-A11C-2349-24D59D26E524}"/>
                    </a:ext>
                  </a:extLst>
                </p14:cNvPr>
                <p14:cNvContentPartPr/>
                <p14:nvPr/>
              </p14:nvContentPartPr>
              <p14:xfrm>
                <a:off x="785678" y="5434703"/>
                <a:ext cx="1079640" cy="682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BDE7A8-90E4-A11C-2349-24D59D26E5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6678" y="5425703"/>
                  <a:ext cx="109728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5D9946-D98B-CD94-3FF6-4756DD149448}"/>
                    </a:ext>
                  </a:extLst>
                </p14:cNvPr>
                <p14:cNvContentPartPr/>
                <p14:nvPr/>
              </p14:nvContentPartPr>
              <p14:xfrm>
                <a:off x="889718" y="6292943"/>
                <a:ext cx="1029600" cy="52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5D9946-D98B-CD94-3FF6-4756DD14944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1078" y="6283943"/>
                  <a:ext cx="104724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263883-73A2-A886-D3BF-A8AB4455BF09}"/>
                    </a:ext>
                  </a:extLst>
                </p14:cNvPr>
                <p14:cNvContentPartPr/>
                <p14:nvPr/>
              </p14:nvContentPartPr>
              <p14:xfrm>
                <a:off x="1327478" y="4077143"/>
                <a:ext cx="130680" cy="98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263883-73A2-A886-D3BF-A8AB4455BF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18478" y="4068143"/>
                  <a:ext cx="148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8E9A116-549F-61A2-4F06-4F4D91BD185D}"/>
                    </a:ext>
                  </a:extLst>
                </p14:cNvPr>
                <p14:cNvContentPartPr/>
                <p14:nvPr/>
              </p14:nvContentPartPr>
              <p14:xfrm>
                <a:off x="1465358" y="4972463"/>
                <a:ext cx="104400" cy="127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8E9A116-549F-61A2-4F06-4F4D91BD185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56718" y="4963823"/>
                  <a:ext cx="122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325BEE-A424-7459-182B-BA6C6351CE48}"/>
                    </a:ext>
                  </a:extLst>
                </p14:cNvPr>
                <p14:cNvContentPartPr/>
                <p14:nvPr/>
              </p14:nvContentPartPr>
              <p14:xfrm>
                <a:off x="1578398" y="5818103"/>
                <a:ext cx="100440" cy="9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325BEE-A424-7459-182B-BA6C6351CE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69758" y="5809103"/>
                  <a:ext cx="118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976075-5608-2B9E-695A-5D952B12A9A5}"/>
                    </a:ext>
                  </a:extLst>
                </p14:cNvPr>
                <p14:cNvContentPartPr/>
                <p14:nvPr/>
              </p14:nvContentPartPr>
              <p14:xfrm>
                <a:off x="1642118" y="6588503"/>
                <a:ext cx="91440" cy="7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976075-5608-2B9E-695A-5D952B12A9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33118" y="6579863"/>
                  <a:ext cx="109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DC73B3-3AFF-4A1F-4942-17C96736B7AC}"/>
                    </a:ext>
                  </a:extLst>
                </p14:cNvPr>
                <p14:cNvContentPartPr/>
                <p14:nvPr/>
              </p14:nvContentPartPr>
              <p14:xfrm>
                <a:off x="9354758" y="2254463"/>
                <a:ext cx="1675440" cy="510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DC73B3-3AFF-4A1F-4942-17C96736B7A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46118" y="2245823"/>
                  <a:ext cx="169308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EC3F2C-4800-B01E-C215-A2CC9C4C3E52}"/>
                    </a:ext>
                  </a:extLst>
                </p14:cNvPr>
                <p14:cNvContentPartPr/>
                <p14:nvPr/>
              </p14:nvContentPartPr>
              <p14:xfrm>
                <a:off x="9331718" y="2059703"/>
                <a:ext cx="1881360" cy="538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EC3F2C-4800-B01E-C215-A2CC9C4C3E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3078" y="2051063"/>
                  <a:ext cx="18990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98BF95-A625-1A49-87A0-B1B7DA69E649}"/>
                    </a:ext>
                  </a:extLst>
                </p14:cNvPr>
                <p14:cNvContentPartPr/>
                <p14:nvPr/>
              </p14:nvContentPartPr>
              <p14:xfrm>
                <a:off x="9463118" y="3125303"/>
                <a:ext cx="82800" cy="39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98BF95-A625-1A49-87A0-B1B7DA69E64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54118" y="3116303"/>
                  <a:ext cx="1004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33490C-1FF2-3C18-A80D-83B42FF270F9}"/>
                    </a:ext>
                  </a:extLst>
                </p14:cNvPr>
                <p14:cNvContentPartPr/>
                <p14:nvPr/>
              </p14:nvContentPartPr>
              <p14:xfrm>
                <a:off x="9496598" y="3012263"/>
                <a:ext cx="1907640" cy="502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33490C-1FF2-3C18-A80D-83B42FF270F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87958" y="3003623"/>
                  <a:ext cx="19252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6CECC4-63BB-63D5-D780-9E9B4EBB75B3}"/>
                    </a:ext>
                  </a:extLst>
                </p14:cNvPr>
                <p14:cNvContentPartPr/>
                <p14:nvPr/>
              </p14:nvContentPartPr>
              <p14:xfrm>
                <a:off x="9757958" y="3996863"/>
                <a:ext cx="1791000" cy="493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06CECC4-63BB-63D5-D780-9E9B4EBB75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49318" y="3987863"/>
                  <a:ext cx="18086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CEBF023-E4BE-5C08-944F-BBC2B9F30CDD}"/>
                    </a:ext>
                  </a:extLst>
                </p14:cNvPr>
                <p14:cNvContentPartPr/>
                <p14:nvPr/>
              </p14:nvContentPartPr>
              <p14:xfrm>
                <a:off x="9776678" y="4790663"/>
                <a:ext cx="1772280" cy="558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CEBF023-E4BE-5C08-944F-BBC2B9F30C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68038" y="4781663"/>
                  <a:ext cx="17899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CD807B-F175-4D7B-CF89-EF972BEA0C91}"/>
                    </a:ext>
                  </a:extLst>
                </p14:cNvPr>
                <p14:cNvContentPartPr/>
                <p14:nvPr/>
              </p14:nvContentPartPr>
              <p14:xfrm>
                <a:off x="8069198" y="1809503"/>
                <a:ext cx="4680" cy="224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CD807B-F175-4D7B-CF89-EF972BEA0C9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60198" y="1800863"/>
                  <a:ext cx="22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FC731B-6321-91E9-68AD-02B0A5CE99DF}"/>
                    </a:ext>
                  </a:extLst>
                </p14:cNvPr>
                <p14:cNvContentPartPr/>
                <p14:nvPr/>
              </p14:nvContentPartPr>
              <p14:xfrm>
                <a:off x="8091518" y="2342303"/>
                <a:ext cx="25560" cy="668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FC731B-6321-91E9-68AD-02B0A5CE99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82518" y="2333303"/>
                  <a:ext cx="4320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52116A0-DF58-0EFE-22AD-0BF7CEAF6BCE}"/>
                    </a:ext>
                  </a:extLst>
                </p14:cNvPr>
                <p14:cNvContentPartPr/>
                <p14:nvPr/>
              </p14:nvContentPartPr>
              <p14:xfrm>
                <a:off x="8056238" y="3244103"/>
                <a:ext cx="17280" cy="82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52116A0-DF58-0EFE-22AD-0BF7CEAF6BC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47238" y="3235463"/>
                  <a:ext cx="3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D7FA3B-1B3D-3488-BDA9-A20385162E1A}"/>
                    </a:ext>
                  </a:extLst>
                </p14:cNvPr>
                <p14:cNvContentPartPr/>
                <p14:nvPr/>
              </p14:nvContentPartPr>
              <p14:xfrm>
                <a:off x="8060198" y="3588623"/>
                <a:ext cx="50400" cy="868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D7FA3B-1B3D-3488-BDA9-A20385162E1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51198" y="3579623"/>
                  <a:ext cx="6804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5242C7-CFF5-2E10-7CDB-5D302A0A8DAE}"/>
                    </a:ext>
                  </a:extLst>
                </p14:cNvPr>
                <p14:cNvContentPartPr/>
                <p14:nvPr/>
              </p14:nvContentPartPr>
              <p14:xfrm>
                <a:off x="8098718" y="4615703"/>
                <a:ext cx="24840" cy="168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D5242C7-CFF5-2E10-7CDB-5D302A0A8DA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89718" y="4607063"/>
                  <a:ext cx="42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0B89F3-AEB8-ECA1-92F3-C2485FA76F50}"/>
                    </a:ext>
                  </a:extLst>
                </p14:cNvPr>
                <p14:cNvContentPartPr/>
                <p14:nvPr/>
              </p14:nvContentPartPr>
              <p14:xfrm>
                <a:off x="8073158" y="5235623"/>
                <a:ext cx="43560" cy="139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0B89F3-AEB8-ECA1-92F3-C2485FA76F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64158" y="5226983"/>
                  <a:ext cx="61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76DABB-DFD1-2969-90AC-D61C2123294C}"/>
                    </a:ext>
                  </a:extLst>
                </p14:cNvPr>
                <p14:cNvContentPartPr/>
                <p14:nvPr/>
              </p14:nvContentPartPr>
              <p14:xfrm>
                <a:off x="8166758" y="5504903"/>
                <a:ext cx="81000" cy="423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76DABB-DFD1-2969-90AC-D61C2123294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57758" y="5495903"/>
                  <a:ext cx="986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0C4198-1250-4B27-B55B-7488A51D3A70}"/>
                    </a:ext>
                  </a:extLst>
                </p14:cNvPr>
                <p14:cNvContentPartPr/>
                <p14:nvPr/>
              </p14:nvContentPartPr>
              <p14:xfrm>
                <a:off x="4396118" y="1960343"/>
                <a:ext cx="1755000" cy="1179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0C4198-1250-4B27-B55B-7488A51D3A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87478" y="1951343"/>
                  <a:ext cx="1772640" cy="1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C70355C-A0DE-011F-F665-AADCF2E92493}"/>
                    </a:ext>
                  </a:extLst>
                </p14:cNvPr>
                <p14:cNvContentPartPr/>
                <p14:nvPr/>
              </p14:nvContentPartPr>
              <p14:xfrm>
                <a:off x="4346438" y="1944863"/>
                <a:ext cx="2298960" cy="1211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C70355C-A0DE-011F-F665-AADCF2E9249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37798" y="1935863"/>
                  <a:ext cx="2316600" cy="12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07A3E16-DE4A-F85D-E14F-BB4018EE902A}"/>
                    </a:ext>
                  </a:extLst>
                </p14:cNvPr>
                <p14:cNvContentPartPr/>
                <p14:nvPr/>
              </p14:nvContentPartPr>
              <p14:xfrm>
                <a:off x="6648998" y="2391263"/>
                <a:ext cx="2717640" cy="50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07A3E16-DE4A-F85D-E14F-BB4018EE90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39998" y="2382263"/>
                  <a:ext cx="2735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B1EF506-0AB5-9C65-9F97-AA2EE658B5FC}"/>
                    </a:ext>
                  </a:extLst>
                </p14:cNvPr>
                <p14:cNvContentPartPr/>
                <p14:nvPr/>
              </p14:nvContentPartPr>
              <p14:xfrm>
                <a:off x="9191318" y="2267783"/>
                <a:ext cx="171720" cy="246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B1EF506-0AB5-9C65-9F97-AA2EE658B5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82318" y="2258783"/>
                  <a:ext cx="189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485BF4-2EBC-9EDE-5C87-D0988647CB39}"/>
                    </a:ext>
                  </a:extLst>
                </p14:cNvPr>
                <p14:cNvContentPartPr/>
                <p14:nvPr/>
              </p14:nvContentPartPr>
              <p14:xfrm>
                <a:off x="6628838" y="2418623"/>
                <a:ext cx="2717280" cy="864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485BF4-2EBC-9EDE-5C87-D0988647CB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19838" y="2409983"/>
                  <a:ext cx="27349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F1FB6BA-6DC5-F6BA-62FC-EA9D23F8D408}"/>
                    </a:ext>
                  </a:extLst>
                </p14:cNvPr>
                <p14:cNvContentPartPr/>
                <p14:nvPr/>
              </p14:nvContentPartPr>
              <p14:xfrm>
                <a:off x="9297158" y="3181823"/>
                <a:ext cx="136800" cy="173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F1FB6BA-6DC5-F6BA-62FC-EA9D23F8D40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88158" y="3173183"/>
                  <a:ext cx="154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6EA2B72-0FCC-C1F0-9143-C3A9BF15F367}"/>
                    </a:ext>
                  </a:extLst>
                </p14:cNvPr>
                <p14:cNvContentPartPr/>
                <p14:nvPr/>
              </p14:nvContentPartPr>
              <p14:xfrm>
                <a:off x="4665758" y="2222783"/>
                <a:ext cx="643320" cy="342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6EA2B72-0FCC-C1F0-9143-C3A9BF15F3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57118" y="2213783"/>
                  <a:ext cx="660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B48FE20-A11B-D4C1-798D-D0FDD3851535}"/>
                    </a:ext>
                  </a:extLst>
                </p14:cNvPr>
                <p14:cNvContentPartPr/>
                <p14:nvPr/>
              </p14:nvContentPartPr>
              <p14:xfrm>
                <a:off x="5367398" y="2297303"/>
                <a:ext cx="108000" cy="182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B48FE20-A11B-D4C1-798D-D0FDD385153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58398" y="2288303"/>
                  <a:ext cx="125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F96D8B-FA11-F7B2-45B9-E6A67B960DA2}"/>
                    </a:ext>
                  </a:extLst>
                </p14:cNvPr>
                <p14:cNvContentPartPr/>
                <p14:nvPr/>
              </p14:nvContentPartPr>
              <p14:xfrm>
                <a:off x="5479718" y="2278583"/>
                <a:ext cx="385200" cy="185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F96D8B-FA11-F7B2-45B9-E6A67B960DA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71078" y="2269943"/>
                  <a:ext cx="402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41F35B7-AC7C-31E8-8BFC-9181B8567CC9}"/>
                    </a:ext>
                  </a:extLst>
                </p14:cNvPr>
                <p14:cNvContentPartPr/>
                <p14:nvPr/>
              </p14:nvContentPartPr>
              <p14:xfrm>
                <a:off x="5356958" y="2667383"/>
                <a:ext cx="182880" cy="221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41F35B7-AC7C-31E8-8BFC-9181B8567C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47958" y="2658743"/>
                  <a:ext cx="20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1C20E82-4361-BDFD-A941-BE8661A243CE}"/>
                    </a:ext>
                  </a:extLst>
                </p14:cNvPr>
                <p14:cNvContentPartPr/>
                <p14:nvPr/>
              </p14:nvContentPartPr>
              <p14:xfrm>
                <a:off x="5517518" y="2644703"/>
                <a:ext cx="78120" cy="248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1C20E82-4361-BDFD-A941-BE8661A243C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08878" y="2635703"/>
                  <a:ext cx="95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7DDB1D6-3811-C389-5A15-94F3F3F6B4A0}"/>
                    </a:ext>
                  </a:extLst>
                </p14:cNvPr>
                <p14:cNvContentPartPr/>
                <p14:nvPr/>
              </p14:nvContentPartPr>
              <p14:xfrm>
                <a:off x="5554958" y="2624903"/>
                <a:ext cx="413640" cy="244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7DDB1D6-3811-C389-5A15-94F3F3F6B4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45958" y="2616263"/>
                  <a:ext cx="4312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FDFFB8B-47DD-30F0-7BE4-E34AC6887F8D}"/>
                    </a:ext>
                  </a:extLst>
                </p14:cNvPr>
                <p14:cNvContentPartPr/>
                <p14:nvPr/>
              </p14:nvContentPartPr>
              <p14:xfrm>
                <a:off x="4441118" y="3744863"/>
                <a:ext cx="2592000" cy="900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FDFFB8B-47DD-30F0-7BE4-E34AC6887F8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32118" y="3736223"/>
                  <a:ext cx="260964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3DDD2E-887F-AED4-A103-EC081B932EC7}"/>
                    </a:ext>
                  </a:extLst>
                </p14:cNvPr>
                <p14:cNvContentPartPr/>
                <p14:nvPr/>
              </p14:nvContentPartPr>
              <p14:xfrm>
                <a:off x="4168238" y="5058863"/>
                <a:ext cx="2851560" cy="82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3DDD2E-887F-AED4-A103-EC081B932E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59598" y="5050223"/>
                  <a:ext cx="286920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842BD3-03CC-4CA3-C5CE-BFC5E7A9083C}"/>
                    </a:ext>
                  </a:extLst>
                </p14:cNvPr>
                <p14:cNvContentPartPr/>
                <p14:nvPr/>
              </p14:nvContentPartPr>
              <p14:xfrm>
                <a:off x="6829718" y="4547303"/>
                <a:ext cx="2559240" cy="753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842BD3-03CC-4CA3-C5CE-BFC5E7A9083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1078" y="4538303"/>
                  <a:ext cx="257688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D56121-D87C-966E-F61D-DFE3ED8B46C0}"/>
                    </a:ext>
                  </a:extLst>
                </p14:cNvPr>
                <p14:cNvContentPartPr/>
                <p14:nvPr/>
              </p14:nvContentPartPr>
              <p14:xfrm>
                <a:off x="9273038" y="4457663"/>
                <a:ext cx="134640" cy="176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D56121-D87C-966E-F61D-DFE3ED8B46C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64038" y="4448663"/>
                  <a:ext cx="152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5E7DFD7-1C93-68AD-75FE-CCFB7246994B}"/>
                    </a:ext>
                  </a:extLst>
                </p14:cNvPr>
                <p14:cNvContentPartPr/>
                <p14:nvPr/>
              </p14:nvContentPartPr>
              <p14:xfrm>
                <a:off x="6920438" y="5098463"/>
                <a:ext cx="2968920" cy="300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5E7DFD7-1C93-68AD-75FE-CCFB7246994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11798" y="5089823"/>
                  <a:ext cx="2986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39BE582-A66F-6DFD-AB65-6D5F5E05BE4E}"/>
                    </a:ext>
                  </a:extLst>
                </p14:cNvPr>
                <p14:cNvContentPartPr/>
                <p14:nvPr/>
              </p14:nvContentPartPr>
              <p14:xfrm>
                <a:off x="9707558" y="5015303"/>
                <a:ext cx="65880" cy="183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39BE582-A66F-6DFD-AB65-6D5F5E05BE4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98558" y="5006303"/>
                  <a:ext cx="8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9F3DB7-C2BF-7336-F26D-AD7452808783}"/>
                    </a:ext>
                  </a:extLst>
                </p14:cNvPr>
                <p14:cNvContentPartPr/>
                <p14:nvPr/>
              </p14:nvContentPartPr>
              <p14:xfrm>
                <a:off x="6807758" y="4145543"/>
                <a:ext cx="2701440" cy="44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9F3DB7-C2BF-7336-F26D-AD745280878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99118" y="4136903"/>
                  <a:ext cx="2719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3E60DA9-627A-0CCC-E95D-45038F0648FF}"/>
                    </a:ext>
                  </a:extLst>
                </p14:cNvPr>
                <p14:cNvContentPartPr/>
                <p14:nvPr/>
              </p14:nvContentPartPr>
              <p14:xfrm>
                <a:off x="9400838" y="4084343"/>
                <a:ext cx="69120" cy="90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3E60DA9-627A-0CCC-E95D-45038F0648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91838" y="4075703"/>
                  <a:ext cx="86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FF6EA90-89EE-95B6-AB09-69E3E87674F9}"/>
                    </a:ext>
                  </a:extLst>
                </p14:cNvPr>
                <p14:cNvContentPartPr/>
                <p14:nvPr/>
              </p14:nvContentPartPr>
              <p14:xfrm>
                <a:off x="6763838" y="2371103"/>
                <a:ext cx="2440440" cy="1819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FF6EA90-89EE-95B6-AB09-69E3E87674F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54838" y="2362103"/>
                  <a:ext cx="2458080" cy="18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0F18319-DE56-92CB-3D31-1B88438371AF}"/>
                    </a:ext>
                  </a:extLst>
                </p14:cNvPr>
                <p14:cNvContentPartPr/>
                <p14:nvPr/>
              </p14:nvContentPartPr>
              <p14:xfrm>
                <a:off x="9031118" y="2393423"/>
                <a:ext cx="139680" cy="87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F18319-DE56-92CB-3D31-1B88438371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22478" y="2384783"/>
                  <a:ext cx="157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9903B1-9E62-70B5-039E-11B305D76CF3}"/>
                    </a:ext>
                  </a:extLst>
                </p14:cNvPr>
                <p14:cNvContentPartPr/>
                <p14:nvPr/>
              </p14:nvContentPartPr>
              <p14:xfrm>
                <a:off x="5724158" y="3351023"/>
                <a:ext cx="63360" cy="413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9903B1-9E62-70B5-039E-11B305D76C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15518" y="3342023"/>
                  <a:ext cx="81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4492495-7DDC-39EF-44EA-F35DB6C9A5FF}"/>
                    </a:ext>
                  </a:extLst>
                </p14:cNvPr>
                <p14:cNvContentPartPr/>
                <p14:nvPr/>
              </p14:nvContentPartPr>
              <p14:xfrm>
                <a:off x="5643158" y="3269303"/>
                <a:ext cx="228960" cy="177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4492495-7DDC-39EF-44EA-F35DB6C9A5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34158" y="3260663"/>
                  <a:ext cx="246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AA40074-E7DF-72F8-C770-F4D888B5B628}"/>
                    </a:ext>
                  </a:extLst>
                </p14:cNvPr>
                <p14:cNvContentPartPr/>
                <p14:nvPr/>
              </p14:nvContentPartPr>
              <p14:xfrm>
                <a:off x="5715158" y="4687703"/>
                <a:ext cx="9360" cy="381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AA40074-E7DF-72F8-C770-F4D888B5B62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06518" y="4678703"/>
                  <a:ext cx="270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6DC059-DF34-74C4-75DC-C21B4103161A}"/>
                    </a:ext>
                  </a:extLst>
                </p14:cNvPr>
                <p14:cNvContentPartPr/>
                <p14:nvPr/>
              </p14:nvContentPartPr>
              <p14:xfrm>
                <a:off x="5658278" y="5041943"/>
                <a:ext cx="171000" cy="60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6DC059-DF34-74C4-75DC-C21B410316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49638" y="5033303"/>
                  <a:ext cx="188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8243B87-254C-75B8-31A4-47AB692D1302}"/>
                    </a:ext>
                  </a:extLst>
                </p14:cNvPr>
                <p14:cNvContentPartPr/>
                <p14:nvPr/>
              </p14:nvContentPartPr>
              <p14:xfrm>
                <a:off x="4803638" y="4134383"/>
                <a:ext cx="239040" cy="257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8243B87-254C-75B8-31A4-47AB692D130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94998" y="4125383"/>
                  <a:ext cx="256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DB5459A-1772-CA4C-9D3C-CCFD995C4905}"/>
                    </a:ext>
                  </a:extLst>
                </p14:cNvPr>
                <p14:cNvContentPartPr/>
                <p14:nvPr/>
              </p14:nvContentPartPr>
              <p14:xfrm>
                <a:off x="5104238" y="4063463"/>
                <a:ext cx="38160" cy="225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DB5459A-1772-CA4C-9D3C-CCFD995C49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095238" y="4054463"/>
                  <a:ext cx="55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CD914E8-290A-7AC6-CD55-17A1FF8D6FB9}"/>
                    </a:ext>
                  </a:extLst>
                </p14:cNvPr>
                <p14:cNvContentPartPr/>
                <p14:nvPr/>
              </p14:nvContentPartPr>
              <p14:xfrm>
                <a:off x="5179118" y="4113863"/>
                <a:ext cx="378000" cy="246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CD914E8-290A-7AC6-CD55-17A1FF8D6F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70478" y="4105223"/>
                  <a:ext cx="39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154261A-7CD2-7B5A-78EE-AFBB2D51C5D3}"/>
                    </a:ext>
                  </a:extLst>
                </p14:cNvPr>
                <p14:cNvContentPartPr/>
                <p14:nvPr/>
              </p14:nvContentPartPr>
              <p14:xfrm>
                <a:off x="5689598" y="3994703"/>
                <a:ext cx="73800" cy="273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154261A-7CD2-7B5A-78EE-AFBB2D51C5D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80598" y="3986063"/>
                  <a:ext cx="91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B5F3111-0894-E4D5-630C-3F24EDD76CB7}"/>
                    </a:ext>
                  </a:extLst>
                </p14:cNvPr>
                <p14:cNvContentPartPr/>
                <p14:nvPr/>
              </p14:nvContentPartPr>
              <p14:xfrm>
                <a:off x="5850158" y="4024223"/>
                <a:ext cx="151200" cy="32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B5F3111-0894-E4D5-630C-3F24EDD76CB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41158" y="4015583"/>
                  <a:ext cx="1688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12ED08-6C36-FC74-4CAA-8C980282CA82}"/>
                    </a:ext>
                  </a:extLst>
                </p14:cNvPr>
                <p14:cNvContentPartPr/>
                <p14:nvPr/>
              </p14:nvContentPartPr>
              <p14:xfrm>
                <a:off x="5866358" y="4095503"/>
                <a:ext cx="403560" cy="265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12ED08-6C36-FC74-4CAA-8C980282CA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57718" y="4086503"/>
                  <a:ext cx="421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DA3E7A-D4F1-9D76-3FEA-7C7946B2E349}"/>
                    </a:ext>
                  </a:extLst>
                </p14:cNvPr>
                <p14:cNvContentPartPr/>
                <p14:nvPr/>
              </p14:nvContentPartPr>
              <p14:xfrm>
                <a:off x="1603958" y="3833063"/>
                <a:ext cx="3031920" cy="372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DA3E7A-D4F1-9D76-3FEA-7C7946B2E3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94958" y="3824063"/>
                  <a:ext cx="30495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3AE4FD-80D0-FF8A-C373-5ADF947D0CD4}"/>
                    </a:ext>
                  </a:extLst>
                </p14:cNvPr>
                <p14:cNvContentPartPr/>
                <p14:nvPr/>
              </p14:nvContentPartPr>
              <p14:xfrm>
                <a:off x="1604678" y="4018103"/>
                <a:ext cx="150840" cy="200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3AE4FD-80D0-FF8A-C373-5ADF947D0CD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95678" y="4009463"/>
                  <a:ext cx="168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D44DD6-DBE6-111F-4F2C-911CE9C16D49}"/>
                    </a:ext>
                  </a:extLst>
                </p14:cNvPr>
                <p14:cNvContentPartPr/>
                <p14:nvPr/>
              </p14:nvContentPartPr>
              <p14:xfrm>
                <a:off x="1862078" y="4158143"/>
                <a:ext cx="2797200" cy="685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D44DD6-DBE6-111F-4F2C-911CE9C16D4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853078" y="4149503"/>
                  <a:ext cx="281484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BB0E269-BC31-8F7A-64BB-826BCF708DB8}"/>
                    </a:ext>
                  </a:extLst>
                </p14:cNvPr>
                <p14:cNvContentPartPr/>
                <p14:nvPr/>
              </p14:nvContentPartPr>
              <p14:xfrm>
                <a:off x="1842998" y="4668623"/>
                <a:ext cx="119160" cy="223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BB0E269-BC31-8F7A-64BB-826BCF708DB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34358" y="4659983"/>
                  <a:ext cx="136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08444B9-1F82-06C4-1B7B-7FAD121F0E51}"/>
                    </a:ext>
                  </a:extLst>
                </p14:cNvPr>
                <p14:cNvContentPartPr/>
                <p14:nvPr/>
              </p14:nvContentPartPr>
              <p14:xfrm>
                <a:off x="2015798" y="4245623"/>
                <a:ext cx="2665800" cy="1496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08444B9-1F82-06C4-1B7B-7FAD121F0E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06798" y="4236623"/>
                  <a:ext cx="2683440" cy="15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11D150E-91FD-8193-4687-BD14965BF488}"/>
                    </a:ext>
                  </a:extLst>
                </p14:cNvPr>
                <p14:cNvContentPartPr/>
                <p14:nvPr/>
              </p14:nvContentPartPr>
              <p14:xfrm>
                <a:off x="1992758" y="5519663"/>
                <a:ext cx="224640" cy="265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11D150E-91FD-8193-4687-BD14965BF48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83758" y="5511023"/>
                  <a:ext cx="242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B5842AD-550B-AB39-5F47-12D0981DDD7E}"/>
                    </a:ext>
                  </a:extLst>
                </p14:cNvPr>
                <p14:cNvContentPartPr/>
                <p14:nvPr/>
              </p14:nvContentPartPr>
              <p14:xfrm>
                <a:off x="4258598" y="3516983"/>
                <a:ext cx="12240" cy="108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B5842AD-550B-AB39-5F47-12D0981DDD7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49958" y="3507983"/>
                  <a:ext cx="29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5375C8C-B56B-812A-0ED1-4E5CAE6355B1}"/>
                    </a:ext>
                  </a:extLst>
                </p14:cNvPr>
                <p14:cNvContentPartPr/>
                <p14:nvPr/>
              </p14:nvContentPartPr>
              <p14:xfrm>
                <a:off x="4323038" y="3524183"/>
                <a:ext cx="92880" cy="102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5375C8C-B56B-812A-0ED1-4E5CAE6355B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14038" y="3515543"/>
                  <a:ext cx="110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49A3F5-F35C-93C0-0D48-7009C0AB830E}"/>
                    </a:ext>
                  </a:extLst>
                </p14:cNvPr>
                <p14:cNvContentPartPr/>
                <p14:nvPr/>
              </p14:nvContentPartPr>
              <p14:xfrm>
                <a:off x="4134758" y="3389183"/>
                <a:ext cx="406080" cy="371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49A3F5-F35C-93C0-0D48-7009C0AB830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25758" y="3380543"/>
                  <a:ext cx="4237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66ABD3-6FBE-2FCE-FCDD-E1E157FA99F5}"/>
                    </a:ext>
                  </a:extLst>
                </p14:cNvPr>
                <p14:cNvContentPartPr/>
                <p14:nvPr/>
              </p14:nvContentPartPr>
              <p14:xfrm>
                <a:off x="6384758" y="4060223"/>
                <a:ext cx="100800" cy="36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66ABD3-6FBE-2FCE-FCDD-E1E157FA99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76118" y="4051223"/>
                  <a:ext cx="118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31E7A44-2227-6811-A4B6-FE03486520DC}"/>
                    </a:ext>
                  </a:extLst>
                </p14:cNvPr>
                <p14:cNvContentPartPr/>
                <p14:nvPr/>
              </p14:nvContentPartPr>
              <p14:xfrm>
                <a:off x="6407798" y="4152023"/>
                <a:ext cx="38880" cy="6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31E7A44-2227-6811-A4B6-FE03486520D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99158" y="4143383"/>
                  <a:ext cx="56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387990-E1D0-0B3A-EFD7-F2785658331B}"/>
                    </a:ext>
                  </a:extLst>
                </p14:cNvPr>
                <p14:cNvContentPartPr/>
                <p14:nvPr/>
              </p14:nvContentPartPr>
              <p14:xfrm>
                <a:off x="6401678" y="4204223"/>
                <a:ext cx="76680" cy="14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387990-E1D0-0B3A-EFD7-F2785658331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92678" y="4195223"/>
                  <a:ext cx="94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7AA84A5-6FD7-D54B-D1F0-D2F956CA6C09}"/>
                    </a:ext>
                  </a:extLst>
                </p14:cNvPr>
                <p14:cNvContentPartPr/>
                <p14:nvPr/>
              </p14:nvContentPartPr>
              <p14:xfrm>
                <a:off x="6384398" y="4302503"/>
                <a:ext cx="115560" cy="17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7AA84A5-6FD7-D54B-D1F0-D2F956CA6C0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75398" y="4293863"/>
                  <a:ext cx="133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046298C-8C3D-DF65-C0DB-417E439F06F7}"/>
                    </a:ext>
                  </a:extLst>
                </p14:cNvPr>
                <p14:cNvContentPartPr/>
                <p14:nvPr/>
              </p14:nvContentPartPr>
              <p14:xfrm>
                <a:off x="6453158" y="4346423"/>
                <a:ext cx="87840" cy="37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046298C-8C3D-DF65-C0DB-417E439F06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44158" y="4337423"/>
                  <a:ext cx="105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C36DE8F-29A7-D305-BC5A-D653A4E17FD2}"/>
                    </a:ext>
                  </a:extLst>
                </p14:cNvPr>
                <p14:cNvContentPartPr/>
                <p14:nvPr/>
              </p14:nvContentPartPr>
              <p14:xfrm>
                <a:off x="6607238" y="4123223"/>
                <a:ext cx="45360" cy="10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C36DE8F-29A7-D305-BC5A-D653A4E17FD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98598" y="4114583"/>
                  <a:ext cx="63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401B6BB-ECE5-5758-9316-8F7C3F363E98}"/>
                    </a:ext>
                  </a:extLst>
                </p14:cNvPr>
                <p14:cNvContentPartPr/>
                <p14:nvPr/>
              </p14:nvContentPartPr>
              <p14:xfrm>
                <a:off x="6605798" y="4189823"/>
                <a:ext cx="59040" cy="1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401B6BB-ECE5-5758-9316-8F7C3F363E9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97158" y="41808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7B8B25B-487A-4DCD-F100-E760FAAD4FBE}"/>
                    </a:ext>
                  </a:extLst>
                </p14:cNvPr>
                <p14:cNvContentPartPr/>
                <p14:nvPr/>
              </p14:nvContentPartPr>
              <p14:xfrm>
                <a:off x="6675278" y="4258583"/>
                <a:ext cx="13680" cy="15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7B8B25B-487A-4DCD-F100-E760FAAD4FB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66638" y="4249583"/>
                  <a:ext cx="31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1D63E9C-7A30-8B1B-8B63-4DCB7973FC47}"/>
                    </a:ext>
                  </a:extLst>
                </p14:cNvPr>
                <p14:cNvContentPartPr/>
                <p14:nvPr/>
              </p14:nvContentPartPr>
              <p14:xfrm>
                <a:off x="6651878" y="4365143"/>
                <a:ext cx="32400" cy="18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1D63E9C-7A30-8B1B-8B63-4DCB7973FC4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43238" y="4356143"/>
                  <a:ext cx="50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E483C17-2027-3891-5D87-51E8A26313A3}"/>
                    </a:ext>
                  </a:extLst>
                </p14:cNvPr>
                <p14:cNvContentPartPr/>
                <p14:nvPr/>
              </p14:nvContentPartPr>
              <p14:xfrm>
                <a:off x="9701438" y="2458583"/>
                <a:ext cx="381600" cy="117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E483C17-2027-3891-5D87-51E8A26313A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92438" y="2449583"/>
                  <a:ext cx="399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31865E7-53E5-D1C5-F906-2814C6FACA7A}"/>
                    </a:ext>
                  </a:extLst>
                </p14:cNvPr>
                <p14:cNvContentPartPr/>
                <p14:nvPr/>
              </p14:nvContentPartPr>
              <p14:xfrm>
                <a:off x="6112598" y="3854303"/>
                <a:ext cx="286200" cy="86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31865E7-53E5-D1C5-F906-2814C6FACA7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03958" y="3845663"/>
                  <a:ext cx="303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D64344D-C9E0-C5FD-3C42-76098BB11410}"/>
                    </a:ext>
                  </a:extLst>
                </p14:cNvPr>
                <p14:cNvContentPartPr/>
                <p14:nvPr/>
              </p14:nvContentPartPr>
              <p14:xfrm>
                <a:off x="6789038" y="1912463"/>
                <a:ext cx="45720" cy="26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D64344D-C9E0-C5FD-3C42-76098BB1141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80398" y="1903463"/>
                  <a:ext cx="63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64C174C-77AE-F456-E1AB-CFD8022DA5E2}"/>
                    </a:ext>
                  </a:extLst>
                </p14:cNvPr>
                <p14:cNvContentPartPr/>
                <p14:nvPr/>
              </p14:nvContentPartPr>
              <p14:xfrm>
                <a:off x="3913718" y="6320303"/>
                <a:ext cx="32400" cy="185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64C174C-77AE-F456-E1AB-CFD8022DA5E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04718" y="6311303"/>
                  <a:ext cx="50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E53DBC4-3760-14D9-FE26-39A046AB9EA4}"/>
                    </a:ext>
                  </a:extLst>
                </p14:cNvPr>
                <p14:cNvContentPartPr/>
                <p14:nvPr/>
              </p14:nvContentPartPr>
              <p14:xfrm>
                <a:off x="3703838" y="5969663"/>
                <a:ext cx="656640" cy="626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E53DBC4-3760-14D9-FE26-39A046AB9EA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95198" y="5961023"/>
                  <a:ext cx="67428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4CE8CC1-A158-677A-C56C-8A3BB614689D}"/>
                    </a:ext>
                  </a:extLst>
                </p14:cNvPr>
                <p14:cNvContentPartPr/>
                <p14:nvPr/>
              </p14:nvContentPartPr>
              <p14:xfrm>
                <a:off x="4479998" y="6369623"/>
                <a:ext cx="135360" cy="163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4CE8CC1-A158-677A-C56C-8A3BB614689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70998" y="6360623"/>
                  <a:ext cx="153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E7573A8-34AA-7884-2FDC-E1B9921FC918}"/>
                    </a:ext>
                  </a:extLst>
                </p14:cNvPr>
                <p14:cNvContentPartPr/>
                <p14:nvPr/>
              </p14:nvContentPartPr>
              <p14:xfrm>
                <a:off x="4693838" y="6354143"/>
                <a:ext cx="28080" cy="115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E7573A8-34AA-7884-2FDC-E1B9921FC91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84838" y="6345143"/>
                  <a:ext cx="45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18F0DED-2BA6-3135-AC0B-8C6EE05A919B}"/>
                    </a:ext>
                  </a:extLst>
                </p14:cNvPr>
                <p14:cNvContentPartPr/>
                <p14:nvPr/>
              </p14:nvContentPartPr>
              <p14:xfrm>
                <a:off x="4717958" y="6148583"/>
                <a:ext cx="23400" cy="51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18F0DED-2BA6-3135-AC0B-8C6EE05A919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08958" y="6139583"/>
                  <a:ext cx="41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E6D850-9427-455A-FB82-FCAE92F06C9A}"/>
                    </a:ext>
                  </a:extLst>
                </p14:cNvPr>
                <p14:cNvContentPartPr/>
                <p14:nvPr/>
              </p14:nvContentPartPr>
              <p14:xfrm>
                <a:off x="4815878" y="6193943"/>
                <a:ext cx="32040" cy="284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E6D850-9427-455A-FB82-FCAE92F06C9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07238" y="6185303"/>
                  <a:ext cx="49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7B376D5-442B-7F84-66FD-C6DB520941B6}"/>
                    </a:ext>
                  </a:extLst>
                </p14:cNvPr>
                <p14:cNvContentPartPr/>
                <p14:nvPr/>
              </p14:nvContentPartPr>
              <p14:xfrm>
                <a:off x="4942598" y="6363863"/>
                <a:ext cx="117720" cy="149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7B376D5-442B-7F84-66FD-C6DB520941B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33958" y="6355223"/>
                  <a:ext cx="135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4EDF714-AD06-9CF3-81E1-062BCE426A0F}"/>
                    </a:ext>
                  </a:extLst>
                </p14:cNvPr>
                <p14:cNvContentPartPr/>
                <p14:nvPr/>
              </p14:nvContentPartPr>
              <p14:xfrm>
                <a:off x="5134118" y="6360983"/>
                <a:ext cx="144720" cy="135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4EDF714-AD06-9CF3-81E1-062BCE426A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125478" y="6351983"/>
                  <a:ext cx="162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4B778F1-2319-1480-9A7E-8A1EE8F8A8A4}"/>
                    </a:ext>
                  </a:extLst>
                </p14:cNvPr>
                <p14:cNvContentPartPr/>
                <p14:nvPr/>
              </p14:nvContentPartPr>
              <p14:xfrm>
                <a:off x="5342558" y="6337223"/>
                <a:ext cx="124920" cy="319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4B778F1-2319-1480-9A7E-8A1EE8F8A8A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333558" y="6328223"/>
                  <a:ext cx="142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D2E2BCA-5693-7242-A2F4-C6F6897A8ECB}"/>
                    </a:ext>
                  </a:extLst>
                </p14:cNvPr>
                <p14:cNvContentPartPr/>
                <p14:nvPr/>
              </p14:nvContentPartPr>
              <p14:xfrm>
                <a:off x="5559998" y="6256223"/>
                <a:ext cx="32760" cy="225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D2E2BCA-5693-7242-A2F4-C6F6897A8EC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550998" y="6247583"/>
                  <a:ext cx="50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5D99F44-284E-48C2-8082-7F7E878E217A}"/>
                    </a:ext>
                  </a:extLst>
                </p14:cNvPr>
                <p14:cNvContentPartPr/>
                <p14:nvPr/>
              </p14:nvContentPartPr>
              <p14:xfrm>
                <a:off x="5716598" y="6202583"/>
                <a:ext cx="308520" cy="312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5D99F44-284E-48C2-8082-7F7E878E217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707598" y="6193583"/>
                  <a:ext cx="326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56AAA24-FFB7-3BC6-76D7-F8CE029F04A3}"/>
                    </a:ext>
                  </a:extLst>
                </p14:cNvPr>
                <p14:cNvContentPartPr/>
                <p14:nvPr/>
              </p14:nvContentPartPr>
              <p14:xfrm>
                <a:off x="5995238" y="6327143"/>
                <a:ext cx="227160" cy="187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56AAA24-FFB7-3BC6-76D7-F8CE029F04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986238" y="6318503"/>
                  <a:ext cx="244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5BF4496-3084-7CCA-DD3C-FCF064000F91}"/>
                    </a:ext>
                  </a:extLst>
                </p14:cNvPr>
                <p14:cNvContentPartPr/>
                <p14:nvPr/>
              </p14:nvContentPartPr>
              <p14:xfrm>
                <a:off x="6490958" y="6289343"/>
                <a:ext cx="189000" cy="219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5BF4496-3084-7CCA-DD3C-FCF064000F9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81958" y="6280703"/>
                  <a:ext cx="20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0E29B9D-5F5A-4124-B122-89E312EC640C}"/>
                    </a:ext>
                  </a:extLst>
                </p14:cNvPr>
                <p14:cNvContentPartPr/>
                <p14:nvPr/>
              </p14:nvContentPartPr>
              <p14:xfrm>
                <a:off x="6738998" y="6141743"/>
                <a:ext cx="435600" cy="340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0E29B9D-5F5A-4124-B122-89E312EC640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29998" y="6133103"/>
                  <a:ext cx="4532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E4577DA-25C0-A8E4-1B0D-120D58AA3276}"/>
                    </a:ext>
                  </a:extLst>
                </p14:cNvPr>
                <p14:cNvContentPartPr/>
                <p14:nvPr/>
              </p14:nvContentPartPr>
              <p14:xfrm>
                <a:off x="7236518" y="6263783"/>
                <a:ext cx="104760" cy="19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E4577DA-25C0-A8E4-1B0D-120D58AA327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227518" y="6255143"/>
                  <a:ext cx="122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11398C0-863F-F8F8-81B8-E7B8B662800A}"/>
                    </a:ext>
                  </a:extLst>
                </p14:cNvPr>
                <p14:cNvContentPartPr/>
                <p14:nvPr/>
              </p14:nvContentPartPr>
              <p14:xfrm>
                <a:off x="7546838" y="6354863"/>
                <a:ext cx="20880" cy="20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11398C0-863F-F8F8-81B8-E7B8B662800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37838" y="634622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6DE5EAE-DD9C-7D26-A974-F2E11C79F98C}"/>
                    </a:ext>
                  </a:extLst>
                </p14:cNvPr>
                <p14:cNvContentPartPr/>
                <p14:nvPr/>
              </p14:nvContentPartPr>
              <p14:xfrm>
                <a:off x="10590278" y="2249063"/>
                <a:ext cx="211680" cy="239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6DE5EAE-DD9C-7D26-A974-F2E11C79F98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581638" y="2240063"/>
                  <a:ext cx="229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D74E5BD-5A14-16C0-41A9-314EB0735A14}"/>
                    </a:ext>
                  </a:extLst>
                </p14:cNvPr>
                <p14:cNvContentPartPr/>
                <p14:nvPr/>
              </p14:nvContentPartPr>
              <p14:xfrm>
                <a:off x="10803398" y="3132143"/>
                <a:ext cx="195840" cy="19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D74E5BD-5A14-16C0-41A9-314EB0735A1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794758" y="3123503"/>
                  <a:ext cx="213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F8F0A65-C428-070A-7C14-5FE499408457}"/>
                    </a:ext>
                  </a:extLst>
                </p14:cNvPr>
                <p14:cNvContentPartPr/>
                <p14:nvPr/>
              </p14:nvContentPartPr>
              <p14:xfrm>
                <a:off x="10972598" y="4215743"/>
                <a:ext cx="167400" cy="136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F8F0A65-C428-070A-7C14-5FE49940845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963598" y="4207103"/>
                  <a:ext cx="185040" cy="15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513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4FA8-312D-13AA-500A-B9439A4B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D529111-6AAB-363F-20D5-5934C6E1E365}"/>
                  </a:ext>
                </a:extLst>
              </p14:cNvPr>
              <p14:cNvContentPartPr/>
              <p14:nvPr/>
            </p14:nvContentPartPr>
            <p14:xfrm>
              <a:off x="5683478" y="5832143"/>
              <a:ext cx="2284560" cy="712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D529111-6AAB-363F-20D5-5934C6E1E3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74478" y="5823503"/>
                <a:ext cx="23022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43BB8F-CAD8-04A5-6C54-F9C3A569ED77}"/>
                  </a:ext>
                </a:extLst>
              </p14:cNvPr>
              <p14:cNvContentPartPr/>
              <p14:nvPr/>
            </p14:nvContentPartPr>
            <p14:xfrm>
              <a:off x="8717918" y="1156823"/>
              <a:ext cx="7200" cy="11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43BB8F-CAD8-04A5-6C54-F9C3A569ED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08918" y="1148183"/>
                <a:ext cx="24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187D1C-A04C-F078-08C2-05F4EBC26F18}"/>
                  </a:ext>
                </a:extLst>
              </p14:cNvPr>
              <p14:cNvContentPartPr/>
              <p14:nvPr/>
            </p14:nvContentPartPr>
            <p14:xfrm>
              <a:off x="8793158" y="1647143"/>
              <a:ext cx="41040" cy="198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187D1C-A04C-F078-08C2-05F4EBC26F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84158" y="1638143"/>
                <a:ext cx="586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9D2643-E4AB-87A8-C8E6-CEE36022FCF7}"/>
                  </a:ext>
                </a:extLst>
              </p14:cNvPr>
              <p14:cNvContentPartPr/>
              <p14:nvPr/>
            </p14:nvContentPartPr>
            <p14:xfrm>
              <a:off x="8930678" y="5179103"/>
              <a:ext cx="57240" cy="1212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C9D2643-E4AB-87A8-C8E6-CEE36022FCF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21678" y="5170463"/>
                <a:ext cx="74880" cy="12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D92C2A-2377-A033-5898-2398611CC2A7}"/>
                  </a:ext>
                </a:extLst>
              </p14:cNvPr>
              <p14:cNvContentPartPr/>
              <p14:nvPr/>
            </p14:nvContentPartPr>
            <p14:xfrm>
              <a:off x="9976118" y="1287863"/>
              <a:ext cx="309600" cy="36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D92C2A-2377-A033-5898-2398611CC2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67118" y="1278863"/>
                <a:ext cx="3272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991771-6C01-055D-5D8C-479B991814D7}"/>
                  </a:ext>
                </a:extLst>
              </p14:cNvPr>
              <p14:cNvContentPartPr/>
              <p14:nvPr/>
            </p14:nvContentPartPr>
            <p14:xfrm>
              <a:off x="10067918" y="1498103"/>
              <a:ext cx="197640" cy="11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991771-6C01-055D-5D8C-479B991814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59278" y="1489463"/>
                <a:ext cx="2152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197FB3-D156-E6BD-E253-EB9BF955F758}"/>
                  </a:ext>
                </a:extLst>
              </p14:cNvPr>
              <p14:cNvContentPartPr/>
              <p14:nvPr/>
            </p14:nvContentPartPr>
            <p14:xfrm>
              <a:off x="10414598" y="1326383"/>
              <a:ext cx="141840" cy="313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197FB3-D156-E6BD-E253-EB9BF955F75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05598" y="1317383"/>
                <a:ext cx="1594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6F22F5B-B62C-1961-4F03-9CEA65BF665D}"/>
                  </a:ext>
                </a:extLst>
              </p14:cNvPr>
              <p14:cNvContentPartPr/>
              <p14:nvPr/>
            </p14:nvContentPartPr>
            <p14:xfrm>
              <a:off x="10741118" y="1368143"/>
              <a:ext cx="21240" cy="195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6F22F5B-B62C-1961-4F03-9CEA65BF665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32478" y="1359503"/>
                <a:ext cx="388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22375E6-BA1A-840C-4B2F-1BB1610A00DD}"/>
                  </a:ext>
                </a:extLst>
              </p14:cNvPr>
              <p14:cNvContentPartPr/>
              <p14:nvPr/>
            </p14:nvContentPartPr>
            <p14:xfrm>
              <a:off x="4047278" y="1457063"/>
              <a:ext cx="194040" cy="5241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22375E6-BA1A-840C-4B2F-1BB1610A00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8278" y="1448423"/>
                <a:ext cx="211680" cy="52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8387947-AA6B-AA83-0854-32142E7EB803}"/>
                  </a:ext>
                </a:extLst>
              </p14:cNvPr>
              <p14:cNvContentPartPr/>
              <p14:nvPr/>
            </p14:nvContentPartPr>
            <p14:xfrm>
              <a:off x="1047758" y="1170863"/>
              <a:ext cx="340200" cy="452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8387947-AA6B-AA83-0854-32142E7EB8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9118" y="1162223"/>
                <a:ext cx="35784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B008EB2-8D9A-CA9F-1B67-2EDBE5FACE63}"/>
                  </a:ext>
                </a:extLst>
              </p14:cNvPr>
              <p14:cNvContentPartPr/>
              <p14:nvPr/>
            </p14:nvContentPartPr>
            <p14:xfrm>
              <a:off x="1447718" y="1290383"/>
              <a:ext cx="626400" cy="456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B008EB2-8D9A-CA9F-1B67-2EDBE5FACE6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39078" y="1281383"/>
                <a:ext cx="6440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DF62B6-3300-1BC0-DFF6-1BC72B1F9089}"/>
                  </a:ext>
                </a:extLst>
              </p14:cNvPr>
              <p14:cNvContentPartPr/>
              <p14:nvPr/>
            </p14:nvContentPartPr>
            <p14:xfrm>
              <a:off x="2378678" y="1240343"/>
              <a:ext cx="476640" cy="407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DF62B6-3300-1BC0-DFF6-1BC72B1F90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69678" y="1231703"/>
                <a:ext cx="49428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B848F1-202B-5110-FB9B-D5868056D6F3}"/>
                  </a:ext>
                </a:extLst>
              </p14:cNvPr>
              <p14:cNvContentPartPr/>
              <p14:nvPr/>
            </p14:nvContentPartPr>
            <p14:xfrm>
              <a:off x="2949638" y="1153943"/>
              <a:ext cx="183960" cy="398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B848F1-202B-5110-FB9B-D5868056D6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40998" y="1145303"/>
                <a:ext cx="20160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97950FC-19F0-5C0B-8E4E-795F8BEEBE65}"/>
                  </a:ext>
                </a:extLst>
              </p14:cNvPr>
              <p14:cNvContentPartPr/>
              <p14:nvPr/>
            </p14:nvContentPartPr>
            <p14:xfrm>
              <a:off x="948758" y="2675303"/>
              <a:ext cx="2177640" cy="1165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97950FC-19F0-5C0B-8E4E-795F8BEEBE6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0118" y="2666303"/>
                <a:ext cx="2195280" cy="11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BA2A17A-2C38-093B-48DB-CB73B20AFD7E}"/>
                  </a:ext>
                </a:extLst>
              </p14:cNvPr>
              <p14:cNvContentPartPr/>
              <p14:nvPr/>
            </p14:nvContentPartPr>
            <p14:xfrm>
              <a:off x="1503878" y="3280823"/>
              <a:ext cx="658440" cy="293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BA2A17A-2C38-093B-48DB-CB73B20AFD7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94878" y="3272183"/>
                <a:ext cx="6760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6FE708-B732-5AE1-4739-BED63DE1216A}"/>
                  </a:ext>
                </a:extLst>
              </p14:cNvPr>
              <p14:cNvContentPartPr/>
              <p14:nvPr/>
            </p14:nvContentPartPr>
            <p14:xfrm>
              <a:off x="1566878" y="2854583"/>
              <a:ext cx="196200" cy="2696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6FE708-B732-5AE1-4739-BED63DE1216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57878" y="2845583"/>
                <a:ext cx="2138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57F3140-9230-096D-1B55-7E9C38CBD365}"/>
                  </a:ext>
                </a:extLst>
              </p14:cNvPr>
              <p14:cNvContentPartPr/>
              <p14:nvPr/>
            </p14:nvContentPartPr>
            <p14:xfrm>
              <a:off x="1773518" y="2877623"/>
              <a:ext cx="142560" cy="1594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57F3140-9230-096D-1B55-7E9C38CBD3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64878" y="2868623"/>
                <a:ext cx="1602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0FB0444-8B86-06FA-393F-605CC3CCE328}"/>
                  </a:ext>
                </a:extLst>
              </p14:cNvPr>
              <p14:cNvContentPartPr/>
              <p14:nvPr/>
            </p14:nvContentPartPr>
            <p14:xfrm>
              <a:off x="1972958" y="2839823"/>
              <a:ext cx="129960" cy="183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0FB0444-8B86-06FA-393F-605CC3CCE3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63958" y="2831183"/>
                <a:ext cx="147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D2FDCB1-883B-6894-7D08-1702172F1022}"/>
                  </a:ext>
                </a:extLst>
              </p14:cNvPr>
              <p14:cNvContentPartPr/>
              <p14:nvPr/>
            </p14:nvContentPartPr>
            <p14:xfrm>
              <a:off x="2285798" y="2932703"/>
              <a:ext cx="10080" cy="172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D2FDCB1-883B-6894-7D08-1702172F102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76798" y="2924063"/>
                <a:ext cx="277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D0C0E66-7FF9-6BBA-AF2E-5AF7780C94C7}"/>
                  </a:ext>
                </a:extLst>
              </p14:cNvPr>
              <p14:cNvContentPartPr/>
              <p14:nvPr/>
            </p14:nvContentPartPr>
            <p14:xfrm>
              <a:off x="2198318" y="2875103"/>
              <a:ext cx="119160" cy="168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D0C0E66-7FF9-6BBA-AF2E-5AF7780C94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89318" y="2866463"/>
                <a:ext cx="136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2241E9-DF2A-1123-CF68-493244903826}"/>
                  </a:ext>
                </a:extLst>
              </p14:cNvPr>
              <p14:cNvContentPartPr/>
              <p14:nvPr/>
            </p14:nvContentPartPr>
            <p14:xfrm>
              <a:off x="2377238" y="2898143"/>
              <a:ext cx="48240" cy="889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2241E9-DF2A-1123-CF68-49324490382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68238" y="2889143"/>
                <a:ext cx="658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86F62E-94FB-3D03-E4D4-0CF0498888CB}"/>
                  </a:ext>
                </a:extLst>
              </p14:cNvPr>
              <p14:cNvContentPartPr/>
              <p14:nvPr/>
            </p14:nvContentPartPr>
            <p14:xfrm>
              <a:off x="2355638" y="2861063"/>
              <a:ext cx="87120" cy="153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86F62E-94FB-3D03-E4D4-0CF0498888C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46638" y="2852063"/>
                <a:ext cx="1047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795DE32-A136-93D0-3F83-8D8E3D9CB78C}"/>
                  </a:ext>
                </a:extLst>
              </p14:cNvPr>
              <p14:cNvContentPartPr/>
              <p14:nvPr/>
            </p14:nvContentPartPr>
            <p14:xfrm>
              <a:off x="2492078" y="2823983"/>
              <a:ext cx="122400" cy="214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795DE32-A136-93D0-3F83-8D8E3D9CB7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83078" y="2815343"/>
                <a:ext cx="1400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A681430-36A4-63FA-2DAC-0CB6C69C1D30}"/>
                  </a:ext>
                </a:extLst>
              </p14:cNvPr>
              <p14:cNvContentPartPr/>
              <p14:nvPr/>
            </p14:nvContentPartPr>
            <p14:xfrm>
              <a:off x="2501798" y="2886983"/>
              <a:ext cx="60120" cy="129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A681430-36A4-63FA-2DAC-0CB6C69C1D3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92798" y="2877983"/>
                <a:ext cx="777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3600595-CAD8-396F-C8CD-A94C5137AE5B}"/>
                  </a:ext>
                </a:extLst>
              </p14:cNvPr>
              <p14:cNvContentPartPr/>
              <p14:nvPr/>
            </p14:nvContentPartPr>
            <p14:xfrm>
              <a:off x="5479358" y="1184903"/>
              <a:ext cx="356760" cy="294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3600595-CAD8-396F-C8CD-A94C5137AE5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70718" y="1175903"/>
                <a:ext cx="3744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FC94817-E20B-41E8-22AC-E3399D580417}"/>
                  </a:ext>
                </a:extLst>
              </p14:cNvPr>
              <p14:cNvContentPartPr/>
              <p14:nvPr/>
            </p14:nvContentPartPr>
            <p14:xfrm>
              <a:off x="5854478" y="1258703"/>
              <a:ext cx="135720" cy="133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FC94817-E20B-41E8-22AC-E3399D58041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45478" y="1249703"/>
                <a:ext cx="1533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D47497B-4C51-02FF-FDE0-72381D8C5CDB}"/>
                  </a:ext>
                </a:extLst>
              </p14:cNvPr>
              <p14:cNvContentPartPr/>
              <p14:nvPr/>
            </p14:nvContentPartPr>
            <p14:xfrm>
              <a:off x="5851958" y="1205423"/>
              <a:ext cx="111240" cy="245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D47497B-4C51-02FF-FDE0-72381D8C5CD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42958" y="1196423"/>
                <a:ext cx="1288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DADCB20-7A61-2114-F74F-F054897A0BC1}"/>
                  </a:ext>
                </a:extLst>
              </p14:cNvPr>
              <p14:cNvContentPartPr/>
              <p14:nvPr/>
            </p14:nvContentPartPr>
            <p14:xfrm>
              <a:off x="6030878" y="1253303"/>
              <a:ext cx="47160" cy="164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DADCB20-7A61-2114-F74F-F054897A0BC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22238" y="1244663"/>
                <a:ext cx="64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BEF6F0D-D438-CE4E-60E3-1E98D2F7BE5E}"/>
                  </a:ext>
                </a:extLst>
              </p14:cNvPr>
              <p14:cNvContentPartPr/>
              <p14:nvPr/>
            </p14:nvContentPartPr>
            <p14:xfrm>
              <a:off x="6129518" y="1111103"/>
              <a:ext cx="14760" cy="352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BEF6F0D-D438-CE4E-60E3-1E98D2F7BE5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20518" y="1102103"/>
                <a:ext cx="324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735109F-E533-FF3C-5DC3-D084C40FBB99}"/>
                  </a:ext>
                </a:extLst>
              </p14:cNvPr>
              <p14:cNvContentPartPr/>
              <p14:nvPr/>
            </p14:nvContentPartPr>
            <p14:xfrm>
              <a:off x="6215918" y="1256183"/>
              <a:ext cx="135000" cy="209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735109F-E533-FF3C-5DC3-D084C40FBB9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07278" y="1247183"/>
                <a:ext cx="1526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1B84F3F-DE7F-A9B9-D2E7-D50D27586773}"/>
                  </a:ext>
                </a:extLst>
              </p14:cNvPr>
              <p14:cNvContentPartPr/>
              <p14:nvPr/>
            </p14:nvContentPartPr>
            <p14:xfrm>
              <a:off x="6451358" y="1202543"/>
              <a:ext cx="173160" cy="2440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1B84F3F-DE7F-A9B9-D2E7-D50D2758677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42718" y="1193543"/>
                <a:ext cx="1908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6FB5641-E153-6B60-AEB5-877918AD7950}"/>
                  </a:ext>
                </a:extLst>
              </p14:cNvPr>
              <p14:cNvContentPartPr/>
              <p14:nvPr/>
            </p14:nvContentPartPr>
            <p14:xfrm>
              <a:off x="6995678" y="1159703"/>
              <a:ext cx="246600" cy="255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6FB5641-E153-6B60-AEB5-877918AD795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987038" y="1150703"/>
                <a:ext cx="2642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099C37D-FD3C-5400-40CA-C1F0ECD9CF7C}"/>
                  </a:ext>
                </a:extLst>
              </p14:cNvPr>
              <p14:cNvContentPartPr/>
              <p14:nvPr/>
            </p14:nvContentPartPr>
            <p14:xfrm>
              <a:off x="7283678" y="1171223"/>
              <a:ext cx="50040" cy="185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099C37D-FD3C-5400-40CA-C1F0ECD9CF7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75038" y="1162583"/>
                <a:ext cx="676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80D5C5B-8A50-18AD-D3D6-93445081B3C9}"/>
                  </a:ext>
                </a:extLst>
              </p14:cNvPr>
              <p14:cNvContentPartPr/>
              <p14:nvPr/>
            </p14:nvContentPartPr>
            <p14:xfrm>
              <a:off x="7206998" y="1209023"/>
              <a:ext cx="140040" cy="211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80D5C5B-8A50-18AD-D3D6-93445081B3C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97998" y="1200383"/>
                <a:ext cx="1576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752D0DC-9C98-79F5-4FD4-50630EAE02EF}"/>
                  </a:ext>
                </a:extLst>
              </p14:cNvPr>
              <p14:cNvContentPartPr/>
              <p14:nvPr/>
            </p14:nvContentPartPr>
            <p14:xfrm>
              <a:off x="7464758" y="1193903"/>
              <a:ext cx="135720" cy="329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752D0DC-9C98-79F5-4FD4-50630EAE02E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56118" y="1184903"/>
                <a:ext cx="153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7B534C5-6272-000F-CAF9-02656CA6096D}"/>
                  </a:ext>
                </a:extLst>
              </p14:cNvPr>
              <p14:cNvContentPartPr/>
              <p14:nvPr/>
            </p14:nvContentPartPr>
            <p14:xfrm>
              <a:off x="7638638" y="1209383"/>
              <a:ext cx="137520" cy="179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7B534C5-6272-000F-CAF9-02656CA6096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29998" y="1200743"/>
                <a:ext cx="1551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36C1DA7-E410-A050-DCF8-71C6FBF451B4}"/>
                  </a:ext>
                </a:extLst>
              </p14:cNvPr>
              <p14:cNvContentPartPr/>
              <p14:nvPr/>
            </p14:nvContentPartPr>
            <p14:xfrm>
              <a:off x="7828718" y="1139543"/>
              <a:ext cx="442080" cy="279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36C1DA7-E410-A050-DCF8-71C6FBF451B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819718" y="1130543"/>
                <a:ext cx="4597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F7B5253-2CCC-E50D-A002-F48155271B83}"/>
                  </a:ext>
                </a:extLst>
              </p14:cNvPr>
              <p14:cNvContentPartPr/>
              <p14:nvPr/>
            </p14:nvContentPartPr>
            <p14:xfrm>
              <a:off x="5881118" y="1664783"/>
              <a:ext cx="222120" cy="3819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F7B5253-2CCC-E50D-A002-F48155271B8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72118" y="1655783"/>
                <a:ext cx="23976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7BDC5A-899C-CF54-80E5-2ADDE86F9453}"/>
                  </a:ext>
                </a:extLst>
              </p14:cNvPr>
              <p14:cNvContentPartPr/>
              <p14:nvPr/>
            </p14:nvContentPartPr>
            <p14:xfrm>
              <a:off x="6175238" y="1728863"/>
              <a:ext cx="378000" cy="267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37BDC5A-899C-CF54-80E5-2ADDE86F945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166238" y="1720223"/>
                <a:ext cx="3956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4B46706-1315-4E16-784E-3611E2C77A9B}"/>
                  </a:ext>
                </a:extLst>
              </p14:cNvPr>
              <p14:cNvContentPartPr/>
              <p14:nvPr/>
            </p14:nvContentPartPr>
            <p14:xfrm>
              <a:off x="6576998" y="1617623"/>
              <a:ext cx="46440" cy="2167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4B46706-1315-4E16-784E-3611E2C77A9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567998" y="1608983"/>
                <a:ext cx="64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04BA7EB-5966-BD32-1A5B-C0A5F40E734C}"/>
                  </a:ext>
                </a:extLst>
              </p14:cNvPr>
              <p14:cNvContentPartPr/>
              <p14:nvPr/>
            </p14:nvContentPartPr>
            <p14:xfrm>
              <a:off x="6875438" y="1671623"/>
              <a:ext cx="191520" cy="4356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04BA7EB-5966-BD32-1A5B-C0A5F40E734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866438" y="1662983"/>
                <a:ext cx="20916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8C8CA21-4C20-C1BF-6290-7D4718C6688C}"/>
                  </a:ext>
                </a:extLst>
              </p14:cNvPr>
              <p14:cNvContentPartPr/>
              <p14:nvPr/>
            </p14:nvContentPartPr>
            <p14:xfrm>
              <a:off x="7109078" y="1711943"/>
              <a:ext cx="132120" cy="1645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8C8CA21-4C20-C1BF-6290-7D4718C6688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100078" y="1702943"/>
                <a:ext cx="1497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B543FDA-9C0B-3FDB-8A62-08BE34F8AD00}"/>
                  </a:ext>
                </a:extLst>
              </p14:cNvPr>
              <p14:cNvContentPartPr/>
              <p14:nvPr/>
            </p14:nvContentPartPr>
            <p14:xfrm>
              <a:off x="7264958" y="1661903"/>
              <a:ext cx="275400" cy="2476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B543FDA-9C0B-3FDB-8A62-08BE34F8AD0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255958" y="1652903"/>
                <a:ext cx="293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2923D68-25F8-F114-C465-AF3795E186A9}"/>
                  </a:ext>
                </a:extLst>
              </p14:cNvPr>
              <p14:cNvContentPartPr/>
              <p14:nvPr/>
            </p14:nvContentPartPr>
            <p14:xfrm>
              <a:off x="7565558" y="1652903"/>
              <a:ext cx="163440" cy="1753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2923D68-25F8-F114-C465-AF3795E186A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556918" y="1644263"/>
                <a:ext cx="1810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510492A-1E51-3F18-C93C-EC94773DBA00}"/>
                  </a:ext>
                </a:extLst>
              </p14:cNvPr>
              <p14:cNvContentPartPr/>
              <p14:nvPr/>
            </p14:nvContentPartPr>
            <p14:xfrm>
              <a:off x="7815398" y="1598183"/>
              <a:ext cx="160200" cy="2664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510492A-1E51-3F18-C93C-EC94773DBA0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806398" y="1589183"/>
                <a:ext cx="1778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A364B74-B40B-C9A0-DE9E-3597A46EFC93}"/>
                  </a:ext>
                </a:extLst>
              </p14:cNvPr>
              <p14:cNvContentPartPr/>
              <p14:nvPr/>
            </p14:nvContentPartPr>
            <p14:xfrm>
              <a:off x="5694998" y="1059983"/>
              <a:ext cx="2493000" cy="9010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A364B74-B40B-C9A0-DE9E-3597A46EFC9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86358" y="1050983"/>
                <a:ext cx="2510640" cy="9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7F8BCFD-641B-E499-DD61-0DF3E1A7B2DF}"/>
                  </a:ext>
                </a:extLst>
              </p14:cNvPr>
              <p14:cNvContentPartPr/>
              <p14:nvPr/>
            </p14:nvContentPartPr>
            <p14:xfrm>
              <a:off x="5614718" y="982943"/>
              <a:ext cx="2439720" cy="1131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7F8BCFD-641B-E499-DD61-0DF3E1A7B2D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605718" y="974303"/>
                <a:ext cx="24573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75BCE3E-CF26-D227-6065-46B10017E719}"/>
                  </a:ext>
                </a:extLst>
              </p14:cNvPr>
              <p14:cNvContentPartPr/>
              <p14:nvPr/>
            </p14:nvContentPartPr>
            <p14:xfrm>
              <a:off x="5043038" y="3623183"/>
              <a:ext cx="2945160" cy="25459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75BCE3E-CF26-D227-6065-46B10017E71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34038" y="3614183"/>
                <a:ext cx="2962800" cy="25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076BDA4-20E1-D462-84A5-79AF8E1FB8D4}"/>
                  </a:ext>
                </a:extLst>
              </p14:cNvPr>
              <p14:cNvContentPartPr/>
              <p14:nvPr/>
            </p14:nvContentPartPr>
            <p14:xfrm>
              <a:off x="5586998" y="5375303"/>
              <a:ext cx="374400" cy="4064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076BDA4-20E1-D462-84A5-79AF8E1FB8D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77998" y="5366303"/>
                <a:ext cx="39204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1453DB1-BFD3-AD85-1200-9C60000D849D}"/>
                  </a:ext>
                </a:extLst>
              </p14:cNvPr>
              <p14:cNvContentPartPr/>
              <p14:nvPr/>
            </p14:nvContentPartPr>
            <p14:xfrm>
              <a:off x="6019358" y="5535863"/>
              <a:ext cx="191520" cy="2134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1453DB1-BFD3-AD85-1200-9C60000D849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010358" y="5527223"/>
                <a:ext cx="2091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CD68E05-A01E-1A68-1656-0436E4F183A8}"/>
                  </a:ext>
                </a:extLst>
              </p14:cNvPr>
              <p14:cNvContentPartPr/>
              <p14:nvPr/>
            </p14:nvContentPartPr>
            <p14:xfrm>
              <a:off x="6294038" y="5528303"/>
              <a:ext cx="49680" cy="1918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CD68E05-A01E-1A68-1656-0436E4F183A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285398" y="5519303"/>
                <a:ext cx="6732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A837464-59FE-15F2-E4F5-750071DF487B}"/>
                  </a:ext>
                </a:extLst>
              </p14:cNvPr>
              <p14:cNvContentPartPr/>
              <p14:nvPr/>
            </p14:nvContentPartPr>
            <p14:xfrm>
              <a:off x="6320678" y="5388263"/>
              <a:ext cx="36720" cy="42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A837464-59FE-15F2-E4F5-750071DF487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312038" y="5379263"/>
                <a:ext cx="543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4EFE6A6-5BF0-3FD5-23EA-367031550B4C}"/>
                  </a:ext>
                </a:extLst>
              </p14:cNvPr>
              <p14:cNvContentPartPr/>
              <p14:nvPr/>
            </p14:nvContentPartPr>
            <p14:xfrm>
              <a:off x="6413198" y="5398703"/>
              <a:ext cx="26280" cy="304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4EFE6A6-5BF0-3FD5-23EA-367031550B4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404198" y="5390063"/>
                <a:ext cx="439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2D79476-798A-7AAC-0E39-6A54AD858CDF}"/>
                  </a:ext>
                </a:extLst>
              </p14:cNvPr>
              <p14:cNvContentPartPr/>
              <p14:nvPr/>
            </p14:nvContentPartPr>
            <p14:xfrm>
              <a:off x="6519398" y="5512103"/>
              <a:ext cx="132120" cy="200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2D79476-798A-7AAC-0E39-6A54AD858CD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10758" y="5503463"/>
                <a:ext cx="1497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EA602ED-4B66-3CAA-D4A2-F1CFA7D8EFDD}"/>
                  </a:ext>
                </a:extLst>
              </p14:cNvPr>
              <p14:cNvContentPartPr/>
              <p14:nvPr/>
            </p14:nvContentPartPr>
            <p14:xfrm>
              <a:off x="6684998" y="5472143"/>
              <a:ext cx="126000" cy="248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EA602ED-4B66-3CAA-D4A2-F1CFA7D8EFD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75998" y="5463503"/>
                <a:ext cx="1436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0F5A1EE-6CB4-9CD0-17B8-38B2BBC804DD}"/>
                  </a:ext>
                </a:extLst>
              </p14:cNvPr>
              <p14:cNvContentPartPr/>
              <p14:nvPr/>
            </p14:nvContentPartPr>
            <p14:xfrm>
              <a:off x="6988838" y="5435783"/>
              <a:ext cx="91080" cy="4230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0F5A1EE-6CB4-9CD0-17B8-38B2BBC804D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980198" y="5427143"/>
                <a:ext cx="1087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F38E291-5634-4A00-BE59-BA03475CC2EC}"/>
                  </a:ext>
                </a:extLst>
              </p14:cNvPr>
              <p14:cNvContentPartPr/>
              <p14:nvPr/>
            </p14:nvContentPartPr>
            <p14:xfrm>
              <a:off x="7170998" y="5322023"/>
              <a:ext cx="33480" cy="3261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F38E291-5634-4A00-BE59-BA03475CC2E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161998" y="5313023"/>
                <a:ext cx="511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35BE0F4-5532-D8D4-1190-88B3D719AE43}"/>
                  </a:ext>
                </a:extLst>
              </p14:cNvPr>
              <p14:cNvContentPartPr/>
              <p14:nvPr/>
            </p14:nvContentPartPr>
            <p14:xfrm>
              <a:off x="7245158" y="5274863"/>
              <a:ext cx="509400" cy="3466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35BE0F4-5532-D8D4-1190-88B3D719AE4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236518" y="5266223"/>
                <a:ext cx="5270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3D34EC-CA9A-8B24-7E24-5B0474067B41}"/>
                  </a:ext>
                </a:extLst>
              </p14:cNvPr>
              <p14:cNvContentPartPr/>
              <p14:nvPr/>
            </p14:nvContentPartPr>
            <p14:xfrm>
              <a:off x="9983318" y="2970863"/>
              <a:ext cx="317880" cy="449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3D34EC-CA9A-8B24-7E24-5B0474067B4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974678" y="2962223"/>
                <a:ext cx="33552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55FB3D-0914-DA61-F1A1-655CB269D2AE}"/>
                  </a:ext>
                </a:extLst>
              </p14:cNvPr>
              <p14:cNvContentPartPr/>
              <p14:nvPr/>
            </p14:nvContentPartPr>
            <p14:xfrm>
              <a:off x="10408838" y="3097223"/>
              <a:ext cx="194760" cy="241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55FB3D-0914-DA61-F1A1-655CB269D2A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400198" y="3088223"/>
                <a:ext cx="2124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49CB476-B5F2-0C56-1FBE-B89DA91A679C}"/>
                  </a:ext>
                </a:extLst>
              </p14:cNvPr>
              <p14:cNvContentPartPr/>
              <p14:nvPr/>
            </p14:nvContentPartPr>
            <p14:xfrm>
              <a:off x="10814918" y="2996423"/>
              <a:ext cx="274320" cy="355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49CB476-B5F2-0C56-1FBE-B89DA91A679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806278" y="2987783"/>
                <a:ext cx="2919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956DC7-1BFB-F64B-DB9A-4FB190712286}"/>
                  </a:ext>
                </a:extLst>
              </p14:cNvPr>
              <p14:cNvContentPartPr/>
              <p14:nvPr/>
            </p14:nvContentPartPr>
            <p14:xfrm>
              <a:off x="10877558" y="3186143"/>
              <a:ext cx="177480" cy="33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956DC7-1BFB-F64B-DB9A-4FB19071228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868918" y="3177503"/>
                <a:ext cx="195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B2096B-A0D4-22CB-1230-7C0A8EA44EE5}"/>
                  </a:ext>
                </a:extLst>
              </p14:cNvPr>
              <p14:cNvContentPartPr/>
              <p14:nvPr/>
            </p14:nvContentPartPr>
            <p14:xfrm>
              <a:off x="11155838" y="3075623"/>
              <a:ext cx="66600" cy="232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B2096B-A0D4-22CB-1230-7C0A8EA44EE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47198" y="3066623"/>
                <a:ext cx="842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02C482-9454-0629-E9D6-57269C876082}"/>
                  </a:ext>
                </a:extLst>
              </p14:cNvPr>
              <p14:cNvContentPartPr/>
              <p14:nvPr/>
            </p14:nvContentPartPr>
            <p14:xfrm>
              <a:off x="11144318" y="2942063"/>
              <a:ext cx="218160" cy="344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02C482-9454-0629-E9D6-57269C87608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135318" y="2933423"/>
                <a:ext cx="2358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9F278BE-49A2-7C49-CCF2-DC2AC64E1A4E}"/>
                  </a:ext>
                </a:extLst>
              </p14:cNvPr>
              <p14:cNvContentPartPr/>
              <p14:nvPr/>
            </p14:nvContentPartPr>
            <p14:xfrm>
              <a:off x="11419718" y="3075623"/>
              <a:ext cx="69840" cy="190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9F278BE-49A2-7C49-CCF2-DC2AC64E1A4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411078" y="3066623"/>
                <a:ext cx="874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997FCAB-6D79-0BD4-C4E6-CEB46F73E949}"/>
                  </a:ext>
                </a:extLst>
              </p14:cNvPr>
              <p14:cNvContentPartPr/>
              <p14:nvPr/>
            </p14:nvContentPartPr>
            <p14:xfrm>
              <a:off x="9305078" y="2538863"/>
              <a:ext cx="2698560" cy="1400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997FCAB-6D79-0BD4-C4E6-CEB46F73E94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296078" y="2529863"/>
                <a:ext cx="2716200" cy="14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C25B98-36D0-C49C-600E-22E31B721BE4}"/>
                  </a:ext>
                </a:extLst>
              </p14:cNvPr>
              <p14:cNvContentPartPr/>
              <p14:nvPr/>
            </p14:nvContentPartPr>
            <p14:xfrm>
              <a:off x="8830598" y="3763943"/>
              <a:ext cx="6840" cy="9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C25B98-36D0-C49C-600E-22E31B721BE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821598" y="3755303"/>
                <a:ext cx="244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EEDF82-FB44-2268-3A9B-23856977413E}"/>
                  </a:ext>
                </a:extLst>
              </p14:cNvPr>
              <p14:cNvContentPartPr/>
              <p14:nvPr/>
            </p14:nvContentPartPr>
            <p14:xfrm>
              <a:off x="8888198" y="4170743"/>
              <a:ext cx="24480" cy="565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EEDF82-FB44-2268-3A9B-23856977413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879198" y="4162103"/>
                <a:ext cx="4212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F252DD-DAEF-A5EE-2C34-2AC6EA3ECC1F}"/>
                  </a:ext>
                </a:extLst>
              </p14:cNvPr>
              <p14:cNvContentPartPr/>
              <p14:nvPr/>
            </p14:nvContentPartPr>
            <p14:xfrm>
              <a:off x="8840678" y="2411063"/>
              <a:ext cx="2880" cy="216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F252DD-DAEF-A5EE-2C34-2AC6EA3ECC1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832038" y="2402423"/>
                <a:ext cx="205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74DB56-94E0-7EC9-C049-9ED0B02ECF3B}"/>
                  </a:ext>
                </a:extLst>
              </p14:cNvPr>
              <p14:cNvContentPartPr/>
              <p14:nvPr/>
            </p14:nvContentPartPr>
            <p14:xfrm>
              <a:off x="8819438" y="2711663"/>
              <a:ext cx="54720" cy="655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74DB56-94E0-7EC9-C049-9ED0B02ECF3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10438" y="2702663"/>
                <a:ext cx="7236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EFD2DB3-FBD2-180A-B2B2-91BF59079124}"/>
                  </a:ext>
                </a:extLst>
              </p14:cNvPr>
              <p14:cNvContentPartPr/>
              <p14:nvPr/>
            </p14:nvContentPartPr>
            <p14:xfrm>
              <a:off x="8466278" y="2788343"/>
              <a:ext cx="656280" cy="93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EFD2DB3-FBD2-180A-B2B2-91BF5907912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457638" y="2779703"/>
                <a:ext cx="6739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EAFB1F5-BCCF-0781-1457-9DC71E9C4601}"/>
                  </a:ext>
                </a:extLst>
              </p14:cNvPr>
              <p14:cNvContentPartPr/>
              <p14:nvPr/>
            </p14:nvContentPartPr>
            <p14:xfrm>
              <a:off x="9004118" y="2693663"/>
              <a:ext cx="194760" cy="220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EAFB1F5-BCCF-0781-1457-9DC71E9C460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995478" y="2685023"/>
                <a:ext cx="2124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AA2CC3B-FF04-5C8E-B645-5E5E8F245AB7}"/>
                  </a:ext>
                </a:extLst>
              </p14:cNvPr>
              <p14:cNvContentPartPr/>
              <p14:nvPr/>
            </p14:nvContentPartPr>
            <p14:xfrm>
              <a:off x="8542598" y="3187223"/>
              <a:ext cx="544680" cy="216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AA2CC3B-FF04-5C8E-B645-5E5E8F245AB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533958" y="3178583"/>
                <a:ext cx="5623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51A6321-A7A4-801E-C53E-7862D3027515}"/>
                  </a:ext>
                </a:extLst>
              </p14:cNvPr>
              <p14:cNvContentPartPr/>
              <p14:nvPr/>
            </p14:nvContentPartPr>
            <p14:xfrm>
              <a:off x="8527838" y="3424463"/>
              <a:ext cx="835560" cy="1267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51A6321-A7A4-801E-C53E-7862D302751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518838" y="3415463"/>
                <a:ext cx="8532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02B75B4-B57F-65B9-9C61-C9F0FDE6FC46}"/>
                  </a:ext>
                </a:extLst>
              </p14:cNvPr>
              <p14:cNvContentPartPr/>
              <p14:nvPr/>
            </p14:nvContentPartPr>
            <p14:xfrm>
              <a:off x="9201758" y="3405743"/>
              <a:ext cx="95760" cy="81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02B75B4-B57F-65B9-9C61-C9F0FDE6FC4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193118" y="3396743"/>
                <a:ext cx="1134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02554AE-530A-36E4-B0D9-466899534972}"/>
                  </a:ext>
                </a:extLst>
              </p14:cNvPr>
              <p14:cNvContentPartPr/>
              <p14:nvPr/>
            </p14:nvContentPartPr>
            <p14:xfrm>
              <a:off x="8558438" y="3615623"/>
              <a:ext cx="923760" cy="209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02554AE-530A-36E4-B0D9-46689953497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549438" y="3606983"/>
                <a:ext cx="9414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B7A5131-C778-DF6C-394F-908760518F6B}"/>
                  </a:ext>
                </a:extLst>
              </p14:cNvPr>
              <p14:cNvContentPartPr/>
              <p14:nvPr/>
            </p14:nvContentPartPr>
            <p14:xfrm>
              <a:off x="8524238" y="3726503"/>
              <a:ext cx="106200" cy="173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B7A5131-C778-DF6C-394F-908760518F6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515598" y="3717503"/>
                <a:ext cx="1238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1E246A2-B65D-3DB2-0866-6AE35AC23183}"/>
                  </a:ext>
                </a:extLst>
              </p14:cNvPr>
              <p14:cNvContentPartPr/>
              <p14:nvPr/>
            </p14:nvContentPartPr>
            <p14:xfrm>
              <a:off x="8443598" y="3210263"/>
              <a:ext cx="857880" cy="6613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1E246A2-B65D-3DB2-0866-6AE35AC2318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434958" y="3201263"/>
                <a:ext cx="875520" cy="6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E9E3154-0BE1-33D6-2F46-35134FB714E1}"/>
                  </a:ext>
                </a:extLst>
              </p14:cNvPr>
              <p14:cNvContentPartPr/>
              <p14:nvPr/>
            </p14:nvContentPartPr>
            <p14:xfrm>
              <a:off x="8610998" y="3161303"/>
              <a:ext cx="477720" cy="904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E9E3154-0BE1-33D6-2F46-35134FB714E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602358" y="3152663"/>
                <a:ext cx="495360" cy="9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933300B-80CA-9B25-7A00-DD3CBF3B96A8}"/>
                  </a:ext>
                </a:extLst>
              </p14:cNvPr>
              <p14:cNvContentPartPr/>
              <p14:nvPr/>
            </p14:nvContentPartPr>
            <p14:xfrm>
              <a:off x="7892078" y="3951143"/>
              <a:ext cx="1891800" cy="4510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933300B-80CA-9B25-7A00-DD3CBF3B96A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883438" y="3942143"/>
                <a:ext cx="190944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1C3334A-16C6-F09A-5F02-813CCEB287D6}"/>
                  </a:ext>
                </a:extLst>
              </p14:cNvPr>
              <p14:cNvContentPartPr/>
              <p14:nvPr/>
            </p14:nvContentPartPr>
            <p14:xfrm>
              <a:off x="9562118" y="3897143"/>
              <a:ext cx="270360" cy="1875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1C3334A-16C6-F09A-5F02-813CCEB287D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553118" y="3888143"/>
                <a:ext cx="2880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C65A19D-F911-79FA-9888-90E7BC93D97A}"/>
                  </a:ext>
                </a:extLst>
              </p14:cNvPr>
              <p14:cNvContentPartPr/>
              <p14:nvPr/>
            </p14:nvContentPartPr>
            <p14:xfrm>
              <a:off x="7640078" y="3918743"/>
              <a:ext cx="2520000" cy="872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C65A19D-F911-79FA-9888-90E7BC93D97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631438" y="3909743"/>
                <a:ext cx="2537640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4883221-E5C5-1CDF-39D1-1495E7C3EC82}"/>
                  </a:ext>
                </a:extLst>
              </p14:cNvPr>
              <p14:cNvContentPartPr/>
              <p14:nvPr/>
            </p14:nvContentPartPr>
            <p14:xfrm>
              <a:off x="7893158" y="4647023"/>
              <a:ext cx="238680" cy="2354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4883221-E5C5-1CDF-39D1-1495E7C3EC8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884518" y="4638383"/>
                <a:ext cx="2563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DACCFF8-86A9-97B5-C9F4-D5DD0F4FE593}"/>
                  </a:ext>
                </a:extLst>
              </p14:cNvPr>
              <p14:cNvContentPartPr/>
              <p14:nvPr/>
            </p14:nvContentPartPr>
            <p14:xfrm>
              <a:off x="4945838" y="2374703"/>
              <a:ext cx="333360" cy="349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DACCFF8-86A9-97B5-C9F4-D5DD0F4FE59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36838" y="2366063"/>
                <a:ext cx="35100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EE95B5F-EF89-A2F8-6358-EC12815DAE93}"/>
                  </a:ext>
                </a:extLst>
              </p14:cNvPr>
              <p14:cNvContentPartPr/>
              <p14:nvPr/>
            </p14:nvContentPartPr>
            <p14:xfrm>
              <a:off x="5354438" y="2390183"/>
              <a:ext cx="184320" cy="3265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EE95B5F-EF89-A2F8-6358-EC12815DAE9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45798" y="2381183"/>
                <a:ext cx="2019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C5E056C-6EF3-CD34-F420-ABCAF0B6D0E9}"/>
                  </a:ext>
                </a:extLst>
              </p14:cNvPr>
              <p14:cNvContentPartPr/>
              <p14:nvPr/>
            </p14:nvContentPartPr>
            <p14:xfrm>
              <a:off x="5676998" y="2433383"/>
              <a:ext cx="22680" cy="2181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C5E056C-6EF3-CD34-F420-ABCAF0B6D0E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667998" y="2424743"/>
                <a:ext cx="403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60E201A-9D89-B925-5C3B-373A6D8B5B66}"/>
                  </a:ext>
                </a:extLst>
              </p14:cNvPr>
              <p14:cNvContentPartPr/>
              <p14:nvPr/>
            </p14:nvContentPartPr>
            <p14:xfrm>
              <a:off x="5671598" y="2417183"/>
              <a:ext cx="164880" cy="241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60E201A-9D89-B925-5C3B-373A6D8B5B6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62958" y="2408183"/>
                <a:ext cx="1825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A26EC00-6AFB-15B8-5BCB-8133E44EEBB8}"/>
                  </a:ext>
                </a:extLst>
              </p14:cNvPr>
              <p14:cNvContentPartPr/>
              <p14:nvPr/>
            </p14:nvContentPartPr>
            <p14:xfrm>
              <a:off x="6314198" y="2328983"/>
              <a:ext cx="792720" cy="4262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A26EC00-6AFB-15B8-5BCB-8133E44EEBB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305198" y="2319983"/>
                <a:ext cx="81036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644A771-F1D0-6C4E-CD4C-8037F1F6BBA9}"/>
                  </a:ext>
                </a:extLst>
              </p14:cNvPr>
              <p14:cNvContentPartPr/>
              <p14:nvPr/>
            </p14:nvContentPartPr>
            <p14:xfrm>
              <a:off x="7258118" y="2453543"/>
              <a:ext cx="124200" cy="2397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644A771-F1D0-6C4E-CD4C-8037F1F6BBA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249478" y="2444903"/>
                <a:ext cx="1418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21E1131-8260-D997-E373-128999DA8846}"/>
                  </a:ext>
                </a:extLst>
              </p14:cNvPr>
              <p14:cNvContentPartPr/>
              <p14:nvPr/>
            </p14:nvContentPartPr>
            <p14:xfrm>
              <a:off x="7440278" y="2489543"/>
              <a:ext cx="35640" cy="1519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21E1131-8260-D997-E373-128999DA884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431278" y="2480903"/>
                <a:ext cx="532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B2EED9-8FC8-DAFA-C3CF-53389FBDF616}"/>
                  </a:ext>
                </a:extLst>
              </p14:cNvPr>
              <p14:cNvContentPartPr/>
              <p14:nvPr/>
            </p14:nvContentPartPr>
            <p14:xfrm>
              <a:off x="7415078" y="2437703"/>
              <a:ext cx="188280" cy="2426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B2EED9-8FC8-DAFA-C3CF-53389FBDF61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06078" y="2429063"/>
                <a:ext cx="2059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4965790-D20F-6D73-B872-D4FF1D2A47D9}"/>
                  </a:ext>
                </a:extLst>
              </p14:cNvPr>
              <p14:cNvContentPartPr/>
              <p14:nvPr/>
            </p14:nvContentPartPr>
            <p14:xfrm>
              <a:off x="7659158" y="2428343"/>
              <a:ext cx="191160" cy="2347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4965790-D20F-6D73-B872-D4FF1D2A47D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650518" y="2419703"/>
                <a:ext cx="208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BD5CCDC-E823-72AB-BDEF-64B3689B2CAF}"/>
                  </a:ext>
                </a:extLst>
              </p14:cNvPr>
              <p14:cNvContentPartPr/>
              <p14:nvPr/>
            </p14:nvContentPartPr>
            <p14:xfrm>
              <a:off x="6533078" y="2876903"/>
              <a:ext cx="71280" cy="2185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BD5CCDC-E823-72AB-BDEF-64B3689B2CA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524078" y="2867903"/>
                <a:ext cx="889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E2AA24A-B233-D000-8CCB-307C25017DA6}"/>
                  </a:ext>
                </a:extLst>
              </p14:cNvPr>
              <p14:cNvContentPartPr/>
              <p14:nvPr/>
            </p14:nvContentPartPr>
            <p14:xfrm>
              <a:off x="6633878" y="2906063"/>
              <a:ext cx="262800" cy="1674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E2AA24A-B233-D000-8CCB-307C25017DA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624878" y="2897423"/>
                <a:ext cx="2804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A1ECE9C-DD7B-3EE7-BBEF-2F2CBB4EDDE9}"/>
                  </a:ext>
                </a:extLst>
              </p14:cNvPr>
              <p14:cNvContentPartPr/>
              <p14:nvPr/>
            </p14:nvContentPartPr>
            <p14:xfrm>
              <a:off x="7001798" y="2829023"/>
              <a:ext cx="308880" cy="226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A1ECE9C-DD7B-3EE7-BBEF-2F2CBB4EDDE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992798" y="2820023"/>
                <a:ext cx="326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86CA79B-FBF4-8E5A-D1E0-A5A944E1C76B}"/>
                  </a:ext>
                </a:extLst>
              </p14:cNvPr>
              <p14:cNvContentPartPr/>
              <p14:nvPr/>
            </p14:nvContentPartPr>
            <p14:xfrm>
              <a:off x="7365758" y="2874023"/>
              <a:ext cx="87120" cy="1641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86CA79B-FBF4-8E5A-D1E0-A5A944E1C76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356758" y="2865023"/>
                <a:ext cx="1047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ECAC078-5D2C-2F0A-2CA3-7A861C6970FF}"/>
                  </a:ext>
                </a:extLst>
              </p14:cNvPr>
              <p14:cNvContentPartPr/>
              <p14:nvPr/>
            </p14:nvContentPartPr>
            <p14:xfrm>
              <a:off x="7683998" y="2905703"/>
              <a:ext cx="141120" cy="2577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ECAC078-5D2C-2F0A-2CA3-7A861C6970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674998" y="2897063"/>
                <a:ext cx="1587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718F2E1-8383-D330-85BB-651E0C7C615D}"/>
                  </a:ext>
                </a:extLst>
              </p14:cNvPr>
              <p14:cNvContentPartPr/>
              <p14:nvPr/>
            </p14:nvContentPartPr>
            <p14:xfrm>
              <a:off x="5204678" y="2799143"/>
              <a:ext cx="2710440" cy="309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718F2E1-8383-D330-85BB-651E0C7C615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196038" y="2790503"/>
                <a:ext cx="27280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9B521F3-79AA-17E6-D775-7BC8DA1BBF93}"/>
                  </a:ext>
                </a:extLst>
              </p14:cNvPr>
              <p14:cNvContentPartPr/>
              <p14:nvPr/>
            </p14:nvContentPartPr>
            <p14:xfrm>
              <a:off x="4839998" y="1640663"/>
              <a:ext cx="340920" cy="5436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9B521F3-79AA-17E6-D775-7BC8DA1BBF9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831358" y="1631663"/>
                <a:ext cx="35856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978439E-A2CA-3E71-3D29-58D8D46E71D6}"/>
                  </a:ext>
                </a:extLst>
              </p14:cNvPr>
              <p14:cNvContentPartPr/>
              <p14:nvPr/>
            </p14:nvContentPartPr>
            <p14:xfrm>
              <a:off x="5045198" y="2167703"/>
              <a:ext cx="275040" cy="756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978439E-A2CA-3E71-3D29-58D8D46E71D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036558" y="2158703"/>
                <a:ext cx="2926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8CC25E3-DCD7-6853-BFD0-FC95EF91E546}"/>
                  </a:ext>
                </a:extLst>
              </p14:cNvPr>
              <p14:cNvContentPartPr/>
              <p14:nvPr/>
            </p14:nvContentPartPr>
            <p14:xfrm>
              <a:off x="4464158" y="1352303"/>
              <a:ext cx="166320" cy="198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8CC25E3-DCD7-6853-BFD0-FC95EF91E54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455158" y="1343663"/>
                <a:ext cx="183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BC359BE-AF5C-3AF6-A2BF-513727774258}"/>
                  </a:ext>
                </a:extLst>
              </p14:cNvPr>
              <p14:cNvContentPartPr/>
              <p14:nvPr/>
            </p14:nvContentPartPr>
            <p14:xfrm>
              <a:off x="4660358" y="1340423"/>
              <a:ext cx="79920" cy="1422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BC359BE-AF5C-3AF6-A2BF-51372777425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651358" y="1331423"/>
                <a:ext cx="975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E6241AD-3695-3EE7-498D-3098E5FCECB1}"/>
                  </a:ext>
                </a:extLst>
              </p14:cNvPr>
              <p14:cNvContentPartPr/>
              <p14:nvPr/>
            </p14:nvContentPartPr>
            <p14:xfrm>
              <a:off x="4641638" y="1337903"/>
              <a:ext cx="87480" cy="1627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E6241AD-3695-3EE7-498D-3098E5FCECB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632638" y="1329263"/>
                <a:ext cx="1051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2E90A5E-066A-696D-6FCA-10892E821349}"/>
                  </a:ext>
                </a:extLst>
              </p14:cNvPr>
              <p14:cNvContentPartPr/>
              <p14:nvPr/>
            </p14:nvContentPartPr>
            <p14:xfrm>
              <a:off x="4769438" y="1336103"/>
              <a:ext cx="227160" cy="1558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2E90A5E-066A-696D-6FCA-10892E82134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760438" y="1327103"/>
                <a:ext cx="2448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06DD1E9-1FFF-7133-9FCD-F3D2EC08BA10}"/>
                  </a:ext>
                </a:extLst>
              </p14:cNvPr>
              <p14:cNvContentPartPr/>
              <p14:nvPr/>
            </p14:nvContentPartPr>
            <p14:xfrm>
              <a:off x="5016398" y="1332863"/>
              <a:ext cx="186840" cy="1692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06DD1E9-1FFF-7133-9FCD-F3D2EC08BA1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007758" y="1323863"/>
                <a:ext cx="2044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C491527-9E18-DD0C-1A97-D89D436E0D0E}"/>
                  </a:ext>
                </a:extLst>
              </p14:cNvPr>
              <p14:cNvContentPartPr/>
              <p14:nvPr/>
            </p14:nvContentPartPr>
            <p14:xfrm>
              <a:off x="4559558" y="1104983"/>
              <a:ext cx="124920" cy="2239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C491527-9E18-DD0C-1A97-D89D436E0D0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550918" y="1096343"/>
                <a:ext cx="1425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56EFC24-9ED5-2964-1F07-36D76057B855}"/>
                  </a:ext>
                </a:extLst>
              </p14:cNvPr>
              <p14:cNvContentPartPr/>
              <p14:nvPr/>
            </p14:nvContentPartPr>
            <p14:xfrm>
              <a:off x="4738838" y="1063583"/>
              <a:ext cx="150120" cy="2250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56EFC24-9ED5-2964-1F07-36D76057B85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729838" y="1054943"/>
                <a:ext cx="1677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471AA77-40DF-DF3B-220B-27AEF193840E}"/>
                  </a:ext>
                </a:extLst>
              </p14:cNvPr>
              <p14:cNvContentPartPr/>
              <p14:nvPr/>
            </p14:nvContentPartPr>
            <p14:xfrm>
              <a:off x="4966718" y="1101383"/>
              <a:ext cx="135360" cy="1274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471AA77-40DF-DF3B-220B-27AEF193840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958078" y="1092743"/>
                <a:ext cx="1530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D6468B9-FDD2-9DA8-1FFE-974E42D3A87F}"/>
                  </a:ext>
                </a:extLst>
              </p14:cNvPr>
              <p14:cNvContentPartPr/>
              <p14:nvPr/>
            </p14:nvContentPartPr>
            <p14:xfrm>
              <a:off x="5798318" y="2971943"/>
              <a:ext cx="89640" cy="3902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D6468B9-FDD2-9DA8-1FFE-974E42D3A87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789318" y="2962943"/>
                <a:ext cx="10728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6C69F1D-7EEA-564F-C788-0E13187E1A5E}"/>
                  </a:ext>
                </a:extLst>
              </p14:cNvPr>
              <p14:cNvContentPartPr/>
              <p14:nvPr/>
            </p14:nvContentPartPr>
            <p14:xfrm>
              <a:off x="5795078" y="3356783"/>
              <a:ext cx="225000" cy="99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6C69F1D-7EEA-564F-C788-0E13187E1A5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786438" y="3347783"/>
                <a:ext cx="242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F6C3918-F94E-187A-82AA-230007D1C724}"/>
                  </a:ext>
                </a:extLst>
              </p14:cNvPr>
              <p14:cNvContentPartPr/>
              <p14:nvPr/>
            </p14:nvContentPartPr>
            <p14:xfrm>
              <a:off x="5819558" y="3920903"/>
              <a:ext cx="197640" cy="2988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F6C3918-F94E-187A-82AA-230007D1C72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810918" y="3911903"/>
                <a:ext cx="2152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337A882-D96B-6485-64B1-90517609474F}"/>
                  </a:ext>
                </a:extLst>
              </p14:cNvPr>
              <p14:cNvContentPartPr/>
              <p14:nvPr/>
            </p14:nvContentPartPr>
            <p14:xfrm>
              <a:off x="6086318" y="3884183"/>
              <a:ext cx="628200" cy="2559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337A882-D96B-6485-64B1-90517609474F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077678" y="3875543"/>
                <a:ext cx="6458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09883E2-E7F0-0E0D-D3AA-BCAA1F482C8C}"/>
                  </a:ext>
                </a:extLst>
              </p14:cNvPr>
              <p14:cNvContentPartPr/>
              <p14:nvPr/>
            </p14:nvContentPartPr>
            <p14:xfrm>
              <a:off x="6829718" y="3977063"/>
              <a:ext cx="152640" cy="1530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09883E2-E7F0-0E0D-D3AA-BCAA1F482C8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821078" y="3968063"/>
                <a:ext cx="1702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6F17216-4034-2ECE-B5B1-ABF6EE533617}"/>
                  </a:ext>
                </a:extLst>
              </p14:cNvPr>
              <p14:cNvContentPartPr/>
              <p14:nvPr/>
            </p14:nvContentPartPr>
            <p14:xfrm>
              <a:off x="7095758" y="3951503"/>
              <a:ext cx="123480" cy="1836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6F17216-4034-2ECE-B5B1-ABF6EE53361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086758" y="3942863"/>
                <a:ext cx="1411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FB89803-5280-60D2-6B6B-FC257056A596}"/>
                  </a:ext>
                </a:extLst>
              </p14:cNvPr>
              <p14:cNvContentPartPr/>
              <p14:nvPr/>
            </p14:nvContentPartPr>
            <p14:xfrm>
              <a:off x="5655758" y="3907943"/>
              <a:ext cx="181440" cy="225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FB89803-5280-60D2-6B6B-FC257056A59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646758" y="3898943"/>
                <a:ext cx="1990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89DFB4A-BC8F-0C4A-0BAD-16CE4D46453A}"/>
                  </a:ext>
                </a:extLst>
              </p14:cNvPr>
              <p14:cNvContentPartPr/>
              <p14:nvPr/>
            </p14:nvContentPartPr>
            <p14:xfrm>
              <a:off x="5493758" y="3936023"/>
              <a:ext cx="155520" cy="2404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89DFB4A-BC8F-0C4A-0BAD-16CE4D46453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484758" y="3927023"/>
                <a:ext cx="1731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01C0B82-132F-1837-E29A-97CF4BF05709}"/>
                  </a:ext>
                </a:extLst>
              </p14:cNvPr>
              <p14:cNvContentPartPr/>
              <p14:nvPr/>
            </p14:nvContentPartPr>
            <p14:xfrm>
              <a:off x="5788238" y="4568183"/>
              <a:ext cx="272880" cy="316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01C0B82-132F-1837-E29A-97CF4BF0570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779238" y="4559183"/>
                <a:ext cx="2905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ADB93E9-6777-DA83-D954-81D691093640}"/>
                  </a:ext>
                </a:extLst>
              </p14:cNvPr>
              <p14:cNvContentPartPr/>
              <p14:nvPr/>
            </p14:nvContentPartPr>
            <p14:xfrm>
              <a:off x="6101078" y="4582583"/>
              <a:ext cx="227520" cy="2592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ADB93E9-6777-DA83-D954-81D69109364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092438" y="4573943"/>
                <a:ext cx="2451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B39951E-E48E-0A11-55F1-F2EA62B52E9F}"/>
                  </a:ext>
                </a:extLst>
              </p14:cNvPr>
              <p14:cNvContentPartPr/>
              <p14:nvPr/>
            </p14:nvContentPartPr>
            <p14:xfrm>
              <a:off x="6396278" y="4556663"/>
              <a:ext cx="147960" cy="5454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B39951E-E48E-0A11-55F1-F2EA62B52E9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387638" y="4547663"/>
                <a:ext cx="16560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3ED50D1-1A0D-7729-B79F-A353BBEE6B94}"/>
                  </a:ext>
                </a:extLst>
              </p14:cNvPr>
              <p14:cNvContentPartPr/>
              <p14:nvPr/>
            </p14:nvContentPartPr>
            <p14:xfrm>
              <a:off x="6664118" y="4677623"/>
              <a:ext cx="236880" cy="249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3ED50D1-1A0D-7729-B79F-A353BBEE6B9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655118" y="4668983"/>
                <a:ext cx="2545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F778E2C-E0FC-49E8-D67B-6587A20C794C}"/>
                  </a:ext>
                </a:extLst>
              </p14:cNvPr>
              <p14:cNvContentPartPr/>
              <p14:nvPr/>
            </p14:nvContentPartPr>
            <p14:xfrm>
              <a:off x="6956078" y="4735223"/>
              <a:ext cx="231840" cy="2815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F778E2C-E0FC-49E8-D67B-6587A20C794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947438" y="4726583"/>
                <a:ext cx="2494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091D84B-A7CD-DFBF-A02C-EDB0DFF3E7BA}"/>
                  </a:ext>
                </a:extLst>
              </p14:cNvPr>
              <p14:cNvContentPartPr/>
              <p14:nvPr/>
            </p14:nvContentPartPr>
            <p14:xfrm>
              <a:off x="3383798" y="2981303"/>
              <a:ext cx="2058840" cy="19548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091D84B-A7CD-DFBF-A02C-EDB0DFF3E7B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375158" y="2972303"/>
                <a:ext cx="2076480" cy="19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73F66AB-5CB5-F1F9-25E4-8F8FDAECECB2}"/>
                  </a:ext>
                </a:extLst>
              </p14:cNvPr>
              <p14:cNvContentPartPr/>
              <p14:nvPr/>
            </p14:nvContentPartPr>
            <p14:xfrm>
              <a:off x="3300998" y="2835143"/>
              <a:ext cx="225360" cy="3211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73F66AB-5CB5-F1F9-25E4-8F8FDAECECB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291998" y="2826503"/>
                <a:ext cx="2430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34341BA6-58B0-4B68-E967-2190A3B9F50B}"/>
                  </a:ext>
                </a:extLst>
              </p14:cNvPr>
              <p14:cNvContentPartPr/>
              <p14:nvPr/>
            </p14:nvContentPartPr>
            <p14:xfrm>
              <a:off x="8623958" y="4988663"/>
              <a:ext cx="195120" cy="1753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34341BA6-58B0-4B68-E967-2190A3B9F50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615318" y="4979663"/>
                <a:ext cx="2127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19D8D09-9041-C712-99FC-12EC436B86D0}"/>
                  </a:ext>
                </a:extLst>
              </p14:cNvPr>
              <p14:cNvContentPartPr/>
              <p14:nvPr/>
            </p14:nvContentPartPr>
            <p14:xfrm>
              <a:off x="8907638" y="4909463"/>
              <a:ext cx="210960" cy="2124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19D8D09-9041-C712-99FC-12EC436B86D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898998" y="4900463"/>
                <a:ext cx="2286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F2011CB-F0F9-A54C-7856-E2CA5132610F}"/>
                  </a:ext>
                </a:extLst>
              </p14:cNvPr>
              <p14:cNvContentPartPr/>
              <p14:nvPr/>
            </p14:nvContentPartPr>
            <p14:xfrm>
              <a:off x="8527838" y="4764743"/>
              <a:ext cx="808920" cy="5774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F2011CB-F0F9-A54C-7856-E2CA5132610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518838" y="4755743"/>
                <a:ext cx="82656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4C80D5B-12C9-7723-A0FD-54D4A404FADF}"/>
                  </a:ext>
                </a:extLst>
              </p14:cNvPr>
              <p14:cNvContentPartPr/>
              <p14:nvPr/>
            </p14:nvContentPartPr>
            <p14:xfrm>
              <a:off x="10431158" y="5504543"/>
              <a:ext cx="188640" cy="1609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4C80D5B-12C9-7723-A0FD-54D4A404FAD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422158" y="5495543"/>
                <a:ext cx="2062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E7077E4-5D44-4EFF-AEDB-98148E5EA79F}"/>
                  </a:ext>
                </a:extLst>
              </p14:cNvPr>
              <p14:cNvContentPartPr/>
              <p14:nvPr/>
            </p14:nvContentPartPr>
            <p14:xfrm>
              <a:off x="10609718" y="5414543"/>
              <a:ext cx="126360" cy="3013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E7077E4-5D44-4EFF-AEDB-98148E5EA79F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600718" y="5405903"/>
                <a:ext cx="1440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3D6166D-90B4-8E74-456A-D200D530D85F}"/>
                  </a:ext>
                </a:extLst>
              </p14:cNvPr>
              <p14:cNvContentPartPr/>
              <p14:nvPr/>
            </p14:nvContentPartPr>
            <p14:xfrm>
              <a:off x="10408838" y="5003783"/>
              <a:ext cx="49320" cy="1411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3D6166D-90B4-8E74-456A-D200D530D85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400198" y="4995143"/>
                <a:ext cx="669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ECC66DF-ED39-E54C-A016-3DF6D8F09AD8}"/>
                  </a:ext>
                </a:extLst>
              </p14:cNvPr>
              <p14:cNvContentPartPr/>
              <p14:nvPr/>
            </p14:nvContentPartPr>
            <p14:xfrm>
              <a:off x="10517198" y="4920623"/>
              <a:ext cx="151200" cy="2545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ECC66DF-ED39-E54C-A016-3DF6D8F09AD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508198" y="4911983"/>
                <a:ext cx="1688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FEE3AD8-685B-9417-34DE-CB323B46264D}"/>
                  </a:ext>
                </a:extLst>
              </p14:cNvPr>
              <p14:cNvContentPartPr/>
              <p14:nvPr/>
            </p14:nvContentPartPr>
            <p14:xfrm>
              <a:off x="10764158" y="4942223"/>
              <a:ext cx="136440" cy="1224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FEE3AD8-685B-9417-34DE-CB323B46264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755158" y="4933583"/>
                <a:ext cx="1540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ADF8C3A-1476-2B08-C188-5FEFA839A700}"/>
                  </a:ext>
                </a:extLst>
              </p14:cNvPr>
              <p14:cNvContentPartPr/>
              <p14:nvPr/>
            </p14:nvContentPartPr>
            <p14:xfrm>
              <a:off x="10841198" y="4933943"/>
              <a:ext cx="210600" cy="2458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ADF8C3A-1476-2B08-C188-5FEFA839A70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832198" y="4925303"/>
                <a:ext cx="2282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7768890-464A-8C81-B734-C717C6910954}"/>
                  </a:ext>
                </a:extLst>
              </p14:cNvPr>
              <p14:cNvContentPartPr/>
              <p14:nvPr/>
            </p14:nvContentPartPr>
            <p14:xfrm>
              <a:off x="11035238" y="4963103"/>
              <a:ext cx="169560" cy="1486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7768890-464A-8C81-B734-C717C691095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026598" y="4954103"/>
                <a:ext cx="1872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B9537B6-1054-27B7-EF0A-0CD1449C219B}"/>
                  </a:ext>
                </a:extLst>
              </p14:cNvPr>
              <p14:cNvContentPartPr/>
              <p14:nvPr/>
            </p14:nvContentPartPr>
            <p14:xfrm>
              <a:off x="11318198" y="4955903"/>
              <a:ext cx="140040" cy="1782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B9537B6-1054-27B7-EF0A-0CD1449C219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309198" y="4947263"/>
                <a:ext cx="157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3EC2872-996C-7005-FDE9-DABF2EEA3C58}"/>
                  </a:ext>
                </a:extLst>
              </p14:cNvPr>
              <p14:cNvContentPartPr/>
              <p14:nvPr/>
            </p14:nvContentPartPr>
            <p14:xfrm>
              <a:off x="11492438" y="4908023"/>
              <a:ext cx="155880" cy="1911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3EC2872-996C-7005-FDE9-DABF2EEA3C5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483438" y="4899383"/>
                <a:ext cx="1735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EE234B0-C0B5-BC2A-5EE5-43F98D68BD7F}"/>
                  </a:ext>
                </a:extLst>
              </p14:cNvPr>
              <p14:cNvContentPartPr/>
              <p14:nvPr/>
            </p14:nvContentPartPr>
            <p14:xfrm>
              <a:off x="11670278" y="4964543"/>
              <a:ext cx="33840" cy="1774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EE234B0-C0B5-BC2A-5EE5-43F98D68BD7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661278" y="4955543"/>
                <a:ext cx="514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EC15FF3-AA67-4804-19B4-E410EFAB5132}"/>
                  </a:ext>
                </a:extLst>
              </p14:cNvPr>
              <p14:cNvContentPartPr/>
              <p14:nvPr/>
            </p14:nvContentPartPr>
            <p14:xfrm>
              <a:off x="11637158" y="4921703"/>
              <a:ext cx="125280" cy="2458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EC15FF3-AA67-4804-19B4-E410EFAB513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628518" y="4912703"/>
                <a:ext cx="1429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4DC3332-780F-ED7E-8AA8-727BD1517D57}"/>
                  </a:ext>
                </a:extLst>
              </p14:cNvPr>
              <p14:cNvContentPartPr/>
              <p14:nvPr/>
            </p14:nvContentPartPr>
            <p14:xfrm>
              <a:off x="11767838" y="4943303"/>
              <a:ext cx="167760" cy="2224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4DC3332-780F-ED7E-8AA8-727BD1517D57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759198" y="4934663"/>
                <a:ext cx="1854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0C9F5CB1-D61E-7F3A-0D50-52C724257A72}"/>
                  </a:ext>
                </a:extLst>
              </p14:cNvPr>
              <p14:cNvContentPartPr/>
              <p14:nvPr/>
            </p14:nvContentPartPr>
            <p14:xfrm>
              <a:off x="10959278" y="5471423"/>
              <a:ext cx="128160" cy="2289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0C9F5CB1-D61E-7F3A-0D50-52C724257A7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950278" y="5462783"/>
                <a:ext cx="145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DBECB3A-A254-BEF9-1FBD-AD5EE0046E21}"/>
                  </a:ext>
                </a:extLst>
              </p14:cNvPr>
              <p14:cNvContentPartPr/>
              <p14:nvPr/>
            </p14:nvContentPartPr>
            <p14:xfrm>
              <a:off x="11153318" y="5360543"/>
              <a:ext cx="118440" cy="2833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DBECB3A-A254-BEF9-1FBD-AD5EE0046E2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1144318" y="5351903"/>
                <a:ext cx="1360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E210B43-FC33-8F31-C7E7-4F7FD4BAC360}"/>
                  </a:ext>
                </a:extLst>
              </p14:cNvPr>
              <p14:cNvContentPartPr/>
              <p14:nvPr/>
            </p14:nvContentPartPr>
            <p14:xfrm>
              <a:off x="11346638" y="5474663"/>
              <a:ext cx="169920" cy="1684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E210B43-FC33-8F31-C7E7-4F7FD4BAC36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337638" y="5465663"/>
                <a:ext cx="1875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45F3B81-37BC-6B13-68C7-27A87FD09BA0}"/>
                  </a:ext>
                </a:extLst>
              </p14:cNvPr>
              <p14:cNvContentPartPr/>
              <p14:nvPr/>
            </p14:nvContentPartPr>
            <p14:xfrm>
              <a:off x="11543198" y="5377463"/>
              <a:ext cx="43920" cy="2437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45F3B81-37BC-6B13-68C7-27A87FD09BA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1534198" y="5368463"/>
                <a:ext cx="615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7D3ABE6-B885-C3F5-9915-288646071A46}"/>
                  </a:ext>
                </a:extLst>
              </p14:cNvPr>
              <p14:cNvContentPartPr/>
              <p14:nvPr/>
            </p14:nvContentPartPr>
            <p14:xfrm>
              <a:off x="11501798" y="5500583"/>
              <a:ext cx="62640" cy="363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7D3ABE6-B885-C3F5-9915-288646071A4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1492798" y="5491583"/>
                <a:ext cx="802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FB20382-9399-10E5-3DCE-8BD82D53103A}"/>
                  </a:ext>
                </a:extLst>
              </p14:cNvPr>
              <p14:cNvContentPartPr/>
              <p14:nvPr/>
            </p14:nvContentPartPr>
            <p14:xfrm>
              <a:off x="11648318" y="5432183"/>
              <a:ext cx="144360" cy="2152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FB20382-9399-10E5-3DCE-8BD82D53103A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1639318" y="5423183"/>
                <a:ext cx="1620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8C5526D9-E141-B366-2F09-4BA088968BDF}"/>
                  </a:ext>
                </a:extLst>
              </p14:cNvPr>
              <p14:cNvContentPartPr/>
              <p14:nvPr/>
            </p14:nvContentPartPr>
            <p14:xfrm>
              <a:off x="11824358" y="5425703"/>
              <a:ext cx="132480" cy="2059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8C5526D9-E141-B366-2F09-4BA088968BD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1815358" y="5417063"/>
                <a:ext cx="1501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C003CFF3-7E5C-2ED8-7A1B-E9D5BD49D449}"/>
                  </a:ext>
                </a:extLst>
              </p14:cNvPr>
              <p14:cNvContentPartPr/>
              <p14:nvPr/>
            </p14:nvContentPartPr>
            <p14:xfrm>
              <a:off x="10139198" y="3408263"/>
              <a:ext cx="1331640" cy="136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C003CFF3-7E5C-2ED8-7A1B-E9D5BD49D44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130198" y="3399623"/>
                <a:ext cx="134928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911CAA8-7A80-1D6F-9008-881CE371CD55}"/>
              </a:ext>
            </a:extLst>
          </p:cNvPr>
          <p:cNvGrpSpPr/>
          <p:nvPr/>
        </p:nvGrpSpPr>
        <p:grpSpPr>
          <a:xfrm>
            <a:off x="9870638" y="5898023"/>
            <a:ext cx="2017800" cy="780480"/>
            <a:chOff x="9870638" y="5898023"/>
            <a:chExt cx="2017800" cy="78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7D4BC2C-D1CC-41B1-ABC4-D30F973C4630}"/>
                    </a:ext>
                  </a:extLst>
                </p14:cNvPr>
                <p14:cNvContentPartPr/>
                <p14:nvPr/>
              </p14:nvContentPartPr>
              <p14:xfrm>
                <a:off x="10339718" y="5923223"/>
                <a:ext cx="250920" cy="271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7D4BC2C-D1CC-41B1-ABC4-D30F973C463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31078" y="5914583"/>
                  <a:ext cx="268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30FC3F-13FE-9296-1429-D27E4EC2ED61}"/>
                    </a:ext>
                  </a:extLst>
                </p14:cNvPr>
                <p14:cNvContentPartPr/>
                <p14:nvPr/>
              </p14:nvContentPartPr>
              <p14:xfrm>
                <a:off x="10565438" y="5901983"/>
                <a:ext cx="162000" cy="294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30FC3F-13FE-9296-1429-D27E4EC2ED6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556798" y="5892983"/>
                  <a:ext cx="1796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1B73D61-7C77-52F0-A104-2C7DEFEBE53A}"/>
                    </a:ext>
                  </a:extLst>
                </p14:cNvPr>
                <p14:cNvContentPartPr/>
                <p14:nvPr/>
              </p14:nvContentPartPr>
              <p14:xfrm>
                <a:off x="10911038" y="5988383"/>
                <a:ext cx="104040" cy="135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1B73D61-7C77-52F0-A104-2C7DEFEBE53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02038" y="5979743"/>
                  <a:ext cx="121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89D85C5-1B48-31DB-E4FA-BCB2B97C1B12}"/>
                    </a:ext>
                  </a:extLst>
                </p14:cNvPr>
                <p14:cNvContentPartPr/>
                <p14:nvPr/>
              </p14:nvContentPartPr>
              <p14:xfrm>
                <a:off x="11056118" y="5898023"/>
                <a:ext cx="172440" cy="231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89D85C5-1B48-31DB-E4FA-BCB2B97C1B1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47118" y="5889023"/>
                  <a:ext cx="190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DD97551-8BB9-32DC-B7CB-27AD5621C29E}"/>
                    </a:ext>
                  </a:extLst>
                </p14:cNvPr>
                <p14:cNvContentPartPr/>
                <p14:nvPr/>
              </p14:nvContentPartPr>
              <p14:xfrm>
                <a:off x="11296598" y="5992343"/>
                <a:ext cx="106200" cy="167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DD97551-8BB9-32DC-B7CB-27AD5621C29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87958" y="5983703"/>
                  <a:ext cx="123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42CDD8-D842-5432-D920-689D6532643F}"/>
                    </a:ext>
                  </a:extLst>
                </p14:cNvPr>
                <p14:cNvContentPartPr/>
                <p14:nvPr/>
              </p14:nvContentPartPr>
              <p14:xfrm>
                <a:off x="10531598" y="6457823"/>
                <a:ext cx="609840" cy="220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42CDD8-D842-5432-D920-689D65326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522598" y="6448823"/>
                  <a:ext cx="627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5AF6EA3-3F58-64DD-0BE2-465EAED557DA}"/>
                    </a:ext>
                  </a:extLst>
                </p14:cNvPr>
                <p14:cNvContentPartPr/>
                <p14:nvPr/>
              </p14:nvContentPartPr>
              <p14:xfrm>
                <a:off x="11154398" y="6450623"/>
                <a:ext cx="96840" cy="193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5AF6EA3-3F58-64DD-0BE2-465EAED557D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145398" y="6441983"/>
                  <a:ext cx="114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770D793-917C-D92C-B084-46E0C832B772}"/>
                    </a:ext>
                  </a:extLst>
                </p14:cNvPr>
                <p14:cNvContentPartPr/>
                <p14:nvPr/>
              </p14:nvContentPartPr>
              <p14:xfrm>
                <a:off x="11304518" y="6436943"/>
                <a:ext cx="29160" cy="104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770D793-917C-D92C-B084-46E0C832B77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95518" y="6427943"/>
                  <a:ext cx="4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2B7846-8226-A2D0-3746-4F9526403252}"/>
                    </a:ext>
                  </a:extLst>
                </p14:cNvPr>
                <p14:cNvContentPartPr/>
                <p14:nvPr/>
              </p14:nvContentPartPr>
              <p14:xfrm>
                <a:off x="11299478" y="6386903"/>
                <a:ext cx="17640" cy="1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2B7846-8226-A2D0-3746-4F952640325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290838" y="6378263"/>
                  <a:ext cx="35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D3F9085-EAD1-FED4-2FCE-EA47D92BCAAF}"/>
                    </a:ext>
                  </a:extLst>
                </p14:cNvPr>
                <p14:cNvContentPartPr/>
                <p14:nvPr/>
              </p14:nvContentPartPr>
              <p14:xfrm>
                <a:off x="11393798" y="6375383"/>
                <a:ext cx="29160" cy="132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D3F9085-EAD1-FED4-2FCE-EA47D92BCAA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384798" y="6366743"/>
                  <a:ext cx="46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375FC8E-4565-2D79-C81C-003ABE21C8D0}"/>
                    </a:ext>
                  </a:extLst>
                </p14:cNvPr>
                <p14:cNvContentPartPr/>
                <p14:nvPr/>
              </p14:nvContentPartPr>
              <p14:xfrm>
                <a:off x="11524838" y="6427583"/>
                <a:ext cx="98640" cy="158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375FC8E-4565-2D79-C81C-003ABE21C8D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515838" y="6418943"/>
                  <a:ext cx="116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1A2FB0-1D7A-197B-A4B6-F0F978960DBB}"/>
                    </a:ext>
                  </a:extLst>
                </p14:cNvPr>
                <p14:cNvContentPartPr/>
                <p14:nvPr/>
              </p14:nvContentPartPr>
              <p14:xfrm>
                <a:off x="11861798" y="6475823"/>
                <a:ext cx="26640" cy="352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1A2FB0-1D7A-197B-A4B6-F0F978960DB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853158" y="6466823"/>
                  <a:ext cx="44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2FDAC19-B093-F4B7-C9A5-4E53827BDB2B}"/>
                    </a:ext>
                  </a:extLst>
                </p14:cNvPr>
                <p14:cNvContentPartPr/>
                <p14:nvPr/>
              </p14:nvContentPartPr>
              <p14:xfrm>
                <a:off x="9870638" y="6422183"/>
                <a:ext cx="317520" cy="9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2FDAC19-B093-F4B7-C9A5-4E53827BDB2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61998" y="6413183"/>
                  <a:ext cx="335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266385B-D0A9-57E8-7953-D12BAAA8B02E}"/>
                    </a:ext>
                  </a:extLst>
                </p14:cNvPr>
                <p14:cNvContentPartPr/>
                <p14:nvPr/>
              </p14:nvContentPartPr>
              <p14:xfrm>
                <a:off x="10115798" y="6300863"/>
                <a:ext cx="318600" cy="193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266385B-D0A9-57E8-7953-D12BAAA8B02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107158" y="6292223"/>
                  <a:ext cx="336240" cy="21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887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1185-44E1-1FF1-C1FF-DFEECA70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A18312-6444-624E-E472-9B6BFCC85994}"/>
                  </a:ext>
                </a:extLst>
              </p14:cNvPr>
              <p14:cNvContentPartPr/>
              <p14:nvPr/>
            </p14:nvContentPartPr>
            <p14:xfrm>
              <a:off x="657158" y="3468743"/>
              <a:ext cx="27000" cy="59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A18312-6444-624E-E472-9B6BFCC859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158" y="3460103"/>
                <a:ext cx="4464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85F393F-D881-16C5-D462-577DE4CB96D4}"/>
                  </a:ext>
                </a:extLst>
              </p14:cNvPr>
              <p14:cNvContentPartPr/>
              <p14:nvPr/>
            </p14:nvContentPartPr>
            <p14:xfrm>
              <a:off x="702158" y="4540463"/>
              <a:ext cx="199080" cy="189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85F393F-D881-16C5-D462-577DE4CB96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158" y="4531823"/>
                <a:ext cx="21672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6F232AA-DE1D-CF94-95F5-D08934D15AD8}"/>
                  </a:ext>
                </a:extLst>
              </p14:cNvPr>
              <p14:cNvContentPartPr/>
              <p14:nvPr/>
            </p14:nvContentPartPr>
            <p14:xfrm>
              <a:off x="558518" y="4446143"/>
              <a:ext cx="487800" cy="373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6F232AA-DE1D-CF94-95F5-D08934D15A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878" y="4437503"/>
                <a:ext cx="5054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5049C72-D507-5F37-337B-7765B847AD1B}"/>
                  </a:ext>
                </a:extLst>
              </p14:cNvPr>
              <p14:cNvContentPartPr/>
              <p14:nvPr/>
            </p14:nvContentPartPr>
            <p14:xfrm>
              <a:off x="1030838" y="2785463"/>
              <a:ext cx="4865760" cy="1912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5049C72-D507-5F37-337B-7765B847AD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2198" y="2776463"/>
                <a:ext cx="4883400" cy="19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0B6F19F-166D-4DC5-2385-E2FE29524932}"/>
                  </a:ext>
                </a:extLst>
              </p14:cNvPr>
              <p14:cNvContentPartPr/>
              <p14:nvPr/>
            </p14:nvContentPartPr>
            <p14:xfrm>
              <a:off x="5805158" y="2676383"/>
              <a:ext cx="96120" cy="140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0B6F19F-166D-4DC5-2385-E2FE295249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96158" y="2667743"/>
                <a:ext cx="113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58FAF2F-A950-2045-CEEC-862A1C294159}"/>
                  </a:ext>
                </a:extLst>
              </p14:cNvPr>
              <p14:cNvContentPartPr/>
              <p14:nvPr/>
            </p14:nvContentPartPr>
            <p14:xfrm>
              <a:off x="6048518" y="1701503"/>
              <a:ext cx="4911120" cy="2086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58FAF2F-A950-2045-CEEC-862A1C2941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39878" y="1692863"/>
                <a:ext cx="4928760" cy="21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1F50365-BC61-B1A1-EBE4-0724930552C0}"/>
                  </a:ext>
                </a:extLst>
              </p14:cNvPr>
              <p14:cNvContentPartPr/>
              <p14:nvPr/>
            </p14:nvContentPartPr>
            <p14:xfrm>
              <a:off x="7812158" y="2087423"/>
              <a:ext cx="193320" cy="297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1F50365-BC61-B1A1-EBE4-0724930552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03158" y="2078423"/>
                <a:ext cx="2109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492BCBD-5C04-C6F3-7CAF-790D29FEAC2B}"/>
                  </a:ext>
                </a:extLst>
              </p14:cNvPr>
              <p14:cNvContentPartPr/>
              <p14:nvPr/>
            </p14:nvContentPartPr>
            <p14:xfrm>
              <a:off x="8035718" y="2181743"/>
              <a:ext cx="139320" cy="161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492BCBD-5C04-C6F3-7CAF-790D29FEAC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26718" y="2172743"/>
                <a:ext cx="1569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D927335-ACB3-067D-1FAA-503BA11B3A04}"/>
                  </a:ext>
                </a:extLst>
              </p14:cNvPr>
              <p14:cNvContentPartPr/>
              <p14:nvPr/>
            </p14:nvContentPartPr>
            <p14:xfrm>
              <a:off x="8172878" y="2191463"/>
              <a:ext cx="110160" cy="2008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D927335-ACB3-067D-1FAA-503BA11B3A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64238" y="2182823"/>
                <a:ext cx="1278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AC97FE3-2056-002D-1DD0-AE4D8DB36ED5}"/>
                  </a:ext>
                </a:extLst>
              </p14:cNvPr>
              <p14:cNvContentPartPr/>
              <p14:nvPr/>
            </p14:nvContentPartPr>
            <p14:xfrm>
              <a:off x="8329838" y="2114063"/>
              <a:ext cx="63720" cy="204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AC97FE3-2056-002D-1DD0-AE4D8DB36ED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20838" y="2105063"/>
                <a:ext cx="813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FE83B5C-7AE5-D51F-6045-A8D6D3166383}"/>
                  </a:ext>
                </a:extLst>
              </p14:cNvPr>
              <p14:cNvContentPartPr/>
              <p14:nvPr/>
            </p14:nvContentPartPr>
            <p14:xfrm>
              <a:off x="8310758" y="2222423"/>
              <a:ext cx="158400" cy="259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FE83B5C-7AE5-D51F-6045-A8D6D316638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02118" y="2213783"/>
                <a:ext cx="17604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5BA43F9-043E-2CBB-8B5B-85E611C0EF51}"/>
              </a:ext>
            </a:extLst>
          </p:cNvPr>
          <p:cNvGrpSpPr/>
          <p:nvPr/>
        </p:nvGrpSpPr>
        <p:grpSpPr>
          <a:xfrm>
            <a:off x="8138318" y="2539223"/>
            <a:ext cx="1708560" cy="536040"/>
            <a:chOff x="8138318" y="2539223"/>
            <a:chExt cx="170856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DEF80A-8A97-7891-D51F-BBB4AB5F0EF2}"/>
                    </a:ext>
                  </a:extLst>
                </p14:cNvPr>
                <p14:cNvContentPartPr/>
                <p14:nvPr/>
              </p14:nvContentPartPr>
              <p14:xfrm>
                <a:off x="8138318" y="2539223"/>
                <a:ext cx="254160" cy="23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DEF80A-8A97-7891-D51F-BBB4AB5F0E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29318" y="2530583"/>
                  <a:ext cx="271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D03573-111E-6265-F12C-54DE103E9C12}"/>
                    </a:ext>
                  </a:extLst>
                </p14:cNvPr>
                <p14:cNvContentPartPr/>
                <p14:nvPr/>
              </p14:nvContentPartPr>
              <p14:xfrm>
                <a:off x="8397158" y="2636423"/>
                <a:ext cx="140400" cy="166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D03573-111E-6265-F12C-54DE103E9C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88518" y="2627423"/>
                  <a:ext cx="158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F901B7-73EC-330D-EC3A-CD1A64FD7E4E}"/>
                    </a:ext>
                  </a:extLst>
                </p14:cNvPr>
                <p14:cNvContentPartPr/>
                <p14:nvPr/>
              </p14:nvContentPartPr>
              <p14:xfrm>
                <a:off x="8628998" y="2661263"/>
                <a:ext cx="122760" cy="174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F901B7-73EC-330D-EC3A-CD1A64FD7E4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20358" y="2652263"/>
                  <a:ext cx="140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A47CA0-58B1-9969-AD2F-8B67663A3FB9}"/>
                    </a:ext>
                  </a:extLst>
                </p14:cNvPr>
                <p14:cNvContentPartPr/>
                <p14:nvPr/>
              </p14:nvContentPartPr>
              <p14:xfrm>
                <a:off x="8793158" y="2674583"/>
                <a:ext cx="212760" cy="190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A47CA0-58B1-9969-AD2F-8B67663A3F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84158" y="2665943"/>
                  <a:ext cx="230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05D124-CDA6-1D02-2496-D613776C9451}"/>
                    </a:ext>
                  </a:extLst>
                </p14:cNvPr>
                <p14:cNvContentPartPr/>
                <p14:nvPr/>
              </p14:nvContentPartPr>
              <p14:xfrm>
                <a:off x="9099878" y="2702303"/>
                <a:ext cx="13320" cy="14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05D124-CDA6-1D02-2496-D613776C94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90878" y="2693303"/>
                  <a:ext cx="30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F1E4A8-B03A-D679-51F1-661C3388CE32}"/>
                    </a:ext>
                  </a:extLst>
                </p14:cNvPr>
                <p14:cNvContentPartPr/>
                <p14:nvPr/>
              </p14:nvContentPartPr>
              <p14:xfrm>
                <a:off x="9062438" y="2715263"/>
                <a:ext cx="196920" cy="139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F1E4A8-B03A-D679-51F1-661C3388CE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53438" y="2706263"/>
                  <a:ext cx="214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BD3DDF0-93AF-BECB-1E02-97FC5857E746}"/>
                    </a:ext>
                  </a:extLst>
                </p14:cNvPr>
                <p14:cNvContentPartPr/>
                <p14:nvPr/>
              </p14:nvContentPartPr>
              <p14:xfrm>
                <a:off x="9331718" y="2705183"/>
                <a:ext cx="82440" cy="159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BD3DDF0-93AF-BECB-1E02-97FC5857E7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23078" y="2696183"/>
                  <a:ext cx="100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9DB57C-95A9-89D5-F896-76A6CAABEE17}"/>
                    </a:ext>
                  </a:extLst>
                </p14:cNvPr>
                <p14:cNvContentPartPr/>
                <p14:nvPr/>
              </p14:nvContentPartPr>
              <p14:xfrm>
                <a:off x="9339278" y="2705543"/>
                <a:ext cx="348840" cy="136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9DB57C-95A9-89D5-F896-76A6CAABEE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30638" y="2696543"/>
                  <a:ext cx="366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F18DE3-2364-35E5-62E5-1CE5DE1F94DD}"/>
                    </a:ext>
                  </a:extLst>
                </p14:cNvPr>
                <p14:cNvContentPartPr/>
                <p14:nvPr/>
              </p14:nvContentPartPr>
              <p14:xfrm>
                <a:off x="9726278" y="2676743"/>
                <a:ext cx="101520" cy="175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F18DE3-2364-35E5-62E5-1CE5DE1F94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17278" y="2668103"/>
                  <a:ext cx="119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2EA7FA-4C43-AA4B-EE23-C174CF519576}"/>
                    </a:ext>
                  </a:extLst>
                </p14:cNvPr>
                <p14:cNvContentPartPr/>
                <p14:nvPr/>
              </p14:nvContentPartPr>
              <p14:xfrm>
                <a:off x="9761198" y="2761703"/>
                <a:ext cx="85680" cy="25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2EA7FA-4C43-AA4B-EE23-C174CF5195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52198" y="2752703"/>
                  <a:ext cx="103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65B4CC-B419-851B-2F58-4B6BB2430F2B}"/>
                    </a:ext>
                  </a:extLst>
                </p14:cNvPr>
                <p14:cNvContentPartPr/>
                <p14:nvPr/>
              </p14:nvContentPartPr>
              <p14:xfrm>
                <a:off x="8793158" y="2943143"/>
                <a:ext cx="375840" cy="1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65B4CC-B419-851B-2F58-4B6BB2430F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4158" y="2934143"/>
                  <a:ext cx="39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A489DE-71CD-53E4-A717-E5474EFAD102}"/>
                    </a:ext>
                  </a:extLst>
                </p14:cNvPr>
                <p14:cNvContentPartPr/>
                <p14:nvPr/>
              </p14:nvContentPartPr>
              <p14:xfrm>
                <a:off x="8895758" y="3042863"/>
                <a:ext cx="307080" cy="3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A489DE-71CD-53E4-A717-E5474EFAD1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86758" y="3034223"/>
                  <a:ext cx="32472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914E375-2BE6-B7D0-188A-DA3DBF90BFBF}"/>
              </a:ext>
            </a:extLst>
          </p:cNvPr>
          <p:cNvGrpSpPr/>
          <p:nvPr/>
        </p:nvGrpSpPr>
        <p:grpSpPr>
          <a:xfrm>
            <a:off x="9845438" y="2052503"/>
            <a:ext cx="392040" cy="333360"/>
            <a:chOff x="9845438" y="2052503"/>
            <a:chExt cx="39204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A9DEA4-E8A3-9B93-D2DD-97B721D023F8}"/>
                    </a:ext>
                  </a:extLst>
                </p14:cNvPr>
                <p14:cNvContentPartPr/>
                <p14:nvPr/>
              </p14:nvContentPartPr>
              <p14:xfrm>
                <a:off x="9851198" y="2052503"/>
                <a:ext cx="386280" cy="126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A9DEA4-E8A3-9B93-D2DD-97B721D023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42198" y="2043863"/>
                  <a:ext cx="403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67A877-3297-24FC-A678-B8BEBFD3B223}"/>
                    </a:ext>
                  </a:extLst>
                </p14:cNvPr>
                <p14:cNvContentPartPr/>
                <p14:nvPr/>
              </p14:nvContentPartPr>
              <p14:xfrm>
                <a:off x="9845438" y="2110463"/>
                <a:ext cx="347400" cy="275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67A877-3297-24FC-A678-B8BEBFD3B2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36798" y="2101463"/>
                  <a:ext cx="365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6982BE-37DA-EBB8-38E1-F908C71EC7A2}"/>
                    </a:ext>
                  </a:extLst>
                </p14:cNvPr>
                <p14:cNvContentPartPr/>
                <p14:nvPr/>
              </p14:nvContentPartPr>
              <p14:xfrm>
                <a:off x="10156478" y="2129903"/>
                <a:ext cx="27360" cy="248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6982BE-37DA-EBB8-38E1-F908C71EC7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7838" y="2121263"/>
                  <a:ext cx="4500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280E69B-26D4-9A25-3E5F-E2AE3B191BF6}"/>
              </a:ext>
            </a:extLst>
          </p:cNvPr>
          <p:cNvGrpSpPr/>
          <p:nvPr/>
        </p:nvGrpSpPr>
        <p:grpSpPr>
          <a:xfrm>
            <a:off x="411998" y="2534903"/>
            <a:ext cx="3273840" cy="1695240"/>
            <a:chOff x="411998" y="2534903"/>
            <a:chExt cx="3273840" cy="16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94C0969-EB82-183A-3FA8-F609BC23969A}"/>
                    </a:ext>
                  </a:extLst>
                </p14:cNvPr>
                <p14:cNvContentPartPr/>
                <p14:nvPr/>
              </p14:nvContentPartPr>
              <p14:xfrm>
                <a:off x="678758" y="3393863"/>
                <a:ext cx="3007080" cy="836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94C0969-EB82-183A-3FA8-F609BC2396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9758" y="3385223"/>
                  <a:ext cx="302472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E75EFE-D2A8-6EE3-417C-557627C36809}"/>
                    </a:ext>
                  </a:extLst>
                </p14:cNvPr>
                <p14:cNvContentPartPr/>
                <p14:nvPr/>
              </p14:nvContentPartPr>
              <p14:xfrm>
                <a:off x="1709078" y="3930623"/>
                <a:ext cx="83520" cy="185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E75EFE-D2A8-6EE3-417C-557627C3680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00078" y="3921983"/>
                  <a:ext cx="101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1F3974-2C0C-D483-7438-A04C94A7B2CD}"/>
                    </a:ext>
                  </a:extLst>
                </p14:cNvPr>
                <p14:cNvContentPartPr/>
                <p14:nvPr/>
              </p14:nvContentPartPr>
              <p14:xfrm>
                <a:off x="1855238" y="4033223"/>
                <a:ext cx="37440" cy="54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1F3974-2C0C-D483-7438-A04C94A7B2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46598" y="4024223"/>
                  <a:ext cx="55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A68E35-F052-8652-D916-352F4E9E5B62}"/>
                    </a:ext>
                  </a:extLst>
                </p14:cNvPr>
                <p14:cNvContentPartPr/>
                <p14:nvPr/>
              </p14:nvContentPartPr>
              <p14:xfrm>
                <a:off x="1886198" y="3975263"/>
                <a:ext cx="11880" cy="6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A68E35-F052-8652-D916-352F4E9E5B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77198" y="3966623"/>
                  <a:ext cx="29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575379-EB34-4D5A-0DE7-14348880A43C}"/>
                    </a:ext>
                  </a:extLst>
                </p14:cNvPr>
                <p14:cNvContentPartPr/>
                <p14:nvPr/>
              </p14:nvContentPartPr>
              <p14:xfrm>
                <a:off x="1947758" y="4010183"/>
                <a:ext cx="109800" cy="96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575379-EB34-4D5A-0DE7-14348880A4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38758" y="4001543"/>
                  <a:ext cx="127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D7168D-F1BC-49D6-58C4-8EC1A5A12A4B}"/>
                    </a:ext>
                  </a:extLst>
                </p14:cNvPr>
                <p14:cNvContentPartPr/>
                <p14:nvPr/>
              </p14:nvContentPartPr>
              <p14:xfrm>
                <a:off x="2085278" y="3999383"/>
                <a:ext cx="99000" cy="95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D7168D-F1BC-49D6-58C4-8EC1A5A12A4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6638" y="3990743"/>
                  <a:ext cx="116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8895809-35AC-A771-00CC-F36441BC7E66}"/>
                    </a:ext>
                  </a:extLst>
                </p14:cNvPr>
                <p14:cNvContentPartPr/>
                <p14:nvPr/>
              </p14:nvContentPartPr>
              <p14:xfrm>
                <a:off x="2241878" y="4000823"/>
                <a:ext cx="110880" cy="9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8895809-35AC-A771-00CC-F36441BC7E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33238" y="3992183"/>
                  <a:ext cx="128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FCE07E-662D-516C-ABA1-2BBF679CDD36}"/>
                    </a:ext>
                  </a:extLst>
                </p14:cNvPr>
                <p14:cNvContentPartPr/>
                <p14:nvPr/>
              </p14:nvContentPartPr>
              <p14:xfrm>
                <a:off x="1307318" y="3351023"/>
                <a:ext cx="1821960" cy="45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FCE07E-662D-516C-ABA1-2BBF679CDD3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8678" y="3342383"/>
                  <a:ext cx="18396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362D83-621A-C740-EC54-028BB8C54675}"/>
                    </a:ext>
                  </a:extLst>
                </p14:cNvPr>
                <p14:cNvContentPartPr/>
                <p14:nvPr/>
              </p14:nvContentPartPr>
              <p14:xfrm>
                <a:off x="1436198" y="3338063"/>
                <a:ext cx="1712160" cy="38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362D83-621A-C740-EC54-028BB8C546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27198" y="3329063"/>
                  <a:ext cx="17298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0F8FD8-D2FD-8F57-3B1E-20D40A9BBC87}"/>
                    </a:ext>
                  </a:extLst>
                </p14:cNvPr>
                <p14:cNvContentPartPr/>
                <p14:nvPr/>
              </p14:nvContentPartPr>
              <p14:xfrm>
                <a:off x="1821758" y="3486023"/>
                <a:ext cx="19800" cy="70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0F8FD8-D2FD-8F57-3B1E-20D40A9BBC8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12758" y="3477383"/>
                  <a:ext cx="37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4E1D7D-C110-E823-720D-C526642A7649}"/>
                    </a:ext>
                  </a:extLst>
                </p14:cNvPr>
                <p14:cNvContentPartPr/>
                <p14:nvPr/>
              </p14:nvContentPartPr>
              <p14:xfrm>
                <a:off x="1787918" y="3411863"/>
                <a:ext cx="222480" cy="222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4E1D7D-C110-E823-720D-C526642A76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78918" y="3403223"/>
                  <a:ext cx="240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0B66913-CD15-9850-0828-FAEB22525D1C}"/>
                    </a:ext>
                  </a:extLst>
                </p14:cNvPr>
                <p14:cNvContentPartPr/>
                <p14:nvPr/>
              </p14:nvContentPartPr>
              <p14:xfrm>
                <a:off x="2054318" y="3452903"/>
                <a:ext cx="136800" cy="196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0B66913-CD15-9850-0828-FAEB22525D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45318" y="3443903"/>
                  <a:ext cx="154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16A53A-F633-26E2-4253-DCE9EB2055E8}"/>
                    </a:ext>
                  </a:extLst>
                </p14:cNvPr>
                <p14:cNvContentPartPr/>
                <p14:nvPr/>
              </p14:nvContentPartPr>
              <p14:xfrm>
                <a:off x="2063678" y="3525263"/>
                <a:ext cx="7524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16A53A-F633-26E2-4253-DCE9EB2055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5038" y="3516263"/>
                  <a:ext cx="92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CF4481-C813-25CF-D339-912F9E518CB7}"/>
                    </a:ext>
                  </a:extLst>
                </p14:cNvPr>
                <p14:cNvContentPartPr/>
                <p14:nvPr/>
              </p14:nvContentPartPr>
              <p14:xfrm>
                <a:off x="2262398" y="3450023"/>
                <a:ext cx="143280" cy="200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CF4481-C813-25CF-D339-912F9E518C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53398" y="3441023"/>
                  <a:ext cx="160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E5562B-2B14-3E6C-1870-8B18D598CBC9}"/>
                    </a:ext>
                  </a:extLst>
                </p14:cNvPr>
                <p14:cNvContentPartPr/>
                <p14:nvPr/>
              </p14:nvContentPartPr>
              <p14:xfrm>
                <a:off x="1648238" y="2779703"/>
                <a:ext cx="1077840" cy="490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E5562B-2B14-3E6C-1870-8B18D598CB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39598" y="2770703"/>
                  <a:ext cx="10954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AE5B5E-05CD-453E-5971-13B159D29857}"/>
                    </a:ext>
                  </a:extLst>
                </p14:cNvPr>
                <p14:cNvContentPartPr/>
                <p14:nvPr/>
              </p14:nvContentPartPr>
              <p14:xfrm>
                <a:off x="1930838" y="2974103"/>
                <a:ext cx="277920" cy="20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AE5B5E-05CD-453E-5971-13B159D298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21838" y="2965103"/>
                  <a:ext cx="295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8B102A-F3F3-CE16-C469-D1AD929A75CD}"/>
                    </a:ext>
                  </a:extLst>
                </p14:cNvPr>
                <p14:cNvContentPartPr/>
                <p14:nvPr/>
              </p14:nvContentPartPr>
              <p14:xfrm>
                <a:off x="2267078" y="2949983"/>
                <a:ext cx="123120" cy="204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8B102A-F3F3-CE16-C469-D1AD929A75C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58438" y="2940983"/>
                  <a:ext cx="1407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64CCFB-AE27-2992-2DFF-B4B8A52B3594}"/>
                    </a:ext>
                  </a:extLst>
                </p14:cNvPr>
                <p14:cNvContentPartPr/>
                <p14:nvPr/>
              </p14:nvContentPartPr>
              <p14:xfrm>
                <a:off x="411998" y="2567303"/>
                <a:ext cx="217440" cy="351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64CCFB-AE27-2992-2DFF-B4B8A52B35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2998" y="2558663"/>
                  <a:ext cx="2350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A07F950-71C3-E640-FB91-2F4B5AB1C9D7}"/>
                    </a:ext>
                  </a:extLst>
                </p14:cNvPr>
                <p14:cNvContentPartPr/>
                <p14:nvPr/>
              </p14:nvContentPartPr>
              <p14:xfrm>
                <a:off x="564638" y="2732903"/>
                <a:ext cx="118800" cy="140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A07F950-71C3-E640-FB91-2F4B5AB1C9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5998" y="2723903"/>
                  <a:ext cx="136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9C25192-440B-2991-012D-21F4D5ECD961}"/>
                    </a:ext>
                  </a:extLst>
                </p14:cNvPr>
                <p14:cNvContentPartPr/>
                <p14:nvPr/>
              </p14:nvContentPartPr>
              <p14:xfrm>
                <a:off x="708278" y="2744423"/>
                <a:ext cx="118440" cy="130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9C25192-440B-2991-012D-21F4D5ECD9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9638" y="2735423"/>
                  <a:ext cx="136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F1EA2F-8392-0161-B7E5-FB39D649E78A}"/>
                    </a:ext>
                  </a:extLst>
                </p14:cNvPr>
                <p14:cNvContentPartPr/>
                <p14:nvPr/>
              </p14:nvContentPartPr>
              <p14:xfrm>
                <a:off x="845798" y="2534903"/>
                <a:ext cx="304920" cy="27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F1EA2F-8392-0161-B7E5-FB39D649E7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6798" y="2526263"/>
                  <a:ext cx="322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0E43B5C-A2BF-33AC-7436-41EC21DAC8D5}"/>
                    </a:ext>
                  </a:extLst>
                </p14:cNvPr>
                <p14:cNvContentPartPr/>
                <p14:nvPr/>
              </p14:nvContentPartPr>
              <p14:xfrm>
                <a:off x="779558" y="3021263"/>
                <a:ext cx="209880" cy="28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0E43B5C-A2BF-33AC-7436-41EC21DAC8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0558" y="3012263"/>
                  <a:ext cx="227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C0CD9A-670B-F226-1D64-61454042CC4B}"/>
                    </a:ext>
                  </a:extLst>
                </p14:cNvPr>
                <p14:cNvContentPartPr/>
                <p14:nvPr/>
              </p14:nvContentPartPr>
              <p14:xfrm>
                <a:off x="989438" y="2954663"/>
                <a:ext cx="144720" cy="261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C0CD9A-670B-F226-1D64-61454042CC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438" y="2945663"/>
                  <a:ext cx="162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647FAE8-BE3A-CB7A-CA36-1D87EB081A11}"/>
                    </a:ext>
                  </a:extLst>
                </p14:cNvPr>
                <p14:cNvContentPartPr/>
                <p14:nvPr/>
              </p14:nvContentPartPr>
              <p14:xfrm>
                <a:off x="999158" y="3065543"/>
                <a:ext cx="100440" cy="72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647FAE8-BE3A-CB7A-CA36-1D87EB081A1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518" y="3056543"/>
                  <a:ext cx="1180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1047CD-20F6-4B60-494A-6ACA800B16AB}"/>
                    </a:ext>
                  </a:extLst>
                </p14:cNvPr>
                <p14:cNvContentPartPr/>
                <p14:nvPr/>
              </p14:nvContentPartPr>
              <p14:xfrm>
                <a:off x="1114358" y="2893103"/>
                <a:ext cx="144000" cy="250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1047CD-20F6-4B60-494A-6ACA800B16A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5358" y="2884463"/>
                  <a:ext cx="161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79DEAC-0111-11AE-323B-3D684E007AC4}"/>
                    </a:ext>
                  </a:extLst>
                </p14:cNvPr>
                <p14:cNvContentPartPr/>
                <p14:nvPr/>
              </p14:nvContentPartPr>
              <p14:xfrm>
                <a:off x="2467238" y="2786903"/>
                <a:ext cx="100800" cy="106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79DEAC-0111-11AE-323B-3D684E007A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58238" y="2777903"/>
                  <a:ext cx="11844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AE7FC7B-5B4D-BD19-A3C0-18B4DB9ED19F}"/>
                  </a:ext>
                </a:extLst>
              </p14:cNvPr>
              <p14:cNvContentPartPr/>
              <p14:nvPr/>
            </p14:nvContentPartPr>
            <p14:xfrm>
              <a:off x="8317238" y="2354543"/>
              <a:ext cx="36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AE7FC7B-5B4D-BD19-A3C0-18B4DB9ED19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308598" y="23459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F7C580A-7C45-FDD4-06CB-764368CF9824}"/>
                  </a:ext>
                </a:extLst>
              </p14:cNvPr>
              <p14:cNvContentPartPr/>
              <p14:nvPr/>
            </p14:nvContentPartPr>
            <p14:xfrm>
              <a:off x="6876878" y="3000023"/>
              <a:ext cx="739440" cy="691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F7C580A-7C45-FDD4-06CB-764368CF982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67878" y="2991023"/>
                <a:ext cx="75708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C68974F-54AC-A94A-1480-E1F0440F1678}"/>
              </a:ext>
            </a:extLst>
          </p:cNvPr>
          <p:cNvGrpSpPr/>
          <p:nvPr/>
        </p:nvGrpSpPr>
        <p:grpSpPr>
          <a:xfrm>
            <a:off x="2542838" y="2110463"/>
            <a:ext cx="5955480" cy="966960"/>
            <a:chOff x="2542838" y="2110463"/>
            <a:chExt cx="595548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3FE3EA-E079-E986-F3F6-AE200B7C68DD}"/>
                    </a:ext>
                  </a:extLst>
                </p14:cNvPr>
                <p14:cNvContentPartPr/>
                <p14:nvPr/>
              </p14:nvContentPartPr>
              <p14:xfrm>
                <a:off x="6716678" y="2634263"/>
                <a:ext cx="300600" cy="206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3FE3EA-E079-E986-F3F6-AE200B7C68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07678" y="2625623"/>
                  <a:ext cx="318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AE24CAE-CAB1-3A71-E01C-80A1CE302D78}"/>
                    </a:ext>
                  </a:extLst>
                </p14:cNvPr>
                <p14:cNvContentPartPr/>
                <p14:nvPr/>
              </p14:nvContentPartPr>
              <p14:xfrm>
                <a:off x="6726038" y="2805623"/>
                <a:ext cx="177480" cy="205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AE24CAE-CAB1-3A71-E01C-80A1CE302D7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17398" y="2796983"/>
                  <a:ext cx="195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671DF48-821A-8F3A-BC5D-4D9AFFBDD154}"/>
                    </a:ext>
                  </a:extLst>
                </p14:cNvPr>
                <p14:cNvContentPartPr/>
                <p14:nvPr/>
              </p14:nvContentPartPr>
              <p14:xfrm>
                <a:off x="6985958" y="2621303"/>
                <a:ext cx="835920" cy="441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671DF48-821A-8F3A-BC5D-4D9AFFBDD1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77318" y="2612663"/>
                  <a:ext cx="8535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FAA8B8-90CF-E5F7-A746-CE606BC9A62B}"/>
                    </a:ext>
                  </a:extLst>
                </p14:cNvPr>
                <p14:cNvContentPartPr/>
                <p14:nvPr/>
              </p14:nvContentPartPr>
              <p14:xfrm>
                <a:off x="6901718" y="2758823"/>
                <a:ext cx="167040" cy="151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FAA8B8-90CF-E5F7-A746-CE606BC9A6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92718" y="2750183"/>
                  <a:ext cx="184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520FB89-9967-8B1F-A547-3192910E6DCD}"/>
                    </a:ext>
                  </a:extLst>
                </p14:cNvPr>
                <p14:cNvContentPartPr/>
                <p14:nvPr/>
              </p14:nvContentPartPr>
              <p14:xfrm>
                <a:off x="7137878" y="2812103"/>
                <a:ext cx="75240" cy="119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520FB89-9967-8B1F-A547-3192910E6DC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29238" y="2803463"/>
                  <a:ext cx="92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A99293A-D334-C831-90ED-A83188EE1175}"/>
                    </a:ext>
                  </a:extLst>
                </p14:cNvPr>
                <p14:cNvContentPartPr/>
                <p14:nvPr/>
              </p14:nvContentPartPr>
              <p14:xfrm>
                <a:off x="7335158" y="2787263"/>
                <a:ext cx="115560" cy="147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A99293A-D334-C831-90ED-A83188EE117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26158" y="2778263"/>
                  <a:ext cx="133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218B192-2A2D-5E7B-C53C-74BA0E609D15}"/>
                    </a:ext>
                  </a:extLst>
                </p14:cNvPr>
                <p14:cNvContentPartPr/>
                <p14:nvPr/>
              </p14:nvContentPartPr>
              <p14:xfrm>
                <a:off x="7510118" y="2831903"/>
                <a:ext cx="37080" cy="109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218B192-2A2D-5E7B-C53C-74BA0E609D1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01118" y="2822903"/>
                  <a:ext cx="54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8127B59-3203-3C7D-EDC6-E5C8AB9A8A90}"/>
                    </a:ext>
                  </a:extLst>
                </p14:cNvPr>
                <p14:cNvContentPartPr/>
                <p14:nvPr/>
              </p14:nvContentPartPr>
              <p14:xfrm>
                <a:off x="7288718" y="2762063"/>
                <a:ext cx="33120" cy="193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8127B59-3203-3C7D-EDC6-E5C8AB9A8A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79718" y="2753063"/>
                  <a:ext cx="50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F15BF0-BC1B-8FA0-5E75-32C3D1C7D495}"/>
                    </a:ext>
                  </a:extLst>
                </p14:cNvPr>
                <p14:cNvContentPartPr/>
                <p14:nvPr/>
              </p14:nvContentPartPr>
              <p14:xfrm>
                <a:off x="2542838" y="2110463"/>
                <a:ext cx="4222440" cy="733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F15BF0-BC1B-8FA0-5E75-32C3D1C7D4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34198" y="2101463"/>
                  <a:ext cx="424008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C3E74E-5B71-D0EA-1C93-D0B85D38C9B6}"/>
                    </a:ext>
                  </a:extLst>
                </p14:cNvPr>
                <p14:cNvContentPartPr/>
                <p14:nvPr/>
              </p14:nvContentPartPr>
              <p14:xfrm>
                <a:off x="6670238" y="2650103"/>
                <a:ext cx="161640" cy="106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C3E74E-5B71-D0EA-1C93-D0B85D38C9B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61238" y="2641103"/>
                  <a:ext cx="179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EBE5EA6-1943-14C6-0E36-A66AC1337278}"/>
                    </a:ext>
                  </a:extLst>
                </p14:cNvPr>
                <p14:cNvContentPartPr/>
                <p14:nvPr/>
              </p14:nvContentPartPr>
              <p14:xfrm>
                <a:off x="7739078" y="2880863"/>
                <a:ext cx="733320" cy="196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EBE5EA6-1943-14C6-0E36-A66AC133727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30078" y="2871863"/>
                  <a:ext cx="750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92537F-3A9F-F549-1E4D-C5E7F97C1240}"/>
                    </a:ext>
                  </a:extLst>
                </p14:cNvPr>
                <p14:cNvContentPartPr/>
                <p14:nvPr/>
              </p14:nvContentPartPr>
              <p14:xfrm>
                <a:off x="8304638" y="2862143"/>
                <a:ext cx="193680" cy="156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92537F-3A9F-F549-1E4D-C5E7F97C12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95638" y="2853503"/>
                  <a:ext cx="21132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15E04B0-0864-380C-9313-CB52950DCD28}"/>
              </a:ext>
            </a:extLst>
          </p:cNvPr>
          <p:cNvGrpSpPr/>
          <p:nvPr/>
        </p:nvGrpSpPr>
        <p:grpSpPr>
          <a:xfrm>
            <a:off x="7053638" y="2272823"/>
            <a:ext cx="337320" cy="314640"/>
            <a:chOff x="7053638" y="2272823"/>
            <a:chExt cx="33732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2DB4071-092A-7A11-9CDB-928E74871948}"/>
                    </a:ext>
                  </a:extLst>
                </p14:cNvPr>
                <p14:cNvContentPartPr/>
                <p14:nvPr/>
              </p14:nvContentPartPr>
              <p14:xfrm>
                <a:off x="7240118" y="2362823"/>
                <a:ext cx="6480" cy="147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2DB4071-092A-7A11-9CDB-928E748719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31118" y="2354183"/>
                  <a:ext cx="24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B172BBE-C78A-4131-BCE8-67777D028EF8}"/>
                    </a:ext>
                  </a:extLst>
                </p14:cNvPr>
                <p14:cNvContentPartPr/>
                <p14:nvPr/>
              </p14:nvContentPartPr>
              <p14:xfrm>
                <a:off x="7053638" y="2272823"/>
                <a:ext cx="337320" cy="314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B172BBE-C78A-4131-BCE8-67777D028EF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44638" y="2263823"/>
                  <a:ext cx="35496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7E87720-3C0B-5621-F5F1-BB475DABEEB0}"/>
              </a:ext>
            </a:extLst>
          </p:cNvPr>
          <p:cNvGrpSpPr/>
          <p:nvPr/>
        </p:nvGrpSpPr>
        <p:grpSpPr>
          <a:xfrm>
            <a:off x="7202318" y="3158063"/>
            <a:ext cx="734760" cy="293040"/>
            <a:chOff x="7202318" y="3158063"/>
            <a:chExt cx="73476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F14C4B-F619-2ED2-5BB3-4D78C3E34406}"/>
                    </a:ext>
                  </a:extLst>
                </p14:cNvPr>
                <p14:cNvContentPartPr/>
                <p14:nvPr/>
              </p14:nvContentPartPr>
              <p14:xfrm>
                <a:off x="7346678" y="3276863"/>
                <a:ext cx="2880" cy="5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F14C4B-F619-2ED2-5BB3-4D78C3E3440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37678" y="3267863"/>
                  <a:ext cx="20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D6A9E30-E9C4-FC21-7DBF-599C65733D58}"/>
                    </a:ext>
                  </a:extLst>
                </p14:cNvPr>
                <p14:cNvContentPartPr/>
                <p14:nvPr/>
              </p14:nvContentPartPr>
              <p14:xfrm>
                <a:off x="7285478" y="3236543"/>
                <a:ext cx="181440" cy="127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D6A9E30-E9C4-FC21-7DBF-599C65733D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76478" y="3227903"/>
                  <a:ext cx="199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37BA3EB-ACC9-97EF-7305-06FE048E7DD7}"/>
                    </a:ext>
                  </a:extLst>
                </p14:cNvPr>
                <p14:cNvContentPartPr/>
                <p14:nvPr/>
              </p14:nvContentPartPr>
              <p14:xfrm>
                <a:off x="7202318" y="3158063"/>
                <a:ext cx="394200" cy="293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37BA3EB-ACC9-97EF-7305-06FE048E7DD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93678" y="3149423"/>
                  <a:ext cx="411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259841C-067E-65EF-97EB-01D32AD384D6}"/>
                    </a:ext>
                  </a:extLst>
                </p14:cNvPr>
                <p14:cNvContentPartPr/>
                <p14:nvPr/>
              </p14:nvContentPartPr>
              <p14:xfrm>
                <a:off x="7600478" y="3243383"/>
                <a:ext cx="207720" cy="145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259841C-067E-65EF-97EB-01D32AD384D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91838" y="3234743"/>
                  <a:ext cx="225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16EE153-8A35-09E6-6A7B-45F9F2FF13CB}"/>
                    </a:ext>
                  </a:extLst>
                </p14:cNvPr>
                <p14:cNvContentPartPr/>
                <p14:nvPr/>
              </p14:nvContentPartPr>
              <p14:xfrm>
                <a:off x="7809638" y="3208823"/>
                <a:ext cx="63720" cy="180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16EE153-8A35-09E6-6A7B-45F9F2FF13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00998" y="3200183"/>
                  <a:ext cx="81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0CCEEA0-FAED-2B5F-CB85-64B8FE0AEFC7}"/>
                    </a:ext>
                  </a:extLst>
                </p14:cNvPr>
                <p14:cNvContentPartPr/>
                <p14:nvPr/>
              </p14:nvContentPartPr>
              <p14:xfrm>
                <a:off x="7826918" y="3280823"/>
                <a:ext cx="110160" cy="129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0CCEEA0-FAED-2B5F-CB85-64B8FE0AEFC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18278" y="3272183"/>
                  <a:ext cx="12780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D310398-8C34-FB3D-FE91-D9CC187C7E55}"/>
              </a:ext>
            </a:extLst>
          </p:cNvPr>
          <p:cNvGrpSpPr/>
          <p:nvPr/>
        </p:nvGrpSpPr>
        <p:grpSpPr>
          <a:xfrm>
            <a:off x="3357518" y="1773143"/>
            <a:ext cx="1425960" cy="414360"/>
            <a:chOff x="3357518" y="1773143"/>
            <a:chExt cx="142596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D778B2-E9C5-3EEF-8AD1-62DC1F55DBDA}"/>
                    </a:ext>
                  </a:extLst>
                </p14:cNvPr>
                <p14:cNvContentPartPr/>
                <p14:nvPr/>
              </p14:nvContentPartPr>
              <p14:xfrm>
                <a:off x="3527438" y="1872503"/>
                <a:ext cx="241920" cy="199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D778B2-E9C5-3EEF-8AD1-62DC1F55DBD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18798" y="1863863"/>
                  <a:ext cx="259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FD58960-2528-94BA-BD74-3090DAB7B6DC}"/>
                    </a:ext>
                  </a:extLst>
                </p14:cNvPr>
                <p14:cNvContentPartPr/>
                <p14:nvPr/>
              </p14:nvContentPartPr>
              <p14:xfrm>
                <a:off x="3357518" y="1773143"/>
                <a:ext cx="544680" cy="414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FD58960-2528-94BA-BD74-3090DAB7B6D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48518" y="1764143"/>
                  <a:ext cx="5623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3AFFFE-6895-8A46-827B-B0D054C4106B}"/>
                    </a:ext>
                  </a:extLst>
                </p14:cNvPr>
                <p14:cNvContentPartPr/>
                <p14:nvPr/>
              </p14:nvContentPartPr>
              <p14:xfrm>
                <a:off x="4045838" y="1851623"/>
                <a:ext cx="200160" cy="249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3AFFFE-6895-8A46-827B-B0D054C4106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36838" y="1842983"/>
                  <a:ext cx="217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F65662-802E-CE33-9265-CD6E72767D7E}"/>
                    </a:ext>
                  </a:extLst>
                </p14:cNvPr>
                <p14:cNvContentPartPr/>
                <p14:nvPr/>
              </p14:nvContentPartPr>
              <p14:xfrm>
                <a:off x="4302518" y="1953863"/>
                <a:ext cx="38160" cy="147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F65662-802E-CE33-9265-CD6E72767D7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93518" y="1944863"/>
                  <a:ext cx="55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CAB2AEA-4E13-24DC-1BFE-9DC639F0C7D4}"/>
                    </a:ext>
                  </a:extLst>
                </p14:cNvPr>
                <p14:cNvContentPartPr/>
                <p14:nvPr/>
              </p14:nvContentPartPr>
              <p14:xfrm>
                <a:off x="4305758" y="1867463"/>
                <a:ext cx="53640" cy="74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CAB2AEA-4E13-24DC-1BFE-9DC639F0C7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97118" y="1858463"/>
                  <a:ext cx="71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37C0E1-5047-B048-4A9A-F1D43A2CB5BA}"/>
                    </a:ext>
                  </a:extLst>
                </p14:cNvPr>
                <p14:cNvContentPartPr/>
                <p14:nvPr/>
              </p14:nvContentPartPr>
              <p14:xfrm>
                <a:off x="4356158" y="1971863"/>
                <a:ext cx="186120" cy="119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37C0E1-5047-B048-4A9A-F1D43A2CB5B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7158" y="1962863"/>
                  <a:ext cx="203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525B72-3725-48F0-1AC6-EC285D1C0559}"/>
                    </a:ext>
                  </a:extLst>
                </p14:cNvPr>
                <p14:cNvContentPartPr/>
                <p14:nvPr/>
              </p14:nvContentPartPr>
              <p14:xfrm>
                <a:off x="4572158" y="1810223"/>
                <a:ext cx="211320" cy="322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525B72-3725-48F0-1AC6-EC285D1C055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63518" y="1801223"/>
                  <a:ext cx="228960" cy="34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609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332656"/>
            <a:ext cx="10969943" cy="711081"/>
          </a:xfrm>
        </p:spPr>
        <p:txBody>
          <a:bodyPr/>
          <a:lstStyle/>
          <a:p>
            <a:r>
              <a:rPr lang="en-US" dirty="0"/>
              <a:t>Hands on: Create Display like App for Sales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4CB00-16D0-210C-CA38-8E01C8CC8797}"/>
              </a:ext>
            </a:extLst>
          </p:cNvPr>
          <p:cNvSpPr txBox="1"/>
          <p:nvPr/>
        </p:nvSpPr>
        <p:spPr>
          <a:xfrm>
            <a:off x="189756" y="1412776"/>
            <a:ext cx="116652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Enabling an OData API on SAP S/4HANA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SAP Cloud Connector and S/4HANA for principal propagation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an SAP BTP BAS Subscription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Developing of a simple Fiori Application with the SAP Business Application Studio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Deploying the application to the HTLM5 repository service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Integrating he application into the Launchpad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DF0D5-C121-4FFF-7DE9-147BC61F721F}"/>
              </a:ext>
            </a:extLst>
          </p:cNvPr>
          <p:cNvSpPr txBox="1"/>
          <p:nvPr/>
        </p:nvSpPr>
        <p:spPr>
          <a:xfrm>
            <a:off x="117748" y="4005064"/>
            <a:ext cx="11809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Destination service – to read the destination from SAP BTP at runtime for the purpose of connection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Connectivity service – once the destination is read, it will use connectivity service to connect to our </a:t>
            </a:r>
            <a:r>
              <a:rPr lang="en-US" sz="2000" dirty="0" err="1">
                <a:solidFill>
                  <a:schemeClr val="bg1"/>
                </a:solidFill>
              </a:rPr>
              <a:t>oData</a:t>
            </a:r>
            <a:r>
              <a:rPr lang="en-US" sz="2000" dirty="0">
                <a:solidFill>
                  <a:schemeClr val="bg1"/>
                </a:solidFill>
              </a:rPr>
              <a:t> source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deployer – this will be used to deploy our app to HTML5 repository.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Repo Runtime – Will load the Fiori app when requested at runtime.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Fiori launchpad service – which displays Fiori apps as a tile.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7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EDE388-1C69-F73B-2341-9A5162010CCC}"/>
              </a:ext>
            </a:extLst>
          </p:cNvPr>
          <p:cNvSpPr/>
          <p:nvPr/>
        </p:nvSpPr>
        <p:spPr>
          <a:xfrm>
            <a:off x="9046740" y="1916832"/>
            <a:ext cx="2592288" cy="194421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SAP or Non SAP API OData which we want to reuse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99C49-CFD9-3CE2-8C2B-3299E8CADDC4}"/>
              </a:ext>
            </a:extLst>
          </p:cNvPr>
          <p:cNvSpPr/>
          <p:nvPr/>
        </p:nvSpPr>
        <p:spPr>
          <a:xfrm>
            <a:off x="3718148" y="2276872"/>
            <a:ext cx="3744416" cy="122413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CAPM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Middleware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manipulation, enrichment, Security, automation, movement, proxy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D867DC-C05A-C396-96F6-E7297E14844B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>
            <a:off x="7462564" y="2888940"/>
            <a:ext cx="158417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55E0D34-71EA-9DC5-8463-A646BB0B45D2}"/>
              </a:ext>
            </a:extLst>
          </p:cNvPr>
          <p:cNvSpPr/>
          <p:nvPr/>
        </p:nvSpPr>
        <p:spPr>
          <a:xfrm>
            <a:off x="4726260" y="4149080"/>
            <a:ext cx="1512168" cy="792088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HANA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2FC8EE1-CF00-157D-2D7E-BC12CDB70012}"/>
              </a:ext>
            </a:extLst>
          </p:cNvPr>
          <p:cNvSpPr/>
          <p:nvPr/>
        </p:nvSpPr>
        <p:spPr>
          <a:xfrm>
            <a:off x="4726260" y="3573016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2B1FAC0-1C04-B82A-A7A6-015191B7C784}"/>
              </a:ext>
            </a:extLst>
          </p:cNvPr>
          <p:cNvSpPr/>
          <p:nvPr/>
        </p:nvSpPr>
        <p:spPr>
          <a:xfrm rot="10800000">
            <a:off x="5590356" y="3559869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B93FE-659E-CEB6-6EEB-7A2BA2DCB497}"/>
              </a:ext>
            </a:extLst>
          </p:cNvPr>
          <p:cNvSpPr/>
          <p:nvPr/>
        </p:nvSpPr>
        <p:spPr>
          <a:xfrm>
            <a:off x="4366220" y="908720"/>
            <a:ext cx="2448272" cy="72008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Fiori 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298F06-C247-4BA9-CF6F-22C72B2A487B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5590356" y="1628800"/>
            <a:ext cx="0" cy="648072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0DFE58B-C58F-5FCB-5DC2-E2B7A641EF99}"/>
              </a:ext>
            </a:extLst>
          </p:cNvPr>
          <p:cNvSpPr/>
          <p:nvPr/>
        </p:nvSpPr>
        <p:spPr>
          <a:xfrm>
            <a:off x="1989956" y="2420888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E4759A3-7ED1-1123-1CD9-2B2B55223900}"/>
              </a:ext>
            </a:extLst>
          </p:cNvPr>
          <p:cNvSpPr/>
          <p:nvPr/>
        </p:nvSpPr>
        <p:spPr>
          <a:xfrm rot="10800000">
            <a:off x="1989956" y="2855170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0883C-2D2F-2F80-6B0F-3A997CA1FE9B}"/>
              </a:ext>
            </a:extLst>
          </p:cNvPr>
          <p:cNvSpPr/>
          <p:nvPr/>
        </p:nvSpPr>
        <p:spPr>
          <a:xfrm>
            <a:off x="261761" y="2132856"/>
            <a:ext cx="1584177" cy="144016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Android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SAP UI5 App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2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B31D3-E342-461D-7674-04DB2CC57CA4}"/>
              </a:ext>
            </a:extLst>
          </p:cNvPr>
          <p:cNvSpPr txBox="1"/>
          <p:nvPr/>
        </p:nvSpPr>
        <p:spPr>
          <a:xfrm>
            <a:off x="189756" y="874455"/>
            <a:ext cx="11809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cap project with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Drag drop </a:t>
            </a:r>
            <a:r>
              <a:rPr lang="en-US" sz="2000" dirty="0" err="1">
                <a:solidFill>
                  <a:schemeClr val="bg1"/>
                </a:solidFill>
              </a:rPr>
              <a:t>edmx</a:t>
            </a:r>
            <a:r>
              <a:rPr lang="en-US" sz="2000" dirty="0">
                <a:solidFill>
                  <a:schemeClr val="bg1"/>
                </a:solidFill>
              </a:rPr>
              <a:t> file downloaded from API hub and perform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import </a:t>
            </a:r>
            <a:r>
              <a:rPr lang="en-US" sz="2000" dirty="0">
                <a:solidFill>
                  <a:schemeClr val="bg1"/>
                </a:solidFill>
              </a:rPr>
              <a:t>PATH_OF_EDMX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Add a new </a:t>
            </a:r>
            <a:r>
              <a:rPr lang="en-US" sz="2000" dirty="0" err="1">
                <a:solidFill>
                  <a:schemeClr val="bg1"/>
                </a:solidFill>
              </a:rPr>
              <a:t>CatalogService.cds</a:t>
            </a:r>
            <a:r>
              <a:rPr lang="en-US" sz="2000" dirty="0">
                <a:solidFill>
                  <a:schemeClr val="bg1"/>
                </a:solidFill>
              </a:rPr>
              <a:t> and CatalogService.js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S4HANA cloud </a:t>
            </a:r>
            <a:r>
              <a:rPr lang="en-US" sz="2000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</a:t>
            </a:r>
            <a:r>
              <a:rPr lang="en-US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is SAP’s portfolio of all the type safe API (node modules) to communicate to SAP APIs.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Install the node module @sap/cloud-sdk-vdm-sales-order-service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Add the configuration to test our </a:t>
            </a:r>
            <a:r>
              <a:rPr lang="en-IN" sz="2000" dirty="0" err="1">
                <a:solidFill>
                  <a:schemeClr val="bg1"/>
                </a:solidFill>
              </a:rPr>
              <a:t>api</a:t>
            </a:r>
            <a:r>
              <a:rPr lang="en-IN" sz="2000" dirty="0">
                <a:solidFill>
                  <a:schemeClr val="bg1"/>
                </a:solidFill>
              </a:rPr>
              <a:t> locally – credentials </a:t>
            </a:r>
          </a:p>
          <a:p>
            <a:pPr marL="457200" indent="-457200"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34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517E-7184-B854-6DC3-2C27B9924D1A}"/>
              </a:ext>
            </a:extLst>
          </p:cNvPr>
          <p:cNvSpPr txBox="1"/>
          <p:nvPr/>
        </p:nvSpPr>
        <p:spPr>
          <a:xfrm>
            <a:off x="189756" y="980728"/>
            <a:ext cx="118093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folder and initialize cap project using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Go inside project and install following modules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2.1 Cloud Foundry Security - @sap/xssec, @sap/xsenv, passport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2.2 OData V2 @sap/cds-odata-v2-adapter-proxy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2.3 Serving </a:t>
            </a:r>
            <a:r>
              <a:rPr lang="en-IN" sz="2000" dirty="0" err="1">
                <a:solidFill>
                  <a:schemeClr val="bg1"/>
                </a:solidFill>
              </a:rPr>
              <a:t>odata</a:t>
            </a:r>
            <a:r>
              <a:rPr lang="en-IN" sz="2000" dirty="0">
                <a:solidFill>
                  <a:schemeClr val="bg1"/>
                </a:solidFill>
              </a:rPr>
              <a:t> v2 over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- @sap-cloud-sdk/odata-v2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2.4 To generate the service code in node </a:t>
            </a:r>
            <a:r>
              <a:rPr lang="en-IN" sz="2000" dirty="0" err="1">
                <a:solidFill>
                  <a:schemeClr val="bg1"/>
                </a:solidFill>
              </a:rPr>
              <a:t>js</a:t>
            </a:r>
            <a:r>
              <a:rPr lang="en-IN" sz="2000" dirty="0">
                <a:solidFill>
                  <a:schemeClr val="bg1"/>
                </a:solidFill>
              </a:rPr>
              <a:t>, install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generator module using @sap-cloud-sdk/generator</a:t>
            </a:r>
          </a:p>
          <a:p>
            <a:r>
              <a:rPr lang="en-IN" sz="2000" dirty="0">
                <a:solidFill>
                  <a:schemeClr val="bg1"/>
                </a:solidFill>
              </a:rPr>
              <a:t>3. Create a new folder service-spec, and </a:t>
            </a:r>
            <a:r>
              <a:rPr lang="en-IN" sz="2000" dirty="0" err="1">
                <a:solidFill>
                  <a:schemeClr val="bg1"/>
                </a:solidFill>
              </a:rPr>
              <a:t>cds</a:t>
            </a:r>
            <a:r>
              <a:rPr lang="en-IN" sz="2000" dirty="0">
                <a:solidFill>
                  <a:schemeClr val="bg1"/>
                </a:solidFill>
              </a:rPr>
              <a:t> watch, after that drag drop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of our service to the folder. It will create external folder</a:t>
            </a:r>
          </a:p>
          <a:p>
            <a:r>
              <a:rPr lang="en-IN" sz="2000" dirty="0">
                <a:solidFill>
                  <a:schemeClr val="bg1"/>
                </a:solidFill>
              </a:rPr>
              <a:t>4. Generate the JS code to automatically get all the calls which will call the service</a:t>
            </a:r>
          </a:p>
          <a:p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npx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generate-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odata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-client --input ./service-spec --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outputDir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./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srv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/sales-order-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endParaRPr lang="en-IN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Give the folder path, not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path</a:t>
            </a:r>
          </a:p>
          <a:p>
            <a:r>
              <a:rPr lang="en-IN" sz="2000" dirty="0">
                <a:solidFill>
                  <a:schemeClr val="bg1"/>
                </a:solidFill>
              </a:rPr>
              <a:t>5. Define the service definition in </a:t>
            </a:r>
            <a:r>
              <a:rPr lang="en-IN" sz="2000" dirty="0" err="1">
                <a:solidFill>
                  <a:schemeClr val="bg1"/>
                </a:solidFill>
              </a:rPr>
              <a:t>CatalogService.cds</a:t>
            </a:r>
            <a:r>
              <a:rPr lang="en-IN" sz="2000" dirty="0">
                <a:solidFill>
                  <a:schemeClr val="bg1"/>
                </a:solidFill>
              </a:rPr>
              <a:t> file by referencing from </a:t>
            </a:r>
            <a:r>
              <a:rPr lang="en-IN" sz="2000" dirty="0" err="1">
                <a:solidFill>
                  <a:schemeClr val="bg1"/>
                </a:solidFill>
              </a:rPr>
              <a:t>csn</a:t>
            </a:r>
            <a:r>
              <a:rPr lang="en-IN" sz="2000" dirty="0">
                <a:solidFill>
                  <a:schemeClr val="bg1"/>
                </a:solidFill>
              </a:rPr>
              <a:t> file generated based on SAP OData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6. Define the service implementation CatalogService.js file and write the code to use the generated type script modules which will act like bridge to communicate to our SAP OData Business API.</a:t>
            </a:r>
          </a:p>
          <a:p>
            <a:r>
              <a:rPr lang="en-IN" sz="2000" dirty="0">
                <a:solidFill>
                  <a:schemeClr val="bg1"/>
                </a:solidFill>
              </a:rPr>
              <a:t>7. Generate a Fiori application using free style with local cap project. </a:t>
            </a:r>
          </a:p>
        </p:txBody>
      </p:sp>
    </p:spTree>
    <p:extLst>
      <p:ext uri="{BB962C8B-B14F-4D97-AF65-F5344CB8AC3E}">
        <p14:creationId xmlns:p14="http://schemas.microsoft.com/office/powerpoint/2010/main" val="366658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72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77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7D3C-10DB-8789-64D4-D5A4BB7D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1264-F03D-7177-0F62-45022EE6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90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4D82-70AA-2D55-B8BE-4C85B34A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693-4654-2F3D-E4B0-13F99887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2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84C-7FDF-0A54-F147-9C740DC5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A7F2-5068-B234-96CA-9AACF8FF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37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17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8133</TotalTime>
  <Words>942</Words>
  <Application>Microsoft Office PowerPoint</Application>
  <PresentationFormat>Custom</PresentationFormat>
  <Paragraphs>101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Amasis MT Pro Black</vt:lpstr>
      <vt:lpstr>Arial</vt:lpstr>
      <vt:lpstr>Arial Black</vt:lpstr>
      <vt:lpstr>BentonSansRegular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19</vt:lpstr>
      <vt:lpstr>Scenario 1: UI Extensibility </vt:lpstr>
      <vt:lpstr>Classic ABAP dev with standard</vt:lpstr>
      <vt:lpstr>PowerPoint Presentation</vt:lpstr>
      <vt:lpstr>PowerPoint Presentation</vt:lpstr>
      <vt:lpstr>Hands on: Create Display like App for Sales Order</vt:lpstr>
      <vt:lpstr>Scenario 2: </vt:lpstr>
      <vt:lpstr>Hands on: Initialize CAPM Extension</vt:lpstr>
      <vt:lpstr>Hands on: Initialize CAPM Extension</vt:lpstr>
      <vt:lpstr>Hands on Cloud Extension</vt:lpstr>
      <vt:lpstr>Hands on Cloud Extension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317</cp:revision>
  <dcterms:created xsi:type="dcterms:W3CDTF">2013-09-12T13:05:01Z</dcterms:created>
  <dcterms:modified xsi:type="dcterms:W3CDTF">2025-05-19T05:26:59Z</dcterms:modified>
</cp:coreProperties>
</file>