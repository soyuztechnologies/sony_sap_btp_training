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29" r:id="rId4"/>
  </p:sldMasterIdLst>
  <p:notesMasterIdLst>
    <p:notesMasterId r:id="rId13"/>
  </p:notesMasterIdLst>
  <p:sldIdLst>
    <p:sldId id="256" r:id="rId5"/>
    <p:sldId id="402" r:id="rId6"/>
    <p:sldId id="276" r:id="rId7"/>
    <p:sldId id="314" r:id="rId8"/>
    <p:sldId id="319" r:id="rId9"/>
    <p:sldId id="320" r:id="rId10"/>
    <p:sldId id="419" r:id="rId11"/>
    <p:sldId id="409" r:id="rId12"/>
  </p:sldIdLst>
  <p:sldSz cx="12188825" cy="6858000"/>
  <p:notesSz cx="6858000" cy="9144000"/>
  <p:embeddedFontLst>
    <p:embeddedFont>
      <p:font typeface="Arial Black" panose="020B0A04020102020204" pitchFamily="34" charset="0"/>
      <p:regular r:id="rId14"/>
      <p:bold r:id="rId15"/>
    </p:embeddedFont>
    <p:embeddedFont>
      <p:font typeface="Cambria" panose="02040503050406030204" pitchFamily="18" charset="0"/>
      <p:regular r:id="rId16"/>
      <p:bold r:id="rId17"/>
      <p:italic r:id="rId18"/>
      <p:boldItalic r:id="rId19"/>
    </p:embeddedFont>
    <p:embeddedFont>
      <p:font typeface="Cooper Black" panose="0208090404030B020404" pitchFamily="18" charset="0"/>
      <p:regular r:id="rId20"/>
    </p:embeddedFont>
    <p:embeddedFont>
      <p:font typeface="Corben" panose="020B0604020202020204" charset="0"/>
      <p:bold r:id="rId21"/>
    </p:embeddedFont>
    <p:embeddedFont>
      <p:font typeface="Open Sans" panose="020B0606030504020204" pitchFamily="34" charset="0"/>
      <p:regular r:id="rId22"/>
      <p:bold r:id="rId23"/>
      <p:italic r:id="rId24"/>
      <p:boldItalic r:id="rId25"/>
    </p:embeddedFont>
    <p:embeddedFont>
      <p:font typeface="Quattrocento Sans" panose="020B0502050000020003" pitchFamily="34" charset="0"/>
      <p:regular r:id="rId26"/>
      <p:bold r:id="rId27"/>
      <p:italic r:id="rId28"/>
      <p:boldItalic r:id="rId29"/>
    </p:embeddedFont>
    <p:embeddedFont>
      <p:font typeface="Segoe UI" panose="020B0502040204020203" pitchFamily="34" charset="0"/>
      <p:regular r:id="rId30"/>
      <p:bold r:id="rId31"/>
      <p:italic r:id="rId32"/>
      <p:boldItalic r:id="rId33"/>
    </p:embeddedFont>
    <p:embeddedFont>
      <p:font typeface="Segoe UI Light" panose="020B0502040204020203" pitchFamily="34" charset="0"/>
      <p:regular r:id="rId34"/>
      <p: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21" Type="http://schemas.openxmlformats.org/officeDocument/2006/relationships/font" Target="fonts/font8.fntdata"/><Relationship Id="rId34" Type="http://schemas.openxmlformats.org/officeDocument/2006/relationships/font" Target="fonts/font2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1.fntdata"/><Relationship Id="rId32" Type="http://schemas.openxmlformats.org/officeDocument/2006/relationships/font" Target="fonts/font19.fntdata"/><Relationship Id="rId20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font" Target="fonts/font22.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0"/>
        <p:cNvGrpSpPr/>
        <p:nvPr/>
      </p:nvGrpSpPr>
      <p:grpSpPr>
        <a:xfrm>
          <a:off x="0" y="0"/>
          <a:ext cx="0" cy="0"/>
          <a:chOff x="0" y="0"/>
          <a:chExt cx="0" cy="0"/>
        </a:xfrm>
      </p:grpSpPr>
      <p:sp>
        <p:nvSpPr>
          <p:cNvPr id="1411" name="Google Shape;1411;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2" name="Google Shape;1412;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Google Shape;1433;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4" name="Google Shape;1434;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2/14/2026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24393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456"/>
        <p:cNvGrpSpPr/>
        <p:nvPr/>
      </p:nvGrpSpPr>
      <p:grpSpPr>
        <a:xfrm>
          <a:off x="0" y="0"/>
          <a:ext cx="0" cy="0"/>
          <a:chOff x="0" y="0"/>
          <a:chExt cx="0" cy="0"/>
        </a:xfrm>
      </p:grpSpPr>
      <p:sp>
        <p:nvSpPr>
          <p:cNvPr id="457" name="Google Shape;457;p178"/>
          <p:cNvSpPr txBox="1">
            <a:spLocks noGrp="1"/>
          </p:cNvSpPr>
          <p:nvPr>
            <p:ph type="title"/>
          </p:nvPr>
        </p:nvSpPr>
        <p:spPr>
          <a:xfrm>
            <a:off x="839569" y="457200"/>
            <a:ext cx="393121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199"/>
              <a:buFont typeface="Calibri"/>
              <a:buNone/>
              <a:defRPr sz="31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8" name="Google Shape;458;p178"/>
          <p:cNvSpPr txBox="1">
            <a:spLocks noGrp="1"/>
          </p:cNvSpPr>
          <p:nvPr>
            <p:ph type="body" idx="1"/>
          </p:nvPr>
        </p:nvSpPr>
        <p:spPr>
          <a:xfrm>
            <a:off x="5181838" y="987426"/>
            <a:ext cx="6170593" cy="4873625"/>
          </a:xfrm>
          <a:prstGeom prst="rect">
            <a:avLst/>
          </a:prstGeom>
          <a:noFill/>
          <a:ln>
            <a:noFill/>
          </a:ln>
        </p:spPr>
        <p:txBody>
          <a:bodyPr spcFirstLastPara="1" wrap="square" lIns="91425" tIns="45700" rIns="91425" bIns="45700" anchor="t" anchorCtr="0">
            <a:normAutofit/>
          </a:bodyPr>
          <a:lstStyle>
            <a:lvl1pPr marL="457200" lvl="0" indent="-431736" algn="l">
              <a:lnSpc>
                <a:spcPct val="90000"/>
              </a:lnSpc>
              <a:spcBef>
                <a:spcPts val="1000"/>
              </a:spcBef>
              <a:spcAft>
                <a:spcPts val="0"/>
              </a:spcAft>
              <a:buClr>
                <a:schemeClr val="dk1"/>
              </a:buClr>
              <a:buSzPts val="3199"/>
              <a:buChar char="•"/>
              <a:defRPr sz="3199"/>
            </a:lvl1pPr>
            <a:lvl2pPr marL="914400" lvl="1" indent="-406336" algn="l">
              <a:lnSpc>
                <a:spcPct val="90000"/>
              </a:lnSpc>
              <a:spcBef>
                <a:spcPts val="500"/>
              </a:spcBef>
              <a:spcAft>
                <a:spcPts val="0"/>
              </a:spcAft>
              <a:buClr>
                <a:schemeClr val="dk1"/>
              </a:buClr>
              <a:buSzPts val="2799"/>
              <a:buChar char="•"/>
              <a:defRPr sz="2799"/>
            </a:lvl2pPr>
            <a:lvl3pPr marL="1371600" lvl="2" indent="-380936" algn="l">
              <a:lnSpc>
                <a:spcPct val="90000"/>
              </a:lnSpc>
              <a:spcBef>
                <a:spcPts val="500"/>
              </a:spcBef>
              <a:spcAft>
                <a:spcPts val="0"/>
              </a:spcAft>
              <a:buClr>
                <a:schemeClr val="dk1"/>
              </a:buClr>
              <a:buSzPts val="2399"/>
              <a:buChar char="•"/>
              <a:defRPr sz="2399"/>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59" name="Google Shape;459;p178"/>
          <p:cNvSpPr txBox="1">
            <a:spLocks noGrp="1"/>
          </p:cNvSpPr>
          <p:nvPr>
            <p:ph type="body" idx="2"/>
          </p:nvPr>
        </p:nvSpPr>
        <p:spPr>
          <a:xfrm>
            <a:off x="839569" y="2057401"/>
            <a:ext cx="393121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0" name="Google Shape;460;p17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1" name="Google Shape;461;p17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2" name="Google Shape;462;p17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3800231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63"/>
        <p:cNvGrpSpPr/>
        <p:nvPr/>
      </p:nvGrpSpPr>
      <p:grpSpPr>
        <a:xfrm>
          <a:off x="0" y="0"/>
          <a:ext cx="0" cy="0"/>
          <a:chOff x="0" y="0"/>
          <a:chExt cx="0" cy="0"/>
        </a:xfrm>
      </p:grpSpPr>
      <p:sp>
        <p:nvSpPr>
          <p:cNvPr id="464" name="Google Shape;464;p179"/>
          <p:cNvSpPr txBox="1">
            <a:spLocks noGrp="1"/>
          </p:cNvSpPr>
          <p:nvPr>
            <p:ph type="title"/>
          </p:nvPr>
        </p:nvSpPr>
        <p:spPr>
          <a:xfrm>
            <a:off x="839569" y="457200"/>
            <a:ext cx="393121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199"/>
              <a:buFont typeface="Calibri"/>
              <a:buNone/>
              <a:defRPr sz="31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5" name="Google Shape;465;p179"/>
          <p:cNvSpPr>
            <a:spLocks noGrp="1"/>
          </p:cNvSpPr>
          <p:nvPr>
            <p:ph type="pic" idx="2"/>
          </p:nvPr>
        </p:nvSpPr>
        <p:spPr>
          <a:xfrm>
            <a:off x="5181838" y="987426"/>
            <a:ext cx="6170593" cy="4873625"/>
          </a:xfrm>
          <a:prstGeom prst="rect">
            <a:avLst/>
          </a:prstGeom>
          <a:noFill/>
          <a:ln>
            <a:noFill/>
          </a:ln>
        </p:spPr>
      </p:sp>
      <p:sp>
        <p:nvSpPr>
          <p:cNvPr id="466" name="Google Shape;466;p179"/>
          <p:cNvSpPr txBox="1">
            <a:spLocks noGrp="1"/>
          </p:cNvSpPr>
          <p:nvPr>
            <p:ph type="body" idx="1"/>
          </p:nvPr>
        </p:nvSpPr>
        <p:spPr>
          <a:xfrm>
            <a:off x="839569" y="2057401"/>
            <a:ext cx="393121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7" name="Google Shape;467;p179"/>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8" name="Google Shape;468;p179"/>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9" name="Google Shape;469;p179"/>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36258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70"/>
        <p:cNvGrpSpPr/>
        <p:nvPr/>
      </p:nvGrpSpPr>
      <p:grpSpPr>
        <a:xfrm>
          <a:off x="0" y="0"/>
          <a:ext cx="0" cy="0"/>
          <a:chOff x="0" y="0"/>
          <a:chExt cx="0" cy="0"/>
        </a:xfrm>
      </p:grpSpPr>
      <p:sp>
        <p:nvSpPr>
          <p:cNvPr id="471" name="Google Shape;471;p180"/>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2" name="Google Shape;472;p180"/>
          <p:cNvSpPr txBox="1">
            <a:spLocks noGrp="1"/>
          </p:cNvSpPr>
          <p:nvPr>
            <p:ph type="body" idx="1"/>
          </p:nvPr>
        </p:nvSpPr>
        <p:spPr>
          <a:xfrm rot="5400000">
            <a:off x="3918744" y="-1255136"/>
            <a:ext cx="4351339" cy="105128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3" name="Google Shape;473;p180"/>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180"/>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180"/>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403946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76"/>
        <p:cNvGrpSpPr/>
        <p:nvPr/>
      </p:nvGrpSpPr>
      <p:grpSpPr>
        <a:xfrm>
          <a:off x="0" y="0"/>
          <a:ext cx="0" cy="0"/>
          <a:chOff x="0" y="0"/>
          <a:chExt cx="0" cy="0"/>
        </a:xfrm>
      </p:grpSpPr>
      <p:sp>
        <p:nvSpPr>
          <p:cNvPr id="477" name="Google Shape;477;p181"/>
          <p:cNvSpPr txBox="1">
            <a:spLocks noGrp="1"/>
          </p:cNvSpPr>
          <p:nvPr>
            <p:ph type="title"/>
          </p:nvPr>
        </p:nvSpPr>
        <p:spPr>
          <a:xfrm rot="5400000">
            <a:off x="7130817" y="1956938"/>
            <a:ext cx="5811839" cy="26282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p181"/>
          <p:cNvSpPr txBox="1">
            <a:spLocks noGrp="1"/>
          </p:cNvSpPr>
          <p:nvPr>
            <p:ph type="body" idx="1"/>
          </p:nvPr>
        </p:nvSpPr>
        <p:spPr>
          <a:xfrm rot="5400000">
            <a:off x="1798205" y="-595097"/>
            <a:ext cx="5811839" cy="773228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9" name="Google Shape;479;p18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18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18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440726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p:cSld name="Title">
    <p:bg>
      <p:bgPr>
        <a:gradFill>
          <a:gsLst>
            <a:gs pos="0">
              <a:schemeClr val="accent2"/>
            </a:gs>
            <a:gs pos="100000">
              <a:schemeClr val="dk1"/>
            </a:gs>
          </a:gsLst>
          <a:lin ang="8100019" scaled="0"/>
        </a:gradFill>
        <a:effectLst/>
      </p:bgPr>
    </p:bg>
    <p:spTree>
      <p:nvGrpSpPr>
        <p:cNvPr id="1" name="Shape 482"/>
        <p:cNvGrpSpPr/>
        <p:nvPr/>
      </p:nvGrpSpPr>
      <p:grpSpPr>
        <a:xfrm>
          <a:off x="0" y="0"/>
          <a:ext cx="0" cy="0"/>
          <a:chOff x="0" y="0"/>
          <a:chExt cx="0" cy="0"/>
        </a:xfrm>
      </p:grpSpPr>
      <p:sp>
        <p:nvSpPr>
          <p:cNvPr id="483" name="Google Shape;483;p182"/>
          <p:cNvSpPr txBox="1">
            <a:spLocks noGrp="1"/>
          </p:cNvSpPr>
          <p:nvPr>
            <p:ph type="ctrTitle"/>
          </p:nvPr>
        </p:nvSpPr>
        <p:spPr>
          <a:xfrm>
            <a:off x="1383473" y="2216600"/>
            <a:ext cx="9421946" cy="242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800"/>
              <a:buFont typeface="Calibri"/>
              <a:buNone/>
              <a:defRPr sz="9064">
                <a:solidFill>
                  <a:schemeClr val="lt1"/>
                </a:solidFill>
              </a:defRPr>
            </a:lvl1pPr>
            <a:lvl2pPr lvl="1">
              <a:lnSpc>
                <a:spcPct val="100000"/>
              </a:lnSpc>
              <a:spcBef>
                <a:spcPts val="0"/>
              </a:spcBef>
              <a:spcAft>
                <a:spcPts val="0"/>
              </a:spcAft>
              <a:buClr>
                <a:schemeClr val="lt1"/>
              </a:buClr>
              <a:buSzPts val="6800"/>
              <a:buNone/>
              <a:defRPr sz="9064">
                <a:solidFill>
                  <a:schemeClr val="lt1"/>
                </a:solidFill>
              </a:defRPr>
            </a:lvl2pPr>
            <a:lvl3pPr lvl="2">
              <a:lnSpc>
                <a:spcPct val="100000"/>
              </a:lnSpc>
              <a:spcBef>
                <a:spcPts val="0"/>
              </a:spcBef>
              <a:spcAft>
                <a:spcPts val="0"/>
              </a:spcAft>
              <a:buClr>
                <a:schemeClr val="lt1"/>
              </a:buClr>
              <a:buSzPts val="6800"/>
              <a:buNone/>
              <a:defRPr sz="9064">
                <a:solidFill>
                  <a:schemeClr val="lt1"/>
                </a:solidFill>
              </a:defRPr>
            </a:lvl3pPr>
            <a:lvl4pPr lvl="3">
              <a:lnSpc>
                <a:spcPct val="100000"/>
              </a:lnSpc>
              <a:spcBef>
                <a:spcPts val="0"/>
              </a:spcBef>
              <a:spcAft>
                <a:spcPts val="0"/>
              </a:spcAft>
              <a:buClr>
                <a:schemeClr val="lt1"/>
              </a:buClr>
              <a:buSzPts val="6800"/>
              <a:buNone/>
              <a:defRPr sz="9064">
                <a:solidFill>
                  <a:schemeClr val="lt1"/>
                </a:solidFill>
              </a:defRPr>
            </a:lvl4pPr>
            <a:lvl5pPr lvl="4">
              <a:lnSpc>
                <a:spcPct val="100000"/>
              </a:lnSpc>
              <a:spcBef>
                <a:spcPts val="0"/>
              </a:spcBef>
              <a:spcAft>
                <a:spcPts val="0"/>
              </a:spcAft>
              <a:buClr>
                <a:schemeClr val="lt1"/>
              </a:buClr>
              <a:buSzPts val="6800"/>
              <a:buNone/>
              <a:defRPr sz="9064">
                <a:solidFill>
                  <a:schemeClr val="lt1"/>
                </a:solidFill>
              </a:defRPr>
            </a:lvl5pPr>
            <a:lvl6pPr lvl="5">
              <a:lnSpc>
                <a:spcPct val="100000"/>
              </a:lnSpc>
              <a:spcBef>
                <a:spcPts val="0"/>
              </a:spcBef>
              <a:spcAft>
                <a:spcPts val="0"/>
              </a:spcAft>
              <a:buClr>
                <a:schemeClr val="lt1"/>
              </a:buClr>
              <a:buSzPts val="6800"/>
              <a:buNone/>
              <a:defRPr sz="9064">
                <a:solidFill>
                  <a:schemeClr val="lt1"/>
                </a:solidFill>
              </a:defRPr>
            </a:lvl6pPr>
            <a:lvl7pPr lvl="6">
              <a:lnSpc>
                <a:spcPct val="100000"/>
              </a:lnSpc>
              <a:spcBef>
                <a:spcPts val="0"/>
              </a:spcBef>
              <a:spcAft>
                <a:spcPts val="0"/>
              </a:spcAft>
              <a:buClr>
                <a:schemeClr val="lt1"/>
              </a:buClr>
              <a:buSzPts val="6800"/>
              <a:buNone/>
              <a:defRPr sz="9064">
                <a:solidFill>
                  <a:schemeClr val="lt1"/>
                </a:solidFill>
              </a:defRPr>
            </a:lvl7pPr>
            <a:lvl8pPr lvl="7">
              <a:lnSpc>
                <a:spcPct val="100000"/>
              </a:lnSpc>
              <a:spcBef>
                <a:spcPts val="0"/>
              </a:spcBef>
              <a:spcAft>
                <a:spcPts val="0"/>
              </a:spcAft>
              <a:buClr>
                <a:schemeClr val="lt1"/>
              </a:buClr>
              <a:buSzPts val="6800"/>
              <a:buNone/>
              <a:defRPr sz="9064">
                <a:solidFill>
                  <a:schemeClr val="lt1"/>
                </a:solidFill>
              </a:defRPr>
            </a:lvl8pPr>
            <a:lvl9pPr lvl="8">
              <a:lnSpc>
                <a:spcPct val="100000"/>
              </a:lnSpc>
              <a:spcBef>
                <a:spcPts val="0"/>
              </a:spcBef>
              <a:spcAft>
                <a:spcPts val="0"/>
              </a:spcAft>
              <a:buClr>
                <a:schemeClr val="lt1"/>
              </a:buClr>
              <a:buSzPts val="6800"/>
              <a:buNone/>
              <a:defRPr sz="9064">
                <a:solidFill>
                  <a:schemeClr val="lt1"/>
                </a:solidFill>
              </a:defRPr>
            </a:lvl9pPr>
          </a:lstStyle>
          <a:p>
            <a:endParaRPr/>
          </a:p>
        </p:txBody>
      </p:sp>
    </p:spTree>
    <p:extLst>
      <p:ext uri="{BB962C8B-B14F-4D97-AF65-F5344CB8AC3E}">
        <p14:creationId xmlns:p14="http://schemas.microsoft.com/office/powerpoint/2010/main" val="40305806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 Dark">
  <p:cSld name="Blank - Dark">
    <p:bg>
      <p:bgPr>
        <a:gradFill>
          <a:gsLst>
            <a:gs pos="0">
              <a:schemeClr val="accent1"/>
            </a:gs>
            <a:gs pos="100000">
              <a:schemeClr val="accent2"/>
            </a:gs>
          </a:gsLst>
          <a:lin ang="8099331" scaled="0"/>
        </a:gradFill>
        <a:effectLst/>
      </p:bgPr>
    </p:bg>
    <p:spTree>
      <p:nvGrpSpPr>
        <p:cNvPr id="1" name="Shape 484"/>
        <p:cNvGrpSpPr/>
        <p:nvPr/>
      </p:nvGrpSpPr>
      <p:grpSpPr>
        <a:xfrm>
          <a:off x="0" y="0"/>
          <a:ext cx="0" cy="0"/>
          <a:chOff x="0" y="0"/>
          <a:chExt cx="0" cy="0"/>
        </a:xfrm>
      </p:grpSpPr>
      <p:sp>
        <p:nvSpPr>
          <p:cNvPr id="485" name="Google Shape;485;p183"/>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chemeClr val="lt1"/>
              </a:buClr>
              <a:buSzPts val="1200"/>
              <a:buFont typeface="Calibri"/>
              <a:buNone/>
              <a:defRPr sz="1200">
                <a:solidFill>
                  <a:schemeClr val="lt1"/>
                </a:solidFill>
                <a:latin typeface="Calibri"/>
                <a:ea typeface="Calibri"/>
                <a:cs typeface="Calibri"/>
                <a:sym typeface="Calibri"/>
              </a:defRPr>
            </a:lvl1pPr>
            <a:lvl2pPr marL="0" lvl="1" indent="0" algn="r">
              <a:buClr>
                <a:schemeClr val="lt1"/>
              </a:buClr>
              <a:buSzPts val="1200"/>
              <a:buFont typeface="Calibri"/>
              <a:buNone/>
              <a:defRPr sz="1200">
                <a:solidFill>
                  <a:schemeClr val="lt1"/>
                </a:solidFill>
                <a:latin typeface="Calibri"/>
                <a:ea typeface="Calibri"/>
                <a:cs typeface="Calibri"/>
                <a:sym typeface="Calibri"/>
              </a:defRPr>
            </a:lvl2pPr>
            <a:lvl3pPr marL="0" lvl="2" indent="0" algn="r">
              <a:buClr>
                <a:schemeClr val="lt1"/>
              </a:buClr>
              <a:buSzPts val="1200"/>
              <a:buFont typeface="Calibri"/>
              <a:buNone/>
              <a:defRPr sz="1200">
                <a:solidFill>
                  <a:schemeClr val="lt1"/>
                </a:solidFill>
                <a:latin typeface="Calibri"/>
                <a:ea typeface="Calibri"/>
                <a:cs typeface="Calibri"/>
                <a:sym typeface="Calibri"/>
              </a:defRPr>
            </a:lvl3pPr>
            <a:lvl4pPr marL="0" lvl="3" indent="0" algn="r">
              <a:buClr>
                <a:schemeClr val="lt1"/>
              </a:buClr>
              <a:buSzPts val="1200"/>
              <a:buFont typeface="Calibri"/>
              <a:buNone/>
              <a:defRPr sz="1200">
                <a:solidFill>
                  <a:schemeClr val="lt1"/>
                </a:solidFill>
                <a:latin typeface="Calibri"/>
                <a:ea typeface="Calibri"/>
                <a:cs typeface="Calibri"/>
                <a:sym typeface="Calibri"/>
              </a:defRPr>
            </a:lvl4pPr>
            <a:lvl5pPr marL="0" lvl="4" indent="0" algn="r">
              <a:buClr>
                <a:schemeClr val="lt1"/>
              </a:buClr>
              <a:buSzPts val="1200"/>
              <a:buFont typeface="Calibri"/>
              <a:buNone/>
              <a:defRPr sz="1200">
                <a:solidFill>
                  <a:schemeClr val="lt1"/>
                </a:solidFill>
                <a:latin typeface="Calibri"/>
                <a:ea typeface="Calibri"/>
                <a:cs typeface="Calibri"/>
                <a:sym typeface="Calibri"/>
              </a:defRPr>
            </a:lvl5pPr>
            <a:lvl6pPr marL="0" lvl="5" indent="0" algn="r">
              <a:buClr>
                <a:schemeClr val="lt1"/>
              </a:buClr>
              <a:buSzPts val="1200"/>
              <a:buFont typeface="Calibri"/>
              <a:buNone/>
              <a:defRPr sz="1200">
                <a:solidFill>
                  <a:schemeClr val="lt1"/>
                </a:solidFill>
                <a:latin typeface="Calibri"/>
                <a:ea typeface="Calibri"/>
                <a:cs typeface="Calibri"/>
                <a:sym typeface="Calibri"/>
              </a:defRPr>
            </a:lvl6pPr>
            <a:lvl7pPr marL="0" lvl="6" indent="0" algn="r">
              <a:buClr>
                <a:schemeClr val="lt1"/>
              </a:buClr>
              <a:buSzPts val="1200"/>
              <a:buFont typeface="Calibri"/>
              <a:buNone/>
              <a:defRPr sz="1200">
                <a:solidFill>
                  <a:schemeClr val="lt1"/>
                </a:solidFill>
                <a:latin typeface="Calibri"/>
                <a:ea typeface="Calibri"/>
                <a:cs typeface="Calibri"/>
                <a:sym typeface="Calibri"/>
              </a:defRPr>
            </a:lvl7pPr>
            <a:lvl8pPr marL="0" lvl="7" indent="0" algn="r">
              <a:buClr>
                <a:schemeClr val="lt1"/>
              </a:buClr>
              <a:buSzPts val="1200"/>
              <a:buFont typeface="Calibri"/>
              <a:buNone/>
              <a:defRPr sz="1200">
                <a:solidFill>
                  <a:schemeClr val="lt1"/>
                </a:solidFill>
                <a:latin typeface="Calibri"/>
                <a:ea typeface="Calibri"/>
                <a:cs typeface="Calibri"/>
                <a:sym typeface="Calibri"/>
              </a:defRPr>
            </a:lvl8pPr>
            <a:lvl9pPr marL="0" lvl="8" indent="0" algn="r">
              <a:buClr>
                <a:schemeClr val="lt1"/>
              </a:buClr>
              <a:buSzPts val="1200"/>
              <a:buFont typeface="Calibri"/>
              <a:buNone/>
              <a:defRPr sz="12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67527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86"/>
        <p:cNvGrpSpPr/>
        <p:nvPr/>
      </p:nvGrpSpPr>
      <p:grpSpPr>
        <a:xfrm>
          <a:off x="0" y="0"/>
          <a:ext cx="0" cy="0"/>
          <a:chOff x="0" y="0"/>
          <a:chExt cx="0" cy="0"/>
        </a:xfrm>
      </p:grpSpPr>
      <p:sp>
        <p:nvSpPr>
          <p:cNvPr id="487" name="Google Shape;487;p184"/>
          <p:cNvSpPr txBox="1">
            <a:spLocks noGrp="1"/>
          </p:cNvSpPr>
          <p:nvPr>
            <p:ph type="title"/>
          </p:nvPr>
        </p:nvSpPr>
        <p:spPr>
          <a:xfrm>
            <a:off x="1383473" y="1114667"/>
            <a:ext cx="9421946" cy="528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alibri"/>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88" name="Google Shape;488;p184"/>
          <p:cNvSpPr txBox="1">
            <a:spLocks noGrp="1"/>
          </p:cNvSpPr>
          <p:nvPr>
            <p:ph type="body" idx="1"/>
          </p:nvPr>
        </p:nvSpPr>
        <p:spPr>
          <a:xfrm>
            <a:off x="1383406"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89" name="Google Shape;489;p184"/>
          <p:cNvSpPr txBox="1">
            <a:spLocks noGrp="1"/>
          </p:cNvSpPr>
          <p:nvPr>
            <p:ph type="body" idx="2"/>
          </p:nvPr>
        </p:nvSpPr>
        <p:spPr>
          <a:xfrm>
            <a:off x="6403163"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90" name="Google Shape;490;p184"/>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63977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77562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10" Type="http://schemas.openxmlformats.org/officeDocument/2006/relationships/theme" Target="../theme/theme4.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2/14/2026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157"/>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Calibri"/>
              <a:buNone/>
              <a:defRPr sz="43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5" name="Google Shape;365;p157"/>
          <p:cNvSpPr txBox="1">
            <a:spLocks noGrp="1"/>
          </p:cNvSpPr>
          <p:nvPr>
            <p:ph type="body" idx="1"/>
          </p:nvPr>
        </p:nvSpPr>
        <p:spPr>
          <a:xfrm>
            <a:off x="837982" y="1825625"/>
            <a:ext cx="10512862" cy="4351339"/>
          </a:xfrm>
          <a:prstGeom prst="rect">
            <a:avLst/>
          </a:prstGeom>
          <a:noFill/>
          <a:ln>
            <a:noFill/>
          </a:ln>
        </p:spPr>
        <p:txBody>
          <a:bodyPr spcFirstLastPara="1" wrap="square" lIns="91425" tIns="45700" rIns="91425" bIns="45700" anchor="t" anchorCtr="0">
            <a:normAutofit/>
          </a:bodyPr>
          <a:lstStyle>
            <a:lvl1pPr marL="457200" marR="0" lvl="0" indent="-406336" algn="l" rtl="0">
              <a:lnSpc>
                <a:spcPct val="90000"/>
              </a:lnSpc>
              <a:spcBef>
                <a:spcPts val="1000"/>
              </a:spcBef>
              <a:spcAft>
                <a:spcPts val="0"/>
              </a:spcAft>
              <a:buClr>
                <a:schemeClr val="dk1"/>
              </a:buClr>
              <a:buSzPts val="2799"/>
              <a:buFont typeface="Arial"/>
              <a:buChar char="•"/>
              <a:defRPr sz="2799" b="0" i="0" u="none" strike="noStrike" cap="none">
                <a:solidFill>
                  <a:schemeClr val="dk1"/>
                </a:solidFill>
                <a:latin typeface="Calibri"/>
                <a:ea typeface="Calibri"/>
                <a:cs typeface="Calibri"/>
                <a:sym typeface="Calibri"/>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6" name="Google Shape;366;p157"/>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7" name="Google Shape;367;p157"/>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8" name="Google Shape;368;p157"/>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76916488"/>
      </p:ext>
    </p:extLst>
  </p:cSld>
  <p:clrMap bg1="lt1" tx1="dk1" bg2="dk2" tx2="lt2" accent1="accent1" accent2="accent2" accent3="accent3" accent4="accent4" accent5="accent5" accent6="accent6" hlink="hlink" folHlink="folHlink"/>
  <p:sldLayoutIdLst>
    <p:sldLayoutId id="2147483730" r:id="rId1"/>
    <p:sldLayoutId id="2147483734" r:id="rId2"/>
    <p:sldLayoutId id="2147483735" r:id="rId3"/>
    <p:sldLayoutId id="2147483736" r:id="rId4"/>
    <p:sldLayoutId id="2147483737" r:id="rId5"/>
    <p:sldLayoutId id="2147483738" r:id="rId6"/>
    <p:sldLayoutId id="2147483739" r:id="rId7"/>
    <p:sldLayoutId id="2147483740" r:id="rId8"/>
    <p:sldLayoutId id="2147483745"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6.xml"/><Relationship Id="rId5" Type="http://schemas.openxmlformats.org/officeDocument/2006/relationships/image" Target="../media/image4.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tiff"/><Relationship Id="rId2" Type="http://schemas.openxmlformats.org/officeDocument/2006/relationships/notesSlide" Target="../notesSlides/notesSlide6.xml"/><Relationship Id="rId1" Type="http://schemas.openxmlformats.org/officeDocument/2006/relationships/slideLayout" Target="../slideLayouts/slideLayout37.xml"/><Relationship Id="rId6" Type="http://schemas.openxmlformats.org/officeDocument/2006/relationships/image" Target="../media/image13.tiff"/><Relationship Id="rId5" Type="http://schemas.openxmlformats.org/officeDocument/2006/relationships/image" Target="../media/image12.tiff"/><Relationship Id="rId4" Type="http://schemas.openxmlformats.org/officeDocument/2006/relationships/image" Target="../media/image11.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DAY-22</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Value Helps</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Status</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Object Page</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Facets and Table</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Processor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Create, update, delete, copy travel</a:t>
            </a:r>
            <a:endParaRPr/>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MDE for approver Projection</a:t>
            </a:r>
            <a:endParaRPr/>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3"/>
        <p:cNvGrpSpPr/>
        <p:nvPr/>
      </p:nvGrpSpPr>
      <p:grpSpPr>
        <a:xfrm>
          <a:off x="0" y="0"/>
          <a:ext cx="0" cy="0"/>
          <a:chOff x="0" y="0"/>
          <a:chExt cx="0" cy="0"/>
        </a:xfrm>
      </p:grpSpPr>
      <p:sp>
        <p:nvSpPr>
          <p:cNvPr id="1414" name="Google Shape;1414;p64"/>
          <p:cNvSpPr txBox="1"/>
          <p:nvPr/>
        </p:nvSpPr>
        <p:spPr>
          <a:xfrm>
            <a:off x="152551" y="130471"/>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798"/>
              <a:buFont typeface="Corben"/>
              <a:buNone/>
            </a:pPr>
            <a:r>
              <a:rPr lang="en-US" sz="3600" dirty="0">
                <a:solidFill>
                  <a:srgbClr val="FFC000"/>
                </a:solidFill>
                <a:latin typeface="Cooper Black" panose="0208090404030B020404" pitchFamily="18" charset="0"/>
                <a:ea typeface="Corben"/>
                <a:cs typeface="Corben"/>
                <a:sym typeface="Corben"/>
              </a:rPr>
              <a:t>Fiori Elements - List Report Application</a:t>
            </a:r>
            <a:endParaRPr sz="2000" dirty="0">
              <a:solidFill>
                <a:srgbClr val="FFC000"/>
              </a:solidFill>
              <a:latin typeface="Cooper Black" panose="0208090404030B020404" pitchFamily="18" charset="0"/>
            </a:endParaRPr>
          </a:p>
        </p:txBody>
      </p:sp>
      <p:sp>
        <p:nvSpPr>
          <p:cNvPr id="1417" name="Google Shape;1417;p64"/>
          <p:cNvSpPr/>
          <p:nvPr/>
        </p:nvSpPr>
        <p:spPr>
          <a:xfrm>
            <a:off x="174105" y="917231"/>
            <a:ext cx="11760715" cy="6456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98">
                <a:solidFill>
                  <a:schemeClr val="dk1"/>
                </a:solidFill>
                <a:latin typeface="Arial"/>
                <a:ea typeface="Arial"/>
                <a:cs typeface="Arial"/>
                <a:sym typeface="Arial"/>
              </a:rPr>
              <a:t>The list report offers powerful features for finding and acting on relevant data sets. It is often used as an entry point for navigating to the item details, which are usually shown on an object page.</a:t>
            </a:r>
            <a:endParaRPr sz="1798">
              <a:solidFill>
                <a:srgbClr val="000000"/>
              </a:solidFill>
              <a:latin typeface="Calibri"/>
              <a:ea typeface="Calibri"/>
              <a:cs typeface="Calibri"/>
              <a:sym typeface="Calibri"/>
            </a:endParaRPr>
          </a:p>
        </p:txBody>
      </p:sp>
      <p:pic>
        <p:nvPicPr>
          <p:cNvPr id="1418" name="Google Shape;1418;p64"/>
          <p:cNvPicPr preferRelativeResize="0"/>
          <p:nvPr/>
        </p:nvPicPr>
        <p:blipFill rotWithShape="1">
          <a:blip r:embed="rId3">
            <a:alphaModFix/>
          </a:blip>
          <a:srcRect/>
          <a:stretch/>
        </p:blipFill>
        <p:spPr>
          <a:xfrm>
            <a:off x="174106" y="2321981"/>
            <a:ext cx="5393715" cy="3555031"/>
          </a:xfrm>
          <a:prstGeom prst="rect">
            <a:avLst/>
          </a:prstGeom>
          <a:noFill/>
          <a:ln>
            <a:noFill/>
          </a:ln>
        </p:spPr>
      </p:pic>
      <p:pic>
        <p:nvPicPr>
          <p:cNvPr id="1419" name="Google Shape;1419;p64"/>
          <p:cNvPicPr preferRelativeResize="0"/>
          <p:nvPr/>
        </p:nvPicPr>
        <p:blipFill rotWithShape="1">
          <a:blip r:embed="rId4">
            <a:alphaModFix/>
          </a:blip>
          <a:srcRect/>
          <a:stretch/>
        </p:blipFill>
        <p:spPr>
          <a:xfrm>
            <a:off x="6703695" y="2311650"/>
            <a:ext cx="5311023" cy="3565362"/>
          </a:xfrm>
          <a:prstGeom prst="rect">
            <a:avLst/>
          </a:prstGeom>
          <a:noFill/>
          <a:ln>
            <a:noFill/>
          </a:ln>
        </p:spPr>
      </p:pic>
      <p:cxnSp>
        <p:nvCxnSpPr>
          <p:cNvPr id="1420" name="Google Shape;1420;p64"/>
          <p:cNvCxnSpPr/>
          <p:nvPr/>
        </p:nvCxnSpPr>
        <p:spPr>
          <a:xfrm>
            <a:off x="5250121" y="3996939"/>
            <a:ext cx="1584134" cy="0"/>
          </a:xfrm>
          <a:prstGeom prst="straightConnector1">
            <a:avLst/>
          </a:prstGeom>
          <a:noFill/>
          <a:ln w="76200" cap="flat" cmpd="sng">
            <a:solidFill>
              <a:schemeClr val="accent1"/>
            </a:solidFill>
            <a:prstDash val="solid"/>
            <a:miter lim="800000"/>
            <a:headEnd type="none" w="sm" len="sm"/>
            <a:tailEnd type="triangle" w="med" len="med"/>
          </a:ln>
        </p:spPr>
      </p:cxnSp>
      <p:sp>
        <p:nvSpPr>
          <p:cNvPr id="1421" name="Google Shape;1421;p64"/>
          <p:cNvSpPr/>
          <p:nvPr/>
        </p:nvSpPr>
        <p:spPr>
          <a:xfrm>
            <a:off x="5119561" y="3927307"/>
            <a:ext cx="200193" cy="156673"/>
          </a:xfrm>
          <a:prstGeom prst="ellipse">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2" name="Google Shape;1422;p64"/>
          <p:cNvSpPr txBox="1"/>
          <p:nvPr/>
        </p:nvSpPr>
        <p:spPr>
          <a:xfrm>
            <a:off x="1646650" y="1847041"/>
            <a:ext cx="2411019" cy="3690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98" b="1">
                <a:solidFill>
                  <a:srgbClr val="000000"/>
                </a:solidFill>
                <a:latin typeface="Calibri"/>
                <a:ea typeface="Calibri"/>
                <a:cs typeface="Calibri"/>
                <a:sym typeface="Calibri"/>
              </a:rPr>
              <a:t>List Report</a:t>
            </a:r>
            <a:endParaRPr/>
          </a:p>
        </p:txBody>
      </p:sp>
      <p:sp>
        <p:nvSpPr>
          <p:cNvPr id="1423" name="Google Shape;1423;p64"/>
          <p:cNvSpPr txBox="1"/>
          <p:nvPr/>
        </p:nvSpPr>
        <p:spPr>
          <a:xfrm>
            <a:off x="8474966" y="1873468"/>
            <a:ext cx="2411019" cy="3690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98" b="1">
                <a:solidFill>
                  <a:srgbClr val="000000"/>
                </a:solidFill>
                <a:latin typeface="Calibri"/>
                <a:ea typeface="Calibri"/>
                <a:cs typeface="Calibri"/>
                <a:sym typeface="Calibri"/>
              </a:rPr>
              <a:t>Object Page</a:t>
            </a:r>
            <a:endParaRPr/>
          </a:p>
        </p:txBody>
      </p:sp>
      <p:sp>
        <p:nvSpPr>
          <p:cNvPr id="1424" name="Google Shape;1424;p64"/>
          <p:cNvSpPr/>
          <p:nvPr/>
        </p:nvSpPr>
        <p:spPr>
          <a:xfrm>
            <a:off x="314933" y="2552069"/>
            <a:ext cx="5100565" cy="548349"/>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5" name="Google Shape;1425;p64"/>
          <p:cNvSpPr/>
          <p:nvPr/>
        </p:nvSpPr>
        <p:spPr>
          <a:xfrm>
            <a:off x="314932" y="2330116"/>
            <a:ext cx="665859" cy="221953"/>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6" name="Google Shape;1426;p64"/>
          <p:cNvSpPr/>
          <p:nvPr/>
        </p:nvSpPr>
        <p:spPr>
          <a:xfrm>
            <a:off x="299701" y="3392015"/>
            <a:ext cx="5100565" cy="2493131"/>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7" name="Google Shape;1427;p64"/>
          <p:cNvSpPr/>
          <p:nvPr/>
        </p:nvSpPr>
        <p:spPr>
          <a:xfrm>
            <a:off x="3461442" y="3206217"/>
            <a:ext cx="1954056" cy="185798"/>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8" name="Google Shape;1428;p64"/>
          <p:cNvSpPr/>
          <p:nvPr/>
        </p:nvSpPr>
        <p:spPr>
          <a:xfrm>
            <a:off x="6703696" y="2502539"/>
            <a:ext cx="5100565" cy="636589"/>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29" name="Google Shape;1429;p64"/>
          <p:cNvSpPr/>
          <p:nvPr/>
        </p:nvSpPr>
        <p:spPr>
          <a:xfrm>
            <a:off x="6703698" y="3139587"/>
            <a:ext cx="1518854" cy="190429"/>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30" name="Google Shape;1430;p64"/>
          <p:cNvSpPr/>
          <p:nvPr/>
        </p:nvSpPr>
        <p:spPr>
          <a:xfrm>
            <a:off x="6775504" y="3429001"/>
            <a:ext cx="5100565" cy="649440"/>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431" name="Google Shape;1431;p64"/>
          <p:cNvSpPr/>
          <p:nvPr/>
        </p:nvSpPr>
        <p:spPr>
          <a:xfrm>
            <a:off x="6808926" y="4580578"/>
            <a:ext cx="5100565" cy="755778"/>
          </a:xfrm>
          <a:prstGeom prst="rect">
            <a:avLst/>
          </a:prstGeom>
          <a:no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20"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21"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5"/>
        <p:cNvGrpSpPr/>
        <p:nvPr/>
      </p:nvGrpSpPr>
      <p:grpSpPr>
        <a:xfrm>
          <a:off x="0" y="0"/>
          <a:ext cx="0" cy="0"/>
          <a:chOff x="0" y="0"/>
          <a:chExt cx="0" cy="0"/>
        </a:xfrm>
      </p:grpSpPr>
      <p:sp>
        <p:nvSpPr>
          <p:cNvPr id="1436" name="Google Shape;1436;p65"/>
          <p:cNvSpPr txBox="1"/>
          <p:nvPr/>
        </p:nvSpPr>
        <p:spPr>
          <a:xfrm>
            <a:off x="152551" y="130471"/>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798"/>
              <a:buFont typeface="Corben"/>
              <a:buNone/>
            </a:pPr>
            <a:r>
              <a:rPr lang="en-US" sz="3600" dirty="0">
                <a:solidFill>
                  <a:srgbClr val="FFC000"/>
                </a:solidFill>
                <a:latin typeface="Cooper Black" panose="0208090404030B020404" pitchFamily="18" charset="0"/>
                <a:ea typeface="Corben"/>
                <a:cs typeface="Corben"/>
                <a:sym typeface="Corben"/>
              </a:rPr>
              <a:t>Object Page</a:t>
            </a:r>
            <a:endParaRPr sz="3600" dirty="0">
              <a:solidFill>
                <a:srgbClr val="FFC000"/>
              </a:solidFill>
              <a:latin typeface="Cooper Black" panose="0208090404030B020404" pitchFamily="18" charset="0"/>
              <a:ea typeface="Corben"/>
              <a:cs typeface="Corben"/>
              <a:sym typeface="Corben"/>
            </a:endParaRPr>
          </a:p>
        </p:txBody>
      </p:sp>
      <p:pic>
        <p:nvPicPr>
          <p:cNvPr id="1439" name="Google Shape;1439;p65" descr="https://blogs.sap.com/wp-content/uploads/2017/08/Develop-Object-Page-simple-example-facets.png"/>
          <p:cNvPicPr preferRelativeResize="0"/>
          <p:nvPr/>
        </p:nvPicPr>
        <p:blipFill rotWithShape="1">
          <a:blip r:embed="rId3">
            <a:alphaModFix/>
          </a:blip>
          <a:srcRect/>
          <a:stretch/>
        </p:blipFill>
        <p:spPr>
          <a:xfrm>
            <a:off x="323603" y="917230"/>
            <a:ext cx="10192461" cy="5445270"/>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a:solidFill>
                  <a:srgbClr val="75C042"/>
                </a:solidFill>
                <a:latin typeface="Segoe UI" panose="020B0502040204020203" pitchFamily="34" charset="0"/>
                <a:ea typeface="Calibri Light" charset="0"/>
                <a:cs typeface="Segoe UI" panose="020B0502040204020203" pitchFamily="34" charset="0"/>
              </a:rPr>
              <a:t>22</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1670</TotalTime>
  <Words>349</Words>
  <Application>Microsoft Office PowerPoint</Application>
  <PresentationFormat>Custom</PresentationFormat>
  <Paragraphs>74</Paragraphs>
  <Slides>8</Slides>
  <Notes>6</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8</vt:i4>
      </vt:variant>
    </vt:vector>
  </HeadingPairs>
  <TitlesOfParts>
    <vt:vector size="22" baseType="lpstr">
      <vt:lpstr>Cooper Black</vt:lpstr>
      <vt:lpstr>Calibri</vt:lpstr>
      <vt:lpstr>Arial Black</vt:lpstr>
      <vt:lpstr>Segoe UI Light</vt:lpstr>
      <vt:lpstr>Corben</vt:lpstr>
      <vt:lpstr>Quattrocento Sans</vt:lpstr>
      <vt:lpstr>Segoe UI</vt:lpstr>
      <vt:lpstr>Cambria</vt:lpstr>
      <vt:lpstr>Open Sans</vt:lpstr>
      <vt:lpstr>Arial</vt:lpstr>
      <vt:lpstr>Office Theme</vt:lpstr>
      <vt:lpstr>2_Office Theme</vt:lpstr>
      <vt:lpstr>3_Office Theme</vt:lpstr>
      <vt:lpstr>4_Office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77</cp:revision>
  <dcterms:created xsi:type="dcterms:W3CDTF">2023-10-03T21:33:12Z</dcterms:created>
  <dcterms:modified xsi:type="dcterms:W3CDTF">2026-02-14T12:54:04Z</dcterms:modified>
</cp:coreProperties>
</file>