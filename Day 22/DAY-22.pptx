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29" r:id="rId4"/>
  </p:sldMasterIdLst>
  <p:notesMasterIdLst>
    <p:notesMasterId r:id="rId16"/>
  </p:notesMasterIdLst>
  <p:sldIdLst>
    <p:sldId id="256" r:id="rId5"/>
    <p:sldId id="402" r:id="rId6"/>
    <p:sldId id="276" r:id="rId7"/>
    <p:sldId id="314" r:id="rId8"/>
    <p:sldId id="319" r:id="rId9"/>
    <p:sldId id="320" r:id="rId10"/>
    <p:sldId id="321" r:id="rId11"/>
    <p:sldId id="1211" r:id="rId12"/>
    <p:sldId id="1186" r:id="rId13"/>
    <p:sldId id="419" r:id="rId14"/>
    <p:sldId id="409" r:id="rId15"/>
  </p:sldIdLst>
  <p:sldSz cx="12188825" cy="6858000"/>
  <p:notesSz cx="6858000" cy="9144000"/>
  <p:embeddedFontLst>
    <p:embeddedFont>
      <p:font typeface="Arial Black" panose="020B0A04020102020204" pitchFamily="34" charset="0"/>
      <p:regular r:id="rId17"/>
      <p:bold r:id="rId18"/>
    </p:embeddedFont>
    <p:embeddedFont>
      <p:font typeface="Cambria" panose="02040503050406030204" pitchFamily="18" charset="0"/>
      <p:regular r:id="rId19"/>
      <p:bold r:id="rId20"/>
      <p:italic r:id="rId21"/>
      <p:boldItalic r:id="rId22"/>
    </p:embeddedFont>
    <p:embeddedFont>
      <p:font typeface="Cooper Black" panose="0208090404030B020404" pitchFamily="18" charset="0"/>
      <p:regular r:id="rId23"/>
    </p:embeddedFont>
    <p:embeddedFont>
      <p:font typeface="Corben" panose="020B0604020202020204" charset="0"/>
      <p:bold r:id="rId24"/>
    </p:embeddedFont>
    <p:embeddedFont>
      <p:font typeface="Open Sans" panose="020B0606030504020204" pitchFamily="34" charset="0"/>
      <p:regular r:id="rId25"/>
      <p:bold r:id="rId26"/>
      <p:italic r:id="rId27"/>
      <p:boldItalic r:id="rId28"/>
    </p:embeddedFont>
    <p:embeddedFont>
      <p:font typeface="Quattrocento Sans" panose="020B0502050000020003" pitchFamily="34" charset="0"/>
      <p:regular r:id="rId29"/>
      <p:bold r:id="rId30"/>
      <p:italic r:id="rId31"/>
      <p:boldItalic r:id="rId32"/>
    </p:embeddedFont>
    <p:embeddedFont>
      <p:font typeface="Segoe UI" panose="020B0502040204020203" pitchFamily="34" charset="0"/>
      <p:regular r:id="rId33"/>
      <p:bold r:id="rId34"/>
      <p:italic r:id="rId35"/>
      <p:boldItalic r:id="rId36"/>
    </p:embeddedFont>
    <p:embeddedFont>
      <p:font typeface="Segoe UI Light" panose="020B0502040204020203" pitchFamily="34" charset="0"/>
      <p:regular r:id="rId37"/>
      <p: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280" autoAdjust="0"/>
    <p:restoredTop sz="94660"/>
  </p:normalViewPr>
  <p:slideViewPr>
    <p:cSldViewPr snapToGrid="0">
      <p:cViewPr varScale="1">
        <p:scale>
          <a:sx n="96" d="100"/>
          <a:sy n="96" d="100"/>
        </p:scale>
        <p:origin x="904" y="288"/>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font" Target="fonts/font2.fntdata"/><Relationship Id="rId26" Type="http://schemas.openxmlformats.org/officeDocument/2006/relationships/font" Target="fonts/font10.fntdata"/><Relationship Id="rId21" Type="http://schemas.openxmlformats.org/officeDocument/2006/relationships/font" Target="fonts/font5.fntdata"/><Relationship Id="rId34" Type="http://schemas.openxmlformats.org/officeDocument/2006/relationships/font" Target="fonts/font18.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8.fntdata"/><Relationship Id="rId32" Type="http://schemas.openxmlformats.org/officeDocument/2006/relationships/font" Target="fonts/font16.fntdata"/><Relationship Id="rId37" Type="http://schemas.openxmlformats.org/officeDocument/2006/relationships/font" Target="fonts/font21.fntdata"/><Relationship Id="rId20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7.fntdata"/><Relationship Id="rId28" Type="http://schemas.openxmlformats.org/officeDocument/2006/relationships/font" Target="fonts/font12.fntdata"/><Relationship Id="rId36" Type="http://schemas.openxmlformats.org/officeDocument/2006/relationships/font" Target="fonts/font20.fntdata"/><Relationship Id="rId203" Type="http://customschemas.google.com/relationships/presentationmetadata" Target="metadata"/><Relationship Id="rId10" Type="http://schemas.openxmlformats.org/officeDocument/2006/relationships/slide" Target="slides/slide6.xml"/><Relationship Id="rId19" Type="http://schemas.openxmlformats.org/officeDocument/2006/relationships/font" Target="fonts/font3.fntdata"/><Relationship Id="rId31" Type="http://schemas.openxmlformats.org/officeDocument/2006/relationships/font" Target="fonts/font15.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font" Target="fonts/font14.fntdata"/><Relationship Id="rId35" Type="http://schemas.openxmlformats.org/officeDocument/2006/relationships/font" Target="fonts/font19.fntdata"/><Relationship Id="rId207" Type="http://schemas.openxmlformats.org/officeDocument/2006/relationships/tableStyles" Target="tableStyles.xml"/><Relationship Id="rId8" Type="http://schemas.openxmlformats.org/officeDocument/2006/relationships/slide" Target="slides/slide4.xml"/><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font" Target="fonts/font17.fntdata"/><Relationship Id="rId38" Type="http://schemas.openxmlformats.org/officeDocument/2006/relationships/font" Target="fonts/font22.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pixabay.com/photos/san-francisco-transamerica-pyramid-1633203/"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hlinkClick r:id="rId3"/>
              </a:rPr>
              <a:t>https://pixabay.com/photos/san-francisco-transamerica-pyramid-1633203/</a:t>
            </a:r>
            <a:endParaRPr lang="en-IN" dirty="0"/>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1245662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
        <p:cNvGrpSpPr/>
        <p:nvPr/>
      </p:nvGrpSpPr>
      <p:grpSpPr>
        <a:xfrm>
          <a:off x="0" y="0"/>
          <a:ext cx="0" cy="0"/>
          <a:chOff x="0" y="0"/>
          <a:chExt cx="0" cy="0"/>
        </a:xfrm>
      </p:grpSpPr>
      <p:sp>
        <p:nvSpPr>
          <p:cNvPr id="1411" name="Google Shape;1411;p6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12" name="Google Shape;1412;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2"/>
        <p:cNvGrpSpPr/>
        <p:nvPr/>
      </p:nvGrpSpPr>
      <p:grpSpPr>
        <a:xfrm>
          <a:off x="0" y="0"/>
          <a:ext cx="0" cy="0"/>
          <a:chOff x="0" y="0"/>
          <a:chExt cx="0" cy="0"/>
        </a:xfrm>
      </p:grpSpPr>
      <p:sp>
        <p:nvSpPr>
          <p:cNvPr id="1433" name="Google Shape;1433;p6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4" name="Google Shape;1434;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0"/>
        <p:cNvGrpSpPr/>
        <p:nvPr/>
      </p:nvGrpSpPr>
      <p:grpSpPr>
        <a:xfrm>
          <a:off x="0" y="0"/>
          <a:ext cx="0" cy="0"/>
          <a:chOff x="0" y="0"/>
          <a:chExt cx="0" cy="0"/>
        </a:xfrm>
      </p:grpSpPr>
      <p:sp>
        <p:nvSpPr>
          <p:cNvPr id="1441" name="Google Shape;1441;p6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2" name="Google Shape;1442;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p:cNvGrpSpPr/>
        <p:nvPr/>
      </p:nvGrpSpPr>
      <p:grpSpPr>
        <a:xfrm>
          <a:off x="0" y="0"/>
          <a:ext cx="0" cy="0"/>
          <a:chOff x="0" y="0"/>
          <a:chExt cx="0" cy="0"/>
        </a:xfrm>
      </p:grpSpPr>
      <p:sp>
        <p:nvSpPr>
          <p:cNvPr id="1468" name="Google Shape;1468;p6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69" name="Google Shape;1469;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7"/>
        <p:cNvGrpSpPr/>
        <p:nvPr/>
      </p:nvGrpSpPr>
      <p:grpSpPr>
        <a:xfrm>
          <a:off x="0" y="0"/>
          <a:ext cx="0" cy="0"/>
          <a:chOff x="0" y="0"/>
          <a:chExt cx="0" cy="0"/>
        </a:xfrm>
      </p:grpSpPr>
      <p:sp>
        <p:nvSpPr>
          <p:cNvPr id="1508" name="Google Shape;1508;p7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9" name="Google Shape;1509;p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D28A985-8481-49D1-9FA1-9B83E1B5FD5E}"/>
              </a:ext>
            </a:extLst>
          </p:cNvPr>
          <p:cNvSpPr>
            <a:spLocks noGrp="1"/>
          </p:cNvSpPr>
          <p:nvPr>
            <p:ph type="pic" sz="quarter" idx="13"/>
          </p:nvPr>
        </p:nvSpPr>
        <p:spPr>
          <a:xfrm>
            <a:off x="-1" y="-1"/>
            <a:ext cx="5662364" cy="6858000"/>
          </a:xfrm>
          <a:custGeom>
            <a:avLst/>
            <a:gdLst>
              <a:gd name="connsiteX0" fmla="*/ 0 w 5662364"/>
              <a:gd name="connsiteY0" fmla="*/ 0 h 6858000"/>
              <a:gd name="connsiteX1" fmla="*/ 2591729 w 5662364"/>
              <a:gd name="connsiteY1" fmla="*/ 0 h 6858000"/>
              <a:gd name="connsiteX2" fmla="*/ 2813304 w 5662364"/>
              <a:gd name="connsiteY2" fmla="*/ 157566 h 6858000"/>
              <a:gd name="connsiteX3" fmla="*/ 5662364 w 5662364"/>
              <a:gd name="connsiteY3" fmla="*/ 5841268 h 6858000"/>
              <a:gd name="connsiteX4" fmla="*/ 5625745 w 5662364"/>
              <a:gd name="connsiteY4" fmla="*/ 6566465 h 6858000"/>
              <a:gd name="connsiteX5" fmla="*/ 5588699 w 5662364"/>
              <a:gd name="connsiteY5" fmla="*/ 6858000 h 6858000"/>
              <a:gd name="connsiteX6" fmla="*/ 0 w 5662364"/>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62364" h="6858000">
                <a:moveTo>
                  <a:pt x="0" y="0"/>
                </a:moveTo>
                <a:lnTo>
                  <a:pt x="2591729" y="0"/>
                </a:lnTo>
                <a:lnTo>
                  <a:pt x="2813304" y="157566"/>
                </a:lnTo>
                <a:cubicBezTo>
                  <a:pt x="4542859" y="1451022"/>
                  <a:pt x="5662364" y="3515408"/>
                  <a:pt x="5662364" y="5841268"/>
                </a:cubicBezTo>
                <a:cubicBezTo>
                  <a:pt x="5662364" y="6086096"/>
                  <a:pt x="5649960" y="6328026"/>
                  <a:pt x="5625745" y="6566465"/>
                </a:cubicBezTo>
                <a:lnTo>
                  <a:pt x="5588699" y="6858000"/>
                </a:lnTo>
                <a:lnTo>
                  <a:pt x="0" y="6858000"/>
                </a:lnTo>
                <a:close/>
              </a:path>
            </a:pathLst>
          </a:custGeom>
          <a:solidFill>
            <a:schemeClr val="bg1">
              <a:lumMod val="95000"/>
            </a:schemeClr>
          </a:solidFill>
        </p:spPr>
        <p:txBody>
          <a:bodyPr wrap="square" anchor="ctr">
            <a:noAutofit/>
          </a:bodyPr>
          <a:lstStyle>
            <a:lvl1pPr marL="0" indent="0" algn="ctr">
              <a:buFontTx/>
              <a:buNone/>
              <a:defRPr/>
            </a:lvl1pPr>
          </a:lstStyle>
          <a:p>
            <a:endParaRPr lang="en-IN"/>
          </a:p>
        </p:txBody>
      </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059684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369"/>
        <p:cNvGrpSpPr/>
        <p:nvPr/>
      </p:nvGrpSpPr>
      <p:grpSpPr>
        <a:xfrm>
          <a:off x="0" y="0"/>
          <a:ext cx="0" cy="0"/>
          <a:chOff x="0" y="0"/>
          <a:chExt cx="0" cy="0"/>
        </a:xfrm>
      </p:grpSpPr>
      <p:sp>
        <p:nvSpPr>
          <p:cNvPr id="370" name="Google Shape;370;p158"/>
          <p:cNvSpPr txBox="1">
            <a:spLocks noGrp="1"/>
          </p:cNvSpPr>
          <p:nvPr>
            <p:ph type="ctrTitle"/>
          </p:nvPr>
        </p:nvSpPr>
        <p:spPr>
          <a:xfrm>
            <a:off x="1523603" y="1122363"/>
            <a:ext cx="9141619"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5999"/>
              <a:buFont typeface="Calibri"/>
              <a:buNone/>
              <a:defRPr sz="59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1" name="Google Shape;371;p158"/>
          <p:cNvSpPr txBox="1">
            <a:spLocks noGrp="1"/>
          </p:cNvSpPr>
          <p:nvPr>
            <p:ph type="subTitle" idx="1"/>
          </p:nvPr>
        </p:nvSpPr>
        <p:spPr>
          <a:xfrm>
            <a:off x="1523603" y="3602037"/>
            <a:ext cx="9141619" cy="165576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399"/>
              <a:buNone/>
              <a:defRPr sz="2399"/>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72" name="Google Shape;372;p15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3" name="Google Shape;373;p15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4" name="Google Shape;374;p15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243934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456"/>
        <p:cNvGrpSpPr/>
        <p:nvPr/>
      </p:nvGrpSpPr>
      <p:grpSpPr>
        <a:xfrm>
          <a:off x="0" y="0"/>
          <a:ext cx="0" cy="0"/>
          <a:chOff x="0" y="0"/>
          <a:chExt cx="0" cy="0"/>
        </a:xfrm>
      </p:grpSpPr>
      <p:sp>
        <p:nvSpPr>
          <p:cNvPr id="457" name="Google Shape;457;p178"/>
          <p:cNvSpPr txBox="1">
            <a:spLocks noGrp="1"/>
          </p:cNvSpPr>
          <p:nvPr>
            <p:ph type="title"/>
          </p:nvPr>
        </p:nvSpPr>
        <p:spPr>
          <a:xfrm>
            <a:off x="839569" y="457200"/>
            <a:ext cx="3931213"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199"/>
              <a:buFont typeface="Calibri"/>
              <a:buNone/>
              <a:defRPr sz="31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8" name="Google Shape;458;p178"/>
          <p:cNvSpPr txBox="1">
            <a:spLocks noGrp="1"/>
          </p:cNvSpPr>
          <p:nvPr>
            <p:ph type="body" idx="1"/>
          </p:nvPr>
        </p:nvSpPr>
        <p:spPr>
          <a:xfrm>
            <a:off x="5181838" y="987426"/>
            <a:ext cx="6170593" cy="4873625"/>
          </a:xfrm>
          <a:prstGeom prst="rect">
            <a:avLst/>
          </a:prstGeom>
          <a:noFill/>
          <a:ln>
            <a:noFill/>
          </a:ln>
        </p:spPr>
        <p:txBody>
          <a:bodyPr spcFirstLastPara="1" wrap="square" lIns="91425" tIns="45700" rIns="91425" bIns="45700" anchor="t" anchorCtr="0">
            <a:normAutofit/>
          </a:bodyPr>
          <a:lstStyle>
            <a:lvl1pPr marL="457200" lvl="0" indent="-431736" algn="l">
              <a:lnSpc>
                <a:spcPct val="90000"/>
              </a:lnSpc>
              <a:spcBef>
                <a:spcPts val="1000"/>
              </a:spcBef>
              <a:spcAft>
                <a:spcPts val="0"/>
              </a:spcAft>
              <a:buClr>
                <a:schemeClr val="dk1"/>
              </a:buClr>
              <a:buSzPts val="3199"/>
              <a:buChar char="•"/>
              <a:defRPr sz="3199"/>
            </a:lvl1pPr>
            <a:lvl2pPr marL="914400" lvl="1" indent="-406336" algn="l">
              <a:lnSpc>
                <a:spcPct val="90000"/>
              </a:lnSpc>
              <a:spcBef>
                <a:spcPts val="500"/>
              </a:spcBef>
              <a:spcAft>
                <a:spcPts val="0"/>
              </a:spcAft>
              <a:buClr>
                <a:schemeClr val="dk1"/>
              </a:buClr>
              <a:buSzPts val="2799"/>
              <a:buChar char="•"/>
              <a:defRPr sz="2799"/>
            </a:lvl2pPr>
            <a:lvl3pPr marL="1371600" lvl="2" indent="-380936" algn="l">
              <a:lnSpc>
                <a:spcPct val="90000"/>
              </a:lnSpc>
              <a:spcBef>
                <a:spcPts val="500"/>
              </a:spcBef>
              <a:spcAft>
                <a:spcPts val="0"/>
              </a:spcAft>
              <a:buClr>
                <a:schemeClr val="dk1"/>
              </a:buClr>
              <a:buSzPts val="2399"/>
              <a:buChar char="•"/>
              <a:defRPr sz="2399"/>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459" name="Google Shape;459;p178"/>
          <p:cNvSpPr txBox="1">
            <a:spLocks noGrp="1"/>
          </p:cNvSpPr>
          <p:nvPr>
            <p:ph type="body" idx="2"/>
          </p:nvPr>
        </p:nvSpPr>
        <p:spPr>
          <a:xfrm>
            <a:off x="839569" y="2057401"/>
            <a:ext cx="3931213"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460" name="Google Shape;460;p17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1" name="Google Shape;461;p17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2" name="Google Shape;462;p17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3800231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463"/>
        <p:cNvGrpSpPr/>
        <p:nvPr/>
      </p:nvGrpSpPr>
      <p:grpSpPr>
        <a:xfrm>
          <a:off x="0" y="0"/>
          <a:ext cx="0" cy="0"/>
          <a:chOff x="0" y="0"/>
          <a:chExt cx="0" cy="0"/>
        </a:xfrm>
      </p:grpSpPr>
      <p:sp>
        <p:nvSpPr>
          <p:cNvPr id="464" name="Google Shape;464;p179"/>
          <p:cNvSpPr txBox="1">
            <a:spLocks noGrp="1"/>
          </p:cNvSpPr>
          <p:nvPr>
            <p:ph type="title"/>
          </p:nvPr>
        </p:nvSpPr>
        <p:spPr>
          <a:xfrm>
            <a:off x="839569" y="457200"/>
            <a:ext cx="3931213"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199"/>
              <a:buFont typeface="Calibri"/>
              <a:buNone/>
              <a:defRPr sz="31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5" name="Google Shape;465;p179"/>
          <p:cNvSpPr>
            <a:spLocks noGrp="1"/>
          </p:cNvSpPr>
          <p:nvPr>
            <p:ph type="pic" idx="2"/>
          </p:nvPr>
        </p:nvSpPr>
        <p:spPr>
          <a:xfrm>
            <a:off x="5181838" y="987426"/>
            <a:ext cx="6170593" cy="4873625"/>
          </a:xfrm>
          <a:prstGeom prst="rect">
            <a:avLst/>
          </a:prstGeom>
          <a:noFill/>
          <a:ln>
            <a:noFill/>
          </a:ln>
        </p:spPr>
      </p:sp>
      <p:sp>
        <p:nvSpPr>
          <p:cNvPr id="466" name="Google Shape;466;p179"/>
          <p:cNvSpPr txBox="1">
            <a:spLocks noGrp="1"/>
          </p:cNvSpPr>
          <p:nvPr>
            <p:ph type="body" idx="1"/>
          </p:nvPr>
        </p:nvSpPr>
        <p:spPr>
          <a:xfrm>
            <a:off x="839569" y="2057401"/>
            <a:ext cx="3931213"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467" name="Google Shape;467;p179"/>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8" name="Google Shape;468;p179"/>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9" name="Google Shape;469;p179"/>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6362583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470"/>
        <p:cNvGrpSpPr/>
        <p:nvPr/>
      </p:nvGrpSpPr>
      <p:grpSpPr>
        <a:xfrm>
          <a:off x="0" y="0"/>
          <a:ext cx="0" cy="0"/>
          <a:chOff x="0" y="0"/>
          <a:chExt cx="0" cy="0"/>
        </a:xfrm>
      </p:grpSpPr>
      <p:sp>
        <p:nvSpPr>
          <p:cNvPr id="471" name="Google Shape;471;p180"/>
          <p:cNvSpPr txBox="1">
            <a:spLocks noGrp="1"/>
          </p:cNvSpPr>
          <p:nvPr>
            <p:ph type="title"/>
          </p:nvPr>
        </p:nvSpPr>
        <p:spPr>
          <a:xfrm>
            <a:off x="837982" y="365125"/>
            <a:ext cx="10512862"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2" name="Google Shape;472;p180"/>
          <p:cNvSpPr txBox="1">
            <a:spLocks noGrp="1"/>
          </p:cNvSpPr>
          <p:nvPr>
            <p:ph type="body" idx="1"/>
          </p:nvPr>
        </p:nvSpPr>
        <p:spPr>
          <a:xfrm rot="5400000">
            <a:off x="3918744" y="-1255136"/>
            <a:ext cx="4351339" cy="1051286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3" name="Google Shape;473;p180"/>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4" name="Google Shape;474;p180"/>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5" name="Google Shape;475;p180"/>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4039460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476"/>
        <p:cNvGrpSpPr/>
        <p:nvPr/>
      </p:nvGrpSpPr>
      <p:grpSpPr>
        <a:xfrm>
          <a:off x="0" y="0"/>
          <a:ext cx="0" cy="0"/>
          <a:chOff x="0" y="0"/>
          <a:chExt cx="0" cy="0"/>
        </a:xfrm>
      </p:grpSpPr>
      <p:sp>
        <p:nvSpPr>
          <p:cNvPr id="477" name="Google Shape;477;p181"/>
          <p:cNvSpPr txBox="1">
            <a:spLocks noGrp="1"/>
          </p:cNvSpPr>
          <p:nvPr>
            <p:ph type="title"/>
          </p:nvPr>
        </p:nvSpPr>
        <p:spPr>
          <a:xfrm rot="5400000">
            <a:off x="7130817" y="1956938"/>
            <a:ext cx="5811839" cy="262821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8" name="Google Shape;478;p181"/>
          <p:cNvSpPr txBox="1">
            <a:spLocks noGrp="1"/>
          </p:cNvSpPr>
          <p:nvPr>
            <p:ph type="body" idx="1"/>
          </p:nvPr>
        </p:nvSpPr>
        <p:spPr>
          <a:xfrm rot="5400000">
            <a:off x="1798205" y="-595097"/>
            <a:ext cx="5811839" cy="773228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9" name="Google Shape;479;p181"/>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0" name="Google Shape;480;p181"/>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1" name="Google Shape;481;p181"/>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440726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p:cSld name="Title">
    <p:bg>
      <p:bgPr>
        <a:gradFill>
          <a:gsLst>
            <a:gs pos="0">
              <a:schemeClr val="accent2"/>
            </a:gs>
            <a:gs pos="100000">
              <a:schemeClr val="dk1"/>
            </a:gs>
          </a:gsLst>
          <a:lin ang="8100019" scaled="0"/>
        </a:gradFill>
        <a:effectLst/>
      </p:bgPr>
    </p:bg>
    <p:spTree>
      <p:nvGrpSpPr>
        <p:cNvPr id="1" name="Shape 482"/>
        <p:cNvGrpSpPr/>
        <p:nvPr/>
      </p:nvGrpSpPr>
      <p:grpSpPr>
        <a:xfrm>
          <a:off x="0" y="0"/>
          <a:ext cx="0" cy="0"/>
          <a:chOff x="0" y="0"/>
          <a:chExt cx="0" cy="0"/>
        </a:xfrm>
      </p:grpSpPr>
      <p:sp>
        <p:nvSpPr>
          <p:cNvPr id="483" name="Google Shape;483;p182"/>
          <p:cNvSpPr txBox="1">
            <a:spLocks noGrp="1"/>
          </p:cNvSpPr>
          <p:nvPr>
            <p:ph type="ctrTitle"/>
          </p:nvPr>
        </p:nvSpPr>
        <p:spPr>
          <a:xfrm>
            <a:off x="1383473" y="2216600"/>
            <a:ext cx="9421946" cy="242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800"/>
              <a:buFont typeface="Calibri"/>
              <a:buNone/>
              <a:defRPr sz="9064">
                <a:solidFill>
                  <a:schemeClr val="lt1"/>
                </a:solidFill>
              </a:defRPr>
            </a:lvl1pPr>
            <a:lvl2pPr lvl="1">
              <a:lnSpc>
                <a:spcPct val="100000"/>
              </a:lnSpc>
              <a:spcBef>
                <a:spcPts val="0"/>
              </a:spcBef>
              <a:spcAft>
                <a:spcPts val="0"/>
              </a:spcAft>
              <a:buClr>
                <a:schemeClr val="lt1"/>
              </a:buClr>
              <a:buSzPts val="6800"/>
              <a:buNone/>
              <a:defRPr sz="9064">
                <a:solidFill>
                  <a:schemeClr val="lt1"/>
                </a:solidFill>
              </a:defRPr>
            </a:lvl2pPr>
            <a:lvl3pPr lvl="2">
              <a:lnSpc>
                <a:spcPct val="100000"/>
              </a:lnSpc>
              <a:spcBef>
                <a:spcPts val="0"/>
              </a:spcBef>
              <a:spcAft>
                <a:spcPts val="0"/>
              </a:spcAft>
              <a:buClr>
                <a:schemeClr val="lt1"/>
              </a:buClr>
              <a:buSzPts val="6800"/>
              <a:buNone/>
              <a:defRPr sz="9064">
                <a:solidFill>
                  <a:schemeClr val="lt1"/>
                </a:solidFill>
              </a:defRPr>
            </a:lvl3pPr>
            <a:lvl4pPr lvl="3">
              <a:lnSpc>
                <a:spcPct val="100000"/>
              </a:lnSpc>
              <a:spcBef>
                <a:spcPts val="0"/>
              </a:spcBef>
              <a:spcAft>
                <a:spcPts val="0"/>
              </a:spcAft>
              <a:buClr>
                <a:schemeClr val="lt1"/>
              </a:buClr>
              <a:buSzPts val="6800"/>
              <a:buNone/>
              <a:defRPr sz="9064">
                <a:solidFill>
                  <a:schemeClr val="lt1"/>
                </a:solidFill>
              </a:defRPr>
            </a:lvl4pPr>
            <a:lvl5pPr lvl="4">
              <a:lnSpc>
                <a:spcPct val="100000"/>
              </a:lnSpc>
              <a:spcBef>
                <a:spcPts val="0"/>
              </a:spcBef>
              <a:spcAft>
                <a:spcPts val="0"/>
              </a:spcAft>
              <a:buClr>
                <a:schemeClr val="lt1"/>
              </a:buClr>
              <a:buSzPts val="6800"/>
              <a:buNone/>
              <a:defRPr sz="9064">
                <a:solidFill>
                  <a:schemeClr val="lt1"/>
                </a:solidFill>
              </a:defRPr>
            </a:lvl5pPr>
            <a:lvl6pPr lvl="5">
              <a:lnSpc>
                <a:spcPct val="100000"/>
              </a:lnSpc>
              <a:spcBef>
                <a:spcPts val="0"/>
              </a:spcBef>
              <a:spcAft>
                <a:spcPts val="0"/>
              </a:spcAft>
              <a:buClr>
                <a:schemeClr val="lt1"/>
              </a:buClr>
              <a:buSzPts val="6800"/>
              <a:buNone/>
              <a:defRPr sz="9064">
                <a:solidFill>
                  <a:schemeClr val="lt1"/>
                </a:solidFill>
              </a:defRPr>
            </a:lvl6pPr>
            <a:lvl7pPr lvl="6">
              <a:lnSpc>
                <a:spcPct val="100000"/>
              </a:lnSpc>
              <a:spcBef>
                <a:spcPts val="0"/>
              </a:spcBef>
              <a:spcAft>
                <a:spcPts val="0"/>
              </a:spcAft>
              <a:buClr>
                <a:schemeClr val="lt1"/>
              </a:buClr>
              <a:buSzPts val="6800"/>
              <a:buNone/>
              <a:defRPr sz="9064">
                <a:solidFill>
                  <a:schemeClr val="lt1"/>
                </a:solidFill>
              </a:defRPr>
            </a:lvl7pPr>
            <a:lvl8pPr lvl="7">
              <a:lnSpc>
                <a:spcPct val="100000"/>
              </a:lnSpc>
              <a:spcBef>
                <a:spcPts val="0"/>
              </a:spcBef>
              <a:spcAft>
                <a:spcPts val="0"/>
              </a:spcAft>
              <a:buClr>
                <a:schemeClr val="lt1"/>
              </a:buClr>
              <a:buSzPts val="6800"/>
              <a:buNone/>
              <a:defRPr sz="9064">
                <a:solidFill>
                  <a:schemeClr val="lt1"/>
                </a:solidFill>
              </a:defRPr>
            </a:lvl8pPr>
            <a:lvl9pPr lvl="8">
              <a:lnSpc>
                <a:spcPct val="100000"/>
              </a:lnSpc>
              <a:spcBef>
                <a:spcPts val="0"/>
              </a:spcBef>
              <a:spcAft>
                <a:spcPts val="0"/>
              </a:spcAft>
              <a:buClr>
                <a:schemeClr val="lt1"/>
              </a:buClr>
              <a:buSzPts val="6800"/>
              <a:buNone/>
              <a:defRPr sz="9064">
                <a:solidFill>
                  <a:schemeClr val="lt1"/>
                </a:solidFill>
              </a:defRPr>
            </a:lvl9pPr>
          </a:lstStyle>
          <a:p>
            <a:endParaRPr/>
          </a:p>
        </p:txBody>
      </p:sp>
    </p:spTree>
    <p:extLst>
      <p:ext uri="{BB962C8B-B14F-4D97-AF65-F5344CB8AC3E}">
        <p14:creationId xmlns:p14="http://schemas.microsoft.com/office/powerpoint/2010/main" val="403058067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Blank - Dark">
  <p:cSld name="Blank - Dark">
    <p:bg>
      <p:bgPr>
        <a:gradFill>
          <a:gsLst>
            <a:gs pos="0">
              <a:schemeClr val="accent1"/>
            </a:gs>
            <a:gs pos="100000">
              <a:schemeClr val="accent2"/>
            </a:gs>
          </a:gsLst>
          <a:lin ang="8099331" scaled="0"/>
        </a:gradFill>
        <a:effectLst/>
      </p:bgPr>
    </p:bg>
    <p:spTree>
      <p:nvGrpSpPr>
        <p:cNvPr id="1" name="Shape 484"/>
        <p:cNvGrpSpPr/>
        <p:nvPr/>
      </p:nvGrpSpPr>
      <p:grpSpPr>
        <a:xfrm>
          <a:off x="0" y="0"/>
          <a:ext cx="0" cy="0"/>
          <a:chOff x="0" y="0"/>
          <a:chExt cx="0" cy="0"/>
        </a:xfrm>
      </p:grpSpPr>
      <p:sp>
        <p:nvSpPr>
          <p:cNvPr id="485" name="Google Shape;485;p183"/>
          <p:cNvSpPr txBox="1">
            <a:spLocks noGrp="1"/>
          </p:cNvSpPr>
          <p:nvPr>
            <p:ph type="sldNum" idx="12"/>
          </p:nvPr>
        </p:nvSpPr>
        <p:spPr>
          <a:xfrm>
            <a:off x="11101354" y="6129935"/>
            <a:ext cx="731409" cy="524800"/>
          </a:xfrm>
          <a:prstGeom prst="rect">
            <a:avLst/>
          </a:prstGeom>
          <a:noFill/>
          <a:ln>
            <a:noFill/>
          </a:ln>
        </p:spPr>
        <p:txBody>
          <a:bodyPr spcFirstLastPara="1" wrap="square" lIns="0" tIns="0" rIns="0" bIns="0" anchor="ctr" anchorCtr="0">
            <a:noAutofit/>
          </a:bodyPr>
          <a:lstStyle>
            <a:lvl1pPr marL="0" lvl="0" indent="0" algn="r">
              <a:buClr>
                <a:schemeClr val="lt1"/>
              </a:buClr>
              <a:buSzPts val="1200"/>
              <a:buFont typeface="Calibri"/>
              <a:buNone/>
              <a:defRPr sz="1200">
                <a:solidFill>
                  <a:schemeClr val="lt1"/>
                </a:solidFill>
                <a:latin typeface="Calibri"/>
                <a:ea typeface="Calibri"/>
                <a:cs typeface="Calibri"/>
                <a:sym typeface="Calibri"/>
              </a:defRPr>
            </a:lvl1pPr>
            <a:lvl2pPr marL="0" lvl="1" indent="0" algn="r">
              <a:buClr>
                <a:schemeClr val="lt1"/>
              </a:buClr>
              <a:buSzPts val="1200"/>
              <a:buFont typeface="Calibri"/>
              <a:buNone/>
              <a:defRPr sz="1200">
                <a:solidFill>
                  <a:schemeClr val="lt1"/>
                </a:solidFill>
                <a:latin typeface="Calibri"/>
                <a:ea typeface="Calibri"/>
                <a:cs typeface="Calibri"/>
                <a:sym typeface="Calibri"/>
              </a:defRPr>
            </a:lvl2pPr>
            <a:lvl3pPr marL="0" lvl="2" indent="0" algn="r">
              <a:buClr>
                <a:schemeClr val="lt1"/>
              </a:buClr>
              <a:buSzPts val="1200"/>
              <a:buFont typeface="Calibri"/>
              <a:buNone/>
              <a:defRPr sz="1200">
                <a:solidFill>
                  <a:schemeClr val="lt1"/>
                </a:solidFill>
                <a:latin typeface="Calibri"/>
                <a:ea typeface="Calibri"/>
                <a:cs typeface="Calibri"/>
                <a:sym typeface="Calibri"/>
              </a:defRPr>
            </a:lvl3pPr>
            <a:lvl4pPr marL="0" lvl="3" indent="0" algn="r">
              <a:buClr>
                <a:schemeClr val="lt1"/>
              </a:buClr>
              <a:buSzPts val="1200"/>
              <a:buFont typeface="Calibri"/>
              <a:buNone/>
              <a:defRPr sz="1200">
                <a:solidFill>
                  <a:schemeClr val="lt1"/>
                </a:solidFill>
                <a:latin typeface="Calibri"/>
                <a:ea typeface="Calibri"/>
                <a:cs typeface="Calibri"/>
                <a:sym typeface="Calibri"/>
              </a:defRPr>
            </a:lvl4pPr>
            <a:lvl5pPr marL="0" lvl="4" indent="0" algn="r">
              <a:buClr>
                <a:schemeClr val="lt1"/>
              </a:buClr>
              <a:buSzPts val="1200"/>
              <a:buFont typeface="Calibri"/>
              <a:buNone/>
              <a:defRPr sz="1200">
                <a:solidFill>
                  <a:schemeClr val="lt1"/>
                </a:solidFill>
                <a:latin typeface="Calibri"/>
                <a:ea typeface="Calibri"/>
                <a:cs typeface="Calibri"/>
                <a:sym typeface="Calibri"/>
              </a:defRPr>
            </a:lvl5pPr>
            <a:lvl6pPr marL="0" lvl="5" indent="0" algn="r">
              <a:buClr>
                <a:schemeClr val="lt1"/>
              </a:buClr>
              <a:buSzPts val="1200"/>
              <a:buFont typeface="Calibri"/>
              <a:buNone/>
              <a:defRPr sz="1200">
                <a:solidFill>
                  <a:schemeClr val="lt1"/>
                </a:solidFill>
                <a:latin typeface="Calibri"/>
                <a:ea typeface="Calibri"/>
                <a:cs typeface="Calibri"/>
                <a:sym typeface="Calibri"/>
              </a:defRPr>
            </a:lvl6pPr>
            <a:lvl7pPr marL="0" lvl="6" indent="0" algn="r">
              <a:buClr>
                <a:schemeClr val="lt1"/>
              </a:buClr>
              <a:buSzPts val="1200"/>
              <a:buFont typeface="Calibri"/>
              <a:buNone/>
              <a:defRPr sz="1200">
                <a:solidFill>
                  <a:schemeClr val="lt1"/>
                </a:solidFill>
                <a:latin typeface="Calibri"/>
                <a:ea typeface="Calibri"/>
                <a:cs typeface="Calibri"/>
                <a:sym typeface="Calibri"/>
              </a:defRPr>
            </a:lvl7pPr>
            <a:lvl8pPr marL="0" lvl="7" indent="0" algn="r">
              <a:buClr>
                <a:schemeClr val="lt1"/>
              </a:buClr>
              <a:buSzPts val="1200"/>
              <a:buFont typeface="Calibri"/>
              <a:buNone/>
              <a:defRPr sz="1200">
                <a:solidFill>
                  <a:schemeClr val="lt1"/>
                </a:solidFill>
                <a:latin typeface="Calibri"/>
                <a:ea typeface="Calibri"/>
                <a:cs typeface="Calibri"/>
                <a:sym typeface="Calibri"/>
              </a:defRPr>
            </a:lvl8pPr>
            <a:lvl9pPr marL="0" lvl="8" indent="0" algn="r">
              <a:buClr>
                <a:schemeClr val="lt1"/>
              </a:buClr>
              <a:buSzPts val="1200"/>
              <a:buFont typeface="Calibri"/>
              <a:buNone/>
              <a:defRPr sz="1200">
                <a:solidFill>
                  <a:schemeClr val="lt1"/>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27675277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 2 columns" type="twoColTx">
  <p:cSld name="Title + 2 columns">
    <p:spTree>
      <p:nvGrpSpPr>
        <p:cNvPr id="1" name="Shape 486"/>
        <p:cNvGrpSpPr/>
        <p:nvPr/>
      </p:nvGrpSpPr>
      <p:grpSpPr>
        <a:xfrm>
          <a:off x="0" y="0"/>
          <a:ext cx="0" cy="0"/>
          <a:chOff x="0" y="0"/>
          <a:chExt cx="0" cy="0"/>
        </a:xfrm>
      </p:grpSpPr>
      <p:sp>
        <p:nvSpPr>
          <p:cNvPr id="487" name="Google Shape;487;p184"/>
          <p:cNvSpPr txBox="1">
            <a:spLocks noGrp="1"/>
          </p:cNvSpPr>
          <p:nvPr>
            <p:ph type="title"/>
          </p:nvPr>
        </p:nvSpPr>
        <p:spPr>
          <a:xfrm>
            <a:off x="1383473" y="1114667"/>
            <a:ext cx="9421946" cy="5284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dk1"/>
              </a:buClr>
              <a:buSzPts val="3200"/>
              <a:buFont typeface="Calibri"/>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488" name="Google Shape;488;p184"/>
          <p:cNvSpPr txBox="1">
            <a:spLocks noGrp="1"/>
          </p:cNvSpPr>
          <p:nvPr>
            <p:ph type="body" idx="1"/>
          </p:nvPr>
        </p:nvSpPr>
        <p:spPr>
          <a:xfrm>
            <a:off x="1383406" y="1805267"/>
            <a:ext cx="4402053" cy="4207200"/>
          </a:xfrm>
          <a:prstGeom prst="rect">
            <a:avLst/>
          </a:prstGeom>
          <a:noFill/>
          <a:ln>
            <a:noFill/>
          </a:ln>
        </p:spPr>
        <p:txBody>
          <a:bodyPr spcFirstLastPara="1" wrap="square" lIns="0" tIns="0" rIns="0" bIns="0" anchor="t" anchorCtr="0">
            <a:noAutofit/>
          </a:bodyPr>
          <a:lstStyle>
            <a:lvl1pPr marL="457200" lvl="0" indent="-355600" algn="l">
              <a:lnSpc>
                <a:spcPct val="90000"/>
              </a:lnSpc>
              <a:spcBef>
                <a:spcPts val="800"/>
              </a:spcBef>
              <a:spcAft>
                <a:spcPts val="0"/>
              </a:spcAft>
              <a:buClr>
                <a:schemeClr val="dk1"/>
              </a:buClr>
              <a:buSzPts val="2000"/>
              <a:buChar char="●"/>
              <a:defRPr sz="2666"/>
            </a:lvl1pPr>
            <a:lvl2pPr marL="914400" lvl="1" indent="-355600" algn="l">
              <a:lnSpc>
                <a:spcPct val="90000"/>
              </a:lnSpc>
              <a:spcBef>
                <a:spcPts val="0"/>
              </a:spcBef>
              <a:spcAft>
                <a:spcPts val="0"/>
              </a:spcAft>
              <a:buClr>
                <a:schemeClr val="dk1"/>
              </a:buClr>
              <a:buSzPts val="2000"/>
              <a:buChar char="○"/>
              <a:defRPr sz="2666"/>
            </a:lvl2pPr>
            <a:lvl3pPr marL="1371600" lvl="2" indent="-355600" algn="l">
              <a:lnSpc>
                <a:spcPct val="90000"/>
              </a:lnSpc>
              <a:spcBef>
                <a:spcPts val="0"/>
              </a:spcBef>
              <a:spcAft>
                <a:spcPts val="0"/>
              </a:spcAft>
              <a:buClr>
                <a:schemeClr val="dk1"/>
              </a:buClr>
              <a:buSzPts val="2000"/>
              <a:buChar char="■"/>
              <a:defRPr sz="2666"/>
            </a:lvl3pPr>
            <a:lvl4pPr marL="1828800" lvl="3" indent="-355600" algn="l">
              <a:lnSpc>
                <a:spcPct val="90000"/>
              </a:lnSpc>
              <a:spcBef>
                <a:spcPts val="0"/>
              </a:spcBef>
              <a:spcAft>
                <a:spcPts val="0"/>
              </a:spcAft>
              <a:buClr>
                <a:schemeClr val="dk1"/>
              </a:buClr>
              <a:buSzPts val="2000"/>
              <a:buChar char="●"/>
              <a:defRPr sz="2666"/>
            </a:lvl4pPr>
            <a:lvl5pPr marL="2286000" lvl="4" indent="-355600" algn="l">
              <a:lnSpc>
                <a:spcPct val="90000"/>
              </a:lnSpc>
              <a:spcBef>
                <a:spcPts val="0"/>
              </a:spcBef>
              <a:spcAft>
                <a:spcPts val="0"/>
              </a:spcAft>
              <a:buClr>
                <a:schemeClr val="dk1"/>
              </a:buClr>
              <a:buSzPts val="2000"/>
              <a:buChar char="○"/>
              <a:defRPr sz="2666"/>
            </a:lvl5pPr>
            <a:lvl6pPr marL="2743200" lvl="5" indent="-355600" algn="l">
              <a:lnSpc>
                <a:spcPct val="90000"/>
              </a:lnSpc>
              <a:spcBef>
                <a:spcPts val="0"/>
              </a:spcBef>
              <a:spcAft>
                <a:spcPts val="0"/>
              </a:spcAft>
              <a:buClr>
                <a:schemeClr val="dk1"/>
              </a:buClr>
              <a:buSzPts val="2000"/>
              <a:buChar char="■"/>
              <a:defRPr sz="2666"/>
            </a:lvl6pPr>
            <a:lvl7pPr marL="3200400" lvl="6" indent="-355600" algn="l">
              <a:lnSpc>
                <a:spcPct val="90000"/>
              </a:lnSpc>
              <a:spcBef>
                <a:spcPts val="0"/>
              </a:spcBef>
              <a:spcAft>
                <a:spcPts val="0"/>
              </a:spcAft>
              <a:buClr>
                <a:schemeClr val="dk1"/>
              </a:buClr>
              <a:buSzPts val="2000"/>
              <a:buChar char="●"/>
              <a:defRPr sz="2666"/>
            </a:lvl7pPr>
            <a:lvl8pPr marL="3657600" lvl="7" indent="-355600" algn="l">
              <a:lnSpc>
                <a:spcPct val="90000"/>
              </a:lnSpc>
              <a:spcBef>
                <a:spcPts val="0"/>
              </a:spcBef>
              <a:spcAft>
                <a:spcPts val="0"/>
              </a:spcAft>
              <a:buClr>
                <a:schemeClr val="dk1"/>
              </a:buClr>
              <a:buSzPts val="2000"/>
              <a:buChar char="○"/>
              <a:defRPr sz="2666"/>
            </a:lvl8pPr>
            <a:lvl9pPr marL="4114800" lvl="8" indent="-355600" algn="l">
              <a:lnSpc>
                <a:spcPct val="90000"/>
              </a:lnSpc>
              <a:spcBef>
                <a:spcPts val="0"/>
              </a:spcBef>
              <a:spcAft>
                <a:spcPts val="0"/>
              </a:spcAft>
              <a:buClr>
                <a:schemeClr val="dk1"/>
              </a:buClr>
              <a:buSzPts val="2000"/>
              <a:buChar char="■"/>
              <a:defRPr sz="2666"/>
            </a:lvl9pPr>
          </a:lstStyle>
          <a:p>
            <a:endParaRPr/>
          </a:p>
        </p:txBody>
      </p:sp>
      <p:sp>
        <p:nvSpPr>
          <p:cNvPr id="489" name="Google Shape;489;p184"/>
          <p:cNvSpPr txBox="1">
            <a:spLocks noGrp="1"/>
          </p:cNvSpPr>
          <p:nvPr>
            <p:ph type="body" idx="2"/>
          </p:nvPr>
        </p:nvSpPr>
        <p:spPr>
          <a:xfrm>
            <a:off x="6403163" y="1805267"/>
            <a:ext cx="4402053" cy="4207200"/>
          </a:xfrm>
          <a:prstGeom prst="rect">
            <a:avLst/>
          </a:prstGeom>
          <a:noFill/>
          <a:ln>
            <a:noFill/>
          </a:ln>
        </p:spPr>
        <p:txBody>
          <a:bodyPr spcFirstLastPara="1" wrap="square" lIns="0" tIns="0" rIns="0" bIns="0" anchor="t" anchorCtr="0">
            <a:noAutofit/>
          </a:bodyPr>
          <a:lstStyle>
            <a:lvl1pPr marL="457200" lvl="0" indent="-355600" algn="l">
              <a:lnSpc>
                <a:spcPct val="90000"/>
              </a:lnSpc>
              <a:spcBef>
                <a:spcPts val="800"/>
              </a:spcBef>
              <a:spcAft>
                <a:spcPts val="0"/>
              </a:spcAft>
              <a:buClr>
                <a:schemeClr val="dk1"/>
              </a:buClr>
              <a:buSzPts val="2000"/>
              <a:buChar char="●"/>
              <a:defRPr sz="2666"/>
            </a:lvl1pPr>
            <a:lvl2pPr marL="914400" lvl="1" indent="-355600" algn="l">
              <a:lnSpc>
                <a:spcPct val="90000"/>
              </a:lnSpc>
              <a:spcBef>
                <a:spcPts val="0"/>
              </a:spcBef>
              <a:spcAft>
                <a:spcPts val="0"/>
              </a:spcAft>
              <a:buClr>
                <a:schemeClr val="dk1"/>
              </a:buClr>
              <a:buSzPts val="2000"/>
              <a:buChar char="○"/>
              <a:defRPr sz="2666"/>
            </a:lvl2pPr>
            <a:lvl3pPr marL="1371600" lvl="2" indent="-355600" algn="l">
              <a:lnSpc>
                <a:spcPct val="90000"/>
              </a:lnSpc>
              <a:spcBef>
                <a:spcPts val="0"/>
              </a:spcBef>
              <a:spcAft>
                <a:spcPts val="0"/>
              </a:spcAft>
              <a:buClr>
                <a:schemeClr val="dk1"/>
              </a:buClr>
              <a:buSzPts val="2000"/>
              <a:buChar char="■"/>
              <a:defRPr sz="2666"/>
            </a:lvl3pPr>
            <a:lvl4pPr marL="1828800" lvl="3" indent="-355600" algn="l">
              <a:lnSpc>
                <a:spcPct val="90000"/>
              </a:lnSpc>
              <a:spcBef>
                <a:spcPts val="0"/>
              </a:spcBef>
              <a:spcAft>
                <a:spcPts val="0"/>
              </a:spcAft>
              <a:buClr>
                <a:schemeClr val="dk1"/>
              </a:buClr>
              <a:buSzPts val="2000"/>
              <a:buChar char="●"/>
              <a:defRPr sz="2666"/>
            </a:lvl4pPr>
            <a:lvl5pPr marL="2286000" lvl="4" indent="-355600" algn="l">
              <a:lnSpc>
                <a:spcPct val="90000"/>
              </a:lnSpc>
              <a:spcBef>
                <a:spcPts val="0"/>
              </a:spcBef>
              <a:spcAft>
                <a:spcPts val="0"/>
              </a:spcAft>
              <a:buClr>
                <a:schemeClr val="dk1"/>
              </a:buClr>
              <a:buSzPts val="2000"/>
              <a:buChar char="○"/>
              <a:defRPr sz="2666"/>
            </a:lvl5pPr>
            <a:lvl6pPr marL="2743200" lvl="5" indent="-355600" algn="l">
              <a:lnSpc>
                <a:spcPct val="90000"/>
              </a:lnSpc>
              <a:spcBef>
                <a:spcPts val="0"/>
              </a:spcBef>
              <a:spcAft>
                <a:spcPts val="0"/>
              </a:spcAft>
              <a:buClr>
                <a:schemeClr val="dk1"/>
              </a:buClr>
              <a:buSzPts val="2000"/>
              <a:buChar char="■"/>
              <a:defRPr sz="2666"/>
            </a:lvl6pPr>
            <a:lvl7pPr marL="3200400" lvl="6" indent="-355600" algn="l">
              <a:lnSpc>
                <a:spcPct val="90000"/>
              </a:lnSpc>
              <a:spcBef>
                <a:spcPts val="0"/>
              </a:spcBef>
              <a:spcAft>
                <a:spcPts val="0"/>
              </a:spcAft>
              <a:buClr>
                <a:schemeClr val="dk1"/>
              </a:buClr>
              <a:buSzPts val="2000"/>
              <a:buChar char="●"/>
              <a:defRPr sz="2666"/>
            </a:lvl7pPr>
            <a:lvl8pPr marL="3657600" lvl="7" indent="-355600" algn="l">
              <a:lnSpc>
                <a:spcPct val="90000"/>
              </a:lnSpc>
              <a:spcBef>
                <a:spcPts val="0"/>
              </a:spcBef>
              <a:spcAft>
                <a:spcPts val="0"/>
              </a:spcAft>
              <a:buClr>
                <a:schemeClr val="dk1"/>
              </a:buClr>
              <a:buSzPts val="2000"/>
              <a:buChar char="○"/>
              <a:defRPr sz="2666"/>
            </a:lvl8pPr>
            <a:lvl9pPr marL="4114800" lvl="8" indent="-355600" algn="l">
              <a:lnSpc>
                <a:spcPct val="90000"/>
              </a:lnSpc>
              <a:spcBef>
                <a:spcPts val="0"/>
              </a:spcBef>
              <a:spcAft>
                <a:spcPts val="0"/>
              </a:spcAft>
              <a:buClr>
                <a:schemeClr val="dk1"/>
              </a:buClr>
              <a:buSzPts val="2000"/>
              <a:buChar char="■"/>
              <a:defRPr sz="2666"/>
            </a:lvl9pPr>
          </a:lstStyle>
          <a:p>
            <a:endParaRPr/>
          </a:p>
        </p:txBody>
      </p:sp>
      <p:sp>
        <p:nvSpPr>
          <p:cNvPr id="490" name="Google Shape;490;p184"/>
          <p:cNvSpPr txBox="1">
            <a:spLocks noGrp="1"/>
          </p:cNvSpPr>
          <p:nvPr>
            <p:ph type="sldNum" idx="12"/>
          </p:nvPr>
        </p:nvSpPr>
        <p:spPr>
          <a:xfrm>
            <a:off x="11101354" y="6129935"/>
            <a:ext cx="731409" cy="524800"/>
          </a:xfrm>
          <a:prstGeom prst="rect">
            <a:avLst/>
          </a:prstGeom>
          <a:noFill/>
          <a:ln>
            <a:noFill/>
          </a:ln>
        </p:spPr>
        <p:txBody>
          <a:bodyPr spcFirstLastPara="1" wrap="square" lIns="0" tIns="0" rIns="0" bIns="0" anchor="ctr" anchorCtr="0">
            <a:noAutofit/>
          </a:bodyPr>
          <a:lstStyle>
            <a:lvl1pPr marL="0" lvl="0" indent="0" algn="r">
              <a:buClr>
                <a:srgbClr val="888888"/>
              </a:buClr>
              <a:buSzPts val="1200"/>
              <a:buFont typeface="Calibri"/>
              <a:buNone/>
              <a:defRPr sz="1200">
                <a:solidFill>
                  <a:srgbClr val="888888"/>
                </a:solidFill>
                <a:latin typeface="Calibri"/>
                <a:ea typeface="Calibri"/>
                <a:cs typeface="Calibri"/>
                <a:sym typeface="Calibri"/>
              </a:defRPr>
            </a:lvl1pPr>
            <a:lvl2pPr marL="0" lvl="1" indent="0" algn="r">
              <a:buClr>
                <a:srgbClr val="888888"/>
              </a:buClr>
              <a:buSzPts val="1200"/>
              <a:buFont typeface="Calibri"/>
              <a:buNone/>
              <a:defRPr sz="1200">
                <a:solidFill>
                  <a:srgbClr val="888888"/>
                </a:solidFill>
                <a:latin typeface="Calibri"/>
                <a:ea typeface="Calibri"/>
                <a:cs typeface="Calibri"/>
                <a:sym typeface="Calibri"/>
              </a:defRPr>
            </a:lvl2pPr>
            <a:lvl3pPr marL="0" lvl="2" indent="0" algn="r">
              <a:buClr>
                <a:srgbClr val="888888"/>
              </a:buClr>
              <a:buSzPts val="1200"/>
              <a:buFont typeface="Calibri"/>
              <a:buNone/>
              <a:defRPr sz="1200">
                <a:solidFill>
                  <a:srgbClr val="888888"/>
                </a:solidFill>
                <a:latin typeface="Calibri"/>
                <a:ea typeface="Calibri"/>
                <a:cs typeface="Calibri"/>
                <a:sym typeface="Calibri"/>
              </a:defRPr>
            </a:lvl3pPr>
            <a:lvl4pPr marL="0" lvl="3" indent="0" algn="r">
              <a:buClr>
                <a:srgbClr val="888888"/>
              </a:buClr>
              <a:buSzPts val="1200"/>
              <a:buFont typeface="Calibri"/>
              <a:buNone/>
              <a:defRPr sz="1200">
                <a:solidFill>
                  <a:srgbClr val="888888"/>
                </a:solidFill>
                <a:latin typeface="Calibri"/>
                <a:ea typeface="Calibri"/>
                <a:cs typeface="Calibri"/>
                <a:sym typeface="Calibri"/>
              </a:defRPr>
            </a:lvl4pPr>
            <a:lvl5pPr marL="0" lvl="4" indent="0" algn="r">
              <a:buClr>
                <a:srgbClr val="888888"/>
              </a:buClr>
              <a:buSzPts val="1200"/>
              <a:buFont typeface="Calibri"/>
              <a:buNone/>
              <a:defRPr sz="1200">
                <a:solidFill>
                  <a:srgbClr val="888888"/>
                </a:solidFill>
                <a:latin typeface="Calibri"/>
                <a:ea typeface="Calibri"/>
                <a:cs typeface="Calibri"/>
                <a:sym typeface="Calibri"/>
              </a:defRPr>
            </a:lvl5pPr>
            <a:lvl6pPr marL="0" lvl="5" indent="0" algn="r">
              <a:buClr>
                <a:srgbClr val="888888"/>
              </a:buClr>
              <a:buSzPts val="1200"/>
              <a:buFont typeface="Calibri"/>
              <a:buNone/>
              <a:defRPr sz="1200">
                <a:solidFill>
                  <a:srgbClr val="888888"/>
                </a:solidFill>
                <a:latin typeface="Calibri"/>
                <a:ea typeface="Calibri"/>
                <a:cs typeface="Calibri"/>
                <a:sym typeface="Calibri"/>
              </a:defRPr>
            </a:lvl6pPr>
            <a:lvl7pPr marL="0" lvl="6" indent="0" algn="r">
              <a:buClr>
                <a:srgbClr val="888888"/>
              </a:buClr>
              <a:buSzPts val="1200"/>
              <a:buFont typeface="Calibri"/>
              <a:buNone/>
              <a:defRPr sz="1200">
                <a:solidFill>
                  <a:srgbClr val="888888"/>
                </a:solidFill>
                <a:latin typeface="Calibri"/>
                <a:ea typeface="Calibri"/>
                <a:cs typeface="Calibri"/>
                <a:sym typeface="Calibri"/>
              </a:defRPr>
            </a:lvl7pPr>
            <a:lvl8pPr marL="0" lvl="7" indent="0" algn="r">
              <a:buClr>
                <a:srgbClr val="888888"/>
              </a:buClr>
              <a:buSzPts val="1200"/>
              <a:buFont typeface="Calibri"/>
              <a:buNone/>
              <a:defRPr sz="1200">
                <a:solidFill>
                  <a:srgbClr val="888888"/>
                </a:solidFill>
                <a:latin typeface="Calibri"/>
                <a:ea typeface="Calibri"/>
                <a:cs typeface="Calibri"/>
                <a:sym typeface="Calibri"/>
              </a:defRPr>
            </a:lvl8pPr>
            <a:lvl9pPr marL="0" lvl="8" indent="0" algn="r">
              <a:buClr>
                <a:srgbClr val="888888"/>
              </a:buClr>
              <a:buSzPts val="1200"/>
              <a:buFont typeface="Calibri"/>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7463977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extLst>
      <p:ext uri="{BB962C8B-B14F-4D97-AF65-F5344CB8AC3E}">
        <p14:creationId xmlns:p14="http://schemas.microsoft.com/office/powerpoint/2010/main" val="1775625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slideLayout" Target="../slideLayouts/slideLayout2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slideLayout" Target="../slideLayouts/slideLayout24.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theme" Target="../theme/theme2.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slideLayout" Target="../slideLayouts/slideLayout26.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image" Target="../media/image1.png"/><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theme" Target="../theme/theme3.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5.xml"/><Relationship Id="rId3" Type="http://schemas.openxmlformats.org/officeDocument/2006/relationships/slideLayout" Target="../slideLayouts/slideLayout40.xml"/><Relationship Id="rId7" Type="http://schemas.openxmlformats.org/officeDocument/2006/relationships/slideLayout" Target="../slideLayouts/slideLayout44.xml"/><Relationship Id="rId2" Type="http://schemas.openxmlformats.org/officeDocument/2006/relationships/slideLayout" Target="../slideLayouts/slideLayout39.xml"/><Relationship Id="rId1" Type="http://schemas.openxmlformats.org/officeDocument/2006/relationships/slideLayout" Target="../slideLayouts/slideLayout38.xml"/><Relationship Id="rId6" Type="http://schemas.openxmlformats.org/officeDocument/2006/relationships/slideLayout" Target="../slideLayouts/slideLayout43.xml"/><Relationship Id="rId5" Type="http://schemas.openxmlformats.org/officeDocument/2006/relationships/slideLayout" Target="../slideLayouts/slideLayout42.xml"/><Relationship Id="rId10" Type="http://schemas.openxmlformats.org/officeDocument/2006/relationships/theme" Target="../theme/theme4.xml"/><Relationship Id="rId4" Type="http://schemas.openxmlformats.org/officeDocument/2006/relationships/slideLayout" Target="../slideLayouts/slideLayout41.xml"/><Relationship Id="rId9" Type="http://schemas.openxmlformats.org/officeDocument/2006/relationships/slideLayout" Target="../slideLayouts/slideLayout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7" r:id="rId2"/>
    <p:sldLayoutId id="2147483658" r:id="rId3"/>
    <p:sldLayoutId id="2147483659" r:id="rId4"/>
    <p:sldLayoutId id="2147483660" r:id="rId5"/>
    <p:sldLayoutId id="2147483707" r:id="rId6"/>
    <p:sldLayoutId id="2147483744"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2/17/2026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3"/>
        <p:cNvGrpSpPr/>
        <p:nvPr/>
      </p:nvGrpSpPr>
      <p:grpSpPr>
        <a:xfrm>
          <a:off x="0" y="0"/>
          <a:ext cx="0" cy="0"/>
          <a:chOff x="0" y="0"/>
          <a:chExt cx="0" cy="0"/>
        </a:xfrm>
      </p:grpSpPr>
      <p:sp>
        <p:nvSpPr>
          <p:cNvPr id="364" name="Google Shape;364;p157"/>
          <p:cNvSpPr txBox="1">
            <a:spLocks noGrp="1"/>
          </p:cNvSpPr>
          <p:nvPr>
            <p:ph type="title"/>
          </p:nvPr>
        </p:nvSpPr>
        <p:spPr>
          <a:xfrm>
            <a:off x="837982" y="365125"/>
            <a:ext cx="10512862"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399"/>
              <a:buFont typeface="Calibri"/>
              <a:buNone/>
              <a:defRPr sz="4399"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5" name="Google Shape;365;p157"/>
          <p:cNvSpPr txBox="1">
            <a:spLocks noGrp="1"/>
          </p:cNvSpPr>
          <p:nvPr>
            <p:ph type="body" idx="1"/>
          </p:nvPr>
        </p:nvSpPr>
        <p:spPr>
          <a:xfrm>
            <a:off x="837982" y="1825625"/>
            <a:ext cx="10512862" cy="4351339"/>
          </a:xfrm>
          <a:prstGeom prst="rect">
            <a:avLst/>
          </a:prstGeom>
          <a:noFill/>
          <a:ln>
            <a:noFill/>
          </a:ln>
        </p:spPr>
        <p:txBody>
          <a:bodyPr spcFirstLastPara="1" wrap="square" lIns="91425" tIns="45700" rIns="91425" bIns="45700" anchor="t" anchorCtr="0">
            <a:normAutofit/>
          </a:bodyPr>
          <a:lstStyle>
            <a:lvl1pPr marL="457200" marR="0" lvl="0" indent="-406336" algn="l" rtl="0">
              <a:lnSpc>
                <a:spcPct val="90000"/>
              </a:lnSpc>
              <a:spcBef>
                <a:spcPts val="1000"/>
              </a:spcBef>
              <a:spcAft>
                <a:spcPts val="0"/>
              </a:spcAft>
              <a:buClr>
                <a:schemeClr val="dk1"/>
              </a:buClr>
              <a:buSzPts val="2799"/>
              <a:buFont typeface="Arial"/>
              <a:buChar char="•"/>
              <a:defRPr sz="2799" b="0" i="0" u="none" strike="noStrike" cap="none">
                <a:solidFill>
                  <a:schemeClr val="dk1"/>
                </a:solidFill>
                <a:latin typeface="Calibri"/>
                <a:ea typeface="Calibri"/>
                <a:cs typeface="Calibri"/>
                <a:sym typeface="Calibri"/>
              </a:defRPr>
            </a:lvl1pPr>
            <a:lvl2pPr marL="914400" marR="0" lvl="1" indent="-380936" algn="l" rtl="0">
              <a:lnSpc>
                <a:spcPct val="90000"/>
              </a:lnSpc>
              <a:spcBef>
                <a:spcPts val="500"/>
              </a:spcBef>
              <a:spcAft>
                <a:spcPts val="0"/>
              </a:spcAft>
              <a:buClr>
                <a:schemeClr val="dk1"/>
              </a:buClr>
              <a:buSzPts val="2399"/>
              <a:buFont typeface="Arial"/>
              <a:buChar char="•"/>
              <a:defRPr sz="2399"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6" name="Google Shape;366;p157"/>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67" name="Google Shape;367;p157"/>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68" name="Google Shape;368;p157"/>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76916488"/>
      </p:ext>
    </p:extLst>
  </p:cSld>
  <p:clrMap bg1="lt1" tx1="dk1" bg2="dk2" tx2="lt2" accent1="accent1" accent2="accent2" accent3="accent3" accent4="accent4" accent5="accent5" accent6="accent6" hlink="hlink" folHlink="folHlink"/>
  <p:sldLayoutIdLst>
    <p:sldLayoutId id="2147483730" r:id="rId1"/>
    <p:sldLayoutId id="2147483734" r:id="rId2"/>
    <p:sldLayoutId id="2147483735" r:id="rId3"/>
    <p:sldLayoutId id="2147483736" r:id="rId4"/>
    <p:sldLayoutId id="2147483737" r:id="rId5"/>
    <p:sldLayoutId id="2147483738" r:id="rId6"/>
    <p:sldLayoutId id="2147483739" r:id="rId7"/>
    <p:sldLayoutId id="2147483740" r:id="rId8"/>
    <p:sldLayoutId id="2147483745" r:id="rId9"/>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8.xml"/><Relationship Id="rId6" Type="http://schemas.openxmlformats.org/officeDocument/2006/relationships/image" Target="../media/image17.png"/><Relationship Id="rId5" Type="http://schemas.openxmlformats.org/officeDocument/2006/relationships/customXml" Target="../ink/ink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46.xml"/><Relationship Id="rId5" Type="http://schemas.openxmlformats.org/officeDocument/2006/relationships/image" Target="../media/image4.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4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hyperlink" Target="https://help.sap.com/doc/saphelp_nw75/7.5.5/en-US/63/0ce9b386b84e80bfade96779fbaeec/content.htm?no_cache=true" TargetMode="External"/><Relationship Id="rId2" Type="http://schemas.openxmlformats.org/officeDocument/2006/relationships/notesSlide" Target="../notesSlides/notesSlide6.xml"/><Relationship Id="rId1" Type="http://schemas.openxmlformats.org/officeDocument/2006/relationships/slideLayout" Target="../slideLayouts/slideLayout46.xml"/><Relationship Id="rId5" Type="http://schemas.openxmlformats.org/officeDocument/2006/relationships/image" Target="../media/image4.png"/><Relationship Id="rId4" Type="http://schemas.openxmlformats.org/officeDocument/2006/relationships/hyperlink" Target="https://ui5.sap.com/#/topic/1cf5c7f5b81c4cb3ba98fd14314d4504"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help.sap.com/docs/ABAP_PLATFORM_NEW/fc4c71aa50014fd1b43721701471913d/761d389302e8463a9c3509907f22f22f.html?q=behavior%20definition#loio761d389302e8463a9c3509907f22f22f__impl_strict_transAct" TargetMode="External"/><Relationship Id="rId2" Type="http://schemas.openxmlformats.org/officeDocument/2006/relationships/notesSlide" Target="../notesSlides/notesSlide7.xml"/><Relationship Id="rId1" Type="http://schemas.openxmlformats.org/officeDocument/2006/relationships/slideLayout" Target="../slideLayouts/slideLayout38.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8.xml"/></Relationships>
</file>

<file path=ppt/slides/_rels/slide10.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0.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jpeg"/><Relationship Id="rId7" Type="http://schemas.openxmlformats.org/officeDocument/2006/relationships/image" Target="../media/image14.tiff"/><Relationship Id="rId2" Type="http://schemas.openxmlformats.org/officeDocument/2006/relationships/notesSlide" Target="../notesSlides/notesSlide9.xml"/><Relationship Id="rId1" Type="http://schemas.openxmlformats.org/officeDocument/2006/relationships/slideLayout" Target="../slideLayouts/slideLayout37.xml"/><Relationship Id="rId6" Type="http://schemas.openxmlformats.org/officeDocument/2006/relationships/image" Target="../media/image13.tiff"/><Relationship Id="rId5" Type="http://schemas.openxmlformats.org/officeDocument/2006/relationships/image" Target="../media/image12.tiff"/><Relationship Id="rId4" Type="http://schemas.openxmlformats.org/officeDocument/2006/relationships/image" Target="../media/image11.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ABAP</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 on Cloud / RAP </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Training</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DAY-22</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A8F6A9E-4911-4C13-BF00-4BE4386AE0F7}"/>
              </a:ext>
            </a:extLst>
          </p:cNvPr>
          <p:cNvSpPr/>
          <p:nvPr/>
        </p:nvSpPr>
        <p:spPr>
          <a:xfrm>
            <a:off x="1718111" y="1105227"/>
            <a:ext cx="4889619" cy="840385"/>
          </a:xfrm>
          <a:prstGeom prst="roundRect">
            <a:avLst>
              <a:gd name="adj" fmla="val 1815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Rectangle: Rounded Corners 35">
            <a:extLst>
              <a:ext uri="{FF2B5EF4-FFF2-40B4-BE49-F238E27FC236}">
                <a16:creationId xmlns:a16="http://schemas.microsoft.com/office/drawing/2014/main" id="{AF6E7713-5946-46A4-BF47-B37093B73CC4}"/>
              </a:ext>
            </a:extLst>
          </p:cNvPr>
          <p:cNvSpPr/>
          <p:nvPr/>
        </p:nvSpPr>
        <p:spPr>
          <a:xfrm>
            <a:off x="2134637" y="2352875"/>
            <a:ext cx="4889619" cy="840385"/>
          </a:xfrm>
          <a:prstGeom prst="roundRect">
            <a:avLst>
              <a:gd name="adj" fmla="val 1815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Rectangle: Rounded Corners 36">
            <a:extLst>
              <a:ext uri="{FF2B5EF4-FFF2-40B4-BE49-F238E27FC236}">
                <a16:creationId xmlns:a16="http://schemas.microsoft.com/office/drawing/2014/main" id="{5216E7A0-138C-422D-847B-06FB608C8E01}"/>
              </a:ext>
            </a:extLst>
          </p:cNvPr>
          <p:cNvSpPr/>
          <p:nvPr/>
        </p:nvSpPr>
        <p:spPr>
          <a:xfrm>
            <a:off x="2551163" y="3600523"/>
            <a:ext cx="4889619" cy="840385"/>
          </a:xfrm>
          <a:prstGeom prst="roundRect">
            <a:avLst>
              <a:gd name="adj" fmla="val 1815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Rounded Corners 37">
            <a:extLst>
              <a:ext uri="{FF2B5EF4-FFF2-40B4-BE49-F238E27FC236}">
                <a16:creationId xmlns:a16="http://schemas.microsoft.com/office/drawing/2014/main" id="{2E200DD0-D348-45E6-9B6B-43B966A8FF8C}"/>
              </a:ext>
            </a:extLst>
          </p:cNvPr>
          <p:cNvSpPr/>
          <p:nvPr/>
        </p:nvSpPr>
        <p:spPr>
          <a:xfrm>
            <a:off x="2967689" y="4848171"/>
            <a:ext cx="4889619" cy="840385"/>
          </a:xfrm>
          <a:prstGeom prst="roundRect">
            <a:avLst>
              <a:gd name="adj" fmla="val 1815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3" name="Picture Placeholder 22">
            <a:extLst>
              <a:ext uri="{FF2B5EF4-FFF2-40B4-BE49-F238E27FC236}">
                <a16:creationId xmlns:a16="http://schemas.microsoft.com/office/drawing/2014/main" id="{58189288-4068-4B20-8FAB-92E0830D6B2E}"/>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l="39725" t="7760" r="8472" b="4056"/>
          <a:stretch/>
        </p:blipFill>
        <p:spPr>
          <a:xfrm>
            <a:off x="-1" y="-1"/>
            <a:ext cx="5662364" cy="6858000"/>
          </a:xfrm>
          <a:effectLst>
            <a:outerShdw blurRad="368300" dist="254000" dir="20580000" algn="tl" rotWithShape="0">
              <a:prstClr val="black">
                <a:alpha val="20000"/>
              </a:prstClr>
            </a:outerShdw>
          </a:effectLst>
        </p:spPr>
      </p:pic>
      <p:sp>
        <p:nvSpPr>
          <p:cNvPr id="31" name="Freeform: Shape 30">
            <a:extLst>
              <a:ext uri="{FF2B5EF4-FFF2-40B4-BE49-F238E27FC236}">
                <a16:creationId xmlns:a16="http://schemas.microsoft.com/office/drawing/2014/main" id="{C536E1EE-C900-4048-90CA-E22FBE51EE3B}"/>
              </a:ext>
            </a:extLst>
          </p:cNvPr>
          <p:cNvSpPr/>
          <p:nvPr/>
        </p:nvSpPr>
        <p:spPr>
          <a:xfrm>
            <a:off x="1718111" y="-1"/>
            <a:ext cx="3989979" cy="6814397"/>
          </a:xfrm>
          <a:custGeom>
            <a:avLst/>
            <a:gdLst>
              <a:gd name="connsiteX0" fmla="*/ 0 w 3989979"/>
              <a:gd name="connsiteY0" fmla="*/ 0 h 6814397"/>
              <a:gd name="connsiteX1" fmla="*/ 1282220 w 3989979"/>
              <a:gd name="connsiteY1" fmla="*/ 0 h 6814397"/>
              <a:gd name="connsiteX2" fmla="*/ 1402006 w 3989979"/>
              <a:gd name="connsiteY2" fmla="*/ 94133 h 6814397"/>
              <a:gd name="connsiteX3" fmla="*/ 3989979 w 3989979"/>
              <a:gd name="connsiteY3" fmla="*/ 5581812 h 6814397"/>
              <a:gd name="connsiteX4" fmla="*/ 3908037 w 3989979"/>
              <a:gd name="connsiteY4" fmla="*/ 6664843 h 6814397"/>
              <a:gd name="connsiteX5" fmla="*/ 3881330 w 3989979"/>
              <a:gd name="connsiteY5" fmla="*/ 6814397 h 6814397"/>
              <a:gd name="connsiteX6" fmla="*/ 3889285 w 3989979"/>
              <a:gd name="connsiteY6" fmla="*/ 6709775 h 6814397"/>
              <a:gd name="connsiteX7" fmla="*/ 3898539 w 3989979"/>
              <a:gd name="connsiteY7" fmla="*/ 6343812 h 6814397"/>
              <a:gd name="connsiteX8" fmla="*/ 176735 w 3989979"/>
              <a:gd name="connsiteY8" fmla="*/ 90518 h 6814397"/>
              <a:gd name="connsiteX9" fmla="*/ 0 w 3989979"/>
              <a:gd name="connsiteY9" fmla="*/ 0 h 681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89979" h="6814397">
                <a:moveTo>
                  <a:pt x="0" y="0"/>
                </a:moveTo>
                <a:lnTo>
                  <a:pt x="1282220" y="0"/>
                </a:lnTo>
                <a:lnTo>
                  <a:pt x="1402006" y="94133"/>
                </a:lnTo>
                <a:cubicBezTo>
                  <a:pt x="2982546" y="1398511"/>
                  <a:pt x="3989979" y="3372512"/>
                  <a:pt x="3989979" y="5581812"/>
                </a:cubicBezTo>
                <a:cubicBezTo>
                  <a:pt x="3989979" y="5950029"/>
                  <a:pt x="3961995" y="6311709"/>
                  <a:pt x="3908037" y="6664843"/>
                </a:cubicBezTo>
                <a:lnTo>
                  <a:pt x="3881330" y="6814397"/>
                </a:lnTo>
                <a:lnTo>
                  <a:pt x="3889285" y="6709775"/>
                </a:lnTo>
                <a:cubicBezTo>
                  <a:pt x="3895430" y="6588564"/>
                  <a:pt x="3898539" y="6466551"/>
                  <a:pt x="3898539" y="6343812"/>
                </a:cubicBezTo>
                <a:cubicBezTo>
                  <a:pt x="3898539" y="3643557"/>
                  <a:pt x="2393609" y="1294797"/>
                  <a:pt x="176735" y="90518"/>
                </a:cubicBezTo>
                <a:lnTo>
                  <a:pt x="0" y="0"/>
                </a:lnTo>
                <a:close/>
              </a:path>
            </a:pathLst>
          </a:custGeom>
          <a:gradFill flip="none" rotWithShape="1">
            <a:gsLst>
              <a:gs pos="3000">
                <a:schemeClr val="accent1"/>
              </a:gs>
              <a:gs pos="100000">
                <a:schemeClr val="accent4"/>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E3F0EA58-87FF-4FBD-A2F2-8C01EFEECAF2}"/>
              </a:ext>
            </a:extLst>
          </p:cNvPr>
          <p:cNvSpPr txBox="1"/>
          <p:nvPr/>
        </p:nvSpPr>
        <p:spPr>
          <a:xfrm>
            <a:off x="5619826" y="1202254"/>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01</a:t>
            </a:r>
          </a:p>
        </p:txBody>
      </p:sp>
      <p:sp>
        <p:nvSpPr>
          <p:cNvPr id="42" name="TextBox 41">
            <a:extLst>
              <a:ext uri="{FF2B5EF4-FFF2-40B4-BE49-F238E27FC236}">
                <a16:creationId xmlns:a16="http://schemas.microsoft.com/office/drawing/2014/main" id="{73592A37-8994-4267-A0A4-4F9D2B0CA640}"/>
              </a:ext>
            </a:extLst>
          </p:cNvPr>
          <p:cNvSpPr txBox="1"/>
          <p:nvPr/>
        </p:nvSpPr>
        <p:spPr>
          <a:xfrm>
            <a:off x="6032781" y="2449902"/>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02</a:t>
            </a:r>
          </a:p>
        </p:txBody>
      </p:sp>
      <p:sp>
        <p:nvSpPr>
          <p:cNvPr id="43" name="TextBox 42">
            <a:extLst>
              <a:ext uri="{FF2B5EF4-FFF2-40B4-BE49-F238E27FC236}">
                <a16:creationId xmlns:a16="http://schemas.microsoft.com/office/drawing/2014/main" id="{FF2E8B29-6A17-40BB-94A2-F4C43336C48C}"/>
              </a:ext>
            </a:extLst>
          </p:cNvPr>
          <p:cNvSpPr txBox="1"/>
          <p:nvPr/>
        </p:nvSpPr>
        <p:spPr>
          <a:xfrm>
            <a:off x="6475232" y="3697550"/>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03</a:t>
            </a:r>
          </a:p>
        </p:txBody>
      </p:sp>
      <p:sp>
        <p:nvSpPr>
          <p:cNvPr id="44" name="TextBox 43">
            <a:extLst>
              <a:ext uri="{FF2B5EF4-FFF2-40B4-BE49-F238E27FC236}">
                <a16:creationId xmlns:a16="http://schemas.microsoft.com/office/drawing/2014/main" id="{D9D30836-9CA2-4FC2-B426-C58A1B77DEBB}"/>
              </a:ext>
            </a:extLst>
          </p:cNvPr>
          <p:cNvSpPr txBox="1"/>
          <p:nvPr/>
        </p:nvSpPr>
        <p:spPr>
          <a:xfrm>
            <a:off x="6868523" y="4945198"/>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a:solidFill>
                  <a:schemeClr val="bg1"/>
                </a:solidFill>
                <a:latin typeface="Open Sans" panose="020B0606030504020204" pitchFamily="34" charset="0"/>
                <a:ea typeface="Open Sans" panose="020B0606030504020204" pitchFamily="34" charset="0"/>
                <a:cs typeface="Open Sans" panose="020B0606030504020204" pitchFamily="34" charset="0"/>
              </a:rPr>
              <a:t>04</a:t>
            </a:r>
            <a:endPar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Rectangle 44">
            <a:extLst>
              <a:ext uri="{FF2B5EF4-FFF2-40B4-BE49-F238E27FC236}">
                <a16:creationId xmlns:a16="http://schemas.microsoft.com/office/drawing/2014/main" id="{8D598D36-C5FC-4900-B880-D9AEBB01296E}"/>
              </a:ext>
            </a:extLst>
          </p:cNvPr>
          <p:cNvSpPr/>
          <p:nvPr/>
        </p:nvSpPr>
        <p:spPr>
          <a:xfrm>
            <a:off x="7255772" y="1076224"/>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Value Helps</a:t>
            </a:r>
          </a:p>
        </p:txBody>
      </p:sp>
      <p:sp>
        <p:nvSpPr>
          <p:cNvPr id="49" name="Rectangle 48">
            <a:extLst>
              <a:ext uri="{FF2B5EF4-FFF2-40B4-BE49-F238E27FC236}">
                <a16:creationId xmlns:a16="http://schemas.microsoft.com/office/drawing/2014/main" id="{C0874C99-87AF-460C-9044-B8539EAC1769}"/>
              </a:ext>
            </a:extLst>
          </p:cNvPr>
          <p:cNvSpPr/>
          <p:nvPr/>
        </p:nvSpPr>
        <p:spPr>
          <a:xfrm>
            <a:off x="7712976" y="2373010"/>
            <a:ext cx="2597506" cy="369332"/>
          </a:xfrm>
          <a:prstGeom prst="rect">
            <a:avLst/>
          </a:prstGeom>
        </p:spPr>
        <p:txBody>
          <a:bodyPr wrap="square" lIns="0" rIns="0" anchor="ctr">
            <a:spAutoFit/>
          </a:bodyPr>
          <a:lstStyle/>
          <a:p>
            <a:r>
              <a:rPr lang="en-IN" sz="1800" b="1" dirty="0">
                <a:solidFill>
                  <a:schemeClr val="accent6">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Status</a:t>
            </a:r>
          </a:p>
        </p:txBody>
      </p:sp>
      <p:sp>
        <p:nvSpPr>
          <p:cNvPr id="52" name="Rectangle 51">
            <a:extLst>
              <a:ext uri="{FF2B5EF4-FFF2-40B4-BE49-F238E27FC236}">
                <a16:creationId xmlns:a16="http://schemas.microsoft.com/office/drawing/2014/main" id="{20C13AF4-68B6-4226-9401-EDB6ED0540C2}"/>
              </a:ext>
            </a:extLst>
          </p:cNvPr>
          <p:cNvSpPr/>
          <p:nvPr/>
        </p:nvSpPr>
        <p:spPr>
          <a:xfrm>
            <a:off x="8207924" y="3739022"/>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Object Page</a:t>
            </a:r>
          </a:p>
        </p:txBody>
      </p:sp>
      <p:sp>
        <p:nvSpPr>
          <p:cNvPr id="55" name="Rectangle 54">
            <a:extLst>
              <a:ext uri="{FF2B5EF4-FFF2-40B4-BE49-F238E27FC236}">
                <a16:creationId xmlns:a16="http://schemas.microsoft.com/office/drawing/2014/main" id="{C08D0B4E-C408-458A-9E80-98D57A618BD5}"/>
              </a:ext>
            </a:extLst>
          </p:cNvPr>
          <p:cNvSpPr/>
          <p:nvPr/>
        </p:nvSpPr>
        <p:spPr>
          <a:xfrm>
            <a:off x="8554525" y="4986670"/>
            <a:ext cx="2597506" cy="369332"/>
          </a:xfrm>
          <a:prstGeom prst="rect">
            <a:avLst/>
          </a:prstGeom>
        </p:spPr>
        <p:txBody>
          <a:bodyPr wrap="square" lIns="0" rIns="0" anchor="ctr">
            <a:spAutoFit/>
          </a:bodyPr>
          <a:lstStyle/>
          <a:p>
            <a:r>
              <a:rPr lang="en-IN" sz="1800" b="1" dirty="0">
                <a:solidFill>
                  <a:schemeClr val="accent4"/>
                </a:solidFill>
                <a:latin typeface="Open Sans" panose="020B0606030504020204" pitchFamily="34" charset="0"/>
                <a:ea typeface="Open Sans" panose="020B0606030504020204" pitchFamily="34" charset="0"/>
                <a:cs typeface="Open Sans" panose="020B0606030504020204" pitchFamily="34" charset="0"/>
              </a:rPr>
              <a:t>Facets and Table</a:t>
            </a:r>
          </a:p>
        </p:txBody>
      </p:sp>
      <p:pic>
        <p:nvPicPr>
          <p:cNvPr id="2" name="Picture 4">
            <a:extLst>
              <a:ext uri="{FF2B5EF4-FFF2-40B4-BE49-F238E27FC236}">
                <a16:creationId xmlns:a16="http://schemas.microsoft.com/office/drawing/2014/main" id="{0ABA602A-777F-01F1-3482-2AA689766F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416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Development Flow – Processor and Approver</a:t>
            </a:r>
            <a:endParaRPr sz="3599" dirty="0">
              <a:solidFill>
                <a:srgbClr val="FFC000"/>
              </a:solidFill>
              <a:latin typeface="Cooper Black" panose="0208090404030B020404" pitchFamily="18" charset="0"/>
              <a:ea typeface="Corben"/>
              <a:cs typeface="Corben"/>
              <a:sym typeface="Corben"/>
            </a:endParaRPr>
          </a:p>
        </p:txBody>
      </p:sp>
      <p:sp>
        <p:nvSpPr>
          <p:cNvPr id="1316" name="Google Shape;1316;p59"/>
          <p:cNvSpPr/>
          <p:nvPr/>
        </p:nvSpPr>
        <p:spPr>
          <a:xfrm>
            <a:off x="4438228" y="4869160"/>
            <a:ext cx="3096344" cy="1080120"/>
          </a:xfrm>
          <a:prstGeom prst="rect">
            <a:avLst/>
          </a:prstGeom>
          <a:solidFill>
            <a:srgbClr val="00B05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Business Object (definition)</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Includes the Travel, Booking and Booking Supplement CDS entities</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100 fields</a:t>
            </a:r>
            <a:endParaRPr dirty="0"/>
          </a:p>
        </p:txBody>
      </p:sp>
      <p:sp>
        <p:nvSpPr>
          <p:cNvPr id="1317" name="Google Shape;1317;p59"/>
          <p:cNvSpPr/>
          <p:nvPr/>
        </p:nvSpPr>
        <p:spPr>
          <a:xfrm>
            <a:off x="405780" y="647098"/>
            <a:ext cx="3096344" cy="646203"/>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Fiori App – Processor</a:t>
            </a:r>
            <a:endParaRPr/>
          </a:p>
          <a:p>
            <a:pPr marL="0" marR="0" lvl="0" indent="0" algn="ctr" rtl="0">
              <a:spcBef>
                <a:spcPts val="0"/>
              </a:spcBef>
              <a:spcAft>
                <a:spcPts val="0"/>
              </a:spcAft>
              <a:buNone/>
            </a:pPr>
            <a:r>
              <a:rPr lang="en-US" sz="1400">
                <a:solidFill>
                  <a:schemeClr val="lt1"/>
                </a:solidFill>
                <a:latin typeface="Calibri"/>
                <a:ea typeface="Calibri"/>
                <a:cs typeface="Calibri"/>
                <a:sym typeface="Calibri"/>
              </a:rPr>
              <a:t>Create, update, delete, copy travel</a:t>
            </a:r>
            <a:endParaRPr/>
          </a:p>
        </p:txBody>
      </p:sp>
      <p:sp>
        <p:nvSpPr>
          <p:cNvPr id="1318" name="Google Shape;1318;p59"/>
          <p:cNvSpPr/>
          <p:nvPr/>
        </p:nvSpPr>
        <p:spPr>
          <a:xfrm>
            <a:off x="8882191" y="691641"/>
            <a:ext cx="3024336" cy="646203"/>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Fiori App – Approver</a:t>
            </a:r>
            <a:endParaRPr/>
          </a:p>
          <a:p>
            <a:pPr marL="0" marR="0" lvl="0" indent="0" algn="ctr" rtl="0">
              <a:spcBef>
                <a:spcPts val="0"/>
              </a:spcBef>
              <a:spcAft>
                <a:spcPts val="0"/>
              </a:spcAft>
              <a:buNone/>
            </a:pPr>
            <a:r>
              <a:rPr lang="en-US" sz="1400">
                <a:solidFill>
                  <a:schemeClr val="lt1"/>
                </a:solidFill>
                <a:latin typeface="Calibri"/>
                <a:ea typeface="Calibri"/>
                <a:cs typeface="Calibri"/>
                <a:sym typeface="Calibri"/>
              </a:rPr>
              <a:t>Display the travel request data</a:t>
            </a:r>
            <a:endParaRPr/>
          </a:p>
        </p:txBody>
      </p:sp>
      <p:sp>
        <p:nvSpPr>
          <p:cNvPr id="1319" name="Google Shape;1319;p59"/>
          <p:cNvSpPr/>
          <p:nvPr/>
        </p:nvSpPr>
        <p:spPr>
          <a:xfrm>
            <a:off x="456151" y="4849657"/>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Business Object Projection</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For Processor</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30 fields to internet</a:t>
            </a:r>
            <a:endParaRPr dirty="0"/>
          </a:p>
        </p:txBody>
      </p:sp>
      <p:sp>
        <p:nvSpPr>
          <p:cNvPr id="1320" name="Google Shape;1320;p59"/>
          <p:cNvSpPr/>
          <p:nvPr/>
        </p:nvSpPr>
        <p:spPr>
          <a:xfrm>
            <a:off x="8882191" y="4869160"/>
            <a:ext cx="3024336" cy="108012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Business Object Projection </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For Approver</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25 fields</a:t>
            </a:r>
            <a:endParaRPr/>
          </a:p>
        </p:txBody>
      </p:sp>
      <p:cxnSp>
        <p:nvCxnSpPr>
          <p:cNvPr id="1321" name="Google Shape;1321;p59"/>
          <p:cNvCxnSpPr>
            <a:stCxn id="1316" idx="1"/>
            <a:endCxn id="1319" idx="3"/>
          </p:cNvCxnSpPr>
          <p:nvPr/>
        </p:nvCxnSpPr>
        <p:spPr>
          <a:xfrm flipH="1" flipV="1">
            <a:off x="3480487" y="5389717"/>
            <a:ext cx="957741" cy="19503"/>
          </a:xfrm>
          <a:prstGeom prst="straightConnector1">
            <a:avLst/>
          </a:prstGeom>
          <a:noFill/>
          <a:ln w="9525" cap="flat" cmpd="sng">
            <a:solidFill>
              <a:schemeClr val="accent1"/>
            </a:solidFill>
            <a:prstDash val="solid"/>
            <a:miter lim="800000"/>
            <a:headEnd type="none" w="sm" len="sm"/>
            <a:tailEnd type="triangle" w="med" len="med"/>
          </a:ln>
        </p:spPr>
      </p:cxnSp>
      <p:cxnSp>
        <p:nvCxnSpPr>
          <p:cNvPr id="1322" name="Google Shape;1322;p59"/>
          <p:cNvCxnSpPr>
            <a:stCxn id="1316" idx="3"/>
            <a:endCxn id="1320" idx="1"/>
          </p:cNvCxnSpPr>
          <p:nvPr/>
        </p:nvCxnSpPr>
        <p:spPr>
          <a:xfrm>
            <a:off x="7534572" y="5409220"/>
            <a:ext cx="1347600" cy="0"/>
          </a:xfrm>
          <a:prstGeom prst="straightConnector1">
            <a:avLst/>
          </a:prstGeom>
          <a:noFill/>
          <a:ln w="9525" cap="flat" cmpd="sng">
            <a:solidFill>
              <a:schemeClr val="accent1"/>
            </a:solidFill>
            <a:prstDash val="solid"/>
            <a:miter lim="800000"/>
            <a:headEnd type="none" w="sm" len="sm"/>
            <a:tailEnd type="triangle" w="med" len="med"/>
          </a:ln>
        </p:spPr>
      </p:cxnSp>
      <p:sp>
        <p:nvSpPr>
          <p:cNvPr id="1323" name="Google Shape;1323;p59"/>
          <p:cNvSpPr/>
          <p:nvPr/>
        </p:nvSpPr>
        <p:spPr>
          <a:xfrm>
            <a:off x="405780" y="2132856"/>
            <a:ext cx="3024336" cy="72008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MDE for Processor Projection</a:t>
            </a:r>
            <a:endParaRPr dirty="0"/>
          </a:p>
        </p:txBody>
      </p:sp>
      <p:sp>
        <p:nvSpPr>
          <p:cNvPr id="1324" name="Google Shape;1324;p59"/>
          <p:cNvSpPr/>
          <p:nvPr/>
        </p:nvSpPr>
        <p:spPr>
          <a:xfrm>
            <a:off x="8882191" y="2155416"/>
            <a:ext cx="3024336" cy="72008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MDE for approver Projection</a:t>
            </a:r>
            <a:endParaRPr/>
          </a:p>
        </p:txBody>
      </p:sp>
      <p:cxnSp>
        <p:nvCxnSpPr>
          <p:cNvPr id="1325" name="Google Shape;1325;p59"/>
          <p:cNvCxnSpPr>
            <a:stCxn id="1319" idx="0"/>
            <a:endCxn id="1323" idx="2"/>
          </p:cNvCxnSpPr>
          <p:nvPr/>
        </p:nvCxnSpPr>
        <p:spPr>
          <a:xfrm flipH="1" flipV="1">
            <a:off x="1917948" y="2852936"/>
            <a:ext cx="50371" cy="1996721"/>
          </a:xfrm>
          <a:prstGeom prst="straightConnector1">
            <a:avLst/>
          </a:prstGeom>
          <a:noFill/>
          <a:ln w="9525" cap="flat" cmpd="sng">
            <a:solidFill>
              <a:schemeClr val="accent1"/>
            </a:solidFill>
            <a:prstDash val="solid"/>
            <a:miter lim="800000"/>
            <a:headEnd type="none" w="sm" len="sm"/>
            <a:tailEnd type="triangle" w="med" len="med"/>
          </a:ln>
        </p:spPr>
      </p:cxnSp>
      <p:cxnSp>
        <p:nvCxnSpPr>
          <p:cNvPr id="1326" name="Google Shape;1326;p59"/>
          <p:cNvCxnSpPr>
            <a:stCxn id="1320" idx="0"/>
            <a:endCxn id="1324" idx="2"/>
          </p:cNvCxnSpPr>
          <p:nvPr/>
        </p:nvCxnSpPr>
        <p:spPr>
          <a:xfrm rot="10800000">
            <a:off x="10394359" y="2875360"/>
            <a:ext cx="0" cy="1993800"/>
          </a:xfrm>
          <a:prstGeom prst="straightConnector1">
            <a:avLst/>
          </a:prstGeom>
          <a:noFill/>
          <a:ln w="9525" cap="flat" cmpd="sng">
            <a:solidFill>
              <a:schemeClr val="accent1"/>
            </a:solidFill>
            <a:prstDash val="solid"/>
            <a:miter lim="800000"/>
            <a:headEnd type="none" w="sm" len="sm"/>
            <a:tailEnd type="triangle" w="med" len="med"/>
          </a:ln>
        </p:spPr>
      </p:cxnSp>
      <p:sp>
        <p:nvSpPr>
          <p:cNvPr id="1327" name="Google Shape;1327;p59"/>
          <p:cNvSpPr/>
          <p:nvPr/>
        </p:nvSpPr>
        <p:spPr>
          <a:xfrm>
            <a:off x="405780" y="1412776"/>
            <a:ext cx="1584176" cy="600605"/>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definition</a:t>
            </a:r>
            <a:endParaRPr/>
          </a:p>
        </p:txBody>
      </p:sp>
      <p:sp>
        <p:nvSpPr>
          <p:cNvPr id="1328" name="Google Shape;1328;p59"/>
          <p:cNvSpPr/>
          <p:nvPr/>
        </p:nvSpPr>
        <p:spPr>
          <a:xfrm>
            <a:off x="2061964" y="1416237"/>
            <a:ext cx="1440160" cy="600605"/>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Service Binding</a:t>
            </a:r>
            <a:endParaRPr dirty="0"/>
          </a:p>
        </p:txBody>
      </p:sp>
      <p:sp>
        <p:nvSpPr>
          <p:cNvPr id="1329" name="Google Shape;1329;p59"/>
          <p:cNvSpPr/>
          <p:nvPr/>
        </p:nvSpPr>
        <p:spPr>
          <a:xfrm>
            <a:off x="8855026" y="1464670"/>
            <a:ext cx="1584176" cy="60060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definition</a:t>
            </a:r>
            <a:endParaRPr/>
          </a:p>
        </p:txBody>
      </p:sp>
      <p:sp>
        <p:nvSpPr>
          <p:cNvPr id="1330" name="Google Shape;1330;p59"/>
          <p:cNvSpPr/>
          <p:nvPr/>
        </p:nvSpPr>
        <p:spPr>
          <a:xfrm>
            <a:off x="10511210" y="1468131"/>
            <a:ext cx="1440160" cy="60060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Binding</a:t>
            </a:r>
            <a:endParaRPr/>
          </a:p>
        </p:txBody>
      </p:sp>
      <p:pic>
        <p:nvPicPr>
          <p:cNvPr id="1332" name="Google Shape;1332;p59" descr="A green circle with a white tick in it&#10;&#10;Description automatically generated"/>
          <p:cNvPicPr preferRelativeResize="0"/>
          <p:nvPr/>
        </p:nvPicPr>
        <p:blipFill rotWithShape="1">
          <a:blip r:embed="rId3">
            <a:alphaModFix/>
          </a:blip>
          <a:srcRect/>
          <a:stretch/>
        </p:blipFill>
        <p:spPr>
          <a:xfrm>
            <a:off x="66713" y="6379793"/>
            <a:ext cx="457206" cy="457206"/>
          </a:xfrm>
          <a:prstGeom prst="rect">
            <a:avLst/>
          </a:prstGeom>
          <a:noFill/>
          <a:ln>
            <a:noFill/>
          </a:ln>
        </p:spPr>
      </p:pic>
      <p:sp>
        <p:nvSpPr>
          <p:cNvPr id="1336" name="Google Shape;1336;p59"/>
          <p:cNvSpPr/>
          <p:nvPr/>
        </p:nvSpPr>
        <p:spPr>
          <a:xfrm>
            <a:off x="4418057" y="3560437"/>
            <a:ext cx="3096344" cy="1080120"/>
          </a:xfrm>
          <a:prstGeom prst="rect">
            <a:avLst/>
          </a:prstGeom>
          <a:solidFill>
            <a:srgbClr val="00B05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Behavior Definition (BDEF)</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Tell RAP framework regarding our operations which needs to be supported for BO (managed)</a:t>
            </a:r>
            <a:endParaRPr dirty="0"/>
          </a:p>
        </p:txBody>
      </p:sp>
      <p:sp>
        <p:nvSpPr>
          <p:cNvPr id="1337" name="Google Shape;1337;p59"/>
          <p:cNvSpPr/>
          <p:nvPr/>
        </p:nvSpPr>
        <p:spPr>
          <a:xfrm>
            <a:off x="405780" y="3555658"/>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BDEF Projection</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For Processor</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Expose what is needed by a processor role in company</a:t>
            </a:r>
            <a:endParaRPr dirty="0"/>
          </a:p>
        </p:txBody>
      </p:sp>
      <p:cxnSp>
        <p:nvCxnSpPr>
          <p:cNvPr id="1338" name="Google Shape;1338;p59"/>
          <p:cNvCxnSpPr/>
          <p:nvPr/>
        </p:nvCxnSpPr>
        <p:spPr>
          <a:xfrm rot="10800000">
            <a:off x="3409945" y="4095718"/>
            <a:ext cx="1008112" cy="0"/>
          </a:xfrm>
          <a:prstGeom prst="straightConnector1">
            <a:avLst/>
          </a:prstGeom>
          <a:noFill/>
          <a:ln w="9525" cap="flat" cmpd="sng">
            <a:solidFill>
              <a:schemeClr val="accent1"/>
            </a:solidFill>
            <a:prstDash val="solid"/>
            <a:miter lim="800000"/>
            <a:headEnd type="none" w="sm" len="sm"/>
            <a:tailEnd type="triangle" w="med" len="med"/>
          </a:ln>
        </p:spPr>
      </p:cxnSp>
      <p:sp>
        <p:nvSpPr>
          <p:cNvPr id="1339" name="Google Shape;1339;p59"/>
          <p:cNvSpPr/>
          <p:nvPr/>
        </p:nvSpPr>
        <p:spPr>
          <a:xfrm>
            <a:off x="8853228" y="3557570"/>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BDEF Projection</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For Approver</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Expose what is needed by a approver role in company</a:t>
            </a:r>
            <a:endParaRPr/>
          </a:p>
        </p:txBody>
      </p:sp>
      <p:cxnSp>
        <p:nvCxnSpPr>
          <p:cNvPr id="1340" name="Google Shape;1340;p59"/>
          <p:cNvCxnSpPr/>
          <p:nvPr/>
        </p:nvCxnSpPr>
        <p:spPr>
          <a:xfrm>
            <a:off x="7462564" y="4095718"/>
            <a:ext cx="1347619" cy="0"/>
          </a:xfrm>
          <a:prstGeom prst="straightConnector1">
            <a:avLst/>
          </a:prstGeom>
          <a:noFill/>
          <a:ln w="9525" cap="flat" cmpd="sng">
            <a:solidFill>
              <a:schemeClr val="accent1"/>
            </a:solidFill>
            <a:prstDash val="solid"/>
            <a:miter lim="800000"/>
            <a:headEnd type="none" w="sm" len="sm"/>
            <a:tailEnd type="triangle" w="med" len="med"/>
          </a:ln>
        </p:spPr>
      </p:cxn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pic>
        <p:nvPicPr>
          <p:cNvPr id="2" name="Google Shape;1332;p59" descr="A green circle with a white tick in it&#10;&#10;Description automatically generated">
            <a:extLst>
              <a:ext uri="{FF2B5EF4-FFF2-40B4-BE49-F238E27FC236}">
                <a16:creationId xmlns:a16="http://schemas.microsoft.com/office/drawing/2014/main" id="{76005F72-69C8-C4DF-6236-CD65A73A64F2}"/>
              </a:ext>
            </a:extLst>
          </p:cNvPr>
          <p:cNvPicPr preferRelativeResize="0"/>
          <p:nvPr/>
        </p:nvPicPr>
        <p:blipFill rotWithShape="1">
          <a:blip r:embed="rId3">
            <a:alphaModFix/>
          </a:blip>
          <a:srcRect/>
          <a:stretch/>
        </p:blipFill>
        <p:spPr>
          <a:xfrm>
            <a:off x="4251052" y="4751995"/>
            <a:ext cx="457206" cy="457206"/>
          </a:xfrm>
          <a:prstGeom prst="rect">
            <a:avLst/>
          </a:prstGeom>
          <a:noFill/>
          <a:ln>
            <a:noFill/>
          </a:ln>
        </p:spPr>
      </p:pic>
      <p:pic>
        <p:nvPicPr>
          <p:cNvPr id="3" name="Google Shape;1332;p59" descr="A green circle with a white tick in it&#10;&#10;Description automatically generated">
            <a:extLst>
              <a:ext uri="{FF2B5EF4-FFF2-40B4-BE49-F238E27FC236}">
                <a16:creationId xmlns:a16="http://schemas.microsoft.com/office/drawing/2014/main" id="{D433512C-334B-79D8-0205-26E3E32A1624}"/>
              </a:ext>
            </a:extLst>
          </p:cNvPr>
          <p:cNvPicPr preferRelativeResize="0"/>
          <p:nvPr/>
        </p:nvPicPr>
        <p:blipFill rotWithShape="1">
          <a:blip r:embed="rId3">
            <a:alphaModFix/>
          </a:blip>
          <a:srcRect/>
          <a:stretch/>
        </p:blipFill>
        <p:spPr>
          <a:xfrm>
            <a:off x="185083" y="4697257"/>
            <a:ext cx="457206" cy="457206"/>
          </a:xfrm>
          <a:prstGeom prst="rect">
            <a:avLst/>
          </a:prstGeom>
          <a:noFill/>
          <a:ln>
            <a:noFill/>
          </a:ln>
        </p:spPr>
      </p:pic>
      <p:pic>
        <p:nvPicPr>
          <p:cNvPr id="4" name="Google Shape;1332;p59" descr="A green circle with a white tick in it&#10;&#10;Description automatically generated">
            <a:extLst>
              <a:ext uri="{FF2B5EF4-FFF2-40B4-BE49-F238E27FC236}">
                <a16:creationId xmlns:a16="http://schemas.microsoft.com/office/drawing/2014/main" id="{C8D99C57-AF8A-034A-BCD2-15E06CACA78F}"/>
              </a:ext>
            </a:extLst>
          </p:cNvPr>
          <p:cNvPicPr preferRelativeResize="0"/>
          <p:nvPr/>
        </p:nvPicPr>
        <p:blipFill rotWithShape="1">
          <a:blip r:embed="rId3">
            <a:alphaModFix/>
          </a:blip>
          <a:srcRect/>
          <a:stretch/>
        </p:blipFill>
        <p:spPr>
          <a:xfrm>
            <a:off x="66713" y="1349779"/>
            <a:ext cx="457206" cy="457206"/>
          </a:xfrm>
          <a:prstGeom prst="rect">
            <a:avLst/>
          </a:prstGeom>
          <a:noFill/>
          <a:ln>
            <a:noFill/>
          </a:ln>
        </p:spPr>
      </p:pic>
      <p:pic>
        <p:nvPicPr>
          <p:cNvPr id="5" name="Google Shape;1332;p59" descr="A green circle with a white tick in it&#10;&#10;Description automatically generated">
            <a:extLst>
              <a:ext uri="{FF2B5EF4-FFF2-40B4-BE49-F238E27FC236}">
                <a16:creationId xmlns:a16="http://schemas.microsoft.com/office/drawing/2014/main" id="{656DB8F6-91C7-21B3-0F00-95D751F37CCF}"/>
              </a:ext>
            </a:extLst>
          </p:cNvPr>
          <p:cNvPicPr preferRelativeResize="0"/>
          <p:nvPr/>
        </p:nvPicPr>
        <p:blipFill rotWithShape="1">
          <a:blip r:embed="rId3">
            <a:alphaModFix/>
          </a:blip>
          <a:srcRect/>
          <a:stretch/>
        </p:blipFill>
        <p:spPr>
          <a:xfrm>
            <a:off x="3393023" y="1315991"/>
            <a:ext cx="457206" cy="457206"/>
          </a:xfrm>
          <a:prstGeom prst="rect">
            <a:avLst/>
          </a:prstGeom>
          <a:noFill/>
          <a:ln>
            <a:noFill/>
          </a:ln>
        </p:spPr>
      </p:pic>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pic>
        <p:nvPicPr>
          <p:cNvPr id="9" name="Google Shape;1332;p59" descr="A green circle with a white tick in it&#10;&#10;Description automatically generated">
            <a:extLst>
              <a:ext uri="{FF2B5EF4-FFF2-40B4-BE49-F238E27FC236}">
                <a16:creationId xmlns:a16="http://schemas.microsoft.com/office/drawing/2014/main" id="{EB2B8A03-3D4F-8C68-8797-C5726F10CDE5}"/>
              </a:ext>
            </a:extLst>
          </p:cNvPr>
          <p:cNvPicPr preferRelativeResize="0"/>
          <p:nvPr/>
        </p:nvPicPr>
        <p:blipFill rotWithShape="1">
          <a:blip r:embed="rId3">
            <a:alphaModFix/>
          </a:blip>
          <a:srcRect/>
          <a:stretch/>
        </p:blipFill>
        <p:spPr>
          <a:xfrm>
            <a:off x="37565" y="2016842"/>
            <a:ext cx="457206" cy="45720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13"/>
        <p:cNvGrpSpPr/>
        <p:nvPr/>
      </p:nvGrpSpPr>
      <p:grpSpPr>
        <a:xfrm>
          <a:off x="0" y="0"/>
          <a:ext cx="0" cy="0"/>
          <a:chOff x="0" y="0"/>
          <a:chExt cx="0" cy="0"/>
        </a:xfrm>
      </p:grpSpPr>
      <p:sp>
        <p:nvSpPr>
          <p:cNvPr id="1414" name="Google Shape;1414;p64"/>
          <p:cNvSpPr txBox="1"/>
          <p:nvPr/>
        </p:nvSpPr>
        <p:spPr>
          <a:xfrm>
            <a:off x="152551" y="130471"/>
            <a:ext cx="10967086" cy="710711"/>
          </a:xfrm>
          <a:prstGeom prst="rect">
            <a:avLst/>
          </a:prstGeom>
          <a:noFill/>
          <a:ln>
            <a:noFill/>
          </a:ln>
        </p:spPr>
        <p:txBody>
          <a:bodyPr spcFirstLastPara="1" wrap="square" lIns="121825" tIns="60900" rIns="121825" bIns="60900" anchor="ctr" anchorCtr="0">
            <a:noAutofit/>
          </a:bodyPr>
          <a:lstStyle/>
          <a:p>
            <a:pPr marL="0" marR="0" lvl="0" indent="0" algn="l" rtl="0">
              <a:spcBef>
                <a:spcPts val="0"/>
              </a:spcBef>
              <a:spcAft>
                <a:spcPts val="0"/>
              </a:spcAft>
              <a:buClr>
                <a:srgbClr val="000000"/>
              </a:buClr>
              <a:buSzPts val="2798"/>
              <a:buFont typeface="Corben"/>
              <a:buNone/>
            </a:pPr>
            <a:r>
              <a:rPr lang="en-US" sz="3600" dirty="0">
                <a:solidFill>
                  <a:srgbClr val="FFC000"/>
                </a:solidFill>
                <a:latin typeface="Cooper Black" panose="0208090404030B020404" pitchFamily="18" charset="0"/>
                <a:ea typeface="Corben"/>
                <a:cs typeface="Corben"/>
                <a:sym typeface="Corben"/>
              </a:rPr>
              <a:t>Fiori Elements - List Report Application</a:t>
            </a:r>
            <a:endParaRPr sz="2000" dirty="0">
              <a:solidFill>
                <a:srgbClr val="FFC000"/>
              </a:solidFill>
              <a:latin typeface="Cooper Black" panose="0208090404030B020404" pitchFamily="18" charset="0"/>
            </a:endParaRPr>
          </a:p>
        </p:txBody>
      </p:sp>
      <p:sp>
        <p:nvSpPr>
          <p:cNvPr id="1417" name="Google Shape;1417;p64"/>
          <p:cNvSpPr/>
          <p:nvPr/>
        </p:nvSpPr>
        <p:spPr>
          <a:xfrm>
            <a:off x="174105" y="917231"/>
            <a:ext cx="11760715" cy="64569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98">
                <a:solidFill>
                  <a:schemeClr val="dk1"/>
                </a:solidFill>
                <a:latin typeface="Arial"/>
                <a:ea typeface="Arial"/>
                <a:cs typeface="Arial"/>
                <a:sym typeface="Arial"/>
              </a:rPr>
              <a:t>The list report offers powerful features for finding and acting on relevant data sets. It is often used as an entry point for navigating to the item details, which are usually shown on an object page.</a:t>
            </a:r>
            <a:endParaRPr sz="1798">
              <a:solidFill>
                <a:srgbClr val="000000"/>
              </a:solidFill>
              <a:latin typeface="Calibri"/>
              <a:ea typeface="Calibri"/>
              <a:cs typeface="Calibri"/>
              <a:sym typeface="Calibri"/>
            </a:endParaRPr>
          </a:p>
        </p:txBody>
      </p:sp>
      <p:pic>
        <p:nvPicPr>
          <p:cNvPr id="1418" name="Google Shape;1418;p64"/>
          <p:cNvPicPr preferRelativeResize="0"/>
          <p:nvPr/>
        </p:nvPicPr>
        <p:blipFill rotWithShape="1">
          <a:blip r:embed="rId3">
            <a:alphaModFix/>
          </a:blip>
          <a:srcRect/>
          <a:stretch/>
        </p:blipFill>
        <p:spPr>
          <a:xfrm>
            <a:off x="174106" y="2321981"/>
            <a:ext cx="5393715" cy="3555031"/>
          </a:xfrm>
          <a:prstGeom prst="rect">
            <a:avLst/>
          </a:prstGeom>
          <a:noFill/>
          <a:ln>
            <a:noFill/>
          </a:ln>
        </p:spPr>
      </p:pic>
      <p:pic>
        <p:nvPicPr>
          <p:cNvPr id="1419" name="Google Shape;1419;p64"/>
          <p:cNvPicPr preferRelativeResize="0"/>
          <p:nvPr/>
        </p:nvPicPr>
        <p:blipFill rotWithShape="1">
          <a:blip r:embed="rId4">
            <a:alphaModFix/>
          </a:blip>
          <a:srcRect/>
          <a:stretch/>
        </p:blipFill>
        <p:spPr>
          <a:xfrm>
            <a:off x="6703695" y="2311650"/>
            <a:ext cx="5311023" cy="3565362"/>
          </a:xfrm>
          <a:prstGeom prst="rect">
            <a:avLst/>
          </a:prstGeom>
          <a:noFill/>
          <a:ln>
            <a:noFill/>
          </a:ln>
        </p:spPr>
      </p:pic>
      <p:cxnSp>
        <p:nvCxnSpPr>
          <p:cNvPr id="1420" name="Google Shape;1420;p64"/>
          <p:cNvCxnSpPr/>
          <p:nvPr/>
        </p:nvCxnSpPr>
        <p:spPr>
          <a:xfrm>
            <a:off x="5250121" y="3996939"/>
            <a:ext cx="1584134" cy="0"/>
          </a:xfrm>
          <a:prstGeom prst="straightConnector1">
            <a:avLst/>
          </a:prstGeom>
          <a:noFill/>
          <a:ln w="76200" cap="flat" cmpd="sng">
            <a:solidFill>
              <a:schemeClr val="accent1"/>
            </a:solidFill>
            <a:prstDash val="solid"/>
            <a:miter lim="800000"/>
            <a:headEnd type="none" w="sm" len="sm"/>
            <a:tailEnd type="triangle" w="med" len="med"/>
          </a:ln>
        </p:spPr>
      </p:cxnSp>
      <p:sp>
        <p:nvSpPr>
          <p:cNvPr id="1421" name="Google Shape;1421;p64"/>
          <p:cNvSpPr/>
          <p:nvPr/>
        </p:nvSpPr>
        <p:spPr>
          <a:xfrm>
            <a:off x="5119561" y="3927307"/>
            <a:ext cx="200193" cy="156673"/>
          </a:xfrm>
          <a:prstGeom prst="ellipse">
            <a:avLst/>
          </a:prstGeom>
          <a:solidFill>
            <a:schemeClr val="accent1"/>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798">
              <a:solidFill>
                <a:srgbClr val="FFFFFF"/>
              </a:solidFill>
              <a:latin typeface="Calibri"/>
              <a:ea typeface="Calibri"/>
              <a:cs typeface="Calibri"/>
              <a:sym typeface="Calibri"/>
            </a:endParaRPr>
          </a:p>
        </p:txBody>
      </p:sp>
      <p:sp>
        <p:nvSpPr>
          <p:cNvPr id="1422" name="Google Shape;1422;p64"/>
          <p:cNvSpPr txBox="1"/>
          <p:nvPr/>
        </p:nvSpPr>
        <p:spPr>
          <a:xfrm>
            <a:off x="1646650" y="1847041"/>
            <a:ext cx="2411019" cy="36901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98" b="1">
                <a:solidFill>
                  <a:srgbClr val="000000"/>
                </a:solidFill>
                <a:latin typeface="Calibri"/>
                <a:ea typeface="Calibri"/>
                <a:cs typeface="Calibri"/>
                <a:sym typeface="Calibri"/>
              </a:rPr>
              <a:t>List Report</a:t>
            </a:r>
            <a:endParaRPr/>
          </a:p>
        </p:txBody>
      </p:sp>
      <p:sp>
        <p:nvSpPr>
          <p:cNvPr id="1423" name="Google Shape;1423;p64"/>
          <p:cNvSpPr txBox="1"/>
          <p:nvPr/>
        </p:nvSpPr>
        <p:spPr>
          <a:xfrm>
            <a:off x="8474966" y="1873468"/>
            <a:ext cx="2411019" cy="36901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98" b="1">
                <a:solidFill>
                  <a:srgbClr val="000000"/>
                </a:solidFill>
                <a:latin typeface="Calibri"/>
                <a:ea typeface="Calibri"/>
                <a:cs typeface="Calibri"/>
                <a:sym typeface="Calibri"/>
              </a:rPr>
              <a:t>Object Page</a:t>
            </a:r>
            <a:endParaRPr/>
          </a:p>
        </p:txBody>
      </p:sp>
      <p:sp>
        <p:nvSpPr>
          <p:cNvPr id="1424" name="Google Shape;1424;p64"/>
          <p:cNvSpPr/>
          <p:nvPr/>
        </p:nvSpPr>
        <p:spPr>
          <a:xfrm>
            <a:off x="314933" y="2552069"/>
            <a:ext cx="5100565" cy="548349"/>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798">
              <a:solidFill>
                <a:srgbClr val="FFFFFF"/>
              </a:solidFill>
              <a:latin typeface="Calibri"/>
              <a:ea typeface="Calibri"/>
              <a:cs typeface="Calibri"/>
              <a:sym typeface="Calibri"/>
            </a:endParaRPr>
          </a:p>
        </p:txBody>
      </p:sp>
      <p:sp>
        <p:nvSpPr>
          <p:cNvPr id="1425" name="Google Shape;1425;p64"/>
          <p:cNvSpPr/>
          <p:nvPr/>
        </p:nvSpPr>
        <p:spPr>
          <a:xfrm>
            <a:off x="314932" y="2330116"/>
            <a:ext cx="665859" cy="221953"/>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798">
              <a:solidFill>
                <a:srgbClr val="FFFFFF"/>
              </a:solidFill>
              <a:latin typeface="Calibri"/>
              <a:ea typeface="Calibri"/>
              <a:cs typeface="Calibri"/>
              <a:sym typeface="Calibri"/>
            </a:endParaRPr>
          </a:p>
        </p:txBody>
      </p:sp>
      <p:sp>
        <p:nvSpPr>
          <p:cNvPr id="1426" name="Google Shape;1426;p64"/>
          <p:cNvSpPr/>
          <p:nvPr/>
        </p:nvSpPr>
        <p:spPr>
          <a:xfrm>
            <a:off x="299701" y="3392015"/>
            <a:ext cx="5100565" cy="2493131"/>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798">
              <a:solidFill>
                <a:srgbClr val="FFFFFF"/>
              </a:solidFill>
              <a:latin typeface="Calibri"/>
              <a:ea typeface="Calibri"/>
              <a:cs typeface="Calibri"/>
              <a:sym typeface="Calibri"/>
            </a:endParaRPr>
          </a:p>
        </p:txBody>
      </p:sp>
      <p:sp>
        <p:nvSpPr>
          <p:cNvPr id="1427" name="Google Shape;1427;p64"/>
          <p:cNvSpPr/>
          <p:nvPr/>
        </p:nvSpPr>
        <p:spPr>
          <a:xfrm>
            <a:off x="3461442" y="3206217"/>
            <a:ext cx="1954056" cy="185798"/>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798">
              <a:solidFill>
                <a:srgbClr val="FFFFFF"/>
              </a:solidFill>
              <a:latin typeface="Calibri"/>
              <a:ea typeface="Calibri"/>
              <a:cs typeface="Calibri"/>
              <a:sym typeface="Calibri"/>
            </a:endParaRPr>
          </a:p>
        </p:txBody>
      </p:sp>
      <p:sp>
        <p:nvSpPr>
          <p:cNvPr id="1428" name="Google Shape;1428;p64"/>
          <p:cNvSpPr/>
          <p:nvPr/>
        </p:nvSpPr>
        <p:spPr>
          <a:xfrm>
            <a:off x="6703696" y="2502539"/>
            <a:ext cx="5100565" cy="636589"/>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798">
              <a:solidFill>
                <a:srgbClr val="FFFFFF"/>
              </a:solidFill>
              <a:latin typeface="Calibri"/>
              <a:ea typeface="Calibri"/>
              <a:cs typeface="Calibri"/>
              <a:sym typeface="Calibri"/>
            </a:endParaRPr>
          </a:p>
        </p:txBody>
      </p:sp>
      <p:sp>
        <p:nvSpPr>
          <p:cNvPr id="1429" name="Google Shape;1429;p64"/>
          <p:cNvSpPr/>
          <p:nvPr/>
        </p:nvSpPr>
        <p:spPr>
          <a:xfrm>
            <a:off x="6703698" y="3139587"/>
            <a:ext cx="1518854" cy="190429"/>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798">
              <a:solidFill>
                <a:srgbClr val="FFFFFF"/>
              </a:solidFill>
              <a:latin typeface="Calibri"/>
              <a:ea typeface="Calibri"/>
              <a:cs typeface="Calibri"/>
              <a:sym typeface="Calibri"/>
            </a:endParaRPr>
          </a:p>
        </p:txBody>
      </p:sp>
      <p:sp>
        <p:nvSpPr>
          <p:cNvPr id="1430" name="Google Shape;1430;p64"/>
          <p:cNvSpPr/>
          <p:nvPr/>
        </p:nvSpPr>
        <p:spPr>
          <a:xfrm>
            <a:off x="6775504" y="3429001"/>
            <a:ext cx="5100565" cy="649440"/>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798">
              <a:solidFill>
                <a:srgbClr val="FFFFFF"/>
              </a:solidFill>
              <a:latin typeface="Calibri"/>
              <a:ea typeface="Calibri"/>
              <a:cs typeface="Calibri"/>
              <a:sym typeface="Calibri"/>
            </a:endParaRPr>
          </a:p>
        </p:txBody>
      </p:sp>
      <p:sp>
        <p:nvSpPr>
          <p:cNvPr id="1431" name="Google Shape;1431;p64"/>
          <p:cNvSpPr/>
          <p:nvPr/>
        </p:nvSpPr>
        <p:spPr>
          <a:xfrm>
            <a:off x="6808926" y="4580578"/>
            <a:ext cx="5100565" cy="755778"/>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798">
              <a:solidFill>
                <a:srgbClr val="FFFFFF"/>
              </a:solidFill>
              <a:latin typeface="Calibri"/>
              <a:ea typeface="Calibri"/>
              <a:cs typeface="Calibri"/>
              <a:sym typeface="Calibri"/>
            </a:endParaRPr>
          </a:p>
        </p:txBody>
      </p:sp>
      <p:sp>
        <p:nvSpPr>
          <p:cNvPr id="20"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21"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35"/>
        <p:cNvGrpSpPr/>
        <p:nvPr/>
      </p:nvGrpSpPr>
      <p:grpSpPr>
        <a:xfrm>
          <a:off x="0" y="0"/>
          <a:ext cx="0" cy="0"/>
          <a:chOff x="0" y="0"/>
          <a:chExt cx="0" cy="0"/>
        </a:xfrm>
      </p:grpSpPr>
      <p:sp>
        <p:nvSpPr>
          <p:cNvPr id="1436" name="Google Shape;1436;p65"/>
          <p:cNvSpPr txBox="1"/>
          <p:nvPr/>
        </p:nvSpPr>
        <p:spPr>
          <a:xfrm>
            <a:off x="152551" y="130471"/>
            <a:ext cx="10967086" cy="710711"/>
          </a:xfrm>
          <a:prstGeom prst="rect">
            <a:avLst/>
          </a:prstGeom>
          <a:noFill/>
          <a:ln>
            <a:noFill/>
          </a:ln>
        </p:spPr>
        <p:txBody>
          <a:bodyPr spcFirstLastPara="1" wrap="square" lIns="121825" tIns="60900" rIns="121825" bIns="60900" anchor="ctr" anchorCtr="0">
            <a:noAutofit/>
          </a:bodyPr>
          <a:lstStyle/>
          <a:p>
            <a:pPr marL="0" marR="0" lvl="0" indent="0" algn="l" rtl="0">
              <a:spcBef>
                <a:spcPts val="0"/>
              </a:spcBef>
              <a:spcAft>
                <a:spcPts val="0"/>
              </a:spcAft>
              <a:buClr>
                <a:srgbClr val="000000"/>
              </a:buClr>
              <a:buSzPts val="2798"/>
              <a:buFont typeface="Corben"/>
              <a:buNone/>
            </a:pPr>
            <a:r>
              <a:rPr lang="en-US" sz="3600" dirty="0">
                <a:solidFill>
                  <a:srgbClr val="FFC000"/>
                </a:solidFill>
                <a:latin typeface="Cooper Black" panose="0208090404030B020404" pitchFamily="18" charset="0"/>
                <a:ea typeface="Corben"/>
                <a:cs typeface="Corben"/>
                <a:sym typeface="Corben"/>
              </a:rPr>
              <a:t>Object Page</a:t>
            </a:r>
            <a:endParaRPr sz="3600" dirty="0">
              <a:solidFill>
                <a:srgbClr val="FFC000"/>
              </a:solidFill>
              <a:latin typeface="Cooper Black" panose="0208090404030B020404" pitchFamily="18" charset="0"/>
              <a:ea typeface="Corben"/>
              <a:cs typeface="Corben"/>
              <a:sym typeface="Corben"/>
            </a:endParaRPr>
          </a:p>
        </p:txBody>
      </p:sp>
      <p:pic>
        <p:nvPicPr>
          <p:cNvPr id="1439" name="Google Shape;1439;p65" descr="https://blogs.sap.com/wp-content/uploads/2017/08/Develop-Object-Page-simple-example-facets.png"/>
          <p:cNvPicPr preferRelativeResize="0"/>
          <p:nvPr/>
        </p:nvPicPr>
        <p:blipFill rotWithShape="1">
          <a:blip r:embed="rId3">
            <a:alphaModFix/>
          </a:blip>
          <a:srcRect/>
          <a:stretch/>
        </p:blipFill>
        <p:spPr>
          <a:xfrm>
            <a:off x="323603" y="917230"/>
            <a:ext cx="10192461" cy="5445270"/>
          </a:xfrm>
          <a:prstGeom prst="rect">
            <a:avLst/>
          </a:prstGeom>
          <a:noFill/>
          <a:ln>
            <a:noFill/>
          </a:ln>
        </p:spPr>
      </p:pic>
      <p:sp>
        <p:nvSpPr>
          <p:cNvPr id="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43"/>
        <p:cNvGrpSpPr/>
        <p:nvPr/>
      </p:nvGrpSpPr>
      <p:grpSpPr>
        <a:xfrm>
          <a:off x="0" y="0"/>
          <a:ext cx="0" cy="0"/>
          <a:chOff x="0" y="0"/>
          <a:chExt cx="0" cy="0"/>
        </a:xfrm>
      </p:grpSpPr>
      <p:sp>
        <p:nvSpPr>
          <p:cNvPr id="1444" name="Google Shape;1444;p66"/>
          <p:cNvSpPr txBox="1">
            <a:spLocks noGrp="1"/>
          </p:cNvSpPr>
          <p:nvPr>
            <p:ph type="title"/>
          </p:nvPr>
        </p:nvSpPr>
        <p:spPr>
          <a:xfrm>
            <a:off x="193610" y="138229"/>
            <a:ext cx="9421946" cy="52826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833C0B"/>
              </a:buClr>
              <a:buSzPct val="100000"/>
              <a:buFont typeface="Corben"/>
              <a:buNone/>
            </a:pPr>
            <a:r>
              <a:rPr lang="en-US" sz="3600" dirty="0">
                <a:solidFill>
                  <a:srgbClr val="FFC000"/>
                </a:solidFill>
                <a:latin typeface="Cooper Black" panose="0208090404030B020404" pitchFamily="18" charset="0"/>
                <a:ea typeface="Corben"/>
                <a:cs typeface="Corben"/>
                <a:sym typeface="Corben"/>
              </a:rPr>
              <a:t>Annotation Documentation</a:t>
            </a:r>
            <a:endParaRPr sz="3600" dirty="0">
              <a:solidFill>
                <a:srgbClr val="FFC000"/>
              </a:solidFill>
              <a:latin typeface="Cooper Black" panose="0208090404030B020404" pitchFamily="18" charset="0"/>
              <a:ea typeface="Corben"/>
              <a:cs typeface="Corben"/>
              <a:sym typeface="Corben"/>
            </a:endParaRPr>
          </a:p>
        </p:txBody>
      </p:sp>
      <p:sp>
        <p:nvSpPr>
          <p:cNvPr id="1448" name="Google Shape;1448;p66"/>
          <p:cNvSpPr txBox="1"/>
          <p:nvPr/>
        </p:nvSpPr>
        <p:spPr>
          <a:xfrm>
            <a:off x="323766" y="781740"/>
            <a:ext cx="11503204" cy="440056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399" u="sng" dirty="0">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https://help.sap.com/doc/saphelp_nw75/7.5.5/en-US/63/0ce9b386b84e80bfade96779fbaeec/content.htm?no_cache=true</a:t>
            </a:r>
            <a:endParaRPr sz="2399" dirty="0">
              <a:solidFill>
                <a:srgbClr val="000000"/>
              </a:solidFill>
              <a:latin typeface="Calibri"/>
              <a:ea typeface="Calibri"/>
              <a:cs typeface="Calibri"/>
              <a:sym typeface="Calibri"/>
            </a:endParaRPr>
          </a:p>
          <a:p>
            <a:pPr marL="0" marR="0" lvl="0" indent="0" algn="l" rtl="0">
              <a:spcBef>
                <a:spcPts val="0"/>
              </a:spcBef>
              <a:spcAft>
                <a:spcPts val="0"/>
              </a:spcAft>
              <a:buNone/>
            </a:pPr>
            <a:endParaRPr sz="2399" dirty="0">
              <a:solidFill>
                <a:srgbClr val="000000"/>
              </a:solidFill>
              <a:latin typeface="Calibri"/>
              <a:ea typeface="Calibri"/>
              <a:cs typeface="Calibri"/>
              <a:sym typeface="Calibri"/>
            </a:endParaRPr>
          </a:p>
          <a:p>
            <a:pPr marL="0" marR="0" lvl="0" indent="0" algn="l" rtl="0">
              <a:spcBef>
                <a:spcPts val="0"/>
              </a:spcBef>
              <a:spcAft>
                <a:spcPts val="0"/>
              </a:spcAft>
              <a:buNone/>
            </a:pPr>
            <a:r>
              <a:rPr lang="en-US" sz="2399" u="sng" dirty="0">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https://ui5.sap.com/#/topic/1cf5c7f5b81c4cb3ba98fd14314d4504</a:t>
            </a:r>
            <a:endParaRPr sz="2399" dirty="0">
              <a:solidFill>
                <a:srgbClr val="000000"/>
              </a:solidFill>
              <a:latin typeface="Calibri"/>
              <a:ea typeface="Calibri"/>
              <a:cs typeface="Calibri"/>
              <a:sym typeface="Calibri"/>
            </a:endParaRPr>
          </a:p>
          <a:p>
            <a:pPr marL="0" marR="0" lvl="0" indent="0" algn="l" rtl="0">
              <a:spcBef>
                <a:spcPts val="0"/>
              </a:spcBef>
              <a:spcAft>
                <a:spcPts val="0"/>
              </a:spcAft>
              <a:buNone/>
            </a:pPr>
            <a:endParaRPr sz="2399" dirty="0">
              <a:solidFill>
                <a:srgbClr val="000000"/>
              </a:solidFill>
              <a:latin typeface="Calibri"/>
              <a:ea typeface="Calibri"/>
              <a:cs typeface="Calibri"/>
              <a:sym typeface="Calibri"/>
            </a:endParaRPr>
          </a:p>
          <a:p>
            <a:pPr marL="0" marR="0" lvl="0" indent="0" algn="l" rtl="0">
              <a:spcBef>
                <a:spcPts val="0"/>
              </a:spcBef>
              <a:spcAft>
                <a:spcPts val="0"/>
              </a:spcAft>
              <a:buNone/>
            </a:pPr>
            <a:r>
              <a:rPr lang="en-US" sz="2000" dirty="0">
                <a:solidFill>
                  <a:srgbClr val="000000"/>
                </a:solidFill>
                <a:latin typeface="Calibri"/>
                <a:ea typeface="Calibri"/>
                <a:cs typeface="Calibri"/>
                <a:sym typeface="Calibri"/>
              </a:rPr>
              <a:t>@UI.SelectionField – Create filter fields on screen 1 (List Report)</a:t>
            </a:r>
            <a:endParaRPr dirty="0"/>
          </a:p>
          <a:p>
            <a:pPr marL="0" marR="0" lvl="0" indent="0" algn="l" rtl="0">
              <a:spcBef>
                <a:spcPts val="0"/>
              </a:spcBef>
              <a:spcAft>
                <a:spcPts val="0"/>
              </a:spcAft>
              <a:buNone/>
            </a:pPr>
            <a:r>
              <a:rPr lang="en-US" sz="2000" dirty="0">
                <a:solidFill>
                  <a:srgbClr val="000000"/>
                </a:solidFill>
                <a:latin typeface="Calibri"/>
                <a:ea typeface="Calibri"/>
                <a:cs typeface="Calibri"/>
                <a:sym typeface="Calibri"/>
              </a:rPr>
              <a:t>@UI.LineItem – Create Columns on first Screen (Table area on list report)</a:t>
            </a:r>
            <a:endParaRPr dirty="0"/>
          </a:p>
          <a:p>
            <a:pPr marL="0" marR="0" lvl="0" indent="0" algn="l" rtl="0">
              <a:spcBef>
                <a:spcPts val="0"/>
              </a:spcBef>
              <a:spcAft>
                <a:spcPts val="0"/>
              </a:spcAft>
              <a:buNone/>
            </a:pPr>
            <a:r>
              <a:rPr lang="en-US" sz="2000" dirty="0">
                <a:solidFill>
                  <a:srgbClr val="000000"/>
                </a:solidFill>
                <a:latin typeface="Calibri"/>
                <a:ea typeface="Calibri"/>
                <a:cs typeface="Calibri"/>
                <a:sym typeface="Calibri"/>
              </a:rPr>
              <a:t>@UI.HeaderInfo – Provide title to the table and arrange header for the object page (second screen)</a:t>
            </a:r>
            <a:endParaRPr dirty="0"/>
          </a:p>
          <a:p>
            <a:pPr marL="0" marR="0" lvl="0" indent="0" algn="l" rtl="0">
              <a:spcBef>
                <a:spcPts val="0"/>
              </a:spcBef>
              <a:spcAft>
                <a:spcPts val="0"/>
              </a:spcAft>
              <a:buNone/>
            </a:pPr>
            <a:r>
              <a:rPr lang="en-US" sz="2000" dirty="0">
                <a:solidFill>
                  <a:srgbClr val="000000"/>
                </a:solidFill>
                <a:latin typeface="Calibri"/>
                <a:ea typeface="Calibri"/>
                <a:cs typeface="Calibri"/>
                <a:sym typeface="Calibri"/>
              </a:rPr>
              <a:t>@UI.Facets – To create tabs on the object page</a:t>
            </a:r>
            <a:endParaRPr dirty="0"/>
          </a:p>
          <a:p>
            <a:pPr marL="0" marR="0" lvl="0" indent="0" algn="l" rtl="0">
              <a:spcBef>
                <a:spcPts val="0"/>
              </a:spcBef>
              <a:spcAft>
                <a:spcPts val="0"/>
              </a:spcAft>
              <a:buNone/>
            </a:pPr>
            <a:r>
              <a:rPr lang="en-US" sz="2000" dirty="0">
                <a:solidFill>
                  <a:srgbClr val="000000"/>
                </a:solidFill>
                <a:latin typeface="Calibri"/>
                <a:ea typeface="Calibri"/>
                <a:cs typeface="Calibri"/>
                <a:sym typeface="Calibri"/>
              </a:rPr>
              <a:t>@UI.Identification – can only be one, Configure default fields on object page (inside facet)</a:t>
            </a:r>
            <a:endParaRPr dirty="0"/>
          </a:p>
          <a:p>
            <a:pPr marL="0" marR="0" lvl="0" indent="0" algn="l" rtl="0">
              <a:spcBef>
                <a:spcPts val="0"/>
              </a:spcBef>
              <a:spcAft>
                <a:spcPts val="0"/>
              </a:spcAft>
              <a:buNone/>
            </a:pPr>
            <a:r>
              <a:rPr lang="en-US" sz="2000" dirty="0">
                <a:solidFill>
                  <a:srgbClr val="000000"/>
                </a:solidFill>
                <a:latin typeface="Calibri"/>
                <a:ea typeface="Calibri"/>
                <a:cs typeface="Calibri"/>
                <a:sym typeface="Calibri"/>
              </a:rPr>
              <a:t>@UI.FieldGroup – To create field groups (group of fields) in a block with label and text</a:t>
            </a:r>
            <a:endParaRPr dirty="0"/>
          </a:p>
          <a:p>
            <a:pPr marL="0" marR="0" lvl="0" indent="0" algn="l" rtl="0">
              <a:spcBef>
                <a:spcPts val="0"/>
              </a:spcBef>
              <a:spcAft>
                <a:spcPts val="0"/>
              </a:spcAft>
              <a:buNone/>
            </a:pPr>
            <a:r>
              <a:rPr lang="en-US" sz="2000" dirty="0">
                <a:solidFill>
                  <a:srgbClr val="000000"/>
                </a:solidFill>
                <a:latin typeface="Calibri"/>
                <a:ea typeface="Calibri"/>
                <a:cs typeface="Calibri"/>
                <a:sym typeface="Calibri"/>
              </a:rPr>
              <a:t>@UI.datapoint – to create a single value to be displayed in a chart or on top of page</a:t>
            </a:r>
            <a:endParaRPr dirty="0"/>
          </a:p>
          <a:p>
            <a:pPr marL="0" marR="0" lvl="0" indent="0" algn="l" rtl="0">
              <a:spcBef>
                <a:spcPts val="0"/>
              </a:spcBef>
              <a:spcAft>
                <a:spcPts val="0"/>
              </a:spcAft>
              <a:buNone/>
            </a:pPr>
            <a:r>
              <a:rPr lang="en-US" sz="2000" dirty="0">
                <a:solidFill>
                  <a:srgbClr val="000000"/>
                </a:solidFill>
                <a:latin typeface="Calibri"/>
                <a:ea typeface="Calibri"/>
                <a:cs typeface="Calibri"/>
                <a:sym typeface="Calibri"/>
              </a:rPr>
              <a:t>@UI.Chart – to create a chart with a particular chart type</a:t>
            </a:r>
            <a:endParaRPr dirty="0"/>
          </a:p>
        </p:txBody>
      </p:sp>
      <p:sp>
        <p:nvSpPr>
          <p:cNvPr id="7"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70"/>
        <p:cNvGrpSpPr/>
        <p:nvPr/>
      </p:nvGrpSpPr>
      <p:grpSpPr>
        <a:xfrm>
          <a:off x="0" y="0"/>
          <a:ext cx="0" cy="0"/>
          <a:chOff x="0" y="0"/>
          <a:chExt cx="0" cy="0"/>
        </a:xfrm>
      </p:grpSpPr>
      <p:sp>
        <p:nvSpPr>
          <p:cNvPr id="1472" name="Google Shape;1472;p69"/>
          <p:cNvSpPr txBox="1"/>
          <p:nvPr/>
        </p:nvSpPr>
        <p:spPr>
          <a:xfrm>
            <a:off x="224979" y="788088"/>
            <a:ext cx="11806237" cy="369331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Behavior definition describes the behavior of the business object in terms of what operations are allowed for our entire BO. If the BO consists of multiple entities (e.g. Travel, Booking, Booking </a:t>
            </a:r>
            <a:r>
              <a:rPr lang="en-US" sz="1800" dirty="0" err="1">
                <a:solidFill>
                  <a:schemeClr val="dk1"/>
                </a:solidFill>
                <a:latin typeface="Calibri"/>
                <a:ea typeface="Calibri"/>
                <a:cs typeface="Calibri"/>
                <a:sym typeface="Calibri"/>
              </a:rPr>
              <a:t>Suppl</a:t>
            </a:r>
            <a:r>
              <a:rPr lang="en-US" sz="1800" dirty="0">
                <a:solidFill>
                  <a:schemeClr val="dk1"/>
                </a:solidFill>
                <a:latin typeface="Calibri"/>
                <a:ea typeface="Calibri"/>
                <a:cs typeface="Calibri"/>
                <a:sym typeface="Calibri"/>
              </a:rPr>
              <a:t>), there is exactly one BDEF which exist for this business object. </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The BDEF will have exactly same name as your root entity, you are not allowed to change the name. We can test our business object once the behavior definition is created. The RAP framework will auto generate all the necessary code behind the scenes to handle the CURD (Create, Update, Read, and Delete) operations on our BO.</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Based on the BDEF, the RAP framework will decide whether it’s a managed or unmanaged scenario. In addition to CURD, we can also maintain the actions, determinations, </a:t>
            </a:r>
            <a:r>
              <a:rPr lang="en-US" sz="1800" dirty="0" err="1">
                <a:solidFill>
                  <a:schemeClr val="dk1"/>
                </a:solidFill>
                <a:latin typeface="Calibri"/>
                <a:ea typeface="Calibri"/>
                <a:cs typeface="Calibri"/>
                <a:sym typeface="Calibri"/>
              </a:rPr>
              <a:t>prechecks</a:t>
            </a:r>
            <a:r>
              <a:rPr lang="en-US" sz="1800" dirty="0">
                <a:solidFill>
                  <a:schemeClr val="dk1"/>
                </a:solidFill>
                <a:latin typeface="Calibri"/>
                <a:ea typeface="Calibri"/>
                <a:cs typeface="Calibri"/>
                <a:sym typeface="Calibri"/>
              </a:rPr>
              <a:t>, validations, draft availability, draft actions etc. as part of </a:t>
            </a:r>
            <a:r>
              <a:rPr lang="en-US" sz="1800" dirty="0" err="1">
                <a:solidFill>
                  <a:schemeClr val="dk1"/>
                </a:solidFill>
                <a:latin typeface="Calibri"/>
                <a:ea typeface="Calibri"/>
                <a:cs typeface="Calibri"/>
                <a:sym typeface="Calibri"/>
              </a:rPr>
              <a:t>behaviour</a:t>
            </a:r>
            <a:r>
              <a:rPr lang="en-US" sz="1800" dirty="0">
                <a:solidFill>
                  <a:schemeClr val="dk1"/>
                </a:solidFill>
                <a:latin typeface="Calibri"/>
                <a:ea typeface="Calibri"/>
                <a:cs typeface="Calibri"/>
                <a:sym typeface="Calibri"/>
              </a:rPr>
              <a:t> definition.</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The name of BDEF is always same name as your BO.</a:t>
            </a:r>
            <a:endParaRPr dirty="0"/>
          </a:p>
          <a:p>
            <a:pPr marL="0" marR="0" lvl="0" indent="0" algn="l" rtl="0">
              <a:spcBef>
                <a:spcPts val="0"/>
              </a:spcBef>
              <a:spcAft>
                <a:spcPts val="0"/>
              </a:spcAft>
              <a:buNone/>
            </a:pPr>
            <a:r>
              <a:rPr lang="en-US" sz="1800" u="sng" dirty="0">
                <a:solidFill>
                  <a:schemeClr val="dk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https://help.sap.com/docs/ABAP_PLATFORM_NEW/fc4c71aa50014fd1b43721701471913d/761d389302e8463a9c3509907f22f22f.html?q=behavior%20definition#loio761d389302e8463a9c3509907f22f22f__impl_strict_transAct</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1473" name="Google Shape;1473;p69"/>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Behavior Definition (BDEF)</a:t>
            </a:r>
            <a:endParaRPr sz="3599" dirty="0">
              <a:solidFill>
                <a:srgbClr val="FFC000"/>
              </a:solidFill>
              <a:latin typeface="Cooper Black" panose="0208090404030B020404" pitchFamily="18" charset="0"/>
              <a:ea typeface="Corben"/>
              <a:cs typeface="Corben"/>
              <a:sym typeface="Corben"/>
            </a:endParaRPr>
          </a:p>
        </p:txBody>
      </p:sp>
      <p:sp>
        <p:nvSpPr>
          <p:cNvPr id="1476" name="Google Shape;1476;p69"/>
          <p:cNvSpPr/>
          <p:nvPr/>
        </p:nvSpPr>
        <p:spPr>
          <a:xfrm>
            <a:off x="989883" y="4733049"/>
            <a:ext cx="2880320" cy="151216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Business Object</a:t>
            </a:r>
            <a:endParaRPr/>
          </a:p>
          <a:p>
            <a:pPr marL="0" marR="0" lvl="0" indent="0" algn="ctr" rtl="0">
              <a:spcBef>
                <a:spcPts val="0"/>
              </a:spcBef>
              <a:spcAft>
                <a:spcPts val="0"/>
              </a:spcAft>
              <a:buNone/>
            </a:pPr>
            <a:r>
              <a:rPr lang="en-US" sz="1400">
                <a:solidFill>
                  <a:schemeClr val="lt1"/>
                </a:solidFill>
                <a:latin typeface="Calibri"/>
                <a:ea typeface="Calibri"/>
                <a:cs typeface="Calibri"/>
                <a:sym typeface="Calibri"/>
              </a:rPr>
              <a:t>Travel(root)+Booking+Booking Suppl</a:t>
            </a:r>
            <a:endParaRPr sz="1400">
              <a:solidFill>
                <a:schemeClr val="lt1"/>
              </a:solidFill>
              <a:latin typeface="Calibri"/>
              <a:ea typeface="Calibri"/>
              <a:cs typeface="Calibri"/>
              <a:sym typeface="Calibri"/>
            </a:endParaRPr>
          </a:p>
        </p:txBody>
      </p:sp>
      <p:sp>
        <p:nvSpPr>
          <p:cNvPr id="1477" name="Google Shape;1477;p69"/>
          <p:cNvSpPr/>
          <p:nvPr/>
        </p:nvSpPr>
        <p:spPr>
          <a:xfrm>
            <a:off x="7542611" y="4733049"/>
            <a:ext cx="2880320" cy="151216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Behaviour Definition</a:t>
            </a:r>
            <a:endParaRPr sz="1400">
              <a:solidFill>
                <a:schemeClr val="lt1"/>
              </a:solidFill>
              <a:latin typeface="Calibri"/>
              <a:ea typeface="Calibri"/>
              <a:cs typeface="Calibri"/>
              <a:sym typeface="Calibri"/>
            </a:endParaRPr>
          </a:p>
        </p:txBody>
      </p:sp>
      <p:cxnSp>
        <p:nvCxnSpPr>
          <p:cNvPr id="1478" name="Google Shape;1478;p69"/>
          <p:cNvCxnSpPr>
            <a:stCxn id="1476" idx="3"/>
            <a:endCxn id="1477" idx="1"/>
          </p:cNvCxnSpPr>
          <p:nvPr/>
        </p:nvCxnSpPr>
        <p:spPr>
          <a:xfrm>
            <a:off x="3870203" y="5489133"/>
            <a:ext cx="3672300" cy="0"/>
          </a:xfrm>
          <a:prstGeom prst="straightConnector1">
            <a:avLst/>
          </a:prstGeom>
          <a:noFill/>
          <a:ln w="9525" cap="flat" cmpd="sng">
            <a:solidFill>
              <a:schemeClr val="accent1"/>
            </a:solidFill>
            <a:prstDash val="solid"/>
            <a:miter lim="800000"/>
            <a:headEnd type="none" w="sm" len="sm"/>
            <a:tailEnd type="none" w="sm" len="sm"/>
          </a:ln>
        </p:spPr>
      </p:cxnSp>
      <p:sp>
        <p:nvSpPr>
          <p:cNvPr id="1479" name="Google Shape;1479;p69"/>
          <p:cNvSpPr txBox="1"/>
          <p:nvPr/>
        </p:nvSpPr>
        <p:spPr>
          <a:xfrm>
            <a:off x="3942211" y="4949073"/>
            <a:ext cx="3600400"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		      0..1</a:t>
            </a:r>
            <a:endParaRPr/>
          </a:p>
        </p:txBody>
      </p:sp>
      <p:sp>
        <p:nvSpPr>
          <p:cNvPr id="11"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2"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10"/>
        <p:cNvGrpSpPr/>
        <p:nvPr/>
      </p:nvGrpSpPr>
      <p:grpSpPr>
        <a:xfrm>
          <a:off x="0" y="0"/>
          <a:ext cx="0" cy="0"/>
          <a:chOff x="0" y="0"/>
          <a:chExt cx="0" cy="0"/>
        </a:xfrm>
      </p:grpSpPr>
      <p:sp>
        <p:nvSpPr>
          <p:cNvPr id="1512" name="Google Shape;1512;p73"/>
          <p:cNvSpPr txBox="1"/>
          <p:nvPr/>
        </p:nvSpPr>
        <p:spPr>
          <a:xfrm>
            <a:off x="224979" y="788088"/>
            <a:ext cx="11806237" cy="563231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The RAP framework will contain multiple framework generated values when data comes to us in our ABAP code or when we process the BO instance. All the framework generated parameters starts with %</a:t>
            </a:r>
            <a:endParaRPr dirty="0"/>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b="1" dirty="0">
                <a:solidFill>
                  <a:schemeClr val="dk1"/>
                </a:solidFill>
                <a:latin typeface="Calibri"/>
                <a:ea typeface="Calibri"/>
                <a:cs typeface="Calibri"/>
                <a:sym typeface="Calibri"/>
              </a:rPr>
              <a:t>%CID </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During create mode the primary key of BO instance is not generated, until the save sequence is execute (like late numbering) like in our case the travel id is created after all the validations are passed. We have %CID also known as content id and is used in the OData request to bind the result operation to a name so that it can be referenced in another operation later. I sent a call from my laptop, one of the browser session, so if there is a issue, I only should get the error on my screen. </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It is like a temporary primary key which is given by the RAP framework kept in the transaction buffer to track the user session or our BO instance. Later on once the actual key is generated, the %CID will act like a foreign key to associate with session and will sent back to RAP by us to inform RAP that which session does this operation belongs to.</a:t>
            </a:r>
            <a:endParaRPr dirty="0"/>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b="1" dirty="0">
                <a:solidFill>
                  <a:schemeClr val="dk1"/>
                </a:solidFill>
                <a:latin typeface="Calibri"/>
                <a:ea typeface="Calibri"/>
                <a:cs typeface="Calibri"/>
                <a:sym typeface="Calibri"/>
              </a:rPr>
              <a:t>%</a:t>
            </a:r>
            <a:r>
              <a:rPr lang="en-US" sz="1800" b="1" dirty="0" err="1">
                <a:solidFill>
                  <a:schemeClr val="dk1"/>
                </a:solidFill>
                <a:latin typeface="Calibri"/>
                <a:ea typeface="Calibri"/>
                <a:cs typeface="Calibri"/>
                <a:sym typeface="Calibri"/>
              </a:rPr>
              <a:t>tkey</a:t>
            </a:r>
            <a:endParaRPr sz="1800" b="1"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When we apply operations on our table like a action. We also receive a table key in our code, and based on that we will reply the RAP that a particular operation on the table was completed. If something goes wrong we will also inform the error to the RAP framework using this table key.</a:t>
            </a:r>
            <a:endParaRPr dirty="0"/>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%key</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For a single operation like Edit, Delete inside the object page, we will also receive the key of the object which we are editing or deleting.</a:t>
            </a:r>
            <a:endParaRPr sz="1800" dirty="0">
              <a:solidFill>
                <a:schemeClr val="dk1"/>
              </a:solidFill>
              <a:latin typeface="Calibri"/>
              <a:ea typeface="Calibri"/>
              <a:cs typeface="Calibri"/>
              <a:sym typeface="Calibri"/>
            </a:endParaRPr>
          </a:p>
        </p:txBody>
      </p:sp>
      <p:sp>
        <p:nvSpPr>
          <p:cNvPr id="1513" name="Google Shape;1513;p73"/>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b="1" dirty="0">
                <a:solidFill>
                  <a:srgbClr val="FFC000"/>
                </a:solidFill>
                <a:latin typeface="Cooper Black" panose="0208090404030B020404" pitchFamily="18" charset="0"/>
                <a:ea typeface="Corben"/>
                <a:cs typeface="Corben"/>
                <a:sym typeface="Corben"/>
              </a:rPr>
              <a:t>Framework Generated IDs</a:t>
            </a:r>
            <a:endParaRPr sz="3599" b="1" dirty="0">
              <a:solidFill>
                <a:srgbClr val="FFC000"/>
              </a:solidFill>
              <a:latin typeface="Cooper Black" panose="0208090404030B020404" pitchFamily="18" charset="0"/>
              <a:ea typeface="Corben"/>
              <a:cs typeface="Corben"/>
              <a:sym typeface="Corben"/>
            </a:endParaRPr>
          </a:p>
        </p:txBody>
      </p:sp>
      <p:sp>
        <p:nvSpPr>
          <p:cNvPr id="7"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6000" b="1" i="0" u="none" strike="noStrike" kern="0" cap="none" spc="0" normalizeH="0" baseline="0" noProof="0" dirty="0">
                <a:ln>
                  <a:noFill/>
                </a:ln>
                <a:solidFill>
                  <a:srgbClr val="75C042"/>
                </a:solidFill>
                <a:effectLst/>
                <a:uLnTx/>
                <a:uFillTx/>
                <a:latin typeface="Arial"/>
                <a:cs typeface="Arial"/>
                <a:sym typeface="Arial"/>
              </a:rPr>
              <a:t>Thank</a:t>
            </a:r>
            <a:r>
              <a:rPr kumimoji="0" lang="en-IN" sz="6000" b="1" i="0" u="none" strike="noStrike" kern="0" cap="none" spc="0" normalizeH="0" baseline="0" noProof="0" dirty="0">
                <a:ln>
                  <a:noFill/>
                </a:ln>
                <a:solidFill>
                  <a:srgbClr val="BDBDBD"/>
                </a:solidFill>
                <a:effectLst/>
                <a:uLnTx/>
                <a:uFillTx/>
                <a:latin typeface="Arial"/>
                <a:cs typeface="Arial"/>
                <a:sym typeface="Arial"/>
              </a:rPr>
              <a:t> </a:t>
            </a:r>
            <a:r>
              <a:rPr kumimoji="0" lang="en-IN" sz="6000" b="1"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rPr>
              <a:t>You</a:t>
            </a:r>
            <a:endParaRPr kumimoji="0" lang="en-IN" sz="6000" b="0"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5400" b="1" i="0" u="none" strike="noStrike" kern="0" cap="none" spc="0" normalizeH="0" baseline="0" noProof="0" dirty="0">
                <a:ln>
                  <a:noFill/>
                </a:ln>
                <a:solidFill>
                  <a:srgbClr val="98C536"/>
                </a:solidFill>
                <a:effectLst/>
                <a:uLnTx/>
                <a:uFillTx/>
                <a:latin typeface="Segoe UI" panose="020B0502040204020203" pitchFamily="34" charset="0"/>
                <a:ea typeface="Calibri Light" charset="0"/>
                <a:cs typeface="Segoe UI" panose="020B0502040204020203" pitchFamily="34" charset="0"/>
                <a:sym typeface="Arial"/>
              </a:rPr>
              <a:t>End of </a:t>
            </a:r>
            <a:r>
              <a:rPr kumimoji="0" lang="en-US" sz="5400" b="1" i="0" u="none" strike="noStrike" kern="0" cap="none" spc="0" normalizeH="0" baseline="0" noProof="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rPr>
              <a:t>Day </a:t>
            </a:r>
            <a:r>
              <a:rPr lang="en-US" sz="5400" b="1">
                <a:solidFill>
                  <a:srgbClr val="75C042"/>
                </a:solidFill>
                <a:latin typeface="Segoe UI" panose="020B0502040204020203" pitchFamily="34" charset="0"/>
                <a:ea typeface="Calibri Light" charset="0"/>
                <a:cs typeface="Segoe UI" panose="020B0502040204020203" pitchFamily="34" charset="0"/>
              </a:rPr>
              <a:t>22</a:t>
            </a:r>
            <a:endParaRPr kumimoji="0" lang="en-US" sz="5400" b="1" i="0" u="none" strike="noStrike" kern="0" cap="none" spc="0" normalizeH="0" baseline="0" noProof="0" dirty="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000000"/>
                </a:solidFill>
                <a:effectLst/>
                <a:uLnTx/>
                <a:uFillTx/>
                <a:latin typeface="Arial"/>
                <a:ea typeface="+mn-ea"/>
                <a:cs typeface="+mn-cs"/>
                <a:sym typeface="Aria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7610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4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1670</TotalTime>
  <Words>1091</Words>
  <Application>Microsoft Office PowerPoint</Application>
  <PresentationFormat>Custom</PresentationFormat>
  <Paragraphs>112</Paragraphs>
  <Slides>11</Slides>
  <Notes>9</Notes>
  <HiddenSlides>0</HiddenSlides>
  <MMClips>0</MMClips>
  <ScaleCrop>false</ScaleCrop>
  <HeadingPairs>
    <vt:vector size="6" baseType="variant">
      <vt:variant>
        <vt:lpstr>Fonts Used</vt:lpstr>
      </vt:variant>
      <vt:variant>
        <vt:i4>10</vt:i4>
      </vt:variant>
      <vt:variant>
        <vt:lpstr>Theme</vt:lpstr>
      </vt:variant>
      <vt:variant>
        <vt:i4>4</vt:i4>
      </vt:variant>
      <vt:variant>
        <vt:lpstr>Slide Titles</vt:lpstr>
      </vt:variant>
      <vt:variant>
        <vt:i4>11</vt:i4>
      </vt:variant>
    </vt:vector>
  </HeadingPairs>
  <TitlesOfParts>
    <vt:vector size="25" baseType="lpstr">
      <vt:lpstr>Arial</vt:lpstr>
      <vt:lpstr>Open Sans</vt:lpstr>
      <vt:lpstr>Calibri</vt:lpstr>
      <vt:lpstr>Corben</vt:lpstr>
      <vt:lpstr>Quattrocento Sans</vt:lpstr>
      <vt:lpstr>Cooper Black</vt:lpstr>
      <vt:lpstr>Arial Black</vt:lpstr>
      <vt:lpstr>Segoe UI</vt:lpstr>
      <vt:lpstr>Cambria</vt:lpstr>
      <vt:lpstr>Segoe UI Light</vt:lpstr>
      <vt:lpstr>Office Theme</vt:lpstr>
      <vt:lpstr>2_Office Theme</vt:lpstr>
      <vt:lpstr>3_Office Theme</vt:lpstr>
      <vt:lpstr>4_Office Theme</vt:lpstr>
      <vt:lpstr>SAP BTP ABAP  on Cloud / RAP  Training</vt:lpstr>
      <vt:lpstr>PowerPoint Presentation</vt:lpstr>
      <vt:lpstr>PowerPoint Presentation</vt:lpstr>
      <vt:lpstr>PowerPoint Presentation</vt:lpstr>
      <vt:lpstr>PowerPoint Presentation</vt:lpstr>
      <vt:lpstr>PowerPoint Presentation</vt:lpstr>
      <vt:lpstr>Annotation Documentation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78</cp:revision>
  <dcterms:created xsi:type="dcterms:W3CDTF">2023-10-03T21:33:12Z</dcterms:created>
  <dcterms:modified xsi:type="dcterms:W3CDTF">2026-02-17T08:06:43Z</dcterms:modified>
</cp:coreProperties>
</file>