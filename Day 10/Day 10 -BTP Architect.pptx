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6" r:id="rId2"/>
    <p:sldId id="4122" r:id="rId3"/>
    <p:sldId id="277" r:id="rId4"/>
    <p:sldId id="4809" r:id="rId5"/>
    <p:sldId id="4810" r:id="rId6"/>
    <p:sldId id="4811" r:id="rId7"/>
    <p:sldId id="4806" r:id="rId8"/>
    <p:sldId id="4807" r:id="rId9"/>
    <p:sldId id="4808" r:id="rId10"/>
    <p:sldId id="4772" r:id="rId11"/>
    <p:sldId id="4791" r:id="rId12"/>
    <p:sldId id="4767" r:id="rId13"/>
    <p:sldId id="4768" r:id="rId14"/>
    <p:sldId id="4804" r:id="rId15"/>
    <p:sldId id="4805" r:id="rId16"/>
    <p:sldId id="4802" r:id="rId17"/>
    <p:sldId id="4773" r:id="rId18"/>
    <p:sldId id="4774" r:id="rId19"/>
    <p:sldId id="4775" r:id="rId20"/>
    <p:sldId id="4776" r:id="rId21"/>
    <p:sldId id="4754" r:id="rId22"/>
    <p:sldId id="282" r:id="rId23"/>
    <p:sldId id="280" r:id="rId24"/>
    <p:sldId id="4711" r:id="rId2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 autoAdjust="0"/>
    <p:restoredTop sz="95250" autoAdjust="0"/>
  </p:normalViewPr>
  <p:slideViewPr>
    <p:cSldViewPr>
      <p:cViewPr varScale="1">
        <p:scale>
          <a:sx n="97" d="100"/>
          <a:sy n="97" d="100"/>
        </p:scale>
        <p:origin x="828" y="2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31.1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56.0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476 199 24575,'7'-1'0,"0"1"0,0-2 0,0 1 0,0-1 0,0 0 0,0-1 0,-1 0 0,1 0 0,7-5 0,1-1 0,0-1 0,20-18 0,-31 26 0,-1-1 0,0-1 0,0 1 0,0 0 0,0-1 0,0 0 0,-1 1 0,0-1 0,0 0 0,2-6 0,-3 9 0,-1-1 0,1 0 0,-1 1 0,0-1 0,0 0 0,0 1 0,0-1 0,0 0 0,0 0 0,-1 1 0,1-1 0,0 0 0,-1 1 0,1-1 0,-1 1 0,0-1 0,0 1 0,1-1 0,-1 1 0,0-1 0,0 1 0,0 0 0,-1-1 0,1 1 0,0 0 0,0 0 0,-1 0 0,1 0 0,-3-2 0,-6-2 0,0-1 0,-1 2 0,1-1 0,-1 2 0,1-1 0,-1 2 0,0-1 0,-1 1 0,1 1 0,0 0 0,-13 1 0,-9 1 0,-1 1 0,-48 11 0,52-7 0,2 1 0,-1 1 0,1 2 0,0 1 0,-43 23 0,59-27 0,2 0 0,-1 1 0,1 0 0,1 0 0,-1 1 0,-14 18 0,20-21 0,-1 1 0,1 0 0,0 0 0,0 1 0,1-1 0,0 1 0,0-1 0,1 1 0,0 0 0,0 0 0,0 14 0,2-13 0,0 0 0,1 0 0,0 0 0,1 0 0,0 0 0,1-1 0,-1 1 0,1-1 0,1 1 0,0-1 0,0 0 0,1 0 0,0-1 0,0 1 0,0-1 0,13 11 0,0 0 0,0-1 0,2-1 0,0-1 0,41 23 0,2-6 0,1-3 0,102 30 0,23 10 0,-184-67 0,34 17 0,-37-18 0,0 0 0,-1 0 0,1 0 0,0 0 0,-1 1 0,1-1 0,-1 0 0,1 1 0,-1-1 0,0 1 0,0 0 0,0-1 0,0 1 0,0 0 0,0 0 0,0-1 0,0 4 0,-1-4 0,0 0 0,0 0 0,0 1 0,-1-1 0,1 0 0,0 0 0,-1 0 0,1 0 0,-1 0 0,1 0 0,-1 0 0,0 0 0,1 0 0,-1 0 0,0 0 0,0 0 0,1 0 0,-1-1 0,0 1 0,0 0 0,0 0 0,0-1 0,0 1 0,0-1 0,0 1 0,-2 0 0,-33 11 0,31-10 0,-38 9 0,1-3 0,-84 8 0,-89-15 0,201-1-151,0-1-1,0-1 0,0 0 0,1-1 1,-1 0-1,1-1 0,-1 0 1,-12-7-1,11 1-6674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57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91 24575,'-2'0'0,"1"0"0,0 0 0,0-1 0,0 1 0,0 0 0,0-1 0,-1 1 0,1-1 0,0 0 0,0 1 0,0-1 0,0 0 0,1 0 0,-1 1 0,0-1 0,0 0 0,0 0 0,0-2 0,0 3 0,1-1 0,0 1 0,-1 0 0,1-1 0,0 1 0,0-1 0,0 1 0,-1-1 0,1 1 0,0-1 0,0 1 0,0-1 0,0 1 0,0-1 0,0 1 0,0-1 0,0 1 0,0-1 0,0 1 0,0-1 0,0 1 0,1-1 0,-1 1 0,0-1 0,0 1 0,0 0 0,1-1 0,-1 1 0,0-1 0,0 1 0,1-1 0,-1 1 0,0 0 0,1-1 0,-1 1 0,1 0 0,-1-1 0,0 1 0,1 0 0,-1 0 0,1-1 0,-1 1 0,1 0 0,-1 0 0,1 0 0,-1 0 0,1 0 0,15-4 0,1 1 0,-1 1 0,31-1 0,-9 1 0,289-6 0,0-1 0,-311 8 76,-9 1-220,1 0 0,-1-1 0,0 1 0,0-2-1,1 1 1,-1-1 0,0 0 0,0-1 0,10-4 0,-5-3-6682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57.5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0 24575,'0'4'0,"0"6"0,0 5 0,0 7 0,0 8 0,0 6 0,0 5 0,0 6 0,0 4 0,-3 2 0,-1 5 0,-2 2 0,-2 0 0,-1 2 0,0 0 0,2-1 0,2-11-8191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37.3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296 297 24575,'0'-2'0,"0"0"0,-1 0 0,1 1 0,-1-1 0,0 0 0,0 0 0,1 0 0,-1 0 0,0 0 0,-1 1 0,1-1 0,0 0 0,0 1 0,-1-1 0,1 1 0,-1 0 0,1-1 0,-1 1 0,0 0 0,1 0 0,-1 0 0,-3-2 0,-1 1 0,1-1 0,-1 1 0,0 0 0,1 1 0,-1-1 0,-8 0 0,12 2 0,0-1 0,0 1 0,1 0 0,-1 0 0,0 1 0,0-1 0,0 0 0,0 1 0,1-1 0,-1 1 0,0-1 0,0 1 0,1 0 0,-1-1 0,0 1 0,1 0 0,-1 0 0,1 0 0,0 1 0,-1-1 0,1 0 0,0 1 0,-1-1 0,1 0 0,0 1 0,0-1 0,0 1 0,0 0 0,1-1 0,-1 1 0,0 0 0,0 3 0,-1 5 0,0 0 0,1 0 0,0 0 0,1 19 0,0-16 0,7 184 0,-1-112 0,-9 129 0,-9-116 0,-26 104 0,-39 91 0,76-290 0,-3 11 0,0 1 0,2-1 0,-1 1 0,1 16 0,2-28 0,0 0 0,0 0 0,0 0 0,1-1 0,-1 1 0,1 0 0,0 0 0,0 0 0,0 0 0,0-1 0,3 6 0,-3-7 0,0 1 0,1-1 0,-1 0 0,0 1 0,1-1 0,-1 0 0,1 0 0,0 0 0,-1 0 0,1-1 0,-1 1 0,1 0 0,0-1 0,0 1 0,-1-1 0,1 0 0,0 1 0,0-1 0,0 0 0,0 0 0,2 0 0,10-2 0,0-1 0,0-1 0,0 0 0,0 0 0,-1-1 0,0-1 0,13-8 0,-3 4 0,52-25 0,1 4 0,2 3 0,1 4 0,105-19 0,209 0 0,2 25 0,-358 17 0,-16 1 0,0 0 0,0-2 0,-1 0 0,1-1 0,0-1 0,-1-1 0,27-10 0,-37 11 0,-1-1 0,0 0 0,0-1 0,0 1 0,-1-2 0,1 1 0,-1-1 0,-1 0 0,13-16 0,-12 11 0,-1 1 0,0-1 0,0-1 0,-1 1 0,-1-1 0,0 0 0,2-14 0,20-71 0,50-206 0,-61 228 0,-4-1 0,2-79 0,-15 115 0,-2 0 0,-1 0 0,-21-79 0,6 30 0,19 87 0,-1 1 0,1-1 0,-1 0 0,0 1 0,0-1 0,0 0 0,0 1 0,0-1 0,-1 1 0,1 0 0,-1-1 0,1 1 0,-1 0 0,0 0 0,0 0 0,0 0 0,0 0 0,-4-2 0,1 2 0,1 0 0,0 1 0,-1-1 0,1 1 0,-1 0 0,1 1 0,-1-1 0,0 1 0,1 0 0,-9 0 0,-35 5 0,1 2 0,-63 18 0,26-6 0,-869 146-430,488-91 285,439-69 145,-1-1 0,-1 1 0,1 1 0,-37 14 0,52-12 158,18-3 1,21-1-1746,6-2-4759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41.7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1412 205 24575,'10'-4'0,"0"0"0,-1-1 0,0-1 0,0 1 0,0-1 0,-1-1 0,0 0 0,0 0 0,-1 0 0,0-1 0,0 0 0,0-1 0,-1 1 0,9-19 0,-14 25 0,0 0 0,0 0 0,0 1 0,0-1 0,0 0 0,-1 0 0,1 0 0,-1 0 0,1 0 0,-1 0 0,0 0 0,0 0 0,0 0 0,0 0 0,0 0 0,0 0 0,-1 0 0,1 0 0,0 0 0,-1 0 0,0 0 0,1 0 0,-1 1 0,0-1 0,0 0 0,0 0 0,0 1 0,-1-1 0,1 0 0,0 1 0,-1-1 0,1 1 0,-1 0 0,1 0 0,-1-1 0,0 1 0,1 0 0,-1 0 0,0 0 0,0 1 0,0-1 0,-2 0 0,-8-3 0,-1 1 0,0 0 0,0 1 0,0 1 0,-15 0 0,27 1 0,-59-1-44,0 3 0,0 2-1,0 3 1,1 3 0,0 2 0,1 3-1,-99 39 1,96-28-7,1 3 1,1 2-1,2 3 1,1 2-1,2 3 0,-89 82 1,100-77 50,2 2 0,-61 87 0,76-93 0,1 2 0,3 0 0,1 2 0,-17 51 0,28-65 0,2 1 0,1-1 0,1 2 0,2-1 0,1 0 0,1 1 0,3 32 0,2-38 0,0-1 0,2 0 0,0 0 0,2-1 0,1 0 0,1 0 0,1-1 0,0 0 0,23 35 0,-13-29-33,1-1-1,1-1 1,2-1 0,47 41 0,-32-36-216,1-2 0,83 45 0,-44-35-5,2-5 0,2-3-1,128 31 1,-70-32 17,1-6 0,0-6 0,2-7 0,0-6 0,-1-6 0,1-6 1,159-30-1,-187 16 250,-1-5 1,-1-5 0,120-50 0,-163 52-60,-1-4 0,-2-3 0,-1-3 0,-2-2 1,104-88-1,-136 99-95,-1-2 0,-2-1 0,-1-1-1,-2-1 1,-1-1 0,-1-2 0,27-59 0,-42 75 137,0 0 0,-2-1 0,-1-1 0,-1 1 0,0-1 0,-2 0 0,-1 0 0,-1-1 0,-1 1 0,-1 0 0,-1-1 0,-1 1 0,-2 0 0,0 0 0,-9-27 0,4 26 4,0 1 0,-2 0 1,-1 1-1,0 1 0,-2 0 0,-31-38 0,21 32-12,-2 2-1,-1 1 0,-1 0 0,-40-25 1,7 12-17,-2 3 1,-1 3-1,-1 2 1,-105-31-1,24 20-27,-2 6-1,-1 7 0,-2 6 1,0 7-1,-199 5 0,182 16-1643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42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423 212 24575,'31'-56'0,"-21"40"0,0-1 0,-2 0 0,10-27 0,-17 41 0,0 1 0,0 0 0,-1 0 0,0-1 0,1 1 0,-1-1 0,0 1 0,0 0 0,0-1 0,0 1 0,-1 0 0,1-1 0,-1 1 0,1 0 0,-1-1 0,-2-3 0,2 4 0,0 1 0,0 0 0,0 0 0,-1-1 0,1 1 0,0 0 0,0 0 0,-1 0 0,1 0 0,-1 0 0,1 1 0,-1-1 0,1 0 0,-1 1 0,0-1 0,1 1 0,-1 0 0,0-1 0,1 1 0,-1 0 0,0 0 0,0 0 0,1 0 0,-4 1 0,-7 1 0,0 0 0,0 1 0,1 0 0,-1 1 0,1 1 0,0 0 0,0 0 0,0 1 0,-11 9 0,-8 6 0,-46 44 0,49-39 0,2 0 0,0 2 0,2 1 0,-36 59 0,49-70 0,1 0 0,0 0 0,1 1 0,1 0 0,1 1 0,1 0 0,1-1 0,0 2 0,1-1 0,1 29 0,2-40 0,1 0 0,0 0 0,0 0 0,1-1 0,0 1 0,1-1 0,0 1 0,0-1 0,1 0 0,0 0 0,0 0 0,1 0 0,6 7 0,-3-6 0,0-1 0,1 1 0,0-2 0,0 1 0,0-1 0,1 0 0,0-1 0,1-1 0,11 6 0,-3-4 0,1 0 0,1-1 0,-1-1 0,1-1 0,0-1 0,-1 0 0,1-2 0,1 0 0,-1-2 0,38-5 0,-42 3 0,0-1 0,0-1 0,0-1 0,-1 0 0,1-1 0,-2 0 0,1-2 0,-1 0 0,0 0 0,14-13 0,-22 16 0,0-1 0,-1 1 0,1-1 0,-1 0 0,-1-1 0,1 0 0,-1 1 0,-1-2 0,0 1 0,0 0 0,0-1 0,-1 0 0,0 0 0,-1 0 0,0 0 0,0 0 0,-1 0 0,0-1 0,-1 1 0,-1-13 0,1 17 0,-1 0 0,0 0 0,0 1 0,-1-1 0,1 0 0,-1 1 0,0-1 0,0 1 0,-1 0 0,1 0 0,-1 0 0,0 0 0,0 0 0,-7-6 0,8 8 0,0 1 0,0-1 0,0 1 0,0 0 0,0 0 0,0-1 0,0 1 0,0 1 0,-1-1 0,1 0 0,0 0 0,-1 1 0,1-1 0,0 1 0,-1 0 0,1 0 0,-1 0 0,1 0 0,-1 0 0,1 1 0,0-1 0,-1 1 0,1-1 0,0 1 0,-1 0 0,1 0 0,0 0 0,0 0 0,0 0 0,0 0 0,-3 3 0,0 1 0,0-1 0,1 1 0,-1 0 0,1 0 0,0 1 0,1-1 0,-1 1 0,1 0 0,0 0 0,1 0 0,0 0 0,0 0 0,-2 8 0,0 4 0,1-1 0,1 1 0,0 30 0,2-34-62,1-1 0,1 1 0,0-1 0,1 1 0,0-1 0,1 0 0,1 0 0,0-1 0,1 1 0,0-1 0,0 0 0,2-1-1,-1 0 1,1 0 0,1 0 0,0-1 0,1 0 0,0-1 0,0 0 0,1-1 0,18 12 0,15 1-6764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42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166 152 24575,'0'-17'0,"0"-1"0,-6-32 0,5 47 0,0-1 0,1 1 0,-1-1 0,0 1 0,-1-1 0,1 1 0,0 0 0,-1 0 0,0 0 0,0 0 0,0 0 0,0 0 0,0 0 0,-1 0 0,1 1 0,-1-1 0,0 1 0,0 0 0,0 0 0,0 0 0,-3-2 0,4 4 0,-1-1 0,1 1 0,0 0 0,0 0 0,-1-1 0,1 1 0,0 1 0,0-1 0,-1 0 0,1 1 0,0-1 0,0 1 0,0-1 0,-1 1 0,1 0 0,0 0 0,0 0 0,0 0 0,0 0 0,1 1 0,-1-1 0,0 1 0,0-1 0,1 1 0,-3 3 0,-2 1 0,1 0 0,1 1 0,-1 0 0,1 0 0,-6 14 0,5-7 0,0 1 0,1-1 0,1 1 0,0-1 0,1 1 0,1 0 0,0 0 0,1 0 0,1 0 0,0 0 0,1 0 0,8 27 0,-8-33 0,0-1 0,1 0 0,0-1 0,1 1 0,0 0 0,0-1 0,0 0 0,1 0 0,0 0 0,1 0 0,-1-1 0,1 0 0,1 0 0,-1-1 0,1 0 0,0 0 0,0 0 0,0-1 0,1 0 0,-1 0 0,1-1 0,0 0 0,0 0 0,9 1 0,-12-3 0,1-1 0,-1 1 0,1-1 0,-1 0 0,1 0 0,-1 0 0,1-1 0,-1 0 0,1 0 0,-1 0 0,0-1 0,1 0 0,-1 0 0,0 0 0,0-1 0,8-5 0,-7 4 0,-1-1 0,1 0 0,-1 0 0,0-1 0,-1 1 0,1-1 0,-1 0 0,0 0 0,0-1 0,-1 1 0,5-13 0,-5 11 0,-1 0 0,0 0 0,0 0 0,-1 0 0,0 0 0,-1 0 0,1 0 0,-1-1 0,-1 1 0,-2-13 0,2 16 0,-1-1 0,1 0 0,-1 0 0,0 1 0,-1-1 0,0 1 0,0 0 0,0 0 0,0 0 0,-1 0 0,1 1 0,-1-1 0,-1 1 0,1 0 0,-6-4 0,-28-14-1365,-1 8-5461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51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20 244 24575,'-1'-18'0,"-1"0"0,-4-19 0,-2-19 0,7 47 0,0 1 0,1-1 0,-1 1 0,2 0 0,1-12 0,-2 18 0,1 0 0,-1 0 0,1 0 0,0 0 0,-1-1 0,1 1 0,1 1 0,-1-1 0,0 0 0,0 0 0,1 0 0,-1 0 0,0 1 0,1-1 0,0 1 0,-1-1 0,1 1 0,0 0 0,0 0 0,0 0 0,2-1 0,5-2 0,0 2 0,0-1 0,0 1 0,0 1 0,1-1 0,-1 2 0,0-1 0,11 2 0,7 1 0,41 9 0,-38-5 0,-1 2 0,0 2 0,-1 0 0,0 2 0,0 1 0,50 33 0,-60-33 0,0 0 0,-1 1 0,-1 0 0,0 2 0,-1 0 0,-1 0 0,0 2 0,-1-1 0,-1 2 0,14 28 0,-22-38 0,0 1 0,-1 0 0,0 1 0,-1-1 0,0 0 0,0 1 0,-1-1 0,-1 1 0,0 0 0,-1 15 0,-2-10 0,0 0 0,0-1 0,-2 1 0,0-1 0,-1 0 0,-9 18 0,-8 5 0,-1-1 0,-1-1 0,-2-1 0,-35 34 0,-25 20 0,44-47 0,2 2 0,1 2 0,-33 52 0,66-86 0,0-1 0,1 1 0,0 1 0,1-1 0,1 1 0,0-1 0,0 1 0,1 1 0,1-1 0,-1 14 0,3-17 0,1 0 0,-1 0 0,1-1 0,1 1 0,0 0 0,1-1 0,-1 1 0,2-1 0,-1 0 0,1 0 0,1 0 0,0 0 0,0-1 0,8 10 0,0-3 0,1 0 0,0-1 0,2 0 0,-1-2 0,1 1 0,1-2 0,0 0 0,1-2 0,28 13 0,-9-8 0,0-1 0,1-2 0,74 12 0,60-9 0,-159-10 0,-18 2 0,-26 6 0,26-10 0,-38 12 0,0 2 0,1 3 0,-53 31 0,82-43 0,1 1 0,0 1 0,0 0 0,1 1 0,0 0 0,1 1 0,0 0 0,0 1 0,2 0 0,-1 0 0,1 1 0,1 0 0,1 0 0,-8 20 0,8-9 0,1 1 0,1 1 0,1-1 0,1 1 0,1-1 0,1 1 0,2 0 0,0-1 0,9 34 0,5 10 0,4-1 0,31 74 0,5-10 0,13 32 0,-56-126 0,-1 0 0,10 55 0,-21-86 0,0-1 0,-1 1 0,1 0 0,-1-1 0,0 1 0,-1 0 0,0 0 0,0-1 0,0 1 0,-1-1 0,-5 13 0,5-14 0,0-1 0,-1-1 0,0 1 0,1 0 0,-1-1 0,-1 1 0,1-1 0,0 0 0,-1 0 0,0 0 0,1 0 0,-1-1 0,0 0 0,0 1 0,-1-1 0,1-1 0,0 1 0,-7 1 0,-1 0 49,-1-1 0,0 0 0,0-1-1,0-1 1,0 1 0,-13-3 0,-4-2-903,-42-10 1,24 1-5973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52.3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57 24575,'2'0'0,"1"-1"0,-1 1 0,0-1 0,1 0 0,-1 0 0,0 0 0,0 0 0,0 0 0,3-3 0,-4 4 0,0-1 0,0 1 0,-1-1 0,1 1 0,0-1 0,0 1 0,-1-1 0,1 0 0,-1 1 0,1-1 0,0 0 0,-1 1 0,1-1 0,-1 0 0,0 0 0,1 1 0,-1-1 0,1 0 0,-1 0 0,0 0 0,0 0 0,0 1 0,1-1 0,-1 0 0,0 0 0,0 0 0,0-1 0,-2 0 0,1 1 0,0-1 0,0 1 0,-1 0 0,1-1 0,-1 1 0,1 0 0,-1 0 0,0 0 0,1 0 0,-1 0 0,0 0 0,0 0 0,0 1 0,1-1 0,-1 0 0,0 1 0,-3-1 0,-39-2 0,36 2 0,-9 1 0,0 0 0,-1 1 0,1 0 0,0 1 0,0 1 0,1 1 0,-24 8 0,34-10 0,0 1 0,0 0 0,0 0 0,0 0 0,1 1 0,0-1 0,-1 2 0,1-1 0,1 0 0,-1 1 0,0 0 0,1 0 0,0 0 0,1 1 0,-1-1 0,1 1 0,0 0 0,0 0 0,1 0 0,-1 0 0,1 1 0,-1 8 0,2-9 0,1-1 0,0 1 0,0-1 0,0 1 0,1 0 0,0-1 0,0 1 0,0-1 0,1 0 0,-1 1 0,1-1 0,1 0 0,-1 0 0,1 0 0,0 0 0,0-1 0,0 1 0,0-1 0,1 0 0,0 0 0,0 0 0,9 7 0,0-1 0,1 0 0,1-1 0,0-1 0,0 0 0,0-1 0,22 7 0,52 10 0,13 5 0,-87-24 0,0 1 0,0 1 0,-1 0 0,19 13 0,-29-17 0,0 0 0,0 0 0,0 0 0,-1 0 0,1 1 0,-1-1 0,0 1 0,0 0 0,-1 0 0,1 0 0,-1 1 0,1-1 0,-1 0 0,-1 1 0,1 0 0,-1-1 0,1 1 0,-1 0 0,-1 0 0,1-1 0,-1 1 0,0 0 0,0 0 0,0 0 0,-1 0 0,1 0 0,-1-1 0,0 1 0,-1 0 0,1-1 0,-3 6 0,-2 3 0,0-1 0,-1-1 0,0 1 0,0-1 0,-2 0 0,1-1 0,-1 0 0,-1 0 0,1-1 0,-14 9 0,12-9 0,-1-1 0,0-1 0,0 0 0,-1-1 0,0 0 0,-1-1 0,1 0 0,-1-1 0,0-1 0,0 0 0,0-1 0,0 0 0,-19-1 0,18-1 0,-1-2 0,1 0 0,-1-1 0,1 0 0,0-1 0,0-1 0,1-1 0,0 0 0,0 0 0,0-2 0,-25-17 0,24 14 114,1 0 0,-14-14 0,24 21-285,-1-1 0,1 0 1,0 0-1,1-1 0,-1 1 1,1-1-1,0 1 0,0-1 1,-2-7-1,2-4-6655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52.8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263 699 24575,'37'-79'0,"31"-102"0,-45 114 0,-7 22 0,3-3 0,-3 0 0,19-97 0,-34 140 0,-1 0 0,0 0 0,1 0 0,-1 0 0,-1 0 0,1 0 0,-1 0 0,-1-6 0,1 9 0,0 0 0,0 0 0,0 0 0,0 1 0,0-1 0,0 0 0,0 0 0,-1 1 0,1-1 0,-1 1 0,1-1 0,-1 1 0,1 0 0,-1 0 0,0-1 0,0 1 0,0 0 0,1 1 0,-1-1 0,0 0 0,0 0 0,-3 0 0,-3 0 0,-1 0 0,1 0 0,-1 1 0,1 0 0,-1 1 0,1-1 0,0 2 0,-1-1 0,1 1 0,0 0 0,0 1 0,-10 5 0,-1 0 0,0 2 0,1 0 0,-32 24 0,33-21 0,0 2 0,1 0 0,1 1 0,0 1 0,1 0 0,1 1 0,0 0 0,-14 29 0,16-22 0,1 1 0,0-1 0,2 2 0,1-1 0,1 1 0,-3 41 0,4-4 0,4 1 0,8 77 0,27 130 0,-12-116 0,-18-123 0,13 102 0,0 171 0,-17-287 0,-5 36 0,4-51 0,0 0 0,1 1 0,-2-1 0,1 0 0,0 0 0,-1 0 0,0 0 0,0 0 0,0-1 0,0 1 0,-1-1 0,1 1 0,-1-1 0,-5 5 0,7-7-65,-1 0 0,1 0 0,-1-1 0,0 1 0,1 0 0,-1-1 0,0 1 0,0-1 0,1 0 0,-1 1 0,0-1 0,0 0 0,0 0 0,1 0 0,-1 0 0,0-1 0,0 1 0,0 0 0,1-1 0,-3 0 0,-16-6-6761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53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0 108 24575,'3'-3'0,"4"-7"0,5-5 0,2-3 0,2 1 0,2 1 0,1 3 0,3 4 0,2 3 0,2 6 0,3 2 0,6 2 0,3 3 0,5 0 0,4-1 0,-6-1-8191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53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75 485 24575,'0'-1'0,"-1"0"0,0 0 0,0 0 0,0 1 0,0-1 0,1 0 0,-1 0 0,0 1 0,0-1 0,0 0 0,0 1 0,-1-1 0,1 1 0,0-1 0,0 1 0,0 0 0,-2-1 0,2 1 0,1 1 0,-1-1 0,1 0 0,-1 0 0,1 1 0,-1-1 0,1 0 0,-1 1 0,1-1 0,0 0 0,-1 1 0,1-1 0,0 1 0,-1-1 0,1 1 0,0-1 0,-1 0 0,1 1 0,0-1 0,0 1 0,0 0 0,-1-1 0,1 1 0,0-1 0,0 2 0,-1 5 0,0 1 0,1-1 0,0 1 0,1 7 0,1 2 0,9 203 0,-12-182 0,-1-1 0,-1 1 0,-17 67 0,8-75 0,12-30 0,0 1 0,0-1 0,0 1 0,-1-1 0,1 1 0,0-1 0,-1 0 0,1 1 0,0-1 0,-1 0 0,1 1 0,0-1 0,-1 0 0,1 1 0,-1-1 0,1 0 0,-1 0 0,1 1 0,0-1 0,-2 0 0,2 0 0,-1 0 0,1-1 0,-1 1 0,1-1 0,-1 1 0,1 0 0,-1-1 0,1 1 0,0-1 0,-1 1 0,1-1 0,0 1 0,0-1 0,-1 0 0,1 1 0,0-1 0,0 1 0,0-1 0,-1 1 0,1-1 0,0 0 0,0 1 0,0-2 0,-3-22 0,1-1 0,2 0 0,0 1 0,7-48 0,-2 22 0,64-518 0,-66 553 0,19-79 0,-19 84 0,0 0 0,1 0 0,0 1 0,1 0 0,0 0 0,0 0 0,8-8 0,-11 14 0,0 1 0,0-1 0,1 1 0,-1 0 0,1 0 0,0 0 0,-1 1 0,1-1 0,0 0 0,0 1 0,0 0 0,0 0 0,0 0 0,0 0 0,1 0 0,4 0 0,-2 1 0,0 0 0,-1 0 0,1 1 0,0 0 0,-1 0 0,1 0 0,-1 1 0,11 4 0,0 2 0,0 1 0,0 1 0,-1 0 0,26 24 0,-25-20 0,0 0 0,-2 2 0,0-1 0,-1 2 0,20 30 0,-30-41 0,0 0 0,0 0 0,-1 0 0,0 1 0,0-1 0,0 1 0,-1-1 0,0 1 0,0 10 0,-1-12 0,0 0 0,-1-1 0,0 1 0,0-1 0,0 1 0,-1-1 0,1 1 0,-1-1 0,0 0 0,0 0 0,0 0 0,-1 0 0,0 0 0,1-1 0,-6 6 0,-2 1 0,-1-1 0,0 0 0,-1 0 0,0-2 0,0 1 0,-19 8 0,5-5 0,-1-1 0,-34 9 0,40-11 0,19-2 0,13-1 0,-9-5 0,132 36 0,-114-29 0,-1 0 0,0 2 0,0 0 0,29 21 0,-28-15 0,-1 0 0,0 1 0,-1 1 0,-1 1 0,18 25 0,-28-35 0,-1 1 0,0 1 0,0-1 0,-1 1 0,-1-1 0,0 2 0,0-1 0,-1 0 0,0 1 0,0-1 0,-2 1 0,1 0 0,-1 0 0,-1 15 0,0-20 0,-1 0 0,0 0 0,-1 0 0,1 0 0,-1 0 0,0 0 0,-1 0 0,0 0 0,1-1 0,-2 1 0,1-1 0,-1 0 0,-8 9 0,5-7 0,0-1 0,-1 0 0,0 0 0,0-1 0,0 0 0,-1 0 0,1-1 0,-13 4 0,-2 0 0,0-2 0,0-1 0,-1-1 0,0-1 0,0-1 0,-36-2 0,51 0 0,0 0 0,-1-1 0,1-1 0,0 1 0,0-2 0,0 1 0,0-1 0,0-1 0,1 1 0,-12-8 0,17 9 0,-1-1 0,0 0 0,1 0 0,0 0 0,0 0 0,0-1 0,0 1 0,0-1 0,1 0 0,-1 0 0,1 0 0,0 0 0,1 0 0,-1 0 0,1-1 0,-1 1 0,1-1 0,0 1 0,1-1 0,-1 1 0,1-1 0,1-8 0,-1 6-99,1 0-1,1 1 1,-1-1-1,5-10 1,-4 11-769,2-7-5958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55.0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95 223 24575,'-8'-19'0,"-13"-40"0,4 7 0,13 43 0,1 3 0,0-1 0,1 1 0,0-1 0,0 0 0,-1-13 0,3 19 0,0-1 0,0 1 0,0 0 0,0 0 0,0-1 0,1 1 0,-1 0 0,0 0 0,1 0 0,-1-1 0,1 1 0,-1 0 0,1 0 0,0 0 0,-1 0 0,1 0 0,0 0 0,0 0 0,0 0 0,0 0 0,0 0 0,0 1 0,0-1 0,0 0 0,0 1 0,0-1 0,0 1 0,1-1 0,-1 1 0,0-1 0,0 1 0,0 0 0,1-1 0,-1 1 0,0 0 0,0 0 0,1 0 0,-1 0 0,2 1 0,8-1 0,0 1 0,0 0 0,0 0 0,-1 1 0,1 1 0,0 0 0,14 7 0,71 36 0,-81-37 0,13 6 0,-1 1 0,0 1 0,-2 2 0,0 0 0,-1 2 0,35 38 0,-48-46 0,-1 1 0,0 0 0,-1 1 0,0 0 0,-1 0 0,-1 1 0,0 0 0,-1 0 0,-1 1 0,0-1 0,-2 1 0,0 0 0,2 31 0,-6-26 0,0 1 0,-1-1 0,-1 0 0,-2 0 0,0 0 0,-1 0 0,-1-1 0,-1 0 0,-1-1 0,-14 25 0,-16 19 0,-83 103 0,10-15 0,78-99 0,1 2 0,-42 104 0,61-122 0,1 1 0,3 1 0,1 0 0,1 0 0,-3 64 0,10-58 0,2-1 0,2 0 0,2 0 0,2 0 0,1-1 0,3 1 0,1-2 0,2 0 0,2-1 0,2 0 0,2-1 0,1-2 0,2 0 0,43 54 0,41 27 0,-62-72 0,48 65 0,-88-105 0,-1 0 0,1 0 0,-1 1 0,-1 0 0,1-1 0,-1 1 0,0 0 0,-1 1 0,0-1 0,-1 0 0,1 1 0,-2-1 0,1 13 0,-2-9 0,-1 0 0,0-1 0,0 1 0,-2-1 0,1 1 0,-1-1 0,-1 0 0,0-1 0,-7 13 0,-32 44 0,-56 69 0,-36 55 0,116-157 0,3 0 0,0 2 0,3 0 0,0 0 0,3 1 0,-12 67 0,17-60 0,2 0 0,2 1 0,2-1 0,2 1 0,12 71 0,2-38 0,3-1 0,4-1 0,53 119 0,126 203 0,18 41 0,-201-391 0,-1 1 0,-2 0 0,-3 2 0,-2-1 0,9 103 0,-19-124 0,-1 1 0,-1 0 0,-2 0 0,0-1 0,-2 0 0,-2 0 0,-1 0 0,-1 0 0,-1-1 0,-1-1 0,-27 47 0,14-38 0,-2-1 0,-2-1 0,0-1 0,-2-2 0,-2-1 0,-1-2 0,-42 29 0,-22 7 0,-148 73 0,213-121-1365,8-5-5461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0.0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34 24575,'0'-3'0,"0"-4"0,3-1 0,4 1 0,8 2 0,3 1 0,3 5 0,-3 5 0,-4 8 0,-2 8 0,-2 6 0,-4 8 0,-2 7 0,-2 2 0,-5 3 0,-1 3 0,0-8-8191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0.3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1 100 24575,'0'-1'0,"0"1"0,0 0 0,0-1 0,0 1 0,0 0 0,0 0 0,0-1 0,0 1 0,0 0 0,0-1 0,0 1 0,0 0 0,0-1 0,1 1 0,-1 0 0,0 0 0,0-1 0,0 1 0,0 0 0,1 0 0,-1-1 0,0 1 0,0 0 0,0 0 0,1 0 0,-1-1 0,0 1 0,0 0 0,1 0 0,-1 0 0,0 0 0,1-1 0,-1 1 0,0 0 0,0 0 0,1 0 0,-1 0 0,0 0 0,1 0 0,-1 0 0,0 0 0,1 0 0,-1 0 0,0 0 0,1 0 0,-1 0 0,0 0 0,0 0 0,1 1 0,-1-1 0,0 0 0,1 0 0,-1 0 0,0 0 0,0 0 0,1 1 0,-1-1 0,0 0 0,0 0 0,1 1 0,14 12 0,-11-8 0,0 0 0,0-1 0,1 1 0,-1-1 0,1 0 0,0 0 0,0 0 0,0-1 0,1 1 0,-1-1 0,1-1 0,0 1 0,-1-1 0,1 0 0,1 0 0,-1-1 0,0 0 0,0 0 0,0 0 0,1-1 0,-1 0 0,0 0 0,1 0 0,-1-1 0,0 0 0,0 0 0,0-1 0,0 0 0,0 0 0,7-3 0,12-11 0,44-36 0,-51 37 0,0 0 0,1 2 0,1 0 0,22-11 0,-40 23-49,-1 0 1,1 1-1,-1-1 0,0 1 0,1-1 1,-1 1-1,1 0 0,-1-1 0,1 1 1,0 0-1,-1 0 0,1 0 0,-1 0 1,1 0-1,-1 1 0,1-1 0,-1 0 1,1 1-1,-1-1 0,1 1 0,-1-1 1,0 1-1,1 0 0,-1 0 0,0-1 0,1 1 1,1 2-1,5 7-6777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38.1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142 166 24575,'1'-4'0,"-1"-1"0,1 1 0,0-1 0,1 1 0,-1-1 0,1 1 0,0-1 0,0 1 0,4-5 0,-6 8 0,0 1 0,0 0 0,0 0 0,0-1 0,1 1 0,-1 0 0,0 0 0,0 0 0,0-1 0,0 1 0,1 0 0,-1 0 0,0 0 0,0 0 0,0-1 0,1 1 0,-1 0 0,0 0 0,0 0 0,1 0 0,-1 0 0,0 0 0,0 0 0,1 0 0,-1 0 0,0 0 0,0 0 0,1 0 0,-1 0 0,0 0 0,0 0 0,1 0 0,-1 0 0,0 0 0,0 0 0,1 0 0,-1 0 0,0 0 0,0 1 0,0-1 0,1 0 0,-1 0 0,0 0 0,0 0 0,0 0 0,1 1 0,-1-1 0,0 0 0,0 0 0,0 0 0,0 1 0,1-1 0,-1 0 0,0 0 0,0 1 0,0-1 0,0 0 0,0 1 0,5 16 0,0 42 0,-3 1 0,-2 0 0,-9 62 0,7-98 0,-14 116 0,-6-1 0,-68 234 0,79-336 0,3-15 0,2 0 0,0 1 0,1 0 0,2 0 0,-2 26 0,5-47 0,0 0 0,0 0 0,0 0 0,0 0 0,1 0 0,-1 0 0,1 0 0,-1 0 0,1 0 0,0 0 0,-1 0 0,1 0 0,0-1 0,0 1 0,0 0 0,0 0 0,1-1 0,-1 1 0,0-1 0,1 1 0,-1-1 0,1 0 0,0 1 0,-1-1 0,1 0 0,0 0 0,0 0 0,0 0 0,-1-1 0,1 1 0,0 0 0,0-1 0,0 1 0,4-1 0,4 1 0,1-1 0,-1-1 0,0 0 0,1 0 0,15-5 0,-13 4 0,211-40 0,374-21 0,-70 71 0,-300 0 0,-210-7 0,42-2 0,-56 1 0,-1-1 0,0 1 0,1-1 0,-1 0 0,0 1 0,0-2 0,0 1 0,0 0 0,0-1 0,0 1 0,0-1 0,0 0 0,0 0 0,3-3 0,-5 3 0,1-1 0,-1 1 0,1-1 0,-1 1 0,0-1 0,0 1 0,0-1 0,0 0 0,-1 1 0,1-1 0,-1 0 0,1 0 0,-1-5 0,-4-41 0,2 28 0,1-11 0,1 1 0,2-1 0,1 1 0,9-38 0,39-124 0,-27 110 0,19-66 0,41-159 0,-82 299 0,0 0 0,-1 0 0,0 0 0,-1-1 0,1 1 0,-2 0 0,1 0 0,-1 0 0,-3-13 0,2 17 0,1 1 0,-1 0 0,0-1 0,-1 1 0,1 0 0,-1 0 0,0 0 0,0 1 0,0-1 0,0 1 0,0 0 0,-1-1 0,0 1 0,0 1 0,0-1 0,0 1 0,0-1 0,0 1 0,0 0 0,-6-1 0,-10-4 0,0 2 0,0 0 0,0 2 0,-36-3 0,-87 6 0,131 0 0,-709 43-546,494-26 454,100-9 92,-403 47 0,524-54 0,2-1 0,0 1 0,0-1 0,-1 1 0,1 1 0,0-1 0,0 1 0,0-1 0,-4 4 0,6 0-1259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39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184 256 24575,'-2'-1'0,"1"1"0,-1-1 0,0 1 0,1-1 0,-1 1 0,1-1 0,-1 0 0,1 0 0,-1 0 0,1 0 0,-1 0 0,1 0 0,0 0 0,0 0 0,-1-1 0,1 1 0,-1-2 0,1 1 0,0 1 0,-1-1 0,1 1 0,-1-1 0,1 1 0,-1 0 0,1 0 0,-1 0 0,0 0 0,-1-1 0,2 2 0,0 0 0,1 0 0,-1 1 0,1-1 0,-1 0 0,1 1 0,-1-1 0,1 0 0,0 1 0,-1-1 0,1 1 0,-1-1 0,1 0 0,0 1 0,-1-1 0,1 1 0,0 0 0,0-1 0,-1 1 0,1-1 0,0 1 0,0-1 0,0 1 0,0-1 0,0 1 0,-1 0 0,1 0 0,-4 24 0,4-22 0,-57 472 0,13-86 0,37-343 0,0-4 0,2 0 0,0 77 0,5-118 0,0 1 0,1-1 0,-1 0 0,0 1 0,0-1 0,1 0 0,-1 1 0,1-1 0,-1 0 0,1 0 0,0 0 0,-1 1 0,1-1 0,0 0 0,0 0 0,0 0 0,0 0 0,0 0 0,0 0 0,0 0 0,0-1 0,0 1 0,0 0 0,0-1 0,0 1 0,1 0 0,-1-1 0,0 0 0,1 1 0,-1-1 0,0 0 0,1 1 0,-1-1 0,0 0 0,1 0 0,-1 0 0,2 0 0,7-1 0,0 0 0,0-1 0,0 0 0,12-4 0,-1 0 0,128-22 0,1 7 0,216-4 0,-27 26 0,215-9 0,-523 6 0,62-6 0,-82 6 0,0 0 0,0-1 0,0 0 0,-1 0 0,21-10 0,-30 12 0,1 0 0,-1 1 0,0-1 0,1 0 0,-1 0 0,0-1 0,1 1 0,-1 0 0,0 0 0,0-1 0,0 1 0,0 0 0,0-1 0,0 1 0,-1-1 0,1 1 0,0-1 0,-1 0 0,1 1 0,-1-1 0,0 1 0,1-1 0,-1 0 0,0 0 0,0 1 0,0-1 0,0 0 0,0 1 0,-1-1 0,1 0 0,0 1 0,-1-1 0,1 0 0,-1 1 0,0-1 0,1 1 0,-2-2 0,-4-8 0,0 2 0,0-1 0,-1 1 0,-12-13 0,9 11 0,8 8 0,-39-45 0,-34-55 0,64 85 0,0-1 0,1 0 0,1-1 0,1 0 0,1 0 0,-9-40 0,8 4 0,2 0 0,2-1 0,4 0 0,5-58 0,41-224 0,-45 333 0,2-9 0,-2 9 0,1-1 0,-1 0 0,-1 0 0,1 0 0,-1-9 0,-1 15 0,1-1 0,0 1 0,0-1 0,-1 1 0,1 0 0,-1-1 0,1 1 0,-1 0 0,0-1 0,1 1 0,-1 0 0,0 0 0,0-1 0,0 1 0,0 0 0,0 0 0,0 0 0,0 0 0,0 0 0,-1 1 0,1-1 0,0 0 0,0 0 0,-1 1 0,1-1 0,-1 1 0,1-1 0,0 1 0,-4-1 0,-16-1 0,0 0 0,-1 2 0,-27 2 0,5 0 0,-579-17 0,89-2 0,482 18-455,1 2 0,-51 10 0,64-6-6371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39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248 34 24575,'0'1'0,"-1"-1"0,0 0 0,1 0 0,-1 1 0,0-1 0,1 0 0,-1 1 0,0-1 0,1 0 0,-1 1 0,1-1 0,-1 1 0,0-1 0,1 1 0,-1 0 0,1-1 0,0 1 0,-1-1 0,1 1 0,0 0 0,-1-1 0,1 1 0,0 0 0,-1 0 0,1-1 0,0 1 0,0 0 0,0 0 0,0-1 0,0 1 0,0 1 0,0 26 0,0-27 0,11 406 0,-16-313 0,-4 0 0,-27 122 0,-19-1 0,25-103 0,29-108 0,0 0 0,0 0 0,0 0 0,0 0 0,1 0 0,0 0 0,0 0 0,1 7 0,-1-10 0,0 1 0,1-1 0,0 0 0,-1 0 0,1 0 0,0 0 0,-1 0 0,1 0 0,0 0 0,0 0 0,0 0 0,0 0 0,0 0 0,0 0 0,0 0 0,0-1 0,1 1 0,-1 0 0,0-1 0,0 1 0,1-1 0,-1 0 0,0 1 0,0-1 0,1 0 0,-1 0 0,0 0 0,1 0 0,-1 0 0,2 0 0,34-1 0,0-1 0,59-11 0,-19 2 0,153-10 0,253 9 0,231 52 0,-660-35 0,-19-1 0,0-1 0,0-2 0,40-3 0,-73 2 0,0 0 0,1-1 0,-1 1 0,0-1 0,1 1 0,-1-1 0,0 0 0,0 0 0,0 1 0,0-2 0,0 1 0,0 0 0,0 0 0,0-1 0,3-2 0,-4 3 0,-1-1 0,1 1 0,-1-1 0,1 1 0,-1 0 0,1-1 0,-1 1 0,0-1 0,0 1 0,0-1 0,0 1 0,0-1 0,0 0 0,0 1 0,0-1 0,0 1 0,-1-1 0,1 1 0,-1 0 0,1-1 0,-1 1 0,0-1 0,-1-1 0,-28-52 0,19 37 0,2 0 0,-9-21 0,15 31 0,1 0 0,0 0 0,0 1 0,1-1 0,0 0 0,0 0 0,1 0 0,1-16 0,4-3 0,2 1 0,0 0 0,2 0 0,21-43 0,0-1 0,167-470 0,-195 536 0,0-2 0,1-1 0,-1 0 0,-1 0 0,1 1 0,-1-1 0,0-11 0,-1 16 0,0 0 0,-1 0 0,1 0 0,-1 0 0,1 1 0,-1-1 0,0 0 0,1 0 0,-1 1 0,0-1 0,0 1 0,0-1 0,0 1 0,-1-1 0,1 1 0,0-1 0,-1 1 0,1 0 0,-1 0 0,1 0 0,-1 0 0,1 0 0,-1 0 0,0 0 0,0 1 0,1-1 0,-1 0 0,0 1 0,-3-1 0,-32-6 0,0 2 0,-68-1 0,35 3 0,-422-30-255,-487-27-470,957 59 725,-216-2-12,204 5 10,1 1-1,-1 1 1,1 2 0,-63 20 0,64-12-1196,10-1-4792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40.8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125 185 24575,'-2'-15'0,"-3"11"0,4 5 0,0 0 0,1 0 0,-1-1 0,0 1 0,0 0 0,1 0 0,-1 0 0,1 0 0,-1 0 0,1 1 0,-1-1 0,1 0 0,0 0 0,0 0 0,-1 0 0,1 0 0,0 1 0,0-1 0,0 1 0,-17 274 0,-12 112 0,-29 21 0,56-399 0,1 0 0,0 1 0,1-1 0,0 1 0,3 17 0,-2-24 0,-1-1 0,1 0 0,1 0 0,-1 0 0,0 0 0,1 0 0,-1 0 0,1-1 0,0 1 0,0 0 0,0-1 0,0 1 0,0-1 0,1 0 0,-1 0 0,1 0 0,0 0 0,-1 0 0,1 0 0,0-1 0,0 1 0,5 1 0,3 0 0,1 0 0,-1-1 0,1 0 0,-1-1 0,1 0 0,15-1 0,76-9 0,-78 6 0,809-60-611,-196 72 611,-166 1 0,-459-9-7,24-1-8,-35 0 22,-1 0 0,1 0 0,-1-1-1,1 1 1,-1 0 0,1-1 0,-1 1 0,1-1 0,-1 1 0,1-1 0,-1 0 0,1 1 0,-1-1 0,0 0 0,0 0-1,1 0 1,0-2 0,-2 3 3,1-1 0,-1 1 0,0-1 0,0 1 0,0-1 0,0 0-1,0 1 1,0-1 0,0 1 0,0-1 0,0 1 0,0-1 0,0 1 0,-1-1 0,1 0-1,0 1 1,0-1 0,-1 1 0,1-1 0,0 1 0,0-1 0,-1 1 0,1 0 0,0-1 0,-1 1-1,1-1 1,-1 1 0,0-1 0,-15-13 195,12 11-188,-14-10-17,3 1 0,0 0 0,0-1 0,-24-27 0,35 34 0,0 0 0,0 0 0,1 0 0,0 0 0,0-1 0,0 1 0,1-1 0,0 0 0,0 0 0,1 0 0,0 1 0,0-1 0,0-1 0,2-10 0,4-38 0,17-76 0,1 3 0,-2-117 0,-20 185 0,-2-1 0,-10-61 0,8 101 0,-1 1 0,-1 0 0,-1 0 0,-12-30 0,14 43 0,0 0 0,0 0 0,-1 0 0,0 1 0,0 0 0,-1 0 0,0 0 0,0 1 0,-1-1 0,1 2 0,-1-1 0,-1 1 0,-11-7 0,2 4 0,-1 1 0,0 0 0,0 2 0,0 0 0,-21-3 0,-97-5 0,106 10 0,-536-7-18,6 50-1882,441-27-4373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0.7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68 24575,'0'-7'0,"0"0"0,0 0 0,-1 1 0,0-1 0,-1 0 0,0 1 0,-3-11 0,5 17 0,0 0 0,0 0 0,0 0 0,0 0 0,0-1 0,0 1 0,0 0 0,0 0 0,0 0 0,-1 0 0,1-1 0,0 1 0,0 0 0,0 0 0,0 0 0,0 0 0,0-1 0,0 1 0,-1 0 0,1 0 0,0 0 0,0 0 0,0 0 0,0 0 0,-1 0 0,1 0 0,0 0 0,0-1 0,0 1 0,0 0 0,-1 0 0,1 0 0,0 0 0,0 0 0,0 0 0,-1 0 0,1 0 0,0 0 0,0 0 0,0 0 0,0 0 0,-1 1 0,1-1 0,0 0 0,0 0 0,0 0 0,0 0 0,-1 0 0,1 0 0,0 0 0,0 0 0,0 1 0,0-1 0,0 0 0,-1 0 0,1 0 0,0 0 0,0 0 0,0 1 0,0-1 0,0 0 0,0 0 0,0 0 0,0 1 0,-6 12 0,2 9 0,0 0 0,0 39 0,1-12 0,-1 6 93,-2 20-822,-24 120 0,19-155-6097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1.0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53 24575,'0'-4'0,"0"0"0,0 0 0,0 0 0,-1 0 0,1 0 0,-1 1 0,0-1 0,0 0 0,0 0 0,0 1 0,-4-7 0,6 11 0,0 3 0,0-1 0,1 0 0,-1 0 0,1 0 0,0 0 0,2 3 0,2-1 0,0 0 0,0 0 0,1-1 0,-1 0 0,1 0 0,0-1 0,0 0 0,0 0 0,1 0 0,-1-1 0,1 0 0,-1-1 0,11 1 0,-7 0 0,0-2 0,0 0 0,0 0 0,-1-1 0,1 0 0,0 0 0,0-1 0,-1-1 0,11-4 0,3-9-1365,-14 6-5461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1.3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53 24575,'10'-9'0,"-6"3"0,1 1 0,0 0 0,1 1 0,-1-1 0,1 1 0,0 0 0,10-6 0,-15 10 0,0 0 0,0 0 0,0 0 0,0 0 0,0 0 0,-1 0 0,1 0 0,0 0 0,0 0 0,0 0 0,0 0 0,0 1 0,-1-1 0,1 0 0,0 0 0,0 1 0,0-1 0,-1 1 0,1-1 0,0 1 0,0-1 0,-1 1 0,1 0 0,-1-1 0,1 1 0,0 0 0,-1-1 0,1 1 0,-1 0 0,0 0 0,1-1 0,-1 1 0,1 0 0,-1 0 0,0 0 0,0-1 0,0 1 0,1 0 0,-1 0 0,0 2 0,5 43 0,-5-37 0,8 79 163,-2-35-545,-3 1 0,-1 0 0,-8 63 0,2-92-6444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1.5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 24575,'0'-3'0,"3"-1"0,1 3 0,3 2 0,4 4 0,2 1 0,6 2 0,6 1 0,4 1 0,4-1 0,6-2 0,2-2 0,-6-2-8191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2.1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57 24575,'0'-3'0,"0"-4"0,0-4 0,3-3 0,4 0 0,2 7 0,-2 6 0,-2 11 0,2 9 0,-1 11 0,-1 9 0,-2 12 0,3 5 0,-1 6 0,-1 2 0,0-1 0,-2-11-8191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2.4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38 24575,'-1'-3'0,"1"1"0,0-1 0,-1 0 0,1 0 0,-1 1 0,0-1 0,0 0 0,-2-2 0,0-2 0,6 3 0,6 5 0,10 4 0,-18-5 0,26 8 0,0-1 0,0-2 0,0 0 0,1-2 0,-1-1 0,1-2 0,0 0 0,0-2 0,-1-1 0,1-1 0,47-14 0,-70 17-1365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3.8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384 493 24575,'6'-7'0,"0"0"0,-1-1 0,1 0 0,-1 0 0,-1-1 0,0 1 0,0-1 0,0 0 0,-1 0 0,-1 0 0,0 0 0,0-1 0,0 1 0,-1-16 0,-1 20 0,0-1 0,0 1 0,-1 0 0,0 0 0,0-1 0,0 1 0,0 0 0,-1 0 0,0 0 0,0 0 0,-1 1 0,-2-6 0,2 7 0,1 0 0,-1 0 0,0 0 0,0 0 0,0 0 0,-1 1 0,1-1 0,-1 1 0,1 0 0,-1 0 0,0 0 0,1 1 0,-1-1 0,0 1 0,0 0 0,0 0 0,-5 0 0,3 0 0,1 1 0,-1 0 0,0 0 0,1 1 0,-1-1 0,1 1 0,-1 0 0,1 1 0,-1-1 0,1 1 0,0 0 0,0 1 0,0-1 0,0 1 0,0 0 0,0 0 0,1 1 0,0-1 0,-1 1 0,1 0 0,1 0 0,-1 0 0,-4 7 0,1-2 0,1 1 0,0 0 0,1 1 0,0-1 0,0 1 0,1 0 0,0 0 0,1 1 0,1-1 0,-2 14 0,3-17 0,0 0 0,1 1 0,0-1 0,0 0 0,1 0 0,0 0 0,0 0 0,1-1 0,5 16 0,-5-20 0,0 0 0,0 0 0,0 0 0,0 0 0,0 0 0,0 0 0,1-1 0,-1 0 0,1 1 0,0-1 0,0 0 0,0 0 0,0 0 0,0-1 0,0 1 0,0-1 0,1 0 0,-1 0 0,0 0 0,1 0 0,-1 0 0,1-1 0,-1 1 0,1-1 0,3 0 0,-3 0 0,-1-1 0,1 1 0,0-1 0,0 0 0,-1 0 0,1 0 0,0 0 0,-1-1 0,1 1 0,-1-1 0,0 0 0,1 0 0,-1 0 0,0-1 0,0 1 0,-1-1 0,1 0 0,0 1 0,-1-1 0,0 0 0,1-1 0,-1 1 0,2-4 0,5-10 0,-1-1 0,-1 0 0,8-25 0,-10 26 0,-1 4 0,2-8 0,-2 21 0,0 12 0,2 12 0,2 17 0,3 0 0,1-1 0,24 53 0,-35-91 0,0 0 0,0 0 0,0 0 0,0 0 0,1 0 0,-1 0 0,1 0 0,-1-1 0,1 1 0,0 0 0,-1-1 0,1 0 0,0 1 0,0-1 0,0 0 0,3 1 0,-4-2 0,1 1 0,-1-1 0,1 0 0,-1 0 0,1 0 0,-1 0 0,0-1 0,1 1 0,-1 0 0,1 0 0,-1-1 0,1 1 0,-1-1 0,0 0 0,1 1 0,-1-1 0,0 0 0,0 0 0,0 1 0,1-1 0,-1 0 0,0 0 0,0 0 0,0-1 0,0 1 0,1-2 0,10-14 0,0-1 0,-2 0 0,0-1 0,0 0 0,-2 0 0,9-31 0,-2-6 0,9-64 0,-19 91 0,-1 0 0,-1 0 0,-2 0 0,-1 0 0,-5-44 0,4 69 0,1 0 0,-1 0 0,0 0 0,0 0 0,-1 0 0,1 0 0,-1 1 0,0-1 0,0 1 0,0-1 0,0 1 0,-1 0 0,1 0 0,-1 0 0,0 0 0,0 0 0,0 0 0,-7-4 0,6 5 0,-1 1 0,1-1 0,-1 0 0,0 1 0,1 0 0,-1 0 0,0 1 0,0-1 0,0 1 0,0 0 0,1 0 0,-1 0 0,0 1 0,0 0 0,-7 2 0,-11 4 0,-1 1 0,1 2 0,1 0 0,0 1 0,-25 17 0,-98 78 0,120-85 0,0 1 0,1 1 0,1 1 0,1 0 0,1 2 0,-29 49 0,42-62 0,2-1 0,0 2 0,0-1 0,1 1 0,1 0 0,0 0 0,1 0 0,1 0 0,0 1 0,1-1 0,0 1 0,1-1 0,1 1 0,0-1 0,1 1 0,1-1 0,7 25 0,-2-20 0,0 0 0,2 0 0,0-1 0,0-1 0,2 1 0,0-2 0,1 0 0,1 0 0,0-1 0,1-1 0,1 0 0,0-2 0,1 1 0,0-2 0,1 0 0,0-1 0,1-1 0,23 7 0,-18-7 0,0-1 0,1-1 0,1-2 0,-1 0 0,1-2 0,0 0 0,-1-2 0,1-1 0,0-1 0,0-2 0,0 0 0,-1-1 0,0-2 0,28-9 0,-36 9 86,-1-1-1,1 0 0,29-19 1,-42 23-172,0 0 1,0 0 0,-1 0-1,1 0 1,-1 0 0,1-1-1,-1 0 1,0 0 0,-1 0-1,1 0 1,-1 0 0,1 0-1,-1-1 1,-1 1 0,1-1-1,-1 1 1,1-1 0,-1 0-1,0-6 1,0-4-6741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4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24575,'0'-3'0,"0"1"0,1-1 0,-1 1 0,1 0 0,-1-1 0,1 1 0,0 0 0,0-1 0,0 1 0,0 0 0,3-4 0,-3 6 0,-1 0 0,0-1 0,0 1 0,1 0 0,-1-1 0,0 1 0,0 0 0,1 0 0,-1-1 0,0 1 0,1 0 0,-1 0 0,0 0 0,1 0 0,-1-1 0,1 1 0,-1 0 0,0 0 0,1 0 0,-1 0 0,0 0 0,1 0 0,-1 0 0,1 0 0,-1 0 0,0 0 0,1 0 0,0 1 0,0-1 0,0 1 0,-1 0 0,1-1 0,-1 1 0,1 0 0,0 0 0,-1-1 0,0 1 0,1 0 0,-1 0 0,1 0 0,-1 0 0,0 0 0,0 0 0,1-1 0,-1 3 0,3 15 0,0 0 0,-1 30 0,1 5 0,30 169 0,-28-198 0,2 0 0,0-1 0,1 0 0,2 0 0,0-1 0,1-1 0,16 24 0,-21-37 0,0-1 0,0 1 0,1-1 0,0-1 0,0 1 0,0-1 0,1 0 0,0-1 0,0 0 0,1 0 0,-1-1 0,1 0 0,0 0 0,14 3 0,-15-6 0,1 1 0,0-1 0,-1-1 0,1 0 0,0 0 0,-1 0 0,1-1 0,-1-1 0,1 1 0,-1-1 0,1-1 0,-1 0 0,0 0 0,0 0 0,0-1 0,8-6 0,-6 4 0,-1 0 0,0-1 0,-1 0 0,0-1 0,0 0 0,-1 0 0,0-1 0,0 0 0,-1 0 0,8-15 0,-7 9 0,-1 1 0,0-2 0,-1 1 0,-1 0 0,0-1 0,2-27 0,-5 14 0,0-1 0,-2 0 0,-2 0 0,0 1 0,-2 0 0,-1-1 0,-14-39 0,10 42 0,0 1 0,-2 0 0,-1 1 0,-22-34 0,27 50 171,4 9 0,4 1-293,0 1 0,0-1 0,0 0 0,0 0 0,0 0 0,1 1 0,-1-1 0,0 0 0,1 0 1,-1 0-1,1 0 0,-1 0 0,1 1 0,7 12-6704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4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24575,'3'34'0,"0"-1"0,2 0 0,17 57 0,-2-7 0,15 78 303,17 84-1971,-47-218-5158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5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16 24575,'3'-3'0,"1"2"0,0 4 0,-1 5 0,0 4 0,-2 4 0,0 1 0,-4-2 0,-4-3 0,-2-7 0,2-8 0,1-5 0,2-6 0,5 0 0,2 0 0,4-2 0,3 0 0,1 1-8191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5.7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388 348 24575,'6'-7'0,"-1"0"0,1-1 0,-1 0 0,-1 0 0,0 0 0,0-1 0,4-12 0,0-5 0,5-32 0,-11 52 0,-1 0 0,0-1 0,0 1 0,-1 0 0,0-1 0,0 1 0,-1-1 0,1 1 0,-2 0 0,1-1 0,0 1 0,-1 0 0,0 0 0,-1 0 0,0 0 0,1 0 0,-2 1 0,1-1 0,-1 1 0,0 0 0,0 0 0,0 0 0,0 0 0,-1 1 0,0 0 0,0 0 0,0 0 0,-1 1 0,1-1 0,-1 1 0,0 1 0,0-1 0,0 1 0,-11-3 0,3 2 0,-1 1 0,1 0 0,-1 2 0,0-1 0,1 2 0,-1 0 0,0 1 0,1 0 0,0 1 0,-1 0 0,1 2 0,-19 7 0,23-7 0,0 0 0,0 0 0,0 1 0,1 1 0,0-1 0,1 1 0,-13 13 0,16-15 0,0 1 0,1 0 0,0 0 0,0 1 0,0-1 0,1 1 0,0-1 0,0 1 0,1 0 0,-1 0 0,-1 15 0,3-16 0,1 1 0,0-1 0,0 1 0,0-1 0,1 0 0,0 1 0,0-1 0,1 0 0,-1 0 0,2 0 0,3 9 0,-1-5 0,0-1 0,1 0 0,1 0 0,-1 0 0,1-1 0,10 9 0,6 3 0,1-1 0,1-1 0,50 26 0,29 9 0,46 28 0,-129-69 0,-1 2 0,-1 0 0,-1 1 0,34 36 0,-48-47 0,-1 1 0,1-1 0,-1 1 0,0 0 0,0 0 0,0 1 0,0-1 0,-1 0 0,0 1 0,0 0 0,-1-1 0,2 10 0,-3-11 0,0 0 0,0 1 0,-1-1 0,1 0 0,-1 0 0,0 0 0,0 0 0,-1 0 0,1 0 0,-1 0 0,1 0 0,-1 0 0,-1-1 0,1 1 0,0-1 0,-1 0 0,0 1 0,-3 2 0,-3 2 0,1-1 0,-2-1 0,1 1 0,-1-2 0,1 1 0,-2-1 0,1-1 0,0 0 0,-1 0 0,0-1 0,0 0 0,0-1 0,0 0 0,-19 0 0,6-1 0,1-2 0,0 0 0,0-1 0,-1-2 0,1 0 0,-25-9 0,32 8 43,1-1 0,-1 0-1,1-2 1,1 1 0,-1-2-1,1 0 1,-14-13 0,21 16-157,0 0 0,1 0 0,-1-1 0,2 0 1,-1 0-1,1-1 0,0 0 0,0 1 1,1-2-1,0 1 0,1 0 0,-1-1 1,2 0-1,-4-12 0,5 4-6712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6.2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96 257 24575,'-1'-2'0,"0"-1"0,0 1 0,0 0 0,-1 0 0,1 0 0,-1 1 0,1-1 0,-1 0 0,1 0 0,-1 1 0,0-1 0,-3-1 0,-3-2 0,20 13 0,2 0 0,-1 0 0,1-1 0,0-1 0,1-1 0,-1 0 0,1 0 0,0-1 0,0-1 0,1-1 0,-1 0 0,0-1 0,20-1 0,-31-1 0,0 1 0,-1-1 0,1 1 0,-1-1 0,1 0 0,-1 0 0,1-1 0,-1 1 0,0-1 0,1 0 0,-1 0 0,0 0 0,0 0 0,-1 0 0,1 0 0,0-1 0,-1 0 0,1 1 0,-1-1 0,0 0 0,0 0 0,0 0 0,0 0 0,-1-1 0,1 1 0,-1 0 0,0-1 0,0 1 0,0-1 0,0 0 0,0 1 0,-1-1 0,0 1 0,0-1 0,0 0 0,0 1 0,0-1 0,-1 0 0,0 1 0,0-1 0,0 1 0,0-1 0,0 1 0,-1 0 0,1-1 0,-1 1 0,0 0 0,0 0 0,-3-3 0,-5-7 0,0 0 0,-1 1 0,0 0 0,-1 1 0,-1 0 0,0 1 0,0 1 0,-1 0 0,0 0 0,0 2 0,-1 0 0,0 0 0,0 2 0,-1-1 0,-18-2 0,30 7 0,0 0 0,0 1 0,-1 0 0,1 0 0,0 0 0,0 0 0,-1 0 0,1 1 0,0 0 0,0 0 0,0 0 0,0 0 0,0 1 0,0 0 0,0 0 0,0 0 0,1 0 0,-1 0 0,-4 5 0,4-3 0,1 0 0,0 0 0,0 1 0,0-1 0,0 1 0,1 0 0,0 0 0,0-1 0,0 2 0,1-1 0,0 0 0,0 0 0,0 0 0,0 0 0,1 8 0,0 3 0,1 0 0,0 0 0,1-1 0,1 1 0,0-1 0,1 1 0,1-1 0,1 0 0,0-1 0,0 1 0,2-1 0,0-1 0,0 1 0,1-1 0,1-1 0,0 0 0,1 0 0,15 13 0,-14-14 0,1-1 0,1 0 0,-1-1 0,1 0 0,1-2 0,-1 1 0,1-2 0,1 0 0,-1 0 0,1-2 0,0 0 0,0-1 0,1 0 0,-1-1 0,0-1 0,1-1 0,23-2 0,12-7-1365,-8-3-5461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6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89 236 24575,'-22'-84'0,"14"53"0,0 0 0,-18-41 0,14 55 0,12 17 0,-1 0 0,1 0 0,0 0 0,0 0 0,0-1 0,-1 1 0,1 0 0,0 0 0,0 0 0,0 0 0,-1 0 0,1 0 0,0 0 0,0 0 0,-1 0 0,1 0 0,0 0 0,0 1 0,0-1 0,-1 0 0,1 0 0,0 0 0,0 0 0,0 0 0,-1 0 0,1 0 0,0 1 0,0-1 0,0 0 0,0 0 0,-1 0 0,1 0 0,0 1 0,0-1 0,0 0 0,0 0 0,0 0 0,0 0 0,0 1 0,0-1 0,-1 0 0,0 4 0,0 1 0,0-1 0,1 0 0,-1 0 0,1 0 0,0 0 0,0 5 0,38 307 0,-29-259 0,-7-40 13,11 67-702,35 126 0,-35-171-6137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6.8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106 237 24575,'0'-4'0,"-1"1"0,1-1 0,-1 1 0,0 0 0,0-1 0,0 1 0,0 0 0,-3-4 0,2 4 0,0-1 0,1 1 0,0 0 0,0-1 0,0 1 0,-1-5 0,2 8 0,0-1 0,0 1 0,1 0 0,-1-1 0,0 1 0,0-1 0,0 1 0,1 0 0,-1-1 0,0 1 0,0 0 0,1-1 0,-1 1 0,0 0 0,0-1 0,1 1 0,-1 0 0,0 0 0,1-1 0,-1 1 0,1 0 0,-1 0 0,0 0 0,1 0 0,-1-1 0,1 1 0,-1 0 0,0 0 0,1 0 0,-1 0 0,1 0 0,-1 0 0,0 0 0,1 0 0,-1 0 0,1 0 0,-1 1 0,1-1 0,23 3 0,-17-2 0,5 1 0,14 2 0,43 1 0,-63-5 0,0 0 0,0-1 0,0 1 0,0-1 0,0 0 0,0-1 0,0 1 0,-1-1 0,1 0 0,-1-1 0,1 1 0,-1-1 0,7-5 0,-11 7 0,1 0 0,0-1 0,-1 1 0,1-1 0,-1 1 0,0-1 0,0 0 0,1 1 0,-1-1 0,0 0 0,0 0 0,-1 0 0,1 0 0,0 0 0,-1 0 0,1 0 0,-1 0 0,1 0 0,-1 0 0,0-3 0,-1 2 0,1 0 0,-1 0 0,0 0 0,0 0 0,0 0 0,0 0 0,0 0 0,-1 1 0,1-1 0,-1 0 0,0 1 0,-2-4 0,-3-1 0,1 0 0,-2 1 0,1-1 0,-1 1 0,1 1 0,-2 0 0,-15-8 0,15 9 0,0 1 0,1 0 0,-1 0 0,-1 1 0,1 0 0,0 1 0,0 0 0,-1 0 0,1 1 0,-10 1 0,13 0 0,0 0 0,1 0 0,-1 0 0,0 1 0,1 0 0,0 0 0,0 1 0,-1 0 0,2 0 0,-1 0 0,0 0 0,0 1 0,1-1 0,0 1 0,0 0 0,0 1 0,-5 7 0,3-3 0,0 0 0,1 1 0,0 0 0,0 0 0,1 0 0,1 1 0,0-1 0,0 1 0,1 0 0,0 0 0,1 0 0,1 0 0,-1 0 0,2 0 0,-1 0 0,2 0 0,-1-1 0,1 1 0,1 0 0,0-1 0,1 1 0,0-1 0,0 0 0,1 0 0,0 0 0,1-1 0,0 0 0,1 0 0,0 0 0,0-1 0,1 0 0,0-1 0,0 1 0,0-1 0,12 6 0,24 8-1365,-2-7-5461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7.0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309 162 24575,'-54'-71'0,"42"57"0,-2 0 0,-17-13 0,25 22 0,1 1 0,-1 0 0,-1 1 0,1-1 0,0 1 0,-1 0 0,0 1 0,1 0 0,-10-2 0,14 3 0,-1 1 0,1 0 0,-1 0 0,1 0 0,-1 0 0,1 1 0,-1-1 0,1 1 0,0-1 0,-1 1 0,1 0 0,0 0 0,-1 0 0,1 0 0,-3 2 0,1 0 0,0 0 0,-1 1 0,1 0 0,1 0 0,-1 0 0,-5 8 0,2-1 0,0 1 0,1 0 0,0 0 0,-8 25 0,11-27 0,1 0 0,0 0 0,0 1 0,1-1 0,0 1 0,1-1 0,0 1 0,0-1 0,1 1 0,1-1 0,0 1 0,4 13 0,-3-18 0,0 1 0,0 0 0,0-1 0,1 0 0,0 0 0,0 0 0,1 0 0,0 0 0,0-1 0,0 0 0,0 0 0,1-1 0,0 1 0,0-1 0,0 0 0,1-1 0,-1 1 0,12 3 0,-6-3 49,1-1 0,0 1 0,0-2-1,1 0 1,-1-1 0,22 0 0,-5-3-903,52-9 1,-26-1-5973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7.2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164 248 24575,'-11'-19'0,"0"-1"0,-12-34 0,-4-7 0,21 49 0,2 3 0,0 0 0,-1 1 0,0-1 0,0 1 0,-1 0 0,0 1 0,-11-11 0,17 18 0,-1-1 0,1 1 0,-1-1 0,1 1 0,-1-1 0,0 1 0,1 0 0,-1-1 0,0 1 0,1 0 0,-1-1 0,0 1 0,1 0 0,-1 0 0,0 0 0,0-1 0,1 1 0,-1 0 0,0 0 0,0 0 0,1 0 0,-1 0 0,0 1 0,0-1 0,1 0 0,-1 0 0,-1 1 0,1-1 0,1 1 0,-1 0 0,0 0 0,0 0 0,0 0 0,1 0 0,-1 0 0,0 0 0,1 0 0,-1 1 0,1-1 0,-1 0 0,1 0 0,-1 2 0,0 5 0,0 0 0,0 0 0,1 0 0,0 9 0,10 72 0,25 99 0,-23-131 0,76 311-1365,-78-335-5461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7.6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62 132 24575,'-24'-37'0,"19"30"0,0 0 0,0 0 0,1 0 0,0-1 0,0 1 0,1-1 0,-4-14 0,7 22 0,0-1 0,0 0 0,0 1 0,0-1 0,0 0 0,0 0 0,0 1 0,0-1 0,0 0 0,1 1 0,-1-1 0,0 0 0,0 1 0,1-1 0,-1 0 0,0 1 0,1-1 0,-1 1 0,1-1 0,-1 0 0,1 1 0,-1-1 0,1 1 0,-1 0 0,1-1 0,0 1 0,-1-1 0,1 1 0,0 0 0,-1-1 0,1 1 0,0 0 0,-1 0 0,2-1 0,28-2 0,-26 3 0,57 2 0,111 17 0,-112-10 0,109 2 0,-139-17 0,-17-2 0,-13 8 0,0 0 0,0 0 0,0-1 0,0 1 0,0 0 0,0-1 0,1 1 0,-1 0 0,0-1 0,0 1 0,0 0 0,0-1 0,0 1 0,0 0 0,0-1 0,0 1 0,0 0 0,-1-1 0,1 1 0,0 0 0,0-1 0,0 1 0,0 0 0,0 0 0,-1-1 0,1 1 0,0 0 0,0-1 0,0 1 0,-1 0 0,1 0 0,0 0 0,0-1 0,-1 1 0,1 0 0,-1-1 0,1 1 0,-1 0 0,1-1 0,-1 1 0,0 0 0,1 0 0,-1-1 0,0 1 0,1 0 0,-1 0 0,0 0 0,1 0 0,-1 0 0,0 0 0,0 0 0,1 0 0,-1 0 0,0 0 0,1 0 0,-1 0 0,0 0 0,1 1 0,-1-1 0,0 0 0,1 1 0,-1-1 0,1 0 0,-1 1 0,1-1 0,-1 1 0,1-1 0,-1 0 0,1 1 0,-1 0 0,0 0 0,-14 21 0,12-12 0,0-1 0,1 1 0,0 0 0,1 0 0,0 0 0,1 0 0,0 0 0,0 0 0,4 17 0,1 5 0,18 51 0,-20-71-273,2 1 0,0-1 0,0-1 0,10 17 0,-5-14-6553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7.7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98 449 24575,'-4'-13'0,"-3"-12"0,-1-16 0,-2-9 0,-3-6 0,1-3 0,3 3 0,-1 4 0,2 9 0,-1 10 0,1 12-8191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8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167 119 24575,'-10'-5'0,"1"-2"0,0 1 0,0-1 0,-11-13 0,14 14 0,0 0 0,0 1 0,-1-1 0,1 1 0,-1 0 0,0 1 0,-15-7 0,21 11 0,0-1 0,0 1 0,-1 0 0,1 0 0,0 0 0,0 0 0,0 0 0,0 0 0,0 0 0,0 0 0,0 1 0,0-1 0,-1 0 0,1 1 0,0-1 0,0 1 0,0-1 0,0 1 0,1-1 0,-1 1 0,0 0 0,0-1 0,0 1 0,0 0 0,1 0 0,-1 0 0,0 0 0,1-1 0,-1 1 0,0 0 0,1 0 0,-1 0 0,1 0 0,0 0 0,-1 0 0,1 1 0,0-1 0,-1 1 0,-1 7 0,0 0 0,1 0 0,-2 13 0,3-19 0,-1 24 0,1 0 0,1 0 0,1 0 0,11 52 0,-8-59 0,1 1 0,1-1 0,1 0 0,0-1 0,1 0 0,23 34 0,-28-48 0,0 0 0,0 0 0,0 0 0,1-1 0,-1 0 0,1 1 0,0-2 0,0 1 0,1-1 0,-1 0 0,1 0 0,0 0 0,-1-1 0,11 3 0,-10-4 0,-1 0 0,1 0 0,-1-1 0,0 0 0,1 0 0,-1-1 0,1 1 0,-1-1 0,0 0 0,1-1 0,-1 1 0,0-1 0,0 0 0,0 0 0,0-1 0,0 0 0,5-3 0,-2 0 0,-1 0 0,0-1 0,0 0 0,0 0 0,-1 0 0,0-1 0,0 0 0,-1 0 0,0 0 0,-1-1 0,1 0 0,-2 0 0,1 0 0,-1 0 0,-1 0 0,1-1 0,-2 1 0,1-1 0,-1 0 0,-1 1 0,0-1 0,-2-17 0,0 11 0,0 1 0,-1 0 0,-1 0 0,0 0 0,-1 0 0,0 1 0,-2 0 0,1 0 0,-2 0 0,0 1 0,-1 0 0,0 0 0,-17-18 0,20 26 0,0 0 0,0 0 0,0 1 0,-1-1 0,1 2 0,-1-1 0,0 0 0,0 1 0,-10-2 0,15 4 0,0 0 0,0 1 0,0-1 0,0 1 0,0 0 0,0 0 0,0 0 0,0 0 0,0 0 0,0 0 0,0 0 0,0 1 0,0-1 0,0 1 0,1-1 0,-1 1 0,0 0 0,0 0 0,0-1 0,0 1 0,1 1 0,-1-1 0,0 0 0,1 0 0,-1 1 0,1-1 0,0 1 0,-1-1 0,1 1 0,0-1 0,0 1 0,0 0 0,0 0 0,0 0 0,0-1 0,1 1 0,-1 0 0,1 0 0,-1 3 0,-1 2 0,1 1 0,0 0 0,0 0 0,0 0 0,1 0 0,1 0 0,-1 0 0,1 0 0,1-1 0,-1 1 0,1 0 0,1 0 0,-1-1 0,1 0 0,1 1 0,4 6 0,-6-10 0,1 0 0,0 0 0,-1-1 0,2 1 0,-1-1 0,0 0 0,1 0 0,-1 0 0,1 0 0,0-1 0,0 0 0,0 0 0,0 0 0,1 0 0,-1 0 0,0-1 0,1 0 0,-1 0 0,1 0 0,-1 0 0,1-1 0,0 0 0,-1 0 0,1 0 0,-1 0 0,1-1 0,0 0 0,-1 1 0,6-3 0,6-4 0,0 0 0,0 0 0,-1-2 0,1 0 0,26-22 0,12-7 0,-40 30 0,0-1 0,1 2 0,-1 0 0,1 1 0,17-5 0,-29 10 0,1 0 0,-1 0 0,1 1 0,0-1 0,-1 1 0,1 0 0,0 0 0,-1 0 0,1 0 0,0 1 0,0-1 0,-1 1 0,1 0 0,-1 0 0,1 1 0,-1-1 0,1 1 0,-1-1 0,0 1 0,0 0 0,0 0 0,0 0 0,0 1 0,0-1 0,-1 1 0,1 0 0,3 5 0,1 3 0,-2 0 0,1 0 0,-1 0 0,-1 1 0,0 0 0,-1 0 0,0 0 0,2 23 0,-2-2 0,-3 69 0,-1-93 0,0 1 0,-1-1 0,0 0 0,-3 11 0,4-17 0,0-1 0,-1 1 0,1-1 0,0 1 0,-1-1 0,1 1 0,-1-1 0,-3 3 0,5-4 0,-1 0 0,0-1 0,0 1 0,0-1 0,0 1 0,0-1 0,0 1 0,1-1 0,-1 1 0,0-1 0,-1 0 0,1 1 0,0-1 0,0 0 0,0 0 0,0 0 0,0 0 0,0 0 0,0 0 0,0 0 0,0 0 0,-2-1 0,2 0 0,-1 1 0,1-1 0,-1 0 0,1 0 0,0 0 0,-1 0 0,1 0 0,0-1 0,-1 1 0,1 0 0,0-1 0,0 1 0,0 0 0,0-1 0,1 1 0,-1-1 0,0 0 0,1 1 0,-1-1 0,1 0 0,-1 1 0,1-1 0,0 0 0,-1 1 0,1-1 0,0 0 0,0 0 0,1-2 0,-1-6 0,1 0 0,0 1 0,5-17 0,0 6 0,1 0 0,0 0 0,2 0 0,22-35 0,55-66 0,-83 117 0,-1 1 0,12-15 0,0 0 0,25-23 0,-36 38 0,1-1 0,0 1 0,0 0 0,0 0 0,0 0 0,0 1 0,1-1 0,-1 1 0,1 0 0,-1 1 0,1-1 0,0 1 0,0 0 0,-1 0 0,1 0 0,0 1 0,10-1 0,-11 3 0,0-1 0,0 0 0,0 1 0,-1 0 0,1 0 0,-1 0 0,1 0 0,-1 0 0,1 1 0,-1-1 0,0 1 0,0 0 0,-1 0 0,1 0 0,-1 1 0,1-1 0,-1 1 0,0-1 0,0 1 0,2 7 0,3 6 0,-1 0 0,-1 0 0,4 25 0,-2 10-455,-2 0 0,-3 79 0,-3-101-6371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9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94 607 24575,'27'188'0,"-22"-159"0,6 39 0,19 140 0,-30-207 0,1 0 0,-1 0 0,0 0 0,0-1 0,0 1 0,0 0 0,0 0 0,0 0 0,0-1 0,0 1 0,0 0 0,0 0 0,0 0 0,0-1 0,-1 1 0,1 0 0,0 0 0,-1 0 0,1-1 0,0 1 0,-1 1 0,0-3 0,0 1 0,0 0 0,1-1 0,-1 1 0,0-1 0,1 1 0,-1-1 0,1 1 0,-1-1 0,0 0 0,1 1 0,0-1 0,-1 0 0,1 1 0,-1-1 0,1-1 0,-20-39 0,-11-50 0,4-2 0,4-2 0,4 0 0,4 0 0,-4-150 0,19 235 0,-1-130 0,2 118 0,1 0 0,1 0 0,1 1 0,9-27 0,-12 44 0,0 0 0,1 0 0,0 0 0,0 0 0,0 0 0,0 0 0,1 1 0,-1-1 0,1 1 0,0 0 0,0 0 0,0 0 0,1 0 0,-1 0 0,5-2 0,-5 3 0,1 1 0,-1-1 0,1 1 0,-1 0 0,1 0 0,0 0 0,0 1 0,-1-1 0,1 1 0,0 0 0,0 0 0,-1 1 0,1-1 0,0 1 0,0-1 0,-1 1 0,6 2 0,5 3 0,0 0 0,0 1 0,-1 1 0,0 0 0,0 1 0,-1 0 0,0 1 0,16 17 0,6 10 0,36 51 0,11 32-1365,-51-67-5461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9.2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52 24575,'-3'0'0,"2"0"0,7 0 0,9-3 0,9-1 0,5-3 0,8-1 0,7-1 0,5 0 0,0 2 0,-7 2-8191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9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24575,'3'0'0,"1"3"0,0 4 0,-1 5 0,-1 2 0,0 5 0,-2 7 0,1 4 0,-4 3 0,-2 6 0,1 2 0,1 3 0,1 1 0,0-1 0,5-5 0,0-3 0,4-8 0,1-8-8191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09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44 141 24575,'-3'-6'0,"-1"-12"0,-3-9 0,-3-2 0,-1-4 0,3 5-8191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0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1 269 24575,'0'-1'0,"0"1"0,0 0 0,1 0 0,-1 0 0,0 0 0,0 0 0,0 0 0,1 0 0,-1 0 0,0-1 0,0 1 0,0 0 0,1 0 0,-1 0 0,0 0 0,0-1 0,0 1 0,0 0 0,0 0 0,0-1 0,1 1 0,-1 0 0,0 0 0,0 0 0,0-1 0,0 1 0,0 0 0,0 0 0,0-1 0,0 1 0,0 0 0,0 0 0,0-1 0,0 1 0,0 0 0,0 0 0,0-1 0,0 1 0,0 0 0,0 0 0,-1 0 0,1-1 0,0 1 0,0 0 0,0 0 0,0 0 0,0-1 0,-1 1 0,1 0 0,0 0 0,0 0 0,0 0 0,-1-1 0,1 1 0,0 0 0,0 0 0,0 0 0,-1 0 0,9-1 0,1 1 0,-1 0 0,1 0 0,-1 1 0,11 1 0,10 2 0,2-2 0,54 3 0,-75-5 0,0-1 0,0 0 0,0 0 0,0-1 0,20-6 0,-28 7 0,0 1 0,0-1 0,0 0 0,0 0 0,0 0 0,0 0 0,0 0 0,-1 0 0,1 0 0,0-1 0,-1 1 0,1-1 0,0 1 0,-1-1 0,0 0 0,1 1 0,-1-1 0,0 0 0,0 0 0,0 0 0,0 0 0,-1 0 0,1 0 0,0 0 0,-1 0 0,1 0 0,-1 0 0,0-1 0,0 1 0,0 0 0,0 0 0,0 0 0,0 0 0,-1-1 0,1 1 0,0 0 0,-1 0 0,0 0 0,0 0 0,0 0 0,1 0 0,-3-3 0,-4-7 0,-1 0 0,0 1 0,0 0 0,-1 0 0,-13-12 0,9 9 0,-1 0 0,0 2 0,-1-1 0,0 2 0,0 0 0,-24-12 0,37 23 0,1-1 0,0 1 0,0-1 0,-1 1 0,1 0 0,0-1 0,-1 1 0,1 0 0,-1 0 0,1 0 0,0 0 0,-1 0 0,1 0 0,0 1 0,-1-1 0,1 0 0,0 1 0,-1-1 0,1 1 0,0-1 0,-2 2 0,1 0 0,0-1 0,0 1 0,0 0 0,0 0 0,0 0 0,1 0 0,-1 1 0,1-1 0,0 0 0,-2 4 0,-2 7 0,1 0 0,0 0 0,-3 22 0,5-24 0,-3 13 0,2 1 0,0 0 0,2 0 0,0 0 0,6 42 0,-3-53 0,0-1 0,2 0 0,-1 0 0,1 0 0,1-1 0,1 0 0,-1 1 0,2-2 0,0 1 0,0-1 0,1 0 0,12 13 0,-16-20 0,0 1 0,1-1 0,0 0 0,-1 0 0,1-1 0,1 0 0,-1 0 0,0 0 0,1 0 0,0-1 0,-1 0 0,1 0 0,0 0 0,0-1 0,0 0 0,0 0 0,0-1 0,0 1 0,0-2 0,0 1 0,1 0 0,-1-1 0,10-3 0,-4 0 0,-1 0 0,0-1 0,0 0 0,0-1 0,0 0 0,-1-1 0,0 0 0,-1 0 0,1-1 0,-1-1 0,7-9 0,18-23-1365,-6 1-5461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0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1 435 24575,'0'-435'0,"2"691"-682,46 329-1,-37-513-6143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0.6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224 913 24575,'1'0'0,"-1"-1"0,1 1 0,-1 0 0,1 0 0,0 0 0,-1-1 0,1 1 0,-1 0 0,1-1 0,0 1 0,-1-1 0,1 1 0,-1 0 0,0-1 0,1 1 0,-1-1 0,1 0 0,-1 1 0,0-1 0,1 1 0,-1-1 0,0 1 0,1-1 0,-1 0 0,0 1 0,0-1 0,0 0 0,0 1 0,0-1 0,0 0 0,0 1 0,0-1 0,0 0 0,0 1 0,0-1 0,0 0 0,0 1 0,0-1 0,0 1 0,-1-1 0,1 0 0,-1 0 0,-10-29 0,6 22 0,-2-1 0,1 1 0,-1 0 0,-1 1 0,1-1 0,-1 1 0,-1 1 0,1 0 0,-18-10 0,23 14 0,0 1 0,1 0 0,-1-1 0,0 1 0,0 0 0,0 1 0,-1-1 0,1 0 0,0 1 0,0 0 0,0 0 0,0 0 0,0 0 0,0 0 0,-1 0 0,1 1 0,0 0 0,0 0 0,0-1 0,0 2 0,0-1 0,0 0 0,1 1 0,-1-1 0,0 1 0,1 0 0,-1 0 0,1 0 0,-1 0 0,1 0 0,0 0 0,0 1 0,0-1 0,0 1 0,1 0 0,-3 3 0,-1 4 0,1-1 0,0 1 0,1 0 0,0 0 0,0 0 0,1 0 0,0 0 0,1 1 0,0-1 0,1 0 0,0 1 0,0-1 0,2 1 0,-1-1 0,1 0 0,0 0 0,6 14 0,-6-18 0,0 0 0,0-1 0,1 1 0,0-1 0,0 1 0,0-1 0,1 0 0,0 0 0,0 0 0,0-1 0,0 0 0,1 0 0,0 0 0,0 0 0,0 0 0,0-1 0,0 0 0,1 0 0,0-1 0,-1 1 0,1-1 0,0-1 0,0 1 0,0-1 0,0 0 0,0 0 0,0-1 0,1 1 0,-1-1 0,7-1 0,-1-2 0,0 1 0,0-1 0,0-1 0,0 0 0,0-1 0,-1 0 0,0-1 0,0 0 0,0-1 0,-1 0 0,0-1 0,-1 0 0,1 0 0,8-11 0,-2 1 0,0-2 0,-1 0 0,0-1 0,-2 0 0,-1-1 0,10-25 0,-8 11 0,-1-2 0,-2 1 0,-2-1 0,7-72 0,-10 37 0,-8-122 0,-12 53 0,11 121 0,-1 0 0,-2 1 0,0 0 0,-14-32 0,18 49 0,0-1 0,1 1 0,-2-1 0,1 1 0,0 0 0,-1 0 0,1 0 0,-5-3 0,6 5 0,0 1 0,1-1 0,-1 1 0,0-1 0,0 1 0,0-1 0,0 1 0,0 0 0,0 0 0,0-1 0,0 1 0,0 0 0,0 0 0,0 0 0,0 0 0,0 0 0,0 0 0,0 0 0,0 1 0,0-1 0,0 0 0,1 0 0,-1 1 0,0-1 0,0 1 0,0-1 0,0 1 0,0-1 0,0 1 0,1-1 0,-1 1 0,0 0 0,1-1 0,-1 1 0,0 0 0,0 1 0,-4 4 0,1 0 0,0 0 0,1 0 0,-1 0 0,1 0 0,1 1 0,-1 0 0,-1 8 0,-11 60 0,12-57 0,-6 62 86,3 0-1,3 1 0,15 147 1,67 235-1793,-58-376-5119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46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72 203 24575,'-1'-4'0,"1"0"0,-1 1 0,0-1 0,-1 1 0,1 0 0,0-1 0,-1 1 0,0 0 0,0 0 0,0 0 0,0 0 0,0 0 0,-1 0 0,1 0 0,-1 1 0,0-1 0,-3-1 0,5 3 0,1 1 0,-1 0 0,1 0 0,0 0 0,-1 0 0,1-1 0,-1 1 0,1 0 0,-1 0 0,1 0 0,-1 0 0,1 0 0,-1 0 0,1 0 0,-1 0 0,1 1 0,-1-1 0,1 0 0,-1 0 0,1 0 0,-1 0 0,1 1 0,-1-1 0,1 0 0,-1 0 0,1 1 0,0-1 0,-1 0 0,1 1 0,0-1 0,-1 0 0,1 1 0,0-1 0,-1 1 0,-7 20 0,3 6 0,2-1 0,0 1 0,2 0 0,1-1 0,4 35 0,-1-8 0,57 806-2666,-22-381 1006,56 995-998,-40-589 1225,-12 89 1701,-82-3 25,-57-235 5390,72-630-4000,25-104-1680,0-1 0,0 0 0,0 0-1,0 0 1,-1 0 0,1 0 0,0 0 0,0 1 0,0-1 0,0 0 0,0 0 0,0 0 0,0 0 0,0 1 0,0-1 0,0 0 0,0 0-1,0 0 1,0 0 0,0 1 0,0-1 0,0 0 0,0 0 0,0 0 0,0 0 0,0 1 0,0-1 0,0 0 0,0 0 0,0 0 0,0 0-1,0 0 1,0 1 0,0-1 0,0 0 0,1 0 0,-1 0 0,0 0 0,0 0 0,0 0 0,0 1 0,0-1 0,0 0 0,1 0 0,-1 0-1,0 0 1,0 0 0,8-7 141,13-20 51,-18 23-184,10-13-11,1 0 0,0 1 0,1 0 0,1 2 0,0-1 0,1 2 0,1 0 0,0 2 0,0 0 0,1 0 0,29-10 0,6 2 12,0 2-1,2 3 0,84-11 1,176-3-178,-274 26 102,803-34-2042,1 21-913,-346 8 2295,1272-33-3031,-101 3-24,2846-24 1301,-3110 46 2140,1565-49 329,-1-35 31,-2079 68 0,3148 29 2192,-3493 25-1120,258 8 779,2-28 8464,-809-3-10320,0 0 0,0 0 0,0-1 0,0 1 0,1-1 0,-1 0 0,0 1 0,0-1 0,1 0 0,-1 0 0,0 0 0,1 0-1,-1 0 1,1 0 0,-1-1 0,1 1 0,0 0 0,-1-1 0,1 1 0,0-1 0,0 0 0,0 1 0,0-1 0,0 0 0,1 0 0,-1 1 0,0-1 0,1 0 0,-1 0 0,1-3 0,-3-8 58,1-1 1,1 1 0,0-18 0,1 28-75,-41-442 33,5 108-212,26-493-1047,56 0 216,-3-304 654,-104 4 0,21 814 323,-23 8 2096,58 290-1888,-1 0 0,-1 0 0,0 1 0,-1 0 0,-19-28 0,24 40-176,1 0 0,-1 0 0,1 0 0,0-1 0,0 1 0,1-1 0,-1-7 0,1 9 0,0-1 0,0 1 0,0 0 0,0-1 0,0 1 0,-1 0 0,0 0 0,0 0 0,0 0 0,-1 0 0,1 0 0,-1 1 0,-4-6 0,-1 3 0,0 0 0,-1 0 0,1 0 0,-1 1 0,0 1 0,-1-1 0,-17-4 0,-77-16 0,66 18 0,-493-76 0,417 68 0,-2225-184-3672,-7 126-266,2229 70 3925,-1591-17 13,1 21 0,582 1 0,-1442-23-220,2265 13 82,-2418-38-824,747 72 846,565 24 506,268-8-231,966-36-132,-893 33 881,3 23-163,822-44 325,-914 75 4406,976-76-5360,-215 18 52,344-29-168,1 3 0,0 2 0,-57 20 0,-17 4 0,-35 7-1365,130-35-5461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46.6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 9 24575,'-14'-9'0,"14"9"0,0 0 0,0 0 0,-1 0 0,1 0 0,0 0 0,0 0 0,-1 0 0,1 0 0,0 0 0,0 1 0,-1-1 0,1 0 0,0 0 0,0 0 0,-1 0 0,1 0 0,0 0 0,0 1 0,0-1 0,-1 0 0,1 0 0,0 0 0,0 1 0,0-1 0,0 0 0,0 0 0,-1 1 0,1-1 0,0 0 0,0 0 0,0 1 0,-1 3 0,1 0 0,-1 0 0,1 0 0,0 0 0,1 0 0,0 6 0,27 210-252,14 130-617,6 495-2360,-34 4 1311,21 495 1371,53-212-1096,-60-807 1482,96 953 3610,-118-1220-2325,7 51 989,-8-92-1665,-5-17-433,0 0 0,0 0-1,0 0 1,0 0 0,0 0 0,0 0 0,0 1 0,0-1 0,0 0 0,0 0 0,0 0 0,0 0 0,0 0 0,1 0 0,-1 0 0,0 0 0,0 0-1,0 0 1,0 0 0,0 1 0,0-1 0,0 0 0,0 0 0,0 0 0,0 0 0,0 0 0,0 0 0,1 0 0,-1 0 0,0 0 0,0 0 0,0 0-1,0 0 1,0 0 0,0 0 0,0 0 0,0 0 0,0 0 0,1 0 0,-1 0 0,0 0 0,0 0 0,0 0 0,0 0 0,0 0 0,0 0 0,0 0 0,0 0-1,0 0 1,0-1 0,1 1 0,-1 0 0,0 0 0,0 0 0,0 0 0,0 0 0,0 0 0,0 0 0,0 0 0,0 0 0,5-25-872,-5 0-5903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47.3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 24575,'13'-4'0,"-13"4"0,1-1 0,-1 1 0,1-1 0,-1 1 0,1 0 0,0 0 0,-1-1 0,1 1 0,0 0 0,-1 0 0,1 0 0,0 0 0,-1-1 0,1 1 0,0 0 0,0 0 0,-1 1 0,1-1 0,0 0 0,-1 0 0,1 0 0,0 0 0,-1 1 0,1-1 0,0 0 0,-1 0 0,1 1 0,-1-1 0,1 1 0,-1-1 0,1 0 0,0 1 0,0 0 0,1 2 0,0-1 0,0 1 0,0 0 0,-1 0 0,1 0 0,-1 0 0,1 0 0,-1 0 0,0 1 0,1 3 0,4 39 0,-4-32 0,16 359-25,-16-269-230,11 1225-2267,-8-359 1234,-4-887 1288,46 2123 0,-6-1486-1242,45-7 312,-79-669 1359,34 161 2045,-40-201-2419,9 23 477,-9-26-528,-1-1 0,0 1 1,0-1-1,1 1 0,-1 0 1,0-1-1,1 1 0,-1-1 1,1 1-1,-1-1 0,1 1 1,-1-1-1,1 0 0,-1 1 1,1-1-1,-1 1 0,1-1 1,-1 0-1,1 0 0,0 1 1,-1-1-1,1 0 0,0 0 1,-1 0-1,1 0 0,0 1 1,-1-1-1,1 0 0,0 0 1,-1 0-1,1-1 0,1 1 1,11-10-5567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47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24575,'15'387'0,"99"771"-1667,56-2-859,-89-624 2100,56 852-2551,-122 2 3638,-17-942 3721,2-407-3236,3-26-2038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48.7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28 24575,'0'-21'0,"0"15"0,0 11 0,26 1589-2338,-1-424 866,-25-1130 1527,34 1676-1948,-3-1169 1767,47-7 4797,-75-523-4546,-2-10-38,0 0 0,1 0-1,-1 0 1,1-1 0,0 1-1,1-1 1,0 1 0,0-1-1,0 0 1,6 8 0,-8-13-87,-1 0 0,1-1 1,-1 1-1,1-1 0,-1 1 1,1-1-1,0 1 0,-1-1 1,1 1-1,0-1 0,0 1 0,-1-1 1,1 0-1,0 1 0,0-1 1,-1 0-1,1 0 0,0 0 1,0 1-1,0-1 0,-1 0 1,1 0-1,0 0 0,0 0 0,1-1 1,-1 1-1,0-1 1,1 0-1,-1 1 1,0-1-1,0 0 1,0 0-1,-1 0 1,1 0 0,0 0-1,0 0 1,0 0-1,-1 0 1,1 0-1,1-2 1,0-2 0,0 0 0,0-1 0,-1 1 1,0 0-1,1-1 0,-1-8 0,-2-11-1366,-3 0-5461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0:49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24575,'2'50'0,"13"75"0,-3-44 0,15 143-58,47 412-468,-39 2 156,-47-379-836,0-156-4825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1.6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578 109 24575,'4'-4'0,"3"-3"0,0 0 0,0-1 0,0 0 0,7-11 0,-14 18 0,1 0 0,0 0 0,0 0 0,-1 0 0,1 0 0,-1 0 0,1 0 0,-1-1 0,1 1 0,-1 0 0,0 0 0,1-1 0,-1 1 0,0 0 0,0 0 0,0-1 0,0 1 0,0 0 0,0 0 0,-1-1 0,1 1 0,0 0 0,-1 0 0,1-1 0,0 1 0,-1 0 0,0 0 0,1 0 0,-1 0 0,0 0 0,1 0 0,-1 0 0,0 0 0,0 0 0,0 0 0,0 0 0,0 0 0,0 0 0,0 1 0,0-1 0,0 1 0,0-1 0,-1 0 0,0 0 0,-4 0 0,0-1 0,0 1 0,0 0 0,-1 0 0,1 0 0,0 1 0,0 0 0,0 0 0,-1 1 0,1-1 0,-9 4 0,-10 2 0,-34 14 0,49-16 0,-237 103 0,95-38 0,148-67 0,1-1 0,0 0 0,0 0 0,-1 0 0,1 0 0,0 0 0,-6-1 0,9 0 0,0 0 0,0 0 0,0 0 0,0 0 0,0 0 0,0 0 0,0 0 0,0 0 0,-1 0 0,1 0 0,0 0 0,0 0 0,0 0 0,0 0 0,0 0 0,0 0 0,0 0 0,0 0 0,0 0 0,0 0 0,0-1 0,-1 1 0,1 0 0,0 0 0,0 0 0,0 0 0,0 0 0,0 0 0,0 0 0,0 0 0,0 0 0,0-1 0,0 1 0,0 0 0,0 0 0,0 0 0,0 0 0,0 0 0,0 0 0,0 0 0,0 0 0,0-1 0,0 1 0,0 0 0,0 0 0,0 0 0,0 0 0,0 0 0,0 0 0,0 0 0,1 0 0,-1 0 0,0-1 0,0 1 0,0 0 0,0 0 0,0 0 0,0 0 0,0 0 0,0 0 0,0 0 0,16-12 0,-1 3 0,1 0 0,0 1 0,1 1 0,-1 0 0,1 1 0,0 1 0,1 1 0,-1 0 0,34-2 0,-37 6 0,0 0 0,1 1 0,-1 1 0,0 0 0,0 1 0,0 0 0,0 1 0,0 0 0,-1 2 0,0-1 0,0 2 0,23 14 0,-13-4 0,-1 2 0,-1 0 0,0 1 0,-2 1 0,0 1 0,23 36 0,83 157 0,-102-170 0,16 29-1365,-7-10-5461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1.9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68 24575,'0'-2'0,"1"-1"0,-1 0 0,0 0 0,1 1 0,0-1 0,0 1 0,-1-1 0,2 1 0,-1-1 0,0 1 0,0-1 0,1 1 0,-1 0 0,1 0 0,0 0 0,-1 0 0,1 0 0,0 0 0,0 0 0,1 0 0,-1 1 0,0-1 0,0 1 0,1 0 0,-1 0 0,1 0 0,-1 0 0,1 0 0,-1 0 0,6 0 0,8-2 0,-1 1 0,1 0 0,-1 1 0,18 2 0,-33-1 0,62 3-67,0 3 0,-1 3 0,94 25 0,175 76-432,439 229-1543,-642-279 1992,1193 575-1710,-494-188 1357,-693-359 2185,-133-88-1732,1 0 0,-1 1 0,0-1 0,1 1-1,-1-1 1,1 0 0,-1 1 0,1-1 0,-1 0 0,1 0-1,-1 1 1,1-1 0,-1 0 0,1 0 0,-1 0-1,1 0 1,-1 1 0,1-1 0,-1 0 0,1 0-1,-1 0 1,1 0 0,-1 0 0,1 0 0,0-1-1,-1 1 1,1 0 0,-1 0 0,1 0 0,-1 0-1,1-1 1,-1 0-70,0 0 0,0 0 0,0-1 0,0 1 0,0 0-1,-1 0 1,1 0 0,0 0 0,-1 0 0,1 0 0,-1 0-1,1 0 1,-2-1 0,-8-16-6243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2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69 24575,'-1'-4'0,"0"0"0,0 0 0,0 1 0,0-1 0,0 1 0,-1-1 0,0 1 0,1-1 0,-1 1 0,-3-3 0,-9-21 0,35 67 0,4 29 0,208 558 0,-114-302-1365,-109-292-5461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2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253 305 24575,'-13'-1'0,"0"0"0,-24-6 0,28 4 0,-1 1 0,1 1 0,-1 0 0,0 0 0,1 1 0,-17 1 0,11 2 0,1 1 0,-23 9 0,-1 0 0,36-15 0,5-4 0,6-7 0,-9 13 0,44-61 0,-18 25 0,1 0 0,40-39 0,-57 65 0,0 1 0,1 0 0,0 0 0,1 2 0,0-1 0,0 1 0,0 1 0,1 0 0,0 1 0,0 1 0,21-5 0,-25 7 31,0 1 0,-1 1 0,1-1 0,0 2 0,0-1 0,-1 1 0,1 0 0,0 1 1,-1 0-1,16 6 0,-9-1-316,-1-1 1,-1 2-1,1 0 1,-1 0-1,13 13 1,20 19-6542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3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47 616 24575,'2'-3'0,"0"0"0,0 0 0,-1 0 0,1 0 0,-1 0 0,0 0 0,0 0 0,0 0 0,0-1 0,0 1 0,0-5 0,1-37 0,-6 23 0,-1 18 0,-2 13 0,2 5 0,1 1 0,1-1 0,0 1 0,1-1 0,1 1 0,0 24 0,1-17 0,-4 172 0,-14 207 0,11-328 0,51-281 0,-25 110 0,-17 87 0,91-424 0,30 7 0,-120 420 12,4-15-356,2 0 0,1 1-1,18-33 1,-16 39-6482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3.6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19 455 24575,'-7'-29'0,"0"4"0,5 12 0,0-1 0,2 0 0,-1 1 0,2-1 0,0 0 0,4-18 0,-4 26 0,1-1 0,0 0 0,0 1 0,1 0 0,0-1 0,0 1 0,0 0 0,1 1 0,0-1 0,0 0 0,1 1 0,-1 0 0,1 0 0,9-6 0,5-2 0,1 1 0,0 0 0,38-14 0,69-18 0,-76 28 0,138-48 0,-186 63 0,-1 0 0,1 0 0,-1 0 0,1 1 0,0-1 0,-1 1 0,1-1 0,0 1 0,0 0 0,-1 0 0,1 0 0,0 1 0,0-1 0,-1 1 0,1-1 0,0 1 0,-1 0 0,1 0 0,-1 0 0,1 0 0,-1 1 0,0-1 0,1 1 0,-1-1 0,0 1 0,0 0 0,0 0 0,0 0 0,0 0 0,0 0 0,-1 0 0,1 0 0,-1 1 0,0-1 0,1 0 0,-1 1 0,1 4 0,71 189-1365,-51-141-5461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4.1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1004 24575,'-1'-1'0,"0"0"0,0-1 0,0 1 0,0 0 0,0-1 0,0 1 0,0-1 0,1 1 0,-1-1 0,0 0 0,1 1 0,-1-1 0,1 0 0,0 1 0,0-1 0,-1 0 0,1 1 0,0-1 0,0 0 0,1-2 0,0 1 0,-1 0 0,1 0 0,1 0 0,-1 0 0,0 0 0,1 1 0,0-1 0,-1 0 0,1 1 0,3-4 0,4-3 0,1 0 0,0 0 0,23-15 0,339-181 0,-251 144 0,800-445-635,-896 490 526,-6 5-121,0 0 0,-1-2 0,-1 0 0,20-19 0,-24 16-6067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4.4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109 273 24575,'-10'0'0,"2"1"0,1-1 0,-1 0 0,1 0 0,0-1 0,-1 0 0,1 0 0,0 0 0,0-1 0,-1-1 0,-9-4 0,16 7 0,1 0 0,-1-1 0,1 1 0,0 0 0,-1-1 0,1 1 0,-1 0 0,1-1 0,0 1 0,-1-1 0,1 1 0,0-1 0,-1 1 0,1-1 0,0 1 0,0-1 0,-1 1 0,1-1 0,0 1 0,0-1 0,0 1 0,0-1 0,0 0 0,0 1 0,0-1 0,0 1 0,0-1 0,0 1 0,0-1 0,0 1 0,1-2 0,-1 0 0,1 1 0,0-1 0,1 0 0,-1 1 0,0-1 0,0 0 0,1 1 0,-1 0 0,3-3 0,37-22 0,8 2 0,1 2 0,1 3 0,69-18 0,164-24 0,-120 33 0,-126 24 0,-1 1 0,53 4 0,-80 0 0,0 0 0,0 0 0,0 1 0,0 1 0,-1-1 0,1 2 0,-1-1 0,1 1 0,8 6 0,-14-7 0,0-1 0,0 1 0,-1 0 0,0 0 0,1 0 0,-1 0 0,0 1 0,0-1 0,-1 1 0,1 0 0,-1 0 0,0 0 0,0 0 0,0 0 0,0 0 0,-1 1 0,1-1 0,-1 1 0,0-1 0,-1 1 0,1-1 0,-1 7 0,-1 2 31,-1 1 0,0-1 0,-1 0 0,0 0 0,-1 0 0,0 0 0,-1 0 0,-1-1 1,0 0-1,-13 19 0,-7 6-885,-53 59 1,22-35-5973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5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534 321 24575,'1'1'0,"0"0"0,0 0 0,0 0 0,0-1 0,0 1 0,1 0 0,-1-1 0,0 1 0,0-1 0,0 1 0,1-1 0,-1 0 0,0 0 0,0 1 0,1-1 0,-1 0 0,0 0 0,1 0 0,-1 0 0,0 0 0,0-1 0,1 1 0,-1 0 0,0 0 0,0-1 0,1 1 0,-1-1 0,0 1 0,0-1 0,0 0 0,0 1 0,0-1 0,0 0 0,0 0 0,0 0 0,1-1 0,5-4 0,-2 0 0,1 0 0,0-1 0,4-8 0,-3 5 0,-1 0 0,0 0 0,-1-1 0,0 0 0,0 0 0,-1-1 0,-1 1 0,0-1 0,0 0 0,-1 0 0,1-21 0,-3 32 0,0-1 0,0 1 0,0-1 0,0 1 0,0-1 0,0 1 0,-1-1 0,1 1 0,0-1 0,-1 1 0,1 0 0,-1-1 0,0 1 0,1 0 0,-1-1 0,0 1 0,0 0 0,0 0 0,0 0 0,0 0 0,-1-2 0,1 3 0,0-1 0,-1 1 0,1 0 0,0 0 0,0-1 0,-1 1 0,1 0 0,0 0 0,-1 0 0,1 0 0,0 0 0,0 1 0,-1-1 0,1 0 0,0 0 0,0 1 0,-1-1 0,1 1 0,-1 0 0,-8 4 0,1 1 0,-1 1 0,1-1 0,-10 10 0,16-13 0,-32 28 0,1 3 0,2 0 0,-39 56 0,51-63 0,2 1 0,2 2 0,0-1 0,2 2 0,-17 52 0,28-75 0,1 1 0,0-1 0,1 1 0,0 0 0,0-1 0,1 1 0,0 0 0,0 0 0,1-1 0,0 1 0,5 15 0,-4-20 0,-1 1 0,1-1 0,0 0 0,1 0 0,-1-1 0,1 1 0,-1 0 0,1-1 0,0 0 0,1 1 0,-1-1 0,0-1 0,1 1 0,0 0 0,-1-1 0,1 0 0,0 0 0,0 0 0,1 0 0,-1 0 0,0-1 0,1 0 0,-1 0 0,7 1 0,1-1 0,1-1 0,-1 0 0,1-1 0,-1 0 0,0-1 0,0 0 0,0-1 0,0 0 0,0-1 0,18-8 0,-6 0 0,0-1 0,-1-1 0,40-30 0,-46 30 0,0-1 0,0-1 0,-2 0 0,0-1 0,-1-1 0,0 0 0,-2-1 0,0 0 0,-1-1 0,10-26 0,-20 45 0,-1 0 0,1 0 0,-1 0 0,1-1 0,-1 1 0,0 0 0,1 0 0,-1 0 0,0 0 0,0 0 0,0-1 0,0 1 0,0 0 0,0 0 0,0 0 0,-1 0 0,1-1 0,0 1 0,-1 0 0,1 0 0,0 0 0,-1-1 0,0 2 0,1 0 0,0 0 0,-1-1 0,1 1 0,0 0 0,0 0 0,-1 0 0,1 0 0,0 0 0,-1 0 0,1 0 0,0 0 0,-1 0 0,1 0 0,0 0 0,0 0 0,-1 0 0,1 0 0,0 0 0,-1 1 0,1-1 0,0 0 0,0 0 0,-1 0 0,1 0 0,0 0 0,-1 1 0,-10 13 0,-5 11 0,2 1 0,1 1 0,1 0 0,1 1 0,2 0 0,-12 56 0,21-81 0,-1 1 0,1 0 0,0-1 0,0 1 0,0 0 0,1-1 0,-1 1 0,1 0 0,0-1 0,0 1 0,0-1 0,3 7 0,-3-10 0,-1 1 0,1 0 0,-1 0 0,1 0 0,0-1 0,-1 1 0,1 0 0,0-1 0,0 1 0,-1-1 0,1 1 0,0-1 0,0 1 0,0-1 0,0 1 0,0-1 0,0 0 0,0 0 0,1 1 0,0-1 0,0 0 0,0-1 0,0 1 0,0 0 0,0-1 0,0 1 0,0-1 0,-1 0 0,1 1 0,0-1 0,0 0 0,-1 0 0,4-2 0,4-5 0,-1 1 0,0-1 0,0 0 0,0-1 0,-1 0 0,0 0 0,-1-1 0,8-15 0,-1-2 0,20-57 0,-25 57 0,-1 1 0,-1-1 0,-1 0 0,-1-1 0,-2 1 0,-1-1 0,-4-49 0,1 64 0,0-1 0,-1 1 0,0 0 0,-2 1 0,1-1 0,-1 1 0,-13-22 0,13 25 0,-1 2 0,0-1 0,-1 0 0,1 1 0,-1 1 0,-1-1 0,1 1 0,-1 0 0,0 1 0,0-1 0,-17-6 0,13 8 0,1 0 0,-1 0 0,0 2 0,0-1 0,0 1 0,-1 1 0,1 1 0,0-1 0,-1 2 0,1 0 0,0 0 0,0 1 0,0 1 0,0 0 0,-13 5 0,-3 2 0,1 2 0,0 1 0,1 1 0,0 2 0,-25 19 0,16-8 0,1 2 0,1 1 0,2 2 0,1 0 0,2 3 0,-28 42 0,38-50 0,2 1 0,1 1 0,1 0 0,1 1 0,2 1 0,1-1 0,2 2 0,0-1 0,-2 38 0,8-50 0,2 0 0,0 0 0,1-1 0,1 1 0,1 0 0,0 0 0,1-1 0,2 1 0,0-1 0,0-1 0,2 1 0,10 17 0,-7-17 0,0-1 0,2-1 0,0 0 0,1 0 0,0-2 0,1 0 0,1 0 0,0-1 0,1-1 0,36 19 0,-26-18 38,0-1 0,1-2 0,1 0 0,-1-2 0,1-2 0,1 0 0,-1-2 0,35 1 0,-22-5-323,1-1 1,-1-2-1,0-2 1,0-2-1,43-13 1,17-11-6542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6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40 204 24575,'0'-4'0,"1"1"0,-1 0 0,1 0 0,0 0 0,0 0 0,2-5 0,3-10 0,-11 23 0,-3 10 0,-2 18 0,1-1 0,2 1 0,2 1 0,0-1 0,3 1 0,0-1 0,7 63 0,-4-84 0,1 0 0,0 1 0,1-1 0,1 0 0,0 0 0,0 0 0,1-1 0,0 1 0,1-1 0,9 12 0,-11-18 0,0 0 0,0 0 0,1 0 0,0 0 0,-1-1 0,2 0 0,-1 0 0,0 0 0,1 0 0,0-1 0,0 0 0,0 0 0,0-1 0,0 0 0,1 0 0,-1 0 0,1-1 0,-1 0 0,1 0 0,12 0 0,-7-3 0,0 1 0,0-1 0,0-1 0,-1 0 0,1-1 0,-1 0 0,1-1 0,-1 0 0,-1 0 0,1-2 0,17-12 0,-12 6 0,0 0 0,-1-1 0,-1-1 0,0 0 0,-1-1 0,13-21 0,-13 15 0,-2 1 0,0-1 0,-2-1 0,0 0 0,-1 0 0,-2-1 0,0 0 0,1-26 0,-4 31 0,-2 0 0,0 0 0,-1-1 0,-1 1 0,-1 0 0,-1-1 0,0 1 0,-2 0 0,0 1 0,-13-31 0,17 45-76,-1 0 1,0 1-1,0-1 0,0 0 0,0 0 0,0 1 0,-1 0 0,0-1 1,0 1-1,0 0 0,0 0 0,0 1 0,0-1 0,-1 0 1,1 1-1,-1 0 0,-4-2 0,-6 2-6750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6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21 24575,'5'-6'0,"10"-8"0,-15 14 0,1 0 0,-1 0 0,0 0 0,1 0 0,-1 0 0,1 0 0,-1 0 0,1 0 0,-1 0 0,0 0 0,1 0 0,-1 0 0,1 0 0,-1 1 0,1-1 0,-1 0 0,0 0 0,1 0 0,-1 1 0,0-1 0,1 0 0,-1 1 0,0-1 0,1 0 0,-1 0 0,0 1 0,0-1 0,1 1 0,-1-1 0,0 0 0,0 1 0,0-1 0,1 0 0,-1 1 0,0-1 0,0 1 0,0-1 0,0 1 0,0-1 0,0 0 0,0 1 0,0-1 0,0 1 0,0 0 0,4 21 0,-1 1 0,1 31 0,-2-15 0,5 110 0,-6-80 0,3-2 0,26 132 0,-19-163-1365,0-9-5461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6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3 24575,'-3'0'0,"2"-3"0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7.7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37 24575,'2'-1'0,"1"0"0,-1 0 0,0-1 0,1 1 0,-1-1 0,0 1 0,0-1 0,0 0 0,0 0 0,2-3 0,1-4 0,-21 18 0,9-4 0,-28 19 0,33-23 0,1 0 0,-1 0 0,0 0 0,0 0 0,0 0 0,0-1 0,0 1 0,0 0 0,0-1 0,0 0 0,0 1 0,0-1 0,0 0 0,0 0 0,-2-1 0,3 1 5,1 0 0,0 0 0,-1 0 0,1 0 0,0 0 0,0 0 0,-1 0 0,1-1 0,0 1 0,0 0 0,-1 0 0,1 0 1,0-1-1,0 1 0,-1 0 0,1 0 0,0-1 0,0 1 0,0 0 0,0 0 0,-1-1 0,1 1 0,0 0 0,0-1 0,0 1 0,0 0 0,0 0 0,0-1 0,0 1 0,0 0 0,0-1 0,0 1 0,0-1 0,6-12 166,13-7-1878,-5 8-5119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8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380 168 24575,'-13'-145'0,"10"123"0,2 61 0,-11 60 0,-12 29 0,-59 187 0,-69 117 0,131-376 0,12-32 0,-9 24 0,-22 90 0,39-132 0,0 0 0,0 0 0,1 0 0,-1 0 0,1 0 0,2 12 0,-2-16 0,1 0 0,0 0 0,-1 0 0,1 1 0,0-1 0,0 0 0,0-1 0,0 1 0,1 0 0,-1 0 0,0 0 0,1-1 0,0 1 0,-1-1 0,1 1 0,0-1 0,-1 1 0,1-1 0,0 0 0,0 0 0,4 1 0,5 2 0,0-1 0,1 0 0,-1-1 0,1 0 0,-1-1 0,1 0 0,17-1 0,87-13 0,-92 10 0,120-17 0,244-32 0,-216 29-1365,-135 17-5461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8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 24575,'3'-3'0,"1"-4"0,0-4 0,-1 3 0,-1 6 0,0 9 0,-2 11 0,1 7 0,-1 9 0,-3 9 0,-1 5 0,0 2 0,0-3 0,2-1 0,1-10-8191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8.5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1 182 24575,'0'-12'0,"0"-17"0,0-9 0,0-5 0,0 8 0,0 10-8191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8.9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0 141 24575,'7'-1'0,"-1"0"0,0 0 0,0 0 0,0-1 0,0 0 0,0 0 0,0-1 0,0 1 0,5-5 0,-5 4 0,-1 0 0,1 0 0,0 0 0,0 1 0,0 0 0,0 0 0,11-1 0,-16 3 0,-1 0 0,1 0 0,0 0 0,0 0 0,-1 0 0,1 0 0,0 0 0,0 0 0,-1 0 0,1 0 0,0 1 0,0-1 0,-1 0 0,1 1 0,0-1 0,-1 0 0,1 1 0,0-1 0,-1 1 0,1-1 0,-1 1 0,1-1 0,-1 1 0,1-1 0,-1 1 0,1 1 0,0-1 0,-1 1 0,1-1 0,-1 1 0,0-1 0,1 1 0,-1-1 0,0 1 0,0 0 0,0-1 0,0 1 0,-1-1 0,1 3 0,-2 4 0,-1 1 0,0-1 0,-5 12 0,-9 9 0,13-24 0,1 0 0,0 0 0,0 1 0,0-1 0,-4 12 0,7-16 0,0-1 0,0 0 0,0 1 0,0-1 0,0 0 0,0 0 0,0 1 0,0-1 0,0 0 0,0 1 0,0-1 0,0 0 0,0 0 0,0 1 0,0-1 0,0 0 0,0 1 0,0-1 0,0 0 0,0 0 0,1 1 0,-1-1 0,0 0 0,0 0 0,0 1 0,0-1 0,1 0 0,-1 0 0,0 1 0,0-1 0,0 0 0,1 0 0,-1 0 0,0 0 0,0 1 0,1-1 0,-1 0 0,0 0 0,1 0 0,-1 0 0,0 0 0,0 0 0,1 0 0,-1 0 0,0 0 0,1 0 0,-1 0 0,0 0 0,1 0 0,-1 0 0,0 0 0,0 0 0,1 0 0,-1 0 0,0 0 0,1 0 0,-1 0 0,0-1 0,0 1 0,1 0 0,-1 0 0,0-1 0,20-9 0,20-18 0,40-39 0,17-12 0,-80 67 0,-1 1 0,2 1 0,-1 1 0,24-9 0,-36 16 0,0 0 0,-1 1 0,1 0 0,0 0 0,0 0 0,0 0 0,0 1 0,0 0 0,9 1 0,-11-1 0,-1 0 0,0 1 0,0 0 0,0 0 0,0-1 0,0 1 0,0 0 0,0 1 0,0-1 0,0 0 0,-1 0 0,1 1 0,0-1 0,-1 1 0,1 0 0,-1-1 0,0 1 0,1 0 0,-1 0 0,0 0 0,0 0 0,0 0 0,-1 0 0,2 2 0,0 6 0,1-1 0,-2 0 0,1 1 0,-1 0 0,-1-1 0,0 1 0,-1 12 0,-14 71 0,6-47 0,2-3-1365,2-8-5461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9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73 291 24575,'1'-1'0,"-1"1"0,0-1 0,0 0 0,0 1 0,1-1 0,-1 0 0,0 1 0,1-1 0,-1 1 0,1-1 0,-1 1 0,1-1 0,-1 1 0,1-1 0,-1 1 0,1-1 0,-1 1 0,1 0 0,0-1 0,-1 1 0,1 0 0,-1-1 0,1 1 0,0 0 0,0 0 0,22-6 0,-15 4 0,14-4 0,1 0 0,-2-2 0,1 0 0,24-15 0,-41 21 0,1-1 0,-1-1 0,0 1 0,0-1 0,0 0 0,0 0 0,-1 0 0,1-1 0,-1 0 0,0 0 0,0 0 0,-1 0 0,0 0 0,0-1 0,0 1 0,-1-1 0,1 0 0,-1 0 0,-1 0 0,3-9 0,-4 11 0,0 0 0,-1 0 0,1-1 0,-1 1 0,1 0 0,-1 0 0,0 0 0,-1 0 0,1 0 0,-1 0 0,0 0 0,0 0 0,0 1 0,0-1 0,0 1 0,-1 0 0,0-1 0,0 1 0,0 0 0,0 1 0,0-1 0,0 0 0,-1 1 0,1 0 0,-1 0 0,0 0 0,-4-2 0,2 1 0,-1 1 0,1-1 0,-1 1 0,0 1 0,0-1 0,0 1 0,0 0 0,0 1 0,0 0 0,0 0 0,0 0 0,0 1 0,0 0 0,0 0 0,-10 4 0,7 0 0,0 0 0,1 0 0,0 1 0,0 0 0,1 0 0,0 1 0,0 1 0,0-1 0,1 1 0,0 0 0,1 1 0,-1 0 0,2 0 0,-1 0 0,1 0 0,1 1 0,0 0 0,0 0 0,-4 19 0,6-21 0,1-1 0,-1 1 0,1 0 0,1 0 0,-1 0 0,2 0 0,-1 0 0,1 0 0,0 0 0,0 0 0,1 0 0,0-1 0,1 1 0,-1-1 0,2 1 0,-1-1 0,1 0 0,0 0 0,0 0 0,1-1 0,0 0 0,0 1 0,0-2 0,1 1 0,0-1 0,13 10 0,-7-9-455,-1 1 0,19 6 0,25 5-6371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9.5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16 24575,'0'-1'0,"0"0"0,0 1 0,0-1 0,0 0 0,0 0 0,-1 1 0,1-1 0,0 0 0,0 1 0,-1-1 0,1 0 0,0 1 0,-1-1 0,1 0 0,0 1 0,-1-1 0,1 1 0,-1-1 0,1 1 0,-1-1 0,0 1 0,0-1 0,1 1 0,-1 0 0,1 0 0,0-1 0,-1 1 0,1 0 0,-1 0 0,1 0 0,-1 0 0,1 0 0,0 1 0,-1-1 0,1 0 0,-1 0 0,1 0 0,0 0 0,-1 0 0,1 0 0,0 1 0,-1-1 0,1 0 0,-1 0 0,1 1 0,0-1 0,0 0 0,-1 0 0,1 1 0,0-1 0,-1 0 0,1 1 0,0-1 0,0 1 0,0-1 0,-1 0 0,1 1 0,0-1 0,0 0 0,0 1 0,0-1 0,0 1 0,0 0 0,-5 17 0,1 0 0,1 0 0,1 1 0,-1 27 0,0 7 0,-78 726-1365,76-727-5461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19.8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26 24575,'0'-1'0,"0"0"0,0 0 0,0 0 0,0 0 0,0 0 0,0 1 0,0-1 0,-1 0 0,1 0 0,0 0 0,0 0 0,-1 0 0,1 0 0,-1 0 0,1 0 0,-1 0 0,1 1 0,-1-1 0,0 0 0,1 0 0,-1 1 0,0-1 0,1 0 0,-1 1 0,0-1 0,0 1 0,0-1 0,0 1 0,1-1 0,-1 1 0,0 0 0,0-1 0,0 1 0,0 0 0,0 0 0,0 0 0,-2-1 0,0 2 0,0-1 0,1 0 0,-1 1 0,0-1 0,0 1 0,0 0 0,1 0 0,-1 0 0,0 0 0,1 0 0,-1 0 0,-2 3 0,-5 4 0,0 1 0,1 0 0,0 1 0,0 0 0,1 1 0,1 0 0,-1 0 0,2 0 0,0 1 0,0 0 0,1 0 0,-7 24 0,2 2 0,2 1 0,1 0 0,-2 41 0,5 12-455,4 0 0,22 174 0,-15-215-6371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20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1 501 24575,'0'-9'0,"0"0"0,1 0 0,0 0 0,0 0 0,1 0 0,0 0 0,1 1 0,5-13 0,-5 15 0,1-1 0,0 1 0,0 1 0,0-1 0,1 1 0,0-1 0,0 1 0,0 1 0,1-1 0,0 1 0,8-5 0,8-4 0,1 2 0,0 1 0,1 0 0,0 2 0,45-10 0,131-10 0,-147 22 0,17-1 0,-17 2 0,0-2 0,99-25 0,-145 29 0,0 1 0,-1-1 0,1 0 0,-1 0 0,1-1 0,-1 0 0,0 0 0,8-9 0,-12 11 0,0 0 0,0 0 0,0 0 0,-1 0 0,1 0 0,-1-1 0,0 1 0,1-1 0,-1 1 0,0-1 0,-1 1 0,1-1 0,0 0 0,-1 1 0,1-1 0,-1 0 0,0 1 0,0-1 0,0 0 0,0 0 0,-1 1 0,1-1 0,-1 0 0,1 1 0,-3-5 0,1 2 0,0 0 0,0 1 0,0-1 0,-1 1 0,1 0 0,-1 0 0,0 0 0,-1 0 0,1 0 0,-1 1 0,1-1 0,-1 1 0,0 0 0,0 0 0,-1 1 0,1-1 0,0 1 0,-1 0 0,0 0 0,1 0 0,-9-1 0,7 2 0,0 0 0,0 1 0,0-1 0,0 1 0,0 1 0,0-1 0,-1 1 0,1 0 0,0 1 0,1-1 0,-1 1 0,0 0 0,0 1 0,1-1 0,-1 1 0,1 0 0,-6 5 0,1 0 19,1 0 0,0 0 0,1 1 0,0 1 0,0-1 0,1 1 0,1 1 0,-1-1 0,2 1 0,-1 0 0,2 0 0,-1 1 0,2-1 0,-1 1 0,1 0 0,1 0 0,-1 14 0,2-10-151,0 1 1,1-1 0,1 1-1,0-1 1,1 1 0,1-1 0,1 0-1,0 0 1,1 0 0,1 0 0,0-1-1,9 16 1,16 17-6695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20.7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123 479 24575,'-28'-59'0,"2"-3"0,3 0 0,-19-82 0,39 127 0,8 34 0,64 363 0,-58-313 0,-11-65 0,0 0 0,0 1 0,1-1 0,-1 0 0,1 0 0,-1 0 0,1 0 0,0 0 0,0 0 0,0 0 0,0 0 0,0 0 0,0 0 0,3 2 0,-4-4 0,1 1 0,-1-1 0,1 0 0,-1 0 0,1 1 0,-1-1 0,1 0 0,-1 0 0,1 0 0,-1 0 0,1 0 0,0 0 0,-1 0 0,1 0 0,-1 0 0,1 0 0,-1 0 0,1 0 0,-1 0 0,1-1 0,0 1 0,16-14 0,9-18 0,-1-2 0,-1-1 0,21-44 0,-3 7 0,-15 25 0,25-39 0,-45 75 0,2 0 0,-1 1 0,1-1 0,21-16 0,-29 26 0,0 0 0,-1 0 0,1 0 0,0 1 0,0-1 0,0 0 0,0 1 0,0-1 0,0 1 0,0-1 0,0 1 0,0 0 0,0-1 0,0 1 0,0 0 0,0 0 0,0-1 0,0 1 0,0 0 0,0 0 0,0 0 0,0 0 0,0 1 0,0-1 0,0 0 0,2 1 0,-2 0 0,0 0 0,0 0 0,-1 0 0,1 0 0,0 0 0,0 0 0,-1 1 0,1-1 0,-1 0 0,1 0 0,-1 1 0,1-1 0,-1 0 0,0 1 0,0-1 0,0 0 0,1 2 0,-1 10 0,-1-1 0,1 1 0,-4 14 0,-31 133 0,11-57 0,22-97 0,1-1 0,0 1 0,1 0 0,0 0 0,0 11 0,0-16 0,0 0 0,0-1 0,1 1 0,-1 0 0,0 0 0,0 0 0,1 0 0,-1-1 0,1 1 0,-1 0 0,0 0 0,1-1 0,0 1 0,-1 0 0,1-1 0,-1 1 0,1-1 0,0 1 0,0 0 0,1-1 0,-1 1 0,0-1 0,0 0 0,0 0 0,0 0 0,1 1 0,-1-1 0,0-1 0,0 1 0,0 0 0,1 0 0,-1 0 0,0-1 0,0 1 0,0 0 0,0-1 0,0 1 0,2-2 0,6-3 0,0 0 0,0-1 0,0-1 0,-1 1 0,0-1 0,11-12 0,41-54 0,-47 55 0,101-150 0,12-14 0,-119 173 0,0 1 0,1-1 0,-1 1 0,2 1 0,-1 0 0,13-8 0,-20 14 0,0 0 0,0 1 0,0-1 0,0 1 0,0-1 0,0 1 0,0 0 0,0-1 0,0 1 0,0 0 0,0 0 0,0 0 0,0-1 0,0 1 0,0 0 0,0 1 0,1-1 0,-1 0 0,0 0 0,0 0 0,0 1 0,0-1 0,0 0 0,2 2 0,-2-1 0,0 0 0,0 0 0,1 1 0,-1-1 0,0 1 0,0-1 0,0 1 0,0-1 0,-1 1 0,1 0 0,0-1 0,-1 1 0,2 3 0,0 7 0,0 0 0,-1 0 0,-1 19 0,0-25 0,-19 231 0,10-165 0,0 130 0,9-195 0,1 0 0,0 0 0,0 0 0,0 0 0,1 0 0,0 0 0,0-1 0,5 11 0,-6-16 0,0 1 0,0 0 0,0-1 0,1 1 0,-1-1 0,0 1 0,1-1 0,-1 0 0,1 0 0,0 0 0,-1 0 0,1 0 0,0 0 0,-1 0 0,1 0 0,0 0 0,0-1 0,0 1 0,0-1 0,0 0 0,0 1 0,0-1 0,0 0 0,0 0 0,0 0 0,0 0 0,0-1 0,-1 1 0,1-1 0,0 1 0,0-1 0,0 1 0,0-1 0,2-1 0,5-2 49,0-1 0,0 0 0,-1 0-1,1-1 1,-1 0 0,8-8 0,41-44-1711,-57 57 1617,28-31-6781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28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3649 165 24575,'-31'-1'0,"0"-2"0,-37-9 0,-8-1 0,-1214-97-1276,639 84-106,1 57 1343,545-18-306,-116 31 0,167-29 316,1 1 0,1 3 0,-95 49 0,127-57 146,1 1 0,0 1 0,1 0 0,0 2-1,1 0 1,1 1 0,0 0 0,-16 24-1,26-32-19,1 0-1,0 0 0,0 1 0,1 0 0,0 0 0,1 0 0,0 0 0,0 0 0,1 1 0,0-1 1,1 1-1,0 0 0,0-1 0,1 1 0,1 0 0,-1 0 0,1-1 0,1 1 0,0-1 1,1 1-1,5 14 0,0-7-62,0-1-1,2 0 1,0 0 0,0-1-1,2 0 1,0-1 0,0 0 0,2-1-1,23 18 1,5 0-98,1-1 0,59 28 0,5-4-891,193 65 0,130 10-939,758 150-2757,18-59 788,469 20 2814,11-116-136,-1040-122 1189,-490-9 413,0-8-1,164-37 0,-144 3 214,-148 39-137,-1-1-1,1-2 1,43-28-1,-61 35-326,-1 0-1,0-1 1,0 0 0,-1-1-1,0 0 1,-1 0 0,0-1-1,0 0 1,0 0-1,-1-1 1,-1 1 0,7-16-1,-10 18-64,0-1 0,0 0 0,0 0-1,-1 0 1,0 0 0,-1 0-1,0-1 1,0 1 0,-1 0 0,0 0-1,0 0 1,-1 0 0,0 0-1,0 0 1,-1 1 0,0-1 0,-6-10-1,0 1-101,-2 1 0,1 0 0,-2 0 0,0 2 0,-27-26 0,8 13 132,-65-44 0,-104-41 893,-61 0-981,-65 3-894,-63 2 20,-65 0-1641,-61 3 1296,-56 4-1056,-2708-266 533,2708 330 8371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29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357 25 24575,'0'-1'0,"0"0"0,0 0 0,0 0 0,0 0 0,0 0 0,0 0 0,0 0 0,0 1 0,0-1 0,0 0 0,1 0 0,-1 0 0,0 0 0,0 1 0,1-1 0,-1 0 0,1 0 0,-1 0 0,1 1 0,-1-1 0,1 0 0,0 1 0,-1-1 0,1 1 0,0-1 0,-1 0 0,1 1 0,0 0 0,0-1 0,-1 1 0,1-1 0,0 1 0,0 0 0,0-1 0,1 1 0,-1 0 0,0 0 0,0 1 0,0-1 0,-1 0 0,1 1 0,0-1 0,-1 1 0,1-1 0,0 1 0,-1-1 0,1 1 0,0-1 0,-1 1 0,1 0 0,-1-1 0,1 1 0,-1 0 0,1-1 0,-1 1 0,0 0 0,1 0 0,-1 0 0,0-1 0,0 1 0,0 0 0,1 0 0,-1 0 0,0-1 0,0 1 0,0 0 0,0 0 0,0 0 0,0 0 0,-1-1 0,1 1 0,0 0 0,0 0 0,-1 1 0,-1 7 0,-1 0 0,0 0 0,-1 0 0,0 0 0,0-1 0,-1 1 0,-9 12 0,-48 52 0,51-60 0,-133 124 0,39-40 0,103-95 0,-1 1 0,0 0 0,1 0 0,0 0 0,-1 0 0,1 1 0,0-1 0,1 0 0,-3 5 0,4-7 0,0 1 0,-1 0 0,1 0 0,0-1 0,0 1 0,0 0 0,0-1 0,0 1 0,0 0 0,1 0 0,-1-1 0,1 1 0,-1 0 0,1-1 0,-1 1 0,1-1 0,0 1 0,0-1 0,0 1 0,0-1 0,0 1 0,2 1 0,11 12 0,1 0 0,1-1 0,1-1 0,26 17 0,78 39 0,-116-66 0,101 48-1365,-62-31-5461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29.6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21 112 24575,'-7'-7'0,"6"6"0,-1 0 0,1 0 0,-1-1 0,1 1 0,0 0 0,0-1 0,0 1 0,0-1 0,-1-2 0,2 4 0,-1-1 0,1 0 0,1 0 0,-1 1 0,0-1 0,0 0 0,0 1 0,0-1 0,0 0 0,1 1 0,-1-1 0,0 0 0,1 1 0,-1-1 0,0 0 0,1 1 0,-1-1 0,1 1 0,-1-1 0,1 1 0,-1-1 0,1 1 0,-1-1 0,1 1 0,-1 0 0,1-1 0,0 1 0,-1 0 0,1-1 0,1 1 0,6-5 0,1 2 0,0-1 0,0 1 0,0 0 0,18-2 0,52-3 0,-44 5 0,938-34-1365,-945 37-5461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0.1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1 106 24575,'2'0'0,"-1"-1"0,1 1 0,0-1 0,-1 1 0,1-1 0,-1 0 0,1 0 0,0 0 0,-1 0 0,0 0 0,1 0 0,-1 0 0,0 0 0,1-1 0,-1 1 0,0 0 0,1-2 0,-1 1 0,0 1 0,0-1 0,0 1 0,1 0 0,-1-1 0,0 1 0,1 0 0,-1 0 0,1 0 0,0 0 0,2-1 0,-3 2 0,-1 0 0,1 0 0,-1 0 0,0 0 0,1 0 0,-1 1 0,0-1 0,1 0 0,-1 0 0,0 0 0,1 1 0,-1-1 0,0 0 0,1 1 0,-1-1 0,0 0 0,0 1 0,1-1 0,-1 0 0,0 1 0,0-1 0,0 0 0,1 1 0,-1-1 0,0 0 0,0 1 0,0-1 0,0 1 0,0-1 0,0 0 0,0 1 0,0-1 0,0 1 0,0-1 0,0 0 0,0 2 0,-1 17 0,1-18 0,-13 99 0,5-44 0,2 1 0,2 84 0,5-117 0,2-1 0,0 0 0,1 0 0,2 0 0,11 31 0,-14-46 0,0-1 0,0 0 0,1 0 0,0 0 0,0 0 0,1-1 0,0 0 0,0 0 0,0 0 0,1 0 0,0-1 0,0 0 0,0 0 0,1-1 0,-1 1 0,1-2 0,0 1 0,0-1 0,14 5 0,-8-5 0,-1-1 0,1 0 0,-1 0 0,1-2 0,0 1 0,0-2 0,-1 0 0,1 0 0,0-1 0,19-6 0,-15 3 0,-1-1 0,0-1 0,0-1 0,0-1 0,-1 0 0,0 0 0,14-14 0,-8 5 0,-1-1 0,0-1 0,-2-1 0,0-1 0,-2 0 0,0-1 0,-2-1 0,0-1 0,16-41 0,-17 29 0,-2 0 0,-2-1 0,-1 1 0,-1-2 0,-3 1 0,0-58 0,-4 87 57,-1 1 0,0-1 0,0 1 0,-1-1 0,-4-10 0,6 18-78,-1 0 1,1-1 0,-1 1 0,0 0 0,1 0 0,-1-1 0,0 1 0,0 0 0,0 0 0,0 0 0,0 0 0,0 0 0,0 0-1,0 0 1,0 1 0,-2-2 0,2 2-34,0-1-1,0 1 0,0 0 1,-1 0-1,1 0 1,0 1-1,0-1 0,0 0 1,0 0-1,0 0 1,0 1-1,0-1 0,0 1 1,0-1-1,0 1 0,0-1 1,0 1-1,0 0 1,0-1-1,0 1 0,1 0 1,-1 0-1,0-1 1,-1 3-1,-10 12-6771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0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1 141 24575,'0'-5'0,"1"1"0,0 0 0,1 0 0,-1 0 0,1-1 0,0 1 0,3-6 0,3-6 0,15-30 0,-21 42 0,0 0 0,0 1 0,1 0 0,0-1 0,-1 1 0,1 0 0,0 1 0,1-1 0,-1 0 0,4-2 0,-6 5 0,0 0 0,-1 0 0,1-1 0,0 1 0,0 0 0,0 0 0,0 0 0,-1 0 0,1 0 0,0 0 0,0 0 0,0 0 0,0 0 0,-1 0 0,1 0 0,0 0 0,0 1 0,0-1 0,-1 0 0,1 1 0,0-1 0,0 0 0,-1 1 0,1-1 0,0 1 0,-1-1 0,1 1 0,-1 0 0,1-1 0,-1 1 0,1 0 0,-1-1 0,1 1 0,-1 0 0,1-1 0,-1 1 0,0 0 0,1 0 0,-1 1 0,11 35 0,-11-37 0,6 38 81,-2 0 1,-1 0-1,-4 62 0,-20 118-884,13-154-84,3-27-5939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0.7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1 109 24575,'3'0'0,"1"-3"0,-3-1 0,-2-3 0,-1-4 0,0-2 0,4 0 0,1 0 0,3 2 0,4-1 0,3 3 0,3 1 0,1 4 0,2 4 0,-4 3-8191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1.0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40 24575,'0'-33'0,"0"26"0,0 27 0,0 17 0,-21 518 0,15-501-1365,1-10-5461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1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15 487 24575,'-1'-11'0,"0"0"0,-4-19 0,3 23 0,0 0 0,1 0 0,0-1 0,0 1 0,1-1 0,0 1 0,1-11 0,0 16 0,-1 1 0,1-1 0,0 1 0,0-1 0,-1 1 0,1-1 0,0 1 0,1-1 0,-1 1 0,0 0 0,0 0 0,1 0 0,-1-1 0,0 1 0,1 0 0,-1 1 0,1-1 0,-1 0 0,1 0 0,0 1 0,-1-1 0,1 1 0,0-1 0,-1 1 0,4-1 0,6 0 0,0 0 0,23 1 0,-21 0 0,77 2 0,117-4 0,-185 1 0,0-2 0,0-1 0,0-1 0,-1-1 0,0 0 0,0-2 0,22-11 0,-32 13 0,-1 0 0,-1-1 0,1 0 0,-1-1 0,0 0 0,-1 0 0,0-1 0,0 0 0,-1 0 0,0-1 0,0 0 0,6-14 0,-7 9 0,0 1 0,0-1 0,-2 0 0,0 0 0,0 0 0,-2-1 0,0 1 0,0-28 0,-15 143 0,8-68 0,-61 314-452,55-291-461,2-6-5913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1.7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0 360 24575,'0'-1'0,"1"0"0,-1 0 0,0 0 0,1 0 0,-1 0 0,1 0 0,-1 0 0,1 0 0,-1 0 0,1 1 0,0-1 0,-1 0 0,1 0 0,0 0 0,0 1 0,0-1 0,0 1 0,-1-1 0,1 0 0,0 1 0,2-1 0,21-9 0,-23 10 0,64-20 0,-29 10 0,-1-2 0,1-1 0,43-23 0,-71 31 0,0 1 0,0-1 0,-1 0 0,0 0 0,0-1 0,0 0 0,-1-1 0,0 1 0,0-1 0,-1 0 0,0-1 0,0 1 0,0-1 0,-1 0 0,-1 0 0,1 0 0,-1-1 0,0 1 0,1-11 0,-3 16 0,0 0 0,-1 0 0,0-1 0,1 1 0,-1 0 0,0 0 0,-1 0 0,1 0 0,0 0 0,-1 0 0,0 0 0,0 0 0,0 0 0,0 0 0,0 0 0,0 0 0,-1 1 0,1-1 0,-1 0 0,0 1 0,0-1 0,0 1 0,0 0 0,0 0 0,-1 0 0,1 0 0,-1 0 0,1 0 0,-1 1 0,0-1 0,1 1 0,-1-1 0,-4 0 0,-1 0 0,0 0 0,1 1 0,-1 0 0,0 0 0,0 1 0,0 0 0,1 0 0,-1 1 0,0 0 0,0 0 0,1 1 0,-12 3 0,3 2 0,0 0 0,0 1 0,0 1 0,1 0 0,0 1 0,1 1 0,0 0 0,1 1 0,1 0 0,-17 21 0,21-24 0,1 0 0,1 1 0,-1-1 0,2 1 0,-1 0 0,1 1 0,1 0 0,0-1 0,1 1 0,0 0 0,0 1 0,1-1 0,1 0 0,0 1 0,0-1 0,1 1 0,2 12 0,-1-16 0,1-1 0,0 1 0,1-1 0,-1 0 0,1 0 0,1 0 0,-1-1 0,1 1 0,0-1 0,1 0 0,0 0 0,0 0 0,0-1 0,0 0 0,1 1 0,0-2 0,0 1 0,0-1 0,1 0 0,0 0 0,-1-1 0,1 0 0,8 2 0,10 3 0,0-1 0,1-1 0,-1-2 0,1-1 0,36 1 0,90-6-1365,-84-4-5461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2.1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271 350 24575,'8'-4'0,"1"0"0,-1 0 0,-1-1 0,1 0 0,-1-1 0,0 0 0,0 0 0,0 0 0,-1-1 0,0 0 0,-1 0 0,1 0 0,-1-1 0,-1 0 0,1 0 0,-1 0 0,-1 0 0,1-1 0,-2 0 0,1 1 0,-1-1 0,0 0 0,-1 0 0,0 0 0,-1-1 0,1 1 0,-2 0 0,1 0 0,-2 0 0,1 0 0,-1 0 0,0 0 0,-1 0 0,-5-11 0,6 15 0,0 0 0,0 0 0,-1 1 0,0-1 0,0 1 0,0 0 0,-1 0 0,1 0 0,-1 0 0,0 0 0,0 1 0,0 0 0,-1 0 0,-4-3 0,4 4 0,1 1 0,0-1 0,0 1 0,-1 0 0,1 0 0,-1 1 0,1-1 0,-1 1 0,1 0 0,-1 0 0,1 1 0,0-1 0,-1 1 0,1 0 0,-1 0 0,1 1 0,-6 2 0,-8 4 0,1 1 0,0 0 0,1 1 0,-1 1 0,2 1 0,0 0 0,0 1 0,1 1 0,1 0 0,0 1 0,1 0 0,1 1 0,1 1 0,-14 26 0,22-39 0,0 1 0,0 0 0,0 0 0,1 0 0,0 0 0,0-1 0,0 2 0,1-1 0,-1 0 0,1 0 0,0 0 0,1 0 0,-1 0 0,1 0 0,0 0 0,1 0 0,-1 0 0,1-1 0,0 1 0,0 0 0,0-1 0,0 1 0,1-1 0,0 0 0,0 0 0,0 0 0,1 0 0,-1-1 0,1 1 0,0-1 0,0 0 0,0 0 0,0 0 0,0 0 0,1-1 0,-1 0 0,1 0 0,0 0 0,8 2 0,-4-1 0,0-1 0,1 0 0,0 0 0,-1-1 0,1 0 0,0 0 0,0-1 0,-1 0 0,1-1 0,0-1 0,-1 1 0,1-1 0,-1-1 0,16-6 0,-15 5 0,0-1 0,-1-1 0,0 0 0,0 0 0,-1-1 0,0 0 0,0 0 0,-1-1 0,1 0 0,-2 0 0,1-1 0,-1 0 0,6-10 0,-1-5 0,0-1 0,11-40 0,-12 34 0,-2 15 0,-8 16 0,0 0 0,0 0 0,1 0 0,-1 0 0,0 0 0,0 0 0,0 0 0,0 0 0,0 0 0,0 0 0,1 0 0,-1 0 0,0 0 0,0 0 0,0 0 0,0 0 0,0 0 0,1 0 0,-1 0 0,0 0 0,0 0 0,0 0 0,0 0 0,0 0 0,0 0 0,1 1 0,-1-1 0,0 0 0,0 0 0,0 0 0,0 0 0,0 0 0,0 0 0,0 0 0,0 1 0,0-1 0,0 0 0,1 0 0,-1 0 0,0 0 0,0 0 0,0 0 0,0 1 0,0-1 0,0 0 0,0 0 0,0 0 0,0 0 0,0 1 0,3 30 0,-3-18-124,1 1 0,0-1 0,0 0 0,2 0 0,-1-1 0,2 1-1,0 0 1,0-1 0,1 0 0,8 14 0,5 1-6702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2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189 766 24575,'13'-12'0,"-1"-1"0,-1 0 0,0 0 0,-1-1 0,0-1 0,-1 0 0,-1 0 0,0 0 0,-1-1 0,-1 0 0,0-1 0,-1 1 0,-1-1 0,3-22 0,-6 28 0,0 1 0,-1 0 0,0 0 0,0 0 0,-1 0 0,-1 0 0,-4-18 0,5 26 0,1-1 0,-1 1 0,0 0 0,0 0 0,0 0 0,0 0 0,-1 0 0,1 0 0,0 0 0,-1 0 0,1 1 0,-1-1 0,0 1 0,0-1 0,0 1 0,1-1 0,-1 1 0,0 0 0,-1 0 0,1 0 0,0 0 0,0 0 0,0 1 0,-1-1 0,1 1 0,0-1 0,0 1 0,-1 0 0,1 0 0,0 0 0,-1 0 0,1 0 0,0 0 0,-1 1 0,1-1 0,0 1 0,0 0 0,-1-1 0,-2 3 0,-5 1 0,-1 1 0,1 0 0,0 1 0,1 0 0,-1 1 0,1 0 0,1 0 0,-1 1 0,1 0 0,-7 9 0,-1 3 0,1 1 0,0 0 0,-15 32 0,21-35 0,1 0 0,1 1 0,-9 34 0,14-46 0,0 1 0,1 0 0,0 0 0,1 0 0,-1 0 0,1-1 0,1 1 0,0 0 0,0 0 0,0 0 0,1-1 0,4 12 0,-5-17 0,0 1 0,0-1 0,1 0 0,-1 1 0,1-1 0,-1 0 0,1 0 0,0 0 0,0 0 0,0 0 0,0 0 0,0-1 0,0 1 0,0-1 0,1 1 0,-1-1 0,5 2 0,-3-2 0,0 0 0,-1-1 0,1 1 0,0-1 0,0 0 0,-1 0 0,1 0 0,0-1 0,0 1 0,-1-1 0,6-1 0,4-3 0,0 0 0,-1-1 0,0 0 0,0-1 0,-1-1 0,11-8 0,5-7 0,-1-1 0,-2-1 0,0-1 0,-2-1 0,-1-1 0,-1-1 0,30-58 0,-20 25 0,-3-2 0,-2-1 0,15-68 0,-33 108 0,1-5 0,0-2 0,6-59 0,-15 80 0,-1 10 0,-7 16 0,-8 28 0,3 2 0,-16 72 0,-3 97 0,25-146-455,4 1 0,4 85 0,4-105-6371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2.9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1 249 24575,'0'-1'0,"0"1"0,0-1 0,1 0 0,-1 1 0,0-1 0,1 0 0,-1 1 0,0-1 0,1 0 0,-1 1 0,1-1 0,-1 1 0,1-1 0,0 0 0,-1 1 0,1 0 0,-1-1 0,1 1 0,0-1 0,-1 1 0,1 0 0,0-1 0,0 1 0,-1 0 0,1 0 0,0 0 0,1-1 0,26-3 0,-19 3 0,0-1 0,1 0 0,-1-1 0,1 0 0,-1 0 0,0-1 0,-1-1 0,1 1 0,-1-1 0,0-1 0,0 0 0,0 0 0,9-10 0,-12 11 0,-1 1 0,0-1 0,0 0 0,0 0 0,-1 0 0,0-1 0,0 1 0,0-1 0,-1 0 0,1 0 0,-1 0 0,-1 0 0,1 0 0,-1 0 0,0 0 0,-1-1 0,1 1 0,-1 0 0,-1 0 0,0-9 0,1 13 0,-1 0 0,1 0 0,0 1 0,-1-1 0,0 0 0,1 0 0,-1 0 0,0 1 0,0-1 0,0 0 0,0 1 0,0-1 0,0 1 0,0-1 0,0 1 0,-1 0 0,1-1 0,-1 1 0,-2-2 0,2 2 0,0 1 0,1-1 0,-1 1 0,0 0 0,0 0 0,1-1 0,-1 1 0,0 0 0,0 0 0,1 1 0,-1-1 0,0 0 0,0 1 0,1-1 0,-1 1 0,0-1 0,-1 2 0,-4 1 0,1 1 0,0 0 0,0 0 0,0 0 0,0 1 0,1 0 0,0 0 0,0 0 0,-5 7 0,3-2 34,1 0 1,-1 1-1,2-1 0,-1 1 0,2 0 0,-1 1 0,1-1 0,1 1 0,-2 12 1,4-17-125,1-1 0,-1 1 0,1-1 0,1 1 0,-1-1 1,1 0-1,0 1 0,1-1 0,-1 0 0,1 1 1,1-1-1,-1 0 0,1 0 0,0-1 0,0 1 0,1-1 1,-1 1-1,7 6 0,10 8-6736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3.2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0 481 24575,'4'-8'0,"0"-1"0,-1 0 0,3-15 0,3-9 0,4-10 0,-6 21 0,0 1 0,1 0 0,0 1 0,18-29 0,-25 47 0,0 0 0,0 1 0,1-1 0,-1 0 0,1 0 0,0 1 0,-1-1 0,1 1 0,0-1 0,0 1 0,0 0 0,0-1 0,0 1 0,0 0 0,0 1 0,1-1 0,-1 0 0,0 1 0,4-2 0,-4 3 0,0-1 0,0 0 0,0 1 0,-1-1 0,1 0 0,0 1 0,-1 0 0,1 0 0,0-1 0,-1 1 0,1 0 0,-1 0 0,1 0 0,-1 0 0,0 1 0,1-1 0,-1 0 0,0 1 0,0-1 0,0 1 0,0-1 0,0 1 0,0-1 0,0 1 0,-1 0 0,2 1 0,4 15 0,0-1 0,-1 1 0,-1 0 0,-1 0 0,2 30 0,-3 96 0,-3-100 0,1-25 0,0-10 0,0 0 0,0 1 0,-1-1 0,-3 13 0,4-22 0,0 1 0,0-1 0,0 1 0,0 0 0,0-1 0,-1 1 0,1-1 0,0 1 0,0-1 0,-1 1 0,1-1 0,0 1 0,-1-1 0,1 1 0,0-1 0,-1 0 0,1 1 0,-1-1 0,0 1 0,-6-5 0,-4-19 0,8 10 0,2-1 0,0 1 0,0-1 0,1 1 0,1-1 0,0 1 0,1-1 0,5-20 0,1 6 0,1 0 0,1 1 0,15-27 0,-7 18 0,3 1 0,1 1 0,35-43 0,-42 60 0,0 0 0,2 1 0,0 1 0,0 0 0,1 1 0,1 1 0,30-16 0,-45 27-136,1 0-1,-1 0 1,1 0-1,-1 1 1,1 0-1,0 0 1,0 0-1,0 0 0,6 1 1,8 2-6690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3.5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79 24575,'-12'-37'0,"11"31"0,0 1 0,0 0 0,-1 0 0,0 0 0,-3-7 0,5 11 0,-1 1 0,1 0 0,0 0 0,0 0 0,0 0 0,0 0 0,0-1 0,0 1 0,0 0 0,0 0 0,0 0 0,0 0 0,0 0 0,0-1 0,-1 1 0,1 0 0,0 0 0,0 0 0,0 0 0,0 0 0,0 0 0,0 0 0,-1 0 0,1 0 0,0 0 0,0-1 0,0 1 0,0 0 0,0 0 0,-1 0 0,1 0 0,0 0 0,0 0 0,0 0 0,0 0 0,-1 0 0,1 0 0,0 0 0,0 0 0,0 0 0,0 1 0,0-1 0,-1 0 0,1 0 0,-3 8 0,-1 15 0,1 301 294,3-61-435,-4-191-618,-20 116 0,15-147-6067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4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187 42 24575,'-9'-5'0,"1"-1"0,-1 1 0,1 1 0,-1-1 0,-1 1 0,1 1 0,-11-3 0,17 5 0,1 0 0,1 1 0,0 0 0,-1-1 0,1 1 0,0 0 0,-1-1 0,1 1 0,0 0 0,-1 0 0,1 0 0,-1 0 0,1 0 0,0 0 0,-1 1 0,1-1 0,0 0 0,-1 1 0,1-1 0,0 1 0,-1 0 0,1-1 0,0 1 0,0 0 0,0 0 0,0-1 0,0 1 0,0 0 0,0 0 0,0 0 0,0 0 0,0 1 0,0-1 0,0 0 0,1 0 0,-1 0 0,1 1 0,-1-1 0,1 0 0,-1 1 0,1-1 0,0 0 0,-1 3 0,-1 8 0,1-1 0,0 1 0,1-1 0,2 16 0,-2-9 0,2 49 0,0 77 0,-3-119 0,-2 0 0,0 0 0,-12 41 0,15-62 0,-1-1 0,0 1 0,-1 0 0,1-1 0,-1 1 0,1-1 0,-1 0 0,0 1 0,0-1 0,0 0 0,-1 0 0,1 0 0,-1-1 0,-4 5 0,7-7 0,0 0 0,0 0 0,0 0 0,0 0 0,0 0 0,-1 0 0,1 0 0,0 0 0,0 0 0,0 0 0,0 0 0,0 0 0,0 0 0,0 0 0,-1 1 0,1-1 0,0 0 0,0 0 0,0 0 0,0 0 0,0 0 0,0 0 0,-1 0 0,1 0 0,0 0 0,0-1 0,0 1 0,0 0 0,0 0 0,0 0 0,0 0 0,-1 0 0,1 0 0,0 0 0,0 0 0,0 0 0,0 0 0,0 0 0,0 0 0,0 0 0,0-1 0,0 1 0,-1 0 0,1 0 0,0 0 0,0 0 0,0 0 0,0-1 0,1-7 0,6-11 0,7-8 0,1 0 0,2 1 0,1 0 0,30-32 0,93-83 0,-125 125 0,2 1 0,0 0 0,0 2 0,38-21 0,-51 31 0,1 1 0,-1-1 0,1 1 0,0 1 0,0-1 0,0 1 0,0 0 0,0 1 0,0-1 0,8 2 0,-10-1 0,0 1 0,1 0 0,-1 0 0,0 1 0,0-1 0,0 1 0,0 0 0,0 0 0,-1 0 0,1 0 0,-1 1 0,1-1 0,-1 1 0,0 0 0,0 0 0,3 4 0,1 3 0,0 0 0,-1 0 0,0 1 0,-1 0 0,0 0 0,0 0 0,-2 0 0,4 13 0,14 97 0,-20-115 0,13 171-1365,-10-148-5461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4.3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199 701 24575,'121'-294'0,"-84"196"0,-11 34 0,-5 13 0,-2-1 0,16-72 0,-34 123 0,-1 1 0,0-1 0,1 0 0,-1 0 0,0 0 0,0 0 0,0 0 0,0 0 0,0 0 0,0 0 0,0 1 0,0-1 0,0 0 0,-1 0 0,1 0 0,0 0 0,0 0 0,-1-1 0,0 2 0,0 0 0,0 1 0,1-1 0,-1 0 0,0 0 0,1 1 0,-1-1 0,0 0 0,1 1 0,-1-1 0,0 1 0,1-1 0,-1 1 0,1-1 0,-1 1 0,1 0 0,-1-1 0,1 1 0,-1-1 0,1 1 0,-1 1 0,-15 21 0,1 1 0,2 1 0,0 1 0,-11 30 0,12-27 0,-170 482 0,145-371 0,-33 254 0,56-204 0,1-8 0,13-181 1,-6 26 339,6-26-405,0 0-1,0 0 0,-1 0 1,1-1-1,-1 1 1,1 0-1,-1 0 0,1 0 1,-1-1-1,1 1 0,-1 0 1,0-1-1,1 1 1,-1 0-1,0-1 0,0 1 1,1-1-1,-1 1 0,0-1 1,0 0-1,0 1 0,0-1 1,0 0-1,0 1 1,-1-1-1,-9-1-6760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4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1 115 24575,'49'0'0,"0"2"0,84 15 0,-88-7 0,80 13 0,-106-20 0,1-2 0,0 0 0,0-1 0,26-4 0,-42 4 0,0-1 0,0 0 0,-1 0 0,1 0 0,0 0 0,0-1 0,0 1 0,-1-1 0,1 0 0,-1 0 0,1 0 0,-1-1 0,0 1 0,0-1 0,0 0 0,0 0 0,0 0 0,-1 0 0,0 0 0,1 0 0,-1-1 0,0 1 0,0-1 0,-1 0 0,1 0 0,-1 1 0,0-1 0,0 0 0,0 0 0,0 0 0,-1 0 0,0 0 0,0 0 0,0 0 0,0 0 0,0 0 0,-1 0 0,0 0 0,0 0 0,0 0 0,0 0 0,-1 0 0,1 1 0,-4-7 0,4 8 0,0 1 0,0-1 0,0 0 0,0 1 0,0-1 0,0 1 0,0-1 0,-1 1 0,1 0 0,0-1 0,-1 1 0,1 0 0,-1 0 0,0 0 0,1 0 0,-1 0 0,0 1 0,1-1 0,-1 0 0,0 1 0,0-1 0,0 1 0,0 0 0,1-1 0,-1 1 0,0 0 0,0 0 0,0 0 0,0 1 0,0-1 0,0 0 0,1 1 0,-1-1 0,0 1 0,0-1 0,1 1 0,-1 0 0,0 0 0,-1 1 0,-4 2 0,0 1 0,0 0 0,1 0 0,0 1 0,0 0 0,0 0 0,-8 11 0,-1 6 0,2-1 0,0 2 0,2 0 0,0 1 0,2 0 0,0 0 0,2 1 0,1 0 0,1 0 0,1 0 0,2 1 0,0 44 0,3-60 0,0 0 0,1-1 0,0 1 0,0 0 0,1 0 0,1-1 0,-1 0 0,2 0 0,9 16 0,-13-22 0,1-1 0,1 0 0,-1-1 0,0 1 0,1 0 0,-1-1 0,1 1 0,0-1 0,0 0 0,0 0 0,0 0 0,0 0 0,1-1 0,-1 1 0,0-1 0,1 0 0,-1 0 0,1 0 0,-1 0 0,1-1 0,0 1 0,-1-1 0,1 0 0,0 0 0,-1 0 0,1-1 0,0 1 0,-1-1 0,1 0 0,-1 0 0,1 0 0,3-2 0,5-3 0,-1 0 0,0 0 0,-1-1 0,0 0 0,0-1 0,0 0 0,-1 0 0,0-1 0,-1-1 0,0 1 0,-1-1 0,13-21 0,-10 13 0,-1-1 0,0 0 0,-1 0 0,-1-1 0,-1 0 0,7-41 0,-12 49 49,0 1 0,0-1 0,-1 1-1,-1-1 1,0 0 0,-3-13 0,2 18-205,0 0 1,0 0 0,-1 0 0,1 0 0,-2 1 0,1-1 0,-1 1-1,0 0 1,0 0 0,-10-10 0,-17-11-6671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8.2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82 24575,'34'-11'0,"426"-40"0,-393 47 0,-26 2 206,-27 2-468,-1 0 0,0-1 0,1 0 1,-1-1-1,23-7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8.5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24575,'0'3'0,"0"4"0,3 5 0,1 2 0,0 2 0,0 2 0,-2 4 0,-1 5 0,3 6 0,0 4 0,0 6 0,-1 1 0,-1 2 0,-1 0 0,3-1 0,0-10-8191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8.7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32 24575,'0'-3'0,"3"-4"0,5-4 0,0 3 0,-1 6 0,-2 6 0,-1 6 0,-2 4 0,-1 6 0,-1 3 0,0 0 0,0 3 0,-1 0 0,1-5-8191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8.9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50 24575,'0'-3'0,"0"-4"0,0-4 0,0-4 0,0 2-8191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9.1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 24575,'3'0'0,"1"-3"0,0 2 0,-3 7 0,-3 7 0,-1 6 0,1 6 0,0 9 0,0 8 0,1 5 0,1 5 0,0 3 0,3 0 0,1 2 0,0-1 0,0-3 0,-2-11-8191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9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16 222 24575,'-3'-6'0,"-1"-9"0,0-7 0,1-4 0,1 0 0,4-2 0,4 4 0,5 3 0,7 4 0,6 7 0,5 0 0,7 3 0,7 2 0,6 2 0,6 2 0,4 0 0,-9 2-8191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9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 28 24575,'-3'0'0,"-4"-3"0,-4-4 0,-4-1 0,-2 1 0,2 5 0,4 5 0,3 9 0,3 6 0,3 8 0,1 7 0,4 6 0,2 4 0,3 3 0,3 0 0,0-1 0,1-6 0,-2-9-8191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39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6 231 24575,'-3'-13'0,"2"12"0,1 1 0,0-1 0,-1 1 0,1-1 0,0 1 0,0-1 0,0 1 0,0-1 0,-1 1 0,1-1 0,0 1 0,0-1 0,0 1 0,0-1 0,0 1 0,0-1 0,0 0 0,0 1 0,1-1 0,-1 1 0,0-1 0,0 1 0,0-1 0,1 1 0,-1-1 0,0 1 0,0-1 0,1 1 0,-1-1 0,0 1 0,1 0 0,-1-1 0,1 1 0,-1 0 0,1-1 0,-1 1 0,0 0 0,1-1 0,-1 1 0,1 0 0,-1 0 0,1 0 0,-1-1 0,1 1 0,0 0 0,0 0 0,14-6 0,0 1 0,0 1 0,0 0 0,0 1 0,20-1 0,30-7 0,-56 9 0,0-1 0,0 0 0,0 0 0,-1-1 0,1 0 0,9-6 0,-17 9 0,1 0 0,0 0 0,-1 0 0,1-1 0,-1 1 0,1-1 0,-1 1 0,0-1 0,1 1 0,-1-1 0,0 0 0,0 0 0,0 0 0,0 0 0,-1 1 0,1-1 0,0 0 0,-1 0 0,0 0 0,1 0 0,-1-1 0,0 1 0,0 0 0,0 0 0,0 0 0,0 0 0,-1 0 0,1 0 0,0 0 0,-1 0 0,0 0 0,1 0 0,-1 0 0,-1-1 0,-1-2 0,1 0 0,-1 1 0,0 0 0,0 0 0,0 0 0,0 0 0,-1 0 0,0 1 0,1-1 0,-1 1 0,-1 0 0,1 0 0,0 1 0,-1-1 0,1 1 0,-1 0 0,0 0 0,0 0 0,0 1 0,0 0 0,-7-1 0,8 1 0,-1 1 0,1 0 0,0 0 0,0 1 0,-1-1 0,1 1 0,0 0 0,0 0 0,0 0 0,0 1 0,0 0 0,0-1 0,0 1 0,0 0 0,1 1 0,-1-1 0,1 1 0,0 0 0,-1 0 0,1 0 0,0 0 0,1 0 0,-1 0 0,1 1 0,-5 7 0,3-3-41,1 0 0,-1 0-1,2 0 1,-1 0-1,1 1 1,0 0 0,1-1-1,-1 1 1,2 0 0,-1 0-1,2-1 1,-1 1-1,1 0 1,0 0 0,1-1-1,0 1 1,0-1 0,1 1-1,0-1 1,0 0-1,1 0 1,0 0 0,1-1-1,-1 1 1,2-1 0,-1 0-1,1-1 1,0 1-1,0-1 1,1 0 0,-1-1-1,10 6 1,17 10-6785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40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222 62 24575,'-8'-8'0,"-1"0"0,1 1 0,-2 0 0,1 1 0,-1 0 0,-12-6 0,19 11 0,0 0 0,0 0 0,0 0 0,0 0 0,0 0 0,-1 0 0,1 1 0,0 0 0,0 0 0,-1 0 0,1 0 0,0 0 0,0 1 0,-1-1 0,1 1 0,0 0 0,0 0 0,0 0 0,0 0 0,0 1 0,0-1 0,0 1 0,0-1 0,1 1 0,-5 4 0,0 1 0,1-1 0,1 1 0,-1 1 0,1-1 0,1 1 0,-1 0 0,1 0 0,0 0 0,1 1 0,0-1 0,1 1 0,-1 0 0,2 0 0,-1 0 0,1 0 0,1 0 0,-1 0 0,2 0 0,-1 0 0,3 11 0,0-1 0,0-1 0,2 1 0,0-1 0,1 0 0,1 0 0,1-1 0,0 1 0,18 25 0,-14-27-341,1 0 0,0-1-1,20 18 1,3-2-6485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40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368 73 24575,'0'-2'0,"0"0"0,0-1 0,0 1 0,-1 0 0,1-1 0,-1 1 0,0 0 0,0 0 0,0-1 0,0 1 0,0 0 0,0 0 0,0 0 0,-1 0 0,1 0 0,-1 1 0,-2-4 0,0 2 0,0 0 0,0 0 0,0 1 0,0 0 0,-1-1 0,1 1 0,0 1 0,-8-3 0,1 1 0,-1 1 0,0 0 0,0 1 0,0 0 0,0 1 0,-16 2 0,17-1 0,0 1 0,1 1 0,-1 0 0,1 0 0,0 1 0,0 0 0,0 1 0,1 0 0,-1 1 0,1 0 0,0 0 0,1 1 0,-15 14 0,18-15 0,-1 0 0,1 1 0,0 0 0,1 0 0,-1 0 0,1 1 0,1-1 0,-1 1 0,2 0 0,-1 0 0,1 0 0,0 0 0,0 1 0,1-1 0,0 0 0,1 1 0,0-1 0,1 12 0,0-13 25,1-1-1,-1 1 0,1-1 1,1 0-1,-1 0 1,1 0-1,0 0 0,0 0 1,1-1-1,-1 1 0,1-1 1,1 0-1,8 8 1,-4-4-269,0-2 0,1 1 0,1-1 0,-1-1 1,1 0-1,15 6 0,14 3-6582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40.8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183 108 24575,'0'-7'0,"-1"0"0,1 0 0,-1 0 0,-1 0 0,0 1 0,0-1 0,0 0 0,0 1 0,-8-13 0,9 17 0,0 1 0,0-1 0,0 0 0,0 0 0,-1 1 0,1-1 0,-1 0 0,1 1 0,-1-1 0,0 1 0,1 0 0,-1 0 0,0 0 0,0 0 0,0 0 0,0 0 0,0 0 0,0 0 0,0 1 0,0-1 0,0 1 0,0 0 0,-1-1 0,1 1 0,0 0 0,0 0 0,0 1 0,0-1 0,-1 0 0,1 1 0,0-1 0,0 1 0,0 0 0,0-1 0,-2 3 0,-3 1 0,1 0 0,0 0 0,0 1 0,0 0 0,0 0 0,1 1 0,0-1 0,0 1 0,1 0 0,0 1 0,0-1 0,0 1 0,1 0 0,-5 14 0,5-15 0,1 1 0,-1 0 0,2 0 0,-1 0 0,1 0 0,0 0 0,1 0 0,0 1 0,0-1 0,0 0 0,1 0 0,0 0 0,0 0 0,1 0 0,5 13 0,-5-17 16,-1 0-1,2 0 1,-1 0-1,0 0 1,1 0-1,-1-1 1,1 1-1,0-1 1,0 0-1,0 0 1,0 0-1,0 0 1,0 0-1,1-1 1,-1 1-1,0-1 1,1 0 0,-1 0-1,1 0 1,0-1-1,3 1 1,1 0-187,-1-1 0,0 0 1,0 0-1,0-1 0,1 0 1,-1 0-1,0-1 0,0 0 1,12-4-1,-3-2-6655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41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149 8 24575,'0'-3'0,"-3"-1"0,-4 3 0,-4 8 0,-4 6 0,2 7 0,-1 6 0,-1 9 0,-1 6 0,2 7 0,1 4 0,2 3 0,3-3 0,3-3 0,3 0 0,0-7 0,2-3 0,1-8-8191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41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1 113 24575,'0'-3'0,"0"-1"0,0 1 0,0-1 0,1 1 0,0-1 0,-1 1 0,1 0 0,0-1 0,1 1 0,-1 0 0,1 0 0,-1 0 0,1 0 0,4-5 0,-3 4 0,1 0 0,1 1 0,-1-1 0,0 1 0,1 0 0,0 0 0,0 1 0,9-4 0,3 0 0,0 0 0,0 2 0,1 0 0,-1 1 0,28-1 0,93 5 0,-81 0 0,-48-1 0,-3 0 0,0 0 0,1 0 0,-1 1 0,0 0 0,0 0 0,12 4 0,-16-5 0,-1 1 0,1 0 0,-1 0 0,1 0 0,-1 0 0,0 1 0,1-1 0,-1 0 0,0 1 0,0-1 0,0 0 0,0 1 0,0 0 0,0-1 0,-1 1 0,1-1 0,0 1 0,-1 0 0,1-1 0,-1 1 0,1 0 0,-1 0 0,0 0 0,0-1 0,0 1 0,0 0 0,0 0 0,0-1 0,-1 3 0,-1 6 0,0-1 0,0 1 0,-1-1 0,-5 13 0,5-14 0,0-1 0,0 1 0,1 0 0,0 0 0,1 0 0,-2 12 0,3-20 0,0 1 0,0-1 0,0 1 0,0-1 0,1 0 0,-1 1 0,0-1 0,0 1 0,0-1 0,0 1 0,0-1 0,1 1 0,-1-1 0,0 0 0,0 1 0,1-1 0,-1 0 0,0 1 0,1-1 0,-1 0 0,0 1 0,1-1 0,-1 0 0,1 1 0,-1-1 0,0 0 0,1 0 0,-1 0 0,1 0 0,-1 1 0,1-1 0,-1 0 0,1 0 0,-1 0 0,1 0 0,-1 0 0,1 0 0,-1 0 0,0 0 0,1 0 0,-1 0 0,1 0 0,-1 0 0,1-1 0,-1 1 0,1 0 0,-1 0 0,1-1 0,27-12 0,-24 11 0,58-36 0,-44 26 0,1 1 0,0 0 0,28-11 0,-46 21 12,1 1-1,-1-1 0,1 1 1,0-1-1,0 1 1,-1-1-1,1 1 0,0 0 1,-1 0-1,1 0 0,0 0 1,0 0-1,-1 0 1,1 0-1,0 0 0,0 1 1,-1-1-1,1 1 0,0-1 1,-1 1-1,1 0 1,-1 0-1,1 0 0,-1-1 1,1 2-1,-1-1 0,0 0 1,1 0-1,0 2 1,1 1-202,0 1 0,-1-1 1,0 1-1,0 0 0,0 0 1,-1 0-1,1 0 1,0 9-1,1 3-6636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42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84 24575,'0'-4'0,"0"-6"0,0-5 0,0-4 0,0 0 0,0 5 0,0 11 0,0 13 0,3 10 0,1 9 0,0 8 0,-1 4 0,2 5 0,1 0 0,-2-1 0,0-8-8191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42.1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67 24575,'0'-6'0,"0"-6"0,3-3 0,4-2 0,1 1-8191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3:41:42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53 24575,'0'-1'0,"1"-1"0,-1 1 0,1-1 0,-1 1 0,1 0 0,0 0 0,0-1 0,-1 1 0,1 0 0,0 0 0,0 0 0,0 0 0,1 0 0,-1 0 0,1-1 0,19-13 0,-17 13 0,0 0 0,0-1 0,1 1 0,-1 1 0,0-1 0,0 1 0,1-1 0,-1 1 0,1 0 0,-1 1 0,1-1 0,0 1 0,-1 0 0,1 0 0,-1 1 0,1-1 0,0 1 0,-1 0 0,1 0 0,-1 0 0,0 1 0,1-1 0,-1 1 0,0 0 0,0 1 0,0-1 0,0 1 0,-1 0 0,1-1 0,-1 2 0,4 3 0,5 6 0,-1 0 0,0 1 0,-1 0 0,-1 1 0,0 0 0,-1 1 0,6 16 0,-7-15 0,-1 1 0,0 0 0,-2 0 0,0 0 0,-1 0 0,0 1 0,-1 36 0,-3-42 0,0 0 0,-1-1 0,0 1 0,-1-1 0,0 0 0,-1 1 0,-1-2 0,0 1 0,0 0 0,-1-1 0,0 0 0,-14 17 0,7-13-455,0-1 0,-27 21 0,-32 18-6371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40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24575,'0'0'-8191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48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3 126 24575,'0'-6'0,"0"0"0,0 0 0,1 0 0,0 1 0,0-1 0,0 0 0,1 0 0,-1 1 0,2-1 0,3-7 0,-3 9 0,-1 0 0,1 1 0,0-1 0,1 1 0,-1 0 0,1-1 0,-1 2 0,1-1 0,0 0 0,0 1 0,0 0 0,1 0 0,7-3 0,-7 3 0,1 0 0,0 0 0,0 1 0,-1 0 0,1 0 0,0 0 0,0 1 0,0 0 0,0 0 0,0 0 0,0 1 0,0 0 0,-1 0 0,8 3 0,-10-3 0,0 1 0,1-1 0,-1 1 0,0 0 0,-1 0 0,1 0 0,0 0 0,-1 1 0,1-1 0,-1 1 0,1-1 0,-1 1 0,0 0 0,0 0 0,-1 0 0,1 0 0,-1 0 0,1 1 0,-1-1 0,0 0 0,0 1 0,0-1 0,-1 1 0,1-1 0,-1 5 0,1 4 0,-1-1 0,-1 1 0,0 0 0,-1 0 0,0 0 0,-1-1 0,-4 12 0,-35 79 0,30-74 0,-28 57 0,-30 75 0,60-134 0,2 0 0,0 0 0,2 1 0,-3 35 0,8-57 0,1 0 0,0 0 0,0 0 0,0 0 0,1 0 0,0 0 0,0 1 0,0-2 0,1 1 0,1 6 0,-2-9 0,0-1 0,1 1 0,-1 0 0,0-1 0,0 1 0,1 0 0,-1-1 0,1 0 0,-1 1 0,1-1 0,0 0 0,-1 0 0,1 0 0,0 0 0,0 0 0,0 0 0,0 0 0,0-1 0,0 1 0,0-1 0,0 1 0,0-1 0,0 0 0,0 0 0,0 0 0,0 0 0,3 0 0,6-2-195,0-1 0,0 0 0,0 0 0,-1-1 0,0 0 0,17-10 0,21-14-6631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48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106 52 24575,'-6'-3'0,"-9"-4"0,-4-1 0,-3-3 0,0 2 0,7 1 0,8 3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49.2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17 196 24575,'-1'-2'0,"-1"1"0,0-1 0,1 0 0,-1 0 0,1 0 0,0 0 0,0-1 0,0 1 0,0 0 0,0 0 0,0-1 0,1 1 0,-1 0 0,1-1 0,0 1 0,-1-1 0,1 1 0,0-1 0,0 1 0,1 0 0,-1-1 0,0 1 0,1-1 0,0 1 0,-1 0 0,1-1 0,0 1 0,0 0 0,0 0 0,1 0 0,-1 0 0,2-3 0,1 0 0,0-1 0,0 1 0,1 0 0,0 0 0,-1 1 0,2-1 0,-1 1 0,0 0 0,1 1 0,9-6 0,-10 7 0,0 0 0,0 0 0,0 1 0,-1-1 0,1 1 0,1 0 0,-1 1 0,0-1 0,0 1 0,0 0 0,0 0 0,0 1 0,0 0 0,0-1 0,0 2 0,0-1 0,9 4 0,-9-2 0,0 0 0,-1 0 0,1 0 0,-1 1 0,0-1 0,0 1 0,0 0 0,-1 1 0,1-1 0,-1 0 0,0 1 0,0 0 0,0 0 0,-1 0 0,0 0 0,3 9 0,0 5 0,0 1 0,-2 1 0,0-1 0,-1 0 0,-1 1 0,-1 0 0,-1-1 0,-7 41 0,0-21 0,-2 1 0,-2-2 0,-24 57 0,29-78 0,3-8 0,1-1 0,-1 0 0,-1 0 0,0-1 0,0 1 0,0-1 0,-11 11 0,16-19 0,0 0 0,0 0 0,0 1 0,0-1 0,0 0 0,0 0 0,0 0 0,0 0 0,0 0 0,0 0 0,0 0 0,0 0 0,0 0 0,-1 1 0,1-1 0,0 0 0,0 0 0,0 0 0,0 0 0,0 0 0,0 0 0,0 0 0,0 0 0,0 0 0,0 0 0,-1 0 0,1 0 0,0 0 0,0 0 0,0 0 0,0 0 0,0 0 0,0 0 0,0 0 0,-1 0 0,1 0 0,0 0 0,0 0 0,0 0 0,0 0 0,0 0 0,0 0 0,0 0 0,0 0 0,0 0 0,-1 0 0,1 0 0,0 0 0,0 0 0,0 0 0,0 0 0,0 0 0,0-1 0,0 1 0,0 0 0,0 0 0,0 0 0,0 0 0,0 0 0,0 0 0,0 0 0,-1 0 0,1 0 0,0-1 0,0 1 0,0 0 0,0 0 0,0 0 0,0 0 0,3-13 0,7-17 0,30-59 0,4 3 0,96-141 0,-112 186 0,47-54 0,-66 85 0,0 0 0,1 1 0,0 0 0,0 0 0,1 1 0,1 1 0,-1 0 0,1 0 0,0 1 0,18-6 0,-26 11 0,-1 0 0,0 0 0,1 1 0,-1-1 0,0 1 0,1 0 0,-1 0 0,1 0 0,-1 0 0,1 1 0,-1-1 0,0 1 0,1 0 0,-1 0 0,0 0 0,0 0 0,5 3 0,-5-1 0,1-1 0,0 1 0,-1 1 0,1-1 0,-1 0 0,0 1 0,0 0 0,-1 0 0,1 0 0,-1 0 0,3 6 0,1 6 0,0 0 0,-1 1 0,-1-1 0,-1 1 0,2 31 0,0 42 0,-4 0 0,-20 166 0,17-242-455,0-1 0,-7 21 0,3-20-6371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49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32 147 24575,'-6'-10'0,"2"0"0,0-1 0,0 1 0,0-1 0,2 0 0,-1 0 0,1 0 0,1 0 0,0 0 0,1-13 0,0 23 0,0 0 0,0 0 0,0 0 0,0 0 0,0 0 0,1 1 0,-1-1 0,0 0 0,1 0 0,-1 0 0,1 1 0,-1-1 0,1 0 0,-1 0 0,2 0 0,-2 0 0,1 1 0,-1 0 0,0 0 0,1 0 0,-1 0 0,0 0 0,1 0 0,-1 0 0,0 0 0,1-1 0,-1 1 0,1 1 0,-1-1 0,0 0 0,1 0 0,-1 0 0,0 0 0,1 0 0,-1 0 0,0 0 0,1 0 0,-1 1 0,0-1 0,1 0 0,-1 0 0,3 2 0,-1 0 0,0 0 0,0 0 0,0 0 0,-1 1 0,1-1 0,0 0 0,1 5 0,5 10 0,-2-1 0,0 2 0,0-1 0,-2 1 0,3 23 0,5 93 0,-12-130 0,6 139-455,-7 1 0,-19 144 0,13-229-6371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49.9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75 262 24575,'-5'-4'0,"1"0"0,-1 1 0,0 0 0,-8-4 0,10 5 0,0 1 0,0 0 0,0-1 0,0 1 0,0-1 0,1 0 0,-1 0 0,1 0 0,0 0 0,-1 0 0,1-1 0,0 1 0,0-1 0,0 0 0,-2-4 0,4 6 0,0 0 0,0 0 0,0 0 0,0 0 0,0 0 0,0 0 0,0 0 0,0 0 0,1 0 0,-1 0 0,0 0 0,1 0 0,-1 1 0,0-1 0,1 0 0,-1 0 0,1 0 0,0 0 0,-1 1 0,1-1 0,0 0 0,-1 1 0,1-1 0,0 1 0,0-1 0,-1 0 0,3 0 0,25-11 0,-27 11 0,26-7 0,-1 2 0,1 0 0,47-3 0,86 4 0,-122 4 0,84 3 0,-45 0 0,110-11 0,-180 8 0,-1 0 0,1 0 0,0-1 0,-1 0 0,1 0 0,-1 0 0,10-6 0,-15 7 0,0 1 0,0-1 0,0 0 0,0 0 0,0 0 0,0 0 0,0 0 0,0 0 0,0 0 0,0 0 0,-1 0 0,1-1 0,0 1 0,-1 0 0,1 0 0,-1-1 0,1-1 0,-1 1 0,0 0 0,0 0 0,0 0 0,-1 1 0,1-1 0,0 0 0,-1 0 0,0 0 0,1 0 0,-1 1 0,0-1 0,0 0 0,0 0 0,0 1 0,0-1 0,-2-1 0,-1-2 0,-1 0 0,-1 0 0,1 1 0,-1 0 0,0 0 0,0 0 0,0 0 0,0 1 0,0 0 0,-1 1 0,0-1 0,1 1 0,-1 0 0,0 1 0,0 0 0,0 0 0,0 0 0,-8 1 0,6 0 0,0 0 0,0 0 0,0 1 0,1 1 0,-1-1 0,0 1 0,0 1 0,1-1 0,-1 1 0,1 1 0,0 0 0,0 0 0,1 1 0,-9 5 0,10-3 0,-1 0 0,1 1 0,0-1 0,0 1 0,1 1 0,0-1 0,1 1 0,-1 0 0,2 0 0,-1 0 0,2 0 0,-1 1 0,-1 14 0,0 4 0,1-1 0,2 0 0,3 45 0,-1-51 0,2-1 0,0 0 0,1 0 0,9 29 0,-11-43 0,0-1 0,0 1 0,1-1 0,0 1 0,0-1 0,0 0 0,1 0 0,0-1 0,-1 1 0,2-1 0,-1 1 0,0-1 0,1-1 0,0 1 0,0-1 0,0 1 0,0-2 0,1 1 0,9 3 0,-3-3-341,0 0 0,1-1-1,21 1 1,1-3-6485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0.3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79 24575,'-5'0'0,"1"-1"0,0 0 0,-1 0 0,1-1 0,0 1 0,-1-1 0,1 0 0,-4-3 0,-16-5 0,-4-2 0,23 10 0,20 7 0,-5 0 0,0 0 0,0 0 0,0 1 0,-1 1 0,1 0 0,-2 0 0,1 0 0,-1 1 0,0 1 0,-1-1 0,1 1 0,-2 1 0,0-1 0,0 1 0,0 0 0,4 14 0,-2-5 0,-1 1 0,-1-1 0,-1 1 0,0 0 0,-2 1 0,0-1 0,-1 1 0,-2 24 0,-1-37 0,1-1 0,-2 0 0,1 0 0,-1 0 0,-3 9 0,4-14 0,0 0 0,0 0 0,0 0 0,0 0 0,-1 0 0,1-1 0,0 1 0,-1 0 0,-2 2 0,3-4 0,1 1 0,-1-1 0,0 1 0,0-1 0,0 1 0,0-1 0,0 0 0,0 1 0,1-1 0,-1 0 0,0 0 0,0 0 0,0 0 0,0 0 0,0 0 0,0 0 0,0 0 0,0 0 0,0 0 0,0 0 0,0 0 0,-1-1 0,0 0 0,0 0 0,1-1 0,-1 1 0,0 0 0,1-1 0,-1 1 0,1-1 0,0 1 0,-1-1 0,1 1 0,0-1 0,0 0 0,0 0 0,0 0 0,1 1 0,-1-1 0,0 0 0,1 0 0,-1 0 0,1-2 0,-5-43 0,5 27 0,1 0 0,0 0 0,2 0 0,1 1 0,0-1 0,1 1 0,1 0 0,1 1 0,0-1 0,2 1 0,0 1 0,21-30 0,-24 38 0,1 0 0,0 0 0,1 1 0,0 0 0,0 1 0,1-1 0,0 2 0,0-1 0,1 1 0,0 1 0,0 0 0,0 0 0,0 1 0,1 0 0,0 1 0,0 0 0,0 1 0,0 0 0,0 0 0,0 2 0,0-1 0,1 1 0,20 3 0,-7 2-1365,-5 1-5461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1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0 184 24575,'1'-4'0,"-1"1"0,1-1 0,0 1 0,0-1 0,0 1 0,0 0 0,1 0 0,-1-1 0,1 1 0,0 0 0,0 0 0,0 0 0,0 1 0,0-1 0,1 1 0,-1-1 0,4-2 0,-1 1 0,-1 1 0,1-1 0,1 1 0,-1 0 0,0 0 0,1 0 0,0 1 0,11-4 0,-12 5 0,-1 0 0,1 0 0,-1 1 0,1-1 0,0 1 0,-1 0 0,1 0 0,0 1 0,-1 0 0,1 0 0,0 0 0,-1 0 0,0 0 0,1 1 0,-1 0 0,0 0 0,0 0 0,0 1 0,0-1 0,0 1 0,0 0 0,-1 0 0,1 0 0,-1 1 0,0-1 0,0 1 0,0-1 0,-1 1 0,1 0 0,3 8 0,1 5 0,0 0 0,-1 1 0,-1 0 0,0 0 0,-1 1 0,1 27 0,-2 5 0,-4 57 0,1-92 0,-1 0 0,-1 0 0,0 0 0,-1 0 0,-1-1 0,-7 19 0,9-33 0,2-10 0,2-14 0,10-24 0,1-1 0,2 2 0,24-49 0,-7 29 0,55-87 0,-85 150 0,11-16 0,22-28 0,-32 43 0,1 0 0,-1 1 0,1-1 0,0 1 0,0 0 0,0 0 0,0 0 0,0 0 0,1 1 0,-1 0 0,1 0 0,-1 0 0,8-2 0,-9 4 0,-1 0 0,1 0 0,-1 1 0,0-1 0,1 0 0,-1 1 0,0-1 0,1 1 0,-1 0 0,0 0 0,0 0 0,0 0 0,0 0 0,0 0 0,0 1 0,0-1 0,0 1 0,0-1 0,0 1 0,-1 0 0,1 0 0,-1-1 0,1 1 0,-1 0 0,0 1 0,0-1 0,0 0 0,2 4 0,2 8 0,0 0 0,-1 0 0,4 21 0,-6-26 0,24 187 336,-21-134-1186,22 101-1,-18-132-5975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1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296 288 24575,'13'-88'0,"-12"72"0,-2 1 0,0 0 0,-1-1 0,-5-17 0,5 24 0,0 1 0,-1-1 0,0 1 0,-1 0 0,0 0 0,0 0 0,-1 0 0,-9-11 0,13 17 0,0 0 0,-1 1 0,1-1 0,-1 1 0,0-1 0,1 1 0,-1 0 0,0 0 0,0 0 0,0 0 0,0 0 0,0 0 0,0 0 0,0 1 0,0-1 0,0 1 0,0 0 0,0-1 0,-1 1 0,1 0 0,-3 0 0,2 1 0,-1 0 0,1 0 0,-1 0 0,1 1 0,-1-1 0,1 1 0,0 0 0,0 0 0,0 0 0,0 0 0,-4 4 0,-4 4 0,1 1 0,1 1 0,0-1 0,1 1 0,-9 16 0,-2 8 0,2 0 0,1 1 0,-15 56 0,25-68 0,0 0 0,2 0 0,0 0 0,2 1 0,1 0 0,3 38 0,-1-57 0,0 0 0,0 0 0,1 0 0,0 0 0,0 0 0,0 0 0,1 0 0,7 12 0,-8-17 0,0 0 0,-1 0 0,1 0 0,0 0 0,0 0 0,0 0 0,1 0 0,-1 0 0,0-1 0,1 1 0,-1-1 0,1 0 0,-1 0 0,1 0 0,0 0 0,-1 0 0,1 0 0,0-1 0,0 1 0,-1-1 0,1 0 0,0 0 0,0 0 0,0 0 0,4-1 0,1-1 0,0-1 0,-1 1 0,1-1 0,-1-1 0,0 1 0,0-1 0,0-1 0,0 1 0,-1-1 0,0 0 0,0-1 0,0 1 0,6-9 0,7-9 0,-2 0 0,19-33 0,-12 12 0,-3-1 0,-2-1 0,23-82 0,-29 86 0,-5 19 0,-3 17 0,-2 11 0,0 16 0,-3-18 0,5 57 66,18 130 187,-19-167-493,2 0-1,0-1 0,1 0 1,1 0-1,2-1 1,12 23-1,-3-14-6585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2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89 24575,'-4'-9'0,"-1"1"0,1 0 0,-1 0 0,-1 0 0,0 1 0,0 0 0,0 0 0,-1 0 0,-11-8 0,18 14 0,0 1 0,-1 0 0,1-1 0,0 1 0,-1 0 0,1-1 0,-1 1 0,1 0 0,-1 0 0,1-1 0,0 1 0,-1 0 0,1 0 0,-1 0 0,1 0 0,-1-1 0,1 1 0,-1 0 0,1 0 0,-1 0 0,1 0 0,-1 0 0,1 0 0,-1 0 0,1 0 0,-1 1 0,1-1 0,-1 0 0,1 0 0,-1 0 0,1 0 0,-1 1 0,1-1 0,0 0 0,-1 0 0,1 1 0,-1-1 0,1 0 0,0 1 0,-1-1 0,1 1 0,0-1 0,-1 0 0,1 1 0,0-1 0,0 1 0,0-1 0,-1 1 0,1-1 0,0 1 0,0-1 0,0 0 0,0 1 0,0-1 0,0 1 0,0 0 0,1 34 0,-1-31 0,33 207 0,0 2 0,4 264-1365,-35-408-5461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2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7 123 24575,'0'1'0,"0"-1"0,0 0 0,-1 0 0,1 0 0,0 0 0,0 0 0,0 0 0,-1 0 0,1 0 0,0 0 0,0 0 0,0 0 0,-1 0 0,1 0 0,0 0 0,0 0 0,0 0 0,-1 0 0,1 0 0,0 0 0,0 0 0,0 0 0,0 0 0,-1 0 0,1-1 0,0 1 0,0 0 0,0 0 0,0 0 0,-1 0 0,1 0 0,0 0 0,0-1 0,0 1 0,0 0 0,0 0 0,0 0 0,-1 0 0,1-1 0,0 1 0,0 0 0,0 0 0,0 0 0,0-1 0,0 1 0,0 0 0,0 0 0,0 0 0,0-1 0,0 1 0,0 0 0,0 0 0,0 0 0,0-1 0,0 1 0,0 0 0,0 0 0,0 0 0,1-1 0,-1 1 0,12-8 0,195-22 0,-80 15 0,-93 10 0,8 0 0,-1-2 0,-1-2 0,67-23 0,-105 31 0,0 1 0,-1-1 0,1 0 0,0 0 0,-1 1 0,1-1 0,0 1 0,0 0 0,-1-1 0,1 1 0,0 0 0,0 0 0,0 0 0,-1 0 0,1 1 0,0-1 0,2 1 0,-3 0 0,1 0 0,-1 1 0,0-1 0,0 0 0,1 1 0,-1-1 0,0 1 0,0-1 0,-1 1 0,1 0 0,0-1 0,0 1 0,-1 0 0,1 0 0,-1-1 0,0 1 0,1 2 0,59 281-1365,-51-248-5461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2.5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52 24575,'0'-6'0,"0"-5"0,-3-1 0,-1-2 0,0 6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2.9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99 24575,'2'-2'0,"0"-1"0,-1 0 0,1 1 0,-1-1 0,1 0 0,-1 0 0,0 0 0,0 0 0,0 0 0,-1 0 0,1 0 0,-1 0 0,0 0 0,0 0 0,0-1 0,0 1 0,0 0 0,0 0 0,-1 0 0,0 0 0,0 0 0,0 0 0,0 0 0,-1-3 0,1 5 0,1 1 0,0 0 0,-1-1 0,1 1 0,0 0 0,-1-1 0,1 1 0,-1 0 0,1 0 0,-1-1 0,1 1 0,0 0 0,-1 0 0,1 0 0,-1 0 0,1 0 0,-1-1 0,1 1 0,-1 0 0,1 0 0,-1 0 0,1 0 0,-1 0 0,1 1 0,-1-1 0,1 0 0,-1 0 0,1 0 0,-1 0 0,1 0 0,-1 1 0,1-1 0,0 0 0,-1 0 0,1 1 0,-1-1 0,1 0 0,0 1 0,-1-1 0,1 0 0,0 1 0,-1-1 0,1 1 0,0-1 0,0 0 0,-1 1 0,1-1 0,0 1 0,0-1 0,0 1 0,-11 26 0,4 4 0,2 0 0,2 1 0,1 0 0,1 0 0,4 34 0,-3-50 0,2 0 0,0 0 0,1 0 0,0 0 0,1-1 0,1 1 0,1-1 0,12 26 0,-15-36 0,1 1 0,-1-1 0,0 0 0,1 0 0,0-1 0,1 1 0,-1-1 0,1 0 0,-1 0 0,1 0 0,0 0 0,1-1 0,-1 0 0,0 0 0,1-1 0,0 1 0,0-1 0,0-1 0,0 1 0,0-1 0,0 0 0,0 0 0,0-1 0,0 1 0,12-2 0,-8-1 0,-1 0 0,1 0 0,-1-1 0,1 0 0,-1-1 0,0 0 0,0 0 0,-1-1 0,1 0 0,-1-1 0,0 0 0,-1 0 0,1 0 0,-1-1 0,0-1 0,-1 1 0,0-1 0,0 0 0,7-12 0,-7 8 0,1 0 0,-2 0 0,1 0 0,-2-1 0,0 0 0,0 0 0,-1 0 0,-1 0 0,0-1 0,-1 1 0,0-1 0,-1 1 0,-3-24 0,2 27 0,-2 0 0,1 0 0,-1 1 0,-1-1 0,0 1 0,0 0 0,-1 0 0,0 0 0,0 0 0,-1 1 0,0 0 0,0 0 0,-1 1 0,0 0 0,-1 0 0,0 0 0,0 1 0,0 0 0,0 1 0,-1 0 0,0 0 0,0 1 0,-1 0 0,1 0 0,-1 1 0,0 1 0,1-1 0,-16 0 0,14 1-136,-1 1-1,1 0 1,0 1-1,-1 0 1,1 1-1,-1 0 1,1 0-1,0 2 0,-17 4 1,7 3-6690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3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1 140 24575,'0'-8'0,"1"1"0,0-1 0,1 1 0,0 0 0,0 0 0,0-1 0,1 1 0,0 1 0,0-1 0,1 0 0,0 1 0,0 0 0,1 0 0,6-7 0,-9 10 0,0 1 0,0-1 0,1 1 0,-1 0 0,1 0 0,-1 0 0,1 0 0,0 0 0,0 1 0,0-1 0,0 1 0,0 0 0,0 0 0,0 0 0,1 0 0,-1 1 0,0-1 0,0 1 0,1 0 0,-1 0 0,0 0 0,0 0 0,1 0 0,-1 1 0,0-1 0,0 1 0,1 0 0,-1 0 0,0 0 0,0 1 0,0-1 0,0 1 0,-1 0 0,5 2 0,1 4 0,1 0 0,-2 0 0,1 1 0,-1 0 0,0 0 0,-1 0 0,0 1 0,0 0 0,-1 0 0,-1 1 0,1 0 0,2 13 0,3 13 0,-2-1 0,4 53 0,-1 58 0,-11-120 0,-1 1 0,-1-1 0,-7 36 0,8-59 0,0-1 0,0 0 0,0 0 0,0 0 0,-1 0 0,1 0 0,-1 0 0,0 0 0,0 0 0,-4 4 0,6-6 0,-1-1 0,1 0 0,0 0 0,-1 1 0,1-1 0,0 0 0,-1 1 0,1-1 0,-1 0 0,1 0 0,0 0 0,-1 0 0,1 1 0,-1-1 0,1 0 0,-1 0 0,1 0 0,-1 0 0,1 0 0,-1 0 0,1 0 0,-1 0 0,1 0 0,0 0 0,-1-1 0,1 1 0,-1 0 0,1 0 0,-1 0 0,0-1 0,0 0 0,0-1 0,0 1 0,0 0 0,0 0 0,1 0 0,-1-1 0,0 1 0,1 0 0,-1-1 0,1 1 0,0-1 0,-1 1 0,1-3 0,-4-16 0,2-1 0,1 1 0,0-1 0,1 1 0,2-1 0,6-38 0,0 23 0,1 0 0,2 1 0,16-34 0,-14 39 0,2 2 0,27-41 0,-33 55 0,2 1 0,-1 0 0,1 1 0,1 0 0,0 1 0,23-16 0,-32 25 0,0 0 0,1 0 0,-1 0 0,1 0 0,-1 0 0,1 1 0,0 0 0,0 0 0,-1 0 0,1 0 0,0 0 0,0 1 0,0 0 0,0 0 0,0 0 0,0 0 0,0 1 0,0-1 0,0 1 0,-1 0 0,1 0 0,0 0 0,0 1 0,-1 0 0,1-1 0,-1 1 0,1 0 0,-1 1 0,0-1 0,0 0 0,0 1 0,0 0 0,0 0 0,-1 0 0,1 0 0,-1 0 0,0 0 0,3 6 0,4 8 0,-1 0 0,0 1 0,-1 0 0,-1 0 0,0 0 0,2 23 0,11 119 0,-15-108 0,7 86-1365,-9-105-5461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4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290 306 24575,'4'-6'0,"-1"0"0,0 0 0,0 0 0,0-1 0,-1 1 0,0-1 0,0 1 0,-1-1 0,0 0 0,0 0 0,-1 0 0,1 0 0,-2 1 0,0-10 0,-1 4 0,-1 0 0,0 0 0,-1 0 0,0 0 0,-1 1 0,0 0 0,-1 0 0,0 0 0,-1 1 0,0 0 0,0 0 0,-1 0 0,-1 1 0,0 1 0,-18-15 0,24 21 0,1 0 0,-1 1 0,0-1 0,0 1 0,0-1 0,0 1 0,1 0 0,-2 0 0,1 1 0,0-1 0,0 1 0,0-1 0,0 1 0,0 0 0,0 0 0,-1 1 0,1-1 0,0 0 0,0 1 0,0 0 0,0 0 0,0 0 0,0 0 0,0 0 0,0 1 0,1-1 0,-1 1 0,0 0 0,1 0 0,-1 0 0,1 0 0,0 0 0,-4 4 0,-2 3 0,1 1 0,-1 0 0,2 0 0,-1 0 0,1 1 0,1 0 0,-7 17 0,2 2 0,2-1 0,0 1 0,-5 57 0,11-73 0,2 0 0,0 1 0,0-1 0,1 0 0,1 0 0,1 0 0,0 0 0,0-1 0,1 1 0,11 21 0,-13-31 0,0 1 0,1-1 0,-1 0 0,1 0 0,0 0 0,1 0 0,-1-1 0,0 1 0,1-1 0,0 0 0,0 0 0,0 0 0,0 0 0,1-1 0,-1 0 0,1 0 0,-1 0 0,1 0 0,0-1 0,9 2 0,-10-3 0,1 0 0,0 0 0,-1 0 0,1-1 0,0 1 0,-1-1 0,1 0 0,0-1 0,-1 1 0,0-1 0,1 0 0,-1 0 0,0-1 0,0 1 0,0-1 0,0 0 0,0 0 0,-1 0 0,1 0 0,-1 0 0,6-9 0,1-3 0,0-1 0,-1 0 0,-1 0 0,-1-1 0,0 0 0,-1-1 0,-1 0 0,0 0 0,-1 0 0,-1 0 0,-1 0 0,-1-34 0,0 72 0,2 0 0,0 1 0,0-1 0,2 0 0,1-1 0,0 1 0,18 35 0,-18-44 0,0-2 0,0 1 0,1 0 0,0-1 0,1 0 0,0-1 0,11 10 0,-13-13 0,0-1 0,1 0 0,-1 0 0,1 0 0,0-1 0,0 0 0,0-1 0,0 1 0,0-1 0,1 0 0,-1-1 0,10 1 0,32-3-1365,-3-4-5461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4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 24575,'8'-1'0,"-3"1"0,-1 9 0,8 42 0,10 100 0,-14-82 0,44 535-1365,-52-568-5461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4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 24575,'0'-3'0,"0"-4"0,0 2 0,0 5 0,0 6 0,0 8 0,0 8 0,0 9 0,0 9 0,0 4 0,3 4 0,1 2 0,0 3 0,2-1 0,0-4 0,0-7 0,-2-10-8191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5.1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 40 24575,'-3'-4'0,"-1"-3"0,-3-1 0,0-2 0,4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5.8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30 166 24575,'-2'-3'0,"-1"1"0,0-1 0,1 0 0,0 0 0,-1 0 0,1-1 0,0 1 0,1 0 0,-1-1 0,1 1 0,-1-1 0,1 1 0,0-1 0,0 0 0,1 0 0,-1-7 0,1 9 0,1-1 0,-1 0 0,1 1 0,0-1 0,0 0 0,0 1 0,0-1 0,0 1 0,0 0 0,1-1 0,-1 1 0,1 0 0,0 0 0,0 0 0,0 0 0,0 0 0,0 0 0,0 0 0,0 1 0,0-1 0,1 1 0,-1-1 0,1 1 0,2-1 0,21-8 0,2 1 0,-1 1 0,1 1 0,0 1 0,0 2 0,0 1 0,56 1 0,-79 2 0,1 1 0,0-1 0,0 1 0,0 0 0,-1 1 0,1-1 0,6 4 0,-11-5 0,0 1 0,1 0 0,-1-1 0,0 1 0,0 0 0,0 0 0,0-1 0,1 1 0,-1 0 0,-1 0 0,1 0 0,0 1 0,0-1 0,0 0 0,0 0 0,-1 0 0,1 1 0,-1-1 0,1 0 0,-1 0 0,1 1 0,-1-1 0,0 1 0,0-1 0,1 0 0,-1 1 0,0-1 0,0 0 0,0 1 0,-1-1 0,1 1 0,0-1 0,0 0 0,-1 1 0,0 1 0,-9 20 0,0 0 0,-17 26 0,-7 13 0,26-44 0,1-1 0,1 1 0,0 0 0,2 0 0,0 0 0,1 1 0,1-1 0,0 1 0,2 27 0,1-38 0,-1 0 0,1 0 0,1-1 0,-1 1 0,1-1 0,1 1 0,-1-1 0,1 0 0,0 0 0,1 0 0,0 0 0,0-1 0,1 0 0,-1 1 0,1-1 0,0-1 0,1 1 0,0-1 0,-1 0 0,2 0 0,-1-1 0,0 0 0,1 0 0,0 0 0,10 3 0,-6-3-91,1-1 0,-1 0 0,1 0 0,0-1 0,0-1 0,0 0 0,0 0 0,0-1 0,0-1 0,0 0 0,0-1 0,-1 0 0,1-1 0,19-6 0,3-7-6735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5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44 24575,'-10'0'0,"-8"0"0,-8 0 0,3 0 0,12 0 0,15-4 0,15 0 0,17 0 0,15-2 0,11 0 0,8 0 0,7-1 0,-10 1-8191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6.4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349 185 24575,'2'1'0,"-1"-1"0,1 0 0,0 0 0,-1-1 0,1 1 0,-1 0 0,1 0 0,-1-1 0,1 1 0,-1-1 0,1 0 0,-1 1 0,1-1 0,-1 0 0,1 0 0,-1 0 0,0 0 0,0 0 0,0 0 0,1 0 0,-1 0 0,0 0 0,0-1 0,0 1 0,-1 0 0,1-1 0,0 1 0,0-1 0,-1 1 0,1-1 0,-1 1 0,1-1 0,-1 1 0,0-1 0,1 1 0,-1-1 0,0 0 0,0 1 0,-1-3 0,1-2 0,-1 1 0,1-1 0,-2 1 0,1-1 0,0 1 0,-1 0 0,0-1 0,0 1 0,-1 0 0,-3-6 0,0 4 0,0-1 0,0 1 0,0 0 0,-1 0 0,1 1 0,-2 0 0,1 0 0,-11-5 0,15 9 0,0 0 0,0 0 0,-1 1 0,1-1 0,-1 1 0,0 0 0,1 0 0,-1 1 0,0-1 0,0 1 0,1 0 0,-1-1 0,0 2 0,0-1 0,1 0 0,-1 1 0,0 0 0,1 0 0,-1 0 0,0 0 0,1 0 0,-1 1 0,-3 2 0,-4 3 0,2 1 0,-1 0 0,1 0 0,0 1 0,1 0 0,0 0 0,1 1 0,0 0 0,-6 12 0,-8 16 0,-17 47 0,38-85 0,-13 32 0,1 1 0,-15 62 0,25-83 0,0 0 0,0-1 0,1 1 0,1 0 0,0 0 0,1 0 0,0-1 0,0 1 0,2 0 0,-1-1 0,1 1 0,6 11 0,-8-20 0,0 0 0,1 0 0,-1 0 0,1 0 0,0-1 0,0 1 0,0-1 0,0 1 0,0-1 0,0 0 0,1 1 0,-1-1 0,1-1 0,-1 1 0,1 0 0,0-1 0,0 1 0,0-1 0,0 0 0,0 0 0,0 0 0,0 0 0,0 0 0,1-1 0,-1 0 0,0 1 0,0-1 0,0 0 0,1-1 0,-1 1 0,0 0 0,4-2 0,1 0 0,1-1 0,0-1 0,-1 1 0,1-2 0,-1 1 0,0-1 0,0 0 0,-1 0 0,14-13 0,-3-1 0,-1 1 0,-1-2 0,23-37 0,31-70 0,-48 86 0,-20 37 0,0 0 0,0 0 0,0-1 0,1 1 0,0 0 0,0 1 0,4-6 0,-6 9 0,-1-1 0,0 1 0,0 0 0,1 0 0,-1 0 0,0 0 0,0 0 0,1-1 0,-1 1 0,0 0 0,1 0 0,-1 0 0,0 0 0,0 0 0,1 0 0,-1 0 0,0 0 0,1 0 0,-1 0 0,0 0 0,0 0 0,1 0 0,-1 0 0,0 1 0,1-1 0,-1 0 0,0 0 0,0 0 0,1 0 0,-1 0 0,0 1 0,0-1 0,0 0 0,1 0 0,-1 0 0,0 1 0,0-1 0,0 0 0,1 0 0,-1 1 0,0-1 0,0 0 0,0 0 0,0 1 0,0-1 0,0 0 0,0 1 0,1-1 0,4 19 0,-4-14 0,5 18 114,1 0 0,14 29 0,-18-45-270,1 1 1,0-1 0,0-1 0,1 1 0,0 0 0,0-1 0,0 0-1,1 0 1,0-1 0,10 8 0,12 3-6671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6.7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66 24575,'-7'-17'0,"6"13"0,0 0 0,-1 0 0,0 0 0,1 1 0,-1-1 0,-1 0 0,1 1 0,0 0 0,-1-1 0,0 1 0,-5-5 0,8 8 0,0 0 0,0 0 0,0 0 0,0 0 0,0 0 0,-1 0 0,1 0 0,0 0 0,0 0 0,0 0 0,0 0 0,0 0 0,0 0 0,-1 0 0,1 0 0,0 0 0,0 0 0,0 0 0,0 0 0,0 0 0,0 0 0,-1 0 0,1 0 0,0 0 0,0 0 0,0 0 0,0 1 0,0-1 0,0 0 0,0 0 0,-1 0 0,1 0 0,0 0 0,0 0 0,0 0 0,0 0 0,0 1 0,0-1 0,0 0 0,0 0 0,0 0 0,0 0 0,0 0 0,0 0 0,0 1 0,0-1 0,0 0 0,0 0 0,0 0 0,0 0 0,0 0 0,0 0 0,0 1 0,0-1 0,0 0 0,0 0 0,0 0 0,1 11 0,-1-9 0,23 132 0,23 185 0,-38-4 337,-3-38-2039,-1-232-5124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7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56 111 24575,'-5'-1'0,"1"0"0,-1 0 0,1 0 0,0 0 0,-1-1 0,1 0 0,0 1 0,0-2 0,0 1 0,0 0 0,-5-5 0,9 6 0,1 1 0,-1-1 0,0 1 0,1-1 0,-1 1 0,0-1 0,1 1 0,-1-1 0,1 1 0,-1-1 0,0 1 0,1 0 0,-1-1 0,1 1 0,0 0 0,-1-1 0,1 1 0,-1 0 0,1 0 0,-1-1 0,1 1 0,0 0 0,-1 0 0,1 0 0,-1 0 0,2 0 0,21-5 0,-20 4 0,70-10 0,82-2 0,-86 9 0,110-21 0,-128 7 0,-51 18 0,0 0 0,0 0 0,1-1 0,-1 1 0,0 1 0,0-1 0,1 0 0,-1 0 0,0 0 0,0 0 0,1 0 0,-1 0 0,0 0 0,0 0 0,0 0 0,1 0 0,-1 0 0,0 1 0,0-1 0,0 0 0,1 0 0,-1 0 0,0 0 0,0 1 0,0-1 0,0 0 0,0 0 0,1 0 0,-1 1 0,0-1 0,0 0 0,0 0 0,0 0 0,0 1 0,0-1 0,0 0 0,0 0 0,0 1 0,0-1 0,0 0 0,0 0 0,0 1 0,0 12 0,0-10 0,-1 37 113,3 0-1,7 48 1,20 78-1350,-25-145 771,5 24-6360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7.2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52 120 24575,'-3'-10'0,"-4"-9"0,-1-7 0,-3-3 0,2 7 0,1 10 0,3 11 0,5 8 0,2 3-8191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7.6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1 118 24575,'27'-6'0,"-25"5"0,0 0 0,-1 1 0,1-1 0,0 1 0,0-1 0,0 1 0,-1 0 0,1 0 0,0 0 0,0 0 0,3 0 0,1 8 0,-7 12 0,-11 53 0,1-16 0,-4 79 0,15-118 0,0-1 0,0 1 0,2-1 0,0 0 0,1 0 0,1 0 0,1 0 0,0 0 0,8 16 0,-11-28 0,1 0 0,-1-1 0,1 1 0,0-1 0,0 1 0,1-1 0,-1 0 0,1-1 0,0 1 0,0 0 0,0-1 0,0 0 0,8 4 0,-9-6 0,1 1 0,0-1 0,-1 0 0,1 0 0,0 0 0,0-1 0,0 1 0,0-1 0,0 0 0,0 0 0,0-1 0,-1 1 0,1-1 0,0 0 0,0 0 0,0 0 0,-1 0 0,1 0 0,3-3 0,6-3 0,0-1 0,-1 0 0,0 0 0,0-2 0,-1 1 0,0-2 0,-1 1 0,0-1 0,-1-1 0,10-15 0,-5 5 0,0-1 0,-2-1 0,-1 0 0,15-47 0,-20 50 0,-1 0 0,0-1 0,-2 1 0,0-1 0,-2 0 0,-2-41 0,1 55 0,-1 1 0,0-1 0,-1 1 0,0 0 0,0-1 0,0 1 0,-1 0 0,0 0 0,0 1 0,-1-1 0,0 1 0,0-1 0,-1 1 0,1 0 0,-1 1 0,0-1 0,-1 1 0,1 0 0,-1 1 0,0-1 0,-1 1 0,1 0 0,-11-5 0,7 6 49,0-1 0,-1 1 0,1 0-1,-1 1 1,1 1 0,-20-1 0,24 1-171,0 2 0,0-1 0,0 1 0,0-1 0,0 2 0,0-1 0,0 1 0,1 0 0,-1 0 1,0 0-1,1 1 0,0 0 0,-8 5 0,-5 9-6704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2:58.2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47 162 24575,'-1'-7'0,"0"0"0,-1 0 0,1 0 0,-2 1 0,1-1 0,-1 1 0,-4-7 0,-1-6 0,4 11 0,-8-27 0,11 33 0,1 0 0,-1 1 0,1-1 0,0 0 0,-1 0 0,1 0 0,0 0 0,0 0 0,1 0 0,-1 0 0,0 0 0,1 0 0,-1 1 0,1-1 0,0-2 0,0 3 0,-1 1 0,1-1 0,0 1 0,-1 0 0,1-1 0,0 1 0,-1-1 0,1 1 0,0 0 0,0 0 0,-1 0 0,1-1 0,0 1 0,0 0 0,-1 0 0,1 0 0,0 0 0,0 0 0,-1 0 0,1 0 0,0 1 0,0-1 0,-1 0 0,1 0 0,0 0 0,-1 1 0,1-1 0,0 1 0,-1-1 0,1 0 0,0 1 0,-1-1 0,1 1 0,-1-1 0,1 1 0,0 0 0,24 21 0,-13-7 0,0 0 0,-1 0 0,-1 1 0,0 0 0,-1 1 0,11 31 0,-1 4 0,11 55 0,-22-70 0,-1 0 0,-1 0 0,-2 0 0,-3 75 0,-9-78 0,20-71 0,1 1 0,1 0 0,2 1 0,24-38 0,-36 66 0,28-51 0,2 1 0,3 2 0,2 1 0,66-68 0,-97 114 0,0 0 0,0 1 0,0 1 0,1-1 0,14-7 0,-22 13 0,1 1 0,-1-1 0,1 0 0,0 0 0,-1 1 0,1-1 0,0 1 0,-1-1 0,1 1 0,0 0 0,-1 0 0,1 0 0,0 0 0,0 0 0,-1 0 0,1 0 0,0 0 0,0 1 0,-1-1 0,1 1 0,0-1 0,-1 1 0,1 0 0,-1 0 0,1 0 0,-1 0 0,1 0 0,-1 0 0,0 0 0,1 0 0,-1 0 0,0 0 0,0 1 0,0-1 0,0 1 0,0-1 0,0 1 0,0-1 0,0 1 0,-1-1 0,1 1 0,0 1 0,6 20 0,-2-1 0,0 1 0,-1 0 0,-1 0 0,-1 26 0,4 22 0,-5-60 0,26 165 0,-22-151 0,2 0 0,0-1 0,2 0 0,23 45 0,-28-62 0,0 0 0,0-1 0,1 1 0,0-1 0,0 0 0,1-1 0,0 1 0,-1-1 0,2 0 0,-1-1 0,8 5 0,-8-6 0,0-1 0,0 1 0,0-1 0,0-1 0,0 1 0,0-1 0,0 0 0,0-1 0,1 1 0,-1-1 0,0 0 0,0-1 0,1 0 0,8-2 0,2-2 0,-1 0 0,0-2 0,0 0 0,-1 0 0,0-2 0,0 0 0,-1 0 0,0-2 0,0 1 0,-1-2 0,21-24 0,-10 7 0,0-1 0,-2-1 0,-2-1 0,22-45 0,-32 57-273,-1-1 0,-1 0 0,-1 0 0,6-36 0,-8 26-6553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00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 1 24575,'-10'4'0,"0"-1"0,0 1 0,0-2 0,-1 1 0,-20 0 0,21-2 0,-1 1 0,1-1 0,0 2 0,-1-1 0,-13 7 0,24-9 0,1 0 0,-1 0 0,0 0 0,0 0 0,1 0 0,-1 0 0,0 0 0,0 1 0,1-1 0,-1 0 0,0 0 0,0 0 0,0 0 0,1 0 0,-1 1 0,0-1 0,0 0 0,0 0 0,0 0 0,1 1 0,-1-1 0,0 0 0,0 0 0,0 0 0,0 1 0,0-1 0,0 0 0,0 0 0,0 1 0,0-1 0,0 0 0,0 0 0,0 1 0,0-1 0,0 0 0,0 0 0,0 1 0,0-1 0,0 0 0,0 0 0,0 1 0,0-1 0,0 0 0,0 0 0,0 1 0,0-1 0,-1 0 0,1 0 0,0 0 0,0 1 0,0-1 0,0 0 0,-1 0 0,1 0 0,0 0 0,0 1 0,0-1 0,-1 0 0,1 0 0,0 0 0,0 0 0,-1 0 0,1 0 0,0 0 0,0 0 0,-1 0 0,1 1 0,0-1 0,-1 0 0,23 6 0,-22-6 0,38 7 0,0-2 0,0-1 0,52-2 0,120-14 0,-146 7 0,104-9 0,349-11 0,-498 27 0,-14 2 0,-7-3 0,0 0 0,0 0 0,0 0 0,0 0 0,0 0 0,0-1 0,0 1 0,0 0 0,0-1 0,-3 1 0,-95 16-1365,44-8-5461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00.9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73 24575,'-6'0'0,"-8"0"0,-6-4 0,5-3 0,14-4 0,19 0 0,26 1 0,29 0 0,28 2 0,25 1 0,21 3 0,15 5-959,7 5 959,-4 2 0,-10-1 0,-17 2 0,-26-1 0,-31-1-7232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02.6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55 24575,'2'-10'0,"12"17"0,-1 6 0,-1-1 0,0 2 0,-1 0 0,-1 0 0,15 27 0,-8-14 0,8 10 0,0-1 0,3-2 0,1-1 0,1-1 0,41 33 0,-44-44 0,0-1 0,2-1 0,0-2 0,1-1 0,1-1 0,0-2 0,43 13 0,-29-15 0,1-3 0,-1-1 0,1-2 0,0-2 0,0-2 0,68-7 0,275-59 0,-367 61 0,552-122-701,313-60-639,-269 91 276,813-21 1,-899 111-1,992 119 1,-887-5 603,-16 52 63,-371-69 524,-191-66 353,-1 3 0,57 39 0,-100-58-143,0 0-1,0 2 1,-1 0 0,-1 0 0,0 1 0,20 28 0,-30-37-184,0 1 0,0 0 0,-1 0 0,1 0 1,-1 0-1,0 0 0,-1 1 0,0-1 0,1 0 0,-2 1 1,2 8-1,-3-10-82,1 1 0,-1-1 0,0 0 0,0 1 0,0-1 0,0 0 0,-1 0 0,0 1 1,0-1-1,0 0 0,0-1 0,-1 1 0,1 0 0,-1-1 0,0 1 0,-4 3 0,-2 1-58,-1 0 0,0 0 0,0-1 0,0 0 0,-1-1 0,0 0 0,0-1 0,-1 0 0,0-1-1,0 0 1,0 0 0,0-2 0,-17 3 0,27-5-13,0 1 0,0-1 0,0 0 0,0 0 0,0 0 0,0 0 0,0 0 0,0-1 0,0 1 0,1 0 0,-1-1 0,0 0 0,0 1 0,0-1 0,0 0 0,1 0 0,-1 0 0,0 0 0,1 0 0,-1 0 0,1-1 0,-1 1 0,1 0 0,0-1 0,0 1 0,-1-1 0,1 1 0,0-1 0,0 0 0,1 1 0,-1-1 0,0 0 0,0 0 0,1 0 0,-1 0 0,1 0 0,0 1 0,-1-1 0,1-4 0,1 0 0,-1-1 0,1 0 0,0 0 0,1 0 0,-1 1 0,1-1 0,1 0 0,-1 1 0,1 0 0,4-7 0,8-11 0,2 1 0,0 0 0,2 1 0,0 2 0,1-1 0,1 2 0,41-28 0,-12 13 0,2 3 0,90-39 0,-51 33-55,2 5 1,2 4-1,0 3 0,2 5 0,155-12 0,-9 20-109,264 20 0,-151 14 164,302 7 0,-597-29 96,70-11 0,-112 9-52,1-2 1,-1 0-1,0-1 1,0-1-1,-1-1 1,0-1-1,29-16 1,-42 20-39,0 1 0,0-1 0,0-1 1,0 1-1,0-1 0,-1 0 0,0 0 0,0 0 1,-1-1-1,1 1 0,-1-1 0,0 0 1,-1 0-1,1 0 0,-1 0 0,0 0 1,-1 0-1,1-1 0,-1 1 0,-1-1 0,1-11 1,-1 12-8,-1 1-1,0-1 1,0 0 0,0 1 0,-1-1 0,1 1 0,-1-1 0,0 1 0,-1 0 0,0 0 0,1 0-1,-2 0 1,1 0 0,0 1 0,-1-1 0,0 1 0,0 0 0,0 0 0,-1 0 0,1 1 0,-1 0 0,0 0-1,0 0 1,-8-4 0,-2 2-340,1 0 0,-1 1-1,-28-5 1,13 6-6485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03.1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10 24575,'-13'-8'0,"11"6"0,8 7 0,0 1 0,0 0 0,0 1 0,-1 0 0,0 0 0,0 0 0,0 1 0,-1 0 0,0-1 0,-1 2 0,4 9 0,2 12 0,8 46 0,-11-39-195,-2 0 0,-2 0 0,-2 0 0,-1 0 0,-1 1 0,-14 62 0,11-72-6631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03.6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190 361 24575,'0'-1'0,"0"1"0,1 0 0,-1 0 0,1-1 0,-1 1 0,1 0 0,-1-1 0,0 1 0,1-1 0,-1 1 0,0 0 0,1-1 0,-1 1 0,0-1 0,0 1 0,0-1 0,1 1 0,-1-1 0,0 1 0,0-1 0,0 1 0,0-1 0,0 1 0,0-1 0,0 1 0,0-1 0,0 1 0,0-1 0,0 1 0,0-1 0,0 0 0,0 1 0,-1-1 0,0 1 0,0-1 0,1 1 0,-1 0 0,0 0 0,0 0 0,0 0 0,0 0 0,1 0 0,-1 0 0,0 0 0,0 0 0,0 0 0,0 0 0,0 0 0,1 1 0,-1-1 0,0 0 0,0 1 0,0-1 0,1 1 0,-2 0 0,-12 7 0,1 1 0,-1 0 0,1 1 0,1 1 0,0 0 0,1 0 0,-14 19 0,17-21 0,1 1 0,1-1 0,0 2 0,0-1 0,1 1 0,0-1 0,1 2 0,0-1 0,1 0 0,-4 23 0,7-27 0,0 1 0,0-1 0,1 1 0,0-1 0,0 0 0,0 1 0,1-1 0,0 0 0,1 0 0,-1 0 0,7 10 0,-3-7 0,0-1 0,1 1 0,0-1 0,1 0 0,0-1 0,17 14 0,-9-10 0,1 0 0,0-2 0,1 0 0,0-1 0,0-1 0,1 0 0,0-2 0,25 6 0,-24-8 0,-1-1 0,1-1 0,0-1 0,0-1 0,25-2 0,-36 1 0,-1 0 0,1-1 0,0 0 0,-1 0 0,1-1 0,-1 0 0,0 0 0,0-1 0,0 0 0,0-1 0,-1 1 0,1-2 0,-1 1 0,7-7 0,-12 9 0,1-1 0,0 1 0,-1 0 0,0-1 0,0 0 0,0 1 0,0-1 0,0 0 0,-1 0 0,0 0 0,0 0 0,0 0 0,0 0 0,-1 0 0,1-5 0,-1 2 0,-1 0 0,0-1 0,0 1 0,0 0 0,-1 0 0,0 0 0,-1 0 0,-2-7 0,-5-5 0,-1 0 0,-1 0 0,0 1 0,-27-29 0,-64-57 0,62 65 0,-70-87 0,105 118 0,0-1 0,1 1 0,0-1 0,1 0 0,0 0 0,0 0 0,1-1 0,0 1 0,-2-13 0,5 17 0,-1 0 0,1 0 0,0 1 0,0-1 0,1 0 0,-1 0 0,1 1 0,0-1 0,1 0 0,-1 1 0,1-1 0,-1 1 0,1 0 0,1 0 0,-1-1 0,1 1 0,-1 1 0,1-1 0,0 0 0,1 1 0,3-5 0,2 1 0,1 0 0,-1 0 0,1 0 0,1 1 0,-1 1 0,1 0 0,0 0 0,0 1 0,0 0 0,0 1 0,1 1 0,-1 0 0,17-1 0,-22 2 0,0 1 0,0 0 0,0 1 0,0-1 0,0 1 0,0 0 0,0 1 0,0 0 0,0 0 0,-1 0 0,1 0 0,0 1 0,-1 0 0,0 0 0,0 0 0,0 1 0,0 0 0,-1 0 0,1 0 0,-1 1 0,0-1 0,0 1 0,-1 0 0,1 0 0,-1 0 0,0 0 0,3 8 0,-2 0 27,0 0-1,0 0 0,-1 0 0,-1 1 1,0-1-1,-1 1 0,0-1 0,-1 1 1,-1 0-1,0-1 0,-1 1 0,-5 22 1,0-11-312,-2 0 1,0-1-1,-1 0 1,-2-1-1,-23 37 1,7-18-6542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04.9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1 127 24575,'0'-3'0,"0"-1"0,1 1 0,-1-1 0,1 1 0,0-1 0,0 1 0,0 0 0,0-1 0,0 1 0,1 0 0,0 0 0,-1 0 0,1 0 0,1 0 0,-1 1 0,0-1 0,0 0 0,1 1 0,0 0 0,-1 0 0,1-1 0,0 1 0,0 1 0,3-3 0,8-2 0,1 0 0,0 1 0,-1 0 0,19-3 0,-20 5 0,15-3 0,0 0 0,0 2 0,1 1 0,-1 2 0,1 0 0,0 2 0,-1 1 0,33 7 0,-56-8 0,1 0 0,-1 1 0,1 0 0,-1 0 0,1 1 0,-1-1 0,0 1 0,5 4 0,-8-6 0,-1 1 0,1 0 0,0-1 0,0 1 0,-1 0 0,1 0 0,-1 0 0,0 0 0,1 0 0,-1 0 0,0 1 0,0-1 0,0 0 0,-1 0 0,1 1 0,0-1 0,-1 1 0,0-1 0,1 1 0,-1-1 0,0 4 0,-2 4 0,0-1 0,0 1 0,-1-1 0,0 0 0,0 0 0,-1 0 0,-1 0 0,-9 15 0,-51 63 0,60-80 0,-24 27 0,9-12 0,2 1 0,-16 26 0,30-43 0,1 0 0,-1 0 0,1 1 0,0-1 0,1 1 0,0 0 0,0 0 0,0 0 0,1 0 0,0 0 0,0 0 0,1 0 0,1 11 0,0-13 0,0 0 0,0-1 0,1 1 0,0-1 0,0 1 0,0-1 0,0 0 0,1 0 0,0 0 0,0 0 0,0 0 0,0 0 0,0-1 0,1 1 0,0-1 0,0 0 0,0-1 0,0 1 0,0 0 0,0-1 0,1 0 0,-1 0 0,6 1 0,5 2 0,-1-1 0,0 0 0,1-1 0,0-1 0,0 0 0,20-1 0,-13-2-341,0-1 0,0-1-1,30-8 1,3-4-6485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05.0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84 24575,'-3'-6'0,"-8"-6"0,-1-3 0,-2-2 0,-2 1 0,5 4 0,8 7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05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 24575,'0'-1'0,"0"-1"0,0 1 0,0 0 0,0-1 0,0 1 0,1 0 0,-1-1 0,1 1 0,-1 0 0,1-1 0,-1 1 0,2-1 0,3 1 0,-1 11 0,0 20 0,-2 1 0,-1 0 0,-1 0 0,-8 54 0,2-17 0,5-49 20,-3 23-366,2 1-1,2 0 1,9 71 0,-1-78-6480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06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160 460 24575,'0'0'0,"0"-1"0,0 1 0,0-1 0,0 1 0,0 0 0,0-1 0,0 1 0,-1 0 0,1-1 0,0 1 0,0 0 0,0-1 0,0 1 0,-1 0 0,1-1 0,0 1 0,0 0 0,-1-1 0,1 1 0,0 0 0,-1 0 0,1-1 0,0 1 0,-1 0 0,1 0 0,0 0 0,-1 0 0,1-1 0,0 1 0,-1 0 0,1 0 0,0 0 0,-1 0 0,1 0 0,-1 0 0,1 0 0,0 0 0,-1 0 0,1 0 0,0 0 0,-1 0 0,1 0 0,0 0 0,-1 1 0,1-1 0,-1 0 0,1 0 0,0 0 0,-1 0 0,1 1 0,0-1 0,0 0 0,-1 0 0,1 1 0,-1-1 0,-19 14 0,12-5 0,0 0 0,0 1 0,1 0 0,0 0 0,0 0 0,1 1 0,1 0 0,0 0 0,0 0 0,1 1 0,1-1 0,0 1 0,0 0 0,0 19 0,2-25 0,1 0 0,-1 0 0,2 0 0,-1 0 0,1 0 0,0 0 0,0 0 0,0 0 0,1 0 0,0-1 0,0 1 0,1 0 0,-1-1 0,1 0 0,0 0 0,1 1 0,-1-2 0,1 1 0,0 0 0,0-1 0,1 0 0,-1 0 0,1 0 0,0-1 0,0 1 0,0-1 0,0 0 0,1 0 0,-1-1 0,12 3 0,-7-2 0,1-1 0,0 0 0,0-1 0,0 0 0,0-1 0,0 0 0,-1-1 0,1 0 0,0 0 0,0-1 0,0-1 0,-1 0 0,1-1 0,-1 0 0,0 0 0,0-1 0,14-9 0,-18 10 0,0 0 0,0 0 0,-1-1 0,1 0 0,-1 1 0,-1-2 0,1 1 0,-1-1 0,0 1 0,0-1 0,0 0 0,-1-1 0,0 1 0,0 0 0,-1-1 0,1 0 0,-2 0 0,1 1 0,-1-1 0,0 0 0,0 0 0,-1 0 0,0 0 0,0 0 0,0-1 0,-1 1 0,-1 1 0,-1-9 0,-3-2 0,0 0 0,-1 1 0,-1 0 0,-1 1 0,0-1 0,-1 2 0,-14-18 0,-91-90 0,91 99 0,-31-28 0,26 24 0,1 0 0,-45-58 0,71 83 0,0-1 0,0 0 0,0 1 0,1-1 0,-1 0 0,1 0 0,0 0 0,0 0 0,0 0 0,0 0 0,1 0 0,-1 0 0,1 0 0,-1-1 0,1 1 0,0 0 0,1 0 0,0-5 0,0 5 0,0 1 0,0 0 0,1 0 0,-1-1 0,1 1 0,-1 0 0,1 0 0,0 0 0,0 1 0,0-1 0,0 0 0,0 1 0,0-1 0,0 1 0,0 0 0,1-1 0,-1 1 0,1 0 0,-1 1 0,1-1 0,-1 0 0,6 0 0,1-1 0,0 1 0,0 0 0,0 0 0,0 1 0,0 0 0,1 1 0,-1-1 0,0 2 0,0 0 0,0 0 0,0 0 0,0 1 0,-1 0 0,1 1 0,-1 0 0,0 0 0,0 1 0,0 0 0,-1 1 0,10 8 0,-7-4 0,-1 0 0,0 0 0,0 1 0,-1 0 0,0 1 0,-1 0 0,-1 0 0,0 0 0,0 1 0,-1 0 0,-1 0 0,0 0 0,2 16 0,-4-8-227,0 0-1,-1 0 1,-1 0-1,-1 0 1,-4 22-1,1-11-6598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06.6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59 235 24575,'-6'-7'0,"1"-1"0,0 1 0,0-1 0,1 0 0,-6-15 0,-2-1 0,10 21 0,1 0 0,-1 0 0,1 0 0,0 0 0,0-1 0,0 1 0,0 0 0,1 0 0,-1-1 0,1 1 0,0 0 0,0-1 0,0 1 0,1-4 0,-1 5 0,1 0 0,0-1 0,0 1 0,0 0 0,0 0 0,1 0 0,-1 0 0,1 0 0,-1 1 0,1-1 0,-1 0 0,1 1 0,0-1 0,0 1 0,0-1 0,0 1 0,0 0 0,0 0 0,0 0 0,0 0 0,3-1 0,13-2 0,0 0 0,1 1 0,-1 1 0,1 0 0,-1 1 0,1 2 0,-1 0 0,26 4 0,-34-3 0,0-1 0,0 2 0,0 0 0,-1 0 0,1 0 0,-1 1 0,0 1 0,0-1 0,0 2 0,0-1 0,14 14 0,-18-15 0,-1 1 0,0-1 0,0 1 0,0 1 0,0-1 0,-1 0 0,0 1 0,0 0 0,0 0 0,-1 0 0,0 0 0,0 0 0,-1 0 0,0 0 0,0 1 0,0-1 0,0 0 0,-1 1 0,-2 12 0,0-6 0,0 0 0,-1 0 0,-1 0 0,0 0 0,-1 0 0,-8 14 0,-44 66 0,46-75 0,2 0 0,9-17 0,1-1 0,-1 0 0,0 0 0,0 0 0,1 0 0,-1 0 0,0 0 0,1 0 0,-1 0 0,0 0 0,1 0 0,-1 0 0,0 0 0,1 0 0,-1 0 0,0 0 0,1 0 0,-1 0 0,0 0 0,0-1 0,1 1 0,-1 0 0,0 0 0,1 0 0,-1 0 0,0-1 0,0 1 0,1 0 0,-1 0 0,0-1 0,32-26 0,100-131 0,-59 65 0,-51 67 0,5-7 0,1 1 0,41-36 0,-64 64 0,0 0 0,0 0 0,1 1 0,-1 0 0,1 0 0,-1 1 0,1-1 0,7-1 0,-12 4 0,1-1 0,-1 1 0,1 0 0,0 0 0,-1-1 0,1 1 0,-1 0 0,1 0 0,-1 1 0,1-1 0,0 0 0,-1 0 0,1 1 0,-1-1 0,1 1 0,-1-1 0,1 1 0,-1 0 0,0 0 0,1-1 0,-1 1 0,0 0 0,0 0 0,1 0 0,-1 1 0,0-1 0,0 0 0,0 0 0,0 0 0,0 1 0,-1-1 0,1 1 0,0-1 0,-1 0 0,1 1 0,-1-1 0,1 3 0,1 4 0,-1 0 0,1 0 0,-2 0 0,1 1 0,-1-1 0,-1 0 0,-1 15 0,-17 60 0,11-53 0,3-12 0,-18 93 0,22-101 0,0 1 0,0-1 0,1 0 0,1 1 0,-1-1 0,2 0 0,-1 1 0,6 15 0,-6-22 0,1 0 0,0 0 0,0 0 0,0-1 0,0 1 0,1 0 0,0-1 0,-1 0 0,1 1 0,0-1 0,1 0 0,-1-1 0,0 1 0,1-1 0,6 5 0,-3-5 0,-1 1 0,1-1 0,0 0 0,-1 0 0,1-1 0,0 0 0,0 0 0,0 0 0,8-1 0,0-1 0,1-1 0,-1 0 0,-1-1 0,1-1 0,0 0 0,-1-1 0,0 0 0,21-12 0,-22 9 69,1 0-1,-2-1 0,1-1 0,14-14 1,-21 19-212,-2-1 1,1 1 0,0-1 0,-1 0-1,0 0 1,0-1 0,-1 1 0,0-1 0,0 0-1,-1 0 1,3-9 0,-2-10-6684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07.0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25 24575,'0'0'0,"0"0"0,0 0 0,-1 0 0,1 0 0,0 0 0,0 0 0,0 0 0,-1 1 0,1-1 0,0 0 0,0 0 0,-1 0 0,1 0 0,0 0 0,0 0 0,0 1 0,0-1 0,-1 0 0,1 0 0,0 0 0,0 0 0,0 1 0,0-1 0,0 0 0,-1 0 0,1 0 0,0 1 0,0-1 0,0 0 0,0 0 0,0 1 0,0-1 0,0 0 0,0 0 0,0 0 0,0 1 0,0-1 0,0 1 0,10 2 0,20-2 0,302-17-573,-53 1-255,1033 10-5060,2 52 2911,302 5 1347,-1353-50 1550,-53-1 954,-50-1 2037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13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5499 405 24575,'-343'-21'-1067,"0"15"-1,-1 15 1,-500 78 0,488-24-1,2 16 1,4 16-1,-393 162 1,125 22 1143,455-192-266,-250 180 0,182-76-1058,179-140 1149,3 1 1,-52 72-1,73-86 127,3 1 0,1 2 0,2 0 0,-22 60 0,32-68-19,2 1-1,1 0 1,2 0-1,1 1 1,2 0-1,0 54 1,6-53-9,1 0-1,1 0 1,3 0 0,0 0 0,3-1-1,22 57 1,-13-50 1,2 0 0,2 0 0,2-2 0,49 60 0,-23-42-20,3-2 0,2-3 0,2-3 0,2-2 0,3-2 0,82 44 0,-33-29-19,3-5 1,128 43-1,-80-45-112,179 35 1,-64-39-751,487 26-1,-318-65-200,527-56 0,437-163-66,-276-69 871,-37-114 108,-635 172 188,-61-16 78,-300 166 78,122-110 0,-172 131-69,-2-2 1,84-110-1,-111 128 13,-2-2-1,-1 0 1,-1-1 0,-3-1-1,16-46 1,-24 55-64,-1 1-1,-2-1 1,0 0 0,-2-1 0,-1 1-1,-1-1 1,-1 1 0,-5-34 0,0 31-36,-2 0 0,0 1 0,-2-1 0,-2 2 0,0-1 0,-2 1 0,-21-34 0,7 21 0,-1 0 0,-2 3 0,-2 0 0,-71-63 0,31 41 0,-2 3 0,-130-74 0,60 52 0,-188-72 0,-269-55 0,-119 31 0,-81 35 1103,81 39 4024,676 95-4737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25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214 138 24575,'-62'0'0,"-68"-1"0,129 1 0,-1 1 0,0-1 0,1 0 0,-1-1 0,1 1 0,-1 0 0,1 0 0,-1-1 0,1 1 0,-1-1 0,1 1 0,-3-2 0,5 1 0,1 0 0,-1 0 0,0 1 0,1-1 0,-1 0 0,1 1 0,-1-1 0,1 1 0,-1 0 0,1-1 0,-1 1 0,1 0 0,-1 0 0,3 0 0,945-66-2957,-838 61 2540,249-9-2117,1661-17-1905,-1195 25 3608,-568 2 3818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4.3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600 914 24575,'6'-14'0,"-1"-1"0,0 1 0,-2-1 0,5-25 0,-3 9 0,-2 18 0,14-88 0,-15 89 0,-1 0 0,-1-1 0,0 1 0,-1-1 0,0 1 0,-4-13 0,4 20 0,-1 1 0,1-1 0,-1 1 0,0 0 0,0 0 0,-1 0 0,1 0 0,-1 0 0,0 0 0,0 1 0,-1-1 0,1 1 0,0 0 0,-1 0 0,0 0 0,0 0 0,0 1 0,0 0 0,0 0 0,-1 0 0,1 0 0,0 0 0,-1 1 0,0 0 0,1 0 0,-1 0 0,0 1 0,-5-1 0,-6 1 0,0 0 0,0 1 0,1 0 0,-1 2 0,0 0 0,1 0 0,-19 8 0,7-1 0,1 2 0,0 0 0,0 2 0,2 1 0,-1 1 0,2 1 0,-28 26 0,32-25 0,0 1 0,1 1 0,1 1 0,1 0 0,1 1 0,1 1 0,1 0 0,-11 28 0,21-43 0,0 0 0,1 0 0,0 0 0,0 0 0,0 0 0,1 1 0,1-1 0,-1 0 0,1 1 0,1-1 0,0 0 0,0 1 0,0-1 0,4 10 0,-3-13 0,0 0 0,1 1 0,-1-1 0,1 0 0,1 0 0,-1 0 0,1-1 0,0 1 0,0-1 0,0 0 0,0 0 0,1 0 0,-1-1 0,1 1 0,0-1 0,0 0 0,1-1 0,-1 1 0,0-1 0,12 3 0,-2-2 0,1 0 0,-1-1 0,1-1 0,0-1 0,0 0 0,-1 0 0,1-2 0,0 0 0,-1-1 0,1-1 0,-1 0 0,26-11 0,-4-1 0,0-2 0,-1-2 0,57-41 0,-66 41 0,0-2 0,-1 0 0,-2-2 0,0 0 0,26-38 0,-36 42 0,-1 0 0,0-1 0,-2-1 0,-1 0 0,0-1 0,-2 0 0,-1 0 0,6-30 0,-4-7 0,-3-1 0,-3 0 0,-2-1 0,-3 1 0,-2 0 0,-17-79 0,10 101 0,11 39 0,0-1 0,0 1 0,0 0 0,-1 0 0,1-1 0,0 1 0,0 0 0,0-1 0,0 1 0,-1 0 0,1 0 0,0-1 0,0 1 0,0 0 0,-1 0 0,1-1 0,0 1 0,-1 0 0,1 0 0,0 0 0,0 0 0,-1 0 0,1-1 0,0 1 0,-1 0 0,1 0 0,0 0 0,-1 0 0,1 0 0,0 0 0,-1 0 0,1 0 0,-1 1 0,0 0 0,0 0 0,0-1 0,1 1 0,-1 0 0,0 0 0,1 0 0,-1 0 0,0 0 0,1 1 0,0-1 0,-1 0 0,1 0 0,-1 2 0,-9 32 0,2 0 0,-6 56 0,1 74 0,12 105 342,3-244-556,1 1 1,1 0 0,1-1-1,2 0 1,0 0 0,2 0-1,23 46 1,-17-46-6613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4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57 24575,'3'-10'0,"1"0"0,-2 0 0,3-13 0,-4 19 0,-26 118 0,6 0 0,4 2 0,2 147 0,13-252 0,-1 24 0,1-1 0,2 1 0,13 65 0,-15-100 0,0 0 0,0 0 0,0 0 0,0 0 0,0 0 0,0 1 0,0-1 0,0 0 0,0 0 0,0 0 0,0 0 0,0 0 0,0 0 0,0 0 0,0 0 0,0 0 0,0 0 0,0 1 0,0-1 0,0 0 0,1 0 0,-1 0 0,0 0 0,0 0 0,0 0 0,0 0 0,0 0 0,0 0 0,0 0 0,0 0 0,0 0 0,0 0 0,0 0 0,1 0 0,-1 0 0,0 1 0,0-1 0,0 0 0,0 0 0,0 0 0,0 0 0,0 0 0,0 0 0,1 0 0,-1 0 0,0-1 0,0 1 0,0 0 0,0 0 0,0 0 0,0 0 0,0 0 0,0 0 0,0 0 0,0 0 0,1 0 0,-1 0 0,5-8 0,4-16 0,-7 21 0,3-12 0,2 0 0,0 1 0,0 0 0,1 1 0,1 0 0,0 0 0,1 0 0,22-20 0,-27 28 0,0 1 0,1 0 0,-1 0 0,1 0 0,0 1 0,0 0 0,0 0 0,0 0 0,1 1 0,-1 0 0,1 0 0,0 1 0,-1 0 0,1 0 0,0 0 0,0 1 0,-1 0 0,1 0 0,0 1 0,0 0 0,-1 0 0,1 1 0,8 2 0,-3 1 0,1 0 0,-1 1 0,0 1 0,0-1 0,-1 2 0,0 0 0,0 0 0,-1 1 0,0 0 0,-1 1 0,0 0 0,14 20 0,-22-29 0,0 1 0,0 0 0,0-1 0,0 1 0,0 0 0,0 0 0,0 0 0,0 0 0,-1 0 0,1 0 0,-1 0 0,0 0 0,1 0 0,-1 0 0,0 0 0,0 0 0,0 0 0,-1 0 0,1 0 0,0 0 0,-1 0 0,1 0 0,-1-1 0,0 1 0,1 0 0,-1 0 0,0 0 0,0 0 0,-1-1 0,1 1 0,0-1 0,0 1 0,-1-1 0,1 1 0,-1-1 0,1 1 0,-1-1 0,0 0 0,1 0 0,-1 0 0,0 0 0,-3 1 0,-5 2 0,-1-1 0,0 1 0,1-2 0,-1 0 0,0 0 0,-17 0 0,13-1-195,0-1 0,0-1 0,0 0 0,0-1 0,1-1 0,-18-5 0,10 0-6631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5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7 24575,'-8'-2'0,"-6"-3"0,13 6 0,8 5 0,10 2 0,1 0 0,-1-1 0,1-1 0,0-1 0,0 0 0,22 1 0,-17-1 0,297 38 0,-294-37 0,-21 1 0,-12 5 0,-14 7 0,-44 31 0,4-4 0,-110 101 0,169-145-136,1-1-1,-1 1 1,1-1-1,-1 0 1,0 0-1,0 0 1,0 0-1,1 0 0,-4 1 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6.6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 24575,'-1'54'0,"-1"-19"0,2 0 0,7 64 0,-5-94 25,-1 1-1,1 0 0,0 0 1,0-1-1,0 1 1,1-1-1,0 0 0,0 0 1,1 0-1,-1 0 0,1 0 1,0-1-1,8 8 1,-9-10-107,0 1 1,1-1 0,-1 0 0,1 0-1,-1 0 1,1-1 0,0 1-1,0-1 1,0 0 0,-1 0 0,1 0-1,0 0 1,0-1 0,0 1 0,0-1-1,1 0 1,-1-1 0,0 1 0,0-1-1,7-1 1,9-5-6745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6.8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1 24575,'-3'0'0,"-4"0"0,-4 0 0,3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7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24575,'3'0'0,"1"3"0,0 4 0,3 4 0,-1 3 0,3 6 0,-1 5 0,-2 8 0,2 8 0,-1 3 0,2 3 0,-1 4 0,-2 1 0,-2-1 0,2-3 0,-1-4 0,0-9-8191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7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163 415 24575,'0'0'0,"0"-1"0,0 0 0,0 1 0,-1-1 0,1 1 0,0-1 0,0 1 0,0-1 0,-1 1 0,1-1 0,0 1 0,-1-1 0,1 1 0,0-1 0,-1 1 0,1-1 0,0 1 0,-1 0 0,1-1 0,-1 1 0,1 0 0,-1-1 0,1 1 0,-1 0 0,1-1 0,-1 1 0,1 0 0,-1 0 0,0 0 0,1 0 0,-1 0 0,1-1 0,-1 1 0,1 0 0,-1 0 0,0 0 0,1 0 0,-1 1 0,1-1 0,-1 0 0,1 0 0,-1 0 0,0 0 0,1 1 0,-1-1 0,1 0 0,-2 1 0,-1 0 0,0 0 0,0 1 0,-1-1 0,1 1 0,0 0 0,-5 4 0,4-2 0,0 1 0,0 0 0,1 1 0,-1-1 0,1 0 0,0 1 0,1 0 0,-1 0 0,1 0 0,1 0 0,-1 0 0,1 0 0,0 0 0,0 1 0,1-1 0,0 0 0,0 1 0,0-1 0,1 0 0,0 1 0,0-1 0,0 0 0,1 0 0,0 0 0,5 9 0,-5-8 0,1 0 0,0-1 0,1 0 0,0 0 0,0 0 0,0 0 0,0 0 0,1-1 0,0 0 0,0 0 0,1 0 0,-1 0 0,1-1 0,0 0 0,0 0 0,0-1 0,1 0 0,-1 0 0,1 0 0,0-1 0,0 0 0,11 2 0,-15-4 0,0 1 0,0-1 0,0 0 0,0 0 0,0-1 0,0 1 0,0-1 0,0 1 0,0-1 0,0 0 0,0 0 0,0 0 0,0-1 0,0 1 0,-1 0 0,1-1 0,-1 0 0,1 0 0,-1 0 0,0 0 0,1 0 0,-1 0 0,0-1 0,0 1 0,-1-1 0,1 1 0,-1-1 0,1 0 0,-1 1 0,0-1 0,0 0 0,0 0 0,0 0 0,0-3 0,1-2 0,-1 1 0,0-1 0,-1 1 0,0-1 0,0 1 0,-1-1 0,0 1 0,0-1 0,-1 1 0,0 0 0,0-1 0,-6-12 0,0 5 0,-1 1 0,-1-1 0,0 2 0,-1-1 0,-12-11 0,-66-54 0,7 7 0,78 68 0,-1 0 0,1-1 0,0 1 0,1-1 0,-1 0 0,1 0 0,0 0 0,0-1 0,1 1 0,0-1 0,0 1 0,0-1 0,0 0 0,1 0 0,-1-6 0,2 7 0,1-1 0,-1 1 0,1 0 0,0-1 0,0 1 0,0 0 0,1 0 0,-1 0 0,1 0 0,1 0 0,-1 1 0,1-1 0,0 0 0,0 1 0,0 0 0,0 0 0,5-4 0,2-2 0,0 0 0,1 1 0,0 1 0,0 0 0,1 0 0,0 1 0,1 1 0,-1 0 0,27-9 0,-32 14 0,-1-1 0,0 1 0,1 0 0,-1 1 0,1-1 0,-1 1 0,1 1 0,-1-1 0,1 1 0,8 2 0,-11-1 0,1-1 0,0 1 0,-1 0 0,1 1 0,-1-1 0,0 1 0,0 0 0,0 0 0,0 0 0,-1 1 0,1-1 0,-1 1 0,0 0 0,6 8 0,-3 0 0,1 0 0,-2 1 0,1 0 0,-2 0 0,0 0 0,4 26 0,6 86 0,-13-106 0,15 152-1365,-13-142-5461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7.9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82 24575,'10'-21'0,"15"-39"0,-22 121 0,4 92 0,-4-131 0,0-1 0,2 0 0,0 0 0,1-1 0,11 23 0,-17-42 0,0-1 0,0 1 0,0 0 0,1-1 0,-1 1 0,0-1 0,0 1 0,1-1 0,-1 1 0,0-1 0,1 0 0,-1 1 0,0-1 0,1 1 0,-1-1 0,1 0 0,-1 1 0,1-1 0,-1 0 0,1 1 0,-1-1 0,1 0 0,-1 0 0,1 1 0,-1-1 0,1 0 0,0 0 0,0 0 0,0 0 0,0-1 0,0 1 0,0-1 0,-1 1 0,1-1 0,0 1 0,0-1 0,-1 0 0,1 1 0,0-1 0,-1 0 0,1 0 0,0 1 0,-1-1 0,1-1 0,19-45 0,-15 35 0,1-5 0,9-16 0,25-47 0,-35 71 0,0 1 0,0 1 0,1-1 0,0 1 0,1 0 0,-1 0 0,1 1 0,0 0 0,1 0 0,0 1 0,8-5 0,-14 9 0,0 0 0,1 0 0,-1 0 0,1 0 0,-1 0 0,1 1 0,0-1 0,-1 1 0,1 0 0,0-1 0,-1 1 0,1 1 0,0-1 0,-1 0 0,1 1 0,-1-1 0,1 1 0,3 1 0,-2 0 0,0 0 0,0 1 0,-1-1 0,1 1 0,-1 0 0,0 0 0,0 0 0,0 0 0,0 0 0,3 6 0,4 7 0,-1 1 0,-1 0 0,0 1 0,5 20 0,-11-32 0,31 104-1365,-22-59-5461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8.5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14 24575,'-5'-5'0,"-1"-4"0,22 13 0,13 4 0,211 49 0,-238-57 0,-1 0 0,0 0 0,1 1 0,-1-1 0,0 0 0,1 1 0,-1-1 0,0 1 0,1-1 0,-1 1 0,0-1 0,0 1 0,1 0 0,-1 0 0,0-1 0,0 1 0,0 0 0,0 0 0,0 0 0,0 0 0,0 1 0,-1-1 0,1 0 0,0 0 0,0 2 0,-1-2 0,0 1 0,0 0 0,0-1 0,0 1 0,0 0 0,-1-1 0,1 1 0,-1 0 0,1-1 0,-1 1 0,1-1 0,-1 1 0,0-1 0,0 1 0,0-1 0,0 1 0,0-1 0,0 0 0,0 0 0,-2 2 0,-42 43 0,12-13 0,-50 65 0,44-44-1365,22-33-5461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9.1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51 24575,'-3'-3'0,"-1"-5"0,0-3 0,1-3 0,1 4 0,0 6 0,4 11 0,2 6 0,0 9 0,3 8 0,0 10 0,-2 6 0,2 2 0,0 3 0,2 1 0,-1-2 0,-2-3 0,-2-9-8191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9.3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1 24575,'-3'0'0,"-4"0"0,-5 0 0,1 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39.6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53 24575,'-19'-23'0,"16"19"0,0-1 0,-1 1 0,0 0 0,0 0 0,-5-4 0,9 8 0,0 0 0,0 0 0,1 0 0,-1 0 0,0 1 0,0-1 0,0 0 0,0 0 0,0 0 0,0 0 0,0 0 0,0 0 0,0 1 0,0-1 0,0 0 0,0 0 0,0 0 0,0 0 0,0 0 0,0 1 0,0-1 0,-1 0 0,1 0 0,0 0 0,0 0 0,0 0 0,0 0 0,0 1 0,0-1 0,0 0 0,0 0 0,0 0 0,-1 0 0,1 0 0,0 0 0,0 0 0,0 0 0,0 0 0,0 0 0,0 0 0,-1 1 0,1-1 0,0 0 0,0 0 0,0 0 0,0 0 0,0 0 0,0 0 0,-1 0 0,1 0 0,0 0 0,0 0 0,0 0 0,0 0 0,0 0 0,-1-1 0,1 1 0,0 0 0,0 0 0,0 0 0,0 0 0,0 0 0,4 14 0,-4-14 0,19 53-273,-3 1 0,-1 0 0,-4 1 0,8 90 0,-16-103-6553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0.1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276 332 24575,'0'-2'0,"-1"1"0,1-1 0,-1 1 0,1-1 0,-1 1 0,0-1 0,1 1 0,-1 0 0,0-1 0,0 1 0,0 0 0,0 0 0,0 0 0,0-1 0,0 1 0,-1 0 0,1 1 0,0-1 0,-1 0 0,1 0 0,0 0 0,-1 1 0,1-1 0,-1 1 0,1-1 0,-1 1 0,-2-1 0,-3-1 0,-1 1 0,1 0 0,-1 0 0,-8 0 0,12 1 0,0 0 0,0 0 0,0 0 0,0 1 0,0 0 0,0-1 0,0 1 0,1 1 0,-1-1 0,0 1 0,1-1 0,-1 1 0,1 0 0,0 0 0,-1 0 0,1 1 0,0-1 0,0 1 0,0 0 0,1 0 0,-1 0 0,1 0 0,0 0 0,0 1 0,0-1 0,-3 7 0,3-4 0,0 0 0,1 0 0,-1 1 0,1-1 0,1 0 0,-1 1 0,1-1 0,0 1 0,0-1 0,1 1 0,0-1 0,0 0 0,1 1 0,0-1 0,4 10 0,1-1 0,0 0 0,1-1 0,1-1 0,0 0 0,1 0 0,0 0 0,16 13 0,-20-20 0,1 0 0,-1 0 0,1-1 0,1 0 0,-1 0 0,1-1 0,0 0 0,0-1 0,0 1 0,0-1 0,1-1 0,-1 0 0,1 0 0,16 1 0,-23-2 0,1-1 0,-1-1 0,0 1 0,0 0 0,0 0 0,0-1 0,0 1 0,0-1 0,0 0 0,0 1 0,0-1 0,0 0 0,0 0 0,0 0 0,0 0 0,-1-1 0,1 1 0,0-1 0,2-2 0,-3 2 0,1-1 0,-1 0 0,1 1 0,-1-1 0,0 0 0,0 0 0,0 1 0,-1-1 0,1 0 0,-1 0 0,1 0 0,-1-5 0,-1-2 0,1 1 0,-2-1 0,1 1 0,-1-1 0,-1 1 0,0 0 0,-6-15 0,-4 0 0,-1 1 0,0 0 0,-29-33 0,-60-55 0,67 76 0,2-2 0,-51-71 0,82 104 0,0-1 0,1 1 0,0 0 0,0 0 0,0-1 0,1 1 0,-1-1 0,1 0 0,-1-7 0,2 11 0,0 0 0,0 0 0,0 0 0,0 0 0,0 0 0,1-1 0,-1 1 0,0 0 0,1 0 0,-1 0 0,1 0 0,-1 0 0,1 0 0,-1 0 0,1 0 0,0 0 0,1-1 0,-1 1 0,1 0 0,-1 0 0,1 0 0,-1 0 0,1 1 0,0-1 0,-1 0 0,1 1 0,0-1 0,-1 1 0,1 0 0,0-1 0,0 1 0,3 0 0,5 1 0,0 0 0,1 0 0,-1 1 0,0 1 0,0-1 0,0 2 0,0-1 0,-1 1 0,1 1 0,-1 0 0,0 0 0,10 8 0,-5-3 0,-1 1 0,0 0 0,-1 1 0,0 1 0,0 0 0,14 23 0,-20-27-97,-1 0-1,0 1 1,-1-1-1,0 1 1,-1 0-1,0 0 1,0 0-1,-1 1 1,-1-1-1,1 0 1,-2 1-1,1-1 0,-3 18 1,-2-2-6729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0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41 105 24575,'-1'-2'0,"0"1"0,-1 0 0,0 0 0,1 0 0,-1 0 0,0 0 0,1 0 0,-1 1 0,0-1 0,0 1 0,0-1 0,0 1 0,-2-1 0,3 1 0,1 0 0,-1 0 0,1 0 0,-1 0 0,1 0 0,-1 0 0,1 0 0,-1 1 0,1-1 0,-1 0 0,1 0 0,-1 0 0,1 0 0,-1 1 0,1-1 0,-1 0 0,1 1 0,-1-1 0,1 0 0,0 1 0,-1-1 0,1 0 0,0 1 0,-1-1 0,1 1 0,0-1 0,-1 0 0,1 1 0,0-1 0,0 1 0,0-1 0,-1 1 0,1-1 0,0 1 0,0-1 0,0 1 0,0-1 0,0 1 0,0 0 0,0-1 0,0 1 0,0-1 0,0 1 0,0-1 0,0 1 0,1-1 0,-1 1 0,0-1 0,0 1 0,0-1 0,1 1 0,7 24 0,1 1 0,1-2 0,20 36 0,-30-59 0,0-1 0,1 1 0,-1-1 0,0 1 0,0-1 0,1 1 0,-1-1 0,1 1 0,-1-1 0,0 0 0,1 1 0,-1-1 0,1 0 0,-1 1 0,1-1 0,-1 0 0,1 1 0,0-1 0,-1 0 0,1 1 0,6-8 0,-1-25 0,-5 24 0,2-8 0,0-4 0,1 0 0,1 0 0,13-33 0,-16 48 0,1 0 0,-1 0 0,1 0 0,0 0 0,1 0 0,-1 1 0,1-1 0,0 1 0,0 0 0,1 0 0,-1 1 0,1-1 0,-1 1 0,1 0 0,0 0 0,1 0 0,-1 1 0,6-2 0,-7 3 0,1 0 0,-1 0 0,1 1 0,-1-1 0,0 1 0,1 0 0,-1 1 0,1-1 0,-1 1 0,0 0 0,1 0 0,-1 0 0,0 0 0,0 1 0,0 0 0,0 0 0,0 0 0,0 0 0,0 0 0,-1 1 0,1 0 0,-1 0 0,0 0 0,1 0 0,4 7 0,2 3 0,-1 0 0,0 0 0,-1 1 0,0 1 0,10 26 0,-6-4-181,11 52 0,-18-65-822,2 4-5823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0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24575,'0'3'0,"3"1"0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1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72 172 24575,'-1'-1'0,"0"0"0,0 0 0,0 0 0,0 0 0,0 0 0,0 1 0,0-1 0,0 0 0,0 1 0,0-1 0,0 0 0,0 1 0,-1 0 0,1-1 0,0 1 0,0 0 0,-1-1 0,1 1 0,0 0 0,0 0 0,-1 0 0,1 0 0,0 0 0,-2 1 0,1 0 0,1 0 0,-1 0 0,1 0 0,-1 0 0,1 0 0,0 0 0,-1 0 0,1 1 0,0-1 0,0 1 0,0-1 0,0 0 0,0 1 0,0 0 0,0 1 0,-3 7 0,1-1 0,0 1 0,0 0 0,-1 17 0,1 4 0,1-1 0,2 1 0,5 42 0,21 92 0,-15-104 0,11 71 0,30 159 0,-47-271 0,-5-20 0,0 0 0,0 0 0,1 0 0,-1 0 0,0 0 0,0 0 0,0 0 0,0 0 0,0 0 0,0 0 0,0 0 0,0 0 0,0 0 0,0 0 0,0 0 0,0 0 0,0 0 0,0 0 0,0 0 0,0 0 0,0 0 0,1 0 0,-1 0 0,0 0 0,0 0 0,0 0 0,0 0 0,0 0 0,0 0 0,0 0 0,0 0 0,0 0 0,0 0 0,0 0 0,0 0 0,0 0 0,0 0 0,0 0 0,1 0 0,-1 0 0,0 0 0,0 0 0,0 0 0,0 0 0,0 0 0,0 0 0,0 0 0,0 0 0,0 1 0,0-1 0,0 0 0,0 0 0,0 0 0,0 0 0,0 0 0,0 0 0,0 0 0,0 0 0,0 0 0,2-9 0,0-16 0,-12-385 0,0 302 0,-43-190 0,41 255 0,7 26 0,0 0 0,1-1 0,1 0 0,0 0 0,0-28 0,3 43 0,1 1 0,-1 0 0,1-1 0,-1 1 0,1-1 0,0 1 0,0 0 0,0 0 0,0-1 0,0 1 0,0 0 0,1 0 0,-1 0 0,1 0 0,0 0 0,-1 1 0,1-1 0,0 0 0,0 1 0,0-1 0,0 1 0,0 0 0,1 0 0,-1 0 0,0 0 0,0 0 0,1 0 0,-1 1 0,1-1 0,3 0 0,7-1 0,0 1 0,0 1 0,0 0 0,18 2 0,-12 0 0,0 1 0,-1 1 0,1 1 0,33 13 0,-39-13 0,-1 1 0,-1 0 0,1 1 0,-1 0 0,0 1 0,0 0 0,16 18 0,-25-24 0,1 0 0,-1 0 0,-1 1 0,1-1 0,0 1 0,-1-1 0,1 1 0,-1 0 0,0-1 0,0 1 0,0 0 0,0 0 0,0 0 0,0 0 0,-1 0 0,0 0 0,0 0 0,1 0 0,-2 0 0,1 0 0,-1 4 0,0-2 0,-1-1 0,0 0 0,0 0 0,0-1 0,0 1 0,-1 0 0,0-1 0,1 1 0,-1-1 0,0 0 0,-1 0 0,1 0 0,0 0 0,-6 2 0,-10 7-120,-2-1 1,0-1-1,-43 14 0,45-17-766,-15 5-5940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1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44 133 24575,'-8'-9'0,"2"-1"0,-1 1 0,1-1 0,-6-16 0,11 26 0,1-1 0,-1 1 0,1-1 0,0 1 0,-1-1 0,1 1 0,0-1 0,-1 1 0,1-1 0,0 1 0,0-1 0,0 0 0,-1 1 0,1-1 0,0 1 0,0-1 0,0 0 0,0 1 0,0-1 0,0 0 0,0 1 0,0-1 0,1 1 0,-1-1 0,0 0 0,0 1 0,0-1 0,1 1 0,-1-1 0,0 0 0,0 1 0,1-1 0,-1 1 0,1-1 0,-1 1 0,0-1 0,1 1 0,-1 0 0,1-1 0,-1 1 0,1-1 0,-1 1 0,1 0 0,0 0 0,-1-1 0,1 1 0,-1 0 0,1 0 0,0 0 0,-1-1 0,1 1 0,0 0 0,3 0 0,0 0 0,-1 0 0,1 1 0,0-1 0,-1 1 0,1 0 0,0 0 0,3 1 0,8 5 0,0 0 0,0 2 0,-1-1 0,0 2 0,0 0 0,-1 1 0,0 0 0,-1 1 0,-1 0 0,17 22 0,-8-7 0,-2 2 0,0 1 0,-2 0 0,15 40 0,-27-60 0,-1 0 0,0 0 0,3 20 0,-5-28 0,-1 0 0,0 0 0,0 0 0,0 0 0,0-1 0,0 1 0,-1 0 0,1 0 0,0 0 0,-1-1 0,0 1 0,1 0 0,-2 2 0,1-3 0,0 0 0,0-1 0,1 1 0,-1 0 0,0-1 0,0 1 0,0-1 0,0 1 0,0-1 0,0 1 0,0-1 0,0 1 0,0-1 0,0 0 0,0 0 0,0 0 0,0 1 0,0-1 0,0 0 0,0 0 0,0 0 0,0-1 0,0 1 0,0 0 0,-2-1 0,-1 0 0,1 1 0,0-1 0,-1-1 0,1 1 0,0 0 0,0-1 0,0 1 0,0-1 0,0 0 0,1 0 0,-1 0 0,0-1 0,1 1 0,-1-1 0,-2-3 0,2 1 0,0-1 0,0 1 0,0 0 0,1-1 0,-1 0 0,1 1 0,1-1 0,-2-8 0,1 1 0,1-1 0,0 0 0,1 0 0,0 0 0,1 0 0,1 1 0,3-15 0,-1 13 34,0 0 1,2 1-1,-1-1 0,2 1 0,0 1 0,0-1 0,1 1 0,1 1 0,14-17 1,-14 20-167,-1 0 1,2 1 0,-1 0-1,1 0 1,0 1 0,1 1 0,-1 0-1,1 0 1,1 1 0,-1 0 0,1 1-1,12-3 1,9 1-6695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2.1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166 51 24575,'-7'-6'0,"-1"0"0,1 1 0,-1 0 0,0 1 0,-10-5 0,3 1 0,14 7 0,-1 0 0,0 0 0,1 0 0,-1 1 0,0-1 0,0 0 0,0 1 0,0-1 0,0 1 0,0 0 0,0 0 0,0 0 0,1 0 0,-1 0 0,0 0 0,0 0 0,0 0 0,0 1 0,0-1 0,-3 2 0,3-1 0,0 1 0,-1-1 0,1 1 0,0 0 0,1 0 0,-1 0 0,0 0 0,0 0 0,1 0 0,-1 0 0,1 0 0,0 1 0,-2 3 0,-2 8 0,1 0 0,0 0 0,1 0 0,-1 21 0,3-33 0,-1 16 0,0-1 0,1 1 0,1-1 0,0 1 0,4 21 0,-3-34 0,-1-1 0,1 0 0,1 0 0,-1 0 0,1 0 0,-1 0 0,1 0 0,0-1 0,0 1 0,1-1 0,-1 1 0,1-1 0,0 0 0,-1 1 0,2-2 0,-1 1 0,0 0 0,0-1 0,1 1 0,0-1 0,-1 0 0,1 0 0,0 0 0,0-1 0,0 1 0,0-1 0,6 1 0,-4-1 0,0-1 0,0 0 0,0 0 0,0 0 0,-1-1 0,1 0 0,0 0 0,0 0 0,-1-1 0,1 0 0,-1 0 0,1 0 0,-1-1 0,0 1 0,0-1 0,0-1 0,0 1 0,-1-1 0,1 0 0,-1 0 0,0 0 0,0 0 0,0-1 0,-1 0 0,5-7 0,-3 4 0,-1 1 0,0 0 0,0-1 0,-1 0 0,0 0 0,0 0 0,-1 0 0,0 0 0,0 0 0,-1-1 0,0 1 0,-1 0 0,0-1 0,0 1 0,-1-1 0,0 1 0,-3-12 0,2 15 22,0-1-1,0 0 0,-1 1 1,0-1-1,0 1 0,0 0 1,-1 0-1,1 0 0,-1 1 1,-1-1-1,1 1 0,-1 0 1,1 0-1,-1 0 0,-7-3 1,4 2-193,-1 1 0,1 1 1,-1 0-1,0 0 0,1 1 1,-1 0-1,0 0 0,0 1 1,-15 0-1,3 1-6655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2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24575,'2'0'0,"-1"0"0,1 1 0,0-1 0,-1 1 0,0 0 0,1-1 0,-1 1 0,1 0 0,-1 0 0,0 0 0,0 0 0,1 0 0,-1 0 0,0 0 0,0 0 0,0 1 0,1 2 0,16 24 0,-18-27 0,12 24 0,-2 0 0,-1 1 0,0 0 0,5 32 0,10 110 0,-18-108-341,-2 1 0,-2-1-1,-9 72 1,3-106-6485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2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115 352 24575,'-16'-55'0,"-33"-73"0,4 14 0,45 112 0,-1 0 0,0 0 0,0 0 0,1 0 0,-1 0 0,1-1 0,0 1 0,0 0 0,0 0 0,0 0 0,0-1 0,0 1 0,0 0 0,1 0 0,-1 0 0,1-1 0,0-1 0,0 3 0,0-1 0,1 1 0,-1 0 0,0 0 0,0 0 0,0 0 0,1 0 0,-1 1 0,0-1 0,1 0 0,-1 1 0,1-1 0,-1 1 0,1-1 0,-1 1 0,1 0 0,-1-1 0,1 1 0,-1 0 0,1 0 0,0 0 0,-1 0 0,1 0 0,2 1 0,13 2 0,0 0 0,0 1 0,0 1 0,0 1 0,26 12 0,74 49 0,-99-56 0,-1 1 0,22 21 0,-34-28 0,0 0 0,0 0 0,-1 0 0,0 1 0,0 0 0,0-1 0,0 2 0,-1-1 0,0 0 0,0 1 0,1 6 0,-4-11 8,1-1 0,-1 1 0,0-1 0,0 1 0,1-1 0,-1 1 0,0-1 0,-1 1 0,1 0 0,0-1 0,0 1 0,-1-1 0,1 1 0,-1-1 0,1 1 0,-1-1 0,0 0 0,1 1 0,-1-1 0,-1 2 0,0-1 8,0 0 0,0 0 0,0-1-1,-1 1 1,1-1 0,0 1 0,-1-1-1,1 0 1,-1 0 0,-4 2-1,-4 0-340,-1-1-1,0 0 1,1 0-1,-14-1 0,24-1 248,-29 1-6748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3.1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73 24575,'5'1'0,"1"0"0,-1 1 0,0-1 0,1 1 0,-1 1 0,0-1 0,0 1 0,-1-1 0,1 1 0,6 6 0,21 10 0,-7-7 0,39 12 0,-57-22 0,0 0 0,0 0 0,1-1 0,-1 0 0,1 0 0,-1-1 0,1 0 0,-1 0 0,1-1 0,11-2 0,-17 3 0,-1-1 0,1 1 0,0-1 0,0 1 0,-1-1 0,1 0 0,-1 0 0,1 1 0,-1-1 0,1 0 0,-1-1 0,1 1 0,-1 0 0,0 0 0,0-1 0,1 1 0,-1 0 0,0-1 0,0 1 0,-1-1 0,1 1 0,0-1 0,0 0 0,-1 1 0,1-1 0,-1 0 0,1 0 0,-1 1 0,0-1 0,0 0 0,0 0 0,0 1 0,0-1 0,0 0 0,0 0 0,-1 0 0,1 1 0,0-1 0,-1 0 0,0 1 0,1-1 0,-2-1 0,-1-4 0,0 0 0,-1 1 0,0-1 0,0 1 0,-1 0 0,1 0 0,-1 1 0,-11-10 0,11 11 0,-1 0 0,1 0 0,-1 0 0,0 1 0,0 0 0,-1 0 0,1 1 0,0 0 0,-1 0 0,0 0 0,1 1 0,-1 0 0,0 0 0,0 1 0,-6 0 0,7 0 0,1 1 0,0 0 0,0 0 0,0 1 0,0-1 0,0 1 0,0 0 0,0 0 0,1 1 0,-1-1 0,1 1 0,-1 0 0,1 0 0,0 1 0,0-1 0,1 1 0,-1 0 0,1 0 0,-6 9 0,4-6 0,1 0 0,0 1 0,1 0 0,0-1 0,0 1 0,1 0 0,0 1 0,0-1 0,1 0 0,0 0 0,0 1 0,1-1 0,0 1 0,0-1 0,1 0 0,0 1 0,1-1 0,0 0 0,4 12 0,-1-9 0,0 0 0,0 0 0,1 0 0,1-1 0,0 0 0,0 0 0,1-1 0,0 0 0,0 0 0,1-1 0,0 0 0,20 13 0,16 3-1365,-5-6-5461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3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42 150 24575,'-9'-16'0,"-1"1"0,-13-18 0,37 47 0,93 103 0,-94-100 0,0 0 0,-1 1 0,-1 0 0,0 1 0,10 26 0,-18-30 0,-3-15 0,0 0 0,0 0 0,0 0 0,0 0 0,0 1 0,0-1 0,0 0 0,0 0 0,0 0 0,0 0 0,0 0 0,0 0 0,0 0 0,0 0 0,0 1 0,0-1 0,0 0 0,0 0 0,0 0 0,0 0 0,0 0 0,0 0 0,0 0 0,0 0 0,0 0 0,0 0 0,-1 1 0,1-1 0,0 0 0,0 0 0,0 0 0,0 0 0,0 0 0,0 0 0,0 0 0,0 0 0,0 0 0,-1 0 0,1 0 0,0 0 0,0 0 0,0 0 0,0 0 0,0 0 0,0 0 0,0 0 0,0 0 0,-1 0 0,1 0 0,0 0 0,0 0 0,-1-1 0,-1 0 0,1-1 0,-1 1 0,1 0 0,0 0 0,0-1 0,0 1 0,0-1 0,0 1 0,0-1 0,-1-3 0,-3-7 0,0-1 0,1 0 0,0 0 0,1 0 0,1 0 0,0-1 0,0 1 0,2 0 0,1-27 0,0 28 0,1 1 0,0-1 0,1 1 0,0 0 0,0 0 0,1 0 0,1 0 0,0 1 0,0 0 0,1 0 0,1 0 0,7-9 0,-11 15 23,1 0 0,0 1 0,0-1-1,0 1 1,0 0 0,0 0 0,1 0-1,-1 1 1,1 0 0,0 0 0,-1 0-1,1 0 1,0 1 0,9-2 0,-7 2-179,0 1 1,1 0 0,-1 0 0,0 0 0,0 1 0,0 0 0,0 1-1,0 0 1,0 0 0,6 3 0,7 4-6671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3.7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 95 24575,'-1'-23'0,"0"17"0,1-1 0,0 0 0,0 0 0,0 0 0,1 1 0,0-1 0,2-7 0,-3 13 0,0 1 0,0-1 0,0 1 0,1 0 0,-1-1 0,0 1 0,0-1 0,0 1 0,0-1 0,0 1 0,1 0 0,-1-1 0,0 1 0,0-1 0,1 1 0,-1 0 0,0-1 0,0 1 0,1 0 0,-1 0 0,0-1 0,1 1 0,-1 0 0,1 0 0,-1-1 0,0 1 0,1 0 0,-1 0 0,1 0 0,-1 0 0,1-1 0,-1 1 0,0 0 0,1 0 0,-1 0 0,1 0 0,-1 0 0,1 0 0,-1 0 0,1 0 0,-1 0 0,0 1 0,1-1 0,-1 0 0,1 0 0,-1 0 0,0 0 0,1 1 0,-1-1 0,1 0 0,-1 0 0,0 1 0,1-1 0,-1 0 0,0 1 0,1-1 0,-1 0 0,0 1 0,0-1 0,1 1 0,14 27 0,14 71 91,21 118-1,-18-66-1636,-18-95-5280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4.0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86 24575,'0'-1'0,"0"0"0,1 0 0,-1-1 0,0 1 0,0 0 0,1 0 0,-1-1 0,0 1 0,1 0 0,-1 0 0,1 0 0,0-1 0,-1 1 0,1 0 0,0 0 0,0 0 0,-1 0 0,1 0 0,0 1 0,1-2 0,1 0 0,0 1 0,-1-1 0,1 1 0,0 0 0,-1 0 0,1 0 0,0 0 0,5 0 0,4-1 0,1 1 0,0 1 0,15 1 0,-24-1 0,72 10 0,7 1 0,-74-10 0,1-1 0,-1 0 0,1-1 0,-1 0 0,0-1 0,14-3 0,-18 3 0,-1-1 0,0 1 0,0-1 0,0 0 0,0 0 0,0 0 0,0-1 0,4-4 0,-5 4 0,0 0 0,1 1 0,0 0 0,0-1 0,0 1 0,0 1 0,5-4 0,-7 6 0,0-1 0,-1 1 0,1 0 0,-1-1 0,1 1 0,0 0 0,-1 0 0,1 0 0,-1 0 0,1 1 0,0-1 0,-1 0 0,1 1 0,-1-1 0,1 1 0,-1-1 0,1 1 0,-1 0 0,1-1 0,-1 1 0,0 0 0,1 0 0,-1 0 0,0 0 0,0 1 0,0-1 0,2 1 0,3 5 41,-1 0 0,1 1 0,-1-1 0,0 1 0,-1 0 0,6 14-1,17 58-311,-10-29-1109,-10-32-5446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4.2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23 24575,'-3'-3'0,"-1"-5"0,-3 0 0,-1 4 0,2 6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4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1 225 24575,'46'21'0,"-30"-16"0,0-1 0,0-1 0,1-1 0,-1 0 0,31 0 0,-39-3 0,0 0 0,-1 0 0,1 0 0,0-1 0,-1 0 0,11-5 0,-14 5 0,0 1 0,-1-1 0,1-1 0,-1 1 0,1-1 0,-1 1 0,0-1 0,0 0 0,0 0 0,-1 0 0,1-1 0,3-5 0,-4 6 0,-1 1 0,0-1 0,0 1 0,0-1 0,-1 1 0,1-1 0,-1 0 0,1 1 0,-1-1 0,0 0 0,0 1 0,0-1 0,0 0 0,-1 0 0,1 1 0,-2-6 0,0 3 0,0 0 0,0 0 0,-1 1 0,1-1 0,-1 0 0,0 1 0,-1 0 0,-5-6 0,5 5 0,0 1 0,-1 0 0,0 0 0,1 0 0,-1 1 0,-1-1 0,1 1 0,0 1 0,-1-1 0,1 1 0,-1 0 0,0 0 0,0 0 0,0 1 0,0 0 0,-7 0 0,6 2 0,0 0 0,0 1 0,1-1 0,-1 2 0,0-1 0,1 1 0,0 0 0,-1 0 0,1 0 0,0 1 0,1 0 0,-1 1 0,1-1 0,0 1 0,0 0 0,0 0 0,0 0 0,-6 11 0,6-8 0,0 1 0,0 0 0,0 0 0,1 0 0,1 0 0,-1 1 0,2 0 0,-1-1 0,1 1 0,1 0 0,0 0 0,0 15 0,1-18 0,1 1 0,0-1 0,1 0 0,0 0 0,0 0 0,0 0 0,1 0 0,0 0 0,1 0 0,-1-1 0,1 0 0,0 0 0,1 0 0,-1 0 0,1-1 0,0 1 0,1-1 0,-1-1 0,1 1 0,0-1 0,0 0 0,1 0 0,-1 0 0,1-1 0,0 0 0,7 2 0,2 0 0,0-1 0,1 0 0,0-1 0,0 0 0,0-2 0,0 0 0,0-1 0,0 0 0,0-2 0,22-4 0,-11 0 0,-1-2 0,0-1 0,0-1 0,-1-1 0,0-2 0,-1 0 0,-1-2 0,0-1 0,-1 0 0,0-2 0,-2-1 0,0 0 0,-1-2 0,28-37 0,-41 49 0,-1-1 0,0 0 0,0 0 0,-1 0 0,0-1 0,-1 0 0,0 0 0,-1 0 0,0 0 0,0 0 0,0-14 0,-3 23 0,0 0 0,0 0 0,0 0 0,0 0 0,0 0 0,0 0 0,-1 0 0,1 1 0,-1-1 0,1 0 0,-1 0 0,0 0 0,0 0 0,0 1 0,0-1 0,0 0 0,0 1 0,0-1 0,0 1 0,-1 0 0,1-1 0,0 1 0,-1 0 0,1 0 0,-1-1 0,0 1 0,1 0 0,-1 1 0,0-1 0,0 0 0,0 0 0,1 1 0,-1-1 0,0 1 0,0 0 0,0 0 0,0-1 0,0 1 0,0 0 0,-4 1 0,-2 0 0,-1-1 0,1 2 0,-1-1 0,1 1 0,-1 1 0,1 0 0,-15 7 0,16-7 0,1 0 0,0 1 0,1 0 0,-1 0 0,0 1 0,1-1 0,0 1 0,0 1 0,1-1 0,-1 0 0,1 1 0,-6 11 0,8-12 0,0 0 0,1 0 0,-1 0 0,1 0 0,0 0 0,0 0 0,1 0 0,-1 0 0,1 1 0,0-1 0,1 0 0,-1 0 0,1 0 0,0 0 0,0 0 0,1 0 0,-1 0 0,4 5 0,4 9 0,2-1 0,0 0 0,1-1 0,21 24 0,-20-25 0,0 0 0,-1 1 0,0 0 0,13 29 0,-24-44 0,0 0 0,0 0 0,0 0 0,0 0 0,-1 0 0,1 0 0,-1 0 0,0 0 0,1 0 0,-1 0 0,0 0 0,0 0 0,-1 0 0,1 0 0,0 1 0,-1-1 0,1 0 0,-1 0 0,1 0 0,-1 0 0,0 0 0,0-1 0,0 1 0,0 0 0,0 0 0,-1-1 0,1 1 0,0 0 0,-1-1 0,1 1 0,-1-1 0,0 0 0,1 1 0,-1-1 0,0 0 0,-3 1 0,-6 3 0,0 0 0,-1-1 0,0-1 0,0 0 0,-13 2 0,25-5 0,-173 18-1365,75-13-5461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5.8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 24575,'2'-13'0,"3"21"0,3 25 0,5 57 0,-1 102 0,-12 93 0,-2-131 0,2-43-1365,0-67-5461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6.1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1 24575,'-7'-1'0,"-10"1"0,16 0 0,1 1 0,0-1 0,-1 0 0,1 0 0,0 0 0,0 1 0,-1-1 0,1 0 0,0 0 0,0 1 0,0-1 0,0 0 0,-1 1 0,1-1 0,0 0 0,0 1 0,0-1 0,0 0 0,0 1 0,0-1 0,0 0 0,0 1 0,0-1 0,0 0 0,0 1 0,0-1 0,0 0 0,0 1 0,0-1 0,0 0 0,0 1 0,0-1 0,0 0 0,0 1 0,1-1 0,-1 0 0,0 1 0,0-1 0,0 0 0,1 0 0,-1 1 0,0-1 0,0 0 0,1 0 0,-1 1 0,0-1 0,1 0 0,5 9 0,1-1 0,1 0 0,-1-1 0,1 0 0,1 0 0,-1 0 0,1-1 0,0-1 0,14 7 0,1 0 0,0-2 0,43 12 0,-55-18 0,1-1 0,0-1 0,0 0 0,0-1 0,0 0 0,0-1 0,0-1 0,0 0 0,22-4 0,-26 2 0,0 0 0,0 0 0,0-1 0,-1 0 0,1 0 0,-1-1 0,0 0 0,0 0 0,-1-1 0,0 0 0,0 0 0,0-1 0,-1 0 0,7-9 0,-7 9 0,2-4 0,-16 15 0,-101 82-1365,72-58-5461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7.0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 9 24575,'-18'10'0,"17"-10"0,0 0 0,-1 1 0,1 0 0,-1-1 0,1 1 0,0 0 0,0-1 0,-1 1 0,1 0 0,0 0 0,0 0 0,0 0 0,0 0 0,-2 2 0,3-2 0,0-1 0,0 0 0,0 1 0,0-1 0,0 0 0,0 1 0,1-1 0,-1 0 0,0 1 0,0-1 0,0 0 0,0 1 0,0-1 0,0 0 0,0 1 0,1-1 0,-1 0 0,0 0 0,0 1 0,0-1 0,1 0 0,-1 0 0,0 1 0,0-1 0,1 0 0,-1 0 0,0 0 0,1 0 0,-1 1 0,0-1 0,1 0 0,-1 0 0,0 0 0,1 0 0,-1 0 0,0 0 0,1 0 0,-1 0 0,0 0 0,1 0 0,-1 0 0,0 0 0,1 0 0,-1 0 0,0 0 0,1 0 0,18 0 0,129-15 0,38-3 0,-128 14-1365,-38 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7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7 24575,'-6'0'0,"0"1"0,0-1 0,0 1 0,-1 1 0,1-1 0,0 1 0,-10 5 0,30-3 0,532-12 0,-488 5 0,77-6-1365,-85 4-5461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7.9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 24575,'3'0'0,"4"0"0,8 0 0,3 0 0,6 0 0,7 0 0,5 0 0,6 0 0,2 0 0,2 0 0,-2-3 0,-4-1 0,-5 0 0,-8 1-8191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8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24575,'6'0'0,"9"0"0,7 0 0,13 0 0,16 0 0,17 0 0,17 0 0,12 0 0,11 0 0,6 0 0,-1 0 0,-7 0 0,-21 0-8191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8.9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 24575,'-4'0'0,"0"3"0,-3 1 0,3 0 0,8-1 0,13-1 0,13-4 0,17-1 0,15 0 0,20-1 0,14 2 0,13 1 0,-13 0-8191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9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39 24575,'0'-3'0,"4"-1"0,3 0 0,7 0 0,11-1 0,13-1 0,13 1 0,16 2 0,16 1 0,8 0 0,9 2 0,-14 0-8191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49.9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 24575,'-3'0'0,"-4"0"0,-5 3 0,4 1 0,6 0 0,10-1 0,15-1 0,14-1 0,15 0 0,16-1 0,10 0 0,9 0 0,1 0 0,-2 0 0,-2 0 0,-17 0-8191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50.3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24575,'4'0'0,"3"0"0,4 0 0,7 0 0,6 0 0,11 0 0,13 0 0,13 0 0,12 0 0,12 0 0,14 0 0,5 0 0,-15 0-8191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50.8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21 24575,'-4'0'0,"3"0"0,5 3 0,4 1 0,10-1 0,12 0 0,9-3 0,15-3 0,9 0 0,11 0 0,7-2 0,6-1 0,1 1 0,-3 2 0,-6 0 0,-7 2 0,-16 0-8191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51.1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24575,'7'0'0,"7"0"0,9 0 0,9 0 0,8 0 0,14 0 0,9 0 0,13 0 0,9 0 0,6 0 0,2 0 0,-14 0-8191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52.7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861 110 24575,'0'-1'0,"1"0"0,0 1 0,0-1 0,0 1 0,-1-1 0,1 0 0,0 0 0,-1 1 0,1-1 0,0 0 0,-1 0 0,1 0 0,-1 0 0,0 0 0,1 1 0,-1-1 0,0 0 0,1 0 0,-1 0 0,0 0 0,0 0 0,0 0 0,0 0 0,0 0 0,0 0 0,0 0 0,0 0 0,0 0 0,-1 0 0,1 0 0,0 0 0,0 0 0,-2-2 0,0 1 0,-1 0 0,1 0 0,-1 0 0,0 0 0,1 0 0,-1 0 0,0 1 0,0 0 0,-6-2 0,-13-5 0,0 2 0,0 0 0,-40-4 0,-73 1 0,88 7 0,-66-6 0,-105-2 0,212 10 0,0 0 0,0 1 0,0 0 0,0 0 0,0 0 0,0 0 0,1 1 0,-1 0 0,-7 4 0,11-5 0,0 0 0,0 1 0,1-1 0,-1 0 0,1 1 0,-1-1 0,1 1 0,-1 0 0,1 0 0,0-1 0,0 1 0,0 0 0,0 0 0,0 0 0,0 0 0,1 0 0,-1 0 0,0 0 0,1 0 0,0 1 0,-1-1 0,1 0 0,0 0 0,0 0 0,1 0 0,-1 0 0,0 1 0,1-1 0,0 3 0,6 20 0,15 35 0,1 2 0,-5 8 0,-2 1 0,-4 0 0,-3 1 0,1 123 0,-38 292 0,19-383 0,-65 873-693,35-546 668,10-133 166,22-71 317,6-94-339,0-124-119,1 0 0,-1 0 0,0 0 0,-1 0 0,0 0 0,-1-1 0,1 1 0,-2-1 0,1 0 0,-1 0 0,-6 9 0,10-16 0,0-1 0,-1 0 0,1 0 0,0 1 0,0-1 0,-1 0 0,1 0 0,0 1 0,0-1 0,0 0 0,0 1 0,-1-1 0,1 0 0,0 0 0,0 1 0,0-1 0,0 0 0,0 1 0,0-1 0,0 1 0,0-1 0,0 0 0,0 1 0,0-1 0,0 0 0,0 1 0,0-1 0,0 0 0,0 1 0,1-1 0,-1 1 0,11-2 0,26-16 0,-27 12 0,98-37 0,162-41 0,-163 53 0,-51 10-1365,-43 13-5461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53.2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32 24575,'0'-1'0,"-1"0"0,1 0 0,0-1 0,0 1 0,1 0 0,-1 0 0,0-1 0,0 1 0,1 0 0,-1 0 0,1-1 0,-1 1 0,1 0 0,-1 0 0,1 0 0,0 0 0,-1 0 0,1 0 0,0 0 0,0 0 0,0 0 0,0 0 0,0 0 0,0 1 0,0-1 0,0 0 0,0 1 0,0-1 0,0 0 0,2 0 0,-1 1 0,-1 0 0,0 1 0,0-1 0,0 0 0,0 0 0,1 0 0,-1 1 0,0-1 0,0 1 0,0-1 0,0 1 0,0-1 0,0 1 0,0-1 0,0 1 0,0 0 0,0 0 0,0 0 0,-1-1 0,1 1 0,0 0 0,0 0 0,-1 0 0,1 0 0,-1 0 0,1 0 0,-1 0 0,1 0 0,-1 1 0,0-1 0,1 0 0,-1 0 0,0 2 0,2 9 0,0-1 0,-1 1 0,0-1 0,-1 1 0,-2 14 0,-11 61 0,9-62 0,-1 2 0,-37 256 0,38-234 0,2-1 0,2 1 0,11 90 0,-8-122 43,1 1 0,0-1-1,2 0 1,-1-1 0,2 0-1,0 0 1,16 26 0,-17-34-157,0 0 0,1 0 0,0 0 0,0-1 1,0 0-1,1 0 0,0-1 0,0 0 1,1 0-1,0-1 0,0 0 0,0 0 1,0-1-1,14 4 0,15 1-6712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53.7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119 237 24575,'-6'-2'0,"0"-1"0,0 2 0,0-1 0,-1 1 0,1 0 0,0 0 0,-9 0 0,10 1 0,0 0 0,-1 0 0,1-1 0,0 0 0,0 0 0,0 0 0,0-1 0,0 0 0,-8-4 0,13 6 0,-1 0 0,1 0 0,0 0 0,0 0 0,0 0 0,0 0 0,0 0 0,0 0 0,0 0 0,0 0 0,0 0 0,0-1 0,0 1 0,0 0 0,0 0 0,0 0 0,0 0 0,0 0 0,0 0 0,0 0 0,0 0 0,0 0 0,0-1 0,0 1 0,0 0 0,0 0 0,0 0 0,0 0 0,0 0 0,0 0 0,0 0 0,0 0 0,0 0 0,0-1 0,0 1 0,0 0 0,0 0 0,0 0 0,0 0 0,0 0 0,0 0 0,0 0 0,0 0 0,0 0 0,1 0 0,-1 0 0,0 0 0,0 0 0,0-1 0,0 1 0,0 0 0,0 0 0,0 0 0,0 0 0,0 0 0,0 0 0,1 0 0,-1 0 0,0 0 0,0 0 0,0 0 0,12-3 0,14-1 0,442-25 0,-289 20 0,-178 9 0,4 0 0,0 0 0,-1-1 0,1 1 0,-1-1 0,1 0 0,6-2 0,-10 2 0,-1 1 0,1-1 0,0 1 0,-1-1 0,1 1 0,0-1 0,-1 0 0,1 1 0,-1-1 0,1 0 0,-1 0 0,1 1 0,-1-1 0,0 0 0,1 0 0,-1 1 0,0-1 0,1 0 0,-1 0 0,0 0 0,0 0 0,0 0 0,0 1 0,0-1 0,0 0 0,0 0 0,0 0 0,0 0 0,0 0 0,-1 1 0,1-1 0,0 0 0,-1 0 0,1 0 0,0 1 0,-1-1 0,1 0 0,-1 0 0,0 0 0,-4-8 0,0 0 0,0 1 0,-1-1 0,0 1 0,0 1 0,-1-1 0,0 1 0,0 0 0,-1 1 0,0-1 0,0 2 0,-1-1 0,1 1 0,-1 0 0,-1 1 0,1 0 0,-14-4 0,20 8 0,0-1 0,1 1 0,-1-1 0,0 1 0,0 0 0,0 0 0,1 0 0,-1 0 0,0 1 0,0-1 0,1 1 0,-1 0 0,0-1 0,1 1 0,-4 2 0,2 0 0,-1-1 0,1 1 0,-1 1 0,1-1 0,0 1 0,0-1 0,-4 7 0,-4 5 0,2 1 0,0 1 0,-11 23 0,20-38 0,-7 14 0,1 1 0,0 0 0,1 0 0,1 1 0,1-1 0,1 1 0,0 0 0,1 0 0,1 25 0,2-29 0,0-1 0,1 1 0,1 0 0,0-1 0,0 0 0,2 0 0,0 0 0,0 0 0,1-1 0,0 0 0,1 0 0,1 0 0,9 10 0,-6-9-105,1-1 0,0-1 0,1 1 0,0-2 0,1 0 0,0 0 0,1-2 0,-1 0 0,2 0 0,-1-1 0,1-1 0,32 8 0,10-2-6721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53.9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32 24575,'-3'-3'0,"-4"-4"0,-1-4 0,1 2 0,1 7 0,6 7 0,5 8 0,5 8 0,4 7 0,6 8 0,5 4 0,2 5 0,3 4 0,2-1 0,-1-4 0,0-5 0,-2-5 0,-6-8-8191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54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309 29 24575,'-3'-3'0,"-4"-5"0,-4 0 0,-4 1 0,-1 4 0,-3 10 0,1 12 0,-5 13 0,-3 10 0,-4 7 0,0 5 0,-1 2 0,2 2 0,5-4 0,7-8 0,7-11-8191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54.4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 24575,'0'-3'0,"0"-15"0,0 16 0,0 11 0,3 38 0,2-1 0,16 72 0,-2-19 0,-10-46 0,23 130 0,-23-149 0,0 0 0,2 0 0,19 38 0,-26-63-114,1 0 1,0-1-1,0 0 0,1 0 0,0 0 1,0-1-1,1 1 0,0-2 0,0 1 1,0-1-1,12 8 0,11 2-6712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6T04:03:54.5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0 24575,'-7'0'0,"-4"0"0,2 0 0,12 0 0,15 0 0,13 0 0,15 0 0,11 0 0,9 0 0,-7 0-8191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4T09:08:56.9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24575,'0'0'-8191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30T04:39:2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31 24575,'-1'0'0,"1"0"0,0 0 0,0 0 0,-1 1 0,1-1 0,0 0 0,0 0 0,-1 0 0,1 0 0,0 0 0,-1 0 0,1 0 0,0 0 0,0 0 0,-1 0 0,1 0 0,0 0 0,0 0 0,-1 0 0,1 0 0,0 0 0,-1 0 0,1 0 0,0-1 0,0 1 0,-1 0 0,1 0 0,0 0 0,0 0 0,-1-1 0,1 1 0,0 0 0,0 0 0,0 0 0,0-1 0,-1 1 0,1 0 0,0 0 0,0-1 0,0 1 0,0 0 0,0 0 0,0-1 0,-1 1 0,1 0 0,0 0 0,0-1 0,0 1 0,0 0 0,0-1 0,0 1 0,0 0 0,0 0 0,0-1 0,1 1 0,-1 0 0,0-1 0,0 1 0,0 0 0,0 0 0,0-1 0,0 1 0,1 0 0,0-2 0,0 1 0,0 0 0,0 0 0,0 0 0,0 0 0,0 1 0,0-1 0,0 0 0,1 0 0,-1 1 0,0-1 0,3 0 0,23-3 0,0 0 0,0 2 0,54 4 0,-30-1 0,463 0-1365,-471-1-5461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30T04:39:20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24575,'5'0'0,"6"0"0,6 0 0,9 0 0,5 0 0,6 0 0,7 0 0,4-5 0,9-1 0,3 0 0,6 1 0,1 2 0,-2 1 0,-7 1 0,-13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.png"/><Relationship Id="rId21" Type="http://schemas.openxmlformats.org/officeDocument/2006/relationships/image" Target="../media/image13.png"/><Relationship Id="rId42" Type="http://schemas.openxmlformats.org/officeDocument/2006/relationships/customXml" Target="../ink/ink21.xml"/><Relationship Id="rId63" Type="http://schemas.openxmlformats.org/officeDocument/2006/relationships/image" Target="../media/image34.png"/><Relationship Id="rId84" Type="http://schemas.openxmlformats.org/officeDocument/2006/relationships/customXml" Target="../ink/ink42.xml"/><Relationship Id="rId138" Type="http://schemas.openxmlformats.org/officeDocument/2006/relationships/image" Target="../media/image71.png"/><Relationship Id="rId159" Type="http://schemas.openxmlformats.org/officeDocument/2006/relationships/customXml" Target="../ink/ink80.xml"/><Relationship Id="rId170" Type="http://schemas.openxmlformats.org/officeDocument/2006/relationships/image" Target="../media/image87.png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107" Type="http://schemas.openxmlformats.org/officeDocument/2006/relationships/image" Target="../media/image56.png"/><Relationship Id="rId11" Type="http://schemas.openxmlformats.org/officeDocument/2006/relationships/image" Target="../media/image8.png"/><Relationship Id="rId32" Type="http://schemas.openxmlformats.org/officeDocument/2006/relationships/customXml" Target="../ink/ink16.xml"/><Relationship Id="rId53" Type="http://schemas.openxmlformats.org/officeDocument/2006/relationships/image" Target="../media/image29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customXml" Target="../ink/ink75.xml"/><Relationship Id="rId5" Type="http://schemas.openxmlformats.org/officeDocument/2006/relationships/image" Target="../media/image5.png"/><Relationship Id="rId95" Type="http://schemas.openxmlformats.org/officeDocument/2006/relationships/image" Target="../media/image50.png"/><Relationship Id="rId160" Type="http://schemas.openxmlformats.org/officeDocument/2006/relationships/image" Target="../media/image82.png"/><Relationship Id="rId181" Type="http://schemas.openxmlformats.org/officeDocument/2006/relationships/customXml" Target="../ink/ink91.xml"/><Relationship Id="rId22" Type="http://schemas.openxmlformats.org/officeDocument/2006/relationships/customXml" Target="../ink/ink11.xml"/><Relationship Id="rId43" Type="http://schemas.openxmlformats.org/officeDocument/2006/relationships/image" Target="../media/image24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customXml" Target="../ink/ink70.xml"/><Relationship Id="rId85" Type="http://schemas.openxmlformats.org/officeDocument/2006/relationships/image" Target="../media/image45.png"/><Relationship Id="rId150" Type="http://schemas.openxmlformats.org/officeDocument/2006/relationships/image" Target="../media/image77.png"/><Relationship Id="rId171" Type="http://schemas.openxmlformats.org/officeDocument/2006/relationships/customXml" Target="../ink/ink86.xml"/><Relationship Id="rId192" Type="http://schemas.openxmlformats.org/officeDocument/2006/relationships/image" Target="../media/image98.png"/><Relationship Id="rId206" Type="http://schemas.openxmlformats.org/officeDocument/2006/relationships/image" Target="../media/image105.png"/><Relationship Id="rId12" Type="http://schemas.openxmlformats.org/officeDocument/2006/relationships/customXml" Target="../ink/ink6.xml"/><Relationship Id="rId33" Type="http://schemas.openxmlformats.org/officeDocument/2006/relationships/image" Target="../media/image19.png"/><Relationship Id="rId108" Type="http://schemas.openxmlformats.org/officeDocument/2006/relationships/customXml" Target="../ink/ink54.xml"/><Relationship Id="rId129" Type="http://schemas.openxmlformats.org/officeDocument/2006/relationships/customXml" Target="../ink/ink65.xml"/><Relationship Id="rId54" Type="http://schemas.openxmlformats.org/officeDocument/2006/relationships/customXml" Target="../ink/ink27.xml"/><Relationship Id="rId75" Type="http://schemas.openxmlformats.org/officeDocument/2006/relationships/image" Target="../media/image40.png"/><Relationship Id="rId96" Type="http://schemas.openxmlformats.org/officeDocument/2006/relationships/customXml" Target="../ink/ink48.xml"/><Relationship Id="rId140" Type="http://schemas.openxmlformats.org/officeDocument/2006/relationships/image" Target="../media/image72.png"/><Relationship Id="rId161" Type="http://schemas.openxmlformats.org/officeDocument/2006/relationships/customXml" Target="../ink/ink81.xml"/><Relationship Id="rId182" Type="http://schemas.openxmlformats.org/officeDocument/2006/relationships/image" Target="../media/image93.png"/><Relationship Id="rId6" Type="http://schemas.openxmlformats.org/officeDocument/2006/relationships/customXml" Target="../ink/ink3.xml"/><Relationship Id="rId23" Type="http://schemas.openxmlformats.org/officeDocument/2006/relationships/image" Target="../media/image14.png"/><Relationship Id="rId119" Type="http://schemas.openxmlformats.org/officeDocument/2006/relationships/image" Target="../media/image62.png"/><Relationship Id="rId44" Type="http://schemas.openxmlformats.org/officeDocument/2006/relationships/customXml" Target="../ink/ink22.xml"/><Relationship Id="rId65" Type="http://schemas.openxmlformats.org/officeDocument/2006/relationships/image" Target="../media/image35.png"/><Relationship Id="rId86" Type="http://schemas.openxmlformats.org/officeDocument/2006/relationships/customXml" Target="../ink/ink43.xml"/><Relationship Id="rId130" Type="http://schemas.openxmlformats.org/officeDocument/2006/relationships/image" Target="../media/image67.png"/><Relationship Id="rId151" Type="http://schemas.openxmlformats.org/officeDocument/2006/relationships/customXml" Target="../ink/ink76.xml"/><Relationship Id="rId172" Type="http://schemas.openxmlformats.org/officeDocument/2006/relationships/image" Target="../media/image88.png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13" Type="http://schemas.openxmlformats.org/officeDocument/2006/relationships/image" Target="../media/image9.png"/><Relationship Id="rId109" Type="http://schemas.openxmlformats.org/officeDocument/2006/relationships/image" Target="../media/image57.png"/><Relationship Id="rId34" Type="http://schemas.openxmlformats.org/officeDocument/2006/relationships/customXml" Target="../ink/ink17.xml"/><Relationship Id="rId55" Type="http://schemas.openxmlformats.org/officeDocument/2006/relationships/image" Target="../media/image30.png"/><Relationship Id="rId76" Type="http://schemas.openxmlformats.org/officeDocument/2006/relationships/customXml" Target="../ink/ink38.xml"/><Relationship Id="rId97" Type="http://schemas.openxmlformats.org/officeDocument/2006/relationships/image" Target="../media/image51.png"/><Relationship Id="rId120" Type="http://schemas.openxmlformats.org/officeDocument/2006/relationships/customXml" Target="../ink/ink60.xml"/><Relationship Id="rId141" Type="http://schemas.openxmlformats.org/officeDocument/2006/relationships/customXml" Target="../ink/ink71.xml"/><Relationship Id="rId7" Type="http://schemas.openxmlformats.org/officeDocument/2006/relationships/image" Target="../media/image6.png"/><Relationship Id="rId162" Type="http://schemas.openxmlformats.org/officeDocument/2006/relationships/image" Target="../media/image83.png"/><Relationship Id="rId183" Type="http://schemas.openxmlformats.org/officeDocument/2006/relationships/customXml" Target="../ink/ink92.xml"/><Relationship Id="rId24" Type="http://schemas.openxmlformats.org/officeDocument/2006/relationships/customXml" Target="../ink/ink12.xml"/><Relationship Id="rId45" Type="http://schemas.openxmlformats.org/officeDocument/2006/relationships/image" Target="../media/image25.png"/><Relationship Id="rId66" Type="http://schemas.openxmlformats.org/officeDocument/2006/relationships/customXml" Target="../ink/ink33.xml"/><Relationship Id="rId87" Type="http://schemas.openxmlformats.org/officeDocument/2006/relationships/image" Target="../media/image46.png"/><Relationship Id="rId110" Type="http://schemas.openxmlformats.org/officeDocument/2006/relationships/customXml" Target="../ink/ink55.xml"/><Relationship Id="rId131" Type="http://schemas.openxmlformats.org/officeDocument/2006/relationships/customXml" Target="../ink/ink66.xml"/><Relationship Id="rId152" Type="http://schemas.openxmlformats.org/officeDocument/2006/relationships/image" Target="../media/image78.png"/><Relationship Id="rId173" Type="http://schemas.openxmlformats.org/officeDocument/2006/relationships/customXml" Target="../ink/ink87.xml"/><Relationship Id="rId194" Type="http://schemas.openxmlformats.org/officeDocument/2006/relationships/image" Target="../media/image99.png"/><Relationship Id="rId208" Type="http://schemas.openxmlformats.org/officeDocument/2006/relationships/image" Target="../media/image106.png"/><Relationship Id="rId19" Type="http://schemas.openxmlformats.org/officeDocument/2006/relationships/image" Target="../media/image12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20.png"/><Relationship Id="rId56" Type="http://schemas.openxmlformats.org/officeDocument/2006/relationships/customXml" Target="../ink/ink28.xml"/><Relationship Id="rId77" Type="http://schemas.openxmlformats.org/officeDocument/2006/relationships/image" Target="../media/image41.png"/><Relationship Id="rId100" Type="http://schemas.openxmlformats.org/officeDocument/2006/relationships/customXml" Target="../ink/ink50.xml"/><Relationship Id="rId105" Type="http://schemas.openxmlformats.org/officeDocument/2006/relationships/image" Target="../media/image55.png"/><Relationship Id="rId126" Type="http://schemas.openxmlformats.org/officeDocument/2006/relationships/customXml" Target="../ink/ink63.xml"/><Relationship Id="rId147" Type="http://schemas.openxmlformats.org/officeDocument/2006/relationships/customXml" Target="../ink/ink74.xml"/><Relationship Id="rId168" Type="http://schemas.openxmlformats.org/officeDocument/2006/relationships/image" Target="../media/image86.png"/><Relationship Id="rId8" Type="http://schemas.openxmlformats.org/officeDocument/2006/relationships/customXml" Target="../ink/ink4.xml"/><Relationship Id="rId51" Type="http://schemas.openxmlformats.org/officeDocument/2006/relationships/image" Target="../media/image28.png"/><Relationship Id="rId72" Type="http://schemas.openxmlformats.org/officeDocument/2006/relationships/customXml" Target="../ink/ink36.xml"/><Relationship Id="rId93" Type="http://schemas.openxmlformats.org/officeDocument/2006/relationships/image" Target="../media/image49.png"/><Relationship Id="rId98" Type="http://schemas.openxmlformats.org/officeDocument/2006/relationships/customXml" Target="../ink/ink49.xml"/><Relationship Id="rId121" Type="http://schemas.openxmlformats.org/officeDocument/2006/relationships/image" Target="../media/image63.png"/><Relationship Id="rId142" Type="http://schemas.openxmlformats.org/officeDocument/2006/relationships/image" Target="../media/image73.png"/><Relationship Id="rId163" Type="http://schemas.openxmlformats.org/officeDocument/2006/relationships/customXml" Target="../ink/ink82.xml"/><Relationship Id="rId184" Type="http://schemas.openxmlformats.org/officeDocument/2006/relationships/image" Target="../media/image94.png"/><Relationship Id="rId189" Type="http://schemas.openxmlformats.org/officeDocument/2006/relationships/customXml" Target="../ink/ink95.xml"/><Relationship Id="rId3" Type="http://schemas.openxmlformats.org/officeDocument/2006/relationships/image" Target="../media/image4.png"/><Relationship Id="rId214" Type="http://schemas.openxmlformats.org/officeDocument/2006/relationships/image" Target="../media/image109.png"/><Relationship Id="rId25" Type="http://schemas.openxmlformats.org/officeDocument/2006/relationships/image" Target="../media/image15.png"/><Relationship Id="rId46" Type="http://schemas.openxmlformats.org/officeDocument/2006/relationships/customXml" Target="../ink/ink23.xml"/><Relationship Id="rId67" Type="http://schemas.openxmlformats.org/officeDocument/2006/relationships/image" Target="../media/image36.png"/><Relationship Id="rId116" Type="http://schemas.openxmlformats.org/officeDocument/2006/relationships/customXml" Target="../ink/ink58.xml"/><Relationship Id="rId137" Type="http://schemas.openxmlformats.org/officeDocument/2006/relationships/customXml" Target="../ink/ink69.xml"/><Relationship Id="rId158" Type="http://schemas.openxmlformats.org/officeDocument/2006/relationships/image" Target="../media/image81.png"/><Relationship Id="rId20" Type="http://schemas.openxmlformats.org/officeDocument/2006/relationships/customXml" Target="../ink/ink10.xml"/><Relationship Id="rId41" Type="http://schemas.openxmlformats.org/officeDocument/2006/relationships/image" Target="../media/image23.png"/><Relationship Id="rId62" Type="http://schemas.openxmlformats.org/officeDocument/2006/relationships/customXml" Target="../ink/ink31.xml"/><Relationship Id="rId83" Type="http://schemas.openxmlformats.org/officeDocument/2006/relationships/image" Target="../media/image44.png"/><Relationship Id="rId88" Type="http://schemas.openxmlformats.org/officeDocument/2006/relationships/customXml" Target="../ink/ink44.xml"/><Relationship Id="rId111" Type="http://schemas.openxmlformats.org/officeDocument/2006/relationships/image" Target="../media/image58.png"/><Relationship Id="rId132" Type="http://schemas.openxmlformats.org/officeDocument/2006/relationships/image" Target="../media/image68.png"/><Relationship Id="rId153" Type="http://schemas.openxmlformats.org/officeDocument/2006/relationships/customXml" Target="../ink/ink77.xml"/><Relationship Id="rId174" Type="http://schemas.openxmlformats.org/officeDocument/2006/relationships/image" Target="../media/image89.png"/><Relationship Id="rId179" Type="http://schemas.openxmlformats.org/officeDocument/2006/relationships/customXml" Target="../ink/ink90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190" Type="http://schemas.openxmlformats.org/officeDocument/2006/relationships/image" Target="../media/image97.png"/><Relationship Id="rId204" Type="http://schemas.openxmlformats.org/officeDocument/2006/relationships/image" Target="../media/image104.png"/><Relationship Id="rId15" Type="http://schemas.openxmlformats.org/officeDocument/2006/relationships/image" Target="../media/image10.png"/><Relationship Id="rId36" Type="http://schemas.openxmlformats.org/officeDocument/2006/relationships/customXml" Target="../ink/ink18.xml"/><Relationship Id="rId57" Type="http://schemas.openxmlformats.org/officeDocument/2006/relationships/image" Target="../media/image31.png"/><Relationship Id="rId106" Type="http://schemas.openxmlformats.org/officeDocument/2006/relationships/customXml" Target="../ink/ink53.xml"/><Relationship Id="rId127" Type="http://schemas.openxmlformats.org/officeDocument/2006/relationships/image" Target="../media/image66.png"/><Relationship Id="rId10" Type="http://schemas.openxmlformats.org/officeDocument/2006/relationships/customXml" Target="../ink/ink5.xml"/><Relationship Id="rId31" Type="http://schemas.openxmlformats.org/officeDocument/2006/relationships/image" Target="../media/image18.png"/><Relationship Id="rId52" Type="http://schemas.openxmlformats.org/officeDocument/2006/relationships/customXml" Target="../ink/ink26.xml"/><Relationship Id="rId73" Type="http://schemas.openxmlformats.org/officeDocument/2006/relationships/image" Target="../media/image39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2.png"/><Relationship Id="rId101" Type="http://schemas.openxmlformats.org/officeDocument/2006/relationships/image" Target="../media/image53.png"/><Relationship Id="rId122" Type="http://schemas.openxmlformats.org/officeDocument/2006/relationships/customXml" Target="../ink/ink61.xml"/><Relationship Id="rId143" Type="http://schemas.openxmlformats.org/officeDocument/2006/relationships/customXml" Target="../ink/ink72.xml"/><Relationship Id="rId148" Type="http://schemas.openxmlformats.org/officeDocument/2006/relationships/image" Target="../media/image76.png"/><Relationship Id="rId164" Type="http://schemas.openxmlformats.org/officeDocument/2006/relationships/image" Target="../media/image84.png"/><Relationship Id="rId169" Type="http://schemas.openxmlformats.org/officeDocument/2006/relationships/customXml" Target="../ink/ink85.xml"/><Relationship Id="rId185" Type="http://schemas.openxmlformats.org/officeDocument/2006/relationships/customXml" Target="../ink/ink93.xml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80" Type="http://schemas.openxmlformats.org/officeDocument/2006/relationships/image" Target="../media/image92.png"/><Relationship Id="rId210" Type="http://schemas.openxmlformats.org/officeDocument/2006/relationships/image" Target="../media/image107.png"/><Relationship Id="rId26" Type="http://schemas.openxmlformats.org/officeDocument/2006/relationships/customXml" Target="../ink/ink13.xml"/><Relationship Id="rId47" Type="http://schemas.openxmlformats.org/officeDocument/2006/relationships/image" Target="../media/image26.png"/><Relationship Id="rId68" Type="http://schemas.openxmlformats.org/officeDocument/2006/relationships/customXml" Target="../ink/ink34.xml"/><Relationship Id="rId89" Type="http://schemas.openxmlformats.org/officeDocument/2006/relationships/image" Target="../media/image47.png"/><Relationship Id="rId112" Type="http://schemas.openxmlformats.org/officeDocument/2006/relationships/customXml" Target="../ink/ink56.xml"/><Relationship Id="rId133" Type="http://schemas.openxmlformats.org/officeDocument/2006/relationships/customXml" Target="../ink/ink67.xml"/><Relationship Id="rId154" Type="http://schemas.openxmlformats.org/officeDocument/2006/relationships/image" Target="../media/image79.png"/><Relationship Id="rId175" Type="http://schemas.openxmlformats.org/officeDocument/2006/relationships/customXml" Target="../ink/ink88.xml"/><Relationship Id="rId196" Type="http://schemas.openxmlformats.org/officeDocument/2006/relationships/image" Target="../media/image100.png"/><Relationship Id="rId200" Type="http://schemas.openxmlformats.org/officeDocument/2006/relationships/image" Target="../media/image102.png"/><Relationship Id="rId16" Type="http://schemas.openxmlformats.org/officeDocument/2006/relationships/customXml" Target="../ink/ink8.xml"/><Relationship Id="rId37" Type="http://schemas.openxmlformats.org/officeDocument/2006/relationships/image" Target="../media/image21.png"/><Relationship Id="rId58" Type="http://schemas.openxmlformats.org/officeDocument/2006/relationships/customXml" Target="../ink/ink29.xml"/><Relationship Id="rId79" Type="http://schemas.openxmlformats.org/officeDocument/2006/relationships/image" Target="../media/image42.png"/><Relationship Id="rId102" Type="http://schemas.openxmlformats.org/officeDocument/2006/relationships/customXml" Target="../ink/ink51.xml"/><Relationship Id="rId123" Type="http://schemas.openxmlformats.org/officeDocument/2006/relationships/image" Target="../media/image64.png"/><Relationship Id="rId144" Type="http://schemas.openxmlformats.org/officeDocument/2006/relationships/image" Target="../media/image74.png"/><Relationship Id="rId90" Type="http://schemas.openxmlformats.org/officeDocument/2006/relationships/customXml" Target="../ink/ink45.xml"/><Relationship Id="rId165" Type="http://schemas.openxmlformats.org/officeDocument/2006/relationships/customXml" Target="../ink/ink83.xml"/><Relationship Id="rId186" Type="http://schemas.openxmlformats.org/officeDocument/2006/relationships/image" Target="../media/image95.png"/><Relationship Id="rId211" Type="http://schemas.openxmlformats.org/officeDocument/2006/relationships/customXml" Target="../ink/ink106.xml"/><Relationship Id="rId27" Type="http://schemas.openxmlformats.org/officeDocument/2006/relationships/image" Target="../media/image16.png"/><Relationship Id="rId48" Type="http://schemas.openxmlformats.org/officeDocument/2006/relationships/customXml" Target="../ink/ink24.xml"/><Relationship Id="rId69" Type="http://schemas.openxmlformats.org/officeDocument/2006/relationships/image" Target="../media/image37.png"/><Relationship Id="rId113" Type="http://schemas.openxmlformats.org/officeDocument/2006/relationships/image" Target="../media/image59.png"/><Relationship Id="rId134" Type="http://schemas.openxmlformats.org/officeDocument/2006/relationships/image" Target="../media/image69.png"/><Relationship Id="rId80" Type="http://schemas.openxmlformats.org/officeDocument/2006/relationships/customXml" Target="../ink/ink40.xml"/><Relationship Id="rId155" Type="http://schemas.openxmlformats.org/officeDocument/2006/relationships/customXml" Target="../ink/ink78.xml"/><Relationship Id="rId176" Type="http://schemas.openxmlformats.org/officeDocument/2006/relationships/image" Target="../media/image90.png"/><Relationship Id="rId197" Type="http://schemas.openxmlformats.org/officeDocument/2006/relationships/customXml" Target="../ink/ink99.xml"/><Relationship Id="rId201" Type="http://schemas.openxmlformats.org/officeDocument/2006/relationships/customXml" Target="../ink/ink101.xml"/><Relationship Id="rId17" Type="http://schemas.openxmlformats.org/officeDocument/2006/relationships/image" Target="../media/image11.png"/><Relationship Id="rId38" Type="http://schemas.openxmlformats.org/officeDocument/2006/relationships/customXml" Target="../ink/ink19.xml"/><Relationship Id="rId59" Type="http://schemas.openxmlformats.org/officeDocument/2006/relationships/image" Target="../media/image32.png"/><Relationship Id="rId103" Type="http://schemas.openxmlformats.org/officeDocument/2006/relationships/image" Target="../media/image54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8.png"/><Relationship Id="rId145" Type="http://schemas.openxmlformats.org/officeDocument/2006/relationships/customXml" Target="../ink/ink73.xml"/><Relationship Id="rId166" Type="http://schemas.openxmlformats.org/officeDocument/2006/relationships/image" Target="../media/image85.png"/><Relationship Id="rId187" Type="http://schemas.openxmlformats.org/officeDocument/2006/relationships/customXml" Target="../ink/ink9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8.png"/><Relationship Id="rId28" Type="http://schemas.openxmlformats.org/officeDocument/2006/relationships/customXml" Target="../ink/ink14.xml"/><Relationship Id="rId49" Type="http://schemas.openxmlformats.org/officeDocument/2006/relationships/image" Target="../media/image27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3.png"/><Relationship Id="rId135" Type="http://schemas.openxmlformats.org/officeDocument/2006/relationships/customXml" Target="../ink/ink68.xml"/><Relationship Id="rId156" Type="http://schemas.openxmlformats.org/officeDocument/2006/relationships/image" Target="../media/image80.png"/><Relationship Id="rId177" Type="http://schemas.openxmlformats.org/officeDocument/2006/relationships/customXml" Target="../ink/ink89.xml"/><Relationship Id="rId198" Type="http://schemas.openxmlformats.org/officeDocument/2006/relationships/image" Target="../media/image101.png"/><Relationship Id="rId202" Type="http://schemas.openxmlformats.org/officeDocument/2006/relationships/image" Target="../media/image103.png"/><Relationship Id="rId18" Type="http://schemas.openxmlformats.org/officeDocument/2006/relationships/customXml" Target="../ink/ink9.xml"/><Relationship Id="rId39" Type="http://schemas.openxmlformats.org/officeDocument/2006/relationships/image" Target="../media/image2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5.png"/><Relationship Id="rId146" Type="http://schemas.openxmlformats.org/officeDocument/2006/relationships/image" Target="../media/image75.png"/><Relationship Id="rId167" Type="http://schemas.openxmlformats.org/officeDocument/2006/relationships/customXml" Target="../ink/ink84.xml"/><Relationship Id="rId188" Type="http://schemas.openxmlformats.org/officeDocument/2006/relationships/image" Target="../media/image96.png"/><Relationship Id="rId71" Type="http://schemas.openxmlformats.org/officeDocument/2006/relationships/image" Target="../media/image38.png"/><Relationship Id="rId92" Type="http://schemas.openxmlformats.org/officeDocument/2006/relationships/customXml" Target="../ink/ink46.xml"/><Relationship Id="rId213" Type="http://schemas.openxmlformats.org/officeDocument/2006/relationships/customXml" Target="../ink/ink107.xml"/><Relationship Id="rId2" Type="http://schemas.openxmlformats.org/officeDocument/2006/relationships/customXml" Target="../ink/ink1.xml"/><Relationship Id="rId29" Type="http://schemas.openxmlformats.org/officeDocument/2006/relationships/image" Target="../media/image17.png"/><Relationship Id="rId40" Type="http://schemas.openxmlformats.org/officeDocument/2006/relationships/customXml" Target="../ink/ink20.xml"/><Relationship Id="rId115" Type="http://schemas.openxmlformats.org/officeDocument/2006/relationships/image" Target="../media/image60.png"/><Relationship Id="rId136" Type="http://schemas.openxmlformats.org/officeDocument/2006/relationships/image" Target="../media/image70.png"/><Relationship Id="rId157" Type="http://schemas.openxmlformats.org/officeDocument/2006/relationships/customXml" Target="../ink/ink79.xml"/><Relationship Id="rId178" Type="http://schemas.openxmlformats.org/officeDocument/2006/relationships/image" Target="../media/image91.png"/><Relationship Id="rId61" Type="http://schemas.openxmlformats.org/officeDocument/2006/relationships/image" Target="../media/image33.png"/><Relationship Id="rId82" Type="http://schemas.openxmlformats.org/officeDocument/2006/relationships/customXml" Target="../ink/ink41.xml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6.xml"/><Relationship Id="rId21" Type="http://schemas.openxmlformats.org/officeDocument/2006/relationships/image" Target="../media/image118.png"/><Relationship Id="rId42" Type="http://schemas.openxmlformats.org/officeDocument/2006/relationships/customXml" Target="../ink/ink128.xml"/><Relationship Id="rId63" Type="http://schemas.openxmlformats.org/officeDocument/2006/relationships/image" Target="../media/image139.png"/><Relationship Id="rId84" Type="http://schemas.openxmlformats.org/officeDocument/2006/relationships/customXml" Target="../ink/ink149.xml"/><Relationship Id="rId138" Type="http://schemas.openxmlformats.org/officeDocument/2006/relationships/image" Target="../media/image176.png"/><Relationship Id="rId159" Type="http://schemas.openxmlformats.org/officeDocument/2006/relationships/image" Target="../media/image186.png"/><Relationship Id="rId107" Type="http://schemas.openxmlformats.org/officeDocument/2006/relationships/customXml" Target="../ink/ink161.xml"/><Relationship Id="rId11" Type="http://schemas.openxmlformats.org/officeDocument/2006/relationships/image" Target="../media/image113.png"/><Relationship Id="rId32" Type="http://schemas.openxmlformats.org/officeDocument/2006/relationships/customXml" Target="../ink/ink123.xml"/><Relationship Id="rId53" Type="http://schemas.openxmlformats.org/officeDocument/2006/relationships/image" Target="../media/image134.png"/><Relationship Id="rId74" Type="http://schemas.openxmlformats.org/officeDocument/2006/relationships/customXml" Target="../ink/ink144.xml"/><Relationship Id="rId128" Type="http://schemas.openxmlformats.org/officeDocument/2006/relationships/image" Target="../media/image171.png"/><Relationship Id="rId149" Type="http://schemas.openxmlformats.org/officeDocument/2006/relationships/customXml" Target="../ink/ink182.xml"/><Relationship Id="rId5" Type="http://schemas.openxmlformats.org/officeDocument/2006/relationships/image" Target="../media/image110.png"/><Relationship Id="rId95" Type="http://schemas.openxmlformats.org/officeDocument/2006/relationships/image" Target="../media/image155.png"/><Relationship Id="rId160" Type="http://schemas.openxmlformats.org/officeDocument/2006/relationships/customXml" Target="../ink/ink188.xml"/><Relationship Id="rId22" Type="http://schemas.openxmlformats.org/officeDocument/2006/relationships/customXml" Target="../ink/ink118.xml"/><Relationship Id="rId43" Type="http://schemas.openxmlformats.org/officeDocument/2006/relationships/image" Target="../media/image129.png"/><Relationship Id="rId64" Type="http://schemas.openxmlformats.org/officeDocument/2006/relationships/customXml" Target="../ink/ink139.xml"/><Relationship Id="rId118" Type="http://schemas.openxmlformats.org/officeDocument/2006/relationships/image" Target="../media/image166.png"/><Relationship Id="rId139" Type="http://schemas.openxmlformats.org/officeDocument/2006/relationships/customXml" Target="../ink/ink177.xml"/><Relationship Id="rId85" Type="http://schemas.openxmlformats.org/officeDocument/2006/relationships/image" Target="../media/image150.png"/><Relationship Id="rId150" Type="http://schemas.openxmlformats.org/officeDocument/2006/relationships/image" Target="../media/image182.png"/><Relationship Id="rId12" Type="http://schemas.openxmlformats.org/officeDocument/2006/relationships/customXml" Target="../ink/ink113.xml"/><Relationship Id="rId17" Type="http://schemas.openxmlformats.org/officeDocument/2006/relationships/image" Target="../media/image116.png"/><Relationship Id="rId33" Type="http://schemas.openxmlformats.org/officeDocument/2006/relationships/image" Target="../media/image124.png"/><Relationship Id="rId38" Type="http://schemas.openxmlformats.org/officeDocument/2006/relationships/customXml" Target="../ink/ink126.xml"/><Relationship Id="rId59" Type="http://schemas.openxmlformats.org/officeDocument/2006/relationships/image" Target="../media/image137.png"/><Relationship Id="rId103" Type="http://schemas.openxmlformats.org/officeDocument/2006/relationships/customXml" Target="../ink/ink159.xml"/><Relationship Id="rId108" Type="http://schemas.openxmlformats.org/officeDocument/2006/relationships/image" Target="../media/image161.png"/><Relationship Id="rId124" Type="http://schemas.openxmlformats.org/officeDocument/2006/relationships/image" Target="../media/image169.png"/><Relationship Id="rId129" Type="http://schemas.openxmlformats.org/officeDocument/2006/relationships/customXml" Target="../ink/ink172.xml"/><Relationship Id="rId54" Type="http://schemas.openxmlformats.org/officeDocument/2006/relationships/customXml" Target="../ink/ink134.xml"/><Relationship Id="rId70" Type="http://schemas.openxmlformats.org/officeDocument/2006/relationships/customXml" Target="../ink/ink142.xml"/><Relationship Id="rId75" Type="http://schemas.openxmlformats.org/officeDocument/2006/relationships/image" Target="../media/image145.png"/><Relationship Id="rId91" Type="http://schemas.openxmlformats.org/officeDocument/2006/relationships/image" Target="../media/image153.png"/><Relationship Id="rId96" Type="http://schemas.openxmlformats.org/officeDocument/2006/relationships/customXml" Target="../ink/ink155.xml"/><Relationship Id="rId140" Type="http://schemas.openxmlformats.org/officeDocument/2006/relationships/image" Target="../media/image177.png"/><Relationship Id="rId145" Type="http://schemas.openxmlformats.org/officeDocument/2006/relationships/customXml" Target="../ink/ink180.xml"/><Relationship Id="rId161" Type="http://schemas.openxmlformats.org/officeDocument/2006/relationships/image" Target="../media/image187.png"/><Relationship Id="rId166" Type="http://schemas.openxmlformats.org/officeDocument/2006/relationships/customXml" Target="../ink/ink19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0.xml"/><Relationship Id="rId23" Type="http://schemas.openxmlformats.org/officeDocument/2006/relationships/image" Target="../media/image119.png"/><Relationship Id="rId28" Type="http://schemas.openxmlformats.org/officeDocument/2006/relationships/customXml" Target="../ink/ink121.xml"/><Relationship Id="rId49" Type="http://schemas.openxmlformats.org/officeDocument/2006/relationships/image" Target="../media/image132.png"/><Relationship Id="rId114" Type="http://schemas.openxmlformats.org/officeDocument/2006/relationships/image" Target="../media/image164.png"/><Relationship Id="rId119" Type="http://schemas.openxmlformats.org/officeDocument/2006/relationships/customXml" Target="../ink/ink167.xml"/><Relationship Id="rId44" Type="http://schemas.openxmlformats.org/officeDocument/2006/relationships/customXml" Target="../ink/ink129.xml"/><Relationship Id="rId60" Type="http://schemas.openxmlformats.org/officeDocument/2006/relationships/customXml" Target="../ink/ink137.xml"/><Relationship Id="rId65" Type="http://schemas.openxmlformats.org/officeDocument/2006/relationships/image" Target="../media/image140.png"/><Relationship Id="rId81" Type="http://schemas.openxmlformats.org/officeDocument/2006/relationships/image" Target="../media/image148.png"/><Relationship Id="rId86" Type="http://schemas.openxmlformats.org/officeDocument/2006/relationships/customXml" Target="../ink/ink150.xml"/><Relationship Id="rId130" Type="http://schemas.openxmlformats.org/officeDocument/2006/relationships/image" Target="../media/image172.png"/><Relationship Id="rId135" Type="http://schemas.openxmlformats.org/officeDocument/2006/relationships/customXml" Target="../ink/ink175.xml"/><Relationship Id="rId151" Type="http://schemas.openxmlformats.org/officeDocument/2006/relationships/customXml" Target="../ink/ink183.xml"/><Relationship Id="rId156" Type="http://schemas.openxmlformats.org/officeDocument/2006/relationships/customXml" Target="../ink/ink186.xml"/><Relationship Id="rId13" Type="http://schemas.openxmlformats.org/officeDocument/2006/relationships/image" Target="../media/image114.png"/><Relationship Id="rId18" Type="http://schemas.openxmlformats.org/officeDocument/2006/relationships/customXml" Target="../ink/ink116.xml"/><Relationship Id="rId39" Type="http://schemas.openxmlformats.org/officeDocument/2006/relationships/image" Target="../media/image127.png"/><Relationship Id="rId109" Type="http://schemas.openxmlformats.org/officeDocument/2006/relationships/customXml" Target="../ink/ink162.xml"/><Relationship Id="rId34" Type="http://schemas.openxmlformats.org/officeDocument/2006/relationships/customXml" Target="../ink/ink124.xml"/><Relationship Id="rId50" Type="http://schemas.openxmlformats.org/officeDocument/2006/relationships/customXml" Target="../ink/ink132.xml"/><Relationship Id="rId55" Type="http://schemas.openxmlformats.org/officeDocument/2006/relationships/image" Target="../media/image135.png"/><Relationship Id="rId76" Type="http://schemas.openxmlformats.org/officeDocument/2006/relationships/customXml" Target="../ink/ink145.xml"/><Relationship Id="rId97" Type="http://schemas.openxmlformats.org/officeDocument/2006/relationships/image" Target="../media/image156.png"/><Relationship Id="rId104" Type="http://schemas.openxmlformats.org/officeDocument/2006/relationships/image" Target="../media/image159.png"/><Relationship Id="rId120" Type="http://schemas.openxmlformats.org/officeDocument/2006/relationships/image" Target="../media/image167.png"/><Relationship Id="rId125" Type="http://schemas.openxmlformats.org/officeDocument/2006/relationships/customXml" Target="../ink/ink170.xml"/><Relationship Id="rId141" Type="http://schemas.openxmlformats.org/officeDocument/2006/relationships/customXml" Target="../ink/ink178.xml"/><Relationship Id="rId146" Type="http://schemas.openxmlformats.org/officeDocument/2006/relationships/image" Target="../media/image180.png"/><Relationship Id="rId167" Type="http://schemas.openxmlformats.org/officeDocument/2006/relationships/image" Target="../media/image190.png"/><Relationship Id="rId7" Type="http://schemas.openxmlformats.org/officeDocument/2006/relationships/image" Target="../media/image111.png"/><Relationship Id="rId71" Type="http://schemas.openxmlformats.org/officeDocument/2006/relationships/image" Target="../media/image143.png"/><Relationship Id="rId92" Type="http://schemas.openxmlformats.org/officeDocument/2006/relationships/customXml" Target="../ink/ink153.xml"/><Relationship Id="rId162" Type="http://schemas.openxmlformats.org/officeDocument/2006/relationships/customXml" Target="../ink/ink189.xml"/><Relationship Id="rId2" Type="http://schemas.openxmlformats.org/officeDocument/2006/relationships/customXml" Target="../ink/ink108.xml"/><Relationship Id="rId29" Type="http://schemas.openxmlformats.org/officeDocument/2006/relationships/image" Target="../media/image122.png"/><Relationship Id="rId24" Type="http://schemas.openxmlformats.org/officeDocument/2006/relationships/customXml" Target="../ink/ink119.xml"/><Relationship Id="rId40" Type="http://schemas.openxmlformats.org/officeDocument/2006/relationships/customXml" Target="../ink/ink127.xml"/><Relationship Id="rId45" Type="http://schemas.openxmlformats.org/officeDocument/2006/relationships/image" Target="../media/image130.png"/><Relationship Id="rId66" Type="http://schemas.openxmlformats.org/officeDocument/2006/relationships/customXml" Target="../ink/ink140.xml"/><Relationship Id="rId87" Type="http://schemas.openxmlformats.org/officeDocument/2006/relationships/image" Target="../media/image151.png"/><Relationship Id="rId110" Type="http://schemas.openxmlformats.org/officeDocument/2006/relationships/image" Target="../media/image162.png"/><Relationship Id="rId115" Type="http://schemas.openxmlformats.org/officeDocument/2006/relationships/customXml" Target="../ink/ink165.xml"/><Relationship Id="rId131" Type="http://schemas.openxmlformats.org/officeDocument/2006/relationships/customXml" Target="../ink/ink173.xml"/><Relationship Id="rId136" Type="http://schemas.openxmlformats.org/officeDocument/2006/relationships/image" Target="../media/image175.png"/><Relationship Id="rId157" Type="http://schemas.openxmlformats.org/officeDocument/2006/relationships/image" Target="../media/image185.png"/><Relationship Id="rId61" Type="http://schemas.openxmlformats.org/officeDocument/2006/relationships/image" Target="../media/image138.png"/><Relationship Id="rId82" Type="http://schemas.openxmlformats.org/officeDocument/2006/relationships/customXml" Target="../ink/ink148.xml"/><Relationship Id="rId152" Type="http://schemas.openxmlformats.org/officeDocument/2006/relationships/image" Target="../media/image183.png"/><Relationship Id="rId19" Type="http://schemas.openxmlformats.org/officeDocument/2006/relationships/image" Target="../media/image117.png"/><Relationship Id="rId14" Type="http://schemas.openxmlformats.org/officeDocument/2006/relationships/customXml" Target="../ink/ink114.xml"/><Relationship Id="rId30" Type="http://schemas.openxmlformats.org/officeDocument/2006/relationships/customXml" Target="../ink/ink122.xml"/><Relationship Id="rId35" Type="http://schemas.openxmlformats.org/officeDocument/2006/relationships/image" Target="../media/image125.png"/><Relationship Id="rId56" Type="http://schemas.openxmlformats.org/officeDocument/2006/relationships/customXml" Target="../ink/ink135.xml"/><Relationship Id="rId77" Type="http://schemas.openxmlformats.org/officeDocument/2006/relationships/image" Target="../media/image146.png"/><Relationship Id="rId100" Type="http://schemas.openxmlformats.org/officeDocument/2006/relationships/customXml" Target="../ink/ink157.xml"/><Relationship Id="rId105" Type="http://schemas.openxmlformats.org/officeDocument/2006/relationships/customXml" Target="../ink/ink160.xml"/><Relationship Id="rId126" Type="http://schemas.openxmlformats.org/officeDocument/2006/relationships/image" Target="../media/image170.png"/><Relationship Id="rId147" Type="http://schemas.openxmlformats.org/officeDocument/2006/relationships/customXml" Target="../ink/ink181.xml"/><Relationship Id="rId8" Type="http://schemas.openxmlformats.org/officeDocument/2006/relationships/customXml" Target="../ink/ink111.xml"/><Relationship Id="rId51" Type="http://schemas.openxmlformats.org/officeDocument/2006/relationships/image" Target="../media/image133.png"/><Relationship Id="rId72" Type="http://schemas.openxmlformats.org/officeDocument/2006/relationships/customXml" Target="../ink/ink143.xml"/><Relationship Id="rId93" Type="http://schemas.openxmlformats.org/officeDocument/2006/relationships/image" Target="../media/image154.png"/><Relationship Id="rId98" Type="http://schemas.openxmlformats.org/officeDocument/2006/relationships/customXml" Target="../ink/ink156.xml"/><Relationship Id="rId121" Type="http://schemas.openxmlformats.org/officeDocument/2006/relationships/customXml" Target="../ink/ink168.xml"/><Relationship Id="rId142" Type="http://schemas.openxmlformats.org/officeDocument/2006/relationships/image" Target="../media/image178.png"/><Relationship Id="rId163" Type="http://schemas.openxmlformats.org/officeDocument/2006/relationships/image" Target="../media/image188.png"/><Relationship Id="rId3" Type="http://schemas.openxmlformats.org/officeDocument/2006/relationships/image" Target="../media/image4.png"/><Relationship Id="rId25" Type="http://schemas.openxmlformats.org/officeDocument/2006/relationships/image" Target="../media/image120.png"/><Relationship Id="rId46" Type="http://schemas.openxmlformats.org/officeDocument/2006/relationships/customXml" Target="../ink/ink130.xml"/><Relationship Id="rId67" Type="http://schemas.openxmlformats.org/officeDocument/2006/relationships/image" Target="../media/image141.png"/><Relationship Id="rId116" Type="http://schemas.openxmlformats.org/officeDocument/2006/relationships/image" Target="../media/image165.png"/><Relationship Id="rId137" Type="http://schemas.openxmlformats.org/officeDocument/2006/relationships/customXml" Target="../ink/ink176.xml"/><Relationship Id="rId158" Type="http://schemas.openxmlformats.org/officeDocument/2006/relationships/customXml" Target="../ink/ink187.xml"/><Relationship Id="rId20" Type="http://schemas.openxmlformats.org/officeDocument/2006/relationships/customXml" Target="../ink/ink117.xml"/><Relationship Id="rId41" Type="http://schemas.openxmlformats.org/officeDocument/2006/relationships/image" Target="../media/image128.png"/><Relationship Id="rId62" Type="http://schemas.openxmlformats.org/officeDocument/2006/relationships/customXml" Target="../ink/ink138.xml"/><Relationship Id="rId83" Type="http://schemas.openxmlformats.org/officeDocument/2006/relationships/image" Target="../media/image149.png"/><Relationship Id="rId88" Type="http://schemas.openxmlformats.org/officeDocument/2006/relationships/customXml" Target="../ink/ink151.xml"/><Relationship Id="rId111" Type="http://schemas.openxmlformats.org/officeDocument/2006/relationships/customXml" Target="../ink/ink163.xml"/><Relationship Id="rId132" Type="http://schemas.openxmlformats.org/officeDocument/2006/relationships/image" Target="../media/image173.png"/><Relationship Id="rId153" Type="http://schemas.openxmlformats.org/officeDocument/2006/relationships/customXml" Target="../ink/ink184.xml"/><Relationship Id="rId15" Type="http://schemas.openxmlformats.org/officeDocument/2006/relationships/image" Target="../media/image115.png"/><Relationship Id="rId36" Type="http://schemas.openxmlformats.org/officeDocument/2006/relationships/customXml" Target="../ink/ink125.xml"/><Relationship Id="rId57" Type="http://schemas.openxmlformats.org/officeDocument/2006/relationships/image" Target="../media/image136.png"/><Relationship Id="rId106" Type="http://schemas.openxmlformats.org/officeDocument/2006/relationships/image" Target="../media/image160.png"/><Relationship Id="rId127" Type="http://schemas.openxmlformats.org/officeDocument/2006/relationships/customXml" Target="../ink/ink171.xml"/><Relationship Id="rId10" Type="http://schemas.openxmlformats.org/officeDocument/2006/relationships/customXml" Target="../ink/ink112.xml"/><Relationship Id="rId31" Type="http://schemas.openxmlformats.org/officeDocument/2006/relationships/image" Target="../media/image123.png"/><Relationship Id="rId52" Type="http://schemas.openxmlformats.org/officeDocument/2006/relationships/customXml" Target="../ink/ink133.xml"/><Relationship Id="rId73" Type="http://schemas.openxmlformats.org/officeDocument/2006/relationships/image" Target="../media/image144.png"/><Relationship Id="rId78" Type="http://schemas.openxmlformats.org/officeDocument/2006/relationships/customXml" Target="../ink/ink146.xml"/><Relationship Id="rId94" Type="http://schemas.openxmlformats.org/officeDocument/2006/relationships/customXml" Target="../ink/ink154.xml"/><Relationship Id="rId99" Type="http://schemas.openxmlformats.org/officeDocument/2006/relationships/image" Target="../media/image157.png"/><Relationship Id="rId101" Type="http://schemas.openxmlformats.org/officeDocument/2006/relationships/customXml" Target="../ink/ink158.xml"/><Relationship Id="rId122" Type="http://schemas.openxmlformats.org/officeDocument/2006/relationships/image" Target="../media/image168.png"/><Relationship Id="rId143" Type="http://schemas.openxmlformats.org/officeDocument/2006/relationships/customXml" Target="../ink/ink179.xml"/><Relationship Id="rId148" Type="http://schemas.openxmlformats.org/officeDocument/2006/relationships/image" Target="../media/image181.png"/><Relationship Id="rId164" Type="http://schemas.openxmlformats.org/officeDocument/2006/relationships/customXml" Target="../ink/ink190.xml"/><Relationship Id="rId4" Type="http://schemas.openxmlformats.org/officeDocument/2006/relationships/customXml" Target="../ink/ink109.xml"/><Relationship Id="rId9" Type="http://schemas.openxmlformats.org/officeDocument/2006/relationships/image" Target="../media/image112.png"/><Relationship Id="rId26" Type="http://schemas.openxmlformats.org/officeDocument/2006/relationships/customXml" Target="../ink/ink120.xml"/><Relationship Id="rId47" Type="http://schemas.openxmlformats.org/officeDocument/2006/relationships/image" Target="../media/image131.png"/><Relationship Id="rId68" Type="http://schemas.openxmlformats.org/officeDocument/2006/relationships/customXml" Target="../ink/ink141.xml"/><Relationship Id="rId89" Type="http://schemas.openxmlformats.org/officeDocument/2006/relationships/image" Target="../media/image152.png"/><Relationship Id="rId112" Type="http://schemas.openxmlformats.org/officeDocument/2006/relationships/image" Target="../media/image163.png"/><Relationship Id="rId133" Type="http://schemas.openxmlformats.org/officeDocument/2006/relationships/customXml" Target="../ink/ink174.xml"/><Relationship Id="rId154" Type="http://schemas.openxmlformats.org/officeDocument/2006/relationships/customXml" Target="../ink/ink185.xml"/><Relationship Id="rId16" Type="http://schemas.openxmlformats.org/officeDocument/2006/relationships/customXml" Target="../ink/ink115.xml"/><Relationship Id="rId37" Type="http://schemas.openxmlformats.org/officeDocument/2006/relationships/image" Target="../media/image126.png"/><Relationship Id="rId58" Type="http://schemas.openxmlformats.org/officeDocument/2006/relationships/customXml" Target="../ink/ink136.xml"/><Relationship Id="rId79" Type="http://schemas.openxmlformats.org/officeDocument/2006/relationships/image" Target="../media/image147.png"/><Relationship Id="rId102" Type="http://schemas.openxmlformats.org/officeDocument/2006/relationships/image" Target="../media/image158.png"/><Relationship Id="rId123" Type="http://schemas.openxmlformats.org/officeDocument/2006/relationships/customXml" Target="../ink/ink169.xml"/><Relationship Id="rId144" Type="http://schemas.openxmlformats.org/officeDocument/2006/relationships/image" Target="../media/image179.png"/><Relationship Id="rId90" Type="http://schemas.openxmlformats.org/officeDocument/2006/relationships/customXml" Target="../ink/ink152.xml"/><Relationship Id="rId165" Type="http://schemas.openxmlformats.org/officeDocument/2006/relationships/image" Target="../media/image189.png"/><Relationship Id="rId27" Type="http://schemas.openxmlformats.org/officeDocument/2006/relationships/image" Target="../media/image121.png"/><Relationship Id="rId48" Type="http://schemas.openxmlformats.org/officeDocument/2006/relationships/customXml" Target="../ink/ink131.xml"/><Relationship Id="rId69" Type="http://schemas.openxmlformats.org/officeDocument/2006/relationships/image" Target="../media/image142.png"/><Relationship Id="rId113" Type="http://schemas.openxmlformats.org/officeDocument/2006/relationships/customXml" Target="../ink/ink164.xml"/><Relationship Id="rId134" Type="http://schemas.openxmlformats.org/officeDocument/2006/relationships/image" Target="../media/image174.png"/><Relationship Id="rId80" Type="http://schemas.openxmlformats.org/officeDocument/2006/relationships/customXml" Target="../ink/ink147.xml"/><Relationship Id="rId155" Type="http://schemas.openxmlformats.org/officeDocument/2006/relationships/image" Target="../media/image18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2.xml"/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yuztechnologies/SAP_BTP_Training_CLD200/blob/master/Day%203/03%20application/03application/app/purchaseorderapp/annotations.cd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hyperlink" Target="https://github.com/soyuztechnologies/SAP_BTP_Training_CLD200/tree/master/Day%204/capm%20draft%20and%20value%20help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download/wi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3" Type="http://schemas.openxmlformats.org/officeDocument/2006/relationships/image" Target="../media/image1321.png"/><Relationship Id="rId2" Type="http://schemas.openxmlformats.org/officeDocument/2006/relationships/customXml" Target="../ink/ink193.xml"/><Relationship Id="rId1" Type="http://schemas.openxmlformats.org/officeDocument/2006/relationships/slideLayout" Target="../slideLayouts/slideLayout2.xml"/><Relationship Id="rId32" Type="http://schemas.openxmlformats.org/officeDocument/2006/relationships/customXml" Target="../ink/ink194.xml"/><Relationship Id="rId31" Type="http://schemas.openxmlformats.org/officeDocument/2006/relationships/image" Target="../media/image13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2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03.png"/><Relationship Id="rId4" Type="http://schemas.openxmlformats.org/officeDocument/2006/relationships/hyperlink" Target="http://www.dribbble.com/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jpeg"/><Relationship Id="rId3" Type="http://schemas.openxmlformats.org/officeDocument/2006/relationships/image" Target="../media/image204.jpeg"/><Relationship Id="rId7" Type="http://schemas.openxmlformats.org/officeDocument/2006/relationships/image" Target="../media/image208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7.tiff"/><Relationship Id="rId5" Type="http://schemas.openxmlformats.org/officeDocument/2006/relationships/image" Target="../media/image206.tiff"/><Relationship Id="rId4" Type="http://schemas.openxmlformats.org/officeDocument/2006/relationships/image" Target="../media/image205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10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3453886" y="134076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3453886" y="309649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3453886" y="485221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4118572" y="1593781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Fiori Apps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4118572" y="3349500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Annotations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4118572" y="5105223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243563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Integrate Actions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10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0500E44-8A4D-EA16-FA21-3458CE50FFD3}"/>
                  </a:ext>
                </a:extLst>
              </p14:cNvPr>
              <p14:cNvContentPartPr/>
              <p14:nvPr/>
            </p14:nvContentPartPr>
            <p14:xfrm>
              <a:off x="933988" y="147333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0500E44-8A4D-EA16-FA21-3458CE50FF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4988" y="1464332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A26D435E-8727-C3A5-E054-BD30E236C600}"/>
              </a:ext>
            </a:extLst>
          </p:cNvPr>
          <p:cNvGrpSpPr/>
          <p:nvPr/>
        </p:nvGrpSpPr>
        <p:grpSpPr>
          <a:xfrm>
            <a:off x="10794748" y="3908372"/>
            <a:ext cx="648000" cy="325080"/>
            <a:chOff x="10794748" y="3908372"/>
            <a:chExt cx="64800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05E520-FF81-112C-EA83-DC9A6DDF5BA8}"/>
                    </a:ext>
                  </a:extLst>
                </p14:cNvPr>
                <p14:cNvContentPartPr/>
                <p14:nvPr/>
              </p14:nvContentPartPr>
              <p14:xfrm>
                <a:off x="10794748" y="3908372"/>
                <a:ext cx="271080" cy="302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05E520-FF81-112C-EA83-DC9A6DDF5BA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86108" y="3899732"/>
                  <a:ext cx="28872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55F1BC0-6AFD-A992-110B-F0B41D90F1F6}"/>
                    </a:ext>
                  </a:extLst>
                </p14:cNvPr>
                <p14:cNvContentPartPr/>
                <p14:nvPr/>
              </p14:nvContentPartPr>
              <p14:xfrm>
                <a:off x="11115508" y="3940412"/>
                <a:ext cx="327240" cy="33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55F1BC0-6AFD-A992-110B-F0B41D90F1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106868" y="3931412"/>
                  <a:ext cx="344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57DCD0B-1D13-BDAD-31A9-B81530391FA6}"/>
                    </a:ext>
                  </a:extLst>
                </p14:cNvPr>
                <p14:cNvContentPartPr/>
                <p14:nvPr/>
              </p14:nvContentPartPr>
              <p14:xfrm>
                <a:off x="11250148" y="3973172"/>
                <a:ext cx="18720" cy="260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57DCD0B-1D13-BDAD-31A9-B81530391FA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241148" y="3964172"/>
                  <a:ext cx="3636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ECAB61E-07CD-3C1F-0B0E-2B5E812058B8}"/>
              </a:ext>
            </a:extLst>
          </p:cNvPr>
          <p:cNvGrpSpPr/>
          <p:nvPr/>
        </p:nvGrpSpPr>
        <p:grpSpPr>
          <a:xfrm>
            <a:off x="699268" y="347252"/>
            <a:ext cx="9753480" cy="5795280"/>
            <a:chOff x="699268" y="347252"/>
            <a:chExt cx="9753480" cy="57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0F28245-0700-D777-8C12-6EC8B62274F8}"/>
                    </a:ext>
                  </a:extLst>
                </p14:cNvPr>
                <p14:cNvContentPartPr/>
                <p14:nvPr/>
              </p14:nvContentPartPr>
              <p14:xfrm>
                <a:off x="847228" y="984812"/>
                <a:ext cx="731160" cy="574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0F28245-0700-D777-8C12-6EC8B62274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8228" y="976172"/>
                  <a:ext cx="74880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F35D1E1-27C8-A113-70C6-339F61F80FF2}"/>
                    </a:ext>
                  </a:extLst>
                </p14:cNvPr>
                <p14:cNvContentPartPr/>
                <p14:nvPr/>
              </p14:nvContentPartPr>
              <p14:xfrm>
                <a:off x="7254148" y="972212"/>
                <a:ext cx="1300320" cy="730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F35D1E1-27C8-A113-70C6-339F61F80F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45148" y="963572"/>
                  <a:ext cx="131796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45E500-82C4-0441-70D6-7DE480664D6A}"/>
                    </a:ext>
                  </a:extLst>
                </p14:cNvPr>
                <p14:cNvContentPartPr/>
                <p14:nvPr/>
              </p14:nvContentPartPr>
              <p14:xfrm>
                <a:off x="7597228" y="1232492"/>
                <a:ext cx="256320" cy="336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45E500-82C4-0441-70D6-7DE480664D6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588588" y="1223852"/>
                  <a:ext cx="27396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C8C3598-2AB4-294D-2D6C-56A65807CB53}"/>
                    </a:ext>
                  </a:extLst>
                </p14:cNvPr>
                <p14:cNvContentPartPr/>
                <p14:nvPr/>
              </p14:nvContentPartPr>
              <p14:xfrm>
                <a:off x="7972348" y="1392692"/>
                <a:ext cx="120240" cy="159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C8C3598-2AB4-294D-2D6C-56A65807CB5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63348" y="1383692"/>
                  <a:ext cx="137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DB2D3E6-AD6C-79B7-DDD6-8586507E65B7}"/>
                    </a:ext>
                  </a:extLst>
                </p14:cNvPr>
                <p14:cNvContentPartPr/>
                <p14:nvPr/>
              </p14:nvContentPartPr>
              <p14:xfrm>
                <a:off x="8650228" y="648932"/>
                <a:ext cx="280800" cy="1122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DB2D3E6-AD6C-79B7-DDD6-8586507E65B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1228" y="639932"/>
                  <a:ext cx="298440" cy="11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1273A7D-824E-EBA8-B54B-09DE23E10133}"/>
                    </a:ext>
                  </a:extLst>
                </p14:cNvPr>
                <p14:cNvContentPartPr/>
                <p14:nvPr/>
              </p14:nvContentPartPr>
              <p14:xfrm>
                <a:off x="9135148" y="1058252"/>
                <a:ext cx="221760" cy="2754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1273A7D-824E-EBA8-B54B-09DE23E1013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126508" y="1049612"/>
                  <a:ext cx="2394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A432AC7-F510-4609-D985-346ACD1E1165}"/>
                    </a:ext>
                  </a:extLst>
                </p14:cNvPr>
                <p14:cNvContentPartPr/>
                <p14:nvPr/>
              </p14:nvContentPartPr>
              <p14:xfrm>
                <a:off x="9463468" y="846932"/>
                <a:ext cx="172800" cy="647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A432AC7-F510-4609-D985-346ACD1E116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54468" y="837932"/>
                  <a:ext cx="19044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1B6AB0C-0534-610D-29EF-53C813DBF972}"/>
                    </a:ext>
                  </a:extLst>
                </p14:cNvPr>
                <p14:cNvContentPartPr/>
                <p14:nvPr/>
              </p14:nvContentPartPr>
              <p14:xfrm>
                <a:off x="9440068" y="1197572"/>
                <a:ext cx="142200" cy="39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1B6AB0C-0534-610D-29EF-53C813DBF97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431068" y="1188932"/>
                  <a:ext cx="1598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DD09C4-10B3-AF50-3BED-0B70E1278CCC}"/>
                    </a:ext>
                  </a:extLst>
                </p14:cNvPr>
                <p14:cNvContentPartPr/>
                <p14:nvPr/>
              </p14:nvContentPartPr>
              <p14:xfrm>
                <a:off x="9715468" y="976532"/>
                <a:ext cx="245160" cy="3740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DD09C4-10B3-AF50-3BED-0B70E1278C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06828" y="967892"/>
                  <a:ext cx="2628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7C1031C-003A-B5BC-5949-4F549E33488F}"/>
                    </a:ext>
                  </a:extLst>
                </p14:cNvPr>
                <p14:cNvContentPartPr/>
                <p14:nvPr/>
              </p14:nvContentPartPr>
              <p14:xfrm>
                <a:off x="10175548" y="2366852"/>
                <a:ext cx="277200" cy="2349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7C1031C-003A-B5BC-5949-4F549E3348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66548" y="2357852"/>
                  <a:ext cx="294840" cy="23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E70A2C-AE4F-13A6-F4D8-9D09293BBAFF}"/>
                    </a:ext>
                  </a:extLst>
                </p14:cNvPr>
                <p14:cNvContentPartPr/>
                <p14:nvPr/>
              </p14:nvContentPartPr>
              <p14:xfrm>
                <a:off x="1263028" y="684932"/>
                <a:ext cx="47160" cy="121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E70A2C-AE4F-13A6-F4D8-9D09293BBAF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54028" y="675932"/>
                  <a:ext cx="648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65F7E54-CC4F-930A-D934-EE356DA0C2A0}"/>
                    </a:ext>
                  </a:extLst>
                </p14:cNvPr>
                <p14:cNvContentPartPr/>
                <p14:nvPr/>
              </p14:nvContentPartPr>
              <p14:xfrm>
                <a:off x="1242868" y="871772"/>
                <a:ext cx="169920" cy="604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65F7E54-CC4F-930A-D934-EE356DA0C2A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34228" y="862772"/>
                  <a:ext cx="1875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5D352C1-DA22-C20D-EB8C-56ABE29645FA}"/>
                    </a:ext>
                  </a:extLst>
                </p14:cNvPr>
                <p14:cNvContentPartPr/>
                <p14:nvPr/>
              </p14:nvContentPartPr>
              <p14:xfrm>
                <a:off x="1988068" y="979412"/>
                <a:ext cx="746640" cy="490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5D352C1-DA22-C20D-EB8C-56ABE29645F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979068" y="970772"/>
                  <a:ext cx="76428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07C0694-A0D9-C7E2-C5BB-492DC1EE100A}"/>
                    </a:ext>
                  </a:extLst>
                </p14:cNvPr>
                <p14:cNvContentPartPr/>
                <p14:nvPr/>
              </p14:nvContentPartPr>
              <p14:xfrm>
                <a:off x="3071668" y="960332"/>
                <a:ext cx="687240" cy="506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07C0694-A0D9-C7E2-C5BB-492DC1EE100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62668" y="951692"/>
                  <a:ext cx="70488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F2A90D-F91B-15CC-1F37-28794D2706BA}"/>
                    </a:ext>
                  </a:extLst>
                </p14:cNvPr>
                <p14:cNvContentPartPr/>
                <p14:nvPr/>
              </p14:nvContentPartPr>
              <p14:xfrm>
                <a:off x="4120708" y="1026932"/>
                <a:ext cx="829440" cy="462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F2A90D-F91B-15CC-1F37-28794D2706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12068" y="1018292"/>
                  <a:ext cx="84708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CF295E-6579-9CA2-C65F-77D4E890D405}"/>
                    </a:ext>
                  </a:extLst>
                </p14:cNvPr>
                <p14:cNvContentPartPr/>
                <p14:nvPr/>
              </p14:nvContentPartPr>
              <p14:xfrm>
                <a:off x="5197828" y="1019012"/>
                <a:ext cx="828360" cy="508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CF295E-6579-9CA2-C65F-77D4E890D40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89188" y="1010012"/>
                  <a:ext cx="84600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261EDEF-122C-C043-427E-07A3B26CD60E}"/>
                    </a:ext>
                  </a:extLst>
                </p14:cNvPr>
                <p14:cNvContentPartPr/>
                <p14:nvPr/>
              </p14:nvContentPartPr>
              <p14:xfrm>
                <a:off x="2289388" y="699332"/>
                <a:ext cx="33120" cy="193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261EDEF-122C-C043-427E-07A3B26CD6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80388" y="690332"/>
                  <a:ext cx="50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02F460-A725-5906-AB8A-1E5E24AAA4F1}"/>
                    </a:ext>
                  </a:extLst>
                </p14:cNvPr>
                <p14:cNvContentPartPr/>
                <p14:nvPr/>
              </p14:nvContentPartPr>
              <p14:xfrm>
                <a:off x="2238988" y="902012"/>
                <a:ext cx="98640" cy="27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02F460-A725-5906-AB8A-1E5E24AAA4F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30348" y="893372"/>
                  <a:ext cx="116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C26F05F-15AC-0FD1-5EFB-C2429741839A}"/>
                    </a:ext>
                  </a:extLst>
                </p14:cNvPr>
                <p14:cNvContentPartPr/>
                <p14:nvPr/>
              </p14:nvContentPartPr>
              <p14:xfrm>
                <a:off x="2953588" y="678092"/>
                <a:ext cx="40680" cy="1688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C26F05F-15AC-0FD1-5EFB-C2429741839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44588" y="669452"/>
                  <a:ext cx="58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80628D5-8369-CF24-8098-A1EB9EF466A6}"/>
                    </a:ext>
                  </a:extLst>
                </p14:cNvPr>
                <p14:cNvContentPartPr/>
                <p14:nvPr/>
              </p14:nvContentPartPr>
              <p14:xfrm>
                <a:off x="2946748" y="858812"/>
                <a:ext cx="93960" cy="23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80628D5-8369-CF24-8098-A1EB9EF466A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38108" y="849812"/>
                  <a:ext cx="1116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BA3FCF-F878-8F96-5510-E3067082351F}"/>
                    </a:ext>
                  </a:extLst>
                </p14:cNvPr>
                <p14:cNvContentPartPr/>
                <p14:nvPr/>
              </p14:nvContentPartPr>
              <p14:xfrm>
                <a:off x="4078228" y="729212"/>
                <a:ext cx="26640" cy="160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BA3FCF-F878-8F96-5510-E3067082351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69588" y="720212"/>
                  <a:ext cx="442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58330B5-E895-BF4C-BCC2-A28EF77FC999}"/>
                    </a:ext>
                  </a:extLst>
                </p14:cNvPr>
                <p14:cNvContentPartPr/>
                <p14:nvPr/>
              </p14:nvContentPartPr>
              <p14:xfrm>
                <a:off x="4041868" y="959972"/>
                <a:ext cx="149040" cy="14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58330B5-E895-BF4C-BCC2-A28EF77FC99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32868" y="950972"/>
                  <a:ext cx="166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BDB6C4E-560A-98CA-15AC-BCDEE900638D}"/>
                    </a:ext>
                  </a:extLst>
                </p14:cNvPr>
                <p14:cNvContentPartPr/>
                <p14:nvPr/>
              </p14:nvContentPartPr>
              <p14:xfrm>
                <a:off x="4466668" y="394772"/>
                <a:ext cx="311040" cy="360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BDB6C4E-560A-98CA-15AC-BCDEE900638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57668" y="386132"/>
                  <a:ext cx="32868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6466F84-24A4-A3A3-F833-8E477840297A}"/>
                    </a:ext>
                  </a:extLst>
                </p14:cNvPr>
                <p14:cNvContentPartPr/>
                <p14:nvPr/>
              </p14:nvContentPartPr>
              <p14:xfrm>
                <a:off x="4854748" y="465332"/>
                <a:ext cx="205920" cy="257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6466F84-24A4-A3A3-F833-8E477840297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46108" y="456332"/>
                  <a:ext cx="2235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87917D0-8FB4-8A6E-60A4-81F6D243BE14}"/>
                    </a:ext>
                  </a:extLst>
                </p14:cNvPr>
                <p14:cNvContentPartPr/>
                <p14:nvPr/>
              </p14:nvContentPartPr>
              <p14:xfrm>
                <a:off x="5183788" y="480092"/>
                <a:ext cx="52200" cy="2545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87917D0-8FB4-8A6E-60A4-81F6D243BE1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74788" y="471092"/>
                  <a:ext cx="698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DB380B-BAB2-9F8A-163B-26B643BB5CF6}"/>
                    </a:ext>
                  </a:extLst>
                </p14:cNvPr>
                <p14:cNvContentPartPr/>
                <p14:nvPr/>
              </p14:nvContentPartPr>
              <p14:xfrm>
                <a:off x="5335708" y="638852"/>
                <a:ext cx="13320" cy="36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DB380B-BAB2-9F8A-163B-26B643BB5C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26708" y="629852"/>
                  <a:ext cx="30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174EF9-F948-A554-8B28-55F59E1B3CE4}"/>
                    </a:ext>
                  </a:extLst>
                </p14:cNvPr>
                <p14:cNvContentPartPr/>
                <p14:nvPr/>
              </p14:nvContentPartPr>
              <p14:xfrm>
                <a:off x="5537668" y="414212"/>
                <a:ext cx="228960" cy="323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174EF9-F948-A554-8B28-55F59E1B3CE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29028" y="405212"/>
                  <a:ext cx="2466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0AC9080-2D96-79A3-2479-D61388CCAB1F}"/>
                    </a:ext>
                  </a:extLst>
                </p14:cNvPr>
                <p14:cNvContentPartPr/>
                <p14:nvPr/>
              </p14:nvContentPartPr>
              <p14:xfrm>
                <a:off x="5840068" y="545612"/>
                <a:ext cx="186840" cy="177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0AC9080-2D96-79A3-2479-D61388CCAB1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31428" y="536972"/>
                  <a:ext cx="204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DE88897-AB13-2810-9015-485F1298E914}"/>
                    </a:ext>
                  </a:extLst>
                </p14:cNvPr>
                <p14:cNvContentPartPr/>
                <p14:nvPr/>
              </p14:nvContentPartPr>
              <p14:xfrm>
                <a:off x="6033028" y="441212"/>
                <a:ext cx="44640" cy="2757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DE88897-AB13-2810-9015-485F1298E91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024388" y="432212"/>
                  <a:ext cx="622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DCA86E7-A599-3FA2-07EE-74F5115696E6}"/>
                    </a:ext>
                  </a:extLst>
                </p14:cNvPr>
                <p14:cNvContentPartPr/>
                <p14:nvPr/>
              </p14:nvContentPartPr>
              <p14:xfrm>
                <a:off x="6138868" y="572612"/>
                <a:ext cx="124200" cy="163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DCA86E7-A599-3FA2-07EE-74F5115696E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129868" y="563972"/>
                  <a:ext cx="1418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1FC004D-0243-8454-EB63-76DE33FED562}"/>
                    </a:ext>
                  </a:extLst>
                </p14:cNvPr>
                <p14:cNvContentPartPr/>
                <p14:nvPr/>
              </p14:nvContentPartPr>
              <p14:xfrm>
                <a:off x="6315628" y="579812"/>
                <a:ext cx="143280" cy="1429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1FC004D-0243-8454-EB63-76DE33FED56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06988" y="571172"/>
                  <a:ext cx="1609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E9D6B5F-A663-80EA-2D82-F6011B15A2E7}"/>
                    </a:ext>
                  </a:extLst>
                </p14:cNvPr>
                <p14:cNvContentPartPr/>
                <p14:nvPr/>
              </p14:nvContentPartPr>
              <p14:xfrm>
                <a:off x="6499588" y="423932"/>
                <a:ext cx="59040" cy="2894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E9D6B5F-A663-80EA-2D82-F6011B15A2E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90948" y="414932"/>
                  <a:ext cx="766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C91A5F1-B16B-9F90-8262-53975BE2B3A2}"/>
                    </a:ext>
                  </a:extLst>
                </p14:cNvPr>
                <p14:cNvContentPartPr/>
                <p14:nvPr/>
              </p14:nvContentPartPr>
              <p14:xfrm>
                <a:off x="6490588" y="597092"/>
                <a:ext cx="207360" cy="1314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C91A5F1-B16B-9F90-8262-53975BE2B3A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81948" y="588092"/>
                  <a:ext cx="225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D4683CC-4693-4616-AF8B-6230ED7B953B}"/>
                    </a:ext>
                  </a:extLst>
                </p14:cNvPr>
                <p14:cNvContentPartPr/>
                <p14:nvPr/>
              </p14:nvContentPartPr>
              <p14:xfrm>
                <a:off x="6674908" y="456692"/>
                <a:ext cx="35280" cy="162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D4683CC-4693-4616-AF8B-6230ED7B953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65908" y="447692"/>
                  <a:ext cx="52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B98D927-874F-3888-E22D-1CCFABD18EB1}"/>
                    </a:ext>
                  </a:extLst>
                </p14:cNvPr>
                <p14:cNvContentPartPr/>
                <p14:nvPr/>
              </p14:nvContentPartPr>
              <p14:xfrm>
                <a:off x="6814588" y="581972"/>
                <a:ext cx="376560" cy="187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B98D927-874F-3888-E22D-1CCFABD18EB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05948" y="572972"/>
                  <a:ext cx="394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D935A62-2E58-FB00-2BF3-1A35EE2CE1FA}"/>
                    </a:ext>
                  </a:extLst>
                </p14:cNvPr>
                <p14:cNvContentPartPr/>
                <p14:nvPr/>
              </p14:nvContentPartPr>
              <p14:xfrm>
                <a:off x="7215628" y="347252"/>
                <a:ext cx="175320" cy="403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D935A62-2E58-FB00-2BF3-1A35EE2CE1F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06628" y="338252"/>
                  <a:ext cx="19296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7D37809-93CD-AB1E-C3A3-234E7E1E2F7E}"/>
                    </a:ext>
                  </a:extLst>
                </p14:cNvPr>
                <p14:cNvContentPartPr/>
                <p14:nvPr/>
              </p14:nvContentPartPr>
              <p14:xfrm>
                <a:off x="7221388" y="619412"/>
                <a:ext cx="106560" cy="18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7D37809-93CD-AB1E-C3A3-234E7E1E2F7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12748" y="610412"/>
                  <a:ext cx="124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71A0EE8-57F5-7E05-5DE4-E290E01160CD}"/>
                    </a:ext>
                  </a:extLst>
                </p14:cNvPr>
                <p14:cNvContentPartPr/>
                <p14:nvPr/>
              </p14:nvContentPartPr>
              <p14:xfrm>
                <a:off x="7420468" y="611852"/>
                <a:ext cx="7920" cy="173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71A0EE8-57F5-7E05-5DE4-E290E01160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11468" y="602852"/>
                  <a:ext cx="255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65EF5E8-9DB0-502F-D71D-243372DCB011}"/>
                    </a:ext>
                  </a:extLst>
                </p14:cNvPr>
                <p14:cNvContentPartPr/>
                <p14:nvPr/>
              </p14:nvContentPartPr>
              <p14:xfrm>
                <a:off x="7437388" y="508532"/>
                <a:ext cx="16200" cy="51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65EF5E8-9DB0-502F-D71D-243372DCB01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28748" y="499532"/>
                  <a:ext cx="33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A730471-7548-559A-14FE-42B7A866E965}"/>
                    </a:ext>
                  </a:extLst>
                </p14:cNvPr>
                <p14:cNvContentPartPr/>
                <p14:nvPr/>
              </p14:nvContentPartPr>
              <p14:xfrm>
                <a:off x="7538548" y="580892"/>
                <a:ext cx="167400" cy="189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A730471-7548-559A-14FE-42B7A866E96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529908" y="571892"/>
                  <a:ext cx="1850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32AC9E2-C93A-3868-A07B-698ECF97B355}"/>
                    </a:ext>
                  </a:extLst>
                </p14:cNvPr>
                <p14:cNvContentPartPr/>
                <p14:nvPr/>
              </p14:nvContentPartPr>
              <p14:xfrm>
                <a:off x="7735828" y="441932"/>
                <a:ext cx="22320" cy="328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32AC9E2-C93A-3868-A07B-698ECF97B35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27188" y="432932"/>
                  <a:ext cx="399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DC9EF9B-348A-DAC1-EB5B-38B630DDFB68}"/>
                    </a:ext>
                  </a:extLst>
                </p14:cNvPr>
                <p14:cNvContentPartPr/>
                <p14:nvPr/>
              </p14:nvContentPartPr>
              <p14:xfrm>
                <a:off x="7885948" y="362012"/>
                <a:ext cx="187200" cy="428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DC9EF9B-348A-DAC1-EB5B-38B630DDFB6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877308" y="353012"/>
                  <a:ext cx="204840" cy="44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EACAD3D-8378-DB5E-3A2A-0A6E4D5194A9}"/>
                    </a:ext>
                  </a:extLst>
                </p14:cNvPr>
                <p14:cNvContentPartPr/>
                <p14:nvPr/>
              </p14:nvContentPartPr>
              <p14:xfrm>
                <a:off x="862348" y="2275412"/>
                <a:ext cx="9232920" cy="24847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EACAD3D-8378-DB5E-3A2A-0A6E4D5194A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3348" y="2266412"/>
                  <a:ext cx="9250560" cy="250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3EDC165-9842-31E2-C945-5A5226A82401}"/>
                    </a:ext>
                  </a:extLst>
                </p14:cNvPr>
                <p14:cNvContentPartPr/>
                <p14:nvPr/>
              </p14:nvContentPartPr>
              <p14:xfrm>
                <a:off x="2301268" y="2292692"/>
                <a:ext cx="159480" cy="2364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3EDC165-9842-31E2-C945-5A5226A8240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92268" y="2283692"/>
                  <a:ext cx="177120" cy="23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41F81E8-01B2-CEFC-B8D4-B4E2A424D3F3}"/>
                    </a:ext>
                  </a:extLst>
                </p14:cNvPr>
                <p14:cNvContentPartPr/>
                <p14:nvPr/>
              </p14:nvContentPartPr>
              <p14:xfrm>
                <a:off x="3855028" y="2378372"/>
                <a:ext cx="131760" cy="2481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41F81E8-01B2-CEFC-B8D4-B4E2A424D3F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46028" y="2369372"/>
                  <a:ext cx="149400" cy="249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1611B48-303A-423B-2353-8ADE4A5957BE}"/>
                    </a:ext>
                  </a:extLst>
                </p14:cNvPr>
                <p14:cNvContentPartPr/>
                <p14:nvPr/>
              </p14:nvContentPartPr>
              <p14:xfrm>
                <a:off x="5736028" y="2400692"/>
                <a:ext cx="192240" cy="23385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1611B48-303A-423B-2353-8ADE4A5957B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27388" y="2392052"/>
                  <a:ext cx="209880" cy="23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F3C71C1-B3EB-CDA8-988A-9E3D91E76667}"/>
                    </a:ext>
                  </a:extLst>
                </p14:cNvPr>
                <p14:cNvContentPartPr/>
                <p14:nvPr/>
              </p14:nvContentPartPr>
              <p14:xfrm>
                <a:off x="7861108" y="2601572"/>
                <a:ext cx="99000" cy="2058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F3C71C1-B3EB-CDA8-988A-9E3D91E7666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52468" y="2592932"/>
                  <a:ext cx="116640" cy="20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68B5EA5-1450-9E87-BEBB-3BFEDE08A874}"/>
                    </a:ext>
                  </a:extLst>
                </p14:cNvPr>
                <p14:cNvContentPartPr/>
                <p14:nvPr/>
              </p14:nvContentPartPr>
              <p14:xfrm>
                <a:off x="7841308" y="2354972"/>
                <a:ext cx="59760" cy="761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68B5EA5-1450-9E87-BEBB-3BFEDE08A87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32668" y="2345972"/>
                  <a:ext cx="7740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EF8AB81-4890-266E-6845-2F37D3CF95BC}"/>
                    </a:ext>
                  </a:extLst>
                </p14:cNvPr>
                <p14:cNvContentPartPr/>
                <p14:nvPr/>
              </p14:nvContentPartPr>
              <p14:xfrm>
                <a:off x="1956028" y="4881452"/>
                <a:ext cx="290160" cy="277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EF8AB81-4890-266E-6845-2F37D3CF95B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47028" y="4872812"/>
                  <a:ext cx="307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9EE1F34-B1A7-371C-E514-546B3A059E6E}"/>
                    </a:ext>
                  </a:extLst>
                </p14:cNvPr>
                <p14:cNvContentPartPr/>
                <p14:nvPr/>
              </p14:nvContentPartPr>
              <p14:xfrm>
                <a:off x="2105068" y="4889372"/>
                <a:ext cx="1444320" cy="625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9EE1F34-B1A7-371C-E514-546B3A059E6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096068" y="4880372"/>
                  <a:ext cx="146196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63DBE3B-C01D-9928-21C0-5410C03C3332}"/>
                    </a:ext>
                  </a:extLst>
                </p14:cNvPr>
                <p14:cNvContentPartPr/>
                <p14:nvPr/>
              </p14:nvContentPartPr>
              <p14:xfrm>
                <a:off x="3455428" y="4882892"/>
                <a:ext cx="147240" cy="394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63DBE3B-C01D-9928-21C0-5410C03C333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446428" y="4873892"/>
                  <a:ext cx="16488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7F308D9-B8DF-3D22-BEAC-E4D9BB1F3E66}"/>
                    </a:ext>
                  </a:extLst>
                </p14:cNvPr>
                <p14:cNvContentPartPr/>
                <p14:nvPr/>
              </p14:nvContentPartPr>
              <p14:xfrm>
                <a:off x="3303508" y="4797932"/>
                <a:ext cx="213480" cy="1162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7F308D9-B8DF-3D22-BEAC-E4D9BB1F3E6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94868" y="4788932"/>
                  <a:ext cx="231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122D8E6-072D-B0F5-9EC0-EE0F46FD2904}"/>
                    </a:ext>
                  </a:extLst>
                </p14:cNvPr>
                <p14:cNvContentPartPr/>
                <p14:nvPr/>
              </p14:nvContentPartPr>
              <p14:xfrm>
                <a:off x="4594468" y="4810892"/>
                <a:ext cx="126360" cy="4780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122D8E6-072D-B0F5-9EC0-EE0F46FD290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85828" y="4802252"/>
                  <a:ext cx="14400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B3E106F-F1C2-507B-5EEC-A0AD83C361D8}"/>
                    </a:ext>
                  </a:extLst>
                </p14:cNvPr>
                <p14:cNvContentPartPr/>
                <p14:nvPr/>
              </p14:nvContentPartPr>
              <p14:xfrm>
                <a:off x="4551988" y="4796492"/>
                <a:ext cx="263880" cy="163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B3E106F-F1C2-507B-5EEC-A0AD83C361D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42988" y="4787492"/>
                  <a:ext cx="2815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25DF2D2-11A8-FC9F-7D40-A46273539360}"/>
                    </a:ext>
                  </a:extLst>
                </p14:cNvPr>
                <p14:cNvContentPartPr/>
                <p14:nvPr/>
              </p14:nvContentPartPr>
              <p14:xfrm>
                <a:off x="5843668" y="4842212"/>
                <a:ext cx="591480" cy="3618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25DF2D2-11A8-FC9F-7D40-A4627353936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34668" y="4833212"/>
                  <a:ext cx="6091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D9E6ED3-A853-331E-899E-2772A790C722}"/>
                    </a:ext>
                  </a:extLst>
                </p14:cNvPr>
                <p14:cNvContentPartPr/>
                <p14:nvPr/>
              </p14:nvContentPartPr>
              <p14:xfrm>
                <a:off x="6184228" y="4776332"/>
                <a:ext cx="395280" cy="172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D9E6ED3-A853-331E-899E-2772A790C72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75588" y="4767332"/>
                  <a:ext cx="4129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EE37EDE-223C-E0FD-227B-D25CEB9E0612}"/>
                    </a:ext>
                  </a:extLst>
                </p14:cNvPr>
                <p14:cNvContentPartPr/>
                <p14:nvPr/>
              </p14:nvContentPartPr>
              <p14:xfrm>
                <a:off x="3373348" y="5699732"/>
                <a:ext cx="338400" cy="442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EE37EDE-223C-E0FD-227B-D25CEB9E061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64708" y="5690732"/>
                  <a:ext cx="3560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16118A4-12C4-191D-C428-F85FE05EFA05}"/>
                    </a:ext>
                  </a:extLst>
                </p14:cNvPr>
                <p14:cNvContentPartPr/>
                <p14:nvPr/>
              </p14:nvContentPartPr>
              <p14:xfrm>
                <a:off x="3912988" y="5735372"/>
                <a:ext cx="194040" cy="257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16118A4-12C4-191D-C428-F85FE05EFA0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903988" y="5726372"/>
                  <a:ext cx="2116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AB554AD-CBAC-52E6-5D8F-1A02492BBAD8}"/>
                    </a:ext>
                  </a:extLst>
                </p14:cNvPr>
                <p14:cNvContentPartPr/>
                <p14:nvPr/>
              </p14:nvContentPartPr>
              <p14:xfrm>
                <a:off x="4216828" y="5768132"/>
                <a:ext cx="39600" cy="2512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AB554AD-CBAC-52E6-5D8F-1A02492BBAD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07828" y="5759492"/>
                  <a:ext cx="572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AEB2B64-E843-60A0-7462-75054DF99DC4}"/>
                    </a:ext>
                  </a:extLst>
                </p14:cNvPr>
                <p14:cNvContentPartPr/>
                <p14:nvPr/>
              </p14:nvContentPartPr>
              <p14:xfrm>
                <a:off x="4478188" y="5919332"/>
                <a:ext cx="1800" cy="1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AEB2B64-E843-60A0-7462-75054DF99DC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69188" y="5910332"/>
                  <a:ext cx="194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AFC29CE-0CC2-7DFD-B7FF-774E5B6DA54C}"/>
                    </a:ext>
                  </a:extLst>
                </p14:cNvPr>
                <p14:cNvContentPartPr/>
                <p14:nvPr/>
              </p14:nvContentPartPr>
              <p14:xfrm>
                <a:off x="4449388" y="5926892"/>
                <a:ext cx="35280" cy="19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AFC29CE-0CC2-7DFD-B7FF-774E5B6DA54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440748" y="5918252"/>
                  <a:ext cx="52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48EC1F6-1814-13CD-93AB-53ED8D6334A2}"/>
                    </a:ext>
                  </a:extLst>
                </p14:cNvPr>
                <p14:cNvContentPartPr/>
                <p14:nvPr/>
              </p14:nvContentPartPr>
              <p14:xfrm>
                <a:off x="4704628" y="5603612"/>
                <a:ext cx="369360" cy="499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48EC1F6-1814-13CD-93AB-53ED8D6334A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695628" y="5594972"/>
                  <a:ext cx="38700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02810AC-F2F6-1A9D-2CDE-D65D25B8BF20}"/>
                    </a:ext>
                  </a:extLst>
                </p14:cNvPr>
                <p14:cNvContentPartPr/>
                <p14:nvPr/>
              </p14:nvContentPartPr>
              <p14:xfrm>
                <a:off x="5111428" y="5889092"/>
                <a:ext cx="6840" cy="127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02810AC-F2F6-1A9D-2CDE-D65D25B8BF2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102428" y="5880452"/>
                  <a:ext cx="24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3134EB5-95BC-97CA-05CB-03D1C88A3B3C}"/>
                    </a:ext>
                  </a:extLst>
                </p14:cNvPr>
                <p14:cNvContentPartPr/>
                <p14:nvPr/>
              </p14:nvContentPartPr>
              <p14:xfrm>
                <a:off x="5157148" y="5690372"/>
                <a:ext cx="360" cy="65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3134EB5-95BC-97CA-05CB-03D1C88A3B3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148508" y="5681372"/>
                  <a:ext cx="18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F6C8659-3374-44D3-E627-BD4DCD50568B}"/>
                    </a:ext>
                  </a:extLst>
                </p14:cNvPr>
                <p14:cNvContentPartPr/>
                <p14:nvPr/>
              </p14:nvContentPartPr>
              <p14:xfrm>
                <a:off x="5236348" y="5896292"/>
                <a:ext cx="199440" cy="1238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F6C8659-3374-44D3-E627-BD4DCD50568B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227348" y="5887652"/>
                  <a:ext cx="217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0907B8B-DBB9-7FF0-372A-5BD2493C5D6C}"/>
                    </a:ext>
                  </a:extLst>
                </p14:cNvPr>
                <p14:cNvContentPartPr/>
                <p14:nvPr/>
              </p14:nvContentPartPr>
              <p14:xfrm>
                <a:off x="5499508" y="5875052"/>
                <a:ext cx="119520" cy="155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0907B8B-DBB9-7FF0-372A-5BD2493C5D6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490508" y="5866412"/>
                  <a:ext cx="137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9FA049B-79FD-4C4A-99A1-C939E643E1A8}"/>
                    </a:ext>
                  </a:extLst>
                </p14:cNvPr>
                <p14:cNvContentPartPr/>
                <p14:nvPr/>
              </p14:nvContentPartPr>
              <p14:xfrm>
                <a:off x="5796148" y="5671652"/>
                <a:ext cx="45720" cy="364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9FA049B-79FD-4C4A-99A1-C939E643E1A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787508" y="5662652"/>
                  <a:ext cx="633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6BA6FF3-3632-EA4F-BD9E-4A17CF80A6D6}"/>
                    </a:ext>
                  </a:extLst>
                </p14:cNvPr>
                <p14:cNvContentPartPr/>
                <p14:nvPr/>
              </p14:nvContentPartPr>
              <p14:xfrm>
                <a:off x="6037708" y="5693972"/>
                <a:ext cx="73800" cy="3142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6BA6FF3-3632-EA4F-BD9E-4A17CF80A6D6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029068" y="5684972"/>
                  <a:ext cx="914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511847E-8AC8-E021-4168-E83F8CFD0B2F}"/>
                    </a:ext>
                  </a:extLst>
                </p14:cNvPr>
                <p14:cNvContentPartPr/>
                <p14:nvPr/>
              </p14:nvContentPartPr>
              <p14:xfrm>
                <a:off x="5999188" y="5786492"/>
                <a:ext cx="336960" cy="181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511847E-8AC8-E021-4168-E83F8CFD0B2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990548" y="5777492"/>
                  <a:ext cx="3546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EEA67E8-7E6F-925E-A22F-922F4E163205}"/>
                    </a:ext>
                  </a:extLst>
                </p14:cNvPr>
                <p14:cNvContentPartPr/>
                <p14:nvPr/>
              </p14:nvContentPartPr>
              <p14:xfrm>
                <a:off x="6422188" y="5728172"/>
                <a:ext cx="406080" cy="2545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EEA67E8-7E6F-925E-A22F-922F4E16320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413548" y="5719172"/>
                  <a:ext cx="4237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A33F674-685A-6837-3791-BBB095FEF937}"/>
                    </a:ext>
                  </a:extLst>
                </p14:cNvPr>
                <p14:cNvContentPartPr/>
                <p14:nvPr/>
              </p14:nvContentPartPr>
              <p14:xfrm>
                <a:off x="699268" y="1901012"/>
                <a:ext cx="3114720" cy="7304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A33F674-685A-6837-3791-BBB095FEF937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90268" y="1892012"/>
                  <a:ext cx="313236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D39D1EA-D3D6-02A1-D709-F5E6AB994781}"/>
                    </a:ext>
                  </a:extLst>
                </p14:cNvPr>
                <p14:cNvContentPartPr/>
                <p14:nvPr/>
              </p14:nvContentPartPr>
              <p14:xfrm>
                <a:off x="3081748" y="1820012"/>
                <a:ext cx="141840" cy="264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D39D1EA-D3D6-02A1-D709-F5E6AB99478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073108" y="1811012"/>
                  <a:ext cx="1594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CA55298-702E-955E-6131-2CD2D5A493D6}"/>
                    </a:ext>
                  </a:extLst>
                </p14:cNvPr>
                <p14:cNvContentPartPr/>
                <p14:nvPr/>
              </p14:nvContentPartPr>
              <p14:xfrm>
                <a:off x="3182908" y="1933412"/>
                <a:ext cx="432000" cy="4032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CA55298-702E-955E-6131-2CD2D5A493D6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173908" y="1924772"/>
                  <a:ext cx="449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B8B524D-CB75-70E0-7BE2-3B31EFD06095}"/>
                    </a:ext>
                  </a:extLst>
                </p14:cNvPr>
                <p14:cNvContentPartPr/>
                <p14:nvPr/>
              </p14:nvContentPartPr>
              <p14:xfrm>
                <a:off x="3841348" y="1869332"/>
                <a:ext cx="259200" cy="2710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B8B524D-CB75-70E0-7BE2-3B31EFD0609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832708" y="1860332"/>
                  <a:ext cx="27684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C91A6E9-D399-815C-A622-AC3ADAC51AE0}"/>
                    </a:ext>
                  </a:extLst>
                </p14:cNvPr>
                <p14:cNvContentPartPr/>
                <p14:nvPr/>
              </p14:nvContentPartPr>
              <p14:xfrm>
                <a:off x="4203148" y="1955732"/>
                <a:ext cx="47160" cy="210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C91A6E9-D399-815C-A622-AC3ADAC51AE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194508" y="1947092"/>
                  <a:ext cx="64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3E26318-1F59-E07E-7142-9761B7C6F03F}"/>
                    </a:ext>
                  </a:extLst>
                </p14:cNvPr>
                <p14:cNvContentPartPr/>
                <p14:nvPr/>
              </p14:nvContentPartPr>
              <p14:xfrm>
                <a:off x="4400788" y="2072372"/>
                <a:ext cx="38160" cy="39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3E26318-1F59-E07E-7142-9761B7C6F03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392148" y="2063732"/>
                  <a:ext cx="558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480A092-F872-02B2-94A8-AF61E0B68ED8}"/>
                    </a:ext>
                  </a:extLst>
                </p14:cNvPr>
                <p14:cNvContentPartPr/>
                <p14:nvPr/>
              </p14:nvContentPartPr>
              <p14:xfrm>
                <a:off x="4580068" y="1893092"/>
                <a:ext cx="11880" cy="255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480A092-F872-02B2-94A8-AF61E0B68ED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71068" y="1884092"/>
                  <a:ext cx="295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8EED754-54E0-1012-85CC-973E0CC8E80A}"/>
                    </a:ext>
                  </a:extLst>
                </p14:cNvPr>
                <p14:cNvContentPartPr/>
                <p14:nvPr/>
              </p14:nvContentPartPr>
              <p14:xfrm>
                <a:off x="4573228" y="1903532"/>
                <a:ext cx="270360" cy="209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8EED754-54E0-1012-85CC-973E0CC8E80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564588" y="1894532"/>
                  <a:ext cx="2880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9FEF635-D9B3-854E-418E-524F25AF27B0}"/>
                    </a:ext>
                  </a:extLst>
                </p14:cNvPr>
                <p14:cNvContentPartPr/>
                <p14:nvPr/>
              </p14:nvContentPartPr>
              <p14:xfrm>
                <a:off x="4933588" y="1995332"/>
                <a:ext cx="191520" cy="1843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9FEF635-D9B3-854E-418E-524F25AF27B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924588" y="1986692"/>
                  <a:ext cx="2091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FE15C57-4F7E-D38E-6FC1-533210DC50A8}"/>
                    </a:ext>
                  </a:extLst>
                </p14:cNvPr>
                <p14:cNvContentPartPr/>
                <p14:nvPr/>
              </p14:nvContentPartPr>
              <p14:xfrm>
                <a:off x="5145268" y="2018372"/>
                <a:ext cx="177480" cy="1465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FE15C57-4F7E-D38E-6FC1-533210DC50A8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136268" y="2009372"/>
                  <a:ext cx="1951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5C7301E-D020-6E39-DBAB-A1E384094211}"/>
                    </a:ext>
                  </a:extLst>
                </p14:cNvPr>
                <p14:cNvContentPartPr/>
                <p14:nvPr/>
              </p14:nvContentPartPr>
              <p14:xfrm>
                <a:off x="5385388" y="1875452"/>
                <a:ext cx="204120" cy="302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5C7301E-D020-6E39-DBAB-A1E38409421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376388" y="1866812"/>
                  <a:ext cx="2217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969003-9495-A260-EB3D-97EB221E9B8E}"/>
                    </a:ext>
                  </a:extLst>
                </p14:cNvPr>
                <p14:cNvContentPartPr/>
                <p14:nvPr/>
              </p14:nvContentPartPr>
              <p14:xfrm>
                <a:off x="5663668" y="2035292"/>
                <a:ext cx="79920" cy="115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969003-9495-A260-EB3D-97EB221E9B8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655028" y="2026292"/>
                  <a:ext cx="975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C2FD813-CFF7-A3E5-AE90-17B655F72691}"/>
                    </a:ext>
                  </a:extLst>
                </p14:cNvPr>
                <p14:cNvContentPartPr/>
                <p14:nvPr/>
              </p14:nvContentPartPr>
              <p14:xfrm>
                <a:off x="5815228" y="1964732"/>
                <a:ext cx="212040" cy="2296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C2FD813-CFF7-A3E5-AE90-17B655F7269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806228" y="1956092"/>
                  <a:ext cx="2296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9B1877E-4226-DF51-ED89-5E1F49904CD2}"/>
                    </a:ext>
                  </a:extLst>
                </p14:cNvPr>
                <p14:cNvContentPartPr/>
                <p14:nvPr/>
              </p14:nvContentPartPr>
              <p14:xfrm>
                <a:off x="6123388" y="1912172"/>
                <a:ext cx="28080" cy="331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9B1877E-4226-DF51-ED89-5E1F49904CD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114388" y="1903172"/>
                  <a:ext cx="457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CC9853A-C575-3C78-FE33-64949E0B0DC1}"/>
                    </a:ext>
                  </a:extLst>
                </p14:cNvPr>
                <p14:cNvContentPartPr/>
                <p14:nvPr/>
              </p14:nvContentPartPr>
              <p14:xfrm>
                <a:off x="6320668" y="2017652"/>
                <a:ext cx="222120" cy="20304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CC9853A-C575-3C78-FE33-64949E0B0DC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311668" y="2008652"/>
                  <a:ext cx="2397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CF9F061-D4F5-6384-BDFE-F218695219B3}"/>
                    </a:ext>
                  </a:extLst>
                </p14:cNvPr>
                <p14:cNvContentPartPr/>
                <p14:nvPr/>
              </p14:nvContentPartPr>
              <p14:xfrm>
                <a:off x="6638548" y="1760612"/>
                <a:ext cx="165960" cy="596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CF9F061-D4F5-6384-BDFE-F218695219B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629548" y="1751612"/>
                  <a:ext cx="18360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A52D155-857E-981A-A8F8-DDED2BA1B373}"/>
                    </a:ext>
                  </a:extLst>
                </p14:cNvPr>
                <p14:cNvContentPartPr/>
                <p14:nvPr/>
              </p14:nvContentPartPr>
              <p14:xfrm>
                <a:off x="6670228" y="2030612"/>
                <a:ext cx="256320" cy="2145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A52D155-857E-981A-A8F8-DDED2BA1B37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661588" y="2021612"/>
                  <a:ext cx="2739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9582346-D82B-98BA-3CA0-C6E6F7B78C2D}"/>
                    </a:ext>
                  </a:extLst>
                </p14:cNvPr>
                <p14:cNvContentPartPr/>
                <p14:nvPr/>
              </p14:nvContentPartPr>
              <p14:xfrm>
                <a:off x="1177348" y="2082092"/>
                <a:ext cx="254160" cy="295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9582346-D82B-98BA-3CA0-C6E6F7B78C2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168708" y="2073452"/>
                  <a:ext cx="271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30C2EC9-EBB1-7858-92B6-906D0F56CBE6}"/>
                    </a:ext>
                  </a:extLst>
                </p14:cNvPr>
                <p14:cNvContentPartPr/>
                <p14:nvPr/>
              </p14:nvContentPartPr>
              <p14:xfrm>
                <a:off x="1282468" y="2105132"/>
                <a:ext cx="16200" cy="1616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30C2EC9-EBB1-7858-92B6-906D0F56CBE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273828" y="2096132"/>
                  <a:ext cx="3384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BCD9A37-0BE5-85E5-82F2-9261BAFD04E7}"/>
                    </a:ext>
                  </a:extLst>
                </p14:cNvPr>
                <p14:cNvContentPartPr/>
                <p14:nvPr/>
              </p14:nvContentPartPr>
              <p14:xfrm>
                <a:off x="1460308" y="2225012"/>
                <a:ext cx="14040" cy="60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BCD9A37-0BE5-85E5-82F2-9261BAFD04E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451308" y="2216372"/>
                  <a:ext cx="316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FBE6587-C2B1-4D87-0A19-D3F252E60464}"/>
                    </a:ext>
                  </a:extLst>
                </p14:cNvPr>
                <p14:cNvContentPartPr/>
                <p14:nvPr/>
              </p14:nvContentPartPr>
              <p14:xfrm>
                <a:off x="1512868" y="2093612"/>
                <a:ext cx="360" cy="180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FBE6587-C2B1-4D87-0A19-D3F252E6046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503868" y="2084972"/>
                  <a:ext cx="18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3EA3FAF-70F6-E7F9-EE65-6A0F0A96E5E4}"/>
                    </a:ext>
                  </a:extLst>
                </p14:cNvPr>
                <p14:cNvContentPartPr/>
                <p14:nvPr/>
              </p14:nvContentPartPr>
              <p14:xfrm>
                <a:off x="1677028" y="2109812"/>
                <a:ext cx="6480" cy="200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3EA3FAF-70F6-E7F9-EE65-6A0F0A96E5E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668388" y="2101172"/>
                  <a:ext cx="24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13B70AF-ADF2-9688-DA41-DFE40383A9C9}"/>
                    </a:ext>
                  </a:extLst>
                </p14:cNvPr>
                <p14:cNvContentPartPr/>
                <p14:nvPr/>
              </p14:nvContentPartPr>
              <p14:xfrm>
                <a:off x="1632028" y="2189732"/>
                <a:ext cx="137880" cy="80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13B70AF-ADF2-9688-DA41-DFE40383A9C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623028" y="2180732"/>
                  <a:ext cx="1555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5DC04AD-42D9-8007-53B3-26A68035B125}"/>
                    </a:ext>
                  </a:extLst>
                </p14:cNvPr>
                <p14:cNvContentPartPr/>
                <p14:nvPr/>
              </p14:nvContentPartPr>
              <p14:xfrm>
                <a:off x="1873228" y="2127812"/>
                <a:ext cx="34560" cy="137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5DC04AD-42D9-8007-53B3-26A68035B125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864588" y="2119172"/>
                  <a:ext cx="52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360582D-0618-6DF0-2392-90CDE9E578E2}"/>
                    </a:ext>
                  </a:extLst>
                </p14:cNvPr>
                <p14:cNvContentPartPr/>
                <p14:nvPr/>
              </p14:nvContentPartPr>
              <p14:xfrm>
                <a:off x="1964668" y="2166692"/>
                <a:ext cx="101520" cy="122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360582D-0618-6DF0-2392-90CDE9E578E2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955668" y="2157692"/>
                  <a:ext cx="119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4924131-1561-654B-3A7E-1B3DFC5B9305}"/>
                    </a:ext>
                  </a:extLst>
                </p14:cNvPr>
                <p14:cNvContentPartPr/>
                <p14:nvPr/>
              </p14:nvContentPartPr>
              <p14:xfrm>
                <a:off x="2189668" y="2122052"/>
                <a:ext cx="80280" cy="1818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4924131-1561-654B-3A7E-1B3DFC5B9305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180668" y="2113412"/>
                  <a:ext cx="97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11E7D3D-B7A4-CEBC-B80A-116AB0B59FA4}"/>
                    </a:ext>
                  </a:extLst>
                </p14:cNvPr>
                <p14:cNvContentPartPr/>
                <p14:nvPr/>
              </p14:nvContentPartPr>
              <p14:xfrm>
                <a:off x="2334388" y="2183972"/>
                <a:ext cx="132480" cy="1425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11E7D3D-B7A4-CEBC-B80A-116AB0B59FA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325748" y="2174972"/>
                  <a:ext cx="150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75BDB23-3739-D5D8-D838-EB818312BE57}"/>
                    </a:ext>
                  </a:extLst>
                </p14:cNvPr>
                <p14:cNvContentPartPr/>
                <p14:nvPr/>
              </p14:nvContentPartPr>
              <p14:xfrm>
                <a:off x="2493148" y="2210972"/>
                <a:ext cx="65880" cy="99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75BDB23-3739-D5D8-D838-EB818312BE5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484508" y="2201972"/>
                  <a:ext cx="835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F9E0ACE-D965-1C3C-70EC-C1EE0ABF4063}"/>
                    </a:ext>
                  </a:extLst>
                </p14:cNvPr>
                <p14:cNvContentPartPr/>
                <p14:nvPr/>
              </p14:nvContentPartPr>
              <p14:xfrm>
                <a:off x="2505388" y="2102252"/>
                <a:ext cx="54000" cy="2016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F9E0ACE-D965-1C3C-70EC-C1EE0ABF406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496388" y="2093252"/>
                  <a:ext cx="716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656475E-B842-F051-2984-41542A61C113}"/>
                    </a:ext>
                  </a:extLst>
                </p14:cNvPr>
                <p14:cNvContentPartPr/>
                <p14:nvPr/>
              </p14:nvContentPartPr>
              <p14:xfrm>
                <a:off x="2453548" y="2209172"/>
                <a:ext cx="263160" cy="70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656475E-B842-F051-2984-41542A61C11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444908" y="2200172"/>
                  <a:ext cx="280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C13F1AC-4F9E-9B64-11A6-2E77F38A0791}"/>
                    </a:ext>
                  </a:extLst>
                </p14:cNvPr>
                <p14:cNvContentPartPr/>
                <p14:nvPr/>
              </p14:nvContentPartPr>
              <p14:xfrm>
                <a:off x="2795548" y="2140772"/>
                <a:ext cx="12240" cy="112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C13F1AC-4F9E-9B64-11A6-2E77F38A0791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786908" y="2131772"/>
                  <a:ext cx="29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EB1E9BF-857F-2306-EDB8-FECF236A4BE9}"/>
                    </a:ext>
                  </a:extLst>
                </p14:cNvPr>
                <p14:cNvContentPartPr/>
                <p14:nvPr/>
              </p14:nvContentPartPr>
              <p14:xfrm>
                <a:off x="2762788" y="2252012"/>
                <a:ext cx="6840" cy="241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EB1E9BF-857F-2306-EDB8-FECF236A4BE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754148" y="2243372"/>
                  <a:ext cx="24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D585D60-A69F-FCE6-CC33-C38B328070AA}"/>
                    </a:ext>
                  </a:extLst>
                </p14:cNvPr>
                <p14:cNvContentPartPr/>
                <p14:nvPr/>
              </p14:nvContentPartPr>
              <p14:xfrm>
                <a:off x="2927308" y="2145092"/>
                <a:ext cx="105840" cy="2304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D585D60-A69F-FCE6-CC33-C38B328070A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918668" y="2136092"/>
                  <a:ext cx="123480" cy="248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2669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AC79-6E0E-EACD-5624-1848671C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48291B-E625-7587-8FB6-6D20BBD654CA}"/>
                  </a:ext>
                </a:extLst>
              </p14:cNvPr>
              <p14:cNvContentPartPr/>
              <p14:nvPr/>
            </p14:nvContentPartPr>
            <p14:xfrm>
              <a:off x="1835428" y="149313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48291B-E625-7587-8FB6-6D20BBD654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26428" y="1484132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8BA8A0BC-76EB-8A5C-C23B-289E8EAB730B}"/>
              </a:ext>
            </a:extLst>
          </p:cNvPr>
          <p:cNvGrpSpPr/>
          <p:nvPr/>
        </p:nvGrpSpPr>
        <p:grpSpPr>
          <a:xfrm>
            <a:off x="1788268" y="1467932"/>
            <a:ext cx="5470560" cy="497520"/>
            <a:chOff x="1788268" y="1467932"/>
            <a:chExt cx="5470560" cy="49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FA09722-EDE0-A834-B7BF-1C60028CCD2E}"/>
                    </a:ext>
                  </a:extLst>
                </p14:cNvPr>
                <p14:cNvContentPartPr/>
                <p14:nvPr/>
              </p14:nvContentPartPr>
              <p14:xfrm>
                <a:off x="1788268" y="1671692"/>
                <a:ext cx="80280" cy="293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FA09722-EDE0-A834-B7BF-1C60028CCD2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79628" y="1663052"/>
                  <a:ext cx="979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63E7AEB-8DDC-574D-D1C2-812994755BF7}"/>
                    </a:ext>
                  </a:extLst>
                </p14:cNvPr>
                <p14:cNvContentPartPr/>
                <p14:nvPr/>
              </p14:nvContentPartPr>
              <p14:xfrm>
                <a:off x="1797268" y="1514012"/>
                <a:ext cx="38520" cy="18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63E7AEB-8DDC-574D-D1C2-812994755BF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88268" y="1505372"/>
                  <a:ext cx="561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3376BFE-E03C-ECD2-1720-33EBC3C4C8C4}"/>
                    </a:ext>
                  </a:extLst>
                </p14:cNvPr>
                <p14:cNvContentPartPr/>
                <p14:nvPr/>
              </p14:nvContentPartPr>
              <p14:xfrm>
                <a:off x="2046388" y="1692212"/>
                <a:ext cx="266040" cy="252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3376BFE-E03C-ECD2-1720-33EBC3C4C8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37388" y="1683572"/>
                  <a:ext cx="2836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8E1087F-3FBB-C459-49A3-2AE0F7BA168F}"/>
                    </a:ext>
                  </a:extLst>
                </p14:cNvPr>
                <p14:cNvContentPartPr/>
                <p14:nvPr/>
              </p14:nvContentPartPr>
              <p14:xfrm>
                <a:off x="2448868" y="1552172"/>
                <a:ext cx="32400" cy="333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8E1087F-3FBB-C459-49A3-2AE0F7BA168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40228" y="1543172"/>
                  <a:ext cx="500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19E2FF-0AF7-5701-BEF3-445BF2393A2E}"/>
                    </a:ext>
                  </a:extLst>
                </p14:cNvPr>
                <p14:cNvContentPartPr/>
                <p14:nvPr/>
              </p14:nvContentPartPr>
              <p14:xfrm>
                <a:off x="2453188" y="1695092"/>
                <a:ext cx="308880" cy="201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19E2FF-0AF7-5701-BEF3-445BF2393A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44548" y="1686452"/>
                  <a:ext cx="3265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BA04790-F142-2490-65BE-EC9A8588E5CD}"/>
                    </a:ext>
                  </a:extLst>
                </p14:cNvPr>
                <p14:cNvContentPartPr/>
                <p14:nvPr/>
              </p14:nvContentPartPr>
              <p14:xfrm>
                <a:off x="2904268" y="1714892"/>
                <a:ext cx="181080" cy="170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BA04790-F142-2490-65BE-EC9A8588E5C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95628" y="1705892"/>
                  <a:ext cx="198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BF2843D-5489-AEE6-5B60-792E30A2BB5D}"/>
                    </a:ext>
                  </a:extLst>
                </p14:cNvPr>
                <p14:cNvContentPartPr/>
                <p14:nvPr/>
              </p14:nvContentPartPr>
              <p14:xfrm>
                <a:off x="3183628" y="1670612"/>
                <a:ext cx="250920" cy="215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BF2843D-5489-AEE6-5B60-792E30A2BB5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74628" y="1661612"/>
                  <a:ext cx="2685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F51C038-D74D-5565-51F1-820368A95BB1}"/>
                    </a:ext>
                  </a:extLst>
                </p14:cNvPr>
                <p14:cNvContentPartPr/>
                <p14:nvPr/>
              </p14:nvContentPartPr>
              <p14:xfrm>
                <a:off x="3531388" y="1659092"/>
                <a:ext cx="186480" cy="226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F51C038-D74D-5565-51F1-820368A95B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22748" y="1650092"/>
                  <a:ext cx="2041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B4893BD-1050-67C0-5127-F3F4890DF002}"/>
                    </a:ext>
                  </a:extLst>
                </p14:cNvPr>
                <p14:cNvContentPartPr/>
                <p14:nvPr/>
              </p14:nvContentPartPr>
              <p14:xfrm>
                <a:off x="3829828" y="1467932"/>
                <a:ext cx="38880" cy="367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B4893BD-1050-67C0-5127-F3F4890DF0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21188" y="1458932"/>
                  <a:ext cx="565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747240A-8289-A583-C101-0DCF2F4F5454}"/>
                    </a:ext>
                  </a:extLst>
                </p14:cNvPr>
                <p14:cNvContentPartPr/>
                <p14:nvPr/>
              </p14:nvContentPartPr>
              <p14:xfrm>
                <a:off x="3799948" y="1679252"/>
                <a:ext cx="262800" cy="127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747240A-8289-A583-C101-0DCF2F4F545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90948" y="1670252"/>
                  <a:ext cx="280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BE30B33-C9B4-C8EB-1688-0EFC3F96519F}"/>
                    </a:ext>
                  </a:extLst>
                </p14:cNvPr>
                <p14:cNvContentPartPr/>
                <p14:nvPr/>
              </p14:nvContentPartPr>
              <p14:xfrm>
                <a:off x="4015228" y="1526972"/>
                <a:ext cx="4320" cy="19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BE30B33-C9B4-C8EB-1688-0EFC3F96519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06588" y="1518332"/>
                  <a:ext cx="21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E1AF7F7-796A-4037-9B68-5E096EBAC622}"/>
                    </a:ext>
                  </a:extLst>
                </p14:cNvPr>
                <p14:cNvContentPartPr/>
                <p14:nvPr/>
              </p14:nvContentPartPr>
              <p14:xfrm>
                <a:off x="4241308" y="1654772"/>
                <a:ext cx="145080" cy="187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E1AF7F7-796A-4037-9B68-5E096EBAC62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32668" y="1646132"/>
                  <a:ext cx="162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572CECC-2289-90F3-F3FB-3051EE2910C8}"/>
                    </a:ext>
                  </a:extLst>
                </p14:cNvPr>
                <p14:cNvContentPartPr/>
                <p14:nvPr/>
              </p14:nvContentPartPr>
              <p14:xfrm>
                <a:off x="4512388" y="1646852"/>
                <a:ext cx="243720" cy="2336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572CECC-2289-90F3-F3FB-3051EE2910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03748" y="1638212"/>
                  <a:ext cx="2613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D9863A0-C3F4-1BD4-DF24-6A4912FEA1D0}"/>
                    </a:ext>
                  </a:extLst>
                </p14:cNvPr>
                <p14:cNvContentPartPr/>
                <p14:nvPr/>
              </p14:nvContentPartPr>
              <p14:xfrm>
                <a:off x="4862308" y="1639652"/>
                <a:ext cx="218160" cy="200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D9863A0-C3F4-1BD4-DF24-6A4912FEA1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53668" y="1630652"/>
                  <a:ext cx="2358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731A80E-967E-B4BC-9F31-75405AF9D8A1}"/>
                    </a:ext>
                  </a:extLst>
                </p14:cNvPr>
                <p14:cNvContentPartPr/>
                <p14:nvPr/>
              </p14:nvContentPartPr>
              <p14:xfrm>
                <a:off x="5131228" y="1499252"/>
                <a:ext cx="40320" cy="331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731A80E-967E-B4BC-9F31-75405AF9D8A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22228" y="1490612"/>
                  <a:ext cx="5796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38A8B02-7033-CA45-B8AF-E732B464C0F3}"/>
                    </a:ext>
                  </a:extLst>
                </p14:cNvPr>
                <p14:cNvContentPartPr/>
                <p14:nvPr/>
              </p14:nvContentPartPr>
              <p14:xfrm>
                <a:off x="5288908" y="1685012"/>
                <a:ext cx="12240" cy="173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38A8B02-7033-CA45-B8AF-E732B464C0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80268" y="1676012"/>
                  <a:ext cx="29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C5B35F2-A2CC-C36B-2630-8F9E8FB7439C}"/>
                    </a:ext>
                  </a:extLst>
                </p14:cNvPr>
                <p14:cNvContentPartPr/>
                <p14:nvPr/>
              </p14:nvContentPartPr>
              <p14:xfrm>
                <a:off x="5325988" y="1544972"/>
                <a:ext cx="9000" cy="14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C5B35F2-A2CC-C36B-2630-8F9E8FB743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17348" y="1536332"/>
                  <a:ext cx="266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53D512C-00EC-5942-1DDF-624B6E7205C0}"/>
                    </a:ext>
                  </a:extLst>
                </p14:cNvPr>
                <p14:cNvContentPartPr/>
                <p14:nvPr/>
              </p14:nvContentPartPr>
              <p14:xfrm>
                <a:off x="5462428" y="1657292"/>
                <a:ext cx="220680" cy="216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53D512C-00EC-5942-1DDF-624B6E7205C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53788" y="1648292"/>
                  <a:ext cx="2383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702FFB6-3F53-E101-60DA-F0895DF38037}"/>
                    </a:ext>
                  </a:extLst>
                </p14:cNvPr>
                <p14:cNvContentPartPr/>
                <p14:nvPr/>
              </p14:nvContentPartPr>
              <p14:xfrm>
                <a:off x="5487628" y="1740812"/>
                <a:ext cx="139320" cy="15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702FFB6-3F53-E101-60DA-F0895DF3803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78628" y="1732172"/>
                  <a:ext cx="156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DD9B7C0-17BA-C834-BAE1-06923BA4C17E}"/>
                    </a:ext>
                  </a:extLst>
                </p14:cNvPr>
                <p14:cNvContentPartPr/>
                <p14:nvPr/>
              </p14:nvContentPartPr>
              <p14:xfrm>
                <a:off x="5801548" y="1656932"/>
                <a:ext cx="199440" cy="219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DD9B7C0-17BA-C834-BAE1-06923BA4C17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92548" y="1647932"/>
                  <a:ext cx="2170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5CB1C28-721B-6204-0052-E909E8DE9431}"/>
                    </a:ext>
                  </a:extLst>
                </p14:cNvPr>
                <p14:cNvContentPartPr/>
                <p14:nvPr/>
              </p14:nvContentPartPr>
              <p14:xfrm>
                <a:off x="6102508" y="1502132"/>
                <a:ext cx="31680" cy="399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5CB1C28-721B-6204-0052-E909E8DE94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93868" y="1493492"/>
                  <a:ext cx="4932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EFF85FE-4A5F-1A0C-13BD-5EC1C09C56E7}"/>
                    </a:ext>
                  </a:extLst>
                </p14:cNvPr>
                <p14:cNvContentPartPr/>
                <p14:nvPr/>
              </p14:nvContentPartPr>
              <p14:xfrm>
                <a:off x="6111148" y="1696892"/>
                <a:ext cx="225360" cy="152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EFF85FE-4A5F-1A0C-13BD-5EC1C09C56E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02148" y="1687892"/>
                  <a:ext cx="243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A5861F-99B1-B402-3A5E-851F5953319D}"/>
                    </a:ext>
                  </a:extLst>
                </p14:cNvPr>
                <p14:cNvContentPartPr/>
                <p14:nvPr/>
              </p14:nvContentPartPr>
              <p14:xfrm>
                <a:off x="6322828" y="1516172"/>
                <a:ext cx="18720" cy="43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A5861F-99B1-B402-3A5E-851F595331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14188" y="1507532"/>
                  <a:ext cx="363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D2051F-E70B-96CA-39F0-EC5169AC495D}"/>
                    </a:ext>
                  </a:extLst>
                </p14:cNvPr>
                <p14:cNvContentPartPr/>
                <p14:nvPr/>
              </p14:nvContentPartPr>
              <p14:xfrm>
                <a:off x="6525508" y="1667732"/>
                <a:ext cx="151200" cy="236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D2051F-E70B-96CA-39F0-EC5169AC495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516868" y="1658732"/>
                  <a:ext cx="1688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C181419-5CC2-15C9-E151-21CB0D4CFC18}"/>
                    </a:ext>
                  </a:extLst>
                </p14:cNvPr>
                <p14:cNvContentPartPr/>
                <p14:nvPr/>
              </p14:nvContentPartPr>
              <p14:xfrm>
                <a:off x="6771748" y="1645772"/>
                <a:ext cx="487080" cy="254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C181419-5CC2-15C9-E151-21CB0D4CFC1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762748" y="1637132"/>
                  <a:ext cx="50472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0B8B7EC-97BD-0568-7EAF-F8AAA442DB70}"/>
              </a:ext>
            </a:extLst>
          </p:cNvPr>
          <p:cNvGrpSpPr/>
          <p:nvPr/>
        </p:nvGrpSpPr>
        <p:grpSpPr>
          <a:xfrm>
            <a:off x="1541308" y="2072372"/>
            <a:ext cx="5803920" cy="434520"/>
            <a:chOff x="1541308" y="2072372"/>
            <a:chExt cx="5803920" cy="4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57F2FD-0BF0-10BA-0EDC-50A7DC0DE68B}"/>
                    </a:ext>
                  </a:extLst>
                </p14:cNvPr>
                <p14:cNvContentPartPr/>
                <p14:nvPr/>
              </p14:nvContentPartPr>
              <p14:xfrm>
                <a:off x="1541308" y="2111252"/>
                <a:ext cx="435600" cy="266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57F2FD-0BF0-10BA-0EDC-50A7DC0DE68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532308" y="2102612"/>
                  <a:ext cx="453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B500851-227E-6473-CFFC-C79E9B7FB051}"/>
                    </a:ext>
                  </a:extLst>
                </p14:cNvPr>
                <p14:cNvContentPartPr/>
                <p14:nvPr/>
              </p14:nvContentPartPr>
              <p14:xfrm>
                <a:off x="6807748" y="2072372"/>
                <a:ext cx="537480" cy="26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B500851-227E-6473-CFFC-C79E9B7FB05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799108" y="2063732"/>
                  <a:ext cx="5551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E641B8F-1E3C-43F1-2F8F-5B7BDD0C062E}"/>
                    </a:ext>
                  </a:extLst>
                </p14:cNvPr>
                <p14:cNvContentPartPr/>
                <p14:nvPr/>
              </p14:nvContentPartPr>
              <p14:xfrm>
                <a:off x="2190388" y="2170652"/>
                <a:ext cx="4310640" cy="3362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E641B8F-1E3C-43F1-2F8F-5B7BDD0C062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81748" y="2162012"/>
                  <a:ext cx="432828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47F58F3-68B4-AB3A-F131-8FE0264DEBBB}"/>
              </a:ext>
            </a:extLst>
          </p:cNvPr>
          <p:cNvGrpSpPr/>
          <p:nvPr/>
        </p:nvGrpSpPr>
        <p:grpSpPr>
          <a:xfrm>
            <a:off x="4980388" y="2705612"/>
            <a:ext cx="302400" cy="308520"/>
            <a:chOff x="4980388" y="2705612"/>
            <a:chExt cx="30240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B413287-F920-93A3-8823-81FFDA629F34}"/>
                    </a:ext>
                  </a:extLst>
                </p14:cNvPr>
                <p14:cNvContentPartPr/>
                <p14:nvPr/>
              </p14:nvContentPartPr>
              <p14:xfrm>
                <a:off x="4980388" y="2779052"/>
                <a:ext cx="36720" cy="1990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B413287-F920-93A3-8823-81FFDA629F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71748" y="2770052"/>
                  <a:ext cx="54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A2EC8FA-0EA2-DD93-6164-EEF76E27D5C3}"/>
                    </a:ext>
                  </a:extLst>
                </p14:cNvPr>
                <p14:cNvContentPartPr/>
                <p14:nvPr/>
              </p14:nvContentPartPr>
              <p14:xfrm>
                <a:off x="5076148" y="2705612"/>
                <a:ext cx="206640" cy="308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A2EC8FA-0EA2-DD93-6164-EEF76E27D5C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067508" y="2696612"/>
                  <a:ext cx="224280" cy="32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96770BC-D36C-A72D-AB46-3B7ACADE56B6}"/>
              </a:ext>
            </a:extLst>
          </p:cNvPr>
          <p:cNvGrpSpPr/>
          <p:nvPr/>
        </p:nvGrpSpPr>
        <p:grpSpPr>
          <a:xfrm>
            <a:off x="2349148" y="3380252"/>
            <a:ext cx="3379320" cy="1455480"/>
            <a:chOff x="2349148" y="3380252"/>
            <a:chExt cx="3379320" cy="145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8F905BB-82C5-F2AD-76A8-3E4D578F2A26}"/>
                    </a:ext>
                  </a:extLst>
                </p14:cNvPr>
                <p14:cNvContentPartPr/>
                <p14:nvPr/>
              </p14:nvContentPartPr>
              <p14:xfrm>
                <a:off x="3302068" y="4006652"/>
                <a:ext cx="235080" cy="222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8F905BB-82C5-F2AD-76A8-3E4D578F2A2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93428" y="3997652"/>
                  <a:ext cx="2527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8C43D0-A7AB-7996-7386-AF10F7952C22}"/>
                    </a:ext>
                  </a:extLst>
                </p14:cNvPr>
                <p14:cNvContentPartPr/>
                <p14:nvPr/>
              </p14:nvContentPartPr>
              <p14:xfrm>
                <a:off x="3421588" y="3811532"/>
                <a:ext cx="25560" cy="30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8C43D0-A7AB-7996-7386-AF10F7952C2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12948" y="3802892"/>
                  <a:ext cx="43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98FC785-7628-5E76-08A1-DF20205C301F}"/>
                    </a:ext>
                  </a:extLst>
                </p14:cNvPr>
                <p14:cNvContentPartPr/>
                <p14:nvPr/>
              </p14:nvContentPartPr>
              <p14:xfrm>
                <a:off x="3703468" y="3972812"/>
                <a:ext cx="8280" cy="210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98FC785-7628-5E76-08A1-DF20205C301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694828" y="3964172"/>
                  <a:ext cx="259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1A12727-6797-FC7A-E152-9F96FA5003C1}"/>
                    </a:ext>
                  </a:extLst>
                </p14:cNvPr>
                <p14:cNvContentPartPr/>
                <p14:nvPr/>
              </p14:nvContentPartPr>
              <p14:xfrm>
                <a:off x="3836668" y="3926372"/>
                <a:ext cx="154080" cy="290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1A12727-6797-FC7A-E152-9F96FA5003C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27668" y="3917732"/>
                  <a:ext cx="1717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E19530F-6AEF-411E-06A4-9802F1AD76B4}"/>
                    </a:ext>
                  </a:extLst>
                </p14:cNvPr>
                <p14:cNvContentPartPr/>
                <p14:nvPr/>
              </p14:nvContentPartPr>
              <p14:xfrm>
                <a:off x="4162828" y="3987572"/>
                <a:ext cx="414720" cy="191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E19530F-6AEF-411E-06A4-9802F1AD76B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54188" y="3978572"/>
                  <a:ext cx="4323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9689CC9-6AEA-4840-E2A8-67DF31620F10}"/>
                    </a:ext>
                  </a:extLst>
                </p14:cNvPr>
                <p14:cNvContentPartPr/>
                <p14:nvPr/>
              </p14:nvContentPartPr>
              <p14:xfrm>
                <a:off x="2984188" y="4365572"/>
                <a:ext cx="1989720" cy="37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9689CC9-6AEA-4840-E2A8-67DF31620F1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75548" y="4356572"/>
                  <a:ext cx="2007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C890FBB-D698-9961-BFA0-0397E8C3240C}"/>
                    </a:ext>
                  </a:extLst>
                </p14:cNvPr>
                <p14:cNvContentPartPr/>
                <p14:nvPr/>
              </p14:nvContentPartPr>
              <p14:xfrm>
                <a:off x="2349148" y="3380252"/>
                <a:ext cx="3379320" cy="1455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C890FBB-D698-9961-BFA0-0397E8C3240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40148" y="3371252"/>
                  <a:ext cx="3396960" cy="147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09C28C3-265D-C843-444F-01EE25BE556B}"/>
                  </a:ext>
                </a:extLst>
              </p14:cNvPr>
              <p14:cNvContentPartPr/>
              <p14:nvPr/>
            </p14:nvContentPartPr>
            <p14:xfrm>
              <a:off x="2995348" y="4529012"/>
              <a:ext cx="1638000" cy="500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09C28C3-265D-C843-444F-01EE25BE556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86348" y="4520012"/>
                <a:ext cx="1655640" cy="6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AD32C5E8-6B87-756D-1530-EBE798150919}"/>
              </a:ext>
            </a:extLst>
          </p:cNvPr>
          <p:cNvGrpSpPr/>
          <p:nvPr/>
        </p:nvGrpSpPr>
        <p:grpSpPr>
          <a:xfrm>
            <a:off x="7980628" y="3335252"/>
            <a:ext cx="583560" cy="395280"/>
            <a:chOff x="7980628" y="3335252"/>
            <a:chExt cx="58356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0329DDE-2C64-1244-9F47-5740C1AB74E4}"/>
                    </a:ext>
                  </a:extLst>
                </p14:cNvPr>
                <p14:cNvContentPartPr/>
                <p14:nvPr/>
              </p14:nvContentPartPr>
              <p14:xfrm>
                <a:off x="7980628" y="3335252"/>
                <a:ext cx="299880" cy="395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0329DDE-2C64-1244-9F47-5740C1AB74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71628" y="3326612"/>
                  <a:ext cx="3175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6861069-0BA5-2806-6B22-A71DD4863499}"/>
                    </a:ext>
                  </a:extLst>
                </p14:cNvPr>
                <p14:cNvContentPartPr/>
                <p14:nvPr/>
              </p14:nvContentPartPr>
              <p14:xfrm>
                <a:off x="8399308" y="3341012"/>
                <a:ext cx="164880" cy="297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6861069-0BA5-2806-6B22-A71DD486349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90668" y="3332012"/>
                  <a:ext cx="182520" cy="31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A5FBF6C-CECC-3439-AC3C-B370EE4F1988}"/>
                  </a:ext>
                </a:extLst>
              </p14:cNvPr>
              <p14:cNvContentPartPr/>
              <p14:nvPr/>
            </p14:nvContentPartPr>
            <p14:xfrm>
              <a:off x="8333068" y="3937892"/>
              <a:ext cx="190080" cy="144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A5FBF6C-CECC-3439-AC3C-B370EE4F198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324068" y="3928892"/>
                <a:ext cx="207720" cy="16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E7CD5F7D-8BBE-844E-A184-65CB1E6F88AC}"/>
              </a:ext>
            </a:extLst>
          </p:cNvPr>
          <p:cNvGrpSpPr/>
          <p:nvPr/>
        </p:nvGrpSpPr>
        <p:grpSpPr>
          <a:xfrm>
            <a:off x="8727988" y="3808652"/>
            <a:ext cx="617040" cy="255600"/>
            <a:chOff x="8727988" y="3808652"/>
            <a:chExt cx="61704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775FF88-DBDD-3392-E6FF-B61FBAE1AF05}"/>
                    </a:ext>
                  </a:extLst>
                </p14:cNvPr>
                <p14:cNvContentPartPr/>
                <p14:nvPr/>
              </p14:nvContentPartPr>
              <p14:xfrm>
                <a:off x="8727988" y="3946892"/>
                <a:ext cx="58320" cy="117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775FF88-DBDD-3392-E6FF-B61FBAE1AF0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19348" y="3938252"/>
                  <a:ext cx="759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BB978B2-5D2B-516F-00B2-0DCC6A2C7F07}"/>
                    </a:ext>
                  </a:extLst>
                </p14:cNvPr>
                <p14:cNvContentPartPr/>
                <p14:nvPr/>
              </p14:nvContentPartPr>
              <p14:xfrm>
                <a:off x="8744908" y="3808652"/>
                <a:ext cx="10800" cy="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BB978B2-5D2B-516F-00B2-0DCC6A2C7F0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36268" y="3800012"/>
                  <a:ext cx="28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7E24BDF-AAD2-A835-4CC8-07D77C3B58FC}"/>
                    </a:ext>
                  </a:extLst>
                </p14:cNvPr>
                <p14:cNvContentPartPr/>
                <p14:nvPr/>
              </p14:nvContentPartPr>
              <p14:xfrm>
                <a:off x="8827708" y="3855092"/>
                <a:ext cx="38160" cy="189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7E24BDF-AAD2-A835-4CC8-07D77C3B58F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19068" y="3846092"/>
                  <a:ext cx="558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11F7A94-D03C-208D-9606-88D64D7F3476}"/>
                    </a:ext>
                  </a:extLst>
                </p14:cNvPr>
                <p14:cNvContentPartPr/>
                <p14:nvPr/>
              </p14:nvContentPartPr>
              <p14:xfrm>
                <a:off x="8933908" y="3810812"/>
                <a:ext cx="143640" cy="248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11F7A94-D03C-208D-9606-88D64D7F347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24908" y="3801812"/>
                  <a:ext cx="161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A647E78-B811-4076-F383-C1A69BA6CF18}"/>
                    </a:ext>
                  </a:extLst>
                </p14:cNvPr>
                <p14:cNvContentPartPr/>
                <p14:nvPr/>
              </p14:nvContentPartPr>
              <p14:xfrm>
                <a:off x="9176548" y="3904412"/>
                <a:ext cx="168480" cy="141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A647E78-B811-4076-F383-C1A69BA6CF1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67908" y="3895772"/>
                  <a:ext cx="18612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25508B4-DA41-5FF6-3050-D8F6AE8B94C4}"/>
                  </a:ext>
                </a:extLst>
              </p14:cNvPr>
              <p14:cNvContentPartPr/>
              <p14:nvPr/>
            </p14:nvContentPartPr>
            <p14:xfrm>
              <a:off x="8738428" y="4284212"/>
              <a:ext cx="114120" cy="1350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25508B4-DA41-5FF6-3050-D8F6AE8B94C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729788" y="4275212"/>
                <a:ext cx="131760" cy="1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36A04630-B374-747E-87D2-F5479A792D27}"/>
              </a:ext>
            </a:extLst>
          </p:cNvPr>
          <p:cNvGrpSpPr/>
          <p:nvPr/>
        </p:nvGrpSpPr>
        <p:grpSpPr>
          <a:xfrm>
            <a:off x="9064948" y="4183772"/>
            <a:ext cx="672480" cy="277920"/>
            <a:chOff x="9064948" y="4183772"/>
            <a:chExt cx="67248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5A701BF-352E-80D3-A15B-CA9581C3495E}"/>
                    </a:ext>
                  </a:extLst>
                </p14:cNvPr>
                <p14:cNvContentPartPr/>
                <p14:nvPr/>
              </p14:nvContentPartPr>
              <p14:xfrm>
                <a:off x="9064948" y="4277372"/>
                <a:ext cx="25560" cy="160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5A701BF-352E-80D3-A15B-CA9581C3495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55948" y="4268732"/>
                  <a:ext cx="43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F0A42BF-E3A4-C924-094D-580F221C5AF9}"/>
                    </a:ext>
                  </a:extLst>
                </p14:cNvPr>
                <p14:cNvContentPartPr/>
                <p14:nvPr/>
              </p14:nvContentPartPr>
              <p14:xfrm>
                <a:off x="9066388" y="4183772"/>
                <a:ext cx="12240" cy="1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F0A42BF-E3A4-C924-094D-580F221C5AF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57388" y="4175132"/>
                  <a:ext cx="298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A18F844-393E-B072-51E9-C61A56F03414}"/>
                    </a:ext>
                  </a:extLst>
                </p14:cNvPr>
                <p14:cNvContentPartPr/>
                <p14:nvPr/>
              </p14:nvContentPartPr>
              <p14:xfrm>
                <a:off x="9158548" y="4276652"/>
                <a:ext cx="32040" cy="151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A18F844-393E-B072-51E9-C61A56F0341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149908" y="4268012"/>
                  <a:ext cx="496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53B02D4-6477-8FAB-2C9C-A74F38FDCAC2}"/>
                    </a:ext>
                  </a:extLst>
                </p14:cNvPr>
                <p14:cNvContentPartPr/>
                <p14:nvPr/>
              </p14:nvContentPartPr>
              <p14:xfrm>
                <a:off x="9235588" y="4228772"/>
                <a:ext cx="138240" cy="232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53B02D4-6477-8FAB-2C9C-A74F38FDCAC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226948" y="4219772"/>
                  <a:ext cx="1558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2411143-4FB8-3FDB-8069-AF9EFA922C92}"/>
                    </a:ext>
                  </a:extLst>
                </p14:cNvPr>
                <p14:cNvContentPartPr/>
                <p14:nvPr/>
              </p14:nvContentPartPr>
              <p14:xfrm>
                <a:off x="9471028" y="4330292"/>
                <a:ext cx="150120" cy="119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2411143-4FB8-3FDB-8069-AF9EFA922C9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462388" y="4321292"/>
                  <a:ext cx="1677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8C0DCDE-EFD6-B70F-8BB5-114ABB8E64DB}"/>
                    </a:ext>
                  </a:extLst>
                </p14:cNvPr>
                <p14:cNvContentPartPr/>
                <p14:nvPr/>
              </p14:nvContentPartPr>
              <p14:xfrm>
                <a:off x="9735988" y="4400852"/>
                <a:ext cx="1440" cy="2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8C0DCDE-EFD6-B70F-8BB5-114ABB8E64D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727348" y="4392212"/>
                  <a:ext cx="1908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1A5BD9E-1558-3B4E-6000-C2536A4A49FA}"/>
              </a:ext>
            </a:extLst>
          </p:cNvPr>
          <p:cNvGrpSpPr/>
          <p:nvPr/>
        </p:nvGrpSpPr>
        <p:grpSpPr>
          <a:xfrm>
            <a:off x="9907708" y="4189172"/>
            <a:ext cx="1797840" cy="487800"/>
            <a:chOff x="9907708" y="4189172"/>
            <a:chExt cx="1797840" cy="48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875A305-29BB-E81A-2976-B287F8DEF788}"/>
                    </a:ext>
                  </a:extLst>
                </p14:cNvPr>
                <p14:cNvContentPartPr/>
                <p14:nvPr/>
              </p14:nvContentPartPr>
              <p14:xfrm>
                <a:off x="9907708" y="4286372"/>
                <a:ext cx="148680" cy="390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875A305-29BB-E81A-2976-B287F8DEF78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898708" y="4277732"/>
                  <a:ext cx="1663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1F4FC1C-6E05-E9EF-5ADD-2C350E7F014C}"/>
                    </a:ext>
                  </a:extLst>
                </p14:cNvPr>
                <p14:cNvContentPartPr/>
                <p14:nvPr/>
              </p14:nvContentPartPr>
              <p14:xfrm>
                <a:off x="10134868" y="4280972"/>
                <a:ext cx="177840" cy="167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1F4FC1C-6E05-E9EF-5ADD-2C350E7F014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125868" y="4272332"/>
                  <a:ext cx="195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022F446-A15A-53AD-7132-BFC8760544FB}"/>
                    </a:ext>
                  </a:extLst>
                </p14:cNvPr>
                <p14:cNvContentPartPr/>
                <p14:nvPr/>
              </p14:nvContentPartPr>
              <p14:xfrm>
                <a:off x="10393348" y="4310492"/>
                <a:ext cx="92520" cy="122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022F446-A15A-53AD-7132-BFC8760544F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384708" y="4301852"/>
                  <a:ext cx="110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46E0160-D7F1-BAC0-968B-11E75F3F3FA8}"/>
                    </a:ext>
                  </a:extLst>
                </p14:cNvPr>
                <p14:cNvContentPartPr/>
                <p14:nvPr/>
              </p14:nvContentPartPr>
              <p14:xfrm>
                <a:off x="10604308" y="4295372"/>
                <a:ext cx="47880" cy="257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46E0160-D7F1-BAC0-968B-11E75F3F3FA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595308" y="4286732"/>
                  <a:ext cx="655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1A05DEC-D21F-3A0A-A9BE-7345BD1C5123}"/>
                    </a:ext>
                  </a:extLst>
                </p14:cNvPr>
                <p14:cNvContentPartPr/>
                <p14:nvPr/>
              </p14:nvContentPartPr>
              <p14:xfrm>
                <a:off x="10602508" y="4234892"/>
                <a:ext cx="147960" cy="1270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1A05DEC-D21F-3A0A-A9BE-7345BD1C512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593868" y="4225892"/>
                  <a:ext cx="165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EF3EE37-0845-2D45-FE38-7FC410E83797}"/>
                    </a:ext>
                  </a:extLst>
                </p14:cNvPr>
                <p14:cNvContentPartPr/>
                <p14:nvPr/>
              </p14:nvContentPartPr>
              <p14:xfrm>
                <a:off x="10814548" y="4262972"/>
                <a:ext cx="112320" cy="148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EF3EE37-0845-2D45-FE38-7FC410E8379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805908" y="4254332"/>
                  <a:ext cx="1299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6D78CF0-171A-1476-FAC8-615AC4311C24}"/>
                    </a:ext>
                  </a:extLst>
                </p14:cNvPr>
                <p14:cNvContentPartPr/>
                <p14:nvPr/>
              </p14:nvContentPartPr>
              <p14:xfrm>
                <a:off x="10964308" y="4241732"/>
                <a:ext cx="144000" cy="1328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6D78CF0-171A-1476-FAC8-615AC4311C2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955308" y="4233092"/>
                  <a:ext cx="161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E66A64C-5BB1-3DCB-E4EF-B2EA04946380}"/>
                    </a:ext>
                  </a:extLst>
                </p14:cNvPr>
                <p14:cNvContentPartPr/>
                <p14:nvPr/>
              </p14:nvContentPartPr>
              <p14:xfrm>
                <a:off x="11156188" y="4189172"/>
                <a:ext cx="59760" cy="200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E66A64C-5BB1-3DCB-E4EF-B2EA0494638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147548" y="4180172"/>
                  <a:ext cx="77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2A1A24D-C004-AC9E-24CB-36F5021EE28A}"/>
                    </a:ext>
                  </a:extLst>
                </p14:cNvPr>
                <p14:cNvContentPartPr/>
                <p14:nvPr/>
              </p14:nvContentPartPr>
              <p14:xfrm>
                <a:off x="11143588" y="4304012"/>
                <a:ext cx="201960" cy="838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2A1A24D-C004-AC9E-24CB-36F5021EE28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134588" y="4295012"/>
                  <a:ext cx="219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73CA01A-7CA5-8607-B137-3DC63B6B5680}"/>
                    </a:ext>
                  </a:extLst>
                </p14:cNvPr>
                <p14:cNvContentPartPr/>
                <p14:nvPr/>
              </p14:nvContentPartPr>
              <p14:xfrm>
                <a:off x="11337628" y="4215092"/>
                <a:ext cx="10440" cy="8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73CA01A-7CA5-8607-B137-3DC63B6B568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328628" y="4206092"/>
                  <a:ext cx="28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06103D5-E12B-FDB2-0797-3B5B605245ED}"/>
                    </a:ext>
                  </a:extLst>
                </p14:cNvPr>
                <p14:cNvContentPartPr/>
                <p14:nvPr/>
              </p14:nvContentPartPr>
              <p14:xfrm>
                <a:off x="11426548" y="4280612"/>
                <a:ext cx="279000" cy="1929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06103D5-E12B-FDB2-0797-3B5B605245E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417908" y="4271612"/>
                  <a:ext cx="29664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AE38068-A6E1-E8CC-0514-F77EACE707A1}"/>
              </a:ext>
            </a:extLst>
          </p:cNvPr>
          <p:cNvGrpSpPr/>
          <p:nvPr/>
        </p:nvGrpSpPr>
        <p:grpSpPr>
          <a:xfrm>
            <a:off x="9416668" y="4639172"/>
            <a:ext cx="181440" cy="330840"/>
            <a:chOff x="9416668" y="4639172"/>
            <a:chExt cx="181440" cy="33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BCB5EB3-B298-9C50-2C7C-14D8738110B6}"/>
                    </a:ext>
                  </a:extLst>
                </p14:cNvPr>
                <p14:cNvContentPartPr/>
                <p14:nvPr/>
              </p14:nvContentPartPr>
              <p14:xfrm>
                <a:off x="9505588" y="4639172"/>
                <a:ext cx="14760" cy="330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BCB5EB3-B298-9C50-2C7C-14D8738110B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496588" y="4630532"/>
                  <a:ext cx="324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3ACFDF2-A297-AB90-529E-7B306B04687E}"/>
                    </a:ext>
                  </a:extLst>
                </p14:cNvPr>
                <p14:cNvContentPartPr/>
                <p14:nvPr/>
              </p14:nvContentPartPr>
              <p14:xfrm>
                <a:off x="9416668" y="4913492"/>
                <a:ext cx="181440" cy="565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3ACFDF2-A297-AB90-529E-7B306B04687E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408028" y="4904492"/>
                  <a:ext cx="199080" cy="74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DD94C47-EB26-B832-A4CF-2ADB0CBB9CCA}"/>
                  </a:ext>
                </a:extLst>
              </p14:cNvPr>
              <p14:cNvContentPartPr/>
              <p14:nvPr/>
            </p14:nvContentPartPr>
            <p14:xfrm>
              <a:off x="8807908" y="5299052"/>
              <a:ext cx="159480" cy="151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DD94C47-EB26-B832-A4CF-2ADB0CBB9CCA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8798908" y="5290052"/>
                <a:ext cx="17712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B33EA73-32F5-28F4-61B0-5DBD90A483B7}"/>
                  </a:ext>
                </a:extLst>
              </p14:cNvPr>
              <p14:cNvContentPartPr/>
              <p14:nvPr/>
            </p14:nvContentPartPr>
            <p14:xfrm>
              <a:off x="9359068" y="5279972"/>
              <a:ext cx="289440" cy="93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B33EA73-32F5-28F4-61B0-5DBD90A483B7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350428" y="5270972"/>
                <a:ext cx="3070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2DAC056-487E-C9ED-C87D-E5E3FA251A4C}"/>
                  </a:ext>
                </a:extLst>
              </p14:cNvPr>
              <p14:cNvContentPartPr/>
              <p14:nvPr/>
            </p14:nvContentPartPr>
            <p14:xfrm>
              <a:off x="8788828" y="5500652"/>
              <a:ext cx="148680" cy="57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2DAC056-487E-C9ED-C87D-E5E3FA251A4C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779828" y="5492012"/>
                <a:ext cx="1663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2D5961A-C8E2-CC0D-19A0-F6E35E45FC19}"/>
                  </a:ext>
                </a:extLst>
              </p14:cNvPr>
              <p14:cNvContentPartPr/>
              <p14:nvPr/>
            </p14:nvContentPartPr>
            <p14:xfrm>
              <a:off x="9440068" y="5525852"/>
              <a:ext cx="326160" cy="36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2D5961A-C8E2-CC0D-19A0-F6E35E45FC19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9431068" y="5516852"/>
                <a:ext cx="3438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7F18EFD7-64B8-67DD-A106-AF1B35653D39}"/>
                  </a:ext>
                </a:extLst>
              </p14:cNvPr>
              <p14:cNvContentPartPr/>
              <p14:nvPr/>
            </p14:nvContentPartPr>
            <p14:xfrm>
              <a:off x="8775148" y="5729612"/>
              <a:ext cx="195840" cy="61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7F18EFD7-64B8-67DD-A106-AF1B35653D39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766508" y="5720972"/>
                <a:ext cx="2134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DA6F049-8C2D-28F4-AD97-ACFBD7654E3E}"/>
                  </a:ext>
                </a:extLst>
              </p14:cNvPr>
              <p14:cNvContentPartPr/>
              <p14:nvPr/>
            </p14:nvContentPartPr>
            <p14:xfrm>
              <a:off x="9505588" y="5768492"/>
              <a:ext cx="204120" cy="140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DA6F049-8C2D-28F4-AD97-ACFBD7654E3E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496588" y="5759852"/>
                <a:ext cx="22176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ECA7F39-0A6E-DD19-7210-839F3D973DDF}"/>
                  </a:ext>
                </a:extLst>
              </p14:cNvPr>
              <p14:cNvContentPartPr/>
              <p14:nvPr/>
            </p14:nvContentPartPr>
            <p14:xfrm>
              <a:off x="8875948" y="6019052"/>
              <a:ext cx="244440" cy="68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ECA7F39-0A6E-DD19-7210-839F3D973DDF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8866948" y="6010412"/>
                <a:ext cx="2620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C936892-4BA1-9CEA-2778-74E45A124BFB}"/>
                  </a:ext>
                </a:extLst>
              </p14:cNvPr>
              <p14:cNvContentPartPr/>
              <p14:nvPr/>
            </p14:nvContentPartPr>
            <p14:xfrm>
              <a:off x="9485788" y="6071612"/>
              <a:ext cx="236880" cy="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C936892-4BA1-9CEA-2778-74E45A124BFB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476788" y="6062972"/>
                <a:ext cx="2545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55BD7402-403F-96DB-B98B-1F7A20E5AE71}"/>
                  </a:ext>
                </a:extLst>
              </p14:cNvPr>
              <p14:cNvContentPartPr/>
              <p14:nvPr/>
            </p14:nvContentPartPr>
            <p14:xfrm>
              <a:off x="8852908" y="6268532"/>
              <a:ext cx="301680" cy="122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55BD7402-403F-96DB-B98B-1F7A20E5AE71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8843908" y="6259892"/>
                <a:ext cx="3193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446C0D7D-6BA9-93C9-FDBC-A2E6E0386DD5}"/>
                  </a:ext>
                </a:extLst>
              </p14:cNvPr>
              <p14:cNvContentPartPr/>
              <p14:nvPr/>
            </p14:nvContentPartPr>
            <p14:xfrm>
              <a:off x="9558148" y="6328292"/>
              <a:ext cx="236880" cy="3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446C0D7D-6BA9-93C9-FDBC-A2E6E0386DD5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549148" y="6319652"/>
                <a:ext cx="2545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C3D61C4-E3FB-CDE9-76D1-8E59FC621FE0}"/>
                  </a:ext>
                </a:extLst>
              </p14:cNvPr>
              <p14:cNvContentPartPr/>
              <p14:nvPr/>
            </p14:nvContentPartPr>
            <p14:xfrm>
              <a:off x="8182948" y="5157572"/>
              <a:ext cx="313920" cy="12528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C3D61C4-E3FB-CDE9-76D1-8E59FC621FE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174308" y="5148572"/>
                <a:ext cx="331560" cy="127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60B45927-8D6D-E430-4956-5CC12D272247}"/>
              </a:ext>
            </a:extLst>
          </p:cNvPr>
          <p:cNvGrpSpPr/>
          <p:nvPr/>
        </p:nvGrpSpPr>
        <p:grpSpPr>
          <a:xfrm>
            <a:off x="7291948" y="5672012"/>
            <a:ext cx="588240" cy="407520"/>
            <a:chOff x="7291948" y="5672012"/>
            <a:chExt cx="588240" cy="40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BD3D5D2-2435-E72B-2DF3-C05C5CDF4FC2}"/>
                    </a:ext>
                  </a:extLst>
                </p14:cNvPr>
                <p14:cNvContentPartPr/>
                <p14:nvPr/>
              </p14:nvContentPartPr>
              <p14:xfrm>
                <a:off x="7314988" y="5672012"/>
                <a:ext cx="86760" cy="389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BD3D5D2-2435-E72B-2DF3-C05C5CDF4FC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06348" y="5663012"/>
                  <a:ext cx="1044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73DDA6A-8BEF-2771-E634-0631971C5E3D}"/>
                    </a:ext>
                  </a:extLst>
                </p14:cNvPr>
                <p14:cNvContentPartPr/>
                <p14:nvPr/>
              </p14:nvContentPartPr>
              <p14:xfrm>
                <a:off x="7291948" y="5841932"/>
                <a:ext cx="268200" cy="237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73DDA6A-8BEF-2771-E634-0631971C5E3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283308" y="5833292"/>
                  <a:ext cx="2858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2BFAA87-886E-2391-91D4-DEB3948CBAF2}"/>
                    </a:ext>
                  </a:extLst>
                </p14:cNvPr>
                <p14:cNvContentPartPr/>
                <p14:nvPr/>
              </p14:nvContentPartPr>
              <p14:xfrm>
                <a:off x="7626028" y="5895932"/>
                <a:ext cx="100440" cy="1544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2BFAA87-886E-2391-91D4-DEB3948CBAF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617388" y="5886932"/>
                  <a:ext cx="118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96DD5B1-DAF2-A4B5-850F-207D5C605CC6}"/>
                    </a:ext>
                  </a:extLst>
                </p14:cNvPr>
                <p14:cNvContentPartPr/>
                <p14:nvPr/>
              </p14:nvContentPartPr>
              <p14:xfrm>
                <a:off x="7598668" y="5884052"/>
                <a:ext cx="111600" cy="163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96DD5B1-DAF2-A4B5-850F-207D5C605CC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89668" y="5875052"/>
                  <a:ext cx="1292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18DDB08-D410-7C71-354D-DC5ABF47B10A}"/>
                    </a:ext>
                  </a:extLst>
                </p14:cNvPr>
                <p14:cNvContentPartPr/>
                <p14:nvPr/>
              </p14:nvContentPartPr>
              <p14:xfrm>
                <a:off x="7768948" y="5767412"/>
                <a:ext cx="94680" cy="303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18DDB08-D410-7C71-354D-DC5ABF47B10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60308" y="5758412"/>
                  <a:ext cx="1123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714B6BF-98FC-EB8A-04CB-5D7F00AEBAE6}"/>
                    </a:ext>
                  </a:extLst>
                </p14:cNvPr>
                <p14:cNvContentPartPr/>
                <p14:nvPr/>
              </p14:nvContentPartPr>
              <p14:xfrm>
                <a:off x="7779028" y="5867852"/>
                <a:ext cx="101160" cy="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714B6BF-98FC-EB8A-04CB-5D7F00AEBAE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770388" y="5858852"/>
                  <a:ext cx="1188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1077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9E8C-444D-5436-F3E1-CBE9D1CC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324D81-42F2-E18B-71E0-01570C899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72" y="784925"/>
            <a:ext cx="10558909" cy="54497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393B5E-8459-2FA4-34B0-FB69B196BC1C}"/>
              </a:ext>
            </a:extLst>
          </p:cNvPr>
          <p:cNvSpPr/>
          <p:nvPr/>
        </p:nvSpPr>
        <p:spPr>
          <a:xfrm>
            <a:off x="549796" y="1900673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Additional info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9C88F-E434-61BF-6983-D7A6A50713C3}"/>
              </a:ext>
            </a:extLst>
          </p:cNvPr>
          <p:cNvSpPr/>
          <p:nvPr/>
        </p:nvSpPr>
        <p:spPr>
          <a:xfrm>
            <a:off x="2926060" y="1900673"/>
            <a:ext cx="2088232" cy="360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Items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93B152BD-8207-F565-E21B-CDC86B8187E6}"/>
              </a:ext>
            </a:extLst>
          </p:cNvPr>
          <p:cNvSpPr/>
          <p:nvPr/>
        </p:nvSpPr>
        <p:spPr>
          <a:xfrm>
            <a:off x="5086300" y="1700808"/>
            <a:ext cx="576064" cy="55990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3B8EC4-E833-4246-AB23-FAD41FAFDDAB}"/>
              </a:ext>
            </a:extLst>
          </p:cNvPr>
          <p:cNvSpPr txBox="1"/>
          <p:nvPr/>
        </p:nvSpPr>
        <p:spPr>
          <a:xfrm>
            <a:off x="5734372" y="170080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Facets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61DB03-E6EC-66D7-82F5-DFBE23E2880F}"/>
              </a:ext>
            </a:extLst>
          </p:cNvPr>
          <p:cNvSpPr/>
          <p:nvPr/>
        </p:nvSpPr>
        <p:spPr>
          <a:xfrm>
            <a:off x="549796" y="2452392"/>
            <a:ext cx="10225136" cy="2274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Collection Facets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5C74ED-4AE5-5BFF-EE37-52D961A8D36E}"/>
              </a:ext>
            </a:extLst>
          </p:cNvPr>
          <p:cNvSpPr/>
          <p:nvPr/>
        </p:nvSpPr>
        <p:spPr>
          <a:xfrm>
            <a:off x="621804" y="2924944"/>
            <a:ext cx="3240360" cy="162656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Identification</a:t>
            </a:r>
          </a:p>
          <a:p>
            <a:pPr algn="ctr"/>
            <a:r>
              <a:rPr lang="en-IN" dirty="0"/>
              <a:t>(only 1)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88168-5234-6F3F-166C-F6A055531DDC}"/>
              </a:ext>
            </a:extLst>
          </p:cNvPr>
          <p:cNvSpPr/>
          <p:nvPr/>
        </p:nvSpPr>
        <p:spPr>
          <a:xfrm>
            <a:off x="4006180" y="2996952"/>
            <a:ext cx="3240360" cy="151216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Field Group</a:t>
            </a:r>
          </a:p>
          <a:p>
            <a:pPr algn="ctr"/>
            <a:r>
              <a:rPr lang="en-IN" dirty="0"/>
              <a:t>Spiderman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F1B4E-0886-AFB7-5AE7-B7790FC12961}"/>
              </a:ext>
            </a:extLst>
          </p:cNvPr>
          <p:cNvSpPr/>
          <p:nvPr/>
        </p:nvSpPr>
        <p:spPr>
          <a:xfrm>
            <a:off x="7398868" y="3021861"/>
            <a:ext cx="3240360" cy="151216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Field Group</a:t>
            </a:r>
          </a:p>
          <a:p>
            <a:pPr algn="ctr"/>
            <a:r>
              <a:rPr lang="en-IN" dirty="0"/>
              <a:t>Superman</a:t>
            </a:r>
          </a:p>
        </p:txBody>
      </p:sp>
    </p:spTree>
    <p:extLst>
      <p:ext uri="{BB962C8B-B14F-4D97-AF65-F5344CB8AC3E}">
        <p14:creationId xmlns:p14="http://schemas.microsoft.com/office/powerpoint/2010/main" val="3691436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14:cNvPr>
              <p14:cNvContentPartPr/>
              <p14:nvPr/>
            </p14:nvContentPartPr>
            <p14:xfrm>
              <a:off x="1216914" y="3184870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D4F5402-6ADE-F04D-BFAF-D26033B487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8914" y="3167230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049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Association </a:t>
            </a:r>
            <a:r>
              <a:rPr lang="en-US" sz="3600" dirty="0" err="1">
                <a:latin typeface="Cooper Black" panose="0208090404030B020404" pitchFamily="18" charset="0"/>
              </a:rPr>
              <a:t>v.s</a:t>
            </a:r>
            <a:r>
              <a:rPr lang="en-US" sz="3600" dirty="0">
                <a:latin typeface="Cooper Black" panose="0208090404030B020404" pitchFamily="18" charset="0"/>
              </a:rPr>
              <a:t> Composition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0341-E5D0-6634-D158-3D49004F9177}"/>
              </a:ext>
            </a:extLst>
          </p:cNvPr>
          <p:cNvSpPr txBox="1"/>
          <p:nvPr/>
        </p:nvSpPr>
        <p:spPr>
          <a:xfrm>
            <a:off x="189756" y="836712"/>
            <a:ext cx="11809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Association – a relationship between entities which is a lose coupling. Both objects should exist together. However, they can work independently. Airplane and passenger.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 – a relationship between entities which is a tight coupling. Both objects must exist together. They cannot function independently. Airplane and wings.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EA127-8BA3-3866-06A2-657078E4F9B9}"/>
              </a:ext>
            </a:extLst>
          </p:cNvPr>
          <p:cNvSpPr/>
          <p:nvPr/>
        </p:nvSpPr>
        <p:spPr>
          <a:xfrm>
            <a:off x="2349995" y="2841765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06A91-926C-9620-42A5-2FF1B06C6B7A}"/>
              </a:ext>
            </a:extLst>
          </p:cNvPr>
          <p:cNvSpPr/>
          <p:nvPr/>
        </p:nvSpPr>
        <p:spPr>
          <a:xfrm>
            <a:off x="6958507" y="4137909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Items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56A476F-1392-FE1B-D5C2-178C25A7367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38227" y="3489837"/>
            <a:ext cx="2520280" cy="1296144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A3FFC-973A-1674-A1DA-DD702CB922C3}"/>
              </a:ext>
            </a:extLst>
          </p:cNvPr>
          <p:cNvSpPr txBox="1"/>
          <p:nvPr/>
        </p:nvSpPr>
        <p:spPr>
          <a:xfrm>
            <a:off x="5086299" y="3129797"/>
            <a:ext cx="2088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424649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04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61E9-6D13-2889-D9F2-B0E86401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: Fiori App</a:t>
            </a:r>
          </a:p>
        </p:txBody>
      </p:sp>
      <p:pic>
        <p:nvPicPr>
          <p:cNvPr id="3074" name="Picture 2" descr="img.freepik.com/free-vector/app-development-illust...">
            <a:extLst>
              <a:ext uri="{FF2B5EF4-FFF2-40B4-BE49-F238E27FC236}">
                <a16:creationId xmlns:a16="http://schemas.microsoft.com/office/drawing/2014/main" id="{3736F10E-A3DF-EEBD-A236-0BAD43666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088" y="1443038"/>
            <a:ext cx="5962650" cy="397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04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2D3F8-E96A-BCF6-6C4E-71E6C1EE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Fiori App using Annotation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E0B560-9F3A-D55C-EABC-504B17B6E1E9}"/>
              </a:ext>
            </a:extLst>
          </p:cNvPr>
          <p:cNvSpPr/>
          <p:nvPr/>
        </p:nvSpPr>
        <p:spPr>
          <a:xfrm>
            <a:off x="189756" y="980728"/>
            <a:ext cx="11449272" cy="266429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https://github.com/soyuztechnologies/SAP_BTP_Training_CLD200/blob/master/Day%203/03%20application/03application/app/purchaseorderapp/annotations.cds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198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Association </a:t>
            </a:r>
            <a:r>
              <a:rPr lang="en-US" sz="3600" dirty="0" err="1">
                <a:latin typeface="Cooper Black" panose="0208090404030B020404" pitchFamily="18" charset="0"/>
              </a:rPr>
              <a:t>v.s</a:t>
            </a:r>
            <a:r>
              <a:rPr lang="en-US" sz="3600" dirty="0">
                <a:latin typeface="Cooper Black" panose="0208090404030B020404" pitchFamily="18" charset="0"/>
              </a:rPr>
              <a:t> Composition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C40341-E5D0-6634-D158-3D49004F9177}"/>
              </a:ext>
            </a:extLst>
          </p:cNvPr>
          <p:cNvSpPr txBox="1"/>
          <p:nvPr/>
        </p:nvSpPr>
        <p:spPr>
          <a:xfrm>
            <a:off x="189756" y="836712"/>
            <a:ext cx="118093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Association – a relationship between entities which is a lose coupling. Both objects should exist together. However, they can work independently. Airplane and passenger.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 – a relationship between entities which is a tight coupling. Both objects must exist together. They cannot function independently. Airplane and wings.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5EA127-8BA3-3866-06A2-657078E4F9B9}"/>
              </a:ext>
            </a:extLst>
          </p:cNvPr>
          <p:cNvSpPr/>
          <p:nvPr/>
        </p:nvSpPr>
        <p:spPr>
          <a:xfrm>
            <a:off x="2349995" y="2841765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606A91-926C-9620-42A5-2FF1B06C6B7A}"/>
              </a:ext>
            </a:extLst>
          </p:cNvPr>
          <p:cNvSpPr/>
          <p:nvPr/>
        </p:nvSpPr>
        <p:spPr>
          <a:xfrm>
            <a:off x="6958507" y="4137909"/>
            <a:ext cx="2088232" cy="1296144"/>
          </a:xfrm>
          <a:prstGeom prst="rect">
            <a:avLst/>
          </a:prstGeom>
          <a:solidFill>
            <a:srgbClr val="202B50"/>
          </a:solidFill>
          <a:ln w="25400" cap="flat" cmpd="sng" algn="ctr">
            <a:solidFill>
              <a:schemeClr val="bg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Purchase order Items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756A476F-1392-FE1B-D5C2-178C25A7367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438227" y="3489837"/>
            <a:ext cx="2520280" cy="1296144"/>
          </a:xfrm>
          <a:prstGeom prst="bentConnector3">
            <a:avLst/>
          </a:prstGeom>
          <a:noFill/>
          <a:ln w="9525" cap="flat" cmpd="sng" algn="ctr">
            <a:solidFill>
              <a:schemeClr val="bg1"/>
            </a:solidFill>
            <a:prstDash val="soli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81A3FFC-973A-1674-A1DA-DD702CB922C3}"/>
              </a:ext>
            </a:extLst>
          </p:cNvPr>
          <p:cNvSpPr txBox="1"/>
          <p:nvPr/>
        </p:nvSpPr>
        <p:spPr>
          <a:xfrm>
            <a:off x="5086299" y="3129797"/>
            <a:ext cx="2088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315734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</a:t>
            </a:r>
            <a:r>
              <a:rPr lang="en-US"/>
              <a:t>: Create &amp; F4 </a:t>
            </a:r>
            <a:r>
              <a:rPr lang="en-US" dirty="0"/>
              <a:t>Enablement for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B14C9-6879-188A-7949-1530B690566F}"/>
              </a:ext>
            </a:extLst>
          </p:cNvPr>
          <p:cNvSpPr txBox="1"/>
          <p:nvPr/>
        </p:nvSpPr>
        <p:spPr>
          <a:xfrm>
            <a:off x="189756" y="980728"/>
            <a:ext cx="11737304" cy="120032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Solution: </a:t>
            </a:r>
            <a:r>
              <a:rPr lang="en-US" dirty="0">
                <a:solidFill>
                  <a:schemeClr val="bg1"/>
                </a:solidFill>
                <a:hlinkClick r:id="rId2"/>
              </a:rPr>
              <a:t>https://github.com/soyuztechnologies/SAP_BTP_Training_CLD200/tree/master/Day%204/capm%20draft%20and%20value%20helps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074" name="Picture 2" descr="Page 9 | Generating App Images - Free Download on Freepik">
            <a:extLst>
              <a:ext uri="{FF2B5EF4-FFF2-40B4-BE49-F238E27FC236}">
                <a16:creationId xmlns:a16="http://schemas.microsoft.com/office/drawing/2014/main" id="{C92DDBBF-543D-104B-3058-FFBBAFC41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4483" y="2708920"/>
            <a:ext cx="3820487" cy="3820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11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to share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99F7A-7987-2B1D-E6E7-B3874C0B6EC8}"/>
              </a:ext>
            </a:extLst>
          </p:cNvPr>
          <p:cNvSpPr txBox="1"/>
          <p:nvPr/>
        </p:nvSpPr>
        <p:spPr>
          <a:xfrm>
            <a:off x="189756" y="908720"/>
            <a:ext cx="1180931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1"/>
                </a:solidFill>
              </a:rPr>
              <a:t>Till now Anubhav is sharing zip file of project code with all of you, imagine in a team of 40 developers and at end of day if every developer share a zip file, who can merge all code.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When someone go on holiday or left team, how can we make sure that we have latest code available for successor to manage it.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Anubhav last evening my code was stable, this morning I came to office and made 40-50 changes which has disrupted everything, I pray to god to go back to last night state. Basically, we need version management.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In a team, one developer using BAS another using VS code another using </a:t>
            </a:r>
            <a:r>
              <a:rPr lang="en-IN" sz="1800" dirty="0" err="1">
                <a:solidFill>
                  <a:schemeClr val="bg1"/>
                </a:solidFill>
              </a:rPr>
              <a:t>WebIDE</a:t>
            </a:r>
            <a:r>
              <a:rPr lang="en-IN" sz="1800" dirty="0">
                <a:solidFill>
                  <a:schemeClr val="bg1"/>
                </a:solidFill>
              </a:rPr>
              <a:t>, how can we easily move code from one dev tool to another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When something cause production issues, we want to know which change was made by who last time that caused the issue.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chemeClr val="bg1"/>
                </a:solidFill>
              </a:rPr>
              <a:t>How to share our code effectively between multiple team members as best practice from industry. And how to merge conflicts also.</a:t>
            </a:r>
          </a:p>
          <a:p>
            <a:endParaRPr lang="en-IN" sz="1800" dirty="0">
              <a:solidFill>
                <a:schemeClr val="bg1"/>
              </a:solidFill>
            </a:endParaRPr>
          </a:p>
          <a:p>
            <a:endParaRPr lang="en-IN" sz="18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Git and </a:t>
            </a:r>
            <a:r>
              <a:rPr lang="en-IN" sz="1800" dirty="0" err="1">
                <a:solidFill>
                  <a:schemeClr val="bg1"/>
                </a:solidFill>
              </a:rPr>
              <a:t>Github</a:t>
            </a:r>
            <a:endParaRPr lang="en-IN" sz="1800" dirty="0">
              <a:solidFill>
                <a:schemeClr val="bg1"/>
              </a:solidFill>
            </a:endParaRPr>
          </a:p>
          <a:p>
            <a:r>
              <a:rPr lang="en-IN" sz="1800" dirty="0">
                <a:solidFill>
                  <a:schemeClr val="bg1"/>
                </a:solidFill>
              </a:rPr>
              <a:t>Git is a de-central repository management system for managing any kind of source code. And git hub is a central repository where everyone sync their changes (internet).</a:t>
            </a:r>
          </a:p>
          <a:p>
            <a:r>
              <a:rPr lang="en-IN" sz="18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https://git-scm.com/download/win</a:t>
            </a:r>
            <a:endParaRPr lang="en-IN" sz="1800" dirty="0">
              <a:solidFill>
                <a:schemeClr val="bg1"/>
              </a:solidFill>
            </a:endParaRPr>
          </a:p>
          <a:p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6930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and Git HUB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6007C54-3524-9466-6672-46E876D55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87" y="980728"/>
            <a:ext cx="10969943" cy="551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33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HANA Cloud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1B822-FD1F-30ED-76E7-5E494D6E61DA}"/>
              </a:ext>
            </a:extLst>
          </p:cNvPr>
          <p:cNvSpPr txBox="1"/>
          <p:nvPr/>
        </p:nvSpPr>
        <p:spPr>
          <a:xfrm>
            <a:off x="405781" y="974164"/>
            <a:ext cx="111616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is a fully managed, in-memory, cloud database as a service (DBaaS). It is the cloud-based data foundation for SAP Business Technology Platform. With SAP HANA Cloud you can create, run, and extend new and existing applications.</a:t>
            </a:r>
          </a:p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includes a number of software components. The core component is SAP HANA Database, but other components can be added at any time, such as a data lake.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2E0C3-2785-33E1-C2AE-1D0F297AB256}"/>
              </a:ext>
            </a:extLst>
          </p:cNvPr>
          <p:cNvSpPr txBox="1"/>
          <p:nvPr/>
        </p:nvSpPr>
        <p:spPr>
          <a:xfrm>
            <a:off x="405780" y="2451492"/>
            <a:ext cx="583423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/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Key Components of SAP HANA Cloud</a:t>
            </a:r>
          </a:p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There are four key components of SAP HANA Cloud: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SAP HANA Database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In-memory database with built-in advanced analytics (spatial, graph, text, etc.)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data lake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Store and query large data sets and most file types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adaptive server enterprise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Support for extreme –performance transactional applications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adaptive server enterprise replication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Bi-directional real time data replication across databases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E110644-46D4-5748-42EC-748B8BEAC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6" r="15934"/>
          <a:stretch/>
        </p:blipFill>
        <p:spPr bwMode="auto">
          <a:xfrm>
            <a:off x="6454452" y="2252115"/>
            <a:ext cx="5212531" cy="43087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9237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1A0C-49FC-7BA3-CF59-A7C15038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HANA Cloud v/s On-premise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EC22E48-21CE-5727-AE45-AAC559F4DE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" r="4389"/>
          <a:stretch/>
        </p:blipFill>
        <p:spPr bwMode="auto">
          <a:xfrm>
            <a:off x="163242" y="2276872"/>
            <a:ext cx="6278151" cy="360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DD2028-068C-7296-D417-1CF7F3B9981E}"/>
              </a:ext>
            </a:extLst>
          </p:cNvPr>
          <p:cNvSpPr txBox="1"/>
          <p:nvPr/>
        </p:nvSpPr>
        <p:spPr>
          <a:xfrm>
            <a:off x="6653380" y="1076543"/>
            <a:ext cx="53903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Feature Differences</a:t>
            </a:r>
          </a:p>
          <a:p>
            <a:pPr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compares very closely with SAP HANA on-premise in terms of features but there are some differences.</a:t>
            </a:r>
            <a:endParaRPr lang="en-US" sz="1800" b="1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2A828B7-B381-42D5-A741-CD7079B2E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8" r="2147"/>
          <a:stretch/>
        </p:blipFill>
        <p:spPr bwMode="auto">
          <a:xfrm>
            <a:off x="6753498" y="2276872"/>
            <a:ext cx="5190086" cy="383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51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ACD8-99C5-715D-47B1-B722AF07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Schema in HANA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63BFF-9905-49BA-CDA8-491A130A9728}"/>
              </a:ext>
            </a:extLst>
          </p:cNvPr>
          <p:cNvSpPr txBox="1"/>
          <p:nvPr/>
        </p:nvSpPr>
        <p:spPr>
          <a:xfrm>
            <a:off x="338571" y="884478"/>
            <a:ext cx="118502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Schema – Is a mandatory database object of database which stores other database objects. 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It’s a logical separation of database objects.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It is home of all the runtime object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Security</a:t>
            </a:r>
          </a:p>
          <a:p>
            <a:pPr marL="285750" indent="-285750" defTabSz="914400">
              <a:buFontTx/>
              <a:buChar char="-"/>
            </a:pPr>
            <a:endParaRPr lang="en-US" sz="1800" dirty="0">
              <a:solidFill>
                <a:schemeClr val="bg1"/>
              </a:solidFill>
              <a:latin typeface="Calibri" panose="020F0502020204030204"/>
            </a:endParaRPr>
          </a:p>
          <a:p>
            <a:pPr marL="285750" indent="-285750" defTabSz="914400">
              <a:buFontTx/>
              <a:buChar char="-"/>
            </a:pPr>
            <a:endParaRPr lang="en-US" sz="18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2DF3AC68-4734-9C09-3F5B-A68E318F20A5}"/>
              </a:ext>
            </a:extLst>
          </p:cNvPr>
          <p:cNvSpPr/>
          <p:nvPr/>
        </p:nvSpPr>
        <p:spPr>
          <a:xfrm>
            <a:off x="3251200" y="4572000"/>
            <a:ext cx="8432800" cy="1985818"/>
          </a:xfrm>
          <a:prstGeom prst="flowChartMagneticDisk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HANA  600GB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8302C-9592-6298-CC80-D07CD85A71B4}"/>
              </a:ext>
            </a:extLst>
          </p:cNvPr>
          <p:cNvSpPr/>
          <p:nvPr/>
        </p:nvSpPr>
        <p:spPr>
          <a:xfrm>
            <a:off x="3860800" y="3241964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D573D-9479-5606-E379-F344204ADF77}"/>
              </a:ext>
            </a:extLst>
          </p:cNvPr>
          <p:cNvSpPr/>
          <p:nvPr/>
        </p:nvSpPr>
        <p:spPr>
          <a:xfrm>
            <a:off x="6400799" y="3224645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B5E973-27E9-815C-F666-ABA22AE46148}"/>
              </a:ext>
            </a:extLst>
          </p:cNvPr>
          <p:cNvSpPr/>
          <p:nvPr/>
        </p:nvSpPr>
        <p:spPr>
          <a:xfrm>
            <a:off x="8811491" y="3241964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S/4HANA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7456D9-F5B2-364F-8358-081A37CF0A32}"/>
              </a:ext>
            </a:extLst>
          </p:cNvPr>
          <p:cNvCxnSpPr>
            <a:stCxn id="5" idx="2"/>
          </p:cNvCxnSpPr>
          <p:nvPr/>
        </p:nvCxnSpPr>
        <p:spPr>
          <a:xfrm flipH="1">
            <a:off x="4793673" y="3971636"/>
            <a:ext cx="4618" cy="692728"/>
          </a:xfrm>
          <a:prstGeom prst="straightConnector1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C2FA129-2D8A-4A91-6B3B-CC328101A3FE}"/>
              </a:ext>
            </a:extLst>
          </p:cNvPr>
          <p:cNvCxnSpPr>
            <a:cxnSpLocks/>
          </p:cNvCxnSpPr>
          <p:nvPr/>
        </p:nvCxnSpPr>
        <p:spPr>
          <a:xfrm>
            <a:off x="2004292" y="4828309"/>
            <a:ext cx="1246908" cy="510309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E5E059E-EB61-7991-66E4-B76378D45CC9}"/>
              </a:ext>
            </a:extLst>
          </p:cNvPr>
          <p:cNvSpPr/>
          <p:nvPr/>
        </p:nvSpPr>
        <p:spPr>
          <a:xfrm>
            <a:off x="4544291" y="4828309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SCBW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2A8368-9E25-7960-31FA-777489354C47}"/>
              </a:ext>
            </a:extLst>
          </p:cNvPr>
          <p:cNvSpPr/>
          <p:nvPr/>
        </p:nvSpPr>
        <p:spPr>
          <a:xfrm>
            <a:off x="6638636" y="4846781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ECC001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8A8DE3-3559-C1BD-D746-6D5AF1FBAE8C}"/>
              </a:ext>
            </a:extLst>
          </p:cNvPr>
          <p:cNvSpPr/>
          <p:nvPr/>
        </p:nvSpPr>
        <p:spPr>
          <a:xfrm>
            <a:off x="9172863" y="4828309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SAPS4C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8CA6B91-6F24-F3A1-5739-8970D1C15756}"/>
              </a:ext>
            </a:extLst>
          </p:cNvPr>
          <p:cNvCxnSpPr>
            <a:stCxn id="6" idx="2"/>
            <a:endCxn id="11" idx="0"/>
          </p:cNvCxnSpPr>
          <p:nvPr/>
        </p:nvCxnSpPr>
        <p:spPr>
          <a:xfrm rot="16200000" flipH="1">
            <a:off x="6892058" y="4400548"/>
            <a:ext cx="892464" cy="1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729AECB-71DB-3B69-271E-9D8C01DDF96F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rot="16200000" flipH="1">
            <a:off x="9382414" y="4338204"/>
            <a:ext cx="856673" cy="123536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137D824-B767-6D55-ACC8-B8B9FE76895A}"/>
              </a:ext>
            </a:extLst>
          </p:cNvPr>
          <p:cNvSpPr/>
          <p:nvPr/>
        </p:nvSpPr>
        <p:spPr>
          <a:xfrm>
            <a:off x="4544290" y="5837382"/>
            <a:ext cx="1399309" cy="517451"/>
          </a:xfrm>
          <a:prstGeom prst="rect">
            <a:avLst/>
          </a:prstGeom>
          <a:solidFill>
            <a:srgbClr val="F14124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516C57-7745-1FE5-9227-E054E963BBC9}"/>
              </a:ext>
            </a:extLst>
          </p:cNvPr>
          <p:cNvSpPr/>
          <p:nvPr/>
        </p:nvSpPr>
        <p:spPr>
          <a:xfrm>
            <a:off x="3251200" y="5082309"/>
            <a:ext cx="997527" cy="68118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MIG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9A7B03-0E45-C520-605C-FF4A229EC65B}"/>
              </a:ext>
            </a:extLst>
          </p:cNvPr>
          <p:cNvGrpSpPr/>
          <p:nvPr/>
        </p:nvGrpSpPr>
        <p:grpSpPr>
          <a:xfrm>
            <a:off x="7134383" y="5573524"/>
            <a:ext cx="284400" cy="60480"/>
            <a:chOff x="7134383" y="5573524"/>
            <a:chExt cx="284400" cy="6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18FDB6C-5815-0A00-C001-BB777DFA20C5}"/>
                    </a:ext>
                  </a:extLst>
                </p14:cNvPr>
                <p14:cNvContentPartPr/>
                <p14:nvPr/>
              </p14:nvContentPartPr>
              <p14:xfrm>
                <a:off x="7134383" y="5573524"/>
                <a:ext cx="284400" cy="11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F3F907-6AC8-9E5B-18A3-0322772232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25383" y="5564524"/>
                  <a:ext cx="302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E8E2BB-AF00-7485-B4FF-D8C379630C01}"/>
                    </a:ext>
                  </a:extLst>
                </p14:cNvPr>
                <p14:cNvContentPartPr/>
                <p14:nvPr/>
              </p14:nvContentPartPr>
              <p14:xfrm>
                <a:off x="7157423" y="5623564"/>
                <a:ext cx="229680" cy="10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D9170FC-C85B-7048-08A3-6118F66FD4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48783" y="5614564"/>
                  <a:ext cx="247320" cy="28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C1E59-BF40-61BD-2778-D1F7EEACDEDE}"/>
              </a:ext>
            </a:extLst>
          </p:cNvPr>
          <p:cNvSpPr/>
          <p:nvPr/>
        </p:nvSpPr>
        <p:spPr>
          <a:xfrm>
            <a:off x="693812" y="4365104"/>
            <a:ext cx="1422470" cy="7172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Non-SAP</a:t>
            </a:r>
          </a:p>
        </p:txBody>
      </p:sp>
    </p:spTree>
    <p:extLst>
      <p:ext uri="{BB962C8B-B14F-4D97-AF65-F5344CB8AC3E}">
        <p14:creationId xmlns:p14="http://schemas.microsoft.com/office/powerpoint/2010/main" val="1988133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B2C1-2D72-48F5-D6C5-A17C95C8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HDI Container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6AE77-6D9D-323A-80AD-336A21B8B2E3}"/>
              </a:ext>
            </a:extLst>
          </p:cNvPr>
          <p:cNvSpPr txBox="1"/>
          <p:nvPr/>
        </p:nvSpPr>
        <p:spPr>
          <a:xfrm>
            <a:off x="164670" y="784925"/>
            <a:ext cx="111616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An HDI Container is also a </a:t>
            </a: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. But it is managed differently from a normal schema.</a:t>
            </a:r>
          </a:p>
          <a:p>
            <a:pPr defTabSz="914400">
              <a:defRPr/>
            </a:pPr>
            <a:endParaRPr lang="en-US" sz="1800" b="1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 -- How its created?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Manually create it in BTP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Application Managed HDI Container (You as developer ONLY work with App, App will talk to HANA to create and manage this schema to store/read data internally)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You cant access HDI Container using HANA Studio (Deprecated tool), We can use new SAP HANA Database Explorer, SAP HANA </a:t>
            </a:r>
            <a:r>
              <a:rPr lang="en-US" sz="1800" dirty="0" err="1">
                <a:solidFill>
                  <a:schemeClr val="bg1"/>
                </a:solidFill>
                <a:latin typeface="Calibri"/>
              </a:rPr>
              <a:t>WebIDE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 for OP or BAS to access HDI Container.</a:t>
            </a:r>
          </a:p>
          <a:p>
            <a:pPr defTabSz="914400">
              <a:defRPr/>
            </a:pPr>
            <a:endParaRPr lang="en-US" sz="1800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HDI -- Who creates it?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There is a new service in SAP HANA called SAP HDI (HANA Deployer Infrastructure) which is just a microservice responsible to managing the container. HDI Deployer is a component which is used to talk to this service from our app.</a:t>
            </a:r>
          </a:p>
          <a:p>
            <a:pPr defTabSz="914400"/>
            <a:endParaRPr lang="en-US" sz="180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5559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2947-8BD4-1919-0AE6-C14C8F6F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Create HANA Cloud Instance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5A8D5-EF9E-9286-069A-7C912612B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56" r="7337"/>
          <a:stretch/>
        </p:blipFill>
        <p:spPr bwMode="auto">
          <a:xfrm>
            <a:off x="190016" y="1702420"/>
            <a:ext cx="5174395" cy="183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653BBD-DA91-2996-8A54-0B82D95D8890}"/>
              </a:ext>
            </a:extLst>
          </p:cNvPr>
          <p:cNvSpPr txBox="1"/>
          <p:nvPr/>
        </p:nvSpPr>
        <p:spPr>
          <a:xfrm>
            <a:off x="261763" y="779090"/>
            <a:ext cx="5174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Login to your trial and navigate to your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dev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space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SAP HANA Cloud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Manage SAP HANA Cloud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SAP HANA Cloud Central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EF897-818D-A144-9DAA-ED76C105C4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" t="15296"/>
          <a:stretch/>
        </p:blipFill>
        <p:spPr bwMode="auto">
          <a:xfrm>
            <a:off x="6674485" y="1527830"/>
            <a:ext cx="4543262" cy="197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F9ED8215-03AA-D8FB-EE7A-028B143BC7BD}"/>
              </a:ext>
            </a:extLst>
          </p:cNvPr>
          <p:cNvSpPr/>
          <p:nvPr/>
        </p:nvSpPr>
        <p:spPr>
          <a:xfrm>
            <a:off x="5617029" y="1733197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65EBF26E-6D84-D4F3-490D-2C8E2ECA0675}"/>
              </a:ext>
            </a:extLst>
          </p:cNvPr>
          <p:cNvSpPr/>
          <p:nvPr/>
        </p:nvSpPr>
        <p:spPr>
          <a:xfrm rot="5400000">
            <a:off x="8770215" y="3566145"/>
            <a:ext cx="351801" cy="474214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62670FC-3E42-A072-DD2C-754FA0F8C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485" y="4017448"/>
            <a:ext cx="4805728" cy="265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E4A37-E533-D631-EC68-7557BDA3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4" y="3938076"/>
            <a:ext cx="5328976" cy="270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5D2515A-A0D2-B87A-B280-CC3F1560B881}"/>
              </a:ext>
            </a:extLst>
          </p:cNvPr>
          <p:cNvSpPr/>
          <p:nvPr/>
        </p:nvSpPr>
        <p:spPr>
          <a:xfrm rot="10800000">
            <a:off x="5926368" y="5151312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B66864-1F90-CAC7-3886-475219B67685}"/>
              </a:ext>
            </a:extLst>
          </p:cNvPr>
          <p:cNvCxnSpPr/>
          <p:nvPr/>
        </p:nvCxnSpPr>
        <p:spPr>
          <a:xfrm>
            <a:off x="190016" y="3753010"/>
            <a:ext cx="5915500" cy="0"/>
          </a:xfrm>
          <a:prstGeom prst="line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8502F2-40B4-4D81-DD19-83B489ECC97A}"/>
              </a:ext>
            </a:extLst>
          </p:cNvPr>
          <p:cNvSpPr txBox="1"/>
          <p:nvPr/>
        </p:nvSpPr>
        <p:spPr>
          <a:xfrm>
            <a:off x="6105516" y="779090"/>
            <a:ext cx="568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Create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wizard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SAP HANA Cloud instance Type to create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Next Step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continue</a:t>
            </a:r>
          </a:p>
        </p:txBody>
      </p:sp>
    </p:spTree>
    <p:extLst>
      <p:ext uri="{BB962C8B-B14F-4D97-AF65-F5344CB8AC3E}">
        <p14:creationId xmlns:p14="http://schemas.microsoft.com/office/powerpoint/2010/main" val="3848172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Hands on – HANA Cloud Integration</a:t>
            </a:r>
            <a:endParaRPr lang="en-IN" sz="3600" dirty="0">
              <a:latin typeface="Cooper Black" panose="0208090404030B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B33051-A262-4738-BE23-009A377F6D2B}"/>
              </a:ext>
            </a:extLst>
          </p:cNvPr>
          <p:cNvSpPr txBox="1"/>
          <p:nvPr/>
        </p:nvSpPr>
        <p:spPr>
          <a:xfrm>
            <a:off x="189756" y="908720"/>
            <a:ext cx="1180931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Pre-requisites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Check the version of CDS (which must be &gt; 2.0) </a:t>
            </a:r>
            <a:r>
              <a:rPr lang="en-US" sz="1800" b="1" dirty="0" err="1">
                <a:solidFill>
                  <a:schemeClr val="bg1"/>
                </a:solidFill>
              </a:rPr>
              <a:t>cds</a:t>
            </a:r>
            <a:r>
              <a:rPr lang="en-US" sz="1800" b="1" dirty="0">
                <a:solidFill>
                  <a:schemeClr val="bg1"/>
                </a:solidFill>
              </a:rPr>
              <a:t> –v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Start a HANA cloud instance in SAP BTP</a:t>
            </a:r>
          </a:p>
          <a:p>
            <a:r>
              <a:rPr lang="en-US" sz="1800" dirty="0">
                <a:solidFill>
                  <a:schemeClr val="bg1"/>
                </a:solidFill>
              </a:rPr>
              <a:t>Main steps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Add </a:t>
            </a:r>
            <a:r>
              <a:rPr lang="en-US" sz="1800" dirty="0" err="1">
                <a:solidFill>
                  <a:schemeClr val="bg1"/>
                </a:solidFill>
              </a:rPr>
              <a:t>hana</a:t>
            </a:r>
            <a:r>
              <a:rPr lang="en-US" sz="1800" dirty="0">
                <a:solidFill>
                  <a:schemeClr val="bg1"/>
                </a:solidFill>
              </a:rPr>
              <a:t> configuration to our app, which tell cap framework that the default </a:t>
            </a:r>
            <a:r>
              <a:rPr lang="en-US" sz="1800" dirty="0" err="1">
                <a:solidFill>
                  <a:schemeClr val="bg1"/>
                </a:solidFill>
              </a:rPr>
              <a:t>db</a:t>
            </a:r>
            <a:r>
              <a:rPr lang="en-US" sz="1800" dirty="0">
                <a:solidFill>
                  <a:schemeClr val="bg1"/>
                </a:solidFill>
              </a:rPr>
              <a:t> is now </a:t>
            </a:r>
            <a:r>
              <a:rPr lang="en-US" sz="1800" dirty="0" err="1">
                <a:solidFill>
                  <a:schemeClr val="bg1"/>
                </a:solidFill>
              </a:rPr>
              <a:t>hana</a:t>
            </a:r>
            <a:r>
              <a:rPr lang="en-US" sz="1800" dirty="0">
                <a:solidFill>
                  <a:schemeClr val="bg1"/>
                </a:solidFill>
              </a:rPr>
              <a:t> – </a:t>
            </a:r>
            <a:r>
              <a:rPr lang="en-US" sz="1800" b="1" dirty="0" err="1">
                <a:solidFill>
                  <a:schemeClr val="bg1"/>
                </a:solidFill>
              </a:rPr>
              <a:t>cds</a:t>
            </a:r>
            <a:r>
              <a:rPr lang="en-US" sz="1800" b="1" dirty="0">
                <a:solidFill>
                  <a:schemeClr val="bg1"/>
                </a:solidFill>
              </a:rPr>
              <a:t> add </a:t>
            </a:r>
            <a:r>
              <a:rPr lang="en-US" sz="1800" b="1" dirty="0" err="1">
                <a:solidFill>
                  <a:schemeClr val="bg1"/>
                </a:solidFill>
              </a:rPr>
              <a:t>hana</a:t>
            </a:r>
            <a:endParaRPr lang="en-US" sz="1800" b="1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2.   Add the </a:t>
            </a:r>
            <a:r>
              <a:rPr lang="en-IN" sz="1600" dirty="0" err="1">
                <a:solidFill>
                  <a:schemeClr val="bg1"/>
                </a:solidFill>
              </a:rPr>
              <a:t>hana</a:t>
            </a:r>
            <a:r>
              <a:rPr lang="en-IN" sz="1600" dirty="0">
                <a:solidFill>
                  <a:schemeClr val="bg1"/>
                </a:solidFill>
              </a:rPr>
              <a:t> specific deployment format name to our project under </a:t>
            </a:r>
            <a:r>
              <a:rPr lang="en-IN" sz="1600" dirty="0" err="1">
                <a:solidFill>
                  <a:schemeClr val="bg1"/>
                </a:solidFill>
              </a:rPr>
              <a:t>cds</a:t>
            </a:r>
            <a:r>
              <a:rPr lang="en-IN" sz="1600" dirty="0">
                <a:solidFill>
                  <a:schemeClr val="bg1"/>
                </a:solidFill>
              </a:rPr>
              <a:t> section as below inside </a:t>
            </a:r>
            <a:r>
              <a:rPr lang="en-IN" sz="1600" dirty="0" err="1">
                <a:solidFill>
                  <a:schemeClr val="bg1"/>
                </a:solidFill>
              </a:rPr>
              <a:t>package.json</a:t>
            </a:r>
            <a:r>
              <a:rPr lang="en-IN" sz="1600" dirty="0">
                <a:solidFill>
                  <a:schemeClr val="bg1"/>
                </a:solidFill>
              </a:rPr>
              <a:t> file</a:t>
            </a:r>
            <a:br>
              <a:rPr lang="en-IN" sz="1600" dirty="0">
                <a:solidFill>
                  <a:schemeClr val="bg1"/>
                </a:solidFill>
              </a:rPr>
            </a:b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hana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":{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"deploy-format":"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hdbtable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3. Since the first step added the </a:t>
            </a:r>
            <a:r>
              <a:rPr lang="en-IN" sz="1600" dirty="0" err="1">
                <a:solidFill>
                  <a:schemeClr val="bg1"/>
                </a:solidFill>
              </a:rPr>
              <a:t>hdb</a:t>
            </a:r>
            <a:r>
              <a:rPr lang="en-IN" sz="1600" dirty="0">
                <a:solidFill>
                  <a:schemeClr val="bg1"/>
                </a:solidFill>
              </a:rPr>
              <a:t> node module, we need to install it. Run </a:t>
            </a:r>
            <a:r>
              <a:rPr lang="en-IN" sz="1600" b="1" dirty="0" err="1">
                <a:solidFill>
                  <a:schemeClr val="bg1"/>
                </a:solidFill>
              </a:rPr>
              <a:t>npm</a:t>
            </a:r>
            <a:r>
              <a:rPr lang="en-IN" sz="1600" b="1" dirty="0">
                <a:solidFill>
                  <a:schemeClr val="bg1"/>
                </a:solidFill>
              </a:rPr>
              <a:t> install</a:t>
            </a:r>
          </a:p>
          <a:p>
            <a:r>
              <a:rPr lang="en-IN" sz="1600" dirty="0">
                <a:solidFill>
                  <a:schemeClr val="bg1"/>
                </a:solidFill>
              </a:rPr>
              <a:t>4. We need to perform a build, which will create all the </a:t>
            </a:r>
            <a:r>
              <a:rPr lang="en-IN" sz="1600" dirty="0" err="1">
                <a:solidFill>
                  <a:schemeClr val="bg1"/>
                </a:solidFill>
              </a:rPr>
              <a:t>hana</a:t>
            </a:r>
            <a:r>
              <a:rPr lang="en-IN" sz="1600" dirty="0">
                <a:solidFill>
                  <a:schemeClr val="bg1"/>
                </a:solidFill>
              </a:rPr>
              <a:t> specific files which will be deployed to HANA cloud.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build --production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5. We need to login to cloud foundry from BAS – </a:t>
            </a:r>
            <a:r>
              <a:rPr lang="en-IN" sz="1600" b="1" dirty="0" err="1">
                <a:solidFill>
                  <a:schemeClr val="bg1"/>
                </a:solidFill>
              </a:rPr>
              <a:t>cf</a:t>
            </a:r>
            <a:r>
              <a:rPr lang="en-IN" sz="1600" b="1" dirty="0">
                <a:solidFill>
                  <a:schemeClr val="bg1"/>
                </a:solidFill>
              </a:rPr>
              <a:t> login</a:t>
            </a:r>
          </a:p>
          <a:p>
            <a:r>
              <a:rPr lang="en-IN" sz="1600" dirty="0">
                <a:solidFill>
                  <a:schemeClr val="bg1"/>
                </a:solidFill>
              </a:rPr>
              <a:t>6. Finally we need to deploy the DB and everything to SAP HANA Cloud –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deploy --to </a:t>
            </a:r>
            <a:r>
              <a:rPr lang="en-IN" sz="1600" b="1" dirty="0" err="1">
                <a:solidFill>
                  <a:schemeClr val="bg1"/>
                </a:solidFill>
              </a:rPr>
              <a:t>hana:batman</a:t>
            </a:r>
            <a:endParaRPr lang="en-IN" sz="1600" b="1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7. We fixed issues related to excel format of HANA and changed the size of field </a:t>
            </a:r>
            <a:r>
              <a:rPr lang="en-IN" sz="1600" dirty="0" err="1">
                <a:solidFill>
                  <a:schemeClr val="bg1"/>
                </a:solidFill>
              </a:rPr>
              <a:t>bankid</a:t>
            </a:r>
            <a:r>
              <a:rPr lang="en-IN" sz="1600" dirty="0">
                <a:solidFill>
                  <a:schemeClr val="bg1"/>
                </a:solidFill>
              </a:rPr>
              <a:t> for employee, redo the build and deploy</a:t>
            </a:r>
          </a:p>
          <a:p>
            <a:r>
              <a:rPr lang="en-IN" sz="1600" dirty="0">
                <a:solidFill>
                  <a:schemeClr val="bg1"/>
                </a:solidFill>
              </a:rPr>
              <a:t>8. If deployment worked, a new file </a:t>
            </a:r>
            <a:r>
              <a:rPr lang="en-IN" sz="1600" b="1" dirty="0" err="1">
                <a:solidFill>
                  <a:schemeClr val="bg1"/>
                </a:solidFill>
              </a:rPr>
              <a:t>cdsrc-private.json</a:t>
            </a:r>
            <a:r>
              <a:rPr lang="en-IN" sz="1600" b="1" dirty="0">
                <a:solidFill>
                  <a:schemeClr val="bg1"/>
                </a:solidFill>
              </a:rPr>
              <a:t> </a:t>
            </a:r>
            <a:r>
              <a:rPr lang="en-IN" sz="1600" dirty="0">
                <a:solidFill>
                  <a:schemeClr val="bg1"/>
                </a:solidFill>
              </a:rPr>
              <a:t>gets created automatically, this file contain the information about which container in SAP BTP HANA Cloud to connect to. And the private key is stored in this file.</a:t>
            </a:r>
          </a:p>
          <a:p>
            <a:r>
              <a:rPr lang="en-IN" sz="1600" dirty="0">
                <a:solidFill>
                  <a:schemeClr val="bg1"/>
                </a:solidFill>
              </a:rPr>
              <a:t>9. Provide the credentials which will be used to connect database, start using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watch --profile hybrid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"credentials": {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"database": "batman-key"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66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6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7546</TotalTime>
  <Words>1437</Words>
  <Application>Microsoft Office PowerPoint</Application>
  <PresentationFormat>Custom</PresentationFormat>
  <Paragraphs>163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Amasis MT Pro Black</vt:lpstr>
      <vt:lpstr>Arial</vt:lpstr>
      <vt:lpstr>Arial Black</vt:lpstr>
      <vt:lpstr>Calibri</vt:lpstr>
      <vt:lpstr>Consolas</vt:lpstr>
      <vt:lpstr>Cooper Black</vt:lpstr>
      <vt:lpstr>Segoe UI</vt:lpstr>
      <vt:lpstr>Segoe UI Light</vt:lpstr>
      <vt:lpstr>Wingdings</vt:lpstr>
      <vt:lpstr>Office Theme</vt:lpstr>
      <vt:lpstr>SAP BTP Extension Suite Training</vt:lpstr>
      <vt:lpstr>PowerPoint Presentation</vt:lpstr>
      <vt:lpstr>Agenda – Day 10</vt:lpstr>
      <vt:lpstr>PowerPoint Presentation</vt:lpstr>
      <vt:lpstr>PowerPoint Presentation</vt:lpstr>
      <vt:lpstr>Object page</vt:lpstr>
      <vt:lpstr>Create Fiori App using Annotation</vt:lpstr>
      <vt:lpstr>Association v.s Composition</vt:lpstr>
      <vt:lpstr>Hands on: Create &amp; F4 Enablement for app</vt:lpstr>
      <vt:lpstr>Hands on : Fiori App</vt:lpstr>
      <vt:lpstr>Create Fiori App using Annotation</vt:lpstr>
      <vt:lpstr>Association v.s Composition</vt:lpstr>
      <vt:lpstr>Hands on: Create &amp; F4 Enablement for app</vt:lpstr>
      <vt:lpstr>Challenges to share code</vt:lpstr>
      <vt:lpstr>Git and Git HUB</vt:lpstr>
      <vt:lpstr>Introduction to HANA Cloud</vt:lpstr>
      <vt:lpstr>HANA Cloud v/s On-premise</vt:lpstr>
      <vt:lpstr>What is Schema in HANA</vt:lpstr>
      <vt:lpstr>HDI Container</vt:lpstr>
      <vt:lpstr>Hands on - Create HANA Cloud Instance</vt:lpstr>
      <vt:lpstr>Hands on – HANA Cloud Integration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275</cp:revision>
  <dcterms:created xsi:type="dcterms:W3CDTF">2013-09-12T13:05:01Z</dcterms:created>
  <dcterms:modified xsi:type="dcterms:W3CDTF">2025-05-06T05:26:50Z</dcterms:modified>
</cp:coreProperties>
</file>