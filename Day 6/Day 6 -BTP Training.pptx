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6" r:id="rId2"/>
    <p:sldId id="4122" r:id="rId3"/>
    <p:sldId id="277" r:id="rId4"/>
    <p:sldId id="4777" r:id="rId5"/>
    <p:sldId id="4769" r:id="rId6"/>
    <p:sldId id="4757" r:id="rId7"/>
    <p:sldId id="4787" r:id="rId8"/>
    <p:sldId id="4759" r:id="rId9"/>
    <p:sldId id="4788" r:id="rId10"/>
    <p:sldId id="4799" r:id="rId11"/>
    <p:sldId id="282" r:id="rId12"/>
    <p:sldId id="280" r:id="rId13"/>
    <p:sldId id="4711" r:id="rId14"/>
    <p:sldId id="4773"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4777"/>
            <p14:sldId id="4769"/>
            <p14:sldId id="4757"/>
            <p14:sldId id="4787"/>
            <p14:sldId id="4759"/>
            <p14:sldId id="4788"/>
            <p14:sldId id="4799"/>
          </p14:sldIdLst>
        </p14:section>
        <p14:section name="Untitled Section" id="{3D25B6DE-2864-4657-B43E-6916E185213C}">
          <p14:sldIdLst>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5250" autoAdjust="0"/>
  </p:normalViewPr>
  <p:slideViewPr>
    <p:cSldViewPr>
      <p:cViewPr varScale="1">
        <p:scale>
          <a:sx n="97" d="100"/>
          <a:sy n="97" d="100"/>
        </p:scale>
        <p:origin x="688"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4/26/2025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4/26/2025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4/26/2025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srv/tester.http"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6</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2998068"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2998068"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2998068"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662754"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Data Models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662754"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Working with aspects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662754"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Translations and CDS views</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a:t>
            </a:r>
            <a:r>
              <a:rPr lang="en-US" dirty="0"/>
              <a:t>6</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85308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1937-8B4B-AB16-1953-F007EE5EF58A}"/>
              </a:ext>
            </a:extLst>
          </p:cNvPr>
          <p:cNvSpPr>
            <a:spLocks noGrp="1"/>
          </p:cNvSpPr>
          <p:nvPr>
            <p:ph type="title"/>
          </p:nvPr>
        </p:nvSpPr>
        <p:spPr/>
        <p:txBody>
          <a:bodyPr/>
          <a:lstStyle/>
          <a:p>
            <a:r>
              <a:rPr lang="en-US" dirty="0"/>
              <a:t>Testing Services in BAS</a:t>
            </a:r>
          </a:p>
        </p:txBody>
      </p:sp>
      <p:pic>
        <p:nvPicPr>
          <p:cNvPr id="1026" name="Picture 2" descr="Web APIs, Web Services, &amp; Microservices: Basics &amp; Differences">
            <a:extLst>
              <a:ext uri="{FF2B5EF4-FFF2-40B4-BE49-F238E27FC236}">
                <a16:creationId xmlns:a16="http://schemas.microsoft.com/office/drawing/2014/main" id="{5863E59F-FEA2-F1F7-81D5-92DF06FB8EA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405780" y="1124744"/>
            <a:ext cx="7929352" cy="374441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FFAC21C-5D87-BA73-AE11-24E807D9A8A3}"/>
              </a:ext>
            </a:extLst>
          </p:cNvPr>
          <p:cNvSpPr/>
          <p:nvPr/>
        </p:nvSpPr>
        <p:spPr>
          <a:xfrm>
            <a:off x="4726260" y="4066961"/>
            <a:ext cx="6984776"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3"/>
              </a:rPr>
              <a:t>https://github.com/soyuztechnologies/SAP_BTP_Training_CLD200/blob/master/Day%203/02srv/tester.http</a:t>
            </a:r>
            <a:endParaRPr lang="en-US" dirty="0"/>
          </a:p>
          <a:p>
            <a:endParaRPr lang="en-US" dirty="0"/>
          </a:p>
        </p:txBody>
      </p:sp>
    </p:spTree>
    <p:extLst>
      <p:ext uri="{BB962C8B-B14F-4D97-AF65-F5344CB8AC3E}">
        <p14:creationId xmlns:p14="http://schemas.microsoft.com/office/powerpoint/2010/main" val="122247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D1B55-C69F-0885-3A9B-69BAF965655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864813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7229</TotalTime>
  <Words>586</Words>
  <Application>Microsoft Office PowerPoint</Application>
  <PresentationFormat>Custom</PresentationFormat>
  <Paragraphs>90</Paragraphs>
  <Slides>14</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Amasis MT Pro Black</vt:lpstr>
      <vt:lpstr>Arial</vt:lpstr>
      <vt:lpstr>Arial Black</vt:lpstr>
      <vt:lpstr>Calibri</vt:lpstr>
      <vt:lpstr>Cooper Black</vt:lpstr>
      <vt:lpstr>Segoe UI</vt:lpstr>
      <vt:lpstr>Segoe UI Light</vt:lpstr>
      <vt:lpstr>Office Theme</vt:lpstr>
      <vt:lpstr>SAP BTP Architect Training</vt:lpstr>
      <vt:lpstr>PowerPoint Presentation</vt:lpstr>
      <vt:lpstr>Agenda – Day 6</vt:lpstr>
      <vt:lpstr>DB Design</vt:lpstr>
      <vt:lpstr>Hands on: Create DB Module</vt:lpstr>
      <vt:lpstr>Reuse Types and aspects</vt:lpstr>
      <vt:lpstr>Introduction to CDS Views</vt:lpstr>
      <vt:lpstr>Hands on: Service creation</vt:lpstr>
      <vt:lpstr>Testing Services in BAS</vt:lpstr>
      <vt:lpstr>PowerPoint Presentation</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237</cp:revision>
  <dcterms:created xsi:type="dcterms:W3CDTF">2013-09-12T13:05:01Z</dcterms:created>
  <dcterms:modified xsi:type="dcterms:W3CDTF">2025-04-26T08:29:18Z</dcterms:modified>
</cp:coreProperties>
</file>