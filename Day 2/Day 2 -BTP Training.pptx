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76" r:id="rId2"/>
    <p:sldId id="4122" r:id="rId3"/>
    <p:sldId id="278" r:id="rId4"/>
    <p:sldId id="277" r:id="rId5"/>
    <p:sldId id="4720" r:id="rId6"/>
    <p:sldId id="320" r:id="rId7"/>
    <p:sldId id="4721" r:id="rId8"/>
    <p:sldId id="4722" r:id="rId9"/>
    <p:sldId id="4723" r:id="rId10"/>
    <p:sldId id="4737" r:id="rId11"/>
    <p:sldId id="4738" r:id="rId12"/>
    <p:sldId id="4739" r:id="rId13"/>
    <p:sldId id="4740" r:id="rId14"/>
    <p:sldId id="4726" r:id="rId15"/>
    <p:sldId id="4727" r:id="rId16"/>
    <p:sldId id="4728" r:id="rId17"/>
    <p:sldId id="4729" r:id="rId18"/>
    <p:sldId id="4730" r:id="rId19"/>
    <p:sldId id="4775" r:id="rId20"/>
    <p:sldId id="4776" r:id="rId21"/>
    <p:sldId id="4755" r:id="rId22"/>
    <p:sldId id="4777" r:id="rId23"/>
    <p:sldId id="4774" r:id="rId24"/>
    <p:sldId id="4756" r:id="rId25"/>
    <p:sldId id="4757" r:id="rId26"/>
    <p:sldId id="4753" r:id="rId27"/>
    <p:sldId id="4754" r:id="rId28"/>
    <p:sldId id="282" r:id="rId29"/>
    <p:sldId id="280" r:id="rId30"/>
    <p:sldId id="4711" r:id="rId31"/>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4D92"/>
    <a:srgbClr val="E8E8E8"/>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763" autoAdjust="0"/>
    <p:restoredTop sz="95250" autoAdjust="0"/>
  </p:normalViewPr>
  <p:slideViewPr>
    <p:cSldViewPr>
      <p:cViewPr varScale="1">
        <p:scale>
          <a:sx n="97" d="100"/>
          <a:sy n="97" d="100"/>
        </p:scale>
        <p:origin x="800" y="284"/>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6-01-13T07:05:16.638"/>
    </inkml:context>
    <inkml:brush xml:id="br0">
      <inkml:brushProperty name="width" value="0.05292" units="cm"/>
      <inkml:brushProperty name="height" value="0.05292" units="cm"/>
      <inkml:brushProperty name="color" value="#FFFF00"/>
    </inkml:brush>
  </inkml:definitions>
  <inkml:trace contextRef="#ctx0" brushRef="#br0">14786 14164 0,'0'-13'32,"0"-1"-1,0 28 16,0-1-32,0 93 1,0-67 0,27 146-1,-27-132 1,26 172-1,-26-159 1,0 186 0,13-186-1,-13 211 1,0-210 0,-13-1-16,0 172 15,-13 26 16,12-224-15,1 132 0,0-133-1,13-12-15,0 52 16,0-65 0,0-1-16,0 26 15,0-25-15,13-1 31,0 0 1,1-13-17,38 13 1,-25-13 0,105 0-1,-92 0 1,211 0-1,-171 0 1,12 0-16,397-26 16,292-1 15,-623 14-15,530-13-1,-516 13 1,556-14-1,-557 14 1,15 13-16,501-40 16,80 0 15,-621 27-15,449-13-1,-449 13 1,422-14-1,-435 14 1,-1 13-16,357-27 16,40 27 15,-436 0-15,185 0-1,-239 0 1,67-26-1,-106 13 17,0 0-17,-13 13-15,-14-14 16,14 1 0,-13-27-1,26 27 1,-14-13-16,14-40 15,0 13 1,14-93 0,12-118 15,-26 198-15,13-225-1,-13 225 1,14-212-1,-1 225-15,-13 0 16,13-92 0,0 105-1,-13 0-15,13-79 16,1 93 0,-14-40-1,0 26 16,0 27-15,-27-14 0,27 14-1,-26-27 1,26 27 0,-27-26-1,14 25 1,-13-25-1,12 25-15,-38-38 32,-54 25-1,79 14-15,-105 0-1,92 13 1,-171 0-1,145 0 1,-239 0 0,213 0-1,-331 13 1,304 0 0,-14-13-16,-449 0 15,424 13 1,-504 1-1,490-14 1,-515 13 0,515 0-1,-503 0 1,517-13-16,-557 0 31,583 0-15,-370 0-1,-41 13 17,437-13-17,-264 14 1,278-1 0,12-13-16,-131 13 15,144-13-15,-171 13 31,199-13-15,-80 14 0,92-14-1,-65 13 1,78-13 0,-65 0-1,53 0-15,-54 0 31,54 0-15,13 13-16,-54-13 16,41 13 15,13 14 0,13-14-15,-27 0-1,27 0 17</inkml:trace>
  <inkml:trace contextRef="#ctx0" brushRef="#br0" timeOffset="1101.71">24468 15090 0,'0'0'32,"52"-40"-32,-25 40 15,-14 0-15,0-27 16,-66-12 15,27 39-31,0 0 16,-54 26-1,54 1-15,-54 118 32,67-118-17,40 78 1,92-52 15,-80-53-15,80-13-1,-92-13-15,65-67 32,-65-158-1,-54 52 0,27 147 0,0 131 1,14 119-1,-1-145-31,-13-13 16,26 92-1,1-39 16,-1-93-15</inkml:trace>
  <inkml:trace contextRef="#ctx0" brushRef="#br0" timeOffset="1907.34">24891 14785 0,'0'0'0,"-27"-52"31,41 65 0,-1 26-15,0 54-1,0 92 17,-13-145-32,0 105 31,0-105 0,0-80 0,53-118 1,-40 131-32,27-39 15,79 13 17,0 119-1,-79 66 0,-40-105-31,-93 66 31,-65-67 1,38-66-1,107-39 0,26 66-31,14-14 31</inkml:trace>
  <inkml:trace contextRef="#ctx0" brushRef="#br0" timeOffset="7201.44">15659 15076 0,'0'0'0,"0"-13"31,0-13 1,0 12-1,0 41 0,0-1-15,-26 107-1,26-94 1,-13 146 0,-1-145-1,14 26 1</inkml:trace>
  <inkml:trace contextRef="#ctx0" brushRef="#br0" timeOffset="7716.8">15620 15288 0,'0'0'0,"39"-13"31,-26 0-15,107-1 0,-81 14-1,-12-13-15,39 13 16,-53 0-1,27 0 1,-40-13-16,13-27 31,-40-26 1,14 40-17,0-27 1,0 66 15,13 0-15,0 0-16,0 80 15,13 79 17,0-132-32,-13-14 15,0 67 1,13-80-1,1-13-15</inkml:trace>
  <inkml:trace contextRef="#ctx0" brushRef="#br0" timeOffset="8204.37">16202 15156 0,'0'0'16,"26"-27"-1,-26 80 17,0 13-17,0-39 1,-13 65 0,0-78-16,-1 52 31,1-53-16,13 0-15,-13-13 16,13-13 0,0-80-1,0 54 1,13-1-16,0-119 16,1 120-1,-1-1-15,13-39 16,1 79-1,-14 0-15,40 26 16,-27 27 0,27 92-1,-40-78 1,-13-28-16,0 107 31,0-133-15,-13 0-16</inkml:trace>
  <inkml:trace contextRef="#ctx0" brushRef="#br0" timeOffset="8391.64">16202 15235 0,'52'13'31,"-25"-13"-15,92 0 0,-79-13-1,26 0-15</inkml:trace>
  <inkml:trace contextRef="#ctx0" brushRef="#br0" timeOffset="9007.56">16638 15050 0,'-13'-13'16,"26"26"-16,-26-40 16,0 27-1,13 14 1,0 65 0,0-13-1,0 27 1,0 39 15,0-119-31,0 14 31,0-93 1,0 39-17,13-118 1,0 105-1,0-106 1,14 120 15,26 185 1,-40-133-32,40 120 31,-40-120-16,27 1 1,-1-80 15,-12-119 1,-27 132-32,0 14 15,-14-67 1,14 80-16,-13 0 31,-13 65 0</inkml:trace>
  <inkml:trace contextRef="#ctx0" brushRef="#br0" timeOffset="9508.73">17048 15023 0,'0'0'16,"-13"14"-16,13 39 31,0-40-31,0 93 31,-13 13 0,-1-80 1,1-78-1,26-120 0,27-79 0,-14 172-15,27 145 15,13 119 0,-39-26 1,-27-145-32,-13 39 15</inkml:trace>
  <inkml:trace contextRef="#ctx0" brushRef="#br0" timeOffset="9688.73">17022 15182 0,'0'0'0,"-14"-26"31,107-14 0,-40 27-31</inkml:trace>
  <inkml:trace contextRef="#ctx0" brushRef="#br0" timeOffset="11524.75">17603 15142 0,'0'0'32,"-39"-26"-32,26 0 15,-14-1 17,-13 133-1,14 53 0,92-40 0,-39-119-31,92-27 32,-93 14-32,0-13 15,54-120 1,-67-105 15,-39 66 0,26 171-31,-14 28 32,1 224-1,40-13 0,39-120 0,53-131 1,-40-67-1,-66 67-31,-13-27 31,-13 79 16,0 54-16,13-67-31,0 27 31,66-40 1,-26-80-1,-54-12 0,1 78-31,-13-12 31,13 26-31,26 0 47,79-13-15,-65 13-32,-1-13 0,1 13 15,39-14 16,-66 28 16,-27 52-15,14 26-1,53-52 0,-27-40-31,53 0 16,-53-13-1,54-53 1,-54 52 0,0-52-1,-13 53 1,0 26 15,-13 67-15,13-67-1,13 53 1,0-53 0,93 0-1,-80-13 1,107-26-1,-107 26 1,54-93 0,-80 67-1,0-53 1,-53 39 15,53 53-15,-66 40-1,66-40 1,-40 40 0,40-40-1,26 27 1,-12-40 0,52 0-1,-27-26 1,14-27-1,-26 26 1,-14-12-16,13-107 16,-26 106-1,-26-92 1,26 119 0,-27 13-1,14 40 1,-13 224 15,26-211-15,53 132-1,13-92 1</inkml:trace>
  <inkml:trace contextRef="#ctx0" brushRef="#br0" timeOffset="12016.34">20235 14984 0,'0'0'0,"-26"0"31,39 13-16,27 93 1,-40-67 0,13 120-1,0-132-15</inkml:trace>
  <inkml:trace contextRef="#ctx0" brushRef="#br0" timeOffset="12358.82">20209 14891 0,'-66'-92'16,"132"184"-16,-198-369 31,132 263-31,119-52 31,145 106 0,-224-27-31,13 14 0,-27 12 16,14 133 15,-265-13 0,159-146-15,13 0-16</inkml:trace>
  <inkml:trace contextRef="#ctx0" brushRef="#br0" timeOffset="13097.58">20751 15023 0,'0'0'0,"40"14"15,-27-14-15,-26 0 47,-27 92-16,27-65-31,0 12 16,26 54 15,66-80 1,-52-13-32,-14-13 15,53-80 1,-79-39 15,-53 79 0,53 53-31,13 27 32,13-14-17,53 0 1,-40-13-16,80-26 31,0-27 0,-93 26 1,-13 41-1,-13-1-31,13 13 31,40 27 0,52 26 1,-79-65-32,1 25 31,-94-12 0</inkml:trace>
  <inkml:trace contextRef="#ctx0" brushRef="#br0" timeOffset="13323.29">21346 14693 0,'0'0'0,"27"0"16,-14 13 0,0 0-16,14 106 31,-1 119 0,-13-39-15</inkml:trace>
  <inkml:trace contextRef="#ctx0" brushRef="#br0" timeOffset="14179.18">21412 15090 0,'-13'-40'31,"26"80"-31,40-133 32,-26 80-32,118 0 15,-105 13 1,79 13 0,-106-13-1,14 13 1,-27-26 78,-14 0-79,-12-1 1,-14 14 15,27 14-15,0-1-16,-40 66 15,40 27 17,13-93-17,13 0-15,13 1 16,-12-14-1,-1 0-15,13 0 0,-12-14 16,52-39 0,-53 40-1,13-26 1,-39 65 15,13 0-15,-13 1-16,13-1 0,-13 54 15,13-1 1,0 27 0,0-80-16,0 1 15,0 39 1,0-53 0,-40-13-1,27 0 1,-40-119-1,40 79 1,-14-131 0,27 144-1,0 1-15,40-41 16,-27 54 0,0 0-16</inkml:trace>
  <inkml:trace contextRef="#ctx0" brushRef="#br0" timeOffset="14937.76">21968 15010 0,'0'0'0,"0"-13"15,0 0 17,40 66-1,-1 52 0,-39-78-15,0 26-1,0-53 17,0-27-17,27-118 16,39 52 1,-13 80-1,-27 40-15,-13 12 15,-13 1 0,0 13 0,27-40 1,-14-13-32,53 0 31,0-66 0,-66-27 0,-13 27 1,0 93-17,-40 105 16,27 13 1,78-78-1,-25-67-31,92-53 31,-106 39-31</inkml:trace>
  <inkml:trace contextRef="#ctx0" brushRef="#br0" timeOffset="15137.33">22695 15063 0,'-13'13'32,"0"-13"-17</inkml:trace>
  <inkml:trace contextRef="#ctx0" brushRef="#br0" timeOffset="23674.32">14932 10554 0,'-13'-53'31,"26"106"-31,-26-80 31,-1 212-15,1 225 15,26 66 0,-13-383-15,14 224 0,-14-251-1,0 225 1,0-225-1,0 199 1,0-225 0,0 52-1,0-79 1,39 1 0,80-28 15,-79 14-16,145-26 1,-132 13 0,278-14-1,-225 27 1,13 0-16,291 0 16,489 0 15,-701 0-31,14-13 15,740 0 1,331 0 15,-1018 13-15,726 26 0,-766-13-1,569 14 1,-622-27-1,0 0-15,251 13 16,-304-13 0,0 0-16,172 13 15,40 0 17,-292-13-32,1 0 15,53 14 1,-67-14-16,40 0 31,-53 0-15,-13-14-1,-26-25 17,-14-54-1,-13-158 0,0-106 0,27-66 1,26 343-32,0 1 15,0-186 1,26-131 15,14 118 0,-27 53 1,-39 93-1,-1 53 0,-12 52 0,-27 14 1,52 13-32,-12 0 15,-67 0 1,54 0-16,-292 0 31,-224-27 0,-199 1 1,-172 39-1,714-13-31,-608 40 31,-132 0 0,780-40-31,0 13 0,0 0 16,-595 27 15,106-1 0,330-25-15,-132 25 15,80 14 1,317-53-32,-146 27 31,53-1 0,146-26-31,-53 13 31,40 1-15,-41-1 31,-38-13-32,78 0 1,-65 0 0,78 0-1,-12 0-15,-14 0 16,-26 13 15,-40 0 0,80 0-15,-40 1 0,52-14-1,14 26 1,0-13 0,27 27-1</inkml:trace>
  <inkml:trace contextRef="#ctx0" brushRef="#br0" timeOffset="25201.21">24957 12180 0,'0'0'0,"0"-13"15,13 13-15,0-13 16,1-14 15,-14 14-15,13-27-1,-13 27 1,-66-53 0,26 40-1,-66 39 1,67 0 0,-67 80-1,93-67 1,-27 93-1,40-106 1,66 40 0,-40-53-1,93-26 1,-79-1 0,-13 14-16,25-66 15,-38 66 1,-1-14-16,0-39 15,-13 92 17,-13 14-17,26 13 17,0-53-17,40 13 1,-39-13-1,78-26 1,-39-14 0,-53 27-1,26-80 1,-26 80 0,0-40-1,0 119 16,0-39-15,0 12-16,0 94 16,27 118 15,-27-211-15,0 26-1,13-93 16,-13-12-15,0-1-16,13-198 31,-13 185-15,27-132 0,-27 145-1,39-66 1,-25 93-1,-1 13-15,13 27 16,27 78 15,-39-91-31,-14 12 16,-14 40 0,14-53-16,-13 1 15,-40 39 1</inkml:trace>
  <inkml:trace contextRef="#ctx0" brushRef="#br0" timeOffset="25747.81">25605 11929 0,'0'0'15,"0"13"1,0 0-16,26 40 31,-26-40-31,27 80 32,-14 39-1,-13-79 0,0-92 0,0 25-31,0-105 32,0 80-32,-13-160 31,26 93 0,80 106 0,-14 53-15,-39 27 15,-106-14 0,-40-40 1,93-26-32</inkml:trace>
  <inkml:trace contextRef="#ctx0" brushRef="#br0" timeOffset="28154.47">16268 9403 0,'0'0'31,"-14"-66"-31,14 39 32,0 41-32,0 91 31,0 173 0,0 40 0,0-266-31,0 81 16</inkml:trace>
  <inkml:trace contextRef="#ctx0" brushRef="#br0" timeOffset="28909.78">16162 9258 0,'0'0'0,"-40"-27"32,159 1-1,331-67 0,436 1 0,384-1 1,118 40-1,-316 13 0,-451 27 0,-330 13 1,-264 0-1,-27 13 0,13 1 0,-13 38 1,0-25-32,0 92 31,0 145 0,-40 14 0,1 0 1,39-252-32,-14 80 31,14-93-31,-13-13 0</inkml:trace>
  <inkml:trace contextRef="#ctx0" brushRef="#br0" timeOffset="29797.63">18476 9535 0,'0'-13'31,"0"26"-31,0-79 31,-26 26 1,-106 27-1,92 26-31,-92 40 15,105-39 1,14 52 15,198 13 1,53-26-17,-198 0 32,-186 26-16,107-66-31,-120 27 16,133-40 0,-27-13-16</inkml:trace>
  <inkml:trace contextRef="#ctx0" brushRef="#br0" timeOffset="30061.37">18794 9509 0,'0'0'0,"39"-13"16,-39 39 15,0-13-15,0 80-1,0-67 1,-13 107 0,13-107-1,0-13-15,0 14 0</inkml:trace>
  <inkml:trace contextRef="#ctx0" brushRef="#br0" timeOffset="30486.08">18833 9509 0,'0'-40'15,"0"80"-15,0-106 0,27-14 16,-14 67-1,106 0 1,-66 39 0,13 14-1,-53-27 1,-13 0-16,-53 67 16,14-67-1,-120 53 1,119-53-1,-52 14 1,145-27 15,-27 0-15,1 0-16,78 13 16,-78 0-16,105 27 31,-105-27-16,26 27 1,-40-40-16</inkml:trace>
  <inkml:trace contextRef="#ctx0" brushRef="#br0" timeOffset="30884.08">19336 9469 0,'0'-26'16,"0"12"-16,0 54 0,0-93 0,0 53 31,0 13-31,13 1 16,14 39 0,-14-27-16,40 120 31,-40-120-16,27 53 1,-14-92 15,-13 0-15,40-133 0,0 14-1,13-27 16,-52 159 1,-28 53-17</inkml:trace>
  <inkml:trace contextRef="#ctx0" brushRef="#br0" timeOffset="46270.29">16572 11466 0,'0'-13'15,"-13"-14"17,-27 1-1,-66 13 0,66 26-15,-158 66-1,26 80 17,159-80-17,26-52 1,172 12-1,133-52 17,-120-40-1</inkml:trace>
  <inkml:trace contextRef="#ctx0" brushRef="#br0" timeOffset="46760.29">16850 11506 0,'-14'0'31,"28"0"-31,-28 26 31,14-13-31,14 67 32,-28 52-1,1-119-15,0 14-1,0-67 16,13-105 1,66-67-1,13 199 0,-13 171 0,0 14 1,-66-79-17</inkml:trace>
  <inkml:trace contextRef="#ctx0" brushRef="#br0" timeOffset="47390.38">16902 11598 0,'-13'-13'31,"26"26"-31,54-26 31,-28 13-31,67-13 31,-13-14 1,-80 14-32,0 13 31,-13 13 0,0 80 0,0 13 1,13-67-1,-13-78 16,0-1-32,0 14-15,-13-159 32,53 52-1,66 120 0,-40 66 0,-53-40-31,-39 67 16,-1-67 0,-39 40-1,53-53 1</inkml:trace>
  <inkml:trace contextRef="#ctx0" brushRef="#br0" timeOffset="48123.43">17603 11453 0,'0'0'0,"0"40"47,0-27-31,14 79-1,-14-78 1,-14 78 0,14-79-1,-13 14 1,13-67 31,0 27-47,13-119 31,1 92-31,25-119 31,54 80-15,-80 79 0,0 13-16,40 80 15,-13 26 16,-27-93-15,0 40 0,-13-52-1,0-1 17,-26-53-17,26 27 1,13-119-1,53 13 17,40 132-1,-93 0-15,53 93-1,-66-80 1,14 93-1,-28-105 1,-52 78 0</inkml:trace>
  <inkml:trace contextRef="#ctx0" brushRef="#br0" timeOffset="49083.37">17974 10950 0,'0'0'0,"-80"-53"16,41 40 0,-120-53-1,106 53 1,-211-27-1,184 27-15,-290 13 32,158 40-17,-224 52 1,343-52 0,-237 158-1,277-132 1,0 0-16,-40 133 15,67-133 1,52 185 0,1-198-1,158 172 1,172-13 15,304-120 0,67-158 1,-451 13-17,-144 13-15,263-145 32,-329 132-32,-1 0 15,39-118 1,-78 104-16,-93-250 31,-199 0 0,-145 158 1,-79 146-1,396 13-31,-65 13 15</inkml:trace>
  <inkml:trace contextRef="#ctx0" brushRef="#br0" timeOffset="49928.36">20711 11294 0,'0'0'0,"-26"-40"31,13 40 0,26 119 0,-13-79-31,13 132 32,0-93-17</inkml:trace>
  <inkml:trace contextRef="#ctx0" brushRef="#br0" timeOffset="50360.9">20672 11373 0,'-53'-158'31,"106"316"-31,-106-369 16,53 184-16,106-12 31,79 105 0,-145-40-31,39 80 32,-185 26-1,-66-79 0,199-53 0,-1 0-31,133 14 32,-120-1-32,107 66 31,-80 0 0,-53-65-15</inkml:trace>
  <inkml:trace contextRef="#ctx0" brushRef="#br0" timeOffset="50828.41">21360 11466 0,'0'0'0,"0"-106"32,0 146-1,13 79 0,-13-40 0,13-52 1,-13-80-1,13-132 0,0 132-31,40-106 31,40 146 1,0 238-1,-54-40 0,-26-106 0</inkml:trace>
  <inkml:trace contextRef="#ctx0" brushRef="#br0" timeOffset="51453.53">21505 11387 0,'0'-14'0,"0"28"0,-13-28 16,66 14 15,92 27 0,14-54 1,-93-25-1,-66 25-31,13-13 31,-13 93 0,27 106 1,-14-13-1,13-94 0,-26-65 0,0-13-31,-13-120 32,13-65-1,80 78 0,65 173 0,-119-13-31,27 65 32,-53-65-32,-13-14 15,-159 79 16</inkml:trace>
  <inkml:trace contextRef="#ctx0" brushRef="#br0" timeOffset="52157.49">22590 10884 0,'0'0'0,"26"-13"16,-13-13-16,-13-80 31,-145-27 0,92 107-31,-463-27 31,-357 93 1,-66 145-1,317 93 0,398 13 0,224-239-31,145 173 16,-79-159 0,305 146-1,-266-146 1,583 159 0,119-93 15,-53-158 0,-622-1-15,252-158-1,-305 119 1,146-225 0,-186 199-1,14-266 1,-79 266-1,-146-212 1,26 198 0,-250-53-1,277 146 1,0 0-16</inkml:trace>
  <inkml:trace contextRef="#ctx0" brushRef="#br0" timeOffset="55878.41">14244 5303 0,'0'0'15,"27"-132"17,-1 106-32,14 39 31,39 370 0,-39 239 0,-67-40 1,-12-159-1,12-198 0,27-199-31,53 14 16,-27-40-1,318 13 17,-238 0-32,476 27 31,661-13 0,477-27 0,-1337 0-31,1151-14 32,569 41-1,-793-1 0,-530-13 0,-687-26-31,118-13 32,-198 13-32,-13-54 15,-13 28 1,-212-199 15,-39-146-15,171-158 15,93 423-15,27-370-1,-14 383 1,40-238 0,-40 278-1,0 13-15,0-92 16,-13 105-1,0 0-15,-52-26 16,-94 40 15,106 39-15,-184 27 15,144-40-31,-396 26 16,317-26-1,-952 13 1,847 0 0,-953 14-1,-502 52 17,1362-66-17,-979 54 1,1018-54-1,-806 40 1,886-53 0,13 13-16,-357 0 15,424-13 1,25 13-16,-210-13 16,263 14 15,93-1-16,40 27 1,-39-27 0,39 53-1,-53-40 1,-27 80 0,1-79-1,-41 39 16,41-53-31,-27 66 32,40-66-32,39 40 15</inkml:trace>
  <inkml:trace contextRef="#ctx0" brushRef="#br0" timeOffset="57472.42">25367 6097 0,'0'0'0,"0"-13"16,0-1-16,0-12 31,-13 39 0,-27 106 0,40-79-31,-26 132 32,39-93-17,26 14 1,1-54-1,106-39 1,26-145 15,-146 105-15,0-145 0,-65 26 15,26 146-16</inkml:trace>
  <inkml:trace contextRef="#ctx0" brushRef="#br0" timeOffset="57719.76">25922 6256 0,'0'0'0,"14"0"16,-1 0 0,53 26-1,-53-13 1,106 93 0,-92-80-1,79 80 1,-93-92-16,26-1 31</inkml:trace>
  <inkml:trace contextRef="#ctx0" brushRef="#br0" timeOffset="57922.35">26332 6189 0,'0'0'0,"0"-26"16,-39 13-1,-1 52 1,-53 107 0,80-106-1,-66 118 1,66-131 0,-1-1-16,1 14 15</inkml:trace>
  <inkml:trace contextRef="#ctx0" brushRef="#br0" timeOffset="58479.04">26756 5872 0,'0'0'0,"26"-53"32,-26 80-17,-26 145 1,12-93 0,-52 225-1,-13 0 16,66-198-15</inkml:trace>
  <inkml:trace contextRef="#ctx0" brushRef="#br0" timeOffset="58894.83">27060 6256 0,'0'0'0,"-13"13"15,-1 0-15,14 0 16,-13 53 0,13 80 15,40-14 0,-14-119-31,120 1 31,12-107 1,-118-92-1,-66 79 0,12 106-31,1 26 31,13-12-31,0 12 16</inkml:trace>
  <inkml:trace contextRef="#ctx0" brushRef="#br0" timeOffset="59099.87">27668 6295 0,'13'0'31,"-26"0"-31,40 40 32,-14-14-32,0 107 31,0 105 0</inkml:trace>
  <inkml:trace contextRef="#ctx0" brushRef="#br0" timeOffset="64965.39">15686 6348 0,'0'-53'31,"106"-39"0,-93 65-31,66-92 31,-66 80-31,27-186 32,-80 40-1,-105 251 0,-1 278 0,120 92 1,52-119-1,-39-145-16</inkml:trace>
  <inkml:trace contextRef="#ctx0" brushRef="#br0" timeOffset="65344.74">15553 6573 0,'0'0'0,"80"-40"32,158 1-1,-27 12 0,-131 14 0,-80 0 1,-13 13-32,-14 39 31,14 94 0,13-67-15,40 53 15</inkml:trace>
  <inkml:trace contextRef="#ctx0" brushRef="#br0" timeOffset="65516.68">16321 6150 0,'0'0'0,"-80"13"31,67 0-31,13 0 0</inkml:trace>
  <inkml:trace contextRef="#ctx0" brushRef="#br0" timeOffset="65948.34">16598 6520 0,'0'0'16,"14"-13"15,-54 0 0,13 79-15,27-53-16,-13 40 31,13-40-15,53 0 0,40-52 15,-54-14 0,-52 40-15,-53-54-1,40 67 1,12-13-16,-12 13 16</inkml:trace>
  <inkml:trace contextRef="#ctx0" brushRef="#br0" timeOffset="66406.5">16889 6467 0,'0'-26'16,"53"12"15,-40 14-15,1 14-16,52 65 15,-53-52 1,0 65 0,-13-65-1,-39 12 1,12-52 15,27-13-15,0 12-16,13-65 15,1 39-15,65-79 32,-26 93-17,39 26 1,-65 13-1,39 80 1,-53-67 0,14 80-1,-14-80 1,-13 27 0</inkml:trace>
  <inkml:trace contextRef="#ctx0" brushRef="#br0" timeOffset="66594.5">17246 6123 0,'0'0'0,"0"-13"15,0 26 1,0 1-1,14 12 1</inkml:trace>
  <inkml:trace contextRef="#ctx0" brushRef="#br0" timeOffset="67174.41">18027 6388 0,'0'0'0,"0"-132"32,-14 105-32,1-13 15,-26-39 1,12 66-16,-92 39 31,-40 186 0,173-53 1,131-80-1,-105-79-31,-14 0 15,54 0 1,-54 0-16,-26-40 31,-106 54 1,-13 91-1,106-78-16,13-1-15,13 54 16,159-41 15,40-131 1,-146 26-17</inkml:trace>
  <inkml:trace contextRef="#ctx0" brushRef="#br0" timeOffset="67381">18265 6427 0,'0'0'0,"-14"-39"16,14-1-16,-26-39 16,13 66-1,0 39 1,13 0 0,-14 120-1,14 52 16,14-132-15,-14-39-16</inkml:trace>
  <inkml:trace contextRef="#ctx0" brushRef="#br0" timeOffset="67766.38">18410 6639 0,'0'0'0,"0"-13"32,13 13-17,14 13 1,52-26 15,1-40 0,-67 27-15,-40-41 0,14 54-16,-53-13 31,40 39-31,12 0 16,-39 80-1,40 52 16,66-52 1,-40-93-32,53-13 15</inkml:trace>
  <inkml:trace contextRef="#ctx0" brushRef="#br0" timeOffset="69160.75">18675 6573 0,'0'0'0,"0"-26"15,13-1-15,-13 1 0,26-14 32,-12 133-1,-1 12 0,0-52 0,-13-66 1,53-93-1,40-26 0,-14 145 0,-66 106 1,-13-92-32,13 26 31,1-27 0,-1-39-31,0 0 16,66-80 15,-65 67-31,25-1 31,-12 80 1,-27-27-17,39 14 16,-39-27-31,67-26 32,65-79-1,-106-41 0,-65 67 0,-28 145 1,54 67-1,26-120-31,40 41 16,-26-67-1,79-14 16,-53-91 1,-53 38-17,-14-65 17,28 159-1,-1 92 0,-13-53 0,0-53 1,26-66-1,1 0 0,-14 53-15,13 80 15,1-28 0,-1-52 0,40-105 1,-26-107-1,-40 146-31,-26-185 31,-27 264 0,26 265-15,54-27 15,12-145 1</inkml:trace>
  <inkml:trace contextRef="#ctx0" brushRef="#br0" timeOffset="69353.5">19759 6229 0,'0'0'0,"-13"-53"32,26 53-17,67 0 1,-54 0-1,14 0-15,79 0 16</inkml:trace>
  <inkml:trace contextRef="#ctx0" brushRef="#br0" timeOffset="69687.88">20421 5700 0,'0'0'0,"0"-53"16,0-79-1,0 172 17,0-1-17,13 266 1,26 197 15,-12-251-15,26 1 15,-40-226-15,-13-13-16,13 14 15</inkml:trace>
  <inkml:trace contextRef="#ctx0" brushRef="#br0" timeOffset="70562.61">21598 6203 0,'0'-14'16,"0"28"-16,26-94 31,-13 1 0,-13 92 1,0 146-1,53 13 0,40-119 0,39-80 1,-106 1-32,1 13 15,52-146 16,-79 106-31,14-132 32,-41 172-1,1 145 0,26-92-31</inkml:trace>
  <inkml:trace contextRef="#ctx0" brushRef="#br0" timeOffset="70829.48">22206 6097 0,'0'0'0,"40"-40"31,-27 53 1,0 120-1,0 25 0,-13-144-31,0 38 16</inkml:trace>
  <inkml:trace contextRef="#ctx0" brushRef="#br0" timeOffset="71249.28">22484 6110 0,'0'-13'0,"0"26"0,0-39 31,0 52 0,-14 53 1,1-39-1,13-27-16,13-13 1,1-13 0,52-13-1,-40 26 1,67 26 0,-67-13-1,40 120 1,-66-107-1,-79 53 1,0-65 15</inkml:trace>
  <inkml:trace contextRef="#ctx0" brushRef="#br0" timeOffset="71499.7">22484 6018 0,'0'0'0,"13"-40"0,13 27 16,107-14-1,-94 27 1,133 40 0,-132-27-1,66 0 1,-93-13-1,0 27 1,-26-14 0,0 13-16,-14-12 0</inkml:trace>
  <inkml:trace contextRef="#ctx0" brushRef="#br0" timeOffset="79024.39">18900 7895 0,'0'0'0,"0"-13"16,0-13-16,0-27 15,13 40-15,13-14 32,1 93-1,-14-26-15,-13 13-16,40 145 15,-27-105 1,40 251-1,-40-265-15,40 146 32,-53-186-17,13-25-15</inkml:trace>
  <inkml:trace contextRef="#ctx0" brushRef="#br0" timeOffset="79588.42">18900 7909 0,'0'-14'15,"0"28"-15,-40-14 32,27 13-32,-1 13 15,-38 80 1,38-79-16,-78 118 31,78-132-15,1 0-16,0 1 15,26-80 17,0 39-17,1 1-15,105-239 31,0 80 1,-106 172-32,13 13 15,27 53 1,80 185 15,52 159 0</inkml:trace>
  <inkml:trace contextRef="#ctx0" brushRef="#br0" timeOffset="80525.42">19495 12894 0,'0'0'0,"0"-26"16,-14-40-1,14 92 17,0 14-32,27 198 31,-1 119 0,-26-304-31,0 158 31,14-105-15</inkml:trace>
  <inkml:trace contextRef="#ctx0" brushRef="#br0" timeOffset="80881.64">19495 12722 0,'0'0'16,"0"-13"-16,-14 0 15,-38 119 17,-1 105-1,13-12 0,27-173-15,0 1-1</inkml:trace>
  <inkml:trace contextRef="#ctx0" brushRef="#br0" timeOffset="81061.53">19442 12669 0,'0'0'0,"106"-39"31,39 277 1,1 106-17</inkml:trace>
  <inkml:trace contextRef="#ctx0" brushRef="#br0" timeOffset="85514.74">13966 9059 0,'0'0'31,"-53"-159"-31,-79 80 31,-93 92 0,-39 106 1,211-79-32,-93 119 31,120-106-31,0 238 31,26-199-31,119 569 31,53 239-15,-1 184 15,-144-872-15,26 700 0,-53-687-1,-80 661 1,41-661-1,-199 648 1,172-649 0,-186 768 15,146-251-15,106-622-1,80 238 1,-40-304-1,158 66 1,-145-119 0,172-132-1,-172 66-15</inkml:trace>
  <inkml:trace contextRef="#ctx0" brushRef="#br0" timeOffset="86468.66">10091 14971 0,'0'0'0,"-13"0"15,-27-53 1,27 26 0,0 27-1,0-39 1,26 78 15,0-12-15,-13 12-16,0 94 15,0-41 1,0 54 0,0-133-1,-13 27 1,0-133 15,13 53-15,-27-211-1,27 185 1,0 0-16,13-106 16,1 119-1,12 27-15,67-41 16,105 67 15,-171 0-31,-1 27 16,14 52-1,-80 40 17,27-106-17,0 1-15,-14 25 16,27-25 15,27-14-15,39 0-1,-40 0-15,106 39 32,-26 67-1,-106-80-31,-145 93 31,-93-52 0,171-81-15</inkml:trace>
  <inkml:trace contextRef="#ctx0" brushRef="#br0" timeOffset="86782.41">11043 14481 0,'0'0'0,"133"-106"32,-133 67-1,-106 118 0,79-39-31,-39 132 31,159 53 1,105-173-1,-132-65-15</inkml:trace>
  <inkml:trace contextRef="#ctx0" brushRef="#br0" timeOffset="86945.22">11070 14666 0,'0'0'0,"-40"0"31,265-26 0,-79 0-15</inkml:trace>
  <inkml:trace contextRef="#ctx0" brushRef="#br0" timeOffset="87875.79">13027 5330 0,'0'0'0,"-92"-238"31,92 185-31,0 13 0,0 1 15,13-14 17,-92 225-1,-1 224 0,67-290-31,13 489 31,0-26 1,26-67-1,41-131 0,38-146 0,41-133 1,-106-92-32,26-13 15</inkml:trace>
  <inkml:trace contextRef="#ctx0" brushRef="#br0" timeOffset="88374.56">10739 6771 0,'-39'-66'31,"78"132"-31,-78-119 32,92 265-1,-1 66 0,-12-120-15</inkml:trace>
  <inkml:trace contextRef="#ctx0" brushRef="#br0" timeOffset="88550.9">10753 6851 0,'0'0'0,"-14"-53"16,14-79 15,159 132-15,13 39 15</inkml:trace>
  <inkml:trace contextRef="#ctx0" brushRef="#br0" timeOffset="88720.52">10898 6983 0,'0'0'0,"-26"13"16,12 0-16,28-26 16,25 0-1,133-40 1,-119 27-1,0 12-15</inkml:trace>
  <inkml:trace contextRef="#ctx0" brushRef="#br0" timeOffset="89219.32">11599 6705 0,'0'0'0,"0"-13"15,26-40 1,-26 40-1,0-27 1,-13 40 0,-66 40-1,52-14 1,-65 93 0,105 40 15,13-133-16,14-12-15,66 25 16,66-39 15,-159-13-15,-39 0 0,-133 66 15,27 39-16,105-52 1,-79 106 0,120-27 15,39-93-15,-27-26-16,212-53 31,-198 27-16,-1 12-15,14-12 16</inkml:trace>
  <inkml:trace contextRef="#ctx0" brushRef="#br0" timeOffset="91449.92">9470 7102 0,'0'-13'94,"0"26"109,0 40-172,13-40-31,13 80 32,-12-27-17,12-53 16,80-172 1,-67 106-32,173-211 31,-159 185-31,172-173 31,-212 239-31,0 26 16</inkml:trace>
  <inkml:trace contextRef="#ctx0" brushRef="#br0" timeOffset="92388.02">9324 14468 0,'0'0'0,"-13"-13"15,13-14 1,0 14-16,-13 0 16,13-53-1,0 53 1,0-1 0,13 14-16,13 66 31,-12-39-16,-14-1-15,39 67 16,-26-80-16,1 0 16,12 27-1,-13-40-15,1-13 16,78-80 0,-65 40-1,118-171 1,-105 157-1,66-118 1,-80 159 0,14 26-1,-27 13-15</inkml:trace>
  <inkml:trace contextRef="#ctx0" brushRef="#br0" timeOffset="93172.42">10329 10937 0,'0'0'0,"-13"0"31,211 0 0,252-26 1,-106-1-1,-304 27-31,-1-13 31</inkml:trace>
  <inkml:trace contextRef="#ctx0" brushRef="#br0" timeOffset="93500.73">10832 10646 0,'0'0'16,"-40"-40"-1,27 54 16,39 171 1,-26 185-1,0-39 0,0-173 0,0-144 1,0-41-32</inkml:trace>
  <inkml:trace contextRef="#ctx0" brushRef="#br0" timeOffset="94275.82">8398 11030 0,'0'0'31,"53"-14"-31,-53 1 32,0 0-32,-66 13 31,-198 66 0,-67 0 0,291-53-31,-66 14 16</inkml:trace>
  <inkml:trace contextRef="#ctx0" brushRef="#br0" timeOffset="94654.26">8425 11506 0,'0'0'0,"39"-13"31,-105-1 0,-159 67 0,159-40-31,-145 27 32,78-13-1,120-14-31</inkml:trace>
  <inkml:trace contextRef="#ctx0" brushRef="#br0" timeOffset="95086.41">7843 10871 0,'13'-106'31,"-26"212"-31,39-304 31,-79 224-15,27 0-1,-133 133 17,120-106-32,-213 251 31,226-264-31,-40 92 15,172-39 17,171-14-1,-224-66-15,106 67-1,-133-54 1,1 80-1</inkml:trace>
  <inkml:trace contextRef="#ctx0" brushRef="#br0" timeOffset="96654.44">1243 10554 0,'0'0'0,"-13"-93"31,13 53-31,0 1 16,53-133-1,66-225 16,-106 0 1,-158 437-1,-67 449 0,119 239 0,93-41 1,40-264-1,-40-396-31</inkml:trace>
  <inkml:trace contextRef="#ctx0" brushRef="#br0" timeOffset="97653.78">1045 10950 0,'0'0'0,"92"-79"32,-65 66-32,79 0 31,-40-14-16,-27 1 1,1-27 15,-40 79 1,0 120-1,0-80-16,27 40 1,52-40 15,27-172 1,13-106-1,-119 173-16,26-107 1,-39 186 15,0 26-15,13 79 0,53-39 15,-27-93-16,67-65 1,52-134 15,-52-197 1,-120 145-1,-39 304 0,53-13-31,0 0 16,0 105-1,79 94 17,79-133-1,-79-106-16,-39-13-15,52-53 16,-13-145 15,-105-106 1,-41 171-1,67 305 0,26-119-31,67 198 31,-14-118-15</inkml:trace>
  <inkml:trace contextRef="#ctx0" brushRef="#br0" timeOffset="98173.37">3518 10461 0,'13'-53'31,"-26"106"-31,53-225 31,-40 106-15,-133 26 15,-52 173 0,199 12 1,12-119-32,199 54 31,-172-67-31,92 40 31,-251 26 0,67-52-31,-14-14 0,-146 0 32,173-13-32</inkml:trace>
  <inkml:trace contextRef="#ctx0" brushRef="#br0" timeOffset="98376.4">3611 10130 0,'0'0'0,"224"-251"31,-197 238-31,-1 13 16,40 119 15,-52-53-31,52 251 31,-26-52 0</inkml:trace>
  <inkml:trace contextRef="#ctx0" brushRef="#br0" timeOffset="99699.9">3968 10382 0,'0'0'0,"0"-27"16,0 14-16,119-40 15,145 13 32,-211 27-47,146-40 16,-173 40-1,0 0-15,-12 0 16,-54-54 0,14 54-1,-80 53 1,79-14 0,-52 107-1,66-94-15,13 80 31,13-105-15,66 12 0,-52-26-1,65-66 1,-78 39 0,38-65-1,-38 65 1,-14 1-1,0 39 1,26 53 0,-26-39-16,53 39 31,-27-53-15,1-13-16,92-40 15,-79 14 1,92-93-1,-106 79 1,14-105 0,-40 118-1,-53-12 1,27 52-16,-54 93 31,54-53-15,39 66-1,0-93 1,67 27 0,-54-40-1,80-52 1,-66 25 0,79-144-1,-93 105 1,1 0-16,25-146 15,-78-92 17,26 278-17,-53 93 1,53-41 0,-13 173-1,26-172 1,27 105-1,-27-119 1,13 41 0,-12-67-1,-14-14 79,0 1-78,39-40-1,-12 0 1,39 14 15,-53 78 0,-13-25-15,0 65 0,0-53-1,0-12-15,0 25 16,0-25 0,27 25-1,39 14 1</inkml:trace>
  <inkml:trace contextRef="#ctx0" brushRef="#br0" timeOffset="100234.15">3902 11929 0,'105'-278'31,"-210"556"-31,210-609 16,-105 292-16,-53-54 15,-145 80 17,0 145-1,145 27 0,66-146-31,13 13 16,133 41-1,13 12 17,-185-26-17,-265 79 16,225-119-15,-53 14-16</inkml:trace>
  <inkml:trace contextRef="#ctx0" brushRef="#br0" timeOffset="100661.59">4074 11691 0,'0'0'0,"132"-66"31,-119 66-31,-13 13 16,0 53-1,-13 106 17,13-27-1,0-131-31,13-1 31,-13-26-31,0-133 31,40-118 1,65 92-1,-25 278 0,-27 118 0,-14-38 1</inkml:trace>
  <inkml:trace contextRef="#ctx0" brushRef="#br0" timeOffset="101170.86">4404 11929 0,'0'0'0,"-66"-132"31,159 52 1,12 41-17,67-27 16,-92 39 1,-41 146-1,1 79 0,-13-92 0,-54-159 1,-26-145-1,27-172 0,118 132 0,-26 224-15,106 147 15,-238 184 1,-26-211-32</inkml:trace>
  <inkml:trace contextRef="#ctx0" brushRef="#br0" timeOffset="101717.76">4179 13119 0,'-13'13'16,"26"-26"-16,-39 13 31,26 79 1,0 14-17,0 39 16,0-132 1,-40-132-1,-52-146 0,92 40 0,145 172 1,14 198-1,-172 93 0,-14-172-31,-118 93 31,92-107-31</inkml:trace>
  <inkml:trace contextRef="#ctx0" brushRef="#br0" timeOffset="102437.71">4431 13027 0,'39'39'31,"-78"-78"-31,92 118 32,13-66-1,79-53 0,-105 27-31,26-119 31,-132 53 1,-93 171-1,80 80 0,132-66 0,119-119 1,-133-1-32,1-12 0,-14 13 15,14-14-15,-13 1 0,-14-14 16,13 14-16,-13-120 31,-52 27 0,52 185 1,40 93-1,-40-132-31,53 25 31,40-118 0,-93 27-31,53-94 32,-66 28-1,-26 144 0,13 1-15</inkml:trace>
  <inkml:trace contextRef="#ctx0" brushRef="#br0" timeOffset="102598.27">5489 12828 0,'13'0'0,"-26"0"0,52-13 31,-39 0-31</inkml:trace>
</inkml:ink>
</file>

<file path=ppt/ink/ink2.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6-01-13T07:07:10.340"/>
    </inkml:context>
    <inkml:brush xml:id="br0">
      <inkml:brushProperty name="width" value="0.05292" units="cm"/>
      <inkml:brushProperty name="height" value="0.05292" units="cm"/>
      <inkml:brushProperty name="color" value="#FFFF00"/>
    </inkml:brush>
  </inkml:definitions>
  <inkml:trace contextRef="#ctx0" brushRef="#br0">20394 3730 0,'0'0'0,"0"-14"15,0-65 1,0 66 0,0-27-1,13 40 16,-13 40 1,0-27-17,14 93 1,-1-80 0,-13 1-16,39 132 15,-12-93 1</inkml:trace>
  <inkml:trace contextRef="#ctx0" brushRef="#br0" timeOffset="220.83">20434 4695 0,'0'13'16,"0"-26"-16,0 40 0,39 12 15,-25-39 1,25 53 0,1 53 15,-27-93-15,0 40-16</inkml:trace>
  <inkml:trace contextRef="#ctx0" brushRef="#br0" timeOffset="448.14">20606 5594 0,'0'0'0,"-66"119"15,52-79 1,28 66-1,-1-80 1,53 93 0,-53-79-16,14-14 15</inkml:trace>
  <inkml:trace contextRef="#ctx0" brushRef="#br0" timeOffset="650.25">20831 7234 0,'0'0'0,"39"132"16,-39-92-16,13-13 15</inkml:trace>
  <inkml:trace contextRef="#ctx0" brushRef="#br0" timeOffset="1186.98">21148 9443 0,'-27'39'15,"54"-78"-15,-67 92 16,40-40-16,-13 26 16,13 14-1,0-26 1,26 79-1,27 79 17,-53-132-17,40 119 1,-40 39 15,-13-131-15,-14 52-1,67 159 17,-27-238-17,40 52-15</inkml:trace>
  <inkml:trace contextRef="#ctx0" brushRef="#br0" timeOffset="1357.92">21399 11955 0,'0'0'0,"-79"133"15,26 52 17,53-106-17,13-39-15</inkml:trace>
  <inkml:trace contextRef="#ctx0" brushRef="#br0" timeOffset="1595.45">21426 13000 0,'0'0'0,"-80"225"32,67-172-32,-13 185 31,39-185-16,13 172 1,1 79 15,-14-238-15,13 132 0,-12-145-16</inkml:trace>
  <inkml:trace contextRef="#ctx0" brushRef="#br0" timeOffset="1843.77">21505 15103 0,'-79'225'32,"158"-450"-32,-211 661 31,132-396-31,-13 0 15,13 92 1,-14 93 15,14-186-31,0 14 16,0 212 0</inkml:trace>
  <inkml:trace contextRef="#ctx0" brushRef="#br0" timeOffset="1968.24">21399 16756 0,'0'0'0,"13"53"16,-13-14-16,14 173 31,12-53 1,-13-120-17</inkml:trace>
  <inkml:trace contextRef="#ctx0" brushRef="#br0" timeOffset="4031.43">25380 4378 0,'0'0'0,"0"-27"15,0-12-15,0-41 32,13 107-1,1 330 0,-14 185 0,-14-436-31,1 224 32,13-264-32,0 146 15,13-172 1,93 13 0,-53-53-1,40 0-15,475-80 16,636 41 15,-926 39-15,833 53-1,-847-40 1,556 40 15,-674-53-31,171 0 16,-291 0-1,-131-133 1,-173-78 15,106-40 1,159 198-17,13-225 1,26 199-1,67-292 1,-54 279 0,81-226-1,-94 239 17,-52 79-17,-133 26 1,93-26-1,-358 40 1,279-27 0,-609 14-1,529-27-15,-872 0 32,898 0-17,-396 13 1,476-13-1,-185 13 1,264 0 0,-39 1-1,66-1 1,-1 13 0,14-12-1,0-1-15,-13 13 16,0-13 15</inkml:trace>
  <inkml:trace contextRef="#ctx0" brushRef="#br0" timeOffset="4597.47">25446 4351 0,'0'0'0,"40"-13"16,0 13-16,290-40 16,94 14 15,-253 26-15,-52 26-1</inkml:trace>
  <inkml:trace contextRef="#ctx0" brushRef="#br0" timeOffset="5608.06">26848 4999 0,'0'0'0,"-13"-13"16,-27-53-1,14 92 17,-14 133-1,27-27 0,26-92-15,14 0-1,12-40 17,-25 0-1,-1-14 0,-26 1 157,-1-146-157,28-118 0,105-1 0,-80 252-31,133 52 32,-40 186-1,-184-27 0,12-159-31,13 1 0</inkml:trace>
  <inkml:trace contextRef="#ctx0" brushRef="#br0" timeOffset="5859.02">27311 4999 0,'-26'0'31,"52"0"-31,-13 0 32,1 0-32,12 0 15,120 40 17,-133-27-32,-40 14 15</inkml:trace>
  <inkml:trace contextRef="#ctx0" brushRef="#br0" timeOffset="7407.7">24256 8530 0,'0'0'0,"-26"40"16,-14 251 0,40-185-1,-13 462 1,-1-409 0,-65 463-1,53-477 1,-93 424 15,105-477-31,54 146 16,0-198-1,370-14 17,701-26-17,-820 0 1,1454 40-1,-25 13 17,-1443-53-17,543 26 17,-687-26-32,144-26 15,-250 0 1,-14-1-16,0-79 15,-26 40 1,-106-317 0,106 290-1,26-317 1,186-198 15,-160 489-15,107-252-1,-120 305 1,40-119 0,-66 159-1,-13-14-15,-53-26 16,13 53 0,-489-80-1,-635 53 16,859 40-15,-1084 40 0,1045-27-1,0 14-15,-622 26 16,702-27 0,-742 40-1,742-39 16,303-27-15,14 0-16</inkml:trace>
  <inkml:trace contextRef="#ctx0" brushRef="#br0" timeOffset="8001.07">28634 10276 0,'0'0'0,"13"-27"31,0 41 0,-13 25-15,0-12-16,-40 105 31,27-92-31,0-1 0,-27 67 16,14-66 31,13-53-47,13-106 15,0 79 1,53-198 15,-27 185-31,-13-13 0,93-40 31,-80 106-31,41 66 16,-41-26-16,53 185 47,-52-106-32</inkml:trace>
  <inkml:trace contextRef="#ctx0" brushRef="#br0" timeOffset="8469.07">28620 10448 0,'0'0'0,"14"-53"16,12 53-1,80-27 1,-80 27-16,120 0 31,-120 0-15,80-39 0,-93 12-1,1 14-15,38-66 16,-38 66-1,39-14 1,13 80 15,-53-27-15,-39 133 0,-1-119-1,1-1-15,-27 80 16,26-92-1,1 65 1,39-78 0,133-14-1,-94 0 1,173-27 0,-185 14-1</inkml:trace>
  <inkml:trace contextRef="#ctx0" brushRef="#br0" timeOffset="9482.85">26914 14296 0,'0'0'15,"146"-79"1,-120 66-1,-26-54 1,-317 41 15,-318 132 1,503-67-32,-291 133 31,356-79-16,81-40-15,25-13 0,464 105 32,185-105-17,674-106 17,-383-93-1,-953 27 0,-158 105-31,-754-13 31,-701 27 1,965 53-17</inkml:trace>
  <inkml:trace contextRef="#ctx0" brushRef="#br0" timeOffset="10192.04">25750 14442 0,'27'0'0,"-54"0"0,199 0 31,-39 52 0,-147 120 0,-12-105-31,-67 290 32,-79 211-1,146-462-31,-133 344 31,67-93 0,92-304-31,92 92 32,411-79-1,-331-66-31,674-13 31,556 0 0,-635 52 1,-582-78-1,-211 12-31,-172-184 31,-40-371 0,370-40 1,79-12-1,-158 382 0,-158 662 0,12 344 1,80-80-1</inkml:trace>
  <inkml:trace contextRef="#ctx0" brushRef="#br0" timeOffset="10874.93">27681 16174 0,'-26'-26'31,"26"12"-31,0-65 31,-132 39 0,-14 120 1,14 144-1,225-118 0,145-145 0,-199 12-31,107-118 32,-120 105-32,40-145 31,-52 132-31,12-1071 31,-39 2208 0,-40-806-15,53-27 15,13-224-15,0-1-16</inkml:trace>
  <inkml:trace contextRef="#ctx0" brushRef="#br0" timeOffset="11298.37">28171 15910 0,'0'-40'0,"0"80"0,13-120 15,-13 54 1,-13 39-1,13 13-15,-53 107 16,40-80 0,-53 224-1,39-131 17,40-173-1,1 1-16,52-106 1,-40 92 0,80-26-1,-80 66 1,93 119 0,-119-93-1,-39 67 1,12-80-1,-158-39 1,132 12 0,-53-25-16</inkml:trace>
  <inkml:trace contextRef="#ctx0" brushRef="#br0" timeOffset="12268.83">27404 11955 0,'0'0'0,"-40"-119"16,27 66-16,13-13 16,13 27-1,27 92 1,-40-14-1,39 332 1,-39-239-16,0 13 16,-26 490-1,13-490 1,13 570 15,0-636-31,13 159 31,-13-225-15</inkml:trace>
  <inkml:trace contextRef="#ctx0" brushRef="#br0" timeOffset="12702.01">27338 13939 0,'0'0'0,"-53"0"15,13-13 1,40 26 0,0 0-1,0 1-15,40 38 16,-40-38-1,66 39 1,26-53 15,-12-67 1,-67 54-32,0-13 15,40-54 1,-40 54-16,1 13 15,-1-14 1,-40 146 15,27-92-15,-13-1-16,13 14 0</inkml:trace>
  <inkml:trace contextRef="#ctx0" brushRef="#br0" timeOffset="13272.04">27510 11532 0,'0'0'0,"-80"27"31,-39 65 0,0 40 1,106-118-32,-40 52 31,40-53 0,119-132 0,65-13 1,-144 105-32,13 27 15,184 146 16,-118-14-15</inkml:trace>
  <inkml:trace contextRef="#ctx0" brushRef="#br0" timeOffset="14143.02">27364 6150 0,'0'-199'31,"0"398"-31,-40-371 32,-105 450-1,52-54 0,67-157 0,105-173 1,53-66-1,-79 119-15,66 119 15,-39 132 0</inkml:trace>
  <inkml:trace contextRef="#ctx0" brushRef="#br0" timeOffset="14560.46">27338 6137 0,'0'-27'31,"0"54"-31,52 237 32,-38-171-32,52 409 31,79 159 0,-118-555-31,92 344 31,-93-93 1,-65-119-1,25-146 0,28-131 0,-1-27-31</inkml:trace>
  <inkml:trace contextRef="#ctx0" brushRef="#br0" timeOffset="14795.23">27470 8477 0,'0'0'15,"-13"0"-15,13 27 32,13-14-32,0 13 0,93 54 31,53-1 0,-120-79-31</inkml:trace>
  <inkml:trace contextRef="#ctx0" brushRef="#br0" timeOffset="14922.66">28065 8557 0,'13'-27'0,"-26"54"0,39-80 15,-26 0 16,-119 159 1,14-14-32</inkml:trace>
  <inkml:trace contextRef="#ctx0" brushRef="#br0" timeOffset="17098.62">29784 14931 0,'0'0'0,"0"-13"16,0-14-16,14 27 16,65 199 15,-66-133-31,-39 251 31,12-251-31,-52 252 31,53-160 1,66-144-1,66-107 0,172-13 0,-66 66-15,-80 40-16,160-13 16,-147 13-16,173 27 15,224-1 17,-489-39-17</inkml:trace>
  <inkml:trace contextRef="#ctx0" brushRef="#br0" timeOffset="17595.95">30194 14733 0,'0'0'0,"490"0"31,158 13 0,-185-26 0,-424 13-31,27-14 16,-66 1 15,-13 26-31,-66 159 31,39 185 1,67-13-1,-41-198-15,-25-94-1</inkml:trace>
  <inkml:trace contextRef="#ctx0" brushRef="#br0" timeOffset="18035.22">30366 14852 0,'0'0'16,"13"13"0,-13 0-16,-13 251 31,13-184-15,-13-1-16,-27 133 15,1-1 16,39-184-31,0-14 16</inkml:trace>
  <inkml:trace contextRef="#ctx0" brushRef="#br0" timeOffset="18269.5">30710 14852 0,'0'0'0,"0"79"31,0-39-31,0 277 32,0-13-1,0-145 0</inkml:trace>
  <inkml:trace contextRef="#ctx0" brushRef="#br0" timeOffset="18517.43">31080 14904 0,'-26'186'31,"52"-372"-31,-78 782 32,52-530-32,13 158 31,0-184-31</inkml:trace>
  <inkml:trace contextRef="#ctx0" brushRef="#br0" timeOffset="18797.79">29837 15235 0,'0'0'0,"106"-13"31,-27 0-31,596-80 32,39 53-1,-370 133 0</inkml:trace>
  <inkml:trace contextRef="#ctx0" brushRef="#br0" timeOffset="19002">30247 15592 0,'0'0'0,"119"40"16,-53-40-1,450-53 17,-40 40-1,-423 13-31,-26 0 0</inkml:trace>
  <inkml:trace contextRef="#ctx0" brushRef="#br0" timeOffset="20138.66">30075 15433 0,'0'0'0,"-26"-13"15,-1 13-15,-26-26 16,186 13 15,-54 13-15,450 0-1,-357 0 1,13 0-16,344 0 16,-383-14-1,198-39 1,-318 27-1,-39 13-15</inkml:trace>
  <inkml:trace contextRef="#ctx0" brushRef="#br0" timeOffset="22970.29">24640 10527 0,'13'0'32,"0"-26"-1,-26 12 0,0 14-15,-40 53-1,39-39 1,-12-1-16,13 53 16,13-53-1,0 0-15,39 27 16,-25-40 0,12 0-16,67-26 15,-67 12 1,1 1-16,25-53 15,-157 0 17,65 66-17,-66 0 1,80 13 15</inkml:trace>
  <inkml:trace contextRef="#ctx0" brushRef="#br0" timeOffset="23492.24">24745 10540 0,'0'0'0,"-13"0"15,0 0-15,-14 0 16,14 0 15,26-13-31,14 13 16,118-79-1,133-53 17,-172 79-17,-53 39 17,-66 14-17</inkml:trace>
  <inkml:trace contextRef="#ctx0" brushRef="#br0" timeOffset="23839.25">25208 10210 0,'0'0'15,"-39"-13"1,25 13-1,-39 13 1,40 0 0,-40 53-1,40 27 17,40-80-17,65-13 1,-39-27-1,-27 1-15,27-40 32,-53 53-32,-13-1 15,-66-12 1,-1 66 0</inkml:trace>
  <inkml:trace contextRef="#ctx0" brushRef="#br0" timeOffset="24141.4">24798 10659 0,'-13'0'16,"26"0"-1,119 27 17,-92-14-17,79 27 1,-39 13-1</inkml:trace>
  <inkml:trace contextRef="#ctx0" brushRef="#br0" timeOffset="24530.46">25314 10712 0,'0'0'0,"-26"-26"31,12 26-31,-12 13 32,-1 53-1,27-39-31,0-14 15,67 27 17,12-54-1,-79-65 0,-93 39 0,14 40 1</inkml:trace>
  <inkml:trace contextRef="#ctx0" brushRef="#br0" timeOffset="25153.47">25261 9972 0,'-119'-53'31,"238"106"-31,-555-80 31,356 40-31,1 14 16,-344 277 15,317 53 0,265-26 1,237-159-1,-91-172-16,158-172 17,-278-13-17,-106 26 1,-158-251 15,26 344-31,-410-119 31,13 198-15</inkml:trace>
  <inkml:trace contextRef="#ctx0" brushRef="#br0" timeOffset="28674.2">24018 8980 0,'0'0'0,"-53"-13"16,53-1 0,26 14-1,1 0 1,251 0-1,13-13 17</inkml:trace>
  <inkml:trace contextRef="#ctx0" brushRef="#br0" timeOffset="31972.17">17193 10805 0,'-52'-13'31,"104"26"-31,-91-26 16,52 13-16,66 0 16,477 0 15,436-67 0,-119-25 0,-794 92-31,-26-13 16,39-14 15,-144 40 1,38 1-32,-12-14 0</inkml:trace>
  <inkml:trace contextRef="#ctx0" brushRef="#br0" timeOffset="32484.11">20090 10461 0,'0'0'16,"-40"-13"0,-52 26 15,12 119 0,120-52 0,105-94 1,-39-91-1,-145-14 0,12 92-31,-65 14 31,39 79 1,66-53-32,0 0 0</inkml:trace>
  <inkml:trace contextRef="#ctx0" brushRef="#br0" timeOffset="32754.29">20368 10316 0,'0'0'0,"-40"-53"16,40 39-1,26-12 1,133 145 15,-132-79-15,25 158-1,-52-145 1,-92 106 0,65-133-1,-105 40 1,106-66-1</inkml:trace>
  <inkml:trace contextRef="#ctx0" brushRef="#br0" timeOffset="33207.01">20936 10501 0,'-26'0'15,"52"0"-15,-131-14 16,91 14 15,41 0-15,145 0-1,39 0 1,279 0 0,-279 0-1,1019-13 1,-992 13 0,596-13-1,-689 13 1,239-26-1,-358 26 1,-105-14 0,-1 14-1,-39 0 1,80 14 0</inkml:trace>
  <inkml:trace contextRef="#ctx0" brushRef="#br0" timeOffset="35148.44">7777 2672 0,'0'0'16,"-40"-14"-1,14-25 17,26 39-1,13 13-31,-13 27 15,13 66 17,-13-93-32,0 26 31,-13-39 0,-27-92 0,27-93 1,26 145-32,66-105 31,93 92 0,-132 66-31,-13 0 0,12 14 16,14 39-1,-93 53 17,-184 0-1,65-66 0,278-80 0,145 14 1,-118 92-1,-239 14 0,40-67-31,-132 14 31,53-53-15</inkml:trace>
  <inkml:trace contextRef="#ctx0" brushRef="#br0" timeOffset="35551.47">8200 2394 0,'0'0'0,"185"0"32,-158 0-32,118 13 31,40 14 0,-172-27-31,27 0 16,-53 0 15,0-14-31,-146-12 31,40 13 1,92 132-1,54 79 0,-14-158-31,53 119 31</inkml:trace>
  <inkml:trace contextRef="#ctx0" brushRef="#br0" timeOffset="36031.32">9113 2460 0,'-40'-53'31,"80"106"-31,-120-53 31,80 27-31,0 118 31,53 1 1,-40-120-32,14 27 31,-40-106 0,-40-132 0,13-53 1,133 106-1,-54 132-31,133 79 31,-93 119 0,-409-26-15</inkml:trace>
  <inkml:trace contextRef="#ctx0" brushRef="#br0" timeOffset="37143.62">8398 10421 0,'0'0'0,"0"-26"15,-13 52 17,0-12-17,13 25-15,0-12 16,-13 211 15,-1-146-15,1-118 15,13 13-15,-13-14-16,-13-145 15,26 119 1,13-185-1,0 185 1,106-66 0,-79 106-1,-1 13-15,80 53 16,-92-26 0,-1 131-1,-39-118 1,-119 105-1,92-118 1,0-1-16,-52 27 16,79-53-1,52 0 1,-25 0 0,131 13-1,-66 14 1,14 26-1,-67-40 1,1 0-16</inkml:trace>
  <inkml:trace contextRef="#ctx0" brushRef="#br0" timeOffset="37588.51">9073 10408 0,'0'0'0,"-13"-26"16,-1-1-16,-12 27 16,26 93 15,0-67-31,0 14 16,13 52-1,0-52-15,1 39 31,-1-92 1,13-172-1,40-93 0,40 186 0,-66 132-15,0 92 0,26 119 15,-66-185-15</inkml:trace>
  <inkml:trace contextRef="#ctx0" brushRef="#br0" timeOffset="38145.28">9232 10567 0,'0'0'0,"-53"-106"31,53 93-31,13 0 0,53-14 31,172 1 0,-198 12-31,-1 14 16,41-26 0,-54 0 15,-39 39 0,13 0-31,0 13 16,-26 173 15,26-146-15,0 13 15,-14-132 0,-12-119 0,39-40 1,93 132-1,-80 93-31,80 106 31,-159 26 0,-53-66-15</inkml:trace>
  <inkml:trace contextRef="#ctx0" brushRef="#br0" timeOffset="38663.1">9456 9628 0,'0'0'16,"-582"92"-1,-171 345 16,263 158 1,451-463-32,12-26 15,146 198 1,542-53 15,702-436 0,-715-79-15,-53-318 15,-886 13 1,-780 331-1,-93 357 0,873-26-15</inkml:trace>
  <inkml:trace contextRef="#ctx0" brushRef="#br0" timeOffset="39183.86">12564 10448 0,'27'-40'31,"-54"80"-31,14-159 32,-13 106-32,-120 26 31,-65 145 0,158 41 0,79-160-31,173 41 32,105-146-17</inkml:trace>
  <inkml:trace contextRef="#ctx0" brushRef="#br0" timeOffset="39579.44">12802 10408 0,'-26'-53'31,"52"106"-31,-78-119 16,78 159 15,-26 65 0,0-118-31,-40 52 31,27-92 1,66-132-1,-40 93-31,67-147 31,-54 160-31,106 0 31,-52 211 1,-41 13-1,-39-172-31</inkml:trace>
  <inkml:trace contextRef="#ctx0" brushRef="#br0" timeOffset="40113.83">13107 10448 0,'145'-40'31,"-290"80"-31,396-133 32,-238 93-32,0 0 31,14 159 0,-14 26 0,-13-119-15,0-119 31,-13 27-47,0-106 31,-1 92-31,14-13 0,40-119 31,119 80 1,39 184-1,-171-65-31,-54 78 31,-145-39-15</inkml:trace>
  <inkml:trace contextRef="#ctx0" brushRef="#br0" timeOffset="40689.33">13728 9496 0,'-264'-14'16,"528"28"-16,-1401 184 31,965-119-31,-450 345 31,345 144 1,290-462-32,278 317 31,-172-330-31,701 158 31,211-304 0,-118-357 1,-477-172-1,-422 463-31,-411-449 31,-463 224 0,397 304-15</inkml:trace>
  <inkml:trace contextRef="#ctx0" brushRef="#br0" timeOffset="42012.99">15514 2923 0,'0'0'16,"79"-79"15,-39 52-31,-14-12 0,80-133 31,-93 119-31,1 0 0,-41-66 32,-264 92-1,53 226 0,264 65 0,318 14 1,66-14-1,-370-224-31,-40 106 31,-53-120-31,-370 53 31,92-171 1,331-173-17,27 226 1,171-80 15,-145 119-31,145 79 16,-158-53-1,106 146 1,-41-66 31,-78-93-47</inkml:trace>
  <inkml:trace contextRef="#ctx0" brushRef="#br0" timeOffset="42206.1">16387 3002 0,'0'-53'15,"0"106"1,0 27-1,0-27 1,26 158 0,-13-171-1,14 66 1,-27-93 0</inkml:trace>
  <inkml:trace contextRef="#ctx0" brushRef="#br0" timeOffset="42843.78">16902 3042 0,'0'0'0,"0"-13"16,-13-67-1,0 67 1,-40-66-1,40 79 1,-80 40 0,80-1-1,-53 199 1,106-66 15,-27-159-15,106-13-1,-93-13 1,93-172 0,-105 132-1,12-251 1,-39 238 0,-27-172-1,27 211 1,13 14-16,-13 66 15,13-13 1,0 13-16,13 158 16,13-52-1,54 105 1,-54-211 0,1-13-16,12 0 0</inkml:trace>
  <inkml:trace contextRef="#ctx0" brushRef="#br0" timeOffset="43259.25">17379 3016 0,'0'0'0,"-14"-27"16,-12 1 0,39 52 15,-13-13-16,13 1-15,54-14 16,-41 0 0,67-67-1,-93-52 17,-14 93-32,-91-14 31,65 40-16,13 14-15,-52 78 16,66 1 0,26 52-1,225-13 17,-172-145-17,0 0-15</inkml:trace>
  <inkml:trace contextRef="#ctx0" brushRef="#br0" timeOffset="43859.32">18199 2606 0,'-119'-40'32,"238"80"-32,-252-67 15,107 106 1,26 1-1,13 79 1,27-1 15,-27-145 1,-66-224-1,27 65-16,-14-118 1,159 79 15,-66 172-15,159 39 0,-80 27-1,-93 66 16,-52-93-15,-26 1-16,-54 39 16,0 0 15,160-26 0,118 39 0,-159-52-31,1-14 16,-54 93 0,-198-1 15,172-105-15,14 0-16,-41-13 15,80 0-15</inkml:trace>
  <inkml:trace contextRef="#ctx0" brushRef="#br0" timeOffset="44377.67">18622 2566 0,'53'-40'15,"-106"80"-15,132-93 16,-66 53-16,-13 40 31,0 26-15,0-27-16,14-12 15,25 66 1,-12-67 0,-14 0-16,93 1 15,-80-27 1,54-53 0,-54 13-1,-13-92 1,-26 92-1,-27-65 1,27 91 0,0 14-16,0 80 15,39 92 1,1-93 0,92 291-1,-93-277 1,27 185-1,-66-239-15,-172-12 32,132-54-17,0-12-15,-79-120 16,105 106 0,-13-132-1,54 158 1,12 27-16,1 0 0</inkml:trace>
  <inkml:trace contextRef="#ctx0" brushRef="#br0" timeOffset="45180.07">17220 4338 0,'0'0'0,"-13"0"16,26-79 0,0 39-1,0 0-15,14-79 16,-27 93-1,-13-14-15,-67-39 16,41 52-16,-1 27 16,-145 27-1,145-1 1,-26 93 0,66-79-1,132 92 1,-26-66-1,92 40 1,-132-79 0,106 92-1,-145-80-15,-106 67 32,39-93-17,-172 14 1,67-107 15,132 54-15,39-106-1,0 105-15,107-52 32,-54 79-17,119-27 1,-12-12 15,-160 26-15,0-14-1,-12 40 1,-14 1 0,26 78-1,40 93 16,-66-171-15,13-1-16</inkml:trace>
  <inkml:trace contextRef="#ctx0" brushRef="#br0" timeOffset="45297.85">17749 4047 0,'0'0'0,"-106"0"32,106 13-32</inkml:trace>
  <inkml:trace contextRef="#ctx0" brushRef="#br0" timeOffset="45800.87">18066 4364 0,'40'-52'31,"-80"104"-31,80-197 32,-40 132-32,-13 13 0,-40 13 31,-26 159 0,65-132-31,41 118 31,118-105 1,1-225-1,-133-105 0,-66 118-15,0 0 15,66 252 0,53 198 0,-52-225-31,52 159 32,-53-186-32,0-12 0</inkml:trace>
  <inkml:trace contextRef="#ctx0" brushRef="#br0" timeOffset="46189.07">18609 4245 0,'0'-26'0,"0"52"0,0-26 47,26 27-15,80-54-1,-27-52 0,-66 53-31,-39-80 31,-133 93 1,133 39-32,-106 159 31,198 14 0,172-133 0,-132-80-31</inkml:trace>
  <inkml:trace contextRef="#ctx0" brushRef="#br0" timeOffset="47751.97">23066 2473 0,'0'0'0,"132"-53"31,-92 40-15,52-66 0,-79 66-1,-39-53 1,-1 52-1,-171 28 1,132-1-16,-159 66 31,199-52-15,52 105 0,27-106-1,198 80 1,-185-93-1,106 80 1,-172-67 0,-119 54-1,53-67 1,0 0-16,-159 14 16,159-27-1,13 0-15,-13-40 16,66 13-16</inkml:trace>
  <inkml:trace contextRef="#ctx0" brushRef="#br0" timeOffset="47985.06">23489 2341 0,'0'0'0,"132"-40"15,-105 27-15,-14 13 16,0 27-1,-13-1-15,0 14 16,-40 92 0,14-79-16,-53 225 31,65-225-15,1 132-1,26-146-15</inkml:trace>
  <inkml:trace contextRef="#ctx0" brushRef="#br0" timeOffset="48426.24">23952 2672 0,'0'0'0,"26"-119"31,-26 158 0,-13 107 0,13-106-31,26 52 32,107-52-1,12-133 0,-79-52 0,-66 105 1,-53 199-1,40-106-31,0 145 31,106-39 0</inkml:trace>
  <inkml:trace contextRef="#ctx0" brushRef="#br0" timeOffset="49005.99">24600 2619 0,'0'0'16,"-27"-106"15,41 225 1,12 79-1,-13-26 0,1-145 0,-1-40-31,26-80 32,1-66-1,-40 146-31,40-13 31,92 52 0,0-26 1,-66-53-1,-66 40-31,0-40 31,-13 0 0,0 66-31,-13 93 32,-14 79-17,40-145 1,0 26-1</inkml:trace>
  <inkml:trace contextRef="#ctx0" brushRef="#br0" timeOffset="49432.28">25288 2778 0,'0'0'0,"13"-40"15,-13-66 16,0 80-31,0 65 32,-13 133-17,-14-13 17,27-146-17,-13 14 1,13-41-1,0-91 1,0 65 0,40-159-1,-27 147 1,13-1-16,27-66 16,0 198 15,-40-39-16,14 158 1,-27-158 0,0 105-1</inkml:trace>
  <inkml:trace contextRef="#ctx0" brushRef="#br0" timeOffset="50171.89">25301 2830 0,'0'0'0,"-13"-26"16,13 0-16,39-54 15,-12 80 1,92-26 0,-80 26-1,133 0 1,-132 0-1,0 0-15,26-14 16,-53 1 0,-13 0-16,13-53 15,-13 53 1,0-1 0,0 28-1,-13 12-15,-27 133 31,27-133-15,-13 80 0,12-93-1,14 14 1,0-40 0,27-54-1,-14 41 1,27-120-1,-27 107-15,-13 12 16,13-26 0,14 27-1,-14 52 1,-13-12-16,40 65 16,-27-53-1,0 1-15,27 39 16,-1-39-1,54-14 1,-67-26 0,67-54-1,-80 41 1,-13-14-16,0-79 16,0 80-1,-53-67 1,40 93-1,-27 39 1,27-13 0,13 0-16,-13 40 0</inkml:trace>
  <inkml:trace contextRef="#ctx0" brushRef="#br0" timeOffset="50626.32">26425 2513 0,'0'0'0,"40"-40"16,-40 27-16,13 0 31,-13 39-15,-13 93 0,13-92-1,-27 105 1,27-105-1,0-1-15,0 0 16,-13-26 0,13-52-1,13-28 1,0 40 0,40-171-1,-26 145 1,65-133-1,-65 186-15,39 93 32,-53 25-17,14 133 1,-27-26 15,0-186-15,0 1-16</inkml:trace>
  <inkml:trace contextRef="#ctx0" brushRef="#br0" timeOffset="50825.46">26637 2658 0,'0'0'0,"-53"-92"16,39 65-1,1-12 1,119 26 15,-40 13-15,27 0-1,-67 0 1</inkml:trace>
  <inkml:trace contextRef="#ctx0" brushRef="#br0" timeOffset="52179.23">16982 9390 0,'0'0'0,"13"13"31,53 410 0,40 265 1,0-80-1,-93-489-31,-13-26 16,13 198-1,-13-119 16,-13-146 1,13-52-17</inkml:trace>
  <inkml:trace contextRef="#ctx0" brushRef="#br0" timeOffset="52768.86">17326 11757 0,'0'0'0,"-27"0"15,-39-26 16,-212 26 1,173 0-32,-676 79 31,-581 40 0,-410 40 0,-120 65 1,1522-171-32,-1058 106 31,-212-14 0,767-92 0,370-66 1,437 13-32,-40-26 31,93 12 0,26 14-31,27 0 31,-13 0-31</inkml:trace>
  <inkml:trace contextRef="#ctx0" brushRef="#br0" timeOffset="53227.73">6031 9482 0,'0'0'0,"-13"-26"31,79 449 0,53 397 0,-93-648-31,14 476 32,-27-516-32,-13-13 15,0 371 17,0-451-32,13 41 15</inkml:trace>
  <inkml:trace contextRef="#ctx0" brushRef="#br0" timeOffset="54225.4">5661 9297 0,'0'0'0,"66"-13"31,476-27 1,543-13-1,-808 40-31,1059-40 31,754-26 0,-1667 66-31,1534-93 32,-542 13-1,-674 67 0,-542 26 0,-186 0-31,40 0 32,-40 0-32,146-13 31,-1-14 0,54-12 0,105 39 1,-251 0-32,67 13 31,-120-13-31,-13 13 31,-40 13 0,27 14 1,26 53-1,0-54-31,27 107 31,26 171 0,-26 80 1,-40-318-32,13 199 31,-39-185 0</inkml:trace>
  <inkml:trace contextRef="#ctx0" brushRef="#br0" timeOffset="57218.28">11493 12180 0,'-26'-13'32,"39"0"-17,0 13-15,40 26 16,26 292 15,-65-213-31,-1-12 16,27 224-1,-27-211-15,40 278 32,-40-331-17,13 118 1,-12-104 0</inkml:trace>
  <inkml:trace contextRef="#ctx0" brushRef="#br0" timeOffset="58000.17">12512 13767 0,'0'-66'32,"0"132"-32,-40-211 31,27 131-31,-1-12 15,-78-27 1,39 40-16,0 0 16,-225 26-1,159 0-15,-489 159 32,238 40-1,409-54 0,107-105-15,211-40-1,450-65 17,-649 25-32,530-132 31,-516-26 0,-569 27 0,-343 158 1,39 105-1,608-78-31,14-14 0</inkml:trace>
  <inkml:trace contextRef="#ctx0" brushRef="#br0" timeOffset="58562.11">10964 13979 0,'-66'-27'31,"132"54"-31,-145-80 31,79 66-31,0 106 32,-40 278-1,-92 238 0,26-278 0,80-225 1,65-132-1,-12 0-31,211-40 31,330 1 0,226-41 1,-186-12-1,-370 52 0,-264 0 0,13 27-31,-27-40 0</inkml:trace>
  <inkml:trace contextRef="#ctx0" brushRef="#br0" timeOffset="58976.49">13041 13608 0,'0'0'31,"-40"-105"-31,40 118 31,0 0-31,-27 199 32,-65 370-1,26-146 0,26-132 0,40-185-15,0-106 0,13 1-1,-26-14 32</inkml:trace>
  <inkml:trace contextRef="#ctx0" brushRef="#br0" timeOffset="61282.26">11242 14772 0,'0'0'0,"-13"-13"32,13-13-1,13-1 0,0 1 0,0 65 1,1 41-1,-14-54 0,13-52 16,13-54-16,-13 27 1,14 67-1,-27-1-31,26 40 31,1-14 0,-27-25 1,13-1-1,-13-26-31,26-53 31,14-14 0,-27 67 1,1 26-1,-1 0-31,-13 1 15,26 39 17</inkml:trace>
  <inkml:trace contextRef="#ctx0" brushRef="#br0" timeOffset="61938.04">11334 15209 0,'-26'-67'46,"26"41"-30,13 26 0,0 53-1,-13-40 1,27 27 0,-27-27-1,0 0 1,0-26 15,13-66 0,-13 65-15,13-12 0,1 39 15,-1 0-16,0 14 1,0-14 15,14-53 1,-1-12-1,-13 52-16,14 26 1,-14-13 0,27 14-1</inkml:trace>
  <inkml:trace contextRef="#ctx0" brushRef="#br0" timeOffset="62476.45">12022 14799 0,'0'0'0,"13"-14"31,1 14 0,12 53 0,-13-39-31,14 25 32,-27-26-1,13-65 0,40-54 0,-40 93-31,14-40 32,-14 53-32,13 26 31,1 14 0,-14-27 0,0-13 1,0-13-17</inkml:trace>
  <inkml:trace contextRef="#ctx0" brushRef="#br0" timeOffset="63470.77">11401 7803 0,'0'0'0,"-14"-13"16,1-40 0,13 40-1,40 39 1,-40 0 0,0 146-1,-13 106 16,13-212-15,-14 172 0,14-185-1,0-13-15,0 66 16,0-80 0</inkml:trace>
  <inkml:trace contextRef="#ctx0" brushRef="#br0" timeOffset="63933.3">11255 7578 0,'0'0'0,"-66"13"16,53-13 0,-40 66-1,53-39 1,-53 118 0,53-105-1,-40 53 1,40-80-16,-13-26 31,13-1-15,26-118-1,-26 79 1,53-145 0,40 105 15,-80 106-16,67 106 1,-67-79-16,66 119 31,-66-133-31</inkml:trace>
  <inkml:trace contextRef="#ctx0" brushRef="#br0" timeOffset="65112.86">9853 5370 0,'0'0'0,"-40"-67"31,54 213 0,25 343 0,-39-370-15,-105 661 15,12-383 0,80-251 1,26-146-17,119-40 1,-66 27-16,27-14 16,291-39-1,-213 40-15,1 13 16,741-40-1,330 39 17,-833 14-17,199 0 17,-504 0-17,-91 0 16,-28-52 1,14-68-1,40-276 0,39-199 0,54-14 1,-28 332-1,-105 237 0,-26 53-31,0-13 16,-213 66-1,1-39 1,-754 79 15,741-80-31,-767 67 32,-212 52-1,820-92 0,410-40 0,185 0 1,-119 1-32</inkml:trace>
  <inkml:trace contextRef="#ctx0" brushRef="#br0" timeOffset="65595.08">11202 6282 0,'0'0'0,"-13"0"15,0 0-15,0 0 0,-1-53 32,1 40-32,13-14 31,0 107 0,0-54-31,27 173 31,52-80 1,-66-106-32,14 0 15,158-53 17,-66-145-1,-93-79 0,-26 224-31,-39-26 31,25 238 1,14-93-17</inkml:trace>
  <inkml:trace contextRef="#ctx0" brushRef="#br0" timeOffset="65893.55">11983 6295 0,'0'0'0,"26"-132"31,-26 79 0,13 146 1,-13-54-32,0 120 31,0 13 0,0-132 0</inkml:trace>
  <inkml:trace contextRef="#ctx0" brushRef="#br0" timeOffset="67698.53">11202 7538 0,'0'0'0,"-13"0"15,13-26 1,26-1 15,80 94 0,106 65 1,-172-106-17,92 67 1,-106-80-1,27 14 1,-40-27 0,-13 13-16,-13-26 31</inkml:trace>
</inkml:ink>
</file>

<file path=ppt/ink/ink3.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6-01-13T07:08:39.764"/>
    </inkml:context>
    <inkml:brush xml:id="br0">
      <inkml:brushProperty name="width" value="0.05292" units="cm"/>
      <inkml:brushProperty name="height" value="0.05292" units="cm"/>
      <inkml:brushProperty name="color" value="#FFFF00"/>
    </inkml:brush>
  </inkml:definitions>
  <inkml:trace contextRef="#ctx0" brushRef="#br0">2791 11810 0,'0'0'0,"-40"26"16,27 14 15,13-27-15,0 106 0,-27 238 15,27-251-16,-39 304 1,25-304 0,-25 317-1,25-317 1,1 0-16,-13 224 16,26-237-1,-13 13-15,13 132 16,0-172-16,13 0 15,13 119 1,-26-145 0,40 66-1,-40-80 1,53 27 0,106-13 15,-27-40-16,159-14 1,-172 14 0,26 0-16,358-26 15,978-1 17,225 41-1,305 65 0,-1575-53-15,1402 67-1,622 39 17,40 14-1,-2024-120-31,1310 93 31,158-13 0,-1587-93-31,1164 67 32,-437-54-1,-912-26-31,318-13 31,-133-27 0,-185-13 1,-159 53-32,27-39 31,-1-14 0,14 13 0,0 14 1,-40 26-1,-13-14 0,14 14-31,12 0 31,40-13 1,93 13-1,79 13 0,-53-13-15,225 14 15,-317-1-31,317 13 31,198 1 0,-476-14-31,516 27 32,-79-1-1,-106-26 0,-212 1 0,-224-14-31,12-14 32,-52 1-1,0 0 0,0-40 0,-1-53 1,14-251-1,53-92 0,-39-54 0,-1-39 1,0 436-32,0-92 15,0-173 17,-65 94-1,25 105 0,1 79 0,26 80-31,-14-13 32,14-1-1,0-39 0,0 13 0,0 40-31,0-14 32,-13 14-1,0 13-16,-106 0 17,-291 0-1,-159-13 0,-224-40-15,-173 0 15,755 40-15,-702-40-1,675 27 1,-992-67 15,26 0 0,67 27-15,912 53 0,-687-27-1,674 27 1,-701-26 15,714 39-31,-675-27 16,675 27-1,-661-13 1,675 13 0,-1 0-16,-634 13 15,634-13 1,-634 0 0,-107 0 15,781 0-16,-489 0 1,502-13 0,14 13-16,-305 0 15,305 0 1,-1 0-16,-290 13 16,290-13-16,-621 40 31,609-40-16,-424 39 1,436-39 0,-409 27-1,422-14 1,-435 27 0,435-40-16,-435 39 31,290-12-16,-251 13 1,397-40 0,-344 26-1,357-26 1,-278 13 0,304 0-1,14-13-15,-146 14 16,146-14-1,13 0-15,-199 13 16,14-13 15,198 0-15,-132 0 0,145 0-1,-13 0-15,-79 0 16,79 0-1,13 0-15,-145-13 16,-40 13 15,172 0-15,-119 0 0,133 0-1,-146 0 1,132 0-1,-146 0 1,160 0 0,-147 13-1,160-13 1,-80 13 0,0 0 15,93-13 0,13 14-15,27-1-1</inkml:trace>
  <inkml:trace contextRef="#ctx0" brushRef="#br0" timeOffset="1122.94">15117 13476 0,'13'-13'31,"-92"53"0,66-14-15,-40 106 0,53-105-1,-40 79 1,40-93 0,-13 0-16,0-26 15,-1-14 1,-39-118-1,40 92 1,0-13-16,0-185 16,26 198-1,80-93 1,-54 120 0,173 13-1,-159 39 1,119 40-1,-146-39 1,-39 105 0,-146-13 15,133-106-15,-54 14-1,133-54 16,-26 27-15,132 0 0,-120 13-1,93 53 1,-105-26 0,-27 66-1,-27-80 1,-92 54-1,-53-94 17,146-12-32</inkml:trace>
  <inkml:trace contextRef="#ctx0" brushRef="#br0" timeOffset="1555.08">15646 13119 0,'0'0'0,"-53"27"15,172-27 16,0 0-15,66 0 0,-92 0-1,-27-27 1,-132-13 15,-53 40 0,92 119 1,27-66-17,-13 119 1,13-119-16,-13 106 31,13-133-31</inkml:trace>
  <inkml:trace contextRef="#ctx0" brushRef="#br0" timeOffset="2173.69">16492 13251 0,'-52'14'31,"104"-28"-31,-104 41 16,52-14-1,26 40 1,14 132 15,-27-26 0,-13-146-31,0 13 16,0-12 0,0-107 15,0-237 0,13 263-15,40-157-1,106 118 17,26 198-1,-159-65-31,27 105 31,-53-106-31,0 14 16,-53 26-1,27-52-15,-159 12 32,92-52-1,80 26 0</inkml:trace>
  <inkml:trace contextRef="#ctx0" brushRef="#br0" timeOffset="6198.49">3769 8028 0,'0'0'0,"14"-14"15,-1-25 1,-13 26-1,-27-14 1,27 40 0,-26 93-1,13-66 1,-27 158 0,40-171-1</inkml:trace>
  <inkml:trace contextRef="#ctx0" brushRef="#br0" timeOffset="6703.58">3664 8120 0,'0'0'0,"-40"-264"16,27 198 0,52-225-1,-12 225 1,158-80-1,-132 146 1,172 106 0,-186-66-1,27 145 1,-66-132 0,-13-14-16,-119 133 15,-66-53 16,171-106-15,14-26 0,26 0-1,14 0-15,105-27 16,-79 40 0,0 0-16,105 53 15,-118-13-15,0-1 16,13 146-1,-212 14 17,106-173-17,-145 14 1,158-40 0,-53-93-1,93 41 1,0 12-16,14-53 15</inkml:trace>
  <inkml:trace contextRef="#ctx0" brushRef="#br0" timeOffset="7169.96">4735 8041 0,'0'0'0,"0"-13"16,0-1-16,0-38 16,0 104 15,0-25-15,0 13-16,0 92 15,0-93 1,53 120-1,-27-132 1,120-14 0,-67-53-1,53-52 1,-105 52 0,-14-13-16,0-159 15,-92 27 16,66 185-15,-27 53 0,40-26-1,0-1-15,40 67 16,-14-67 0,0 1-16,27 12 15</inkml:trace>
  <inkml:trace contextRef="#ctx0" brushRef="#br0" timeOffset="7363.06">5462 8054 0,'27'-106'31,"-14"93"-31,-53 132 16,80-264-16,-40 131 0,13 81 31,0 144 0,1-171-31,-1 79 32</inkml:trace>
  <inkml:trace contextRef="#ctx0" brushRef="#br0" timeOffset="7548.55">5528 7525 0,'0'0'0,"0"-145"16,0 118-16,0 93 31,0 0-15,0 67-1</inkml:trace>
  <inkml:trace contextRef="#ctx0" brushRef="#br0" timeOffset="7779.6">5714 7657 0,'0'0'16,"26"-79"0,-13 185 15,0-66-16,-13 12-15,14 134 16,-1-67 0,-13 66-1,0-146 1,0-25-16</inkml:trace>
  <inkml:trace contextRef="#ctx0" brushRef="#br0" timeOffset="8387.95">6534 8054 0,'0'0'0,"13"-13"16,-13-14-16,0-52 16,0 53-1,-93-14 1,67 40-1,-107 79 1,107-39 0,0-14-16,-1 93 15,27-79 1,66 53 0,0-67-1,80-39 1,-106 0-1,65-133 1,-91 107 0,-1-28-16,0-276 31,-13 276-31,0 15 16,0 12-1,0 344 16,0-225-15,13 1-16,0 158 16,-13 13-1</inkml:trace>
  <inkml:trace contextRef="#ctx0" brushRef="#br0" timeOffset="9504.09">3042 6970 0,'0'0'0,"13"-106"16,0 106-1,-13 119 1,-66 423 15,40-410-15,-1 27-16,-211 701 31,199-755-15,-67 200-1,238-226 17,-39-79-32,26-13 15,396-14 1,-276 14-16,38 13 16,715 13-1,-621 1-15,1533 12 31,-542-13 1,-806-39-1,-583-40 0,-12 39-31,-133-79 31,66-145 1,212-344-1,105 66 0,-26 106 0,-132 211 1,-172 146-1,66 66-31,-542-13 31,-621-14 0,-385 1 1,689 13-17,-226 26 17,636 0-1,422-13 0,133 27 0,-40-14-31</inkml:trace>
  <inkml:trace contextRef="#ctx0" brushRef="#br0" timeOffset="10141.54">5065 6956 0,'0'0'0,"14"-13"32,-41-26-1,-118-67 0,79 79-31,-450-211 31,-251-39 1,158 118-1,424 106 0,238 53 0,26 26-15</inkml:trace>
  <inkml:trace contextRef="#ctx0" brushRef="#br0" timeOffset="10517.57">3240 6137 0,'-13'-53'31,"26"106"-31,-39-159 31,-1 119 0,-184 66 1,158-65-32,-132 38 31,145-38-31,40-14 31,278 79 0,-212-39-31,66 39 16</inkml:trace>
  <inkml:trace contextRef="#ctx0" brushRef="#br0" timeOffset="11727.58">701 5528 0,'-66'-66'31,"132"132"-31,-145-145 0,65 13 32,14 53-32,14-1 31,-1 28 16,13-14 62,-12-27-78,-14 14-31,-27 0 32,40 13 46,1 0-63,-28 0 1,14 26 15,0-13-15,0 172 15,-53 53 0,53-132 1,0-159-1,-13 27-31,13-146 31,119-211-15,13 250 31,-105 133-47,65 146 15,-65-80 1,52 198 15,-65-198-31,25 159 31,-92-92-15</inkml:trace>
  <inkml:trace contextRef="#ctx0" brushRef="#br0" timeOffset="12284.03">846 5634 0,'0'0'0,"93"-66"16,-53 53-1,132-1 1,-133 14 0,107-13-1,-133 13 1,13-13-16,1 0 31,-27 52 0,0 160 1,0-133-32,0 198 31,0-145 0,0-145 0,0-199 1,13 159-32,0-291 31,67 212 0,52 224 0,-79 93 1,-66-133-32,-106 80 31,0-66-15</inkml:trace>
  <inkml:trace contextRef="#ctx0" brushRef="#br0" timeOffset="12788.43">1878 5515 0,'0'0'0,"27"66"31,-27-39-31,-14 131 31,-12 1-15,-14 66 15,14-146 0,26-119 0,26-277 1,14-14-1,52 226 0,54 158 0,-67 118 1,-251-25-1,14-93-15</inkml:trace>
  <inkml:trace contextRef="#ctx0" brushRef="#br0" timeOffset="13215.1">2460 5515 0,'0'0'0,"53"-13"16,-40 0-16,27-54 31,-106 28 0,-67 78 1,107 54-1,39-67-31,106 67 31,0 26 0,-119-106-31,-145 53 32,92-66-32,-146 0 31,160-13-31</inkml:trace>
  <inkml:trace contextRef="#ctx0" brushRef="#br0" timeOffset="18748.57">5118 6890 0,'0'-13'109,"0"0"-93,-13-93-1,-40-211 16,27 237-31,13-25 16,-27-252 0,27 237-16,-53-356 31,52 424-15,-25-107-1,25 132 1,14 14 15,14 13 0,-1 13 1,-26-13 46,-14-13-47,14 13-31,0-13 31,13 0 0,0 39 1,-14 80-1,1-66-31,-26 79 31,39-106-31,-27 53 31,14-66 1,79-106-1,53-66 0,13 106 0,-105 93-31,-1-1 16,80 93 0,-80-79-16,14 13 0</inkml:trace>
  <inkml:trace contextRef="#ctx0" brushRef="#br0" timeOffset="19881.77">4272 4153 0,'0'-27'0,"0"54"0,-13-80 15,13-26 1,0 39 0,0 27-16,13-27 15,27 106 16,-27-26-31,-13 0 16,13 79 0,-13-93-16,13 80 31,-13-119 0,-39-120 0,-14-158 1,53 238-17,0-118 1,26 144 0,80-13-1,-53 40-15,106 67 31,-93-28-15,-27 54 0,-158 13 15,93-80-15,-80 14-1,106-40 16,185 13 1,-132 0-32,-13 0 15,92 54 1,-105-54 0,-67 66-1,-40-39 1,-210 13 15,250-53-31,-13-80 31</inkml:trace>
  <inkml:trace contextRef="#ctx0" brushRef="#br0" timeOffset="20390.13">4907 3769 0,'0'0'0,"13"0"16,40-13-1,-27 53 17,-12-14-17,38 93 1,-38-79-16,-1-14 15,13 54 1,-26-54-16,0-13 16,0 27-1,-53-80 17,40 14-17,-40-119 1,40-133 15,13 225-15,66-79-1,-26 132-15,-14 0 16,107 66 0,-107-27-1,14 80 1,-146 14 15,66-120-15,14 0-16,-1 0 0,1-13 15,13 0-15</inkml:trace>
  <inkml:trace contextRef="#ctx0" brushRef="#br0" timeOffset="20849.13">5515 3597 0,'0'67'31,"0"-134"-31,-13 147 16,26 39 15,0-53-15,1-40-16,-14 1 0,13 65 31,-13-52 0,-13-53-15,-1-53 0,1-146 15,53-52 0,-27 224-31,40 14 31,-27 39-31,93 212 32,-52-1-1,-67-105 0</inkml:trace>
  <inkml:trace contextRef="#ctx0" brushRef="#br0" timeOffset="21046">5594 3743 0,'0'0'0,"-26"-53"15,79 27 17,145 12-1,-158 14-15,26-13-16</inkml:trace>
  <inkml:trace contextRef="#ctx0" brushRef="#br0" timeOffset="21813.12">4325 2725 0,'-66'-80'31,"132"160"-31,-198-252 32,105 172-32,-118 53 31,92-27-15,13 14-16,-66 92 15,106 132 16,27-224-31,12 13 16,173 79 0,145-119 15,-40-184 0,-171-120 0,-159 172-15,-106-40 0,-305 80 15,358 92-31,13 0 16,-66 106 15</inkml:trace>
  <inkml:trace contextRef="#ctx0" brushRef="#br0" timeOffset="22310.88">4087 2857 0,'-40'-13'32,"80"26"-32,-67-40 31,54 27 0,-1 27 0,-79-1 1,-26-26-1,66-39 0,79-27 0,-13 52 1,-40 54-1</inkml:trace>
  <inkml:trace contextRef="#ctx0" brushRef="#br0" timeOffset="22707.41">4431 2804 0,'13'0'47,"40"13"-16,-53 14 0,-66-14 0,13-53 1,53-13-1,13 40-31,27 0 31,13 26 0</inkml:trace>
  <inkml:trace contextRef="#ctx0" brushRef="#br0" timeOffset="23020.92">4140 2288 0,'0'0'0,"-14"-26"16,14 13-16,-13-1 0,13-12 31,13 39-31,27 93 31,-13 66 1,-14-133-32,-13 67 31</inkml:trace>
  <inkml:trace contextRef="#ctx0" brushRef="#br0" timeOffset="23436.66">4113 2130 0,'-26'0'31,"52"0"-31,-92 26 32,53-26-32,-27 40 31,53 13 0,93-40 0,-93-26-31,67-40 32,-80-27-1,0 67-31,-80 40 31,41 25-31</inkml:trace>
  <inkml:trace contextRef="#ctx0" brushRef="#br0" timeOffset="25223.8">5118 6877 0,'0'0'0,"0"13"31,14-26 0,-1 0-15,0 0-16,80-80 15,-40 40 1,13-13-16,251-185 16,-171 145-1,-1-13-15,450-317 16,-463 343-1,173-119 1,-279 186 0,14-14-1,-67 40 17,27 14-17,-13-14-15,0 26 16,0-13-1,13 0 1</inkml:trace>
  <inkml:trace contextRef="#ctx0" brushRef="#br0" timeOffset="25649.03">6917 5317 0,'0'0'0,"-93"-27"16,80 27-16,-26-13 31,25 13-15,41 0-1,-14 0 1,13 13-16,133-13 15,-119 0 1,132 0 0,-133-13-1,-25 13-15,39 0 16,-67 13 15,-12-13-15,13 27-16,-40 26 15,-40 92 17,93-119-32,-13 1 15,0 39 1</inkml:trace>
  <inkml:trace contextRef="#ctx0" brushRef="#br0" timeOffset="26648.93">4801 7023 0,'0'0'0,"-13"0"16,39-27-1,1 27 1,12-26-16,186-27 16,-93 26-1,728-118 1,-569 105 0,40-13-16,766-92 15,-740 105 1,1-13-16,805-92 15,-938 118 1,278-52 0,-450 66-1,-66 13 1,-14 0 0,-13 0-16,-52 26 15,65-13 1,14-13-16,0 14 15,39-14 17,-12-14-17,-1-12 1,-13 0-16,26-41 31,-26 54-15,14-40-1,-14 40 17,13 26-1,40 27 0,-40-27-31,13 0 16,67 54-1,-40 25 17,-265 1-1</inkml:trace>
  <inkml:trace contextRef="#ctx0" brushRef="#br0" timeOffset="28155.08">10951 5872 0,'0'0'0,"-27"-13"31,27 53 0,0-14-31,-13 0 16,0 67-1,0-53-15,0 79 32,-1-106-32,1 40 31,13-93 0,-26-158 0,-14-133 1,40 278-32,26-119 31,54 133-16,118 65 17,-52 80-1,-133-80-31,-53 93 31,-79-26 0,79-67 1,107 1-1,38 79 0,-118 52 0,-146-78 1,27-80-1,132-40-31</inkml:trace>
  <inkml:trace contextRef="#ctx0" brushRef="#br0" timeOffset="28824.77">11361 5700 0,'0'0'0,"13"-13"0,0 0 32,-13 26-32,0 0 15,0 14-15,0-14 16,-13 79-1,13-52-15,-13 0 0,13-1 16,26 94 15,67-107 1,13-105-1,-80 52-31,27-184 31,-53 52 0,-26 212 1,12 106-1,28-133-31,25 53 31,120-65 0,-13-120 1,-80-79-1,-66 92 0,-66 159 0,52-39-31,14 131 32,93-65-1,-53-93-31</inkml:trace>
  <inkml:trace contextRef="#ctx0" brushRef="#br0" timeOffset="28986.65">12088 5264 0,'0'0'16,"-13"-27"-16,13 54 31,0-1-15</inkml:trace>
  <inkml:trace contextRef="#ctx0" brushRef="#br0" timeOffset="29185.84">12300 5370 0,'0'0'0,"13"39"47,0 146-15,-13-145-32,0 119 15</inkml:trace>
  <inkml:trace contextRef="#ctx0" brushRef="#br0" timeOffset="29699.9">12922 5647 0,'0'0'0,"13"-13"0,-13-27 15,0 27 1,-13 0-16,-40-27 16,-66 53 15,92 14-15,-39 92-1,66-93 1,13 80-1,0-79 1,1-14-16,52-13 16,-27-13-16,-12-1 15,66-78 1,-27 12 0,-13-144-1,-40 158 1,-13-173-1,0 200 1,-13-14 0,13 79-1,-53 186 1,53-133 0,-40 305-1,27-278 1,-14 158-16</inkml:trace>
  <inkml:trace contextRef="#ctx0" brushRef="#br0" timeOffset="30150.57">12062 6732 0,'0'0'16,"-13"-27"-16,-40-52 15,40 13 1,-1 26-16,-78-79 31,-14 93-15,-79 78 15,105 94 0,94-120-15,105 93 0,39 0 15,-158-92-16,-66 13 1,-132-14 15,171-26-31,-26-26 16</inkml:trace>
  <inkml:trace contextRef="#ctx0" brushRef="#br0" timeOffset="30378.45">11943 6441 0,'53'-27'0,"-106"54"0,145-67 16,-65 14-16,-1 12 15,14 14 1,-27 0-16,0 93 31,14 171 0,-1-92 1,-12-119-17</inkml:trace>
  <inkml:trace contextRef="#ctx0" brushRef="#br0" timeOffset="30943.11">12141 6705 0,'0'0'0,"-13"-53"32,66 53-1,106 14 0,-1-41 0,-92-26 1,-79-13-1,-26 145 0,12 67 0,40-40 1,1-93-32,65 0 31,53-105 0,-92-80 0,-40 66 1,-13 159-1,-1 119 0,41-106-15</inkml:trace>
  <inkml:trace contextRef="#ctx0" brushRef="#br0" timeOffset="31434.66">13120 6679 0,'40'-106'31,"-80"212"-31,80-225 16,-40 106-16,-40-14 15,-79 54 17,26 78-1,80-25-15,53-14 15,66-93 0,13-105 0,-40-185 1,-79 184-1,-27 239 0,14 119 0,40-40 1,26-132-17</inkml:trace>
  <inkml:trace contextRef="#ctx0" brushRef="#br0" timeOffset="31612.01">13464 6547 0,'13'-40'31,"-26"80"-31,39-67 31,-26 40-31,-26 93 31,13-40 1</inkml:trace>
  <inkml:trace contextRef="#ctx0" brushRef="#br0" timeOffset="31770.3">13583 6163 0,'-40'26'16,"40"-12"-1,-13 39 1</inkml:trace>
  <inkml:trace contextRef="#ctx0" brushRef="#br0" timeOffset="32138.16">13728 6388 0,'-26'66'62,"26"-40"-46,-13 67-1,13-67 1,13 27 0,0-39-1,53-28 1,-39 1 0,78-106 15,-118-40 0,-185 80-15,158 79-1,-13 0-15</inkml:trace>
  <inkml:trace contextRef="#ctx0" brushRef="#br0" timeOffset="33547.33">7301 4841 0,'0'0'0,"13"-14"16,0 1-16,-13-40 15,27-39 16,-14 92-15,0 53 0,13 145 15,-26-92-15,0-40 15,-13-119 0,-53-172 0,53 146-15,-67-212 0,107 40 15,198 211 0,-172 53-31,132 80 31,-172 105 1,-277 27-1,131-159 0,199-79 0,159 26 1,-93 93-1,-118-80-31,-41 80 31,-145-13 0,159-93-31,-13 0 16,12-40 0,28 13-16</inkml:trace>
  <inkml:trace contextRef="#ctx0" brushRef="#br0" timeOffset="34200.06">7803 4669 0,'0'0'0,"27"-40"16,12 0-16,41-13 31,-94 133 1,1 105-1,66-66 0,-40-106-31,67 14 31,52-146 1,-79-80-1,-40 80 0,-39 199 0,-1 78 1,27-131-32,66 26 31,67-93 0,-54-106 0,-66 14-15,-26-40 15,-14 225 0,41 119 1,-1-106-17,0-53-15,66 40 32,1-132-1,-54 13-31</inkml:trace>
  <inkml:trace contextRef="#ctx0" brushRef="#br0" timeOffset="34414.22">8689 3968 0,'-53'-27'31,"40"14"-31,79 53 0,-158-93 16,105 53 0</inkml:trace>
  <inkml:trace contextRef="#ctx0" brushRef="#br0" timeOffset="34671.62">9020 3835 0,'-40'-13'31,"27"26"-31,13 107 32,0-81-32,26 186 31,27 66 0</inkml:trace>
  <inkml:trace contextRef="#ctx0" brushRef="#br0" timeOffset="35200.66">9549 4325 0,'26'-119'31,"-52"238"-31,-27-344 32,40 212-32,-93 26 31,80 13-31,-67 146 31,93-39 0,132-107 1,40-145-1,-40-119 0,-145-93 0,-40 239 1,27 277-1,39 119 0,27-106-15,-27-131-16</inkml:trace>
  <inkml:trace contextRef="#ctx0" brushRef="#br0" timeOffset="36046.69">8240 5237 0,'0'-26'31,"0"-27"0,-14 79 0,-12 120 1,26-106-32,-13 79 31,92-80 0,27-131 0,-40-54 1,-53 107-1,0 105 0,-13-53-31,67 53 31,-54-66-31,119-13 32,-53-80-1,-92-39 0,-79 66 0,78 66-31,-39 26 32,67-13-17</inkml:trace>
  <inkml:trace contextRef="#ctx0" brushRef="#br0" timeOffset="36377.78">8993 5065 0,'0'0'0,"0"-66"31,40 27 0,106 12 1,-120 27-32,53 53 31,-65 40 0,-1 12 0,13-25 1,-12-80-32,-1 13 15</inkml:trace>
  <inkml:trace contextRef="#ctx0" brushRef="#br0" timeOffset="36568.39">9126 5211 0,'-13'-40'32,"26"80"-32,212-172 31,-146 118-31,159-65 31,-212 66-15</inkml:trace>
  <inkml:trace contextRef="#ctx0" brushRef="#br0" timeOffset="38156.98">5766 9324 0,'0'0'0,"-13"0"16,0 13-1,13 13 1,13 14-16,0 172 15,1-107 1,-14 1-16,-14 251 16,14-39-1,0-226 1,27 199 0,-27-238-16,0 0 15,0 66 1,0-93-1,0 1-15,0 39 16,0-79 47</inkml:trace>
  <inkml:trace contextRef="#ctx0" brushRef="#br0" timeOffset="39141.75">15818 9535 0,'0'0'15,"40"-53"1,-1 93 15,-39 66-15,-39 291-1,12-265 1,-65 384 0,78-397-1,1 13-15,-13 198 16,26-237-1,0 172 1,0-160 15,0-118-31</inkml:trace>
  <inkml:trace contextRef="#ctx0" brushRef="#br0" timeOffset="40393.6">14085 8094 0,'0'0'0,"0"-66"15,0 0 17,-39 396-1,-41 292 0,-25-93 0,91-450-31,14 0 16,-13 93 0,172-53 15,502-185 0,741 27 0,463 65 1,-318 0-1,-859-26 0,-635 0-31,13 0 31,-66-13 16,0-26-31,13-28 0,53-316 15,-79-199 0,-53-26 0,40 502-31,-54-132 32,-158 106-1,-225 92 0,-608 53 0,-569 27 1,-145 26-1,1467-53-31,-674 67 31,490 52 0,581-79-15</inkml:trace>
  <inkml:trace contextRef="#ctx0" brushRef="#br0" timeOffset="40958.87">15487 8477 0,'0'0'0,"14"-53"15,-28-92 17,-158 370-1,14 158 0,131-105 0,40-252-31,120 54 32,-94-80-32,120-66 31,-27-186 0,-132 147 0,0 250 1,27 67-1,26-107-16</inkml:trace>
  <inkml:trace contextRef="#ctx0" brushRef="#br0" timeOffset="41344.69">15858 9112 0,'0'0'0,"0"-79"31,13 92 0,79 27 0,54-80 1,-80-66-1,-92 14 0,-93 158 0,92-27-31,-26 120 32,119 0-1,93-146 0</inkml:trace>
  <inkml:trace contextRef="#ctx0" brushRef="#br0" timeOffset="41716.6">16254 9231 0,'0'0'31,"80"-145"-31,-67-41 31,13 160 0,14 185 1,-40-120-32,13 54 31,-13-67-31,0-12 16,14-14-1,38-80 16,81-39-15,-27 106 31,-67 132-16,-39-79-31,27 52 31,-1-78-31</inkml:trace>
  <inkml:trace contextRef="#ctx0" brushRef="#br0" timeOffset="42164.02">17127 8821 0,'0'0'0,"14"-145"31,-1 145-31,-13 92 32,0 199-1,-13-132 0,-1-133-15,14-39-1,0-93 1,14 67 0,52-239-1,-40 199 1,80-173 0,-80 226-1,67 158 1,-80-66-1,27 238 1,-40-224 0,0 158-1,0-199 1,0 1-16</inkml:trace>
  <inkml:trace contextRef="#ctx0" brushRef="#br0" timeOffset="42331.54">17233 8927 0,'0'0'0,"-13"-53"32,26 53-32,27 0 0,198 53 31,-185-53-16</inkml:trace>
  <inkml:trace contextRef="#ctx0" brushRef="#br0" timeOffset="42535.54">17868 8715 0,'-13'-26'0,"26"52"0,-26-79 15,-1 14 1,14 52-1,-13 119 1,13-92 0,-26 185-1,26-172 1,-13 105 0</inkml:trace>
  <inkml:trace contextRef="#ctx0" brushRef="#br0" timeOffset="43233.46">18423 8662 0,'0'0'31,"-105"-13"-31,105 40 16,0 78-1,0 1 1,13 93 0,-13-146-1,0-14-15,0 54 16,0-40 15,0-106 0,13-119 1,-13 132-32,0 14 15,0-54 1,0 67-1,27 26 1,105 54 15,53-67 1,-92-40-17,-14-92 16,-79 92-15,0-79 0,-27 119 15,14 66-15,-26 132-1,25-145 1,14-13-16,0 79 15,0-79 1,27 13-16</inkml:trace>
  <inkml:trace contextRef="#ctx0" brushRef="#br0" timeOffset="43592.27">19071 8914 0,'0'0'0,"14"-93"16,-14 80-16,-27 53 31,14 211 1,26-211-17,27 65 1,53-78 15,26-133 0,-93 53-15,14-145 0,-40 145-16,-14-93 31,1 146-16,0 27 1</inkml:trace>
  <inkml:trace contextRef="#ctx0" brushRef="#br0" timeOffset="44258.76">19508 8821 0,'0'0'0,"26"-53"31,-12 53-31,12 40 32,1 198-1,-27-198-15,-14 79-1,1-93 16,13-39-15,0 0-16,27-40 16,-14-185 15,-13 172-15,13-172-1,66 66 16,67 251 1,-67 106-1,-158-53 0,52-118-31,-52 38 31,53-25-15,26-14 0,52 80 15,81 52 0,-120-39 0,-40-106-31,-12 13 0,-107-13 32,-92-39-17</inkml:trace>
  <inkml:trace contextRef="#ctx0" brushRef="#br0" timeOffset="45357.65">17365 7631 0,'0'-13'63,"-26"-40"-32,13 26-31,-14-12 16,-237-279 15,-120-52 0,-79 66 0,384 251-31,-212-66 32,238 106-1,80 52 0,12-25-31</inkml:trace>
  <inkml:trace contextRef="#ctx0" brushRef="#br0" timeOffset="45698.08">16268 6401 0,'13'-53'32,"-26"106"-32,39-132 31,-145 79 0,-132 26 0,79-26-15,172-13 15,13 13-15,93 66 15,-66-26-31,79 132 16</inkml:trace>
  <inkml:trace contextRef="#ctx0" brushRef="#br0" timeOffset="46401.73">17564 7829 0,'0'0'16,"0"-13"-16,-27-53 16,27 53-1,-13 0-15,26-93 16,159-119 15,-92 159-15,330-238-1,-278 237 1,397-210 0,-397 224-1,344-146 1,-330 133 15,-133 66-15,-13 14 31,-13-14-32</inkml:trace>
  <inkml:trace contextRef="#ctx0" brushRef="#br0" timeOffset="46716.74">19455 6308 0,'0'0'16,"-66"-52"-1,53 52-15,-14-40 32,107 27-1,-54-1-16,133 14 1,-133 0 0,80 40-1,-93-13 1,0 65 0,-26-52-1,-66 119 1,39-120-16,14 1 15,-54 26 1</inkml:trace>
  <inkml:trace contextRef="#ctx0" brushRef="#br0" timeOffset="67295.89">15038 5475 0,'-14'-26'31,"1"-1"0,-26 41-15,-81 184 31,-65 106-16,132-198-15,80-172 31,92-172-32,40-80 17,-54 199-1,-91 133-16,39 131 1,-40-92 0,0 211-1,-13-211 1,-26 146 0,12-173-16</inkml:trace>
  <inkml:trace contextRef="#ctx0" brushRef="#br0" timeOffset="67654.38">14813 5727 0,'0'0'16,"13"-27"0,0 27-16,0 0 15,93 27 1,-13-14-1,52-26 1,-105-1-16,79-65 31,-106 53-31,1-14 16,-1-106 0,-13 107 15,0 65-16,0 1-15,-13 118 16,-1 27 0,1 79 15,13-224-31</inkml:trace>
  <inkml:trace contextRef="#ctx0" brushRef="#br0" timeOffset="67966.61">15792 5555 0,'0'0'0,"0"-14"15,13-38 1,-13 38-1,0-12 1,-13 52 0,-27 54-1,27-41 1,-54 146 0,67-145-16,0 0 15,93 66 1,0-93-1</inkml:trace>
  <inkml:trace contextRef="#ctx0" brushRef="#br0" timeOffset="68798.42">16268 5515 0,'0'0'0,"-40"-26"16,27 26-16,-93 92 31,93-65-15,-40 105-1,53-106 1,-13 67 0,26-80-1,0-13-15,13 13 16,1-13-1,66-92 1,-67 65 0,53-105-1,-65 106 1,12-54 0,-13 80-1,0 0 1,1 40-1,25 39 1,-25-26 0,12 66-1,-26-106 1,0 27 0,-13-40-1,0-26 1,13 12-1,26-91 1,-13 65 0,0 13-16,107-52 31,-107 92-15,53 27-1,26 0 16,-65-40-31,-14 0 16,53-27 0,-53 14-16,40-80 31,-53 80-15,-39-66 15,12 92-16,-65 146 17,118 26-1,-13-159-31,14 1 16,39-14-1</inkml:trace>
  <inkml:trace contextRef="#ctx0" brushRef="#br0" timeOffset="69500.7">18371 5568 0,'0'0'0,"52"0"16,28 0 0,12 40 15,-118 171 0,-53-12 0,65-186-31,1 0 32,53-172-1,79-171 0,13 78 0,-26 305 1,-93-13-32,14 185 31,-14-159-31,-13 0 15,0 251 17,-53-264-17</inkml:trace>
  <inkml:trace contextRef="#ctx0" brushRef="#br0" timeOffset="69844.87">18635 5899 0,'-13'-239'31,"26"478"-31,-13-504 0,13 252 16,14 0-16,131 39 31,28 0 1,-54-65-1,-66-80 0,-66 92-31,26-52 31,-12 79-31,-14 79 32,-40 278-1,14-132 0</inkml:trace>
  <inkml:trace contextRef="#ctx0" brushRef="#br0" timeOffset="71404.3">19720 5528 0,'0'0'31,"0"-39"-31,0 25 16,0 1-16,13-13 31,-13 12 234,0 1-233,0 0 15,13 13-47,-13 26 125,0 107-94,-13 39 16,0-53-16,13-66 0,26-1-15,0-38-1,67-14 1,-53 0 0,66-27-1,-80 14 1,-13 0-16</inkml:trace>
  <inkml:trace contextRef="#ctx0" brushRef="#br0" timeOffset="71673.11">20249 5541 0,'0'0'0,"0"-13"16,0 53 15,0-14-16,0 146 1,0-119 0,0 159-1,26-146 17</inkml:trace>
  <inkml:trace contextRef="#ctx0" brushRef="#br0" timeOffset="71905.89">20354 5634 0,'0'0'0,"-39"-212"15,65 133 17,1 92-17,131 67 1,-118-54-1,39 80 1,-79-80 0,-145 54-1,92-67 1,-93 13 0</inkml:trace>
  <inkml:trace contextRef="#ctx0" brushRef="#br0" timeOffset="72411.55">20764 5555 0,'0'0'0,"14"0"16,12 26 0,-26-13-1,-13 146 1,0 39 15,-1-158-15,1 53-1,13-80 1,-13 0 0,13-26-1,0-119 1,0-159 15,0 225-15,0-146-1,0 186 1,13-14 15,14 53-31,118 133 16,-92-94-1,79 226 17,-370-106-17,-159-145 17</inkml:trace>
  <inkml:trace contextRef="#ctx0" brushRef="#br0" timeOffset="89115.98">26861 10514 0,'0'0'16,"0"-79"-1,0 39-15,40 13 32,-13 318-1,-54 450 0,-13-278 0,40-397-31,0 66 32,14-105-32</inkml:trace>
  <inkml:trace contextRef="#ctx0" brushRef="#br0" timeOffset="90172.11">24137 10210 0,'-159'-40'31,"318"80"-31,-146-120 31,106 67-31,741 26 32,-543-13-32,1654 93 31,-172-80 0,-1006-105 0,-740 65-31,-66-39 32,-80 53-32</inkml:trace>
  <inkml:trace contextRef="#ctx0" brushRef="#br0" timeOffset="91207.41">22788 8742 0,'-27'-13'16,"-52"-27"15,79 27-31,40-14 15,-1 14 1,213-13 0,-173 12-1,199-12 1,-238 26 0,39-13-1,-79-1 1,-106 1-1,40 13 1,-40 27 0,80-14-1,-14 146 1,27-120 0,0 173-1,-1-159 1,28 79-1</inkml:trace>
  <inkml:trace contextRef="#ctx0" brushRef="#br0" timeOffset="91717.75">23621 8927 0,'0'0'0,"27"-27"16,-1 14-16,-13 0 16,-92 13 15,13 0-15,-53 26-1,53 14 1,-1 13-1,67-26 1,0-14-16,14 13 16,65 1 15,14-54 0,-80 14-31,13-13 16,54-54-1,-67 54-15,79-27 32,-92 66-17,27 93 1,-27-66 0,40 79-1,-40-93 1,66 53-1,-40-79-15</inkml:trace>
  <inkml:trace contextRef="#ctx0" brushRef="#br0" timeOffset="92065.78">23925 8927 0,'0'0'0,"0"-66"16,14 66-1,-1 53 1,13 92 15,1-79 1,-1-92-1,-13-106 0,-39 52 0,-80 292 1,-26 39-1</inkml:trace>
  <inkml:trace contextRef="#ctx0" brushRef="#br0" timeOffset="93525.8">22880 9681 0,'0'0'0,"-52"-172"31,52 145-31,0 1 0,39 26 31,14 172 1,-53-132-32,0 131 31,0-91 0,27-146 0,78-159 1,-65 132-17,-13 54-15,39 12 31,-66 173 1,0-80-17,0 13 1,26-66 15,40-118 0,0 12-15,1 40 15,-54 53-31,0 79 32,-13-39-32,0 66 31,40-40 0,65-119 0,14-92 1,-66 52-1,-79 67 0,-53 52 0,12 106 1,81-52-1,52-67 0,-53-26-31,40-53 31,-40 52-31,27-78 32,-40 92-1,0 26-16,0 67 17,40-40-1,12-67 0,15-65 0,-41-27 1,-26 93-32,-13 53 31,-14 145 0,27-132-31,0 132 31,0-53 1,0-145-17</inkml:trace>
  <inkml:trace contextRef="#ctx0" brushRef="#br0" timeOffset="93861.62">24071 9720 0,'0'0'0,"13"-13"15,-13 0-15,13 13 16,-13 26 15,40-12 1,-27-28-17,40-25 1,-40 26-16,40-133 31,-53 120-15,-39-27-1,25 53 1,-92 79 0,80-39-1,13-14-15,0 106 16,26-105-1,0 13-15,80 39 16,-67-79 0</inkml:trace>
  <inkml:trace contextRef="#ctx0" brushRef="#br0" timeOffset="94250.85">22100 8107 0,'0'0'0,"13"145"15,1-52 1,52 462 0,-53-396-1,-26 450 1,0-464-1,-40 265 1,53-344 0,0-26-16,0-1 15</inkml:trace>
  <inkml:trace contextRef="#ctx0" brushRef="#br0" timeOffset="94754.52">22246 8292 0,'-53'-66'16,"106"132"-16,-133-211 0,94-27 16,52 132-1,26 0-15,530-79 16,-424 106-1,596 40 1,-636-1 0,239 278-1,-344-185 1,13 463 0,-66-423-16,-53 515 31,40-184 0,13-424-15,-26 79-1,-226-105 17,160-40-17,-27 0-15,-278 0 16,265 13-1,-344 40 1,396-40 0,14 0-16,-26 1 15</inkml:trace>
  <inkml:trace contextRef="#ctx0" brushRef="#br0" timeOffset="95127.6">25645 8715 0,'0'0'0,"-14"-39"15,14 52-15,27 172 32,-14-26-17,-13 118 1,0-171-1,0-13-15,0 224 16,0-251 0,0 53-1</inkml:trace>
  <inkml:trace contextRef="#ctx0" brushRef="#br0" timeOffset="95680.2">25671 8662 0,'0'0'0,"-145"-489"31,145 423-31,238-132 31,-119 158-15,13 14-16,543-41 15,-504 67 1,438 80 0,-212 290 15,-358-264-15,-12 410-1,-27-384 1,-40 331-1,27-358-15,13-12 16,-40 224 0,40-211-1,-13-53 1,13-26-16,-13 52 16,13-53-1,-14-26 1,1 0-1,-145-26 1,78 26 0,-26-26-16,-277-14 15,224 13 1,0 1-16,-303-40 16,131 0-1</inkml:trace>
  <inkml:trace contextRef="#ctx0" brushRef="#br0" timeOffset="95990.87">26174 8861 0,'0'0'0,"-80"-40"31,80 53-15,0 120 0,0-41-1,-26 159 16,26-211-15,0-27-16</inkml:trace>
  <inkml:trace contextRef="#ctx0" brushRef="#br0" timeOffset="96265.14">25989 8834 0,'0'0'0,"-53"-145"16,53 105-16,0 14 16,66-1-1,212 173 17,-159-40-17,-67-54-15,1 147 31,-106-120-15,-185 14 0,27-80 15</inkml:trace>
  <inkml:trace contextRef="#ctx0" brushRef="#br0" timeOffset="96826.07">27007 8861 0,'13'0'15,"-26"0"-15,13-53 16,-27 26-1,-39-39 1,53 53 0,-66 13-1,66 27-15,-67 118 32,41-79-17,52 40 1,-13-80-1,26 1-15,80 26 16,-66-40 0,65-13-1,-91-13 1,-14-27 0,-27 27-1,1 0-15,-67 13 16,54 0-1,-1 13-15,-39 40 16,39 39 15,53-78-31,14 12 16,92 27 0,92-40 15</inkml:trace>
  <inkml:trace contextRef="#ctx0" brushRef="#br0" timeOffset="97425.04">26888 9628 0,'53'-66'31,"-106"132"-31,145-225 31,-250 119 0,-41 93 1,186-26-32,93 118 31,118 27 0,-172-145-31,14 65 31,-53-79-31,-14 1 16,-92-1 0,66-13-16,-52-13 15</inkml:trace>
  <inkml:trace contextRef="#ctx0" brushRef="#br0" timeOffset="98060.22">28700 8319 0,'0'0'0,"-66"-27"32,66 54-32,-14 250 31,28-171-31,39 397 31,-27-93-15,0 105 15,-52-316 0,26-186-31,159-53 32,409-92-1,371 185 0,14 145 0,-795-171-31,-12-1 16,158 1 0,-251-27-16,-79-93 31</inkml:trace>
  <inkml:trace contextRef="#ctx0" brushRef="#br0" timeOffset="98637.65">28753 8292 0,'172'-106'32,"-344"212"-32,899-291 31,-595 185-31,450 13 31,80 80 0,-557-80-31,173 80 32,-93 26-1,-79 119 0,-27 264 0,-65-370-31,-14-13 16,13 265 0,-26-265-16,-27 291 31,0-212 0,-26-171 0,53-40-31</inkml:trace>
  <inkml:trace contextRef="#ctx0" brushRef="#br0" timeOffset="100589">29348 8953 0,'0'0'15,"79"-39"17,-66 25-32,40-78 31,-158 79 0,-134 171 0,213 54 1,66-172-32,158 39 31,-145-79-31,132-40 31,-39-224 0,-120-80 1,-52 238-1,-27 318-16,40-146 1,26 132 0,-13-158-1,79 66 1,-52-93 0,92 0 15,0-132 0,-93 93-31,1-80 16,-54 119 31,14 0-47,-27 93 31,40-93-31,40 40 15,66-39 17,-93-14-17,27-53 1,-40 26 0,-93-39-1,67 53 1,-41-14-1,186 41 17,146-1-1,-212-26-15,79-40-1,-119 39 1,-13-65-1,-13 66 1,-53 39 0,53-12-1,0 12-15,-1 67 16,1-67 0,13 1-16,13 52 15,1-39 1,52-1-1,-40-26 1,1-13-16,52-26 16,-53 26-1,40-93 1,-66 67 0,14-106-1,-14 92 1,0 27-1,0 26 1,26 66 15,-13-52-31,67 65 16,-54-78 0,93 12-1,-53-92 16,-79-53 1,0 92-17,-27-12 1,27 39 0,-13 66-1,26-53 1,0 14-16,0 26 15,0-40 1,13 0-16,26 13 16,-25-26-1,52-39 1,-53 26 0,27-133 15,-40 80-31,-14-318 31,-38 212 0,12 437 1,40-172-32,13 250 31,14-52-16</inkml:trace>
  <inkml:trace contextRef="#ctx0" brushRef="#br0" timeOffset="101608.02">29771 9694 0,'0'0'0,"13"-13"16,40-27-1,-40 27 1,1-67 0,-14 67-1,0 0-15,-40-27 16,14 40 0,-1 0-16,-79 93 15,80-53 1,-14 105-1,40-105 1,27 26 0,-1-53-1,1-13-15,65-40 16,-65 14 0,12-14-16,27-92 15,-13-119 16,-40 211-31,-13 14 16,-13-27 0,-40 238 15,40-132-15,13 158-1,13-171-15,1 0 16,38 39-1,-25-66 1,-1 1-16,1-14 0</inkml:trace>
  <inkml:trace contextRef="#ctx0" brushRef="#br0" timeOffset="101931.66">30274 9787 0,'39'-67'16,"-78"134"-16,92-160 0,-40 53 15,0 14-15,-26-67 31,0 93-15,-1 13-16,-52 27 16,0 92 15,66-105-31,0-14 16,27 40-1,-14-40-15,13-13 16,80 0-1,-93-13 1,40-66 0,-93-27 15,1 106-15,26 0-16,-14 40 15</inkml:trace>
  <inkml:trace contextRef="#ctx0" brushRef="#br0" timeOffset="102215.78">30803 9654 0,'0'0'0,"0"-53"15,0 40-15,-53-66 31,-66 132 1,26 105-1,146-25 0,-26-120-31,118 27 31,-105-54-31</inkml:trace>
  <inkml:trace contextRef="#ctx0" brushRef="#br0" timeOffset="102398.96">30922 9707 0,'13'-66'32,"-26"132"-32,66-79 31,-14 185 0,-12-66 0,-1-106-15</inkml:trace>
  <inkml:trace contextRef="#ctx0" brushRef="#br0" timeOffset="102535.93">31094 9773 0,'0'-66'15,"0"132"-15,-27-171 32,-118 316-1,-93 27-15</inkml:trace>
  <inkml:trace contextRef="#ctx0" brushRef="#br0" timeOffset="104872.47">22285 10421 0,'0'0'0,"0"-13"15,0 0 1,14 53 15,-1-27-15,13 40-1,-26-40 1,40 13 0,-27-26-1,119 14 1,-79-14-16,212-40 31,-199 27-15,-26 13-16,52-14 15</inkml:trace>
</inkml:ink>
</file>

<file path=ppt/ink/ink4.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6-01-13T07:10:53.832"/>
    </inkml:context>
    <inkml:brush xml:id="br0">
      <inkml:brushProperty name="width" value="0.05292" units="cm"/>
      <inkml:brushProperty name="height" value="0.05292" units="cm"/>
      <inkml:brushProperty name="color" value="#FFFF00"/>
    </inkml:brush>
  </inkml:definitions>
  <inkml:trace contextRef="#ctx0" brushRef="#br0">3716 11585 0,'0'0'0,"0"-13"0,-26-53 31,26 53-31,0-14 16,0 67 31,-13-1-32,0 160 1,-14 250 15,14-343-15,-14 331-1,14-332 1,-27 266 0,27-279-1,-79 371 1,26-66 31,52-331-47,14 132 31,0-171-31,53 79 31,146-53 0,-146-53-31,224-40 16,-171 27 0,370-54-1,-330 41 1,581-53 0,-515 52-1,793-65 1,-714 65-1,1230-92 1,185 27 15,106 26 16,13 13-16,-1455 39-31,1442-39 32,-79 27-1,-1403 13-31,1 0 0,0 13 16,1295-40 15,-1321 40-31,885-27 15,199 1 17,-54 13-1,-1083 13-15,687 13-1,-728 0 1,557 27-1,-597-40 1,557 40 0,-305-27 31,-264-13-16,-146 0-31,0-27 15,-13 14 1,0 0 0,-26-40-1,26 40 1,13-67 0,0 54-1,0-106 1,-13 79-16,27-225 31,-1-105 0,-26 290-15,0-264 0,-13 278-1,-27-199 1,40 212-1,-39-212 1,12-13 15,14 93 1,13 171-17,13-26 1,-13 40-1,0 0 17,0 0 30,-26 0-31,-212-14 1,-119-13-17,238 27 1,-622-26 0,-224 12 15,-160 27 0,901 0-15,-715 27-1,714-27 1,-926 26 0,0 14 30,-12-1-30,924-25 0,-647 25 15,675-26-31,-622 54 16,634-54-1,-793 93 1,66-14 15,741-79-15,-516 40-1,-66-13 17,635-27-17,-410 14 1,423-14-1,-476 13 17,65 14-17,1-14 17,437-26-17,-331 14 1,317-1-1,-331 0 1,345-13 0,-14 13-16,-185-13 15,198 0-15,-356 27 32,356-27-17,-317 26 1,304-26-1,-357 27 17,384-14-32,-159 0 15,159-13 1,-14 13-16,-237 1 16,-54-1 15,27 0 0,291-13-15,-199 13-1,199-13 1,-185-13 0,185 0-1,13 13-15,-119-13 16,119-1-1,13 14-15,-105-26 16,92 26-16,-225 0 31,225 0-15,-172 0 0,172 0-1,-158 0 1,171 0-1,-119 0 1,120 0-16,12 0 16,-26 0-1,40 0-15,-40 0 32,27 0-17,13 0-15,-27 13 16,14-13-1,-27 13 1,39-13 0,1 0-16,-13 0 15,12 0 1,-12 0 15,13-13 0,0 13-15,-1 0-16,-12-13 16,13 13-16,-67 0 31,54 13-15,-67 0 15,80-13-16,0 0-15,-14 0 16,14 0 15,0 0 47,0 0-46,-1 0 77,28 0 594,-1-13 485,0 13-1157,14-13 0,-14 0 0,-13-1 1,0 1-1,13 0 172,-13 0-172,13 13 1,-13-13-1,0-1-16</inkml:trace>
  <inkml:trace contextRef="#ctx0" brushRef="#br0" timeOffset="1500.63">15117 12286 0,'0'0'0,"0"-13"16,-13 13 15,13 13-15,0 0-16,0 67 15,13 131 17,-13-132-17,0 27 1,0-66 15,-26-119 0,-67-199 1,80 212-32,-40-172 31,53 225-16,106-40 1,-80 53 0,133 26-1,-133-13 1,40 40 0,-52-26-16,-14-1 15,-40 93 1,27-92-1,-80 52 1,67-66 0,-14 0-1,133-39 17,-54 26-17,14 0-15,132 53 16,-66 105 15,-105-118-15,-81 92-1,41-105 1,-27-1-16,-92 14 16,92-40-1,-106-66 1</inkml:trace>
  <inkml:trace contextRef="#ctx0" brushRef="#br0" timeOffset="1962.32">15805 12167 0,'0'0'0,"-172"13"16,172-13 15,106 0-15,145-26 15,-211 13-15,52-1-1,-132-25 17,27 25-17,-40 28 1,40 12-16,13 1 15,-13 158 1,13-132 0,0 198-1,40-79 17</inkml:trace>
  <inkml:trace contextRef="#ctx0" brushRef="#br0" timeOffset="2493.91">16453 12180 0,'0'0'0,"-13"0"15,-14 40 1,80 145 15,-40-132-31,27 158 31,-14-12 1,-26-173-17,0-26 1,-26-172 15,26 106-15,-13-13-16,-1-159 15,28-27 17,-1 252-32,13 0 15,67 13 1,-67 13-16,160 119 31,-147-65-15,-26-41-16,-26 40 15,-145 40 17,118-93-32,0-13 15,1 0-15</inkml:trace>
  <inkml:trace contextRef="#ctx0" brushRef="#br0" timeOffset="7975.68">5396 7181 0,'0'-26'0,"0"52"0,13-118 31,-39-1 0,-67 14 0,-198 118 1,40 107-1,264-1 0,27-118-31,211 52 31,93 27 1,-304-80-32,-14 107 31,-277-14 0,-53-80 0,185-184 1,132 52-32</inkml:trace>
  <inkml:trace contextRef="#ctx0" brushRef="#br0" timeOffset="8493.71">6084 7128 0,'-27'-26'31,"54"52"-31,-146-92 31,106 80-31,-1 91 31,28 147 1,-14-200-32,0 94 31,0-120 0,0-184 0,52-213 1,-38 305-32,92-145 31,105 316 0,-65 186 0,-67-66 1,-39-106-1</inkml:trace>
  <inkml:trace contextRef="#ctx0" brushRef="#br0" timeOffset="8699.9">6163 7247 0,'0'0'0,"-66"-13"31,79 13-31,146-13 31,185-53 0,-172 39-15</inkml:trace>
  <inkml:trace contextRef="#ctx0" brushRef="#br0" timeOffset="9119.77">7750 6943 0,'13'-53'31,"-26"106"-31,26-132 0,-92 0 32,53 65-32,-146 14 31,-66 159 0,198-106-31,-26 185 31,66-185-31,198 158 32,199-171-1,-318-53-31,159-66 16,-211 52-1,-14-13-15</inkml:trace>
  <inkml:trace contextRef="#ctx0" brushRef="#br0" timeOffset="10156.58">4642 6269 0,'0'0'16,"-39"-13"-16,-80 13 15,92 13 1,-52 251-1,65-158 1,1 26-16,-13 318 16,13-291-1,-1-1-15,-25 292 16,-1-212 0,14-132-16,-14 66 15,27-93-15,-53 106 31,132-224 1,-27 12-17,305-92 1,-66 66 0,330-26-1,-356 52 1,911-78-1,-858 78-15,1070-13 32,-1150 40-17,410 0 1,-556 0 0,-13-13-16,27 13 15,-93-13 1,-79-40-1,12 0 1,-25-92 0,39 13-1,13-146 1,80-463 15,-14 609-15,54-265-1,-41 133 17,-39 237-17,0 14-15,-39-13 16,-27-1 0,39 27-1,-251 0 1,173 0-16,-28 13 15,-449 27 1,344-13-16,-39-14 16,-927 93-1,-52 26 17,1084-106-17,-265 93 1,450 27 15</inkml:trace>
  <inkml:trace contextRef="#ctx0" brushRef="#br0" timeOffset="10658.97">7380 9284 0,'0'0'0,"-53"-159"31,53 146-31,13 40 32,1 12-32,-1 384 31,-40 635 0,41-304 0,25-476-15</inkml:trace>
  <inkml:trace contextRef="#ctx0" brushRef="#br0" timeOffset="11104.99">7367 8940 0,'0'0'0,"-27"80"31,-39 52 0,-66 26 0,105-131-31,-52 65 32,39-171-1,159-172 0,106 105 0,-132 199-15,118 384 15</inkml:trace>
  <inkml:trace contextRef="#ctx0" brushRef="#br0" timeOffset="11952.76">11943 5832 0,'-27'-13'0,"54"26"0,-93-26 16,105 106 15,-25-54-15,12 14-16,27 172 15,-40-119-15,-26 502 32,0-475-17,-67 382 1,54-422 0,-53 224-1,79-251 1,13 67-1,26-120 1,345-66 0,-238 40-1,726-93 1,-581 79 0,1098-78-1,-1032 91 1,913-65-1,-1019 79 1,-39-13-16,198-14 16,-344 14-1,-119-13 1</inkml:trace>
  <inkml:trace contextRef="#ctx0" brushRef="#br0" timeOffset="12630.77">11877 6057 0,'13'27'0,"-26"-80"16,13 79-16,158-171 16,504-80 15,-464 185-16,926-118 1,-66 91 0,-701 41-1,940-27 1,-1033 53 0,463-26-1,-621 26-15,27 92 31,-305 226 1,145-226-17,-65 331 1,92-317 0,-27 304-1,27-304 1,-13 291-1,0-318 1,-14 185 0,14-224-1,-27 66 1,27-93-16,0-13 16,0 0-16</inkml:trace>
  <inkml:trace contextRef="#ctx0" brushRef="#br0" timeOffset="13164.11">13041 6745 0,'-14'-27'0,"28"54"0,-28-80 15,1-26 1,79 92 15,-53 40-15,40 224-1,-26 14 1</inkml:trace>
  <inkml:trace contextRef="#ctx0" brushRef="#br0" timeOffset="13507.98">12763 6573 0,'0'0'0,"132"-265"32,371 305-1,-54 211 0,-409-184-31,-14-1 16,-39 145-1,-26-145-15,-14 1 16,-291 144 0,251-184-1,-198 12 1,238-52-16</inkml:trace>
  <inkml:trace contextRef="#ctx0" brushRef="#br0" timeOffset="13922.39">14945 6441 0,'0'0'0,"66"-14"16,-13-25 0,-357 12 15,211 27-15,-12 0-16,-200 66 15,200 80 16,118-106-15,198 105 0,-131-118-1,197 105 1,-224-93 0,66 81-1,-119-81 1,-158 120-1,92-133 1,-106 54 0</inkml:trace>
  <inkml:trace contextRef="#ctx0" brushRef="#br0" timeOffset="14304.65">14641 8530 0,'66'27'31,"-132"-54"-31,145 67 15,-79-27-15,0 106 16,-26 93 0,13-120-1,-54 345 1,54-305-16,0-13 16,13 264-1,13-263 1,0-15-16,54 252 15,25-119 17,-79-238-32</inkml:trace>
  <inkml:trace contextRef="#ctx0" brushRef="#br0" timeOffset="14761.73">14482 8491 0,'0'0'0,"-53"0"16,27 26-1,-40 146 1,-40 172 15,0-27 0,93-264 1,132-265-1,106-237 0,-119 264-15,92 26-1,53 410 17,14 186-1,-173-318-16</inkml:trace>
  <inkml:trace contextRef="#ctx0" brushRef="#br0" timeOffset="15487.7">20791 5211 0,'0'0'15,"79"66"1,-79-53-16,-66 265 31,40 396 1,52-12-1,1-438-16,39 133 1,79-105 15,186-265 1,-186-14-17,14 1-15,555-107 16,1058-12 15,-1388 132-31,1031-1 31,-238 28 1,-1084-54-17</inkml:trace>
  <inkml:trace contextRef="#ctx0" brushRef="#br0" timeOffset="16070.96">21121 5462 0,'0'0'0,"93"-26"16,26 12-16,952-157 31,1006-15 0,-411 173 1,-780 66-1,-727 40 0,-212 145 0,40-159-31,13 14 16,-40 647 15,54-79 0,38-39 1,-52-556-32,-26-13 15,0-27-15</inkml:trace>
  <inkml:trace contextRef="#ctx0" brushRef="#br0" timeOffset="16440.87">22801 6308 0,'0'0'0,"-40"-132"31,159 304 0,-79-53-15,-13 80 0,-41 25-1</inkml:trace>
  <inkml:trace contextRef="#ctx0" brushRef="#br0" timeOffset="16927.25">22576 6388 0,'0'0'0,"-13"-172"32,40 145-32,25 14 15,147-26 1,250 65 15,-237 80 0,-212-80-31,-26 1 0,-14-1 16,-13 1-16,-172 65 31,93-39 0,145-40-31,14 1 0,12-14 16,252 79 15,-13 40 1,-252-93-32,1 1 0,-27-1 15,-93 14 1,-237-14 15,184-52-15</inkml:trace>
  <inkml:trace contextRef="#ctx0" brushRef="#br0" timeOffset="17135.75">23833 6295 0,'0'0'0,"119"-26"32,-93 26-32,67 119 31,-27 119 0,-66-185-31,0 0 16,13 92-1</inkml:trace>
  <inkml:trace contextRef="#ctx0" brushRef="#br0" timeOffset="17436.41">23859 6348 0,'-26'-159'31,"52"318"-31,159-423 31,-119 290-31,14 1 16,158 105 0,-26 172 15,-398-66 0,-158-172 0,292-66-31</inkml:trace>
  <inkml:trace contextRef="#ctx0" brushRef="#br0" timeOffset="17779.05">25050 6203 0,'132'0'31,"-264"0"-31,290-14 31,-396 120 1,27 119-1,211-185-31,145 105 31,278-65 0,-277-94-15</inkml:trace>
  <inkml:trace contextRef="#ctx0" brushRef="#br0" timeOffset="18223.91">24375 8081 0,'0'0'0,"-13"-40"32,13 53-32,-13 185 31,-14 503 0,14 40 0,26-119 1,-13-543-32,27 80 31,25-252-15</inkml:trace>
  <inkml:trace contextRef="#ctx0" brushRef="#br0" timeOffset="18603.75">24137 8226 0,'0'0'0,"13"-93"32,-13 80-32,0-53 31,-40 106 0,-52 211 0,-1 40-15,93-251 0,-13-1-16</inkml:trace>
  <inkml:trace contextRef="#ctx0" brushRef="#br0" timeOffset="18792.18">24269 7975 0,'0'0'0,"27"-66"16,39-93 15,92 331 0,-118-93-31,159 292 16,-160-266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27.002"/>
    </inkml:context>
    <inkml:brush xml:id="br0">
      <inkml:brushProperty name="width" value="0.05" units="cm"/>
      <inkml:brushProperty name="height" value="0.05" units="cm"/>
      <inkml:brushProperty name="color" value="#FFC114"/>
    </inkml:brush>
  </inkml:definitions>
  <inkml:trace contextRef="#ctx0" brushRef="#br0">3091 5243 24575,'-3'-1'0,"0"0"0,0 1 0,0-1 0,1 0 0,-1-1 0,0 1 0,1 0 0,-1-1 0,1 1 0,-4-4 0,-4-1 0,1 1 0,-3-2 0,0 0 0,-1 1 0,0 0 0,-14-3 0,24 8 0,-1 0 0,0 0 0,0 0 0,0 1 0,0 0 0,1 0 0,-1 0 0,0 0 0,0 1 0,0-1 0,1 1 0,-1 0 0,0 0 0,0 0 0,1 1 0,-1-1 0,1 1 0,0 0 0,-1 0 0,-2 2 0,-2 3 0,1 0 0,0 0 0,0 0 0,1 1 0,0 0 0,0 1 0,-7 14 0,-27 70 0,37-85 0,-40 124-273,5 2-1,6 1 1,-23 217 0,45-245 113,5 0 1,4 1 0,6 0 0,25 155 0,-13-173 26,5-1 1,3 0-1,4-2 0,4-2 1,69 129-1,-59-138 133,3-2 0,4-3 0,2-2 0,4-2 0,81 76 0,-92-102 0,2-2 0,1-2 0,2-2 0,1-2 0,2-3 0,1-2 0,1-3 0,81 27 0,-61-33 0,0-2 0,1-4 0,1-3 0,0-3 0,0-4 0,0-3 0,132-18 0,-108 2 0,-2-4 0,0-4 0,-2-5 0,0-4 0,126-63 0,-129 48-77,-3-4-1,-1-4 0,130-108 1,-160 112 25,-3-3 0,-1-2 0,-4-2 1,-2-3-1,60-96 0,-107 154 52,50-93-40,-49 88 62,0 0 1,-1-1-1,0 0 1,0 1-1,-1-1 0,-1 0 1,1 0-1,-1-15 1,-1 23 10,0 0 0,0 1 0,0-1 0,0 0 1,-1 0-1,1 1 0,0-1 0,-1 1 0,1-1 0,-1 0 1,0 1-1,0-1 0,1 1 0,-1-1 0,0 1 1,0 0-1,0-1 0,0 1 0,-2-2 0,2 3 14,0-1-1,-1 0 0,1 1 1,0 0-1,-1-1 1,1 1-1,0 0 1,-1-1-1,1 1 0,0 0 1,-1 0-1,1 0 1,0 0-1,-1 0 1,1 1-1,-1-1 0,1 0 1,-2 2-1,-4 0 66,1 1-1,0 0 1,0 0-1,0 1 1,1 0-1,-1 0 1,1 0-1,-7 8 1,-5 7-85,1 1 1,0 1 0,1 1-1,2 0 1,0 1 0,1 1-1,2 0 1,0 0-1,1 1 1,2 0 0,1 0-1,0 1 1,-3 51 0,8-49-12,1 0 0,1 0 0,1 0 0,2-1 0,1 1 0,1-1 0,1 1 0,1-2 0,1 1 0,2-1 0,1-1 0,29 47 0,-17-39-69,2-2 0,1 0 0,1-2 0,2-1 0,1-2 0,1-1 0,57 35 0,-11-15-219,2-4 0,118 42-1,-72-39-351,2-6 0,258 41 1,-212-59-117,313-3 0,-331-23 740,-1-6 0,0-8 0,-2-6 0,-1-7 0,281-100 0,-320 87 0,-2-6 0,-2-4 0,101-70 0,-123 65 0,-2-4 0,-3-3 0,129-141 0,-150 139-115,-4-2-1,-3-3 0,-4-2 1,60-122-1,-78 130 20,-4-1 0,-3-1-1,-2-1 1,-4 0 0,18-143-1,-28-63 2030,-9 148-906,1 109-700,0-1 0,1 1 0,1-1 0,7-25 1,-7 37-236,1 1 0,0 0 0,0 0 1,0 0-1,1 0 0,1 1 1,-1 0-1,1 0 0,1 0 0,-1 1 1,13-10-1,19-12-79,1 2 1,81-40-1,-47 27-8,366-231-431,-307 178 213,142-132 1,-216 171 212,-3-2 0,-2-2 0,-3-3 0,-2-2 0,68-120 0,-93 139 0,-1-2 0,-3 0 0,-2-1 0,-2-1 0,-1-1 0,-3 0 0,-3 0 0,-1-1 0,-2 0 0,-3-56 0,-6 50-62,-2 1 0,-2-1 1,-3 2-1,-2-1 0,-2 2 1,-3 0-1,-2 1 1,-3 1-1,-1 1 0,-46-69 1,36 68-7,-3 2 0,-2 1 0,-2 3 1,-2 1-1,-2 2 0,-1 2 0,-3 2 0,-1 2 1,-74-40-1,44 36 32,-2 3 0,-2 4 0,-1 4 1,-1 4-1,-2 3 0,0 4 0,-93-6 0,69 16-12,-1 4 1,0 6-1,0 4 0,0 5 0,-129 31 1,227-39 81,-113 29-126,110-27 231,0 2 1,0 0-1,0 0 1,-24 17 0,38-21 224,9-3-44,11-4 265,20-12-463,0-2-1,-1-1 0,-1-1 1,55-44-1,-41 23-33,-2-1 0,55-64 0,-75 75-121,-2-1 0,-1-1 1,-1-1-1,-2-1 0,-2-1 0,-1 0 0,-2-1 0,17-61 0,-25 66 9,-1 1-1,-1-1 0,-2-1 1,-1 1-1,-2 0 0,-1-1 1,-1 1-1,-2 0 0,-1 0 1,-2 0-1,-12-35 0,4 25-94,-3 0-1,-1 1 1,-48-76-1,30 65-253,-2 1 1,-59-60-1,17 34-378,-2 4 0,-182-122 0,92 89 58,-5 6 0,-203-80-1,-403-99-730,442 186 1460,-670-95 0,710 158-155,-2 13 0,-470 34 0,96 78-1727,514-58 2098,3 8-1,-166 68 1,135-27 1184,160-69-535,0 2 0,2 0 1,-45 39-1,70-55-677,0 1 0,1 0-1,0 0 1,0 0 0,0 1 0,0 0-1,1-1 1,0 1 0,0 0 0,-3 8-1,5-12-191,1-1-1,0 1 0,0-1 0,0 1 1,-1 0-1,1-1 0,0 1 0,0-1 1,0 1-1,0-1 0,0 1 0,0 0 1,0-1-1,0 1 0,0-1 0,1 1 1,-1-1-1,0 1 0,0 0 0,0-1 0,1 1 1,-1-1-1,0 1 0,1-1 0,-1 0 1,0 1-1,1-1 0,-1 1 0,0-1 1,1 1-1,-1-1 0,2 1 0,-1-1 12,1 1 0,-1-1-1,1 0 1,0 1-1,-1-1 1,1 0-1,0 0 1,-1 0 0,1 0-1,0 0 1,2-1-1,5-1 19,0 0-1,-1 0 1,12-6 0,-8 3-57,0-2 1,0 0 0,-1 0 0,0-1 0,0-1-1,-1 1 1,0-2 0,14-16 0,-20 21-6,0 1 1,-1-1 0,0 0-1,0-1 1,-1 1-1,1 0 1,-1-1-1,0 0 1,2-11 0,-4 14-1,0-1 1,1 0 0,-2 1 0,1-1-1,0 1 1,-1-1 0,1 0 0,-1 1-1,0-1 1,-1 1 0,1-1 0,0 1-1,-1 0 1,0 0 0,0-1 0,0 1 0,-3-3-1,1 1 1,0 1 0,-1 0 0,1 0 0,-1 0 0,0 1 0,0-1 0,0 1 0,0 1 0,-1-1 0,0 1 0,1 0 0,-1 0 0,-6-1 0,-6-1 0,-1 1 0,-37 0 0,8 4-93,1 1-1,0 3 1,-84 20 0,-139 56-601,29 13 54,4 10 1,5 10-1,-326 216 1,394-219 302,-278 248 0,352-272 203,5 3-1,3 4 0,4 3 0,-74 122 1,117-160 158,3 1 1,-37 95-1,56-120 23,2 1-1,1 0 1,2 1-1,2 0 0,1 0 1,0 41-1,5-61 269,2 1 0,-1-1-1,2 0 1,1 1-1,0-1 1,1-1 0,0 1-1,1-1 1,1 0 0,1 0-1,1-1 1,14 21 0,-22-35-299,0 1 1,1 0-1,-1 0 1,0 0-1,0 0 1,0 0-1,-1 0 1,1 0 0,0 0-1,-1 0 1,1 0-1,-1 0 1,0 0-1,1 0 1,-1 0-1,0 1 1,-1-1-1,1 3 1,-2-1 0,1 0 0,-1-1 0,0 1 0,0 0 0,-1-1 0,1 0-1,-1 0 1,1 0 0,-6 5 0,-55 54-17,-68 76 0,57-46-266,4 4 0,4 3 0,4 2 0,5 3 0,5 3 1,4 1-1,-46 157 0,75-195 266,3 1 0,3 0 0,4 1 0,2 0 0,6 128 0,6-136 0,3-1 0,2 0 0,3-1 0,3 0 0,3-1 0,48 106 0,-26-87-116,3-2 1,4-2 0,3-2-1,4-2 1,2-3 0,4-3-1,101 88 1,-77-84-39,3-4 0,3-3 1,3-4-1,2-5 0,177 72 0,-188-94 73,3-4-1,0-3 1,165 22-1,-194-40 76,0-3 0,0-3 0,1-2 0,-1-2-1,0-4 1,110-26 0,-142 26 363,-1-2 1,34-16-1,-53 22-205,0-1 1,0 0-1,0 0 0,0-1 1,-1 1-1,0-2 1,0 1-1,0-1 0,-1 1 1,0-2-1,0 1 0,5-9 1,-9 13-136,0 1 1,0 0 0,-1 0-1,1 0 1,0-1 0,-1 1-1,1 0 1,-1-1 0,1 1-1,-1-1 1,0 1 0,0 0-1,1-1 1,-1 1 0,0-1-1,0 1 1,0-1 0,-1 1-1,1 0 1,0-1-1,0 1 1,-1-1 0,1 1-1,-1 0 1,0-1 0,1 1-1,-1 0 1,0 0 0,1-1-1,-1 1 1,0 0 0,0 0-1,0 0 1,0 0 0,0 0-1,0 0 1,-1 0 0,1 1-1,0-1 1,0 0 0,-1 1-1,1-1 1,0 1 0,-2-1-1,-1 0 16,0 0 0,-1 0 0,1 0 0,0 1 0,0 0 0,-1-1 0,1 2 0,0-1 0,0 0 0,-1 1 0,1 0 0,0 0 0,0 0 0,-4 2 0,3 0-33,0 0 0,1 0 0,-1 0 0,1 1 0,0-1 0,0 1 0,0 0 0,1 1 0,-1-1 0,1 0 0,0 1 0,0 0 0,1 0 0,0 0 0,-1 0 0,1 0 0,-1 7 0,2-9 0,0-1 0,1 1 0,-1 0 0,1 0 0,-1 0 0,1 0 0,0 0 0,0 0 0,1 0 0,-1 0 0,1 0 0,-1 0 0,1 0 0,0 0 0,0 0 0,0-1 0,0 1 0,1 0 0,-1-1 0,1 1 0,0-1 0,0 1 0,-1-1 0,1 0 0,1 0 0,-1 0 0,0 0 0,0 0 0,1 0 0,-1-1 0,1 1 0,5 1 0,0 1-273,1-2 0,0 0 0,0 0 0,16 2 0,6-2-6553</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28.054"/>
    </inkml:context>
    <inkml:brush xml:id="br0">
      <inkml:brushProperty name="width" value="0.05" units="cm"/>
      <inkml:brushProperty name="height" value="0.05" units="cm"/>
      <inkml:brushProperty name="color" value="#FFC114"/>
    </inkml:brush>
  </inkml:definitions>
  <inkml:trace contextRef="#ctx0" brushRef="#br0">34 884 24575,'-2'-2'0,"0"-1"0,0 1 0,0 0 0,0-1 0,1 1 0,-1-1 0,1 1 0,0-1 0,0 0 0,-1 1 0,2-1 0,-1 0 0,0 0 0,1 0 0,-1 0 0,1 0 0,0 0 0,0 0 0,0 0 0,0 0 0,1-3 0,-1 5 0,1 1 0,-1 0 0,0-1 0,0 1 0,1 0 0,-1-1 0,1 1 0,-1 0 0,0-1 0,1 1 0,-1 0 0,1 0 0,-1 0 0,0-1 0,1 1 0,-1 0 0,1 0 0,-1 0 0,1 0 0,-1 0 0,1 0 0,-1 0 0,1 0 0,-1 0 0,0 0 0,1 0 0,-1 0 0,1 0 0,-1 0 0,1 1 0,-1-1 0,1 0 0,-1 0 0,0 0 0,1 1 0,-1-1 0,0 0 0,1 0 0,-1 1 0,1-1 0,-1 0 0,0 1 0,0-1 0,1 1 0,16 17 0,-7-1 0,0 1 0,0-1 0,-2 1 0,0 1 0,-1 0 0,-1 0 0,4 22 0,0 12 0,4 77 0,-13-111 0,2 9 0,-2-1 0,0 1 0,-7 50 0,6-76 0,-1-1 0,1 1 0,0 0 0,-1-1 0,1 1 0,-1 0 0,1-1 0,-1 1 0,0-1 0,1 1 0,-1-1 0,0 1 0,0-1 0,0 0 0,-1 1 0,1-1 0,0 0 0,0 0 0,-1 0 0,1 0 0,0 0 0,-1 0 0,1 0 0,-3 1 0,2-2 0,0 0 0,1 0 0,-1 0 0,0-1 0,1 1 0,-1 0 0,0-1 0,1 1 0,-1-1 0,1 0 0,-1 0 0,1 1 0,-1-1 0,1 0 0,0 0 0,-1 0 0,1 0 0,0-1 0,0 1 0,0 0 0,0 0 0,0-1 0,0 1 0,0-1 0,-1-2 0,-5-7 0,1-1 0,1-1 0,0 1 0,1-1 0,0 0 0,-2-15 0,-9-84 0,13 97 0,-15-164 0,8-289 0,13 418 0,1 1 0,19-76 0,-20 106 0,2 0 0,0 1 0,1 0 0,1 0 0,1 1 0,0 0 0,2 0 0,-1 1 0,22-23 0,-24 31 0,0 0 0,1 1 0,0 0 0,1 1 0,-1 0 0,1 0 0,0 1 0,1 0 0,-1 1 0,15-4 0,-10 4 0,1 1 0,-1 1 0,1 0 0,0 1 0,0 1 0,27 3 0,-14 1 0,0 2 0,0 1 0,-1 1 0,-1 2 0,1 1 0,-1 1 0,39 23 0,-49-24 0,0 0 0,-1 1 0,0 0 0,-1 2 0,-1 0 0,0 0 0,-1 1 0,23 33 0,-31-39 0,0-1 0,-1 1 0,0 0 0,0 1 0,-1-1 0,0 1 0,-1-1 0,0 1 0,0 0 0,-1 0 0,0 0 0,-1 0 0,0 0 0,-1-1 0,0 1 0,0 0 0,-1 0 0,0 0 0,-8 17 0,3-10 0,-2-1 0,0 0 0,-1-1 0,-1 0 0,-1 0 0,1-1 0,-2-1 0,0 0 0,-1 0 0,0-2 0,-17 12 0,-19 9 0,-1-3 0,-59 26 0,-34 3 0,85-36 0,57-22 0,1 0 0,0 1 0,0-1 0,0 0 0,0 1 0,0-1 0,1 1 0,-1-1 0,0 1 0,0-1 0,0 1 0,0 0 0,0 0 0,1-1 0,-2 2 0,2-2 0,1 1 0,-1-1 0,0 0 0,0 1 0,0-1 0,1 0 0,-1 1 0,0-1 0,0 0 0,1 0 0,-1 1 0,0-1 0,1 0 0,-1 0 0,0 0 0,1 0 0,-1 1 0,0-1 0,1 0 0,-1 0 0,1 0 0,-1 0 0,0 0 0,1 0 0,-1 0 0,0 0 0,1 0 0,41 2 0,-40-2 0,72 2 0,-1 2 0,110 22 0,-148-19 0,-1 2 0,-1 1 0,0 2 0,0 1 0,-1 1 0,-1 2 0,43 29 0,-65-39 0,-1 1 0,0 0 0,0 0 0,-1 0 0,1 1 0,9 15 0,-15-20 0,0 0 0,0 0 0,-1 0 0,1 0 0,-1 1 0,0-1 0,0 0 0,0 1 0,0-1 0,-1 1 0,1-1 0,-1 1 0,0-1 0,0 1 0,0-1 0,-1 1 0,1-1 0,-1 1 0,0-1 0,0 1 0,0-1 0,0 0 0,-2 5 0,-2-2 0,1 1 0,-1-1 0,-1 0 0,1 0 0,-1 0 0,0-1 0,0 0 0,-1 0 0,1-1 0,-1 0 0,0 0 0,0 0 0,-8 2 0,-16 6 0,-56 14 0,33-14-273,-2-2 0,1-2 0,-1-3 0,-105-4 0,107-5-6553</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28.429"/>
    </inkml:context>
    <inkml:brush xml:id="br0">
      <inkml:brushProperty name="width" value="0.05" units="cm"/>
      <inkml:brushProperty name="height" value="0.05" units="cm"/>
      <inkml:brushProperty name="color" value="#FFC114"/>
    </inkml:brush>
  </inkml:definitions>
  <inkml:trace contextRef="#ctx0" brushRef="#br0">0 30 24575,'0'3'0,"0"0"0,1-1 0,-1 1 0,1 0 0,0 0 0,-1 0 0,1 0 0,0-1 0,1 1 0,-1 0 0,0-1 0,1 1 0,-1-1 0,1 0 0,2 3 0,1-1 0,-1 1 0,1-1 0,0-1 0,0 1 0,0-1 0,10 5 0,4 0 0,1 0 0,-1-2 0,25 5 0,-16-6 0,-1 0 0,1-2 0,0-1 0,0-1 0,0-1 0,0-2 0,-1-1 0,1-1 0,39-11 0,-61 13 0,-1 1 0,1-1 0,-1-1 0,0 1 0,0-1 0,0 0 0,0 0 0,7-7 0,-11 9 0,0 0 0,1 0 0,-1-1 0,-1 1 0,1 0 0,0-1 0,0 1 0,0 0 0,-1-1 0,1 1 0,-1-1 0,1 0 0,-1 1 0,0-1 0,1 1 0,-1-1 0,0 0 0,0 1 0,0-1 0,0 1 0,-1-1 0,1 0 0,0 1 0,-1-1 0,1 1 0,-1-1 0,1 1 0,-1-1 0,0 1 0,1 0 0,-1-1 0,0 1 0,0 0 0,-2-3 0,-1 0 0,1 0 0,-1 0 0,0 0 0,0 1 0,0-1 0,0 1 0,-1 0 0,0 0 0,1 1 0,-1-1 0,0 1 0,0 0 0,0 0 0,0 1 0,0 0 0,-1 0 0,1 0 0,0 0 0,-1 1 0,1 0 0,0 0 0,-1 0 0,1 1 0,0 0 0,-1 0 0,1 0 0,0 0 0,0 1 0,0 0 0,0 0 0,0 1 0,0-1 0,1 1 0,-1 0 0,1 0 0,0 1 0,0-1 0,0 1 0,0 0 0,1 0 0,-1 0 0,1 0 0,0 1 0,-3 6 0,-1 4 0,1 1 0,0 0 0,2 0 0,0 0 0,0 0 0,-1 24 0,1 104 0,4-107 0,4 465-1365,-4-461-5461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28.971"/>
    </inkml:context>
    <inkml:brush xml:id="br0">
      <inkml:brushProperty name="width" value="0.05" units="cm"/>
      <inkml:brushProperty name="height" value="0.05" units="cm"/>
      <inkml:brushProperty name="color" value="#FFC114"/>
    </inkml:brush>
  </inkml:definitions>
  <inkml:trace contextRef="#ctx0" brushRef="#br0">59 362 24575,'0'-21'0,"0"35"0,0 38 0,-1 131 0,-32 255 0,32-430 0,0 0 0,-1 0 0,-4 12 0,2-15 0,1-12 0,0-14 0,-2-124 0,7 0 0,25-186 0,3 160 0,-22 138 0,1 1 0,1 0 0,17-34 0,-24 59 0,1 0 0,0 0 0,0 0 0,1 1 0,0 0 0,0 0 0,0 0 0,0 0 0,1 1 0,0 0 0,13-9 0,-15 12 0,0 1 0,0-1 0,0 0 0,0 1 0,0 0 0,0 0 0,1 0 0,-1 1 0,0-1 0,1 1 0,-1 0 0,0 0 0,0 1 0,1-1 0,-1 1 0,0 0 0,0 0 0,0 0 0,0 1 0,0-1 0,0 1 0,0 0 0,4 3 0,8 5 0,0 2 0,-1 0 0,0 1 0,-1 0 0,0 1 0,-1 1 0,-1 0 0,18 28 0,-18-23 0,0 0 0,-2 2 0,-1-1 0,0 1 0,-1 1 0,8 41 0,-15-54 0,1 0 0,-1 0 0,-1 0 0,0 0 0,0 0 0,-1 0 0,0 0 0,-5 19 0,4-24 0,0 0 0,0 0 0,-1 0 0,1 0 0,-1 0 0,0-1 0,-1 1 0,1-1 0,-1 0 0,1 0 0,-1 0 0,-1 0 0,1-1 0,0 1 0,-1-1 0,0 0 0,-7 3 0,-3 0 0,-1 0 0,0-2 0,0 1 0,0-2 0,-1 0 0,-23 0 0,14-2 0,-1-1 0,1-2 0,-36-5 0,29-2-1365,7 0-5461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29.313"/>
    </inkml:context>
    <inkml:brush xml:id="br0">
      <inkml:brushProperty name="width" value="0.05" units="cm"/>
      <inkml:brushProperty name="height" value="0.05" units="cm"/>
      <inkml:brushProperty name="color" value="#FFC114"/>
    </inkml:brush>
  </inkml:definitions>
  <inkml:trace contextRef="#ctx0" brushRef="#br0">43 57 24575,'-3'-3'0,"-5"-1"0,0-3 0,-2 0 0,1-3 0,4 1 0,10 2 0,10 2 0,9 2 0,9 2 0,9 0 0,6 4 0,5 2 0,-1-1 0,0 0 0,-2-1 0,-7-5 0,-11-1-8191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29.653"/>
    </inkml:context>
    <inkml:brush xml:id="br0">
      <inkml:brushProperty name="width" value="0.05" units="cm"/>
      <inkml:brushProperty name="height" value="0.05" units="cm"/>
      <inkml:brushProperty name="color" value="#FFC114"/>
    </inkml:brush>
  </inkml:definitions>
  <inkml:trace contextRef="#ctx0" brushRef="#br0">237 318 24575,'26'-23'0,"-18"16"0,0 0 0,0-1 0,9-11 0,-6 4 0,-1-1 0,-1 0 0,14-31 0,-19 37 0,0-1 0,-1 1 0,0-1 0,0 0 0,-1 0 0,-1-1 0,1-17 0,-2 27 0,0 0 0,0-1 0,-1 1 0,1-1 0,0 1 0,-1 0 0,0-1 0,1 1 0,-1 0 0,0 0 0,0-1 0,0 1 0,0 0 0,-1 0 0,1 0 0,-1 0 0,1 1 0,-1-1 0,1 0 0,-1 0 0,0 1 0,0-1 0,-3-1 0,3 2 0,-1 0 0,0 1 0,0-1 0,1 1 0,-1-1 0,0 1 0,0 0 0,0 0 0,0 0 0,1 0 0,-1 1 0,0-1 0,0 1 0,0 0 0,1 0 0,-1 0 0,0 0 0,1 0 0,-5 3 0,-7 4 0,1 2 0,-1-1 0,2 2 0,-1 0 0,2 0 0,-1 1 0,-10 16 0,-2 4 0,-34 63 0,40-60 0,1 0 0,2 1 0,-14 50 0,24-66 0,0 1 0,1 0 0,2 0 0,0 0 0,1 0 0,1 0 0,4 37 0,-2-48 25,0-1-1,1 0 0,0 1 1,0-1-1,1 0 1,0-1-1,0 1 0,1-1 1,0 0-1,1 0 0,0 0 1,0-1-1,8 8 1,-5-7-181,0-1 1,0 0 0,1-1 0,0 0 0,0 0 0,1-1 0,-1 0-1,1-1 1,0 0 0,15 3 0,19 1-6671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30.087"/>
    </inkml:context>
    <inkml:brush xml:id="br0">
      <inkml:brushProperty name="width" value="0.05" units="cm"/>
      <inkml:brushProperty name="height" value="0.05" units="cm"/>
      <inkml:brushProperty name="color" value="#FFC114"/>
    </inkml:brush>
  </inkml:definitions>
  <inkml:trace contextRef="#ctx0" brushRef="#br0">39 626 24575,'1'-33'0,"0"15"0,-1 0 0,-1 1 0,0-1 0,-6-24 0,7 42 0,0 1 0,0-1 0,0 0 0,0 0 0,-1 0 0,1 0 0,0 1 0,0-1 0,0 0 0,0 0 0,0 0 0,-1 0 0,1 1 0,0-1 0,0 0 0,0 0 0,-1 0 0,1 0 0,0 0 0,0 0 0,0 0 0,-1 0 0,1 0 0,0 0 0,0 0 0,-1 0 0,1 0 0,0 0 0,0 0 0,0 0 0,-1 0 0,1 0 0,0 0 0,0 0 0,-1 0 0,1 0 0,0 0 0,0 0 0,0 0 0,-1 0 0,1-1 0,0 1 0,0 0 0,0 0 0,0 0 0,-1 0 0,1-1 0,0 1 0,0 0 0,0 0 0,0 0 0,0 0 0,0-1 0,0 1 0,-1 0 0,-5 22 0,-3 44 0,4 1 0,4 100 0,2-83 0,-1-3 0,-2 17 0,21 174 0,-17-354 0,-3-168 0,5-451 0,-3 665 0,6-81 0,-5 103 0,0 0 0,1 1 0,1 0 0,0 0 0,0 0 0,8-14 0,-11 24 0,1 0 0,0 0 0,-1 0 0,1 1 0,0-1 0,0 1 0,0-1 0,1 1 0,-1 0 0,1 0 0,-1 0 0,1 0 0,0 0 0,-1 0 0,1 1 0,0-1 0,0 1 0,5-1 0,-4 1 0,0 1 0,0-1 0,0 1 0,0 0 0,0 1 0,1-1 0,-1 1 0,0 0 0,0 0 0,0 0 0,-1 0 0,8 4 0,3 3 0,0 0 0,-1 2 0,1-1 0,-2 1 0,0 1 0,14 15 0,-11-10-151,-1 1-1,-1 1 0,-1-1 0,0 2 1,-1 0-1,-1 0 0,-1 1 1,11 33-1,-7-5-6674</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30.244"/>
    </inkml:context>
    <inkml:brush xml:id="br0">
      <inkml:brushProperty name="width" value="0.05" units="cm"/>
      <inkml:brushProperty name="height" value="0.05" units="cm"/>
      <inkml:brushProperty name="color" value="#FFC114"/>
    </inkml:brush>
  </inkml:definitions>
  <inkml:trace contextRef="#ctx0" brushRef="#br0">5 22 24575,'-4'3'0,"3"1"0,8 0 0,5-1 0,7-4 0,7-1 0,5-1 0,3-3 0,5-1 0,3-1 0,-7-1-8191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35.406"/>
    </inkml:context>
    <inkml:brush xml:id="br0">
      <inkml:brushProperty name="width" value="0.05" units="cm"/>
      <inkml:brushProperty name="height" value="0.05" units="cm"/>
      <inkml:brushProperty name="color" value="#FFC114"/>
    </inkml:brush>
  </inkml:definitions>
  <inkml:trace contextRef="#ctx0" brushRef="#br0">20 0 24575,'-3'0'0,"-4"0"0,-2 6 0,8 9 0,7 14 0,12 11 0,6 11 0,4 7 0,5 5 0,-1 2 0,-2 2 0,-4-1 0,-2-5 0,-3-8 0,-5-5 0,-5-12-8191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35.718"/>
    </inkml:context>
    <inkml:brush xml:id="br0">
      <inkml:brushProperty name="width" value="0.05" units="cm"/>
      <inkml:brushProperty name="height" value="0.05" units="cm"/>
      <inkml:brushProperty name="color" value="#FFC114"/>
    </inkml:brush>
  </inkml:definitions>
  <inkml:trace contextRef="#ctx0" brushRef="#br0">164 626 24575,'-34'-57'0,"-34"-83"0,55 108 0,1-1 0,2 0 0,1-1 0,-6-45 0,14 67 0,0 1 0,1 0 0,0 0 0,0 0 0,1-1 0,1 1 0,5-21 0,-5 27 0,0 0 0,0-1 0,1 1 0,0 0 0,0 0 0,0 0 0,0 0 0,1 1 0,0 0 0,0-1 0,0 1 0,0 0 0,1 1 0,-1-1 0,1 1 0,0 0 0,5-2 0,3 0 0,0 0 0,0 1 0,0 0 0,0 1 0,0 1 0,1 0 0,-1 1 0,1 1 0,-1 0 0,1 0 0,23 5 0,-12 0 0,1 1 0,-1 1 0,0 1 0,0 1 0,26 15 0,-32-14 0,-1 0 0,0 2 0,0 1 0,-2 0 0,1 1 0,-2 0 0,0 1 0,0 1 0,-2 1 0,0 0 0,17 30 0,-24-37 0,-1 1 0,0-1 0,-1 1 0,0 1 0,-1-1 0,0 0 0,0 1 0,-1 0 0,-1-1 0,0 1 0,-1 0 0,0 0 0,-1 0 0,0 0 0,0-1 0,-2 1 0,1-1 0,-2 1 0,1-1 0,-1 0 0,-1 0 0,-8 13 0,1-5 34,-1-1 1,-1-1-1,0 0 0,-2-1 0,0 0 0,-1-2 0,0 0 0,-1 0 0,-24 13 1,-1-3-462,-1-2 0,-2-2 1,-49 16-1,29-15-6399</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36.198"/>
    </inkml:context>
    <inkml:brush xml:id="br0">
      <inkml:brushProperty name="width" value="0.05" units="cm"/>
      <inkml:brushProperty name="height" value="0.05" units="cm"/>
      <inkml:brushProperty name="color" value="#FFC114"/>
    </inkml:brush>
  </inkml:definitions>
  <inkml:trace contextRef="#ctx0" brushRef="#br0">389 272 24575,'-1'-13'0,"-1"1"0,1-1 0,-2 0 0,0 1 0,-1-1 0,0 1 0,-8-16 0,-1 2 0,0 1 0,-21-29 0,31 50 0,0 0 0,0 0 0,-1 0 0,1 1 0,-1-1 0,0 1 0,0 0 0,0 0 0,0 0 0,0 0 0,-1 1 0,1 0 0,-10-3 0,10 4 0,1 0 0,-1 1 0,0-1 0,0 1 0,0 0 0,0 0 0,1 0 0,-1 1 0,0-1 0,0 1 0,0 0 0,1 0 0,-1 1 0,1-1 0,-1 1 0,1-1 0,-1 1 0,-5 4 0,-3 4 0,1 0 0,0 0 0,0 1 0,1 0 0,0 1 0,1 0 0,1 1 0,0 0 0,0 0 0,-8 22 0,7-11 0,0 0 0,2 0 0,1 1 0,1 0 0,-3 39 0,7-55 0,1 1 0,0-1 0,0 1 0,1-1 0,0 1 0,0-1 0,2 1 0,4 14 0,-6-21 0,1 1 0,0 0 0,0-1 0,1 0 0,-1 1 0,0-1 0,1 0 0,0 0 0,0 0 0,0-1 0,0 1 0,0-1 0,1 0 0,-1 0 0,1 0 0,-1 0 0,1 0 0,0-1 0,0 1 0,0-1 0,0 0 0,6 0 0,-1 0 0,0 0 0,0-1 0,0 0 0,0 0 0,0-1 0,0-1 0,0 1 0,-1-2 0,1 1 0,-1-1 0,1 0 0,-1-1 0,0 1 0,0-2 0,10-6 0,-2-1 0,1-2 0,-1 0 0,-1 0 0,-1-1 0,18-25 0,-30 38 0,-1 0 0,1 0 0,-1 0 0,1 1 0,0-1 0,-1 0 0,1 1 0,0-1 0,0 1 0,0-1 0,1 1 0,-1 0 0,4-1 0,-6 1 0,1 1 0,0 0 0,-1 0 0,1 0 0,0 0 0,-1 1 0,1-1 0,0 0 0,-1 0 0,1 0 0,-1 0 0,1 1 0,0-1 0,-1 0 0,1 1 0,-1-1 0,1 0 0,-1 1 0,1-1 0,0 1 0,10 19 0,8 48 328,-12-41-1174,12 31-1,-6-29-5979</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36.563"/>
    </inkml:context>
    <inkml:brush xml:id="br0">
      <inkml:brushProperty name="width" value="0.05" units="cm"/>
      <inkml:brushProperty name="height" value="0.05" units="cm"/>
      <inkml:brushProperty name="color" value="#FFC114"/>
    </inkml:brush>
  </inkml:definitions>
  <inkml:trace contextRef="#ctx0" brushRef="#br0">255 249 24575,'-6'-22'0,"2"0"0,1 0 0,0-1 0,2-41 0,-1 0 0,-2 39 0,4 25 0,-1-1 0,1 1 0,0 0 0,0-1 0,0 1 0,-1 0 0,1-1 0,0 1 0,0 0 0,-1-1 0,1 1 0,0 0 0,-1 0 0,1-1 0,0 1 0,-1 0 0,1 0 0,0-1 0,-1 1 0,1 0 0,0 0 0,-1 0 0,1 0 0,-1 0 0,1 0 0,-1 0 0,1 0 0,0 0 0,-1 0 0,1 0 0,-1 0 0,1 0 0,0 0 0,-1 0 0,1 0 0,-1 0 0,1 0 0,0 1 0,-1-1 0,1 0 0,0 0 0,-1 0 0,1 1 0,0-1 0,-1 0 0,1 0 0,0 1 0,-1-1 0,1 0 0,0 1 0,0-1 0,-1 0 0,1 1 0,0 0 0,-20 22 0,1 1 0,1 1 0,1 1 0,-15 32 0,25-46 0,-2 5 0,-48 90 0,50-92 0,1 1 0,0 1 0,2-1 0,-7 33 0,11-43 0,0 0 0,-1 0 0,2 0 0,-1 0 0,1 0 0,0 0 0,0 0 0,1 0 0,-1-1 0,1 1 0,1 0 0,-1-1 0,1 0 0,0 1 0,0-1 0,0 0 0,1-1 0,0 1 0,0 0 0,0-1 0,0 0 0,1 0 0,-1 0 0,1-1 0,0 0 0,7 4 0,-6-4 0,1 0 0,0 0 0,0 0 0,0-1 0,1 0 0,-1 0 0,1-1 0,-1 0 0,1 0 0,-1-1 0,1 0 0,-1 0 0,1-1 0,-1 0 0,1 0 0,-1 0 0,1-1 0,-1-1 0,0 1 0,9-5 0,-7 1-97,0 0-1,0-1 1,-1 0-1,0 0 1,0-1-1,0 0 1,-1 0-1,-1 0 1,1-1-1,-2 0 1,1-1-1,-1 1 0,5-14 1,4-13-6729</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36.683"/>
    </inkml:context>
    <inkml:brush xml:id="br0">
      <inkml:brushProperty name="width" value="0.05" units="cm"/>
      <inkml:brushProperty name="height" value="0.05" units="cm"/>
      <inkml:brushProperty name="color" value="#FFC114"/>
    </inkml:brush>
  </inkml:definitions>
  <inkml:trace contextRef="#ctx0" brushRef="#br0">20 63 24575,'0'-6'0,"0"-9"0,0-4 0,0 4 0,0 7 0,-3 12 0,-1 11 0,0 9 0,0 11 0,2 4 0,1 3 0,0-1 0,4 1 0,1-3 0,3 0 0,4-4 0,3-5 0,-2-8-8191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37.056"/>
    </inkml:context>
    <inkml:brush xml:id="br0">
      <inkml:brushProperty name="width" value="0.05" units="cm"/>
      <inkml:brushProperty name="height" value="0.05" units="cm"/>
      <inkml:brushProperty name="color" value="#FFC114"/>
    </inkml:brush>
  </inkml:definitions>
  <inkml:trace contextRef="#ctx0" brushRef="#br0">441 126 24575,'4'-6'0,"0"-1"0,0 1 0,-1-1 0,0 1 0,-1-1 0,0 0 0,0 0 0,0 0 0,1-13 0,-3 18 0,0 0 0,0 0 0,0 0 0,0 0 0,0 0 0,-1 0 0,1 1 0,-1-1 0,1 0 0,-1 0 0,0 0 0,0 0 0,0 1 0,0-1 0,0 0 0,-2-2 0,2 3 0,-1 0 0,0-1 0,0 1 0,0 0 0,1 0 0,-1 0 0,0 1 0,0-1 0,-1 0 0,1 1 0,0-1 0,0 1 0,0-1 0,0 1 0,0 0 0,-1 0 0,1 0 0,-3 1 0,-13 1 0,0 1 0,1 1 0,-1 1 0,1 0 0,-27 13 0,-80 45 0,108-54 0,1 0 0,0 1 0,1 1 0,0 1 0,0 0 0,-16 18 0,26-24 0,-1 0 0,1 0 0,-1 0 0,2 1 0,-1-1 0,1 1 0,0 0 0,0 0 0,1 0 0,0 0 0,0 1 0,1-1 0,0 0 0,0 1 0,1-1 0,0 1 0,1 14 0,2-8 0,1-1 0,0 1 0,1-1 0,0 0 0,1 0 0,1-1 0,14 22 0,67 76 0,-69-88 0,53 58 0,39 49 0,-92-105 0,-1 1 0,-2 1 0,20 39 0,-33-60 0,-1 1 0,0 0 0,0 0 0,0 0 0,0 0 0,-1 0 0,0 0 0,-1 0 0,1 9 0,-2-13 0,1 1 0,0 0 0,-1-1 0,0 1 0,1 0 0,-1-1 0,0 1 0,-1-1 0,1 1 0,0-1 0,-1 0 0,1 1 0,-1-1 0,0 0 0,0 0 0,1 0 0,-1 0 0,-1-1 0,1 1 0,0-1 0,0 1 0,-1-1 0,-2 2 0,-5 1 0,0 0 0,-1-1 0,0 0 0,0 0 0,0-1 0,0-1 0,0 1 0,-14-2 0,-7-1 0,-50-7 0,71 6-151,0 0-1,0 0 0,0-1 0,0 0 1,0-1-1,1 0 0,0-1 1,-14-8-1,2-4-6674</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04.270"/>
    </inkml:context>
    <inkml:brush xml:id="br0">
      <inkml:brushProperty name="width" value="0.05" units="cm"/>
      <inkml:brushProperty name="height" value="0.05" units="cm"/>
      <inkml:brushProperty name="color" value="#FFC114"/>
    </inkml:brush>
  </inkml:definitions>
  <inkml:trace contextRef="#ctx0" brushRef="#br0">1 0 24575,'2'30'0,"2"-1"0,1 1 0,1-1 0,20 54 0,-8-24 0,3 26 0,-3 0 0,-5 1 0,-3 1 0,-3 0 0,-5 0 0,-13 137 0,2-163-299,-3 0 0,-20 62 0,27-107-169,0 5-6358</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04.594"/>
    </inkml:context>
    <inkml:brush xml:id="br0">
      <inkml:brushProperty name="width" value="0.05" units="cm"/>
      <inkml:brushProperty name="height" value="0.05" units="cm"/>
      <inkml:brushProperty name="color" value="#FFC114"/>
    </inkml:brush>
  </inkml:definitions>
  <inkml:trace contextRef="#ctx0" brushRef="#br0">12 364 24575,'-5'-25'0,"2"1"0,1-1 0,1 0 0,2-29 0,1 37 0,0 1 0,1-1 0,1 0 0,0 1 0,1 0 0,14-30 0,-17 42 0,0 0 0,0 0 0,1 0 0,-1 0 0,1 0 0,0 1 0,0-1 0,0 1 0,1-1 0,-1 1 0,1 0 0,0 1 0,0-1 0,0 1 0,0-1 0,0 1 0,0 0 0,1 1 0,-1-1 0,0 1 0,1 0 0,0 0 0,-1 0 0,1 1 0,0-1 0,-1 1 0,1 0 0,0 1 0,-1-1 0,1 1 0,-1 0 0,1 0 0,0 0 0,-1 1 0,0-1 0,8 5 0,5 3 0,-1 0 0,0 2 0,-1 0 0,0 0 0,0 2 0,-1 0 0,18 22 0,-5-2 0,-2 1 0,27 48 0,-33-50 0,-1 2 0,-2 0 0,18 56 0,-30-78 0,-1 0 0,0 0 0,-1 0 0,0 1 0,-1-1 0,0 0 0,-1 1 0,-1-1 0,0 1 0,0-1 0,-1 0 0,-1 1 0,0-1 0,-8 19 0,7-23 0,-1 0 0,0 0 0,-1-1 0,0 0 0,0 0 0,0-1 0,-1 1 0,0-1 0,0-1 0,-1 1 0,0-1 0,1-1 0,-2 0 0,1 0 0,0 0 0,-1-1 0,0 0 0,-14 3 0,12-4 0,-1 0 0,1-1 0,0 0 0,0 0 0,0-1 0,-1-1 0,1 0 0,0 0 0,0-1 0,0-1 0,0 1 0,0-2 0,1 0 0,-19-9 0,25 10-151,-1 0-1,1 0 0,0 0 0,0-1 1,0 1-1,0-1 0,1 0 1,-4-5-1,-3-8-6674</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04.998"/>
    </inkml:context>
    <inkml:brush xml:id="br0">
      <inkml:brushProperty name="width" value="0.05" units="cm"/>
      <inkml:brushProperty name="height" value="0.05" units="cm"/>
      <inkml:brushProperty name="color" value="#FFC114"/>
    </inkml:brush>
  </inkml:definitions>
  <inkml:trace contextRef="#ctx0" brushRef="#br0">49 166 24575,'-6'1'0,"0"0"0,1 0 0,-1 1 0,0 0 0,0 0 0,-6 3 0,12-5 0,0 1 0,0-1 0,0 0 0,-1 0 0,1 0 0,0 0 0,0 1 0,0-1 0,0 0 0,0 0 0,0 0 0,0 0 0,0 1 0,0-1 0,0 0 0,0 0 0,0 0 0,0 1 0,0-1 0,0 0 0,0 0 0,0 0 0,0 1 0,0-1 0,0 0 0,0 0 0,0 0 0,0 1 0,0-1 0,0 0 0,0 0 0,0 0 0,0 0 0,1 1 0,-1-1 0,0 0 0,0 0 0,0 0 0,0 0 0,0 0 0,1 1 0,-1-1 0,0 0 0,0 0 0,1 0 0,9 9 0,-7-7 0,18 18 0,-1 1 0,-1 0 0,-1 2 0,-1 0 0,-1 1 0,-1 0 0,-1 1 0,-1 1 0,18 53 0,-25-58 0,4 33 0,-12-116 0,12-116 0,-5 141 0,1 1 0,2 0 0,2 0 0,21-50 0,-27 76 0,1 0 0,0 1 0,0-1 0,1 1 0,12-14 0,-17 22 0,0 0 0,0-1 0,0 1 0,0 0 0,1 0 0,-1-1 0,0 1 0,1 0 0,-1 0 0,1 0 0,-1 1 0,1-1 0,0 0 0,-1 1 0,1-1 0,0 1 0,-1-1 0,1 1 0,0 0 0,-1 0 0,1-1 0,0 1 0,0 1 0,-1-1 0,1 0 0,0 0 0,0 1 0,-1-1 0,1 1 0,0-1 0,-1 1 0,1 0 0,-1-1 0,1 1 0,-1 0 0,1 0 0,-1 0 0,1 0 0,-1 1 0,0-1 0,0 0 0,2 3 0,11 15-1365,-2 1-5461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05.417"/>
    </inkml:context>
    <inkml:brush xml:id="br0">
      <inkml:brushProperty name="width" value="0.05" units="cm"/>
      <inkml:brushProperty name="height" value="0.05" units="cm"/>
      <inkml:brushProperty name="color" value="#FFC114"/>
    </inkml:brush>
  </inkml:definitions>
  <inkml:trace contextRef="#ctx0" brushRef="#br0">130 73 24575,'0'-3'0,"0"0"0,0 0 0,-1 0 0,1 1 0,-1-1 0,0 0 0,0 0 0,0 1 0,0-1 0,-1 0 0,1 1 0,-1 0 0,1-1 0,-1 1 0,0 0 0,-3-3 0,4 4 0,0 0 0,0 0 0,0 0 0,0 0 0,-1 0 0,1 1 0,0-1 0,-1 0 0,1 1 0,0 0 0,-1-1 0,1 1 0,0 0 0,-1-1 0,1 1 0,-1 0 0,1 0 0,-1 0 0,1 0 0,0 0 0,-1 1 0,1-1 0,-1 0 0,1 1 0,0-1 0,-1 1 0,1-1 0,0 1 0,-1 0 0,1-1 0,0 1 0,0 0 0,0 0 0,-1 1 0,-4 4 0,1 0 0,-1 0 0,2 0 0,-1 1 0,1 0 0,0 0 0,0 0 0,1 1 0,0-1 0,0 1 0,1 0 0,-3 14 0,1 2 0,1 0 0,1 48 0,2-56 0,1-1 0,1 1 0,0 0 0,1-1 0,0 0 0,11 28 0,-12-39 0,-1 0 0,1 1 0,1-2 0,-1 1 0,0 0 0,1 0 0,0-1 0,0 1 0,0-1 0,0 0 0,0 0 0,1 0 0,-1-1 0,1 1 0,0-1 0,0 0 0,-1 0 0,2 0 0,-1 0 0,0-1 0,0 1 0,1-1 0,-1 0 0,0-1 0,1 1 0,-1-1 0,1 0 0,7 0 0,-6-1 0,1-1 0,0 1 0,-1-1 0,1-1 0,-1 1 0,0-1 0,0 0 0,0-1 0,0 1 0,0-1 0,-1 0 0,1-1 0,-1 1 0,0-1 0,-1 0 0,1 0 0,-1-1 0,6-10 0,-4 6 0,0 1 0,-1-2 0,0 1 0,0-1 0,-2 1 0,1-1 0,-1 0 0,-1-1 0,0 1 0,1-18 0,-4 16 0,0 1 0,-1-1 0,0 1 0,0 0 0,-2 0 0,1 0 0,-2 0 0,1 0 0,-11-16 0,11 19 0,-1 2 0,0-1 0,-1 0 0,0 1 0,0 0 0,0 1 0,-1-1 0,0 1 0,0 0 0,-1 1 0,1 0 0,-1 0 0,-13-6 0,18 10 12,0 0-1,1 0 0,-1 0 1,0 0-1,0 1 1,0-1-1,0 1 0,0 0 1,0 0-1,0 0 0,1 0 1,-1 0-1,0 0 1,0 1-1,0 0 0,0-1 1,0 1-1,1 0 0,-1 1 1,0-1-1,1 0 1,-1 1-1,1-1 0,-1 1 1,1 0-1,0 0 0,0 0 1,0 0-1,-2 2 1,0 2-155,0 0 1,1 0 0,-1 0 0,1 0-1,1 0 1,-1 1 0,1-1 0,1 1 0,-1 0-1,1 0 1,-1 8 0,1 13-6684</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06.181"/>
    </inkml:context>
    <inkml:brush xml:id="br0">
      <inkml:brushProperty name="width" value="0.05" units="cm"/>
      <inkml:brushProperty name="height" value="0.05" units="cm"/>
      <inkml:brushProperty name="color" value="#FFC114"/>
    </inkml:brush>
  </inkml:definitions>
  <inkml:trace contextRef="#ctx0" brushRef="#br0">169 269 24575,'1'-10'0,"1"1"0,0 0 0,0 0 0,0 0 0,1 0 0,7-13 0,4-17 0,-12 34 0,3-14 0,6-29 0,-10 43 0,-1 1 0,1 0 0,-1-1 0,0 1 0,0 0 0,0-1 0,-1 1 0,1 0 0,-1 0 0,0-1 0,-1 1 0,1 0 0,-3-5 0,3 7 0,1 1 0,-1 0 0,0 0 0,1 1 0,-1-1 0,0 0 0,0 0 0,0 0 0,1 0 0,-1 1 0,0-1 0,0 0 0,0 1 0,0-1 0,0 1 0,-1-1 0,1 1 0,0-1 0,0 1 0,0 0 0,0 0 0,0 0 0,-1-1 0,1 1 0,0 0 0,0 0 0,0 1 0,0-1 0,-1 0 0,1 0 0,0 0 0,0 1 0,0-1 0,0 1 0,0-1 0,0 1 0,0-1 0,0 1 0,0 0 0,0-1 0,-1 2 0,-5 3 0,1 1 0,0 0 0,0 0 0,-7 10 0,11-14 0,-15 21 0,1 0 0,2 1 0,0 1 0,-14 34 0,21-41 0,0 0 0,1 1 0,1 0 0,1 0 0,1 0 0,1 0 0,-1 24 0,3-38 0,1 0 0,-1 1 0,1-1 0,0 0 0,0 0 0,0 1 0,1-1 0,0 0 0,0 0 0,0 0 0,0-1 0,7 10 0,-7-12 0,0 0 0,0 0 0,0 0 0,1 0 0,-1 0 0,1-1 0,-1 1 0,1-1 0,-1 0 0,1 0 0,0 0 0,0 0 0,0 0 0,-1 0 0,1-1 0,0 1 0,0-1 0,0 0 0,0 0 0,0 0 0,0 0 0,0-1 0,0 1 0,5-2 0,-2 0 0,0 1 0,0-2 0,0 1 0,-1-1 0,1 1 0,-1-2 0,1 1 0,-1-1 0,0 1 0,0-1 0,0-1 0,-1 1 0,0-1 0,0 1 0,0-1 0,0-1 0,-1 1 0,4-8 0,-1 2 0,-2 0 0,0 0 0,0-1 0,-1 1 0,0-1 0,-1 0 0,0 0 0,-1-19 0,0 31 0,-1 0 0,0 0 0,0 0 0,0 0 0,0 0 0,0 0 0,0 0 0,0 0 0,0 0 0,0 0 0,0 0 0,1 0 0,-1 0 0,0 0 0,0 0 0,0 0 0,0 0 0,0 0 0,0 0 0,0 0 0,0 0 0,0 0 0,0 0 0,0 0 0,1 0 0,-1 0 0,0-1 0,0 1 0,0 0 0,0 0 0,0 0 0,0 0 0,0 0 0,0 0 0,0 0 0,0 0 0,0 0 0,0 0 0,0 0 0,0 0 0,0-1 0,0 1 0,0 0 0,0 0 0,0 0 0,0 0 0,0 0 0,0 0 0,0 0 0,0 0 0,0 0 0,0 0 0,0-1 0,0 1 0,0 0 0,7 14 0,11 35 0,-6-17 0,62 177 0,-61-162 0,-2 0 0,8 78 0,-18-114 0,-1 0 0,0 0 0,-1 0 0,0 1 0,0-1 0,-1 0 0,-1 0 0,0 0 0,0-1 0,-9 19 0,10-24 0,-1-1 0,0 1 0,0-1 0,0 0 0,0 0 0,-1 0 0,0 0 0,0 0 0,0-1 0,0 0 0,0 0 0,-1 0 0,1 0 0,-1 0 0,0-1 0,0 0 0,0 0 0,0-1 0,0 1 0,0-1 0,0 0 0,-1-1 0,1 1 0,-9-1 0,4-1 0,0 0 0,0 0 0,0-1 0,0-1 0,0 0 0,0 0 0,1-1 0,-1 0 0,1 0 0,0-1 0,1-1 0,-1 1 0,1-2 0,0 1 0,0-1 0,1 0 0,0 0 0,0-1 0,-11-16 0,11 13 0,0 0 0,0-1 0,1 0 0,1 0 0,0 0 0,1-1 0,0 1 0,1-1 0,0 0 0,1 0 0,0-1 0,1 1 0,1 0 0,0 0 0,2-14 0,0 20-52,-1 0-1,1 0 1,1 1-1,0-1 1,0 0-1,0 1 1,0 0-1,1 0 1,0 0-1,1 1 1,-1-1-1,1 1 1,0 0-1,0 0 1,1 0-1,-1 1 1,1 0-1,0 0 1,0 1-1,1-1 0,-1 1 1,1 1-1,-1-1 1,1 1-1,12-2 1,9-2-6774</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06.373"/>
    </inkml:context>
    <inkml:brush xml:id="br0">
      <inkml:brushProperty name="width" value="0.05" units="cm"/>
      <inkml:brushProperty name="height" value="0.05" units="cm"/>
      <inkml:brushProperty name="color" value="#FFC114"/>
    </inkml:brush>
  </inkml:definitions>
  <inkml:trace contextRef="#ctx0" brushRef="#br0">1 0 24575,'0'3'0,"0"4"0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07.395"/>
    </inkml:context>
    <inkml:brush xml:id="br0">
      <inkml:brushProperty name="width" value="0.05" units="cm"/>
      <inkml:brushProperty name="height" value="0.05" units="cm"/>
      <inkml:brushProperty name="color" value="#FFC114"/>
    </inkml:brush>
  </inkml:definitions>
  <inkml:trace contextRef="#ctx0" brushRef="#br0">480 200 24575,'3'-3'0,"0"-1"0,0 0 0,0-1 0,-1 1 0,1 0 0,-1-1 0,0 0 0,-1 1 0,3-11 0,-1 2 0,0-1 0,0-18 0,-3 28 0,0 0 0,0 1 0,0-1 0,-1 0 0,1 0 0,-1 1 0,0-1 0,0 0 0,0 1 0,-1-1 0,1 1 0,-1-1 0,0 1 0,0 0 0,0-1 0,0 1 0,-4-4 0,3 5 0,1 0 0,0 1 0,-1-1 0,0 0 0,1 1 0,-1-1 0,0 1 0,0 0 0,0 0 0,0 0 0,0 0 0,0 0 0,0 1 0,0-1 0,0 1 0,0 0 0,-1 0 0,1 0 0,0 0 0,0 1 0,-6 1 0,-2 2 0,-1 0 0,1 0 0,-1 2 0,2-1 0,-1 2 0,0-1 0,1 1 0,1 1 0,-17 15 0,1 3 0,0 1 0,-21 32 0,19-20 0,1 2 0,1 1 0,3 1 0,-19 52 0,28-59 0,1 0 0,2 0 0,2 1 0,1 1 0,-3 69 0,10-96 0,0 0 0,1 0 0,0 0 0,0 0 0,2-1 0,-1 1 0,1-1 0,1 1 0,0-1 0,6 12 0,-6-15 0,1 0 0,-1-1 0,1 0 0,1 0 0,-1 0 0,1 0 0,0-1 0,0 0 0,1 0 0,0 0 0,-1-1 0,1 0 0,1-1 0,10 5 0,-1-3 0,1 0 0,-1-1 0,1-1 0,0-1 0,0-1 0,-1 0 0,1-1 0,34-5 0,-20 0 0,-1-1 0,0-2 0,-1-1 0,35-15 0,-50 17 0,1 0 0,-1-2 0,0 1 0,-1-2 0,0 0 0,0 0 0,-1-1 0,13-15 0,-22 21 0,0 0 0,0 0 0,0 0 0,-1 0 0,1-1 0,-1 1 0,-1-1 0,1 0 0,-1 0 0,0 0 0,0 0 0,-1 0 0,0 0 0,0-1 0,0 1 0,-1 0 0,0-1 0,0 1 0,-1 0 0,1-1 0,-1 1 0,-1 0 0,1 0 0,-6-12 0,1 5 0,-2 1 0,1 0 0,-2 0 0,1 1 0,-2 0 0,1 0 0,-2 1 0,1 1 0,-1-1 0,-1 2 0,1 0 0,-2 0 0,1 1 0,-1 0 0,-14-4 0,22 9 0,1 1 0,-1 0 0,0 0 0,0 1 0,1-1 0,-8 1 0,12 0 0,-1 0 0,0 0 0,1 0 0,-1 0 0,1 0 0,-1 1 0,0-1 0,1 0 0,-1 0 0,1 0 0,-1 0 0,1 1 0,-1-1 0,0 0 0,1 1 0,0-1 0,-1 0 0,1 1 0,-1-1 0,1 1 0,-1-1 0,0 2 0,1-2 0,0 1 0,0 0 0,0 0 0,1 0 0,-1 0 0,0 0 0,0 0 0,1-1 0,-1 1 0,0 0 0,1 0 0,-1 0 0,0 0 0,1-1 0,0 1 0,-1 0 0,1-1 0,-1 1 0,1 0 0,0-1 0,0 2 0,15 12 0,0-1 0,1 0 0,0 0 0,28 13 0,-27-16 0,-1 0 0,-1 1 0,0 0 0,-1 1 0,28 28 0,-35-30 29,-1 1-1,0 0 1,0 0-1,-1 0 0,0 1 1,-1 0-1,0 0 1,-1 0-1,4 23 1,-2 1-115,-3 1 1,0 39-1,2 30-1307,-2-82-5433</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07.783"/>
    </inkml:context>
    <inkml:brush xml:id="br0">
      <inkml:brushProperty name="width" value="0.05" units="cm"/>
      <inkml:brushProperty name="height" value="0.05" units="cm"/>
      <inkml:brushProperty name="color" value="#FFC114"/>
    </inkml:brush>
  </inkml:definitions>
  <inkml:trace contextRef="#ctx0" brushRef="#br0">150 34 24575,'-6'1'0,"0"-1"0,0 1 0,0 0 0,0 0 0,0 1 0,1 0 0,-1 0 0,0 0 0,1 1 0,0-1 0,-1 1 0,1 1 0,0-1 0,1 1 0,-1 0 0,1 0 0,-5 5 0,4-3 0,0 0 0,0 0 0,0 1 0,1 0 0,0 0 0,1 0 0,-1 0 0,2 1 0,-1-1 0,1 1 0,0 0 0,-1 9 0,2-7 0,1-1 0,0 1 0,0-1 0,1 1 0,1-1 0,0 0 0,0 1 0,1-1 0,0 0 0,0 0 0,8 13 0,-8-15 0,1-1 0,0 0 0,0 0 0,1 0 0,-1-1 0,1 1 0,0-1 0,1 0 0,-1-1 0,1 1 0,0-1 0,0 0 0,1-1 0,-1 1 0,13 4 0,-15-7 0,0 0 0,0-1 0,0 1 0,0-1 0,0 0 0,0 0 0,0 0 0,0 0 0,0-1 0,0 1 0,0-1 0,0 0 0,7-3 0,-5 1 0,1 0 0,-1-1 0,0 0 0,0 0 0,0-1 0,0 0 0,5-5 0,0-2 0,-2 1 0,1-1 0,-2-1 0,0 0 0,0 0 0,10-25 0,-15 30 0,0-1 0,-1 0 0,0 1 0,-1-1 0,0 0 0,0 0 0,-1 0 0,0 1 0,0-1 0,-1 0 0,0 0 0,-1 0 0,0 1 0,0-1 0,-7-15 0,6 19 0,1 0 0,-1-1 0,0 1 0,0 1 0,-1-1 0,0 0 0,1 1 0,-1 0 0,-1 0 0,1 0 0,-1 0 0,1 1 0,-1-1 0,0 1 0,0 1 0,-1-1 0,1 1 0,0 0 0,-1 0 0,0 0 0,1 1 0,-1 0 0,0 0 0,0 0 0,-5 1 0,4 0 0,0 1 0,1 0 0,-1 0 0,1 1 0,-1 0 0,1 0 0,0 0 0,0 1 0,0 0 0,0 0 0,0 1 0,0 0 0,1 0 0,0 0 0,0 0 0,0 1 0,0 0 0,1 0 0,0 0 0,0 1 0,0-1 0,1 1 0,0 0 0,-4 9 0,6-13-91,0 0 0,1 0 0,-1 0 0,1 0 0,-1 0 0,1 1 0,0-1 0,0 0 0,0 0 0,0 0 0,0 1 0,1-1 0,-1 0 0,2 4 0,4 7-6735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08.049"/>
    </inkml:context>
    <inkml:brush xml:id="br0">
      <inkml:brushProperty name="width" value="0.05" units="cm"/>
      <inkml:brushProperty name="height" value="0.05" units="cm"/>
      <inkml:brushProperty name="color" value="#FFC114"/>
    </inkml:brush>
  </inkml:definitions>
  <inkml:trace contextRef="#ctx0" brushRef="#br0">77 88 24575,'-1'-8'0,"1"1"0,0 0 0,1-1 0,-1 1 0,1 0 0,3-10 0,-4 15 0,1 1 0,-1-1 0,1 1 0,0 0 0,-1-1 0,1 1 0,0 0 0,0 0 0,0-1 0,0 1 0,0 0 0,0 0 0,0 0 0,0 0 0,1 0 0,-1 0 0,0 1 0,1-1 0,-1 0 0,0 0 0,1 1 0,-1-1 0,1 1 0,-1 0 0,1-1 0,-1 1 0,1 0 0,-1 0 0,1 0 0,-1 0 0,3 0 0,2 1 0,-1 0 0,1 0 0,-1 1 0,0-1 0,0 1 0,0 0 0,0 1 0,0-1 0,-1 1 0,1 0 0,4 4 0,7 6 0,23 24 0,-39-37 0,34 38 0,-1 0 0,-1 3 0,-3 0 0,-1 2 0,31 66 0,-41-71 0,-2 0 0,-2 1 0,-2 1 0,-1 0 0,-2 0 0,-2 1 0,2 48 0,-8-64-20,-2 0 0,0 0 0,-2-1 0,-1 1 0,-1-1 0,-1 0 0,-1 0 1,-1-1-1,-1 0 0,-22 42 0,14-38-31,-1 0 0,-2-1 0,0-1 0,-2 0 0,0-2 0,-2-1 0,-49 37 0,-59 24-1315,3-15-4832</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08.765"/>
    </inkml:context>
    <inkml:brush xml:id="br0">
      <inkml:brushProperty name="width" value="0.05" units="cm"/>
      <inkml:brushProperty name="height" value="0.05" units="cm"/>
      <inkml:brushProperty name="color" value="#FFC114"/>
    </inkml:brush>
  </inkml:definitions>
  <inkml:trace contextRef="#ctx0" brushRef="#br0">179 97 24575,'4'-6'0,"0"1"0,-1-1 0,1 0 0,-1 0 0,3-9 0,5-8 0,-9 20 0,-1 0 0,0 0 0,1 0 0,0 1 0,-1-1 0,1 1 0,0-1 0,1 1 0,2-3 0,-5 5 0,0 0 0,0 0 0,1 0 0,-1 0 0,0 0 0,0 0 0,0 0 0,1 0 0,-1 0 0,0 0 0,0 0 0,0 0 0,1 0 0,-1 1 0,0-1 0,0 0 0,0 0 0,0 0 0,1 0 0,-1 0 0,0 0 0,0 1 0,0-1 0,0 0 0,0 0 0,0 0 0,1 0 0,-1 1 0,0-1 0,0 0 0,0 0 0,0 0 0,0 1 0,0-1 0,0 0 0,0 0 0,0 0 0,0 1 0,0-1 0,0 0 0,0 0 0,0 1 0,0-1 0,0 0 0,0 0 0,0 0 0,0 1 0,0-1 0,-1 0 0,1 0 0,0 0 0,-2 17 0,-53 172 0,20-80 0,-68 312-398,85-314 266,5 0-1,1 111 0,12-181 132,1 0 0,3 0 0,0-1 0,3 1 0,19 61 0,-19-77-2,1-1-1,1 0 1,1-1 0,1 0-1,0 0 1,2-1-1,0-1 1,1 0-1,0-1 1,2-1 0,18 16-1,-11-14-608,40 23-1,20 3-5510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12.593"/>
    </inkml:context>
    <inkml:brush xml:id="br0">
      <inkml:brushProperty name="width" value="0.05" units="cm"/>
      <inkml:brushProperty name="height" value="0.05" units="cm"/>
      <inkml:brushProperty name="color" value="#FFC114"/>
    </inkml:brush>
  </inkml:definitions>
  <inkml:trace contextRef="#ctx0" brushRef="#br0">417 641 24575,'-17'325'0,"1"-83"0,14 732-305,43-1-1,-29-301 917,-12-671-611,0 0 0,1 0 0,-1 0 0,0 0 0,0-1 0,0 1 0,-1 0 0,1 0 0,0 0 0,0 0 0,0 0 0,-1 0 0,1 0 0,0-1 0,-1 1 0,1 0 0,-1 1 0,-5-10 0,3-10 0,3 18 0,0 0 0,0-1 0,0 1 0,0-1 0,0 1 0,0 0 0,0-1 0,0 1 0,0 0 0,0-1 0,0 1 0,0 0 0,0-1 0,0 1 0,1 0 0,-1-1 0,0 1 0,0 0 0,0-1 0,1 1 0,-1 0 0,0-1 0,0 1 0,1 0 0,-1 0 0,0 0 0,1-1 0,-1 1 0,0 0 0,1 0 0,-1 0 0,1-1 0,5 1 0,0 1 0,0 0 0,0 0 0,0 0 0,7 2 0,13 3 0,63 5 0,162-3 0,-180-8 0,831-17-2200,-250 1 164,994 28-3946,4 49 2571,1264 55 2870,0-96 1678,-2763-22-483,464-21 4208,-596 22-4518,-8 1 118,-1-1 0,1 0 0,-1-1 0,0 0 1,12-4-1,-22 6-433,1 0 1,-1 0-1,0 0 1,0 0 0,0 0-1,1 0 1,-1 0-1,0 0 1,0 0-1,0 0 1,1 0 0,-1 0-1,0 0 1,0-1-1,0 1 1,0 0-1,1 0 1,-1 0-1,0 0 1,0 0 0,0-1-1,0 1 1,0 0-1,0 0 1,1 0-1,-1 0 1,0-1 0,0 1-1,0 0 1,0 0-1,0 0 1,0-1-1,0 1 1,0 0-1,0 0 1,0 0 0,0-1-1,0 1 1,0 0-1,0 0 1,0 0-1,0-1 1,0 1 0,0 0-1,0 0 1,0 0-1,0 0 1,-1-1-1,-11-7 993,-18-2-292,-112-17-125,97 21-456,1-3 0,0-1-1,-53-20 1,84 24-149,0 0 0,1-1 0,-1 0 0,1-1 0,1-1 0,-1 0 0,2 0 0,-17-18 0,14 11 0,1 0 0,0-1 0,2 0 0,0-1 0,-11-27 0,4-1 0,3-1 0,2-1 0,1 1 0,-4-65 0,-7-314-266,31-4-189,0 113 296,-9 301 159,-9-1079-1,-3 948 221,-6 0 1,-7 2-1,-54-175 0,63 261-220,5 13 0,-3 2 0,-34-78 0,47 119 0,0 1 0,-1-1 0,1 1 0,-1-1 0,1 1 0,-1 0 0,0 0 0,0 0 0,0 0 0,0 0 0,0 0 0,0 1 0,-1-1 0,1 0 0,-1 1 0,1 0 0,-1 0 0,-4-2 0,0 2 0,1 1 0,0-1 0,0 1 0,0 1 0,-1-1 0,1 1 0,-9 2 0,-96 21 0,-104 17 0,-528 37-346,-5-30-437,-1368 86-2914,70-6 2943,-4-71-1,1402-59 549,-359 3 2940,180 41 361,464-18-2383,-83-18-712,429-7 0,1-1 0,1-1 0,-1 0 0,-17-7 0,33 10 0,0 0 0,-1 0 0,1 0 0,0-1 0,0 1 0,-1 0 0,1 0 0,0 0 0,-1 0 0,1 0 0,0 0 0,-1 0 0,1 0 0,0 0 0,-1 0 0,1 0 0,0 0 0,-1 0 0,1 0 0,0 0 0,-1 0 0,1 0 0,0 0 0,0 0 0,-1 1 0,1-1 0,0 0 0,-1 0 0,1 0 0,0 0 0,0 1 0,-1-1 0,1 0 0,0 0 0,0 1 0,0-1 0,-1 0 0,1 0 0,0 1 0,0-1 0,0 0 0,0 1 0,-1-1 0,4 20 0,15 21 0,0-8 0,15 29 0,-31-56 0,1 1 0,-1 0 0,0-1 0,0 1 0,0 0 0,-1 0 0,0 8 0,-2-9 0,1-1 0,-2 1 0,1-1 0,-1 1 0,0-1 0,0 0 0,0 0 0,0 0 0,-1 0 0,-5 6 0,4-4 0,-1 0 0,1 1 0,-5 14 0,6-12 86,1 0-1,0 0 0,0 11 1,1-18-200,1 0 0,0 0 0,0 0 0,0 0 1,1 0-1,-1 0 0,1 0 0,-1 0 1,1 0-1,0 0 0,0 0 0,1 0 1,-1-1-1,3 5 0,4 1-6712</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14.290"/>
    </inkml:context>
    <inkml:brush xml:id="br0">
      <inkml:brushProperty name="width" value="0.05" units="cm"/>
      <inkml:brushProperty name="height" value="0.05" units="cm"/>
      <inkml:brushProperty name="color" value="#FFC114"/>
    </inkml:brush>
  </inkml:definitions>
  <inkml:trace contextRef="#ctx0" brushRef="#br0">801 3 24575,'-65'-1'0,"15"0"0,0 1 0,-53 9 0,87-6 0,0 0 0,0 1 0,0 1 0,1 0 0,-1 1 0,1 1 0,1 0 0,-1 1 0,2 1 0,-20 14 0,11-2-19,1 0-1,1 1 1,1 1-1,1 1 1,0 0-1,2 1 1,2 1-1,-14 31 1,-1 13-89,3 1-1,-17 75 1,18-48 45,-14 125 0,34-174 68,1-1 0,3 1 0,2 0 0,13 80 0,-12-113-5,2 0 0,0-1 0,1 0 0,0 0 0,1 0 0,11 18 0,-13-27 0,0 1 0,0-1 0,1-1 0,0 1 0,0-1 0,0 0 0,1 0 0,-1 0 0,1-1 0,0 0 0,1 0 0,-1 0 0,1-1 0,-1 0 0,13 3 0,-6-3 28,0 0-1,1-2 0,-1 0 1,1 0-1,-1-1 0,1-1 1,-1 0-1,1-1 0,-1 0 1,25-9-1,-13 3 33,0-2 0,0-1 0,-1-1 0,35-23 0,-27 12-60,-1-2 0,0-1 0,-2-2 0,-2 0 0,0-2 0,-2-1 0,-1-1 0,-2-1 0,-1-1 0,-2-1 0,-1-1 0,-1 0 0,-3-2 0,-1 1 0,-1-2 0,-3 1 0,-1-1 0,-1-1 0,-3 1 0,0-43 0,-4 69 0,0 1 0,-1-1 0,0 1 0,-1-1 0,-5-14 0,7 26 0,0 1 0,0-1 0,0 0 0,0 0 0,-1 1 0,1-1 0,0 0 0,0 1 0,-1-1 0,1 0 0,0 1 0,-1-1 0,1 0 0,-1 1 0,1-1 0,-1 1 0,1-1 0,-1 0 0,1 1 0,-1-1 0,1 1 0,-1 0 0,0-1 0,1 1 0,-1 0 0,0-1 0,1 1 0,-1 0 0,0-1 0,0 1 0,1 0 0,-1 0 0,0 0 0,0 0 0,-1 1 0,1 0 0,0-1 0,0 1 0,0 0 0,0 0 0,0 0 0,0 1 0,0-1 0,0 0 0,0 0 0,0 0 0,1 1 0,-1-1 0,1 0 0,-1 1 0,1-1 0,-1 2 0,-8 34 0,1 0 0,3 0 0,0 1 0,2 37 0,1-47 0,0 524 0,20-416-1365,-7-84-5461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14.821"/>
    </inkml:context>
    <inkml:brush xml:id="br0">
      <inkml:brushProperty name="width" value="0.05" units="cm"/>
      <inkml:brushProperty name="height" value="0.05" units="cm"/>
      <inkml:brushProperty name="color" value="#FFC114"/>
    </inkml:brush>
  </inkml:definitions>
  <inkml:trace contextRef="#ctx0" brushRef="#br0">87 117 24575,'-1'-5'0,"-1"-13"0,2 18 0,0-1 0,0 1 0,0 0 0,0 0 0,0 0 0,0-1 0,0 1 0,0 0 0,0 0 0,0 0 0,0 0 0,0-1 0,0 1 0,0 0 0,0 0 0,0 0 0,0-1 0,0 1 0,0 0 0,0 0 0,0 0 0,0-1 0,0 1 0,0 0 0,0 0 0,0 0 0,0 0 0,0-1 0,0 1 0,1 0 0,-1 0 0,0 0 0,0 0 0,0 0 0,0-1 0,0 1 0,1 0 0,-1 0 0,0 0 0,0 0 0,0 0 0,1 0 0,-1 0 0,0 0 0,0 0 0,0 0 0,0 0 0,1 0 0,-1 0 0,0 0 0,0 0 0,0 0 0,1 0 0,-1 0 0,0 0 0,0 0 0,0 0 0,1 0 0,-1 1 0,1 1 0,-1-1 0,1 1 0,-1-1 0,0 1 0,0-1 0,0 1 0,0-1 0,0 1 0,0-1 0,0 1 0,0-1 0,0 0 0,-1 1 0,1-1 0,-1 1 0,0 1 0,0 1 0,-8 31 0,-2 12 0,-8 68 0,17-101 0,1-1 0,1 0 0,0 1 0,1-1 0,1 0 0,0 1 0,1-1 0,0 0 0,1-1 0,5 14 0,-7-21 0,0-1 0,0 0 0,1 0 0,0 0 0,-1-1 0,1 1 0,0 0 0,1-1 0,-1 0 0,1 0 0,-1 0 0,1 0 0,0-1 0,0 1 0,0-1 0,0 0 0,0 0 0,1 0 0,-1-1 0,1 0 0,-1 1 0,1-2 0,-1 1 0,1 0 0,0-1 0,-1 0 0,1 0 0,0-1 0,-1 1 0,1-1 0,4-1 0,5-1 0,-1-1 0,0-1 0,0 0 0,0-1 0,-1 0 0,0-1 0,0 0 0,0-1 0,14-12 0,-17 11 0,1 0 0,-1 0 0,0-1 0,-1 0 0,0 0 0,-1-1 0,0-1 0,-1 1 0,0-1 0,0 0 0,5-20 0,-9 23 0,0 0 0,0-1 0,-1 1 0,0 0 0,-1-1 0,0 1 0,-1 0 0,0-1 0,0 1 0,-1 0 0,0 0 0,-1 0 0,1 0 0,-2 0 0,0 0 0,0 1 0,-5-8 0,1 4 25,0 2-1,0-1 0,-1 1 1,-1 1-1,0-1 1,0 2-1,-1-1 0,0 1 1,0 1-1,0 0 0,-1 1 1,-1 0-1,-22-7 1,20 8-168,-1 0 1,0 2 0,0 0 0,0 1-1,0 0 1,-1 1 0,1 1 0,0 1 0,0 0-1,-1 1 1,-16 4 0,3 4-6684</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15.797"/>
    </inkml:context>
    <inkml:brush xml:id="br0">
      <inkml:brushProperty name="width" value="0.05" units="cm"/>
      <inkml:brushProperty name="height" value="0.05" units="cm"/>
      <inkml:brushProperty name="color" value="#FFC114"/>
    </inkml:brush>
  </inkml:definitions>
  <inkml:trace contextRef="#ctx0" brushRef="#br0">58 159 24575,'0'-18'0,"-1"-1"0,-5-23 0,4 33 0,1 1 0,-2 0 0,1 1 0,-1-1 0,0 0 0,-1 1 0,-6-10 0,10 16 0,0 1 0,0-1 0,0 1 0,-1 0 0,1-1 0,0 1 0,0 0 0,0-1 0,-1 1 0,1 0 0,0 0 0,0-1 0,-1 1 0,1 0 0,0 0 0,-1-1 0,1 1 0,0 0 0,-1 0 0,1 0 0,0-1 0,-1 1 0,1 0 0,-1 0 0,1 0 0,0 0 0,-1 0 0,1 0 0,0 0 0,-1 0 0,1 0 0,-1 0 0,0 0 0,-5 13 0,2 24 0,4-35 0,-1 454 0,3-225 0,-2-168-682,11 77-1,-3-92-6143</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16.296"/>
    </inkml:context>
    <inkml:brush xml:id="br0">
      <inkml:brushProperty name="width" value="0.05" units="cm"/>
      <inkml:brushProperty name="height" value="0.05" units="cm"/>
      <inkml:brushProperty name="color" value="#FFC114"/>
    </inkml:brush>
  </inkml:definitions>
  <inkml:trace contextRef="#ctx0" brushRef="#br0">168 396 24575,'10'-6'0,"-1"0"0,0 0 0,-1-1 0,0 0 0,0-1 0,0 1 0,-1-1 0,0-1 0,-1 0 0,0 0 0,0 0 0,0 0 0,-2-1 0,1 0 0,-1 0 0,4-15 0,-5 13 0,0 0 0,-1 0 0,0 0 0,0 0 0,-2 0 0,0 0 0,0-1 0,-1 1 0,0 0 0,-1 0 0,0 0 0,-1 0 0,-1 0 0,-6-15 0,9 24 0,-1 1 0,1-1 0,-1 0 0,0 0 0,0 0 0,0 1 0,0-1 0,0 1 0,0 0 0,-1-1 0,1 1 0,-1 0 0,0 1 0,0-1 0,1 0 0,-1 1 0,0-1 0,-5 0 0,5 1 0,0 1 0,0-1 0,0 1 0,0 0 0,0 0 0,0 1 0,0-1 0,0 1 0,0-1 0,0 1 0,0 0 0,1 0 0,-1 0 0,0 1 0,1-1 0,-1 0 0,0 1 0,1 0 0,0 0 0,-4 3 0,-2 3 0,0 1 0,0 0 0,1 1 0,0-1 0,0 2 0,1-1 0,-8 20 0,-26 85 0,35-97 0,-41 159 0,43-155 0,0-1 0,1 0 0,1 1 0,1 0 0,0-1 0,6 32 0,-5-51 0,-1 0 0,0 0 0,1 0 0,-1 0 0,1 0 0,-1 0 0,1 0 0,0 0 0,0 0 0,0 0 0,0 0 0,0 0 0,1 0 0,-1-1 0,1 1 0,-1 0 0,1-1 0,-1 0 0,1 1 0,0-1 0,-1 0 0,1 0 0,0 0 0,0 0 0,0 0 0,0 0 0,0 0 0,0-1 0,0 1 0,1-1 0,-1 1 0,0-1 0,0 0 0,0 0 0,0 0 0,1 0 0,-1 0 0,0-1 0,0 1 0,2-1 0,5-2 0,-1 0 0,0 0 0,0-1 0,0 0 0,0 0 0,0 0 0,-1-1 0,11-10 0,-1 0 0,-1-1 0,-1-1 0,0 0 0,23-38 0,-18 21 0,29-73 0,-45 96 0,8-20 0,-12 30 0,1 0 0,0-1 0,-1 1 0,1 0 0,0 0 0,0-1 0,-1 1 0,1 0 0,0 0 0,0 0 0,1 0 0,-1 0 0,0 0 0,0 1 0,0-1 0,2-1 0,-2 3 0,0-1 0,-1 0 0,1 1 0,0-1 0,-1 1 0,1-1 0,0 1 0,-1-1 0,1 1 0,-1-1 0,1 1 0,-1 0 0,1-1 0,-1 1 0,0 0 0,1 0 0,-1-1 0,0 1 0,1 0 0,-1 0 0,0-1 0,0 1 0,0 0 0,0 0 0,0-1 0,0 1 0,0 2 0,1-1 0,16 122 0,-13-85 0,1 0 0,2-1 0,17 54 0,-12-59-1365,-1-6-5461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17.156"/>
    </inkml:context>
    <inkml:brush xml:id="br0">
      <inkml:brushProperty name="width" value="0.05" units="cm"/>
      <inkml:brushProperty name="height" value="0.05" units="cm"/>
      <inkml:brushProperty name="color" value="#FFC114"/>
    </inkml:brush>
  </inkml:definitions>
  <inkml:trace contextRef="#ctx0" brushRef="#br0">1 192 24575,'0'-8'0,"0"1"0,1-1 0,0 1 0,2-10 0,-3 17 0,0-1 0,1 1 0,-1-1 0,0 1 0,0-1 0,0 1 0,1-1 0,-1 1 0,0-1 0,0 1 0,1-1 0,-1 1 0,0-1 0,1 1 0,-1 0 0,1-1 0,-1 1 0,0-1 0,1 1 0,-1 0 0,1 0 0,-1-1 0,1 1 0,-1 0 0,1 0 0,0-1 0,1 2 0,-1-1 0,0 1 0,0-1 0,0 1 0,0 0 0,0-1 0,0 1 0,0 0 0,0 0 0,0 0 0,0 0 0,0 0 0,0 0 0,-1 0 0,1 0 0,0 0 0,0 2 0,10 17 0,0 0 0,-2 0 0,0 1 0,8 32 0,15 90 0,-10-34 0,-22-109 0,0 0 0,0 0 0,0 0 0,0 0 0,0 0 0,0 0 0,0 1 0,1-1 0,-1 0 0,0 0 0,0 0 0,0 0 0,0 0 0,0 0 0,0 0 0,0 0 0,0 0 0,0 0 0,0 0 0,0 0 0,0 0 0,0 0 0,0 0 0,0 0 0,0 0 0,0 0 0,1 0 0,-1 0 0,0 0 0,0 0 0,0 0 0,0 0 0,0 0 0,0 0 0,0 0 0,0 0 0,0 0 0,0 0 0,0 0 0,0 0 0,1 0 0,-1 0 0,0 0 0,0 0 0,0 0 0,0 0 0,0 0 0,0 0 0,0 0 0,0 0 0,0 0 0,0 0 0,0 0 0,0 0 0,0 0 0,0 0 0,0 0 0,0 0 0,0-1 0,0 1 0,1 0 0,-1 0 0,0 0 0,0 0 0,0 0 0,0 0 0,0 0 0,0 0 0,5-10 0,4-11 0,-7 15 0,12-33 0,2 1 0,1 1 0,2 1 0,25-37 0,-41 69 0,1-1 0,0 1 0,0 0 0,0 0 0,0 1 0,1-1 0,-1 1 0,9-5 0,-12 8 0,1-1 0,0 0 0,-1 0 0,1 1 0,0-1 0,0 1 0,0-1 0,-1 1 0,1 0 0,0 0 0,0 0 0,0 0 0,0 0 0,0 0 0,-1 1 0,1-1 0,0 1 0,0-1 0,-1 1 0,1-1 0,0 1 0,0 0 0,-1 0 0,1 0 0,-1 0 0,1 0 0,-1 0 0,1 0 0,1 3 0,3 5 0,1 0 0,-1 1 0,-1 0 0,0 0 0,0 0 0,-1 1 0,0 0 0,-1 0 0,0 0 0,2 13 0,-3-11 0,1 0 0,0-1 0,2 1 0,-1-1 0,1 1 0,1-1 0,7 11 0,-10-19 0,-1-1 0,1 0 0,0 0 0,0-1 0,0 1 0,0 0 0,0-1 0,1 0 0,-1 0 0,1 0 0,0 0 0,-1-1 0,1 1 0,0-1 0,0 0 0,0 0 0,0 0 0,0-1 0,0 1 0,0-1 0,0 0 0,0 0 0,0 0 0,0-1 0,0 0 0,0 1 0,0-1 0,0-1 0,6-2 0,2-1 0,0 0 0,0-1 0,-1 0 0,0-1 0,0-1 0,-1 0 0,0 0 0,10-11 0,-9 7 0,-1-1 0,0-1 0,-1 0 0,0 0 0,-1 0 0,-1-1 0,0-1 0,-1 1 0,0-1 0,-2 0 0,0 0 0,-1 0 0,0-1 0,-1 0 0,-1 1 0,-1-1 0,0 1 0,-1-1 0,-1 0 0,-1 1 0,0 0 0,-10-30 0,11 41 0,0 1 0,0-1 0,0 1 0,0 0 0,-1 0 0,0 0 0,0 0 0,0 1 0,0-1 0,-1 1 0,-3-4 0,5 6 0,1 1 0,-1-1 0,1 0 0,-1 1 0,1-1 0,-1 1 0,1-1 0,-1 1 0,0 0 0,1 0 0,-1-1 0,1 1 0,-1 0 0,0 0 0,1 1 0,-1-1 0,1 0 0,-1 1 0,0-1 0,1 0 0,-1 1 0,1 0 0,-1-1 0,1 1 0,0 0 0,-1 0 0,1 0 0,0 0 0,-1 0 0,1 0 0,0 0 0,0 0 0,0 1 0,0-1 0,0 0 0,-1 2 0,-4 7 0,-1 0 0,2 0 0,-1 1 0,1-1 0,1 1 0,0 0 0,1 0 0,-4 19 0,4-10 0,0 0 0,1 0 0,1 0 0,2 24 0,0-34 0,0 0 0,1 0 0,0-1 0,1 1 0,0-1 0,0 0 0,1 0 0,0 0 0,0 0 0,10 13 0,-11-18 0,0-1 0,-1 1 0,2-1 0,-1 0 0,0 0 0,1 0 0,-1-1 0,1 1 0,0-1 0,0 0 0,0 0 0,0 0 0,0 0 0,1-1 0,-1 0 0,0 0 0,1 0 0,-1 0 0,0-1 0,1 0 0,-1 1 0,1-2 0,-1 1 0,1 0 0,5-2 0,-5 0 0,-1 1 0,1 0 0,-1-1 0,1 0 0,-1 0 0,0 0 0,0-1 0,0 1 0,0-1 0,-1 0 0,5-4 0,1-3 0,0 0 0,10-17 0,-8 13 0,-11 13 0,1 0 0,-1 1 0,1-1 0,-1 0 0,1 1 0,0-1 0,-1 0 0,1 1 0,0-1 0,-1 1 0,1-1 0,0 1 0,0-1 0,0 1 0,-1-1 0,1 1 0,0 0 0,1-1 0,-1 1 0,-1 1 0,1-1 0,-1 0 0,1 0 0,0 0 0,-1 0 0,1 1 0,-1-1 0,1 0 0,-1 0 0,1 1 0,-1-1 0,1 0 0,-1 1 0,0-1 0,1 1 0,-1-1 0,1 1 0,-1-1 0,0 1 0,1 0 0,1 3 0,0 1 0,0 0 0,0 0 0,2 10 0,41 250 0,-35-190 0,5 27 0,5 26 0,2 134 0,-22-256 0,-2 56 0,2-58 0,-1 1 0,0-1 0,0 1 0,0-1 0,-1 0 0,1 1 0,-1-1 0,0 0 0,0 0 0,-6 6 0,7-8 0,0-1 0,0 0 0,0 0 0,-1 0 0,1 0 0,0 0 0,-1 0 0,1 0 0,-1 0 0,1-1 0,-1 1 0,0 0 0,1-1 0,-1 1 0,0-1 0,1 0 0,-1 0 0,0 0 0,1 1 0,-1-1 0,0-1 0,0 1 0,1 0 0,-1 0 0,0-1 0,1 1 0,-1-1 0,1 1 0,-1-1 0,0 0 0,1 0 0,-3-1 0,-3-3 0,0 1 0,1-1 0,0 0 0,0-1 0,-10-10 0,1-3 0,1-1 0,1 0 0,1 0 0,0-2 0,2 1 0,0-1 0,2-1 0,-10-38 0,12 32 0,0 0 0,2-1 0,2 1 0,0-1 0,2 1 0,6-50 0,-4 65-97,0 1-1,1 0 1,1 0-1,0 0 1,1 1-1,0-1 1,0 1-1,2 0 1,-1 1-1,2 0 1,-1 0-1,2 0 0,11-12 1,13-5-6729</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17.759"/>
    </inkml:context>
    <inkml:brush xml:id="br0">
      <inkml:brushProperty name="width" value="0.05" units="cm"/>
      <inkml:brushProperty name="height" value="0.05" units="cm"/>
      <inkml:brushProperty name="color" value="#FFC114"/>
    </inkml:brush>
  </inkml:definitions>
  <inkml:trace contextRef="#ctx0" brushRef="#br0">34 546 24575,'-2'0'0,"1"0"0,0 0 0,-1 0 0,1 1 0,-1-1 0,1 0 0,0 1 0,-1-1 0,1 1 0,0-1 0,-1 1 0,1 0 0,0 0 0,0-1 0,0 1 0,0 0 0,0 0 0,0 0 0,0 0 0,0 0 0,0 1 0,0-1 0,0 0 0,1 0 0,-1 0 0,1 1 0,-1-1 0,1 0 0,-1 1 0,1-1 0,0 0 0,-1 1 0,1-1 0,0 1 0,0-1 0,0 1 0,0 1 0,1 9 0,-1-1 0,2 1 0,4 19 0,-3-16 0,46 299 0,-47-299 0,1 1 0,-1 1 0,0 23 0,-5-35 0,-1-10 0,-3-12 0,-8-39 0,2 0 0,3-1 0,2 0 0,3 0 0,2-71 0,6 68 0,1 1 0,20-89 0,-16 112 0,1 0 0,3 1 0,1 0 0,1 1 0,23-39 0,-30 62 0,0 0 0,0 0 0,1 1 0,1 1 0,-1-1 0,2 1 0,-1 1 0,1 0 0,17-11 0,-24 17 0,1 0 0,0 0 0,0 0 0,0 0 0,1 1 0,-1 0 0,0 0 0,0 0 0,1 0 0,-1 1 0,1-1 0,-1 1 0,0 0 0,1 1 0,-1-1 0,1 1 0,-1 0 0,0 0 0,1 0 0,-1 0 0,0 1 0,0 0 0,0 0 0,0 0 0,-1 0 0,1 1 0,0-1 0,-1 1 0,1 0 0,4 5 0,-3-2 0,0 0 0,0 0 0,0 0 0,0 1 0,-1 0 0,0 0 0,-1 0 0,0 0 0,0 1 0,0-1 0,-1 1 0,2 13 0,-2-10 0,-2 1 0,1 0 0,-2 0 0,1 0 0,-2 0 0,1-1 0,-7 22 0,-1-8 0,-1-1 0,0 0 0,-2 0 0,-1-1 0,0 0 0,-34 40 0,9-21 0,-2-2 0,-2-1 0,-56 39 0,94-75 0,-1 0 0,1 1 0,0-1 0,0 1 0,0 0 0,-5 7 0,8-11 0,1 1 0,-1 0 0,1 0 0,-1-1 0,1 1 0,0 0 0,-1 0 0,1 0 0,0 0 0,0-1 0,0 1 0,0 0 0,0 0 0,0 0 0,0 0 0,0 0 0,0 0 0,0-1 0,0 1 0,0 0 0,1 0 0,-1 0 0,0 0 0,1-1 0,-1 1 0,0 0 0,1 0 0,-1-1 0,1 1 0,-1 0 0,1-1 0,0 1 0,-1 0 0,1-1 0,0 1 0,-1-1 0,1 1 0,0-1 0,0 0 0,-1 1 0,1-1 0,1 1 0,28 14 0,51 17 0,22 12 0,-24 3-247,132 103-1,-170-118-622,-18-15-5956</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18.145"/>
    </inkml:context>
    <inkml:brush xml:id="br0">
      <inkml:brushProperty name="width" value="0.05" units="cm"/>
      <inkml:brushProperty name="height" value="0.05" units="cm"/>
      <inkml:brushProperty name="color" value="#FFC114"/>
    </inkml:brush>
  </inkml:definitions>
  <inkml:trace contextRef="#ctx0" brushRef="#br0">16 193 24575,'-1'-1'0,"-1"-1"0,1 1 0,0-1 0,-1 0 0,1 1 0,0-1 0,0 0 0,0 0 0,0 0 0,1 0 0,-1 0 0,0 0 0,1 0 0,0 0 0,-1-4 0,1 5 0,0 0 0,1 0 0,-1 0 0,0 0 0,1 1 0,-1-1 0,1 0 0,-1 0 0,1 1 0,-1-1 0,1 0 0,-1 0 0,1 1 0,0-1 0,-1 1 0,1-1 0,0 0 0,0 1 0,-1-1 0,1 1 0,0 0 0,0-1 0,0 1 0,0 0 0,-1-1 0,1 1 0,0 0 0,0 0 0,0 0 0,0 0 0,0 0 0,0 0 0,0 0 0,0 0 0,0 0 0,-1 0 0,3 1 0,18 2 0,0 1 0,-1 1 0,28 11 0,23 5 0,-42-14 0,-1-2 0,1-1 0,35 0 0,-62-4 0,0 1 0,-1-1 0,1 0 0,0-1 0,0 1 0,0 0 0,-1-1 0,1 1 0,0-1 0,0 1 0,-1-1 0,1 0 0,0 1 0,-1-1 0,1 0 0,-1 0 0,1 0 0,-1-1 0,1 1 0,-1 0 0,2-3 0,-2 2 0,0 0 0,-1 0 0,1 0 0,0 0 0,-1 0 0,1 0 0,-1 0 0,0 0 0,0 0 0,0-1 0,0 1 0,0 0 0,0 0 0,-1 0 0,0-3 0,-3-7 0,0 0 0,0 1 0,-2-1 0,-12-20 0,10 19 0,4 6 0,1 0 0,-1 0 0,-1 1 0,1 0 0,-1 0 0,0 0 0,0 1 0,-1 0 0,-6-6 0,11 11 0,1 0 0,-1-1 0,1 1 0,-1 0 0,1 0 0,-1-1 0,0 1 0,1 0 0,-1 0 0,1 0 0,-1 0 0,0 0 0,1 0 0,-1 0 0,1 0 0,-1 0 0,1 0 0,-1 0 0,0 0 0,1 0 0,-1 0 0,1 1 0,-1-1 0,1 0 0,-1 0 0,1 1 0,-1-1 0,1 0 0,-1 1 0,0 0 0,0 0 0,0 1 0,0-1 0,0 1 0,0 0 0,0 0 0,0-1 0,1 1 0,-1 0 0,0 3 0,-4 44 0,5-48 0,16 257 0,-5-145 0,4 88 259,17 189-1883,-25-342-5202</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19.689"/>
    </inkml:context>
    <inkml:brush xml:id="br0">
      <inkml:brushProperty name="width" value="0.05" units="cm"/>
      <inkml:brushProperty name="height" value="0.05" units="cm"/>
      <inkml:brushProperty name="color" value="#FFC114"/>
    </inkml:brush>
  </inkml:definitions>
  <inkml:trace contextRef="#ctx0" brushRef="#br0">283 392 24575,'-9'0'0,"3"0"0,1 0 0,-1 0 0,0 0 0,0 1 0,-10 2 0,15-2 0,-1 0 0,0 0 0,0 0 0,1 0 0,-1 0 0,0 0 0,1 0 0,-1 0 0,1 1 0,-1-1 0,1 1 0,0-1 0,0 1 0,0 0 0,0-1 0,0 1 0,0 0 0,0 0 0,0-1 0,0 1 0,0 2 0,-3 14 0,1-1 0,0 1 0,1 0 0,0 19 0,6 79 0,-2-76 0,43 577-2038,-4-76 380,17 1176-653,-122 1-1,51-1572 2335,-26 354-147,31-3 297,10-429 200,4 0-1,3 0 1,19 77-1,-20-116 27,1-1 0,1 0 0,1 0-1,2-1 1,0-1 0,2 0 0,1-1 0,1-1 0,35 39-1,-24-36-241,1-2 0,1-1 0,1-1 0,2-2 0,0-1 0,1-2 0,37 15 0,9-2 66,1-3 0,93 17 0,51 1-1192,271 18-1,236-25-1591,87-18 814,795 36-1991,884 140 273,-521-34 2588,0-67 675,-880-101 149,-8-71 101,-528-3 669,-408 49 72,235-80-1,-333 91-140,-1-2 0,-1-3 0,-1-3 0,79-52 0,-111 65-518,-1-1 0,-1-1-1,0 0 1,-2-2 0,1 0 0,-2 0 0,-1-1-1,0-1 1,-1-1 0,-1 0 0,-1 0-1,-1-1 1,13-44 0,-16 33-126,-1 0 1,-2-1-1,-1 0 0,-2 0 0,-1 0 1,-2 0-1,-11-64 0,-5 17 480,-3 0-1,-34-84 1,-108-215-110,-25 9-404,106 212 10,-421-917-620,112-46 0,257 600 22,-87-704 0,174 676 998,44 393-21,25-235 0,-4 279 1460,48-161 0,-53 225-637,-10 42-1127,-1 0 168,0 0 0,-1 0 0,0 0 0,1-9 1,-2 14-176,0 0 0,0 0 0,-1 0 1,1 1-1,0-1 0,-1 0 0,1 0 0,-1 0 1,1 1-1,-1-1 0,0 0 0,0 1 0,0-1 1,0 1-1,0-1 0,0 1 0,0-1 0,-1 1 1,1 0-1,0-1 0,-3 0 0,-1-2-8,-1 1-1,0 0 1,0 1-1,0-1 1,0 1-1,0 0 1,-12-2-1,-51-3 200,40 5-209,-786-32-2740,572 29 1906,-481-15-1657,-1066-25-3014,2 37 2557,-4295 246 1247,5979-231 1724,-581 42 787,10 28 1247,661-75-1873,-185 32 1588,160-24-780,1 0 0,-70 31-1,43-7-1234</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20.572"/>
    </inkml:context>
    <inkml:brush xml:id="br0">
      <inkml:brushProperty name="width" value="0.05" units="cm"/>
      <inkml:brushProperty name="height" value="0.05" units="cm"/>
      <inkml:brushProperty name="color" value="#FFC114"/>
    </inkml:brush>
  </inkml:definitions>
  <inkml:trace contextRef="#ctx0" brushRef="#br0">1404 112 24575,'0'-1'0,"1"0"0,-1 1 0,0-1 0,0 0 0,0 1 0,0-1 0,0 1 0,-1-1 0,1 0 0,0 1 0,0-1 0,0 1 0,0-1 0,-1 0 0,1 1 0,0-1 0,0 1 0,-1-1 0,1 1 0,-1-1 0,1 1 0,0-1 0,-1 1 0,1 0 0,-1-1 0,1 1 0,-1 0 0,1-1 0,-1 1 0,0-1 0,0 1 0,-1 0 0,1 0 0,0 0 0,-1 0 0,1 1 0,-1-1 0,1 0 0,0 0 0,0 1 0,-1-1 0,1 1 0,0-1 0,-2 2 0,-7 4 0,0 1 0,-13 12 0,18-16 0,-1068 837 0,1035-812 0,0-1 0,1 2 0,1 1 0,-50 56 0,84-84 0,0 1 0,-1 0 0,1 0 0,0 0 0,1 1 0,-1-1 0,0 0 0,-1 7 0,3-9 0,0 0 0,0 0 0,0 1 0,0-1 0,0 0 0,0 0 0,0 0 0,0 0 0,1 0 0,-1 0 0,0 0 0,1 0 0,-1 0 0,1 0 0,-1 0 0,1 0 0,-1-1 0,1 1 0,0 0 0,-1 0 0,1 0 0,0-1 0,0 1 0,0 0 0,-1-1 0,1 1 0,0-1 0,0 1 0,0-1 0,0 1 0,0-1 0,0 0 0,2 1 0,14 3 0,-1 0 0,1-1 0,0-1 0,0-1 0,1 0 0,23-2 0,-1 0 0,94 1-48,847 19-1094,-734-3 308,244 12 110,0-40 215,-293-14 393,-175 21 144,-1-1 1,1-1-1,-1 0 1,-1-2-1,1-1 1,27-16-1,-42 21 81,0 0 0,0-1 0,-1 1 0,1-1 0,-1 0 0,0-1 0,-1 0 0,0 0 0,0 0 0,0 0 0,-1-1 0,0 1 0,-1-1 0,1 0 0,1-10 0,-3 8-7,0 0 0,0-1 0,-2 1-1,1 0 1,-1-1 0,-1 1-1,0-1 1,0 1 0,-1 0 0,0 0-1,-1 0 1,-5-12 0,-4-8-69,-2 1 1,-1 0 0,-32-45-1,-69-72-60,49 70 27,-4 4 0,-98-79 0,-177-100 0,326 237 0,-55-33 0,68 44 0,0-1 0,-1 1 0,1 0 0,-1 0 0,0 1 0,0 0 0,0 0 0,-8 0 0,-2 5-1365,8 5-5461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21.210"/>
    </inkml:context>
    <inkml:brush xml:id="br0">
      <inkml:brushProperty name="width" value="0.05" units="cm"/>
      <inkml:brushProperty name="height" value="0.05" units="cm"/>
      <inkml:brushProperty name="color" value="#FFC114"/>
    </inkml:brush>
  </inkml:definitions>
  <inkml:trace contextRef="#ctx0" brushRef="#br0">1 11 24575,'0'-1'0,"0"1"0,0-1 0,0 0 0,1 1 0,-1-1 0,0 1 0,1-1 0,-1 1 0,1-1 0,-1 1 0,0 0 0,1-1 0,-1 1 0,1-1 0,-1 1 0,1 0 0,-1-1 0,1 1 0,-1 0 0,1 0 0,0-1 0,-1 1 0,1 0 0,-1 0 0,1 0 0,0 0 0,-1 0 0,1 0 0,-1 0 0,2 0 0,20 0 0,-11 3 0,1 0 0,-1 1 0,0 0 0,0 0 0,13 9 0,54 35 0,-54-32 0,463 348-1562,-29 47-702,534 565-1468,193 181-223,-507-566 3918,24-29-1,1426 863 1,-2048-1377 320,132 74 1250,1-20 1897,-209-101-3368,48 17 739,-48-17-614,0 0 1,0 0 0,0-1 0,0 1-1,0-1 1,1 0 0,-1 0-1,0-1 1,0 1 0,4-2-1,-7 2-143,0 0 0,1-1 0,-1 1 0,0-1 0,0 0 0,0 1 0,0-1 0,0 0 0,0 1 0,0-1 1,0 0-1,0 0 0,0 0 0,0 0 0,0 0 0,-1 0 0,1 0 0,0 0 0,-1-1 0,1 1 0,-1 0 0,1-2 0,0-1 95,-1 0 1,1 1 0,-1-1-1,0 0 1,0 1 0,0-1-1,-1-4 1,-4-12-182,-1-1 0,-1 2 1,-1-1-1,-12-23 0,-14-25-6618</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21.614"/>
    </inkml:context>
    <inkml:brush xml:id="br0">
      <inkml:brushProperty name="width" value="0.05" units="cm"/>
      <inkml:brushProperty name="height" value="0.05" units="cm"/>
      <inkml:brushProperty name="color" value="#FFC114"/>
    </inkml:brush>
  </inkml:definitions>
  <inkml:trace contextRef="#ctx0" brushRef="#br0">5131 8 24575,'12'-7'0,"-12"6"0,0 1 0,1 0 0,-1 1 0,0-1 0,0 0 0,1 0 0,-1 0 0,0 0 0,0 0 0,0 0 0,1 0 0,-1 0 0,0 0 0,0 0 0,0 0 0,1 1 0,-1-1 0,0 0 0,0 0 0,0 0 0,0 0 0,1 0 0,-1 1 0,0-1 0,0 0 0,0 0 0,0 0 0,0 1 0,0-1 0,0 0 0,0 0 0,1 0 0,-1 1 0,0 1 0,0 0 0,0-1 0,0 1 0,0 0 0,0 0 0,-1 0 0,1 0 0,-1-1 0,1 1 0,-1 0 0,1 0 0,-1-1 0,-1 3 0,-13 19 0,0 0 0,-29 31 0,42-51 0,-351 392-1969,-19-12-896,355-366 2789,-755 760-2639,-561 575-1893,442-391 3921,65 51 252,570-658 1716,194-258 1057,-88 184-1,146-273-2215,-1 3 267,0 0-1,1 0 1,0 0-1,1 1 1,0 0-1,1 0 1,-2 11 0,4-22-361,0 1 1,0-1-1,0 1 1,0-1 0,0 1-1,0-1 1,0 1 0,0-1-1,0 1 1,0-1 0,0 1-1,0-1 1,0 1 0,0-1-1,0 1 1,1-1 0,-1 1-1,0-1 1,0 0-1,1 1 1,-1-1 0,0 1-1,0-1 1,1 0 0,-1 1-1,0-1 1,1 0 0,-1 1-1,1-1 1,-1 0 0,0 0-1,1 1 1,-1-1 0,1 0-1,-1 0 1,1 0-1,-1 0 1,1 1 0,-1-1-1,0 0 1,1 0 0,0 0-1,1-1 104,0 1 0,0-1 0,0 0 0,0 1 0,0-1 0,-1 0 1,1 0-1,0 0 0,1-2 0,30-27-893,0-7-5053</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52.902"/>
    </inkml:context>
    <inkml:brush xml:id="br0">
      <inkml:brushProperty name="width" value="0.05" units="cm"/>
      <inkml:brushProperty name="height" value="0.05" units="cm"/>
      <inkml:brushProperty name="color" value="#FFC114"/>
    </inkml:brush>
  </inkml:definitions>
  <inkml:trace contextRef="#ctx0" brushRef="#br0">272 33 24575,'0'-1'0,"0"0"0,1 1 0,-1-1 0,1 0 0,-1 0 0,1 0 0,0 0 0,-1 1 0,1-1 0,0 0 0,0 1 0,-1-1 0,1 0 0,0 1 0,0-1 0,0 1 0,0 0 0,0-1 0,0 1 0,0 0 0,0-1 0,-1 1 0,3 0 0,-1-1 0,-1 1 0,1 0 0,-1-1 0,0 0 0,1 1 0,-1-1 0,0 0 0,1 1 0,-1-1 0,0 0 0,0 0 0,1-1 0,-1 1 0,-1 1 0,0 0 0,0 0 0,0 0 0,0-1 0,0 1 0,0 0 0,0 0 0,0-1 0,0 1 0,0 0 0,0 0 0,0-1 0,0 1 0,0 0 0,0 0 0,0-1 0,-1 1 0,1 0 0,0 0 0,0 0 0,0-1 0,0 1 0,0 0 0,0 0 0,-1 0 0,1-1 0,0 1 0,0 0 0,0 0 0,-1 0 0,1 0 0,0 0 0,0 0 0,0-1 0,-1 1 0,1 0 0,0 0 0,0 0 0,0 0 0,-1 0 0,1 0 0,0 0 0,0 0 0,-1 0 0,1 0 0,0 0 0,0 0 0,-1 0 0,1 0 0,0 0 0,-1 0 0,-13 1 0,2 2 0,1 0 0,0 1 0,0 1 0,0 0 0,1 0 0,0 1 0,-10 7 0,-2 3 0,-38 36 0,48-40 0,1 0 0,0 1 0,1 0 0,1 0 0,0 1 0,1 1 0,0-1 0,1 1 0,-7 21 0,12-28 0,0 0 0,0 0 0,0 1 0,1-1 0,0 0 0,1 1 0,0-1 0,0 0 0,1 1 0,0-1 0,0 0 0,1 0 0,0 0 0,1 0 0,0 0 0,0 0 0,0-1 0,1 1 0,0-1 0,7 9 0,-4-8 0,1 1 0,0-1 0,0 0 0,1-1 0,0 0 0,1 0 0,-1-1 0,1 0 0,0-1 0,1 0 0,-1-1 0,1 0 0,13 3 0,-6-3 0,0 0 0,0-2 0,1 0 0,-1-1 0,0-1 0,1 0 0,27-5 0,-38 3-195,0 0 0,1 0 0,-1 0 0,0-1 0,0-1 0,10-4 0,7-9-6631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53.348"/>
    </inkml:context>
    <inkml:brush xml:id="br0">
      <inkml:brushProperty name="width" value="0.05" units="cm"/>
      <inkml:brushProperty name="height" value="0.05" units="cm"/>
      <inkml:brushProperty name="color" value="#FFC114"/>
    </inkml:brush>
  </inkml:definitions>
  <inkml:trace contextRef="#ctx0" brushRef="#br0">110 575 24575,'-8'0'0,"-5"2"0,12-1 0,1 0 0,-1 0 0,1 0 0,0 0 0,0 0 0,-1 0 0,1 0 0,0 0 0,0 0 0,0 0 0,0 0 0,0 0 0,0 0 0,0 0 0,0 0 0,1 2 0,7 48 0,-1-9 0,2 52 0,-8-71 0,-1-7 0,1 1 0,-4 22 0,3-39 0,0 0 0,0 0 0,0-1 0,0 1 0,0 0 0,0 0 0,-1 0 0,1 0 0,0 0 0,0 0 0,0-1 0,0 1 0,0 0 0,-1 0 0,1 0 0,0 0 0,0 0 0,0 0 0,0 0 0,-1 0 0,1 0 0,0 0 0,0 0 0,0 0 0,0 0 0,-1 0 0,1 0 0,0 0 0,0 0 0,0 0 0,0 0 0,-1 0 0,1 0 0,0 0 0,0 0 0,0 0 0,0 1 0,-1-1 0,1 0 0,0 0 0,0 0 0,0 0 0,0 0 0,0 0 0,0 0 0,0 1 0,-1-1 0,1 0 0,0 0 0,0 0 0,0 0 0,0 1 0,0-1 0,0 0 0,0 0 0,0 0 0,0 0 0,0 1 0,0-1 0,0 0 0,0 0 0,0 0 0,0 0 0,0 1 0,-7-14 0,-12-45 0,2 0 0,-16-103 0,8-67 0,24 191 0,1 0 0,2 1 0,2-1 0,9-43 0,-11 72 0,1-1 0,0 0 0,0 1 0,0-1 0,1 1 0,1 0 0,-1 0 0,1 0 0,0 1 0,9-9 0,-11 12 0,1 0 0,1 1 0,-1 0 0,0 0 0,1 0 0,-1 0 0,1 1 0,0-1 0,0 1 0,0 1 0,0-1 0,0 1 0,0 0 0,1 0 0,-1 0 0,0 1 0,1-1 0,10 2 0,-5 1 23,1 0 0,-1 1 0,0 0-1,0 1 1,0 0 0,0 1 0,0 0-1,-1 0 1,0 1 0,0 1 0,-1 0-1,0 0 1,0 1 0,12 13 0,-9-9-194,-2 1 0,0 0 1,0 1-1,-2 0 0,1 0 1,-2 1-1,0 0 0,0 0 1,6 28-1,-4-2-6655</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53.503"/>
    </inkml:context>
    <inkml:brush xml:id="br0">
      <inkml:brushProperty name="width" value="0.05" units="cm"/>
      <inkml:brushProperty name="height" value="0.05" units="cm"/>
      <inkml:brushProperty name="color" value="#FFC114"/>
    </inkml:brush>
  </inkml:definitions>
  <inkml:trace contextRef="#ctx0" brushRef="#br0">0 76 24575,'0'-4'0,"0"-3"0,4-1 0,3-2 0,4 0 0,6 0 0,4 0 0,4 3 0,7 2 0,5 2 0,2 1 0,-6 2-8191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54.018"/>
    </inkml:context>
    <inkml:brush xml:id="br0">
      <inkml:brushProperty name="width" value="0.05" units="cm"/>
      <inkml:brushProperty name="height" value="0.05" units="cm"/>
      <inkml:brushProperty name="color" value="#FFC114"/>
    </inkml:brush>
  </inkml:definitions>
  <inkml:trace contextRef="#ctx0" brushRef="#br0">221 129 24575,'16'-15'0,"-7"7"0,-1 0 0,13-16 0,-19 22 0,0-1 0,-1 1 0,1-1 0,-1 1 0,0-1 0,0 0 0,0 1 0,0-1 0,0 0 0,-1 0 0,1 1 0,-1-1 0,1 0 0,-1 0 0,0 0 0,-1-3 0,1 5 0,0-1 0,0 1 0,0 0 0,-1 0 0,1 0 0,0 0 0,-1 0 0,1 0 0,-1 0 0,1 0 0,-1 0 0,0 0 0,1 0 0,-1 1 0,0-1 0,0 0 0,1 0 0,-1 0 0,0 1 0,0-1 0,0 0 0,0 1 0,0-1 0,-1 0 0,0 1 0,-1-1 0,1 1 0,0 0 0,-1 0 0,1-1 0,0 1 0,0 1 0,-1-1 0,1 0 0,0 1 0,-3 0 0,-3 1 0,-1 1 0,1 0 0,0 1 0,1 0 0,-9 5 0,-1 3 0,1 0 0,1 1 0,0 1 0,1 0 0,0 1 0,-16 23 0,21-25 0,1 0 0,0 1 0,1-1 0,1 1 0,0 1 0,1-1 0,0 1 0,1 0 0,-2 15 0,5-25 0,1-1 0,0 0 0,-1 0 0,1 0 0,1 0 0,-1 1 0,1-1 0,-1 0 0,1 0 0,0 0 0,1 0 0,-1 0 0,1 0 0,0 0 0,-1-1 0,2 1 0,-1-1 0,0 1 0,6 5 0,-3-5 0,0 0 0,0-1 0,0 1 0,0-1 0,1 0 0,-1-1 0,1 1 0,0-1 0,0 0 0,0-1 0,0 1 0,11 0 0,-1 0-170,1-1-1,0-1 0,-1 0 1,1-2-1,-1 1 0,1-2 1,29-8-1,-12-2-6655</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54.284"/>
    </inkml:context>
    <inkml:brush xml:id="br0">
      <inkml:brushProperty name="width" value="0.05" units="cm"/>
      <inkml:brushProperty name="height" value="0.05" units="cm"/>
      <inkml:brushProperty name="color" value="#FFC114"/>
    </inkml:brush>
  </inkml:definitions>
  <inkml:trace contextRef="#ctx0" brushRef="#br0">17 46 24575,'-2'-3'0,"1"1"0,-1 0 0,1-1 0,-1 1 0,1 0 0,0-1 0,0 0 0,0 1 0,1-1 0,-1 0 0,0-4 0,-2-4 0,19 81 114,-3 1 0,6 103 0,-13 154-1821,-6-304-5119</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54.503"/>
    </inkml:context>
    <inkml:brush xml:id="br0">
      <inkml:brushProperty name="width" value="0.05" units="cm"/>
      <inkml:brushProperty name="height" value="0.05" units="cm"/>
      <inkml:brushProperty name="color" value="#FFC114"/>
    </inkml:brush>
  </inkml:definitions>
  <inkml:trace contextRef="#ctx0" brushRef="#br0">0 9 24575,'0'-4'0,"3"0"0,1 3 0,0 5 0,3 5 0,-1 7 0,2 4 0,0 5 0,-1 4 0,1 1 0,-1 1 0,-2 1 0,-1-1 0,2-3 0,-1-6-8191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54.655"/>
    </inkml:context>
    <inkml:brush xml:id="br0">
      <inkml:brushProperty name="width" value="0.05" units="cm"/>
      <inkml:brushProperty name="height" value="0.05" units="cm"/>
      <inkml:brushProperty name="color" value="#FFC114"/>
    </inkml:brush>
  </inkml:definitions>
  <inkml:trace contextRef="#ctx0" brushRef="#br0">0 85 24575,'0'-6'0,"0"-9"0,0-4 0,0-2 0,0 5 0,0 8 0,0 10 0,0 7 0,0 1-8191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56.493"/>
    </inkml:context>
    <inkml:brush xml:id="br0">
      <inkml:brushProperty name="width" value="0.05" units="cm"/>
      <inkml:brushProperty name="height" value="0.05" units="cm"/>
      <inkml:brushProperty name="color" value="#FFC114"/>
    </inkml:brush>
  </inkml:definitions>
  <inkml:trace contextRef="#ctx0" brushRef="#br0">289 134 24575,'0'-6'0,"0"0"0,-1 1 0,0-1 0,0 0 0,0 1 0,-1-1 0,1 1 0,-5-9 0,5 12 0,0 1 0,1 0 0,-1 0 0,0 0 0,0-1 0,1 1 0,-1 0 0,0 0 0,0 0 0,0 0 0,0 1 0,-1-1 0,1 0 0,0 0 0,0 1 0,0-1 0,-1 0 0,1 1 0,0 0 0,-1-1 0,1 1 0,0 0 0,-1-1 0,1 1 0,0 0 0,-1 0 0,1 0 0,-1 0 0,1 0 0,0 1 0,-1-1 0,1 0 0,0 1 0,-1-1 0,1 0 0,0 1 0,0 0 0,-1-1 0,-1 2 0,-4 3 0,0 0 0,0 1 0,1-1 0,-1 1 0,1 0 0,0 1 0,-4 7 0,-35 53 0,45-66 0,-22 36 0,1 2 0,-28 78 0,41-93 0,1-1 0,1 1 0,1 1 0,2-1 0,0 1 0,1 41 0,3-57 0,-1 0 0,2-1 0,-1 1 0,1-1 0,1 1 0,-1-1 0,1 0 0,1 1 0,0-1 0,0-1 0,0 1 0,1-1 0,0 0 0,0 0 0,1 0 0,0-1 0,0 1 0,9 5 0,-6-5 0,1-1 0,0-1 0,0 1 0,1-1 0,-1-1 0,1 0 0,0-1 0,0 0 0,0 0 0,0-1 0,1-1 0,-1 0 0,18-1 0,-9-1 0,0-1 0,0 0 0,0-2 0,-1-1 0,0 0 0,0-1 0,0-1 0,0-1 0,-1-1 0,0 0 0,-1-2 0,0 0 0,-1 0 0,0-2 0,-1 0 0,0 0 0,-1-2 0,-1 0 0,0 0 0,-1-1 0,-1-1 0,0 0 0,-1 0 0,-1-1 0,-1-1 0,0 1 0,7-31 0,-10 26 0,-1 1 0,-1 0 0,-2-1 0,0 1 0,-1-1 0,-1 0 0,-1 1 0,-1 0 0,-1-1 0,-8-26 0,8 38 0,-1 0 0,1 0 0,-2 0 0,1 0 0,-1 1 0,-1 0 0,0 0 0,-1 1 0,-9-10 0,10 12 0,0 2 0,0-1 0,0 1 0,-1 0 0,0 1 0,0 0 0,0 0 0,0 1 0,-1 0 0,1 0 0,-1 1 0,0 0 0,-12-1 0,11 3-54,0 0-1,0 0 0,0 1 1,1 0-1,-1 1 1,0 0-1,1 0 0,-1 1 1,1 1-1,0-1 1,0 1-1,0 1 0,0 0 1,1 0-1,0 1 0,0 0 1,1 0-1,-1 1 1,1 0-1,1 0 0,-1 1 1,1-1-1,0 1 1,-4 9-1,0 6-6771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56.896"/>
    </inkml:context>
    <inkml:brush xml:id="br0">
      <inkml:brushProperty name="width" value="0.05" units="cm"/>
      <inkml:brushProperty name="height" value="0.05" units="cm"/>
      <inkml:brushProperty name="color" value="#FFC114"/>
    </inkml:brush>
  </inkml:definitions>
  <inkml:trace contextRef="#ctx0" brushRef="#br0">32 56 24575,'-3'-4'0,"-1"-1"0,1 0 0,0-1 0,-4-9 0,-4-5 0,24 30 0,0 2 0,-1-1 0,0 2 0,15 20 0,-5-6 0,152 194 0,-135-165 0,-3 1 0,33 73 0,-57-103 0,0 0 0,-2 0 0,-2 1 0,0 1 0,-2-1 0,5 49 0,-10-64 0,-1 0 0,-1 0 0,0 0 0,0 0 0,-1 0 0,-1 0 0,0-1 0,-1 1 0,0-1 0,-1 0 0,0 0 0,-1 0 0,0-1 0,-1 0 0,0 0 0,-1-1 0,-11 12 0,-1-4-170,0 0-1,-1-2 0,-1 0 1,-1-1-1,0-2 0,-1 0 1,-41 15-1,-10 0-6655</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57.905"/>
    </inkml:context>
    <inkml:brush xml:id="br0">
      <inkml:brushProperty name="width" value="0.05" units="cm"/>
      <inkml:brushProperty name="height" value="0.05" units="cm"/>
      <inkml:brushProperty name="color" value="#FFC114"/>
    </inkml:brush>
  </inkml:definitions>
  <inkml:trace contextRef="#ctx0" brushRef="#br0">138 143 24575,'-10'-4'0,"0"1"0,-1 0 0,1 0 0,-1 1 0,0 1 0,1-1 0,-1 2 0,0 0 0,0 0 0,-15 3 0,26-3 0,-1 0 0,1 0 0,0 0 0,0 0 0,0 0 0,0 0 0,-1 0 0,1 0 0,0 0 0,0 0 0,0 0 0,-1 0 0,1 0 0,0 0 0,0 0 0,0 0 0,0 0 0,-1 0 0,1 0 0,0 0 0,0 0 0,0 0 0,0 1 0,0-1 0,-1 0 0,1 0 0,0 0 0,0 0 0,0 0 0,0 1 0,0-1 0,0 0 0,0 0 0,0 0 0,0 0 0,-1 0 0,1 1 0,0-1 0,0 0 0,0 0 0,0 0 0,0 1 0,0-1 0,0 0 0,0 0 0,0 0 0,10 6 0,18 2 0,65 6-70,187 1 0,-239-14-67,1252-5-4985,1-48 3370,231-45 1387,-1368 81 3017,-133 11-1683,-28 4 602,-39 2 147,-71 16-2477,85-11-6067</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58.187"/>
    </inkml:context>
    <inkml:brush xml:id="br0">
      <inkml:brushProperty name="width" value="0.05" units="cm"/>
      <inkml:brushProperty name="height" value="0.05" units="cm"/>
      <inkml:brushProperty name="color" value="#FFC114"/>
    </inkml:brush>
  </inkml:definitions>
  <inkml:trace contextRef="#ctx0" brushRef="#br0">23 7 24575,'-23'-6'0,"23"6"0,11 4 0,171 84 0,-146-68 0,-2 2 0,61 49 0,-87-64 0,-1 0 0,0 0 0,-1 0 0,1 1 0,-1-1 0,-1 2 0,0-1 0,0 0 0,0 1 0,4 14 0,-7-17 0,-1 0 0,0-1 0,0 1 0,0 0 0,-1-1 0,0 1 0,0 0 0,-1-1 0,1 1 0,-1 0 0,0-1 0,-1 1 0,1-1 0,-1 1 0,0-1 0,-1 0 0,1 0 0,-1 0 0,-5 8 0,-33 34-1365,-4-4-5461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59.056"/>
    </inkml:context>
    <inkml:brush xml:id="br0">
      <inkml:brushProperty name="width" value="0.05" units="cm"/>
      <inkml:brushProperty name="height" value="0.05" units="cm"/>
      <inkml:brushProperty name="color" value="#FFC114"/>
    </inkml:brush>
  </inkml:definitions>
  <inkml:trace contextRef="#ctx0" brushRef="#br0">121 367 24575,'-19'1'0,"0"1"0,-24 6 0,4-1 0,155-14 0,78-10-292,634-48-3385,1367-45-4076,-1869 96 7669,3304-123-1775,-3260 123 6559,-348 12-3427,-21 1-300,-6-1 40,-32-3 685,-147-4 2074,-1 8-4901,149 1-5697</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0:59.492"/>
    </inkml:context>
    <inkml:brush xml:id="br0">
      <inkml:brushProperty name="width" value="0.05" units="cm"/>
      <inkml:brushProperty name="height" value="0.05" units="cm"/>
      <inkml:brushProperty name="color" value="#FFC114"/>
    </inkml:brush>
  </inkml:definitions>
  <inkml:trace contextRef="#ctx0" brushRef="#br0">1 1 24575,'3'0'0,"0"1"0,1 0 0,-1 0 0,0 0 0,0 0 0,1 1 0,-1-1 0,0 1 0,3 2 0,9 4 0,339 115 0,-156-60 0,-173-54 0,0 0 0,-1 1 0,26 16 0,-47-24 0,0 0 0,-1-1 0,1 1 0,-1 1 0,1-1 0,-1 0 0,0 0 0,3 6 0,-4-7 0,0 0 0,-1 1 0,1-1 0,-1 0 0,1 0 0,-1 1 0,0-1 0,1 0 0,-1 1 0,0-1 0,0 0 0,0 1 0,0-1 0,0 0 0,0 1 0,-1 1 0,-1 0 0,1 1 0,-1-1 0,0 1 0,0-1 0,-1 0 0,1 0 0,-1 0 0,1 0 0,-1-1 0,0 1 0,0-1 0,0 0 0,-1 1 0,-4 1 0,-27 14 0,0-2 0,-1-1 0,-63 17 0,-64 13-1365,-4-3-5461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00.376"/>
    </inkml:context>
    <inkml:brush xml:id="br0">
      <inkml:brushProperty name="width" value="0.05" units="cm"/>
      <inkml:brushProperty name="height" value="0.05" units="cm"/>
      <inkml:brushProperty name="color" value="#FFC114"/>
    </inkml:brush>
  </inkml:definitions>
  <inkml:trace contextRef="#ctx0" brushRef="#br0">1 16 24575,'0'-4'0,"0"-3"0,0 2 0,0 5 0,0 9 0,3 6 0,1 3 0,0 6 0,-1 4 0,3 3 0,-1 4 0,0 1 0,-1 1 0,-2-6-8191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00.719"/>
    </inkml:context>
    <inkml:brush xml:id="br0">
      <inkml:brushProperty name="width" value="0.05" units="cm"/>
      <inkml:brushProperty name="height" value="0.05" units="cm"/>
      <inkml:brushProperty name="color" value="#FFC114"/>
    </inkml:brush>
  </inkml:definitions>
  <inkml:trace contextRef="#ctx0" brushRef="#br0">34 9 24575,'0'0'0,"0"0"0,-1 0 0,1 0 0,0 0 0,0 0 0,0 0 0,-1 0 0,1 0 0,0 0 0,0 0 0,0 0 0,-1 0 0,1 0 0,0 0 0,0 0 0,0 0 0,0 0 0,-1 0 0,1 0 0,0 0 0,0 0 0,0 0 0,0 0 0,-1-1 0,1 1 0,0 0 0,0 0 0,0 0 0,0 0 0,0 0 0,-1-1 0,1 1 0,0 0 0,0 0 0,0 0 0,0 0 0,0-1 0,0 1 0,0 0 0,0 0 0,0 0 0,0-1 0,0 1 0,0 0 0,0 0 0,0 0 0,0-1 0,0 1 0,0 0 0,0 0 0,0 0 0,0 0 0,0-1 0,0 1 0,0 0 0,0 0 0,1-1 0,-1 1 0,1 0 0,-1 0 0,0-1 0,1 1 0,-1 0 0,1 0 0,-1 0 0,1-1 0,-1 1 0,1 0 0,-1 0 0,1 0 0,-1 0 0,1 0 0,-1 0 0,1 0 0,-1 0 0,1 0 0,-1 0 0,1 1 0,-1-1 0,1 0 0,-1 0 0,1 0 0,-1 0 0,1 1 0,-1-1 0,1 0 0,-1 1 0,0-1 0,1 0 0,0 1 0,24 19 0,0 2 0,-1 0 0,-1 2 0,-1 0 0,-1 2 0,30 48 0,-45-65 0,-1 1 0,1 0 0,-2 0 0,0 0 0,0 1 0,-1 0 0,0 0 0,-1 0 0,2 19 0,-4-21 0,0 0 0,-1 0 0,0-1 0,0 1 0,-1-1 0,0 1 0,-1-1 0,0 1 0,0-1 0,-1 0 0,0 0 0,0-1 0,-6 8 0,-4 3-170,-1-1-1,-1-1 0,0 0 1,-1-1-1,-1-1 0,-1-1 1,-36 21-1,-13 4-6655</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01.692"/>
    </inkml:context>
    <inkml:brush xml:id="br0">
      <inkml:brushProperty name="width" value="0.05" units="cm"/>
      <inkml:brushProperty name="height" value="0.05" units="cm"/>
      <inkml:brushProperty name="color" value="#FFC114"/>
    </inkml:brush>
  </inkml:definitions>
  <inkml:trace contextRef="#ctx0" brushRef="#br0">234 410 24575,'0'-7'0,"-1"0"0,0 0 0,-1 0 0,1 1 0,-1-1 0,0 0 0,-1 1 0,0-1 0,0 1 0,0 0 0,-1 0 0,0 0 0,-5-6 0,6 8 0,0-1 0,-1 2 0,0-1 0,0 0 0,0 1 0,0-1 0,-1 1 0,1 1 0,-1-1 0,0 0 0,1 1 0,-1 0 0,0 0 0,-1 1 0,1-1 0,0 1 0,-10-1 0,13 2 0,0 0 0,-1 1 0,1-1 0,-1 1 0,1-1 0,0 1 0,-1 0 0,1-1 0,0 1 0,0 0 0,0 1 0,0-1 0,0 0 0,0 1 0,-3 2 0,1 0 0,0 0 0,0 1 0,1-1 0,-1 1 0,1 0 0,-3 7 0,-2 5 0,1 1 0,-8 35 0,12-42 0,1 1 0,0-1 0,0 0 0,1 1 0,1-1 0,0 1 0,3 20 0,-2-29 0,0 1 0,-1 0 0,2-1 0,-1 1 0,0-1 0,1 0 0,-1 1 0,1-1 0,0 0 0,0 0 0,1 0 0,-1 0 0,0-1 0,1 1 0,0 0 0,0-1 0,0 0 0,0 0 0,0 0 0,0 0 0,0 0 0,0-1 0,1 1 0,-1-1 0,1 0 0,-1 0 0,8 1 0,-1-1 0,-1-1 0,1 0 0,-1 0 0,1-1 0,0 0 0,-1-1 0,1 0 0,-1 0 0,0-1 0,14-7 0,-10 5 0,0-2 0,0 0 0,-1 0 0,0-2 0,0 1 0,14-15 0,-20 17 0,-1 1 0,0-1 0,-1 0 0,0-1 0,0 1 0,0-1 0,-1 0 0,1 0 0,-2 0 0,5-14 0,-5 9 0,0 0 0,-1 1 0,0-1 0,-1 0 0,-1 0 0,-2-16 0,-4-9 0,-3 0 0,0 1 0,-22-48 0,22 61 0,2 0 0,-9-22 0,16 41 0,-1 1 0,0 0 0,1 0 0,-1-1 0,0 1 0,-1 1 0,1-1 0,0 0 0,-4-2 0,6 5 0,0 0 0,-1-1 0,1 1 0,0 0 0,0 0 0,0 0 0,0 0 0,0 0 0,0 0 0,-1 0 0,1 0 0,0 0 0,0 1 0,0-1 0,0 0 0,0 0 0,0 0 0,-1 0 0,1 0 0,0 0 0,0 0 0,0 0 0,0 0 0,0 0 0,0 0 0,0 0 0,-1 0 0,1 1 0,0-1 0,0 0 0,0 0 0,0 0 0,0 0 0,0 0 0,0 0 0,0 0 0,0 1 0,0-1 0,0 0 0,0 0 0,0 0 0,0 0 0,0 0 0,0 0 0,0 1 0,0-1 0,0 0 0,0 0 0,0 0 0,0 0 0,0 0 0,0 1 0,0-1 0,0 0 0,0 0 0,0 0 0,0 0 0,0 0 0,0 0 0,1 1 0,0 10 0,27 108 0,35 188 0,-39-148-1365,-17-119-5461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03.131"/>
    </inkml:context>
    <inkml:brush xml:id="br0">
      <inkml:brushProperty name="width" value="0.05" units="cm"/>
      <inkml:brushProperty name="height" value="0.05" units="cm"/>
      <inkml:brushProperty name="color" value="#FFC114"/>
    </inkml:brush>
  </inkml:definitions>
  <inkml:trace contextRef="#ctx0" brushRef="#br0">8 887 24575,'0'0'0,"0"0"0,-1 0 0,1 0 0,0 0 0,-1 0 0,1 0 0,0 0 0,-1 0 0,1 0 0,0 0 0,-1 1 0,1-1 0,0 0 0,0 0 0,-1 0 0,1 0 0,0 1 0,0-1 0,-1 0 0,1 0 0,0 1 0,0-1 0,0 0 0,-1 0 0,1 1 0,0-1 0,0 0 0,0 1 0,0-1 0,0 0 0,-1 0 0,1 1 0,0-1 0,0 0 0,0 1 0,0-1 0,0 0 0,0 1 0,0-1 0,0 0 0,0 1 0,1-1 0,-1 0 0,0 1 0,0-1 0,0 0 0,0 1 0,0-1 0,1 1 0,-1-1 0,0 1 0,0 0 0,1-1 0,-1 1 0,1 0 0,-1-1 0,0 1 0,1-1 0,-1 1 0,1 0 0,-1-1 0,1 1 0,0-1 0,-1 1 0,1-1 0,0 0 0,-1 1 0,1-1 0,0 0 0,-1 1 0,1-1 0,0 0 0,1 1 0,0-2 0,0 1 0,1 0 0,-1-1 0,0 1 0,0-1 0,0 0 0,0 0 0,0 0 0,1 0 0,-2 0 0,1 0 0,0 0 0,2-2 0,24-23 0,-20 18 0,11-13 0,0 0 0,-2-1 0,-1-1 0,0-1 0,-2 0 0,0-1 0,-2 0 0,-1-1 0,-1 0 0,-1-1 0,-2 0 0,0-1 0,-2 1 0,-1-1 0,-1 0 0,-1 0 0,-5-52 0,2 50 0,-2-1 0,-2 1 0,0 1 0,-2-1 0,-2 1 0,0 0 0,-2 1 0,-20-39 0,28 62 0,-1-1 0,1 1 0,-1 0 0,0 0 0,-1 0 0,1 1 0,-6-5 0,9 8 0,0 1 0,0-1 0,0 0 0,0 1 0,0-1 0,0 1 0,0-1 0,0 1 0,-1-1 0,1 1 0,0 0 0,0 0 0,0-1 0,-1 1 0,1 0 0,0 0 0,0 0 0,-1 0 0,1 1 0,0-1 0,0 0 0,0 0 0,-1 1 0,1-1 0,0 1 0,0-1 0,0 1 0,0 0 0,0-1 0,0 1 0,0 0 0,0-1 0,0 1 0,0 0 0,0 0 0,0 0 0,1 0 0,-1 0 0,0 0 0,1 0 0,-2 2 0,-3 6 0,1 1 0,0-1 0,0 1 0,1-1 0,0 1 0,0 0 0,-1 12 0,-4 77 0,7-83 0,2 250 0,2-226 0,2 0 0,2 0 0,1-1 0,22 62 0,-26-92 43,0 1 0,0-1-1,1 0 1,1 0 0,-1 0-1,1 0 1,8 7 0,-10-11-175,1-1 1,0 0 0,0 0-1,0 0 1,0-1 0,1 0 0,0 0-1,-1 0 1,1-1 0,0 1 0,0-1-1,10 1 1,13 2-6695</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04.073"/>
    </inkml:context>
    <inkml:brush xml:id="br0">
      <inkml:brushProperty name="width" value="0.05" units="cm"/>
      <inkml:brushProperty name="height" value="0.05" units="cm"/>
      <inkml:brushProperty name="color" value="#FFC114"/>
    </inkml:brush>
  </inkml:definitions>
  <inkml:trace contextRef="#ctx0" brushRef="#br0">110 128 24575,'0'-1'0,"0"0"0,-1 0 0,1 0 0,-1 1 0,1-1 0,-1 0 0,0 0 0,1 1 0,-1-1 0,0 0 0,1 1 0,-1-1 0,0 0 0,0 1 0,0-1 0,1 1 0,-1-1 0,0 1 0,0 0 0,0-1 0,0 1 0,0 0 0,0 0 0,0 0 0,0-1 0,0 1 0,-1 0 0,-27-2 0,27 2 0,0 0 0,0 1 0,0-1 0,0 0 0,0 1 0,0 0 0,0-1 0,1 1 0,-1 0 0,0 0 0,0 0 0,1 0 0,-1 0 0,1 0 0,-1 0 0,1 1 0,-1-1 0,-1 3 0,1-1 0,-1 1 0,1 0 0,0-1 0,0 1 0,0 0 0,1 0 0,0 0 0,-2 5 0,1 1 0,1 1 0,0-1 0,0 0 0,1 1 0,0-1 0,2 14 0,0-15 0,0 0 0,0 0 0,1-1 0,0 1 0,1-1 0,0 0 0,0 0 0,0 0 0,1 0 0,0-1 0,1 0 0,0 0 0,9 8 0,-12-12 0,1 0 0,1 1 0,-1-2 0,0 1 0,1 0 0,-1-1 0,1 0 0,0 0 0,0 0 0,0-1 0,0 0 0,0 0 0,0 0 0,0 0 0,0-1 0,0 0 0,0 0 0,0 0 0,0-1 0,1 1 0,-1-1 0,0-1 0,0 1 0,7-4 0,-7 4 0,-1-1 0,0 0 0,1-1 0,-1 1 0,0-1 0,0 0 0,-1 0 0,1 0 0,0 0 0,-1 0 0,0-1 0,0 0 0,0 0 0,0 0 0,0 0 0,-1 0 0,0 0 0,0-1 0,0 1 0,2-8 0,-3 7 0,-1-1 0,1 0 0,-1 1 0,0-1 0,0 0 0,-1 1 0,0-1 0,0 0 0,0 1 0,-1-1 0,1 1 0,-1 0 0,-1-1 0,1 1 0,-1 0 0,0 0 0,-3-4 0,-1-2 0,-1 2 0,0-1 0,0 1 0,-1 0 0,0 1 0,0 0 0,-1 1 0,0 0 0,-22-12 0,31 19 0,-1-1 0,1 0 0,-1 1 0,1 0 0,-1-1 0,0 1 0,1 0 0,-1 0 0,1-1 0,-1 1 0,-2 1 0,3-1 0,1 0 0,-1 0 0,1 0 0,-1 0 0,1 1 0,0-1 0,-1 0 0,1 0 0,-1 1 0,1-1 0,0 0 0,-1 0 0,1 1 0,0-1 0,-1 1 0,1-1 0,0 0 0,0 1 0,-1-1 0,1 0 0,0 1 0,0-1 0,-1 1 0,1-1 0,0 1 0,0 1 0,0 0 0,0-1 0,0 1 0,1-1 0,-1 1 0,1 0 0,-1-1 0,1 1 0,-1-1 0,1 1 0,0-1 0,-1 1 0,1-1 0,0 0 0,0 1 0,0-1 0,0 0 0,0 0 0,1 0 0,1 2 0,6 3 0,0 0 0,0-1 0,1 0 0,-1 0 0,1-1 0,0-1 0,1 1 0,-1-2 0,0 1 0,1-2 0,-1 1 0,12-1 0,12 0 0,0-1 0,50-8 0,-49 3 0,-1-1 0,45-15 0,-64 17 0,-1-2 0,1 0 0,-1 0 0,0-2 0,-1 0 0,0 0 0,20-17 0,-31 23 0,0 1 0,0-1 0,0 0 0,0 0 0,0 0 0,-1 0 0,1 0 0,-1-1 0,0 1 0,1 0 0,-1-1 0,0 1 0,0 0 0,-1-1 0,1 0 0,0 1 0,-1-1 0,0 1 0,1-1 0,-1 0 0,-1-3 0,1 4 0,-1 0 0,0 0 0,0-1 0,0 2 0,0-1 0,-1 0 0,1 0 0,0 0 0,-1 0 0,0 1 0,1-1 0,-1 1 0,0-1 0,1 1 0,-1 0 0,0 0 0,0 0 0,0 0 0,0 0 0,-1 0 0,1 0 0,0 1 0,0-1 0,-4 0 0,-1 0 0,1 0 0,-1 0 0,0 1 0,1 0 0,-1 0 0,0 1 0,1 0 0,-1 0 0,1 0 0,-1 1 0,1 0 0,-1 0 0,1 1 0,-9 5 0,10-6 0,0 1 0,1 1 0,-1-1 0,1 1 0,-1-1 0,1 1 0,0 0 0,1 1 0,-1-1 0,1 1 0,0-1 0,0 1 0,0 0 0,1 0 0,-1 1 0,1-1 0,-2 9 0,3-11 0,1 0 0,0 0 0,-1 0 0,1 0 0,0 0 0,0 0 0,1 0 0,-1 0 0,0 0 0,1 0 0,0-1 0,0 1 0,0 0 0,0 0 0,0 0 0,4 4 0,-3-3 0,1 0 0,1-1 0,-1 0 0,0 1 0,1-1 0,0-1 0,-1 1 0,1 0 0,9 3 0,-1-1 0,1 0 0,0-1 0,0 0 0,0-2 0,0 1 0,21 0 0,-23-3 0,1 0 0,-1 0 0,1-2 0,-1 1 0,0-1 0,0-1 0,18-6 0,-28 8 0,0 1 0,0 0 0,0-1 0,0 1 0,1 0 0,-1 0 0,0 0 0,0 0 0,0 0 0,0 0 0,0 0 0,0 0 0,0 0 0,1 1 0,-1-1 0,0 0 0,0 1 0,0-1 0,0 1 0,0-1 0,0 1 0,0-1 0,0 1 0,-1 0 0,1 0 0,0-1 0,0 1 0,0 0 0,-1 0 0,1 0 0,0 0 0,-1 0 0,1 0 0,-1 0 0,1 0 0,-1 0 0,0 0 0,1 0 0,-1 0 0,1 2 0,1 7 0,1 0 0,-2 1 0,2 16 0,-2-13 0,6 52 0,-5 132 0,-2-194 0,0 1 0,0 0 0,-1 0 0,1-1 0,-1 1 0,0 0 0,-1-1 0,1 1 0,-1-1 0,0 1 0,0-1 0,0 0 0,-1 0 0,1 0 0,-1 0 0,0 0 0,0-1 0,-1 1 0,1-1 0,-1 0 0,0 0 0,1 0 0,-1-1 0,0 1 0,-1-1 0,1 0 0,0 0 0,-1 0 0,1-1 0,-1 1 0,0-1 0,-4 0 0,0 1 0,0-1 0,1 0 0,-1 0 0,0-1 0,0 0 0,1-1 0,-1 0 0,0-1 0,1 1 0,-1-2 0,1 1 0,-1-1 0,1 0 0,0-1 0,0 0 0,1 0 0,-1-1 0,-7-6 0,7 5 0,1-1 0,0 0 0,1-1 0,-1 1 0,2-1 0,-1 0 0,1-1 0,0 1 0,1-1 0,0 0 0,0 0 0,1 0 0,0-1 0,0 1 0,-1-20 0,3 17 0,0 0 0,1 0 0,0-1 0,1 1 0,1 0 0,0 1 0,0-1 0,1 0 0,1 0 0,0 1 0,1 0 0,0 0 0,0 0 0,11-15 0,-10 19 0,-1-1 0,1 1 0,1 0 0,-1 1 0,1 0 0,1 0 0,-1 0 0,1 1 0,0 0 0,0 1 0,0-1 0,1 2 0,-1-1 0,1 1 0,0 0 0,0 1 0,0 0 0,0 1 0,14-1 0,-18 2-114,1 0 1,-1 1-1,1-1 0,-1 1 0,1 0 1,-1 1-1,1-1 0,-1 1 0,0 0 1,0 1-1,7 4 0,7 5-6712</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04.293"/>
    </inkml:context>
    <inkml:brush xml:id="br0">
      <inkml:brushProperty name="width" value="0.05" units="cm"/>
      <inkml:brushProperty name="height" value="0.05" units="cm"/>
      <inkml:brushProperty name="color" value="#FFC114"/>
    </inkml:brush>
  </inkml:definitions>
  <inkml:trace contextRef="#ctx0" brushRef="#br0">11 19 24575,'0'-3'0,"-3"-2"0,-1-2 0,0 3 0,4 5 0,2 9 0,4 5 0,0 7 0,3 6 0,3 4 0,-1 0 0,1 1 0,-1-3 0,0 1 0,-1-3 0,-3-5-8191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04.450"/>
    </inkml:context>
    <inkml:brush xml:id="br0">
      <inkml:brushProperty name="width" value="0.05" units="cm"/>
      <inkml:brushProperty name="height" value="0.05" units="cm"/>
      <inkml:brushProperty name="color" value="#FFC114"/>
    </inkml:brush>
  </inkml:definitions>
  <inkml:trace contextRef="#ctx0" brushRef="#br0">37 160 24575,'-3'-10'0,"-2"-11"0,-2-10 0,0-2 0,1 2 0,2 9 0,1 11 0,1 14 0,4 12 0,2 4-8191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04.837"/>
    </inkml:context>
    <inkml:brush xml:id="br0">
      <inkml:brushProperty name="width" value="0.05" units="cm"/>
      <inkml:brushProperty name="height" value="0.05" units="cm"/>
      <inkml:brushProperty name="color" value="#FFC114"/>
    </inkml:brush>
  </inkml:definitions>
  <inkml:trace contextRef="#ctx0" brushRef="#br0">1 88 24575,'29'-7'0,"-5"0"0,-10 6 0,0 1 0,0 0 0,0 1 0,0 1 0,0 0 0,-1 0 0,1 2 0,-1 0 0,1 0 0,-1 1 0,0 1 0,-1 0 0,1 1 0,-1 0 0,-1 1 0,1 0 0,-1 1 0,-1 0 0,0 0 0,0 2 0,-1-1 0,10 15 0,-17-22 0,0 0 0,0 0 0,0 1 0,0-1 0,-1 1 0,1-1 0,-1 1 0,0 0 0,0-1 0,-1 1 0,1 0 0,-1 0 0,1 0 0,-1-1 0,-1 1 0,1 0 0,0 0 0,-2 4 0,1-4 0,0-1 0,-1 0 0,1 0 0,-1 0 0,0 0 0,0 0 0,0-1 0,0 1 0,0-1 0,-1 1 0,1-1 0,-1 0 0,0 1 0,0-1 0,1-1 0,-1 1 0,0 0 0,0-1 0,-1 1 0,-4 0 0,1 0 0,1 0 0,-1-1 0,0 0 0,1 0 0,-1 0 0,0-1 0,0 0 0,0-1 0,1 1 0,-1-1 0,0 0 0,1-1 0,-1 0 0,0 0 0,-9-5 0,12 5 0,0 0 0,1 0 0,-1 0 0,1-1 0,0 1 0,0-1 0,0 0 0,0 0 0,0 0 0,0 0 0,1-1 0,0 1 0,-1-1 0,1 1 0,1-1 0,-1 0 0,0 0 0,1 0 0,0 0 0,0 0 0,0 0 0,1 0 0,-1 0 0,1 0 0,0 0 0,0-8 0,2 0 0,1 1 0,0-1 0,1 1 0,0 0 0,0 0 0,1 1 0,0-1 0,1 1 0,0 0 0,1 0 0,0 1 0,1 0 0,0 0 0,0 1 0,1 0 0,0 1 0,0-1 0,11-5 0,-11 7 0,1 1 0,-1 0 0,1 1 0,0 0 0,0 0 0,1 1 0,-1 0 0,21-2 0,-23 5 0,0-1 0,0 1 0,0 1 0,0 0 0,-1 0 0,1 0 0,0 1 0,0 0 0,-1 1 0,0 0 0,1 0 0,11 7 0,-10-4 19,-1-1 0,0 2 0,0-1 0,0 1 0,-1 1 0,0-1 0,0 1 0,-1 1 0,0-1 0,0 1 0,-1 0 0,0 0 0,-1 0 0,0 1 0,0 0 0,-1-1 0,2 13 0,-2-5-190,-1 0 0,-1 0 1,0-1-1,-2 1 0,0 0 1,0 0-1,-2 0 0,0 0 1,-8 26-1,-14 25-6655</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17.219"/>
    </inkml:context>
    <inkml:brush xml:id="br0">
      <inkml:brushProperty name="width" value="0.05" units="cm"/>
      <inkml:brushProperty name="height" value="0.05" units="cm"/>
      <inkml:brushProperty name="color" value="#FFC114"/>
    </inkml:brush>
  </inkml:definitions>
  <inkml:trace contextRef="#ctx0" brushRef="#br0">36 277 24575,'-3'0'0,"1"0"0,-1-1 0,1 1 0,0 0 0,-1-1 0,1 1 0,0-1 0,0 0 0,-1 1 0,1-1 0,0 0 0,0-1 0,-3-1 0,5 3 0,0-1 0,0 1 0,0 0 0,0-1 0,1 1 0,-1 0 0,0 0 0,0-1 0,0 1 0,0 0 0,1 0 0,-1-1 0,0 1 0,0 0 0,0 0 0,1-1 0,-1 1 0,0 0 0,0 0 0,1 0 0,-1 0 0,0 0 0,1-1 0,-1 1 0,0 0 0,1 0 0,-1 0 0,0 0 0,0 0 0,1 0 0,-1 0 0,0 0 0,1 0 0,-1 0 0,0 0 0,1 0 0,-1 0 0,0 0 0,1 0 0,-1 0 0,1 1 0,176-6 0,-70 4 0,1259-50-5093,-486 15 2469,-741 31 2587,1401-71-1936,-1040 18 3942,-484 55-1455,-6 1-20,0 0 1,0 0 0,0-1 0,10-4 0,-19 7-465,-1 0 0,0 0 0,0 0 1,0 0-1,0 0 0,0 0 1,0 0-1,0 0 0,0 0 0,1 0 1,-1 0-1,0 0 0,0 0 1,0 0-1,0 0 0,0 0 0,0-1 1,0 1-1,0 0 0,0 0 1,0 0-1,1 0 0,-1 0 0,0 0 1,0 0-1,0 0 0,0 0 1,0 0-1,0 0 0,0 0 0,0-1 1,0 1-1,0 0 0,0 0 1,0 0-1,0 0 0,0 0 0,0 0 1,0 0-1,0 0 0,0 0 1,0-1-1,0 1 0,0 0 0,0 0 1,0 0-1,0 0 0,0 0 0,0 0 1,0 0-1,0 0 0,0 0 1,0-1-1,0 1 0,0 0 0,0 0 1,0 0-1,0 0 0,0 0 1,-1 0-1,1 0 0,0 0 0,0 0 1,-10-3 760,-13 1 336,-37 5-1674,32 1-6183</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17.656"/>
    </inkml:context>
    <inkml:brush xml:id="br0">
      <inkml:brushProperty name="width" value="0.05" units="cm"/>
      <inkml:brushProperty name="height" value="0.05" units="cm"/>
      <inkml:brushProperty name="color" value="#FFC114"/>
    </inkml:brush>
  </inkml:definitions>
  <inkml:trace contextRef="#ctx0" brushRef="#br0">177 16 24575,'-28'-1'0,"-50"-8"0,53 5 0,23 3 0,-1 1 0,0 0 0,1 0 0,-1 0 0,0 0 0,1 1 0,-1-1 0,0 1 0,1-1 0,-1 1 0,1 0 0,-1 0 0,-2 1 0,4-1 0,1-1 0,0 0 0,-1 0 0,1 1 0,-1-1 0,1 0 0,0 1 0,-1-1 0,1 1 0,0-1 0,-1 1 0,1-1 0,0 0 0,0 1 0,0-1 0,-1 1 0,1-1 0,0 1 0,0-1 0,0 1 0,0-1 0,0 1 0,0-1 0,0 1 0,0-1 0,0 2 0,0-1 0,1 0 0,0 1 0,-1-1 0,1 0 0,0 0 0,0 1 0,0-1 0,0 0 0,0 0 0,0 0 0,0 0 0,0 0 0,0 0 0,2 1 0,16 8 0,0 0 0,0 0 0,1-2 0,0-1 0,31 8 0,-18-5 0,112 33 0,116 38 0,-250-77 0,27 11 0,-35-14 0,-1 0 0,0 0 0,0 1 0,1-1 0,-1 1 0,0 0 0,-1-1 0,1 1 0,0 0 0,0 0 0,-1 0 0,3 4 0,-4-5 0,1 0 0,-1 0 0,0 0 0,1 0 0,-1 0 0,0 0 0,0 0 0,0 0 0,0 0 0,0 0 0,0 0 0,0 0 0,0 1 0,-1-1 0,1 0 0,0 0 0,-1 0 0,1 0 0,-1-1 0,1 1 0,-1 0 0,1 0 0,-1 0 0,1 0 0,-1 0 0,0 0 0,1-1 0,-1 1 0,-1 1 0,-29 17 0,28-17 0,-241 110 0,72-37 0,89-35-1365,10-4-5461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20.631"/>
    </inkml:context>
    <inkml:brush xml:id="br0">
      <inkml:brushProperty name="width" value="0.05" units="cm"/>
      <inkml:brushProperty name="height" value="0.05" units="cm"/>
      <inkml:brushProperty name="color" value="#FFC114"/>
    </inkml:brush>
  </inkml:definitions>
  <inkml:trace contextRef="#ctx0" brushRef="#br0">0 332 24575,'0'-1'0,"1"0"0,-1 1 0,0-1 0,0 0 0,1 1 0,-1-1 0,1 0 0,-1 1 0,0-1 0,1 1 0,-1-1 0,1 1 0,-1-1 0,1 1 0,0-1 0,-1 1 0,1-1 0,-1 1 0,1 0 0,0-1 0,-1 1 0,1 0 0,0-1 0,0 1 0,-1 0 0,1 0 0,0 0 0,1 0 0,25-4 0,-23 4 0,313-4 0,-181 6 0,1122-20-3600,3-23-2483,-510 15 4191,1349-41-1920,1050-23 3215,-2747 79 611,-46-1 151,-50 1 495,-111 4 17,185-8 937,-124 1 5207,-359 17-1383,-29 2-4855,79 0-1936,9-2-5473</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20.896"/>
    </inkml:context>
    <inkml:brush xml:id="br0">
      <inkml:brushProperty name="width" value="0.05" units="cm"/>
      <inkml:brushProperty name="height" value="0.05" units="cm"/>
      <inkml:brushProperty name="color" value="#FFC114"/>
    </inkml:brush>
  </inkml:definitions>
  <inkml:trace contextRef="#ctx0" brushRef="#br0">4 1 24575,'-3'0'0,"2"3"0,4 1 0,5 0 0,7 3 0,8 2 0,8 4 0,6 2 0,6 2 0,2 4 0,-4 5 0,-6 4 0,-12 3 0,-16 2 0,-21 5 0,-31 2 0,-7-7-8191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22.095"/>
    </inkml:context>
    <inkml:brush xml:id="br0">
      <inkml:brushProperty name="width" value="0.05" units="cm"/>
      <inkml:brushProperty name="height" value="0.05" units="cm"/>
      <inkml:brushProperty name="color" value="#FFC114"/>
    </inkml:brush>
  </inkml:definitions>
  <inkml:trace contextRef="#ctx0" brushRef="#br0">387 502 24575,'1'0'0,"0"-1"0,0 1 0,0-1 0,0 1 0,-1-1 0,1 1 0,0-1 0,0 0 0,0 0 0,-1 1 0,1-1 0,0 0 0,-1 0 0,1 0 0,-1 0 0,1 0 0,-1 0 0,0 0 0,1 0 0,-1 0 0,0-1 0,9-27 0,-7 23 0,1-8 0,0 0 0,-1-1 0,0 1 0,-1-1 0,-1 0 0,0 1 0,-3-20 0,2 27 0,0 1 0,0 0 0,-1-1 0,0 1 0,0 0 0,0-1 0,-1 1 0,0 1 0,0-1 0,0 0 0,-1 1 0,0-1 0,0 1 0,0 0 0,-1 1 0,0-1 0,0 1 0,-9-6 0,9 7 0,0 1 0,0 0 0,-1 0 0,1 0 0,-1 1 0,1 0 0,-1 0 0,0 0 0,1 1 0,-1 0 0,0 0 0,1 0 0,-1 1 0,0 0 0,1 0 0,-1 0 0,1 1 0,-1 0 0,1 0 0,0 0 0,0 1 0,0 0 0,-7 4 0,-5 5 0,1 0 0,1 0 0,0 2 0,1 0 0,-18 21 0,19-18 0,1 0 0,1 0 0,1 1 0,0 0 0,1 1 0,1 0 0,1 0 0,1 0 0,0 1 0,2 0 0,-5 38 0,9-54 0,0 1 0,0 0 0,0 0 0,0 0 0,1-1 0,-1 1 0,1 0 0,1 0 0,-1-1 0,1 1 0,-1-1 0,1 1 0,0-1 0,1 0 0,-1 0 0,1 0 0,5 6 0,-5-7 0,1 0 0,0 0 0,1 0 0,-1 0 0,0-1 0,1 0 0,-1 0 0,1 0 0,0 0 0,0-1 0,0 1 0,-1-1 0,1 0 0,1-1 0,-1 0 0,7 0 0,-4 0 0,1 0 0,-1-1 0,0 0 0,0-1 0,1 0 0,-1 0 0,0-1 0,-1 0 0,1 0 0,0-1 0,7-5 0,-5 2 0,0 0 0,0-1 0,0-1 0,-1 0 0,-1 0 0,14-19 0,-8 7 0,-1-1 0,-1-1 0,-1 0 0,-1-1 0,-1 0 0,11-43 0,-11 18 0,-2 0 0,-1 0 0,-3 0 0,-6-87 0,3 134 0,0-3 0,-1 1 0,1-1 0,-1 1 0,1-1 0,-1 1 0,-1 0 0,-2-7 0,4 11 0,0 0 0,0 0 0,0 0 0,0 0 0,0-1 0,0 1 0,0 0 0,0 0 0,-1 0 0,1 0 0,0 0 0,0 0 0,0 0 0,0 0 0,0 0 0,0 0 0,-1 0 0,1 0 0,0 0 0,0 0 0,0 0 0,0 0 0,0 0 0,-1 0 0,1 0 0,0 0 0,0 0 0,0 0 0,0 0 0,0 0 0,0 0 0,-1 0 0,1 0 0,0 0 0,0 0 0,0 0 0,0 0 0,0 1 0,0-1 0,0 0 0,0 0 0,0 0 0,-1 0 0,1 0 0,0 0 0,0 0 0,0 1 0,0-1 0,0 0 0,0 0 0,0 0 0,0 0 0,0 0 0,0 0 0,0 1 0,0-1 0,0 0 0,0 0 0,0 0 0,0 0 0,0 0 0,0 0 0,0 1 0,-3 10 0,-1 24 0,2 1 0,0 0 0,7 52 0,23 107 0,-19-143-341,2 0 0,3-1-1,34 83 1,-28-93-6485</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22.501"/>
    </inkml:context>
    <inkml:brush xml:id="br0">
      <inkml:brushProperty name="width" value="0.05" units="cm"/>
      <inkml:brushProperty name="height" value="0.05" units="cm"/>
      <inkml:brushProperty name="color" value="#FFC114"/>
    </inkml:brush>
  </inkml:definitions>
  <inkml:trace contextRef="#ctx0" brushRef="#br0">37 245 24575,'0'-10'0,"1"-2"0,0 12 0,1-1 0,-1 1 0,0 0 0,0-1 0,0 1 0,0 0 0,1 0 0,-1-1 0,0 1 0,0 0 0,0 0 0,1 1 0,1-1 0,1 0 0,1 1 0,0-1 0,0-1 0,0 1 0,-1-1 0,1 0 0,0 0 0,0 0 0,-1-1 0,1 1 0,-1-1 0,7-4 0,-8 4 0,0-1 0,0 1 0,0-1 0,0 0 0,-1 0 0,1 0 0,-1 0 0,0 0 0,0-1 0,0 1 0,-1 0 0,1-1 0,-1 0 0,1 1 0,-1-1 0,0-4 0,2-5 0,-1 0 0,-1 1 0,0-19 0,-1 25 0,0 0 0,-1 1 0,1-1 0,-1 0 0,-1 1 0,1-1 0,-1 1 0,0-1 0,-5-8 0,7 13 0,-1 0 0,0 0 0,1 0 0,-1 0 0,0 0 0,0 1 0,1-1 0,-1 0 0,0 1 0,0-1 0,0 0 0,0 1 0,0-1 0,0 1 0,0-1 0,0 1 0,0 0 0,0-1 0,0 1 0,0 0 0,-1 0 0,1 0 0,0 0 0,0 0 0,0 0 0,0 0 0,0 0 0,0 0 0,0 1 0,0-1 0,-1 0 0,1 1 0,0-1 0,0 1 0,0-1 0,0 1 0,1-1 0,-1 1 0,0 0 0,0-1 0,0 1 0,0 1 0,-5 3 0,0 0 0,1 0 0,0 1 0,-8 11 0,3-1 0,0 1 0,1 0 0,1 1 0,1 0 0,0 0 0,-6 29 0,9-32 0,2 1 0,-1-1 0,2 1 0,0 0 0,1 0 0,1-1 0,0 1 0,5 22 0,-4-31 22,-1-1-1,2 0 0,-1 0 1,1 0-1,0 0 0,0 0 1,0-1-1,1 1 0,0-1 1,0 0-1,0 0 0,1-1 1,-1 1-1,1-1 0,10 7 1,-7-7-193,1 1 0,-1-1 1,1 0-1,0-1 0,1 0 1,-1-1-1,0 0 0,1 0 1,17 0-1,4 0-6655</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22.953"/>
    </inkml:context>
    <inkml:brush xml:id="br0">
      <inkml:brushProperty name="width" value="0.05" units="cm"/>
      <inkml:brushProperty name="height" value="0.05" units="cm"/>
      <inkml:brushProperty name="color" value="#FFC114"/>
    </inkml:brush>
  </inkml:definitions>
  <inkml:trace contextRef="#ctx0" brushRef="#br0">1 46 24575,'4'87'0,"28"152"0,-7-75 0,6 58 0,-35-367 0,-28-73 0,15 121 0,-3-107 0,19 198 0,1 0 0,0-1 0,1 1 0,-1 0 0,1-1 0,1 1 0,-1 0 0,4-8 0,-4 12 0,0 0 0,0 0 0,0 0 0,0 0 0,1 0 0,-1 1 0,1-1 0,0 0 0,-1 1 0,1 0 0,0-1 0,0 1 0,0 0 0,0 0 0,0 0 0,0 0 0,0 0 0,0 0 0,0 1 0,0-1 0,1 1 0,-1-1 0,0 1 0,0 0 0,1 0 0,2 0 0,6 1 0,-1 1 0,0-1 0,0 1 0,0 1 0,0 0 0,0 1 0,-1 0 0,1 0 0,-1 1 0,0 0 0,16 12 0,-14-8 0,1 0 0,-2 1 0,1 0 0,-1 1 0,-1 0 0,0 1 0,14 23 0,-20-31 0,-2-1 0,1 1 0,0 0 0,-1 0 0,0-1 0,0 1 0,0 0 0,0 0 0,0 0 0,-1 1 0,0-1 0,0 0 0,0 0 0,0 0 0,-1 0 0,-1 4 0,1-3 0,-1 0 0,0-1 0,0 0 0,-1 1 0,0-1 0,1 0 0,-1 0 0,0 0 0,-1-1 0,1 1 0,-1-1 0,0 0 0,-4 4 0,-12 5-227,-1 0-1,0-1 1,0-2-1,-1 0 1,-29 8-1,15-6-6598</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23.214"/>
    </inkml:context>
    <inkml:brush xml:id="br0">
      <inkml:brushProperty name="width" value="0.05" units="cm"/>
      <inkml:brushProperty name="height" value="0.05" units="cm"/>
      <inkml:brushProperty name="color" value="#FFC114"/>
    </inkml:brush>
  </inkml:definitions>
  <inkml:trace contextRef="#ctx0" brushRef="#br0">0 30 24575,'0'-2'0,"1"0"0,-1 0 0,0 1 0,1-1 0,-1 0 0,1 1 0,0-1 0,-1 0 0,1 1 0,0-1 0,0 1 0,2-3 0,-3 4 0,0-1 0,0 1 0,1 0 0,-1-1 0,0 1 0,1 0 0,-1-1 0,0 1 0,1 0 0,-1-1 0,1 1 0,-1 0 0,0 0 0,1 0 0,-1-1 0,1 1 0,-1 0 0,1 0 0,-1 0 0,1 0 0,-1 0 0,1 0 0,-1 0 0,1 0 0,-1 0 0,1 0 0,-1 0 0,0 0 0,1 0 0,-1 0 0,1 0 0,-1 0 0,1 1 0,-1-1 0,1 0 0,-1 0 0,0 1 0,1-1 0,-1 0 0,1 0 0,-1 1 0,0-1 0,1 1 0,-1-1 0,0 0 0,1 1 0,5 8 0,0 1 0,-1 0 0,0 0 0,0 0 0,-1 1 0,-1-1 0,5 21 0,8 81 0,-14-92 0,2 15 82,13 150-1529,-16-159-5379</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24.137"/>
    </inkml:context>
    <inkml:brush xml:id="br0">
      <inkml:brushProperty name="width" value="0.05" units="cm"/>
      <inkml:brushProperty name="height" value="0.05" units="cm"/>
      <inkml:brushProperty name="color" value="#FFC114"/>
    </inkml:brush>
  </inkml:definitions>
  <inkml:trace contextRef="#ctx0" brushRef="#br0">76 89 24575,'20'-25'0,"-19"23"0,0 1 0,0-1 0,0 0 0,0 1 0,0-1 0,0 0 0,0 0 0,-1 1 0,1-1 0,-1 0 0,1 0 0,-1 0 0,0-2 0,0 3 0,-1 1 0,1 0 0,0 0 0,-1 0 0,1 0 0,0 0 0,-1-1 0,1 1 0,-1 0 0,1 0 0,0 0 0,-1 0 0,1 0 0,-1 0 0,1 0 0,0 0 0,-1 0 0,1 1 0,-1-1 0,1 0 0,0 0 0,-1 0 0,1 0 0,0 0 0,-1 1 0,1-1 0,0 0 0,-1 0 0,1 1 0,0-1 0,-1 0 0,1 0 0,0 1 0,0-1 0,-1 0 0,1 1 0,0-1 0,0 1 0,-14 12 0,4-1 0,1 1 0,1 0 0,0 0 0,1 0 0,1 1 0,0 0 0,0 1 0,2-1 0,0 1 0,0 0 0,2 0 0,0 0 0,-1 19 0,3-31 0,0-1 0,0 0 0,0 1 0,1-1 0,-1 0 0,0 0 0,1 1 0,0-1 0,-1 0 0,1 0 0,0 0 0,0 0 0,0 0 0,0 0 0,1 0 0,-1 0 0,1 0 0,-1-1 0,1 1 0,-1 0 0,1-1 0,0 1 0,0-1 0,0 0 0,0 0 0,2 1 0,-2-1 0,1 0 0,0-1 0,0 1 0,-1-1 0,1 0 0,0 0 0,0 0 0,-1 0 0,1 0 0,0-1 0,0 1 0,-1-1 0,1 0 0,-1 0 0,1 0 0,0 0 0,-1 0 0,0 0 0,1-1 0,-1 1 0,3-3 0,1-2 0,0 1 0,-1-1 0,0 0 0,0-1 0,0 0 0,0 1 0,-1-1 0,-1-1 0,1 1 0,-1 0 0,0-1 0,3-14 0,0-3 0,-2 0 0,3-45 0,-7 61 0,0 0 0,-1 1 0,1-1 0,-5-15 0,4 22 0,1 0 0,-1 0 0,1 0 0,-1 1 0,0-1 0,0 0 0,0 0 0,0 1 0,0-1 0,-1 1 0,1-1 0,-2-1 0,2 2 0,0 1 0,0 0 0,1-1 0,-1 1 0,0-1 0,0 1 0,0 0 0,0 0 0,0 0 0,0-1 0,0 1 0,0 0 0,0 0 0,0 0 0,0 0 0,0 1 0,0-1 0,1 0 0,-1 0 0,0 0 0,0 1 0,0-1 0,0 1 0,0-1 0,0 0 0,-1 2 0,-1 1 0,-1-1 0,1 1 0,-1 1 0,1-1 0,0 0 0,0 1 0,1-1 0,-1 1 0,1 0 0,0 0 0,0 0 0,0 0 0,0 1 0,1-1 0,0 0 0,-2 8 0,2-10 0,1 1 0,0-1 0,-1 0 0,1 0 0,0 1 0,0-1 0,0 0 0,0 1 0,0-1 0,1 0 0,-1 0 0,1 1 0,-1-1 0,1 0 0,0 0 0,0 0 0,0 0 0,0 0 0,0 0 0,0 0 0,1 0 0,-1 0 0,1 0 0,-1-1 0,1 1 0,0-1 0,0 1 0,-1-1 0,1 0 0,0 0 0,0 1 0,0-1 0,5 1 0,4 0 0,0 0 0,0 0 0,1-1 0,-1-1 0,1 0 0,-1-1 0,1 0 0,-1 0 0,0-1 0,21-7 0,6-4 0,61-31 0,-97 43 0,41-23 0,-40 23 0,-1-1 0,1 1 0,-1-1 0,0 0 0,0 0 0,0 0 0,0 0 0,0 0 0,-1-1 0,1 1 0,-1 0 0,1-1 0,-1 1 0,1-4 0,-1 5 0,-1 1 0,0 0 0,0 0 0,0-1 0,0 1 0,1 0 0,-1-1 0,0 1 0,0 0 0,0-1 0,0 1 0,0 0 0,0-1 0,0 1 0,0 0 0,0-1 0,0 1 0,0-1 0,0 1 0,0 0 0,0-1 0,0 1 0,-1 0 0,1-1 0,0 1 0,0 0 0,0 0 0,0-1 0,-1 1 0,1 0 0,0-1 0,0 1 0,0 0 0,-1 0 0,1 0 0,0-1 0,-1 1 0,1 0 0,0 0 0,0 0 0,-1-1 0,1 1 0,0 0 0,-1 0 0,1 0 0,0 0 0,-1 0 0,1 0 0,0 0 0,-1 0 0,1 0 0,-1 0 0,1 0 0,0 0 0,-1 0 0,1 0 0,0 0 0,-1 0 0,1 0 0,0 1 0,-1-1 0,1 0 0,-2 1 0,1-1 0,-1 1 0,0 0 0,1 0 0,-1 0 0,1 0 0,0 0 0,-1 0 0,1 0 0,0 1 0,-3 1 0,1 4 0,0 0 0,0 0 0,1 0 0,-1 0 0,1 0 0,1 1 0,0-1 0,0 0 0,0 1 0,1-1 0,0 1 0,0-1 0,3 15 0,-2-14 0,1 0 0,1 1 0,-1-1 0,1 0 0,0 0 0,1-1 0,0 1 0,0-1 0,1 1 0,0-1 0,10 12 0,-11-16 0,-1 0 0,1 0 0,0 0 0,0 0 0,0 0 0,0-1 0,0 1 0,0-1 0,1 0 0,-1-1 0,1 1 0,-1-1 0,1 0 0,0 0 0,-1 0 0,1-1 0,0 1 0,0-1 0,-1-1 0,1 1 0,0 0 0,0-1 0,-1 0 0,1 0 0,0-1 0,-1 1 0,1-1 0,-1 0 0,5-3 0,0 0 0,0-1 0,0-1 0,0 1 0,0-2 0,-1 1 0,-1-1 0,1 0 0,-1-1 0,0 0 0,-1 0 0,8-15 0,-8 13 0,0 0 0,-2 0 0,1 0 0,-1-1 0,-1 0 0,0 1 0,-1-1 0,0 0 0,-1 0 0,0-18 0,-3 22 0,-1 10 0,-2 16 0,1 19 0,2 1 0,5 71 0,19 78 0,-13-119 0,2 11 0,11 98 0,-21-154 0,-1 0 0,-1 1 0,0-1 0,-2 0 0,-9 33 0,11-50 0,-1-1 0,0 1 0,0-1 0,0 1 0,-1-1 0,0 0 0,0 0 0,0-1 0,-1 1 0,1-1 0,-1 1 0,0-1 0,0 0 0,-1 0 0,1-1 0,-1 1 0,-8 3 0,8-5 0,0 0 0,0 0 0,0-1 0,0 0 0,0 0 0,0 0 0,0-1 0,0 0 0,0 0 0,-1 0 0,1 0 0,0-1 0,0 0 0,0 0 0,0 0 0,0-1 0,0 1 0,0-1 0,1-1 0,-5-2 0,0 0 0,0-1 0,1 0 0,0-1 0,0 0 0,1 0 0,0-1 0,0 1 0,1-2 0,0 1 0,0-1 0,1 0 0,0 0 0,0 0 0,1-1 0,1 1 0,-4-15 0,0-1 0,2 0 0,2 0 0,0 0 0,1-1 0,3-41 0,1 37 0,1 1 0,2 0 0,1 0 0,1 0 0,1 1 0,2 0 0,0 1 0,2 0 0,1 0 0,1 1 0,30-39 0,-38 58 34,0 0 1,0 0-1,1 1 0,0 0 0,0 0 0,0 1 0,1 0 0,0 0 0,13-6 1,-18 10-107,1-1 1,0 1 0,0 0 0,0 0 0,0 1 0,0-1 0,-1 1 0,1 0 0,0 0-1,0 0 1,0 0 0,0 1 0,0-1 0,0 1 0,0 0 0,0 1 0,-1-1 0,1 0 0,0 1-1,-1 0 1,1 0 0,-1 0 0,6 5 0,11 14-6755</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24.885"/>
    </inkml:context>
    <inkml:brush xml:id="br0">
      <inkml:brushProperty name="width" value="0.05" units="cm"/>
      <inkml:brushProperty name="height" value="0.05" units="cm"/>
      <inkml:brushProperty name="color" value="#FFC114"/>
    </inkml:brush>
  </inkml:definitions>
  <inkml:trace contextRef="#ctx0" brushRef="#br0">43 309 24575,'-7'-42'0,"1"2"0,6 29 0,1-1 0,0 1 0,0-1 0,2 1 0,-1 0 0,1 0 0,1 0 0,0 0 0,1 0 0,0 1 0,0 0 0,7-10 0,-8 14 0,0 1 0,0 0 0,0-1 0,0 1 0,1 1 0,0-1 0,0 1 0,0 0 0,1 0 0,-1 0 0,1 1 0,0 0 0,0 0 0,0 0 0,0 1 0,0 0 0,1 0 0,-1 1 0,1-1 0,-1 1 0,1 1 0,7-1 0,-11 2 0,0-1 0,0 0 0,0 1 0,-1 0 0,1 0 0,0 0 0,0 0 0,-1 0 0,1 0 0,0 1 0,-1 0 0,1-1 0,-1 1 0,0 0 0,0 0 0,1 0 0,-1 0 0,-1 0 0,1 1 0,0-1 0,0 1 0,-1-1 0,0 1 0,1 0 0,-1-1 0,0 1 0,0 0 0,-1 0 0,2 4 0,0 4 0,-1-1 0,0 1 0,0 0 0,-1 0 0,-1 0 0,-2 19 0,-3 0 0,-2-1 0,0 0 0,-2-1 0,-1 0 0,-2 0 0,0-1 0,-2-1 0,0 0 0,-2-1 0,-1-1 0,-1-1 0,-1 0 0,-29 25 0,48-48 0,-24 20 0,24-19 0,0 0 0,0 0 0,0-1 0,1 1 0,-1-1 0,0 1 0,0 0 0,0-1 0,0 0 0,0 1 0,0-1 0,0 1 0,-1-1 0,1 0 0,0 0 0,0 0 0,0 0 0,0 0 0,0 0 0,0 0 0,0 0 0,-3-1 0,5 0 0,-1 0 0,1 0 0,-1 0 0,1 1 0,-1-1 0,1 0 0,0 0 0,-1 0 0,1 0 0,0 1 0,0-1 0,0 0 0,0 0 0,-1 1 0,1-1 0,2 0 0,11-7 0,1 1 0,0 0 0,0 1 0,0 1 0,1 0 0,0 1 0,0 1 0,24-2 0,135 2 0,-151 4 0,-4-1-1365,-4 1-5461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25.104"/>
    </inkml:context>
    <inkml:brush xml:id="br0">
      <inkml:brushProperty name="width" value="0.05" units="cm"/>
      <inkml:brushProperty name="height" value="0.05" units="cm"/>
      <inkml:brushProperty name="color" value="#FFC114"/>
    </inkml:brush>
  </inkml:definitions>
  <inkml:trace contextRef="#ctx0" brushRef="#br0">67 56 24575,'-16'-15'0,"-29"-23"0,40 36 0,11 8 0,15 15 0,-19-19 0,176 174 0,-139-131 0,-1 2 0,38 60 0,-65-89 0,0 1 0,-1 0 0,-1 1 0,-1 0 0,7 28 0,-12-39 0,-2 1 0,1-1 0,-1 1 0,0 0 0,-1-1 0,0 1 0,-1 0 0,0-1 0,-1 1 0,1-1 0,-2 1 0,1-1 0,-2 0 0,-4 12 0,-2-5-170,0 0-1,-1-1 0,-1-1 1,0 1-1,-1-2 0,-1 0 1,-20 15-1,-37 27-6655</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26.506"/>
    </inkml:context>
    <inkml:brush xml:id="br0">
      <inkml:brushProperty name="width" value="0.05" units="cm"/>
      <inkml:brushProperty name="height" value="0.05" units="cm"/>
      <inkml:brushProperty name="color" value="#FFC114"/>
    </inkml:brush>
  </inkml:definitions>
  <inkml:trace contextRef="#ctx0" brushRef="#br0">546 149 24575,'4'-22'0,"-3"20"0,-1 0 0,1 0 0,-1 0 0,1 0 0,-1 0 0,0 0 0,0 0 0,0 0 0,0 0 0,0 0 0,0 0 0,-1 0 0,1 0 0,-1 1 0,1-1 0,-1 0 0,-1-3 0,-1-1 0,-1 0 0,0 0 0,0 0 0,0 1 0,-1 0 0,0-1 0,0 2 0,0-1 0,0 0 0,-1 1 0,0 0 0,0 0 0,0 1 0,0 0 0,-1 0 0,1 0 0,-1 1 0,0 0 0,1 0 0,-1 1 0,0 0 0,0 0 0,0 0 0,0 1 0,0 0 0,-1 0 0,-7 2 0,-3 1 0,-1 1 0,1 1 0,0 0 0,0 1 0,1 1 0,-1 1 0,1 0 0,1 1 0,-16 12 0,12-7 0,2 0 0,0 2 0,0 0 0,2 1 0,0 0 0,-17 26 0,27-35 0,1 0 0,0 0 0,0 0 0,1 1 0,0 0 0,1 0 0,0 0 0,0 0 0,1 1 0,0-1 0,0 1 0,1-1 0,1 1 0,-1 0 0,2-1 0,-1 1 0,1 0 0,3 9 0,-3-13 0,1-1 0,0 0 0,1 0 0,-1 0 0,1 0 0,0 0 0,0 0 0,0-1 0,1 1 0,0-1 0,-1 0 0,8 5 0,-4-3 0,0-2 0,1 1 0,-1-1 0,1 0 0,0-1 0,0 0 0,13 4 0,-2-3 0,1-1 0,0-1 0,0 0 0,0-2 0,0 0 0,27-4 0,23-8-1365,-7-4-5461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27.035"/>
    </inkml:context>
    <inkml:brush xml:id="br0">
      <inkml:brushProperty name="width" value="0.05" units="cm"/>
      <inkml:brushProperty name="height" value="0.05" units="cm"/>
      <inkml:brushProperty name="color" value="#FFC114"/>
    </inkml:brush>
  </inkml:definitions>
  <inkml:trace contextRef="#ctx0" brushRef="#br0">83 497 24575,'0'0'0,"-1"-1"0,1 1 0,0-1 0,0 1 0,0 0 0,0-1 0,0 1 0,0-1 0,0 1 0,1 0 0,-1-1 0,0 1 0,0-1 0,0 1 0,0 0 0,0-1 0,1 1 0,-1 0 0,0-1 0,0 1 0,1 0 0,-1-1 0,0 1 0,0 0 0,1 0 0,-1-1 0,0 1 0,1 0 0,-1 0 0,0 0 0,1-1 0,-1 1 0,1 0 0,-1 0 0,0 0 0,1 0 0,-1 0 0,1 0 0,-1 0 0,0 0 0,1 0 0,-1 0 0,1 0 0,-1 0 0,0 0 0,1 0 0,-1 0 0,0 0 0,1 0 0,-1 0 0,1 0 0,-1 1 0,0-1 0,1 0 0,-1 0 0,0 1 0,1-1 0,1 1 0,0 0 0,-1 0 0,1 0 0,0 1 0,-1-1 0,1 0 0,-1 1 0,1-1 0,-1 1 0,2 2 0,1 6 0,0 1 0,-1-1 0,0 1 0,0 0 0,-1 0 0,0 14 0,0 72 0,-3-57 0,2 28 0,1-15 0,-7 61 0,3-107 0,-2-12 0,-1-13 0,-107-603 0,99 499 0,12 105 0,1 1 0,1-1 0,1 1 0,0-1 0,6-21 0,-7 33 0,1 1 0,-1-1 0,1 1 0,0-1 0,1 1 0,-1 0 0,1 0 0,-1 0 0,1 0 0,0 0 0,1 1 0,-1 0 0,1-1 0,-1 1 0,1 0 0,8-4 0,-6 4 0,1 0 0,-1 1 0,1 0 0,-1 0 0,1 1 0,0 0 0,-1 0 0,1 1 0,0-1 0,12 2 0,0 2 0,-1 0 0,0 2 0,0-1 0,-1 2 0,0 1 0,0 0 0,32 19 0,-35-18 57,-2 1 0,1 0 0,-1 1 0,-1 1 0,20 21 0,-26-25-213,1 1 1,-1-1 0,0 1 0,-1 1 0,0-1 0,0 0 0,-1 1-1,0 0 1,0 0 0,2 18 0,-3 9-6671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27.206"/>
    </inkml:context>
    <inkml:brush xml:id="br0">
      <inkml:brushProperty name="width" value="0.05" units="cm"/>
      <inkml:brushProperty name="height" value="0.05" units="cm"/>
      <inkml:brushProperty name="color" value="#FFC114"/>
    </inkml:brush>
  </inkml:definitions>
  <inkml:trace contextRef="#ctx0" brushRef="#br0">1 130 24575,'0'-3'0,"0"-4"0,3-1 0,4-6 0,7 1 0,8-2 0,3-1 0,6 3 0,5-1 0,2 3 0,0 3 0,1 3 0,-7 3-8191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27.747"/>
    </inkml:context>
    <inkml:brush xml:id="br0">
      <inkml:brushProperty name="width" value="0.05" units="cm"/>
      <inkml:brushProperty name="height" value="0.05" units="cm"/>
      <inkml:brushProperty name="color" value="#FFC114"/>
    </inkml:brush>
  </inkml:definitions>
  <inkml:trace contextRef="#ctx0" brushRef="#br0">0 77 24575,'0'-77'0,"28"454"0,-14-232 0,6 32-1365,-15-137-5461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28.008"/>
    </inkml:context>
    <inkml:brush xml:id="br0">
      <inkml:brushProperty name="width" value="0.05" units="cm"/>
      <inkml:brushProperty name="height" value="0.05" units="cm"/>
      <inkml:brushProperty name="color" value="#FFC114"/>
    </inkml:brush>
  </inkml:definitions>
  <inkml:trace contextRef="#ctx0" brushRef="#br0">33 296 24575,'-10'-31'0,"-8"-49"0,16 70 0,1 0 0,0 0 0,0-1 0,1 1 0,1-1 0,0 1 0,0 0 0,5-19 0,-4 24 0,0 1 0,0 0 0,1 0 0,-1-1 0,1 2 0,0-1 0,0 0 0,1 0 0,-1 1 0,1 0 0,0 0 0,-1 0 0,1 0 0,1 1 0,-1-1 0,0 1 0,0 0 0,1 0 0,0 1 0,-1-1 0,1 1 0,0 0 0,6-1 0,5 0 0,-1 1 0,1 1 0,-1 0 0,1 1 0,0 0 0,16 4 0,-15-1 0,0 1 0,-1 0 0,0 1 0,0 1 0,0 0 0,-1 1 0,0 1 0,-1 0 0,21 17 0,-29-20 0,0-1 0,-1 1 0,0 0 0,0 1 0,0-1 0,-1 1 0,1 0 0,-2 0 0,7 14 0,-9-15 0,1 0 0,-1 0 0,0 0 0,0 0 0,-1-1 0,0 1 0,0 0 0,0 0 0,-1 0 0,0 0 0,0 0 0,-1 0 0,1 0 0,-5 9 0,0-3 31,-1 0 0,0-1 0,-1 0 0,0 0 0,0 0 0,-2-1 0,1 0 0,-1-1 1,0 0-1,-17 11 0,2-4-458,-1 0 0,0-2 1,-47 18-1,28-15-6399</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28.362"/>
    </inkml:context>
    <inkml:brush xml:id="br0">
      <inkml:brushProperty name="width" value="0.05" units="cm"/>
      <inkml:brushProperty name="height" value="0.05" units="cm"/>
      <inkml:brushProperty name="color" value="#FFC114"/>
    </inkml:brush>
  </inkml:definitions>
  <inkml:trace contextRef="#ctx0" brushRef="#br0">4 18 24575,'-1'107'0,"-2"-31"0,15 136 0,-11-202 0,1 0 0,1 0 0,0 0 0,0-1 0,7 15 0,-9-22 0,0 0 0,1 0 0,-1 0 0,0 0 0,1 0 0,-1-1 0,1 1 0,0 0 0,0-1 0,-1 1 0,1-1 0,0 0 0,3 2 0,-4-3 0,1 1 0,-1-1 0,1 0 0,0 1 0,-1-1 0,1 0 0,-1 0 0,1 0 0,0 0 0,-1-1 0,1 1 0,-1 0 0,1-1 0,0 1 0,-1-1 0,1 1 0,-1-1 0,0 0 0,1 0 0,-1 1 0,2-3 0,7-4 0,-2-1 0,1 1 0,-1-2 0,-1 1 0,1-1 0,-1-1 0,-1 1 0,0-1 0,0 0 0,-1 0 0,5-14 0,-1 0 0,-1 0 0,-2 0 0,0-1 0,2-27 0,-5 34-136,-1-1-1,-2 0 1,0 1-1,-1-1 1,0 0-1,-2 0 1,0 1-1,-1 0 0,-8-24 1,0 18-6690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28.733"/>
    </inkml:context>
    <inkml:brush xml:id="br0">
      <inkml:brushProperty name="width" value="0.05" units="cm"/>
      <inkml:brushProperty name="height" value="0.05" units="cm"/>
      <inkml:brushProperty name="color" value="#FFC114"/>
    </inkml:brush>
  </inkml:definitions>
  <inkml:trace contextRef="#ctx0" brushRef="#br0">216 109 24575,'0'-5'0,"0"1"0,-1-1 0,0 0 0,0 1 0,0-1 0,0 1 0,-1-1 0,0 1 0,0 0 0,0-1 0,0 1 0,-1 0 0,1 0 0,-1 1 0,0-1 0,0 1 0,-1-1 0,1 1 0,-1 0 0,0 0 0,1 0 0,-1 1 0,-1-1 0,1 1 0,0 0 0,-5-1 0,4 1 0,1 0 0,-1 1 0,0 0 0,0 0 0,0 0 0,1 1 0,-1-1 0,0 1 0,0 0 0,0 1 0,0-1 0,0 1 0,0 0 0,1 0 0,-1 0 0,0 1 0,1 0 0,-1 0 0,1 0 0,0 0 0,-1 1 0,1 0 0,0-1 0,1 1 0,-5 5 0,6-6 0,0 0 0,0 1 0,0-1 0,0 1 0,1 0 0,-1-1 0,1 1 0,0 0 0,0 0 0,0 0 0,0 0 0,0 0 0,1 0 0,0 0 0,-1 4 0,1-1 0,1-1 0,-1 1 0,1 0 0,0-1 0,1 1 0,-1-1 0,5 10 0,2 0 0,0 0 0,1 0 0,1-1 0,16 19 0,42 39 0,-41-45 0,36 47 0,-61-72 0,-1 0 0,1 0 0,-1 0 0,0 0 0,0 0 0,0 0 0,0 1 0,0-1 0,-1 0 0,1 1 0,-1-1 0,1 0 0,-1 5 0,0-6 0,0 1 0,-1-1 0,1 1 0,-1-1 0,1 0 0,-1 1 0,1-1 0,-1 0 0,0 0 0,0 0 0,0 1 0,1-1 0,-1 0 0,0 0 0,0 0 0,-1 0 0,1 0 0,0 0 0,0-1 0,0 1 0,-1 0 0,1-1 0,0 1 0,-2 0 0,-10 3-102,0-1-1,1 0 1,-2-1-1,1 0 1,0-1-1,-24-1 1,26 0-546,-22 0-6178</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29.125"/>
    </inkml:context>
    <inkml:brush xml:id="br0">
      <inkml:brushProperty name="width" value="0.05" units="cm"/>
      <inkml:brushProperty name="height" value="0.05" units="cm"/>
      <inkml:brushProperty name="color" value="#FFC114"/>
    </inkml:brush>
  </inkml:definitions>
  <inkml:trace contextRef="#ctx0" brushRef="#br0">1 102 24575,'30'-37'0,"-26"32"0,-1-1 0,2 0 0,-1 1 0,0 0 0,1 0 0,0 0 0,1 1 0,-1-1 0,0 1 0,1 1 0,0-1 0,8-3 0,-12 7 0,0-1 0,-1 1 0,1 0 0,0 0 0,0 0 0,0 0 0,-1 0 0,1 1 0,0-1 0,0 0 0,-1 1 0,1 0 0,0-1 0,-1 1 0,1 0 0,0 0 0,-1-1 0,1 1 0,-1 1 0,0-1 0,1 0 0,-1 0 0,0 0 0,0 1 0,1-1 0,-1 1 0,0-1 0,0 1 0,-1-1 0,1 1 0,0-1 0,0 1 0,0 2 0,3 7 0,1 1 0,-2 0 0,4 20 0,-5-25 0,100 661 0,-76-773 0,-13 68 0,1 0 0,24-47 0,-30 70 0,0 0 0,0 1 0,2 0 0,-1 1 0,2 0 0,-1 0 0,2 1 0,21-17 0,-30 26 0,-1 0 0,1 0 0,0 0 0,0 1 0,0 0 0,0-1 0,0 1 0,0 0 0,1 0 0,-1 1 0,0-1 0,0 1 0,1-1 0,-1 1 0,0 0 0,1 0 0,-1 1 0,0-1 0,0 1 0,1-1 0,4 3 0,-3-1 0,-1 1 0,0-1 0,-1 1 0,1 0 0,0 0 0,-1 0 0,1 1 0,-1-1 0,0 1 0,0-1 0,-1 1 0,1 0 0,-1 0 0,0 1 0,2 3 0,8 26-227,-1 0-1,-2 1 1,-1 0-1,-2 1 1,3 66-1,-5-46-6598</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32.307"/>
    </inkml:context>
    <inkml:brush xml:id="br0">
      <inkml:brushProperty name="width" value="0.05" units="cm"/>
      <inkml:brushProperty name="height" value="0.05" units="cm"/>
      <inkml:brushProperty name="color" value="#FFC114"/>
    </inkml:brush>
  </inkml:definitions>
  <inkml:trace contextRef="#ctx0" brushRef="#br0">9 205 24575,'-1'0'0,"1"-1"0,-1 0 0,0 1 0,1-1 0,-1 1 0,1-1 0,-1 0 0,1 0 0,-1 1 0,1-1 0,-1 0 0,1 0 0,0 0 0,-1 1 0,1-1 0,0 0 0,0 0 0,0 0 0,-1 0 0,1 0 0,0 1 0,0-1 0,0 0 0,1 0 0,-1 0 0,0 0 0,0 0 0,1 0 0,0-1 0,0 1 0,0-1 0,0 1 0,0 0 0,0 0 0,0 0 0,1 0 0,-1 0 0,0 0 0,1 0 0,-1 0 0,1 0 0,2-1 0,2 0 0,-1 0 0,1 0 0,0 1 0,0 0 0,0 0 0,0 0 0,9 0 0,-11 2 0,0 0 0,0 0 0,0 0 0,-1 1 0,1-1 0,0 1 0,-1 0 0,1-1 0,-1 2 0,0-1 0,0 0 0,0 1 0,0-1 0,0 1 0,0 0 0,-1 0 0,1 0 0,-1 1 0,0-1 0,0 0 0,0 1 0,0-1 0,1 7 0,4 9 0,-1 0 0,-1 0 0,3 30 0,-3-22 0,4 18 0,17 52 0,-20-79 0,1 0 0,1 0 0,0-1 0,2 0 0,16 24 0,-23-38 0,-1 0 0,0 0 0,1 0 0,-1 0 0,1-1 0,0 1 0,0-1 0,0 1 0,0-1 0,1 0 0,-1 0 0,0-1 0,1 1 0,-1-1 0,1 0 0,0 0 0,-1 0 0,5 1 0,-3-2 0,0-1 0,0 1 0,-1-1 0,1 0 0,0 0 0,-1-1 0,1 1 0,-1-1 0,1 0 0,-1 0 0,0 0 0,0-1 0,0 0 0,4-3 0,15-12 0,-1-2 0,0 0 0,-2-1 0,0-2 0,17-25 0,-6 2 0,44-88 0,-63 110 0,-1 0 0,-2 0 0,9-34 0,-16 50 0,0 0 0,-1 0 0,0 0 0,0-1 0,-1 1 0,0 0 0,0 0 0,-1-1 0,0 1 0,0 0 0,-1 0 0,0 0 0,-1 0 0,-4-11 0,5 16-35,0 0 0,0 0 0,-1 0 0,1 0 0,-1 1 0,1-1 0,-1 1 0,0 0 0,0 0 0,0 0 0,0 0 0,0 0 0,-1 1 0,1-1 0,0 1 0,-1 0 0,1 0 0,-1 0 0,1 1 0,-1-1 0,0 1 0,1 0 0,-1 0 0,1 0 0,-1 0 0,0 1 0,1-1 0,-1 1 0,1 0 0,-1 0 0,1 0 0,0 1 0,-1-1 0,1 1 0,0 0 0,0-1 0,0 1 0,-5 5 0,-10 9-6791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32.683"/>
    </inkml:context>
    <inkml:brush xml:id="br0">
      <inkml:brushProperty name="width" value="0.05" units="cm"/>
      <inkml:brushProperty name="height" value="0.05" units="cm"/>
      <inkml:brushProperty name="color" value="#FFC114"/>
    </inkml:brush>
  </inkml:definitions>
  <inkml:trace contextRef="#ctx0" brushRef="#br0">292 167 24575,'0'-8'0,"1"0"0,0 1 0,4-13 0,-4 17 0,0-1 0,0 1 0,0-1 0,0 1 0,-1-1 0,1 1 0,-1-1 0,0 0 0,0 1 0,0-1 0,-1 1 0,1-1 0,-1 1 0,0-1 0,0 1 0,0-1 0,0 1 0,-1 0 0,1-1 0,-1 1 0,-3-5 0,1 4 0,0 0 0,-1 0 0,1 0 0,-1 1 0,0 0 0,0 0 0,0 0 0,0 1 0,0-1 0,0 1 0,-1 0 0,1 1 0,-1 0 0,0-1 0,1 2 0,-1-1 0,0 1 0,1-1 0,-1 2 0,0-1 0,-8 2 0,3 0 0,0 0 0,1 0 0,-1 1 0,1 0 0,-1 1 0,1 0 0,1 1 0,-1 0 0,0 0 0,-12 11 0,19-13 0,-1 0 0,1 0 0,0 0 0,0 0 0,0 1 0,0-1 0,1 1 0,0 0 0,-1 0 0,1-1 0,1 2 0,-1-1 0,1 0 0,-1 0 0,1 0 0,0 1 0,1-1 0,-1 1 0,1-1 0,0 0 0,0 1 0,0-1 0,0 1 0,1-1 0,0 0 0,0 1 0,3 6 0,-1-3 0,1 1 0,0-1 0,1 0 0,0-1 0,0 1 0,0-1 0,1 0 0,0 0 0,1-1 0,0 0 0,0 0 0,12 8 0,11 4 0,38 15 0,-42-22 0,-1 2 0,42 28 0,-64-40 0,-1 1 0,0 0 0,0 0 0,1 0 0,-2 0 0,1 0 0,0 0 0,0 1 0,-1-1 0,1 1 0,-1-1 0,1 1 0,-1 0 0,0-1 0,0 1 0,0 4 0,-1-5 0,0 1 0,0-1 0,0 0 0,0 0 0,-1 0 0,1 0 0,-1 0 0,1 1 0,-1-1 0,0 0 0,0 0 0,0 0 0,0-1 0,0 1 0,0 0 0,-1 0 0,1-1 0,-1 1 0,1 0 0,-1-1 0,1 0 0,-5 3 0,-3 3 0,-2-1 0,1-1 0,-1 1 0,0-2 0,-22 7 0,-61 11 0,83-20-170,0 0-1,0-1 0,0 0 1,-1-1-1,1 0 0,0 0 1,-16-4-1,3-3-6655</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33.554"/>
    </inkml:context>
    <inkml:brush xml:id="br0">
      <inkml:brushProperty name="width" value="0.05" units="cm"/>
      <inkml:brushProperty name="height" value="0.05" units="cm"/>
      <inkml:brushProperty name="color" value="#FFC114"/>
    </inkml:brush>
  </inkml:definitions>
  <inkml:trace contextRef="#ctx0" brushRef="#br0">303 1 24575,'-10'0'0,"0"1"0,0 1 0,0 0 0,0 0 0,0 1 0,1 0 0,-1 1 0,1 0 0,0 1 0,0 0 0,0 0 0,0 1 0,1 0 0,0 0 0,0 1 0,1 0 0,-9 11 0,1-1 0,2 1 0,0 1 0,1 0 0,0 0 0,2 1 0,-15 39 0,17-34 0,2 1 0,0-1 0,1 1 0,2 0 0,1 0 0,0 0 0,2 1 0,1-1 0,2 0 0,0 0 0,2 0 0,15 49 0,-11-47 0,2 0 0,1-1 0,2-1 0,0 0 0,2-1 0,1 0 0,0-1 0,2-1 0,1-1 0,1-1 0,29 24 0,-15-19-341,2-2 0,0-1-1,68 29 1,2-7-6485</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33.814"/>
    </inkml:context>
    <inkml:brush xml:id="br0">
      <inkml:brushProperty name="width" value="0.05" units="cm"/>
      <inkml:brushProperty name="height" value="0.05" units="cm"/>
      <inkml:brushProperty name="color" value="#FFC114"/>
    </inkml:brush>
  </inkml:definitions>
  <inkml:trace contextRef="#ctx0" brushRef="#br0">22 17 24575,'0'-3'0,"3"-1"0,7 0 0,6 1 0,8 1 0,7 3 0,5 9 0,1 8 0,2 11 0,0 12 0,-7 9 0,-12 12 0,-15 7 0,-21 4 0,-24 3 0,-26 1 0,-30-1 0,1-13-8191</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38.937"/>
    </inkml:context>
    <inkml:brush xml:id="br0">
      <inkml:brushProperty name="width" value="0.05" units="cm"/>
      <inkml:brushProperty name="height" value="0.05" units="cm"/>
      <inkml:brushProperty name="color" value="#FFC114"/>
    </inkml:brush>
  </inkml:definitions>
  <inkml:trace contextRef="#ctx0" brushRef="#br0">180 399 24575,'4'0'0,"1"-1"0,-1 0 0,1 0 0,-1 0 0,0 0 0,1-1 0,-1 0 0,0 0 0,0 0 0,4-2 0,39-31 0,-37 27 0,1-1 0,-2-1 0,1 0 0,-1 0 0,-1-1 0,0 0 0,0-1 0,-1 0 0,-1 0 0,0 0 0,0-1 0,-1 0 0,-1 0 0,0-1 0,-1 1 0,-1-1 0,0 1 0,0-1 0,-2-16 0,0 25 0,0 1 0,0-1 0,-1 1 0,0-1 0,0 0 0,0 1 0,-1-1 0,0 1 0,1 0 0,-2 0 0,1 0 0,0 0 0,-5-7 0,5 9 0,-1 0 0,1 0 0,-1 0 0,1 0 0,-1 0 0,1 0 0,-1 1 0,0-1 0,0 1 0,0 0 0,0 0 0,0 0 0,0 0 0,0 0 0,0 1 0,0-1 0,0 1 0,0 0 0,-1 0 0,1 0 0,-4 1 0,-5 1 0,0 1 0,0 1 0,0 0 0,0 0 0,1 1 0,0 1 0,0 0 0,0 1 0,1-1 0,0 2 0,0 0 0,-11 11 0,2 0 0,1 1 0,0 1 0,2 1 0,-23 38 0,33-49 0,0 0 0,0 0 0,1 1 0,1 0 0,0 0 0,1 0 0,0 1 0,1-1 0,-1 17 0,3-24 0,0 1 0,0-1 0,1 1 0,0-1 0,0 0 0,0 1 0,0-1 0,1 0 0,0 0 0,1 0 0,-1 0 0,1 0 0,0 0 0,0-1 0,0 1 0,0-1 0,1 0 0,0 0 0,0 0 0,0 0 0,0-1 0,1 0 0,7 5 0,1-2 0,-1 0 0,2-1 0,-1 0 0,0-1 0,1 0 0,0-2 0,0 1 0,0-2 0,19 1 0,-16-2 0,0 0 0,1-2 0,-1 0 0,0-1 0,0-1 0,0 0 0,20-8 0,-26 7 0,1-1 0,-1 0 0,0 0 0,-1-1 0,0 0 0,0-1 0,0 0 0,-1-1 0,0 0 0,-1 0 0,0-1 0,9-14 0,-9 10 0,-1 0 0,0-1 0,-1 0 0,0-1 0,-1 1 0,-1-1 0,-1 0 0,0 0 0,0-17 0,-2 25 0,1-9 0,-1 0 0,-1-1 0,-1 1 0,-2-17 0,1 86 0,3-35 0,1 0 0,1 1 0,0-1 0,1 0 0,1-1 0,1 1 0,0-1 0,1 0 0,1-1 0,10 17 0,-14-28 0,-1 1 0,1-1 0,0 0 0,0 0 0,0 0 0,1 0 0,-1-1 0,1 0 0,0 0 0,0 0 0,0-1 0,0 1 0,8 2 0,-10-5 0,-1 1 0,0 0 0,1-1 0,-1 1 0,1-1 0,-1 0 0,1 0 0,-1 0 0,1 0 0,-1 0 0,1-1 0,-1 1 0,0-1 0,1 0 0,-1 1 0,0-1 0,1 0 0,-1 0 0,0-1 0,0 1 0,0 0 0,0-1 0,0 1 0,0-1 0,0 0 0,-1 1 0,1-1 0,0 0 0,-1 0 0,0 0 0,1 0 0,1-4 0,0-3 0,0 1 0,0 0 0,-1-1 0,0 0 0,0 1 0,0-15 0,-2-56 0,-1 61 0,-2-4 0,3 22 0,0 0 0,-1 0 0,1 0 0,0 0 0,-1 1 0,1-1 0,0 0 0,0 0 0,-1 0 0,1 1 0,0-1 0,0 0 0,-1 0 0,1 1 0,0-1 0,0 0 0,0 0 0,0 1 0,-1-1 0,1 0 0,0 1 0,0-1 0,0 0 0,0 1 0,0-1 0,0 0 0,0 1 0,0-1 0,0 0 0,0 1 0,-9 45 0,6 9 0,2 0 0,2 0 0,3 0 0,2 0 0,2 0 0,20 64 0,-27-114 0,0-1 0,1-1 0,0 1 0,-1 0 0,2 0 0,3 5 0,-6-9 0,0 0 0,0 0 0,0 0 0,0 1 0,0-1 0,0 0 0,0 0 0,0 0 0,0 0 0,0 0 0,1 0 0,-1 1 0,0-1 0,0 0 0,0 0 0,0 0 0,0 0 0,0 0 0,1 0 0,-1 0 0,0 0 0,0 0 0,0 0 0,0 0 0,0 0 0,1 0 0,-1 0 0,0 0 0,0 0 0,0 0 0,0 0 0,1 0 0,-1 0 0,0 0 0,0 0 0,0 0 0,0 0 0,0 0 0,1 0 0,-1 0 0,0 0 0,0 0 0,0 0 0,0 0 0,0-1 0,1 1 0,-1 0 0,0 0 0,0 0 0,0 0 0,0 0 0,1-21 0,-6-37 0,-8-147 0,13 160 0,1 0 0,11-68 0,-9 97 0,1 0 0,0 0 0,1 1 0,0 0 0,2 0 0,9-17 0,-14 28 0,0 1 0,0 0 0,1 0 0,-1 0 0,1 0 0,0 0 0,0 0 0,0 1 0,0-1 0,1 1 0,-1 0 0,0 0 0,5-2 0,-5 3 0,0 1 0,0-1 0,0 1 0,0 0 0,0-1 0,0 1 0,0 0 0,0 1 0,1-1 0,-1 1 0,0-1 0,0 1 0,0 0 0,-1 0 0,1 0 0,0 0 0,0 1 0,0-1 0,3 3 0,-1 0 0,0 0 0,1 0 0,-1 0 0,-1 1 0,1 0 0,-1 0 0,1 0 0,-1 0 0,-1 1 0,1-1 0,-1 1 0,0 0 0,0 0 0,-1 0 0,0 1 0,0-1 0,2 13 0,-3-13 0,-1-1 0,1 1 0,-1-1 0,-1 0 0,1 1 0,-1-1 0,0 0 0,0 1 0,0-1 0,-1 0 0,0 0 0,0 0 0,0 0 0,0 0 0,-1-1 0,0 1 0,0-1 0,0 0 0,-1 1 0,1-1 0,-1-1 0,-6 6 0,-1-1-136,0-2-1,0 1 1,-1-2-1,1 1 1,-1-2-1,0 1 1,-1-2-1,1 1 0,-21 1 1,11-2-6690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39.124"/>
    </inkml:context>
    <inkml:brush xml:id="br0">
      <inkml:brushProperty name="width" value="0.05" units="cm"/>
      <inkml:brushProperty name="height" value="0.05" units="cm"/>
      <inkml:brushProperty name="color" value="#FFC114"/>
    </inkml:brush>
  </inkml:definitions>
  <inkml:trace contextRef="#ctx0" brushRef="#br0">1 0 24575,'3'0'0,"4"0"0,5 0 0,-1 4 0,-2 3 0,-2 4 0,-3 4 0,2 1 0,-1 2 0,0 4 0,-3 1 0,0 0 0,-1-1 0,0-1 0,-1-4-8191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39.280"/>
    </inkml:context>
    <inkml:brush xml:id="br0">
      <inkml:brushProperty name="width" value="0.05" units="cm"/>
      <inkml:brushProperty name="height" value="0.05" units="cm"/>
      <inkml:brushProperty name="color" value="#FFC114"/>
    </inkml:brush>
  </inkml:definitions>
  <inkml:trace contextRef="#ctx0" brushRef="#br0">0 4 24575,'0'-3'0,"0"3"0,0 3 0,0 5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39.728"/>
    </inkml:context>
    <inkml:brush xml:id="br0">
      <inkml:brushProperty name="width" value="0.05" units="cm"/>
      <inkml:brushProperty name="height" value="0.05" units="cm"/>
      <inkml:brushProperty name="color" value="#FFC114"/>
    </inkml:brush>
  </inkml:definitions>
  <inkml:trace contextRef="#ctx0" brushRef="#br0">216 296 24575,'0'0'0,"0"0"0,-1 0 0,1 1 0,0-1 0,-1 0 0,1 0 0,-1 0 0,1 0 0,0 0 0,-1 0 0,1 0 0,0 0 0,-1 0 0,1 0 0,-1 0 0,1 0 0,0 0 0,-1 0 0,1 0 0,0-1 0,-1 1 0,1 0 0,0 0 0,-1 0 0,1-1 0,0 1 0,-1 0 0,1 0 0,0 0 0,-1-1 0,1 1 0,0 0 0,0-1 0,0 1 0,-1 0 0,1-1 0,0 1 0,0 0 0,0-1 0,11-13 0,-8 11 0,13-13 0,-1-1 0,-1 0 0,20-32 0,-29 43 0,-2-1 0,1-1 0,-1 1 0,0 0 0,0-1 0,-1 1 0,0-1 0,-1 0 0,0 0 0,0 0 0,0 0 0,-1 0 0,-1-14 0,0 19 0,1 1 0,-1-1 0,1 1 0,-1-1 0,0 1 0,0 0 0,0-1 0,0 1 0,-1 0 0,1 0 0,0 0 0,-1 0 0,1 0 0,-1 0 0,0 0 0,0 1 0,0-1 0,-3-1 0,2 1 0,-1 0 0,0 0 0,0 1 0,1-1 0,-1 1 0,0 0 0,0 1 0,-1-1 0,1 1 0,-6-1 0,0 2 0,-1 0 0,0 0 0,1 1 0,-1 0 0,1 1 0,0 0 0,-19 9 0,18-7 0,0 2 0,1-1 0,0 1 0,0 1 0,0 0 0,1 0 0,1 1 0,-1 0 0,2 1 0,-1-1 0,1 1 0,0 1 0,-5 13 0,9-18 0,0 0 0,1 1 0,-1 0 0,2 0 0,-1-1 0,1 1 0,0 0 0,0 0 0,1 0 0,0 0 0,0 0 0,1 0 0,0 0 0,0 0 0,0 0 0,1 0 0,0 0 0,1-1 0,-1 1 0,1-1 0,1 0 0,-1 1 0,1-2 0,6 9 0,-4-7 31,1 0 0,-1-1 0,2 1 0,-1-2 0,1 1 0,0-1 0,0 0 0,0 0 1,1-1-1,10 4 0,2-1-458,0-1 0,0-1 1,28 3-1,-6-3-6399</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40.087"/>
    </inkml:context>
    <inkml:brush xml:id="br0">
      <inkml:brushProperty name="width" value="0.05" units="cm"/>
      <inkml:brushProperty name="height" value="0.05" units="cm"/>
      <inkml:brushProperty name="color" value="#FFC114"/>
    </inkml:brush>
  </inkml:definitions>
  <inkml:trace contextRef="#ctx0" brushRef="#br0">27 162 24575,'0'-11'0,"-2"-1"0,1 0 0,-2 1 0,-5-17 0,5 18 0,1 1 0,-1-1 0,1 0 0,1 0 0,0 1 0,0-16 0,4 20 0,1 10 0,2 13 0,3 16 0,-1 1 0,-3 1 0,0-1 0,-1 47 0,-1-19 0,-3-62 0,0-1 0,0 1 0,0 0 0,0-1 0,0 1 0,0 0 0,0-1 0,0 1 0,0 0 0,1-1 0,-1 1 0,0-1 0,0 1 0,1 0 0,-1-1 0,0 1 0,1-1 0,-1 1 0,1-1 0,-1 1 0,1-1 0,-1 1 0,1 0 0,0-1 0,-1 0 0,1 0 0,0 0 0,-1 0 0,1 0 0,-1 0 0,1 0 0,0-1 0,-1 1 0,1 0 0,-1 0 0,1 0 0,0-1 0,-1 1 0,1 0 0,-1-1 0,1 1 0,-1 0 0,1-1 0,0 0 0,27-31 0,-20 22 0,-1 2 0,79-84 0,-70 76 0,1 1 0,0 1 0,31-19 0,-44 30 0,2 0 0,-1 1 0,0-1 0,0 1 0,1 1 0,-1-1 0,1 1 0,-1-1 0,1 2 0,0-1 0,-1 1 0,1 0 0,10 0 0,-12 1 0,0 0 0,0 0 0,0 1 0,0-1 0,-1 1 0,1 0 0,0 0 0,-1 0 0,1 0 0,-1 1 0,1 0 0,-1-1 0,0 1 0,0 0 0,-1 0 0,1 1 0,0-1 0,-1 1 0,3 4 0,7 17 144,16 47-1,5 9-267,-28-71-95,0 0 1,1-1 0,0 0 0,0 0-1,1-1 1,9 9 0,6 2-6608</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40.494"/>
    </inkml:context>
    <inkml:brush xml:id="br0">
      <inkml:brushProperty name="width" value="0.05" units="cm"/>
      <inkml:brushProperty name="height" value="0.05" units="cm"/>
      <inkml:brushProperty name="color" value="#FFC114"/>
    </inkml:brush>
  </inkml:definitions>
  <inkml:trace contextRef="#ctx0" brushRef="#br0">294 488 24575,'0'-11'0,"-1"1"0,0-1 0,0 1 0,-1 0 0,0 0 0,-1 0 0,0 0 0,0 0 0,-8-14 0,9 21 0,0 0 0,0 0 0,0 0 0,0 0 0,0 0 0,-1 1 0,1-1 0,-1 1 0,0 0 0,0-1 0,0 1 0,0 1 0,0-1 0,0 0 0,0 1 0,0-1 0,-1 1 0,1 0 0,-1 0 0,1 0 0,-1 1 0,1-1 0,-1 1 0,0 0 0,1 0 0,-1 0 0,1 1 0,-1-1 0,1 1 0,-6 1 0,-1 2 0,0 0 0,0 0 0,1 1 0,-1 0 0,1 0 0,1 1 0,-1 1 0,1-1 0,0 1 0,1 1 0,-1-1 0,1 1 0,1 0 0,0 1 0,0 0 0,0 0 0,1 0 0,1 1 0,0-1 0,0 1 0,1 0 0,0 0 0,0 1 0,-1 12 0,4-20 0,0-1 0,0 1 0,-1 0 0,2 0 0,-1-1 0,0 1 0,1 0 0,-1 0 0,1-1 0,0 1 0,-1 0 0,1-1 0,1 1 0,-1-1 0,0 1 0,1-1 0,-1 0 0,1 1 0,0-1 0,0 0 0,-1 0 0,1 0 0,1 0 0,-1-1 0,0 1 0,0 0 0,1-1 0,-1 0 0,1 1 0,-1-1 0,1 0 0,0 0 0,4 0 0,0 1 0,0-1 0,-1-1 0,1 1 0,0-1 0,0-1 0,-1 1 0,1-1 0,0 0 0,0 0 0,-1-1 0,1 0 0,10-5 0,-7 2 0,0-1 0,0 0 0,0 0 0,-1-1 0,0-1 0,0 0 0,-1 0 0,12-15 0,-9 8 0,-1 0 0,-1-1 0,0 0 0,12-32 0,-5-3 0,-1-1 0,11-91 0,-23 123 0,0 3 0,12-98 0,-16 105 0,-4 17 0,-5 20 0,-6 41 0,2 1 0,-8 131 0,21-182-114,1-1 1,0 0-1,2 0 0,0 1 0,0-1 1,2-1-1,0 1 0,1 0 0,1-1 1,0 0-1,11 18 0,-2-10-6712</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40.945"/>
    </inkml:context>
    <inkml:brush xml:id="br0">
      <inkml:brushProperty name="width" value="0.05" units="cm"/>
      <inkml:brushProperty name="height" value="0.05" units="cm"/>
      <inkml:brushProperty name="color" value="#FFC114"/>
    </inkml:brush>
  </inkml:definitions>
  <inkml:trace contextRef="#ctx0" brushRef="#br0">0 291 24575,'3'23'0,"0"0"0,1 0 0,9 24 0,4 24 0,-5 25 0,0 5 0,-6-85 0,-3-23 0,-1-28 0,-11-128 0,0 42 0,7-152 0,2 263 0,1 0 0,0-1 0,1 1 0,3-11 0,-5 19 0,1 1 0,-1-1 0,0 1 0,1 0 0,-1-1 0,1 1 0,-1 0 0,1-1 0,0 1 0,0 0 0,-1 0 0,1 0 0,0-1 0,0 1 0,0 0 0,0 0 0,1 0 0,-1 1 0,0-1 0,0 0 0,0 0 0,1 1 0,-1-1 0,0 1 0,1-1 0,-1 1 0,0-1 0,1 1 0,-1 0 0,1 0 0,-1-1 0,1 1 0,-1 0 0,0 0 0,1 1 0,-1-1 0,1 0 0,-1 0 0,3 1 0,3 3 0,-1-1 0,1 1 0,0 0 0,-1 0 0,0 0 0,0 1 0,0 0 0,-1 0 0,0 1 0,0 0 0,0-1 0,8 14 0,-6-7 0,-1-1 0,0 1 0,-1 0 0,0 1 0,0-1 0,3 22 0,-6-28 0,-1 0 0,0 0 0,-1 0 0,0 0 0,1 0 0,-2 0 0,1 0 0,-1 0 0,0 0 0,0 0 0,-1 0 0,1-1 0,-2 1 0,1 0 0,0-1 0,-1 1 0,0-1 0,0 0 0,-1 0 0,1 0 0,-1-1 0,0 1 0,0-1 0,-1 0 0,1 0 0,-1 0 0,0-1 0,0 1 0,0-1 0,-7 2 0,-10 6-1365,3-3-5461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41.133"/>
    </inkml:context>
    <inkml:brush xml:id="br0">
      <inkml:brushProperty name="width" value="0.05" units="cm"/>
      <inkml:brushProperty name="height" value="0.05" units="cm"/>
      <inkml:brushProperty name="color" value="#FFC114"/>
    </inkml:brush>
  </inkml:definitions>
  <inkml:trace contextRef="#ctx0" brushRef="#br0">1 9 24575,'3'0'0,"4"-4"0,4 0 0,1 3 0,0 5 0,-1 5 0,0 4 0,2 6 0,-1 3 0,0 4 0,1 0 0,-2 0 0,1-3 0,-2-1 0,-3-1 0,2-5 0,-2-5-8191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41.289"/>
    </inkml:context>
    <inkml:brush xml:id="br0">
      <inkml:brushProperty name="width" value="0.05" units="cm"/>
      <inkml:brushProperty name="height" value="0.05" units="cm"/>
      <inkml:brushProperty name="color" value="#FFC114"/>
    </inkml:brush>
  </inkml:definitions>
  <inkml:trace contextRef="#ctx0" brushRef="#br0">52 23 24575,'0'-3'0,"-3"-4"0,-4-1 0,-1 4 0,-3 5 0,2 10 0,1 8 0,3 2-8191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42.179"/>
    </inkml:context>
    <inkml:brush xml:id="br0">
      <inkml:brushProperty name="width" value="0.05" units="cm"/>
      <inkml:brushProperty name="height" value="0.05" units="cm"/>
      <inkml:brushProperty name="color" value="#FFC114"/>
    </inkml:brush>
  </inkml:definitions>
  <inkml:trace contextRef="#ctx0" brushRef="#br0">86 161 24575,'26'-34'0,"-44"56"0,5-8 0,1 1 0,-17 28 0,25-37 0,-2 4 0,1 0 0,0 1 0,0 0 0,1 0 0,-5 19 0,9-28 0,-1 1 0,1-1 0,0 0 0,0 1 0,0-1 0,0 1 0,0-1 0,1 0 0,-1 1 0,1-1 0,0 0 0,-1 1 0,1-1 0,0 0 0,0 0 0,1 0 0,-1 0 0,0 0 0,1 0 0,-1 0 0,1 0 0,-1 0 0,1-1 0,0 1 0,0-1 0,0 1 0,0-1 0,0 0 0,0 0 0,0 1 0,0-2 0,1 1 0,4 1 0,2 2 0,1-1 0,0-1 0,-1 1 0,1-1 0,1-1 0,-1 0 0,0-1 0,0 0 0,12-1 0,-17 0 0,0 0 0,0-1 0,0 1 0,0-1 0,0 0 0,-1 0 0,1 0 0,-1-1 0,1 0 0,-1 0 0,0 0 0,0 0 0,0 0 0,-1-1 0,1 0 0,-1 0 0,0 0 0,0 0 0,0 0 0,2-6 0,0 0 0,-1 0 0,-1-1 0,1 1 0,-2-1 0,1 1 0,-2-1 0,1 0 0,-1 0 0,-1 0 0,0 0 0,-1 0 0,-2-16 0,1 15 0,-1 0 0,1 1 0,-2 0 0,0 0 0,0 0 0,-1 0 0,0 1 0,-1-1 0,0 1 0,-1 1 0,-12-15 0,17 22 0,0 0 0,0-1 0,0 1 0,-1 0 0,1 0 0,-1 1 0,0-1 0,0 0 0,1 1 0,-1 0 0,0-1 0,0 1 0,0 0 0,0 1 0,0-1 0,-1 0 0,1 1 0,0 0 0,0 0 0,-4 0 0,5 1 0,-1-1 0,1 1 0,-1 0 0,1 0 0,0 0 0,-1 1 0,1-1 0,0 1 0,0-1 0,0 1 0,0-1 0,0 1 0,0 0 0,1 0 0,-1 0 0,1 0 0,-1 0 0,1 1 0,0-1 0,0 0 0,0 1 0,0-1 0,0 1 0,-1 4 0,0 0 0,1-1 0,-1 1 0,1 0 0,1 0 0,-1 0 0,1 0 0,0 0 0,1 0 0,0 0 0,0 0 0,0-1 0,1 1 0,0 0 0,0-1 0,1 1 0,0-1 0,0 0 0,4 6 0,-1-3 0,1-1 0,-1 0 0,1 0 0,1-1 0,0 0 0,0-1 0,0 1 0,1-1 0,-1-1 0,1 0 0,15 6 0,-15-7 0,1 0 0,0-1 0,0 0 0,0 0 0,0-1 0,1-1 0,-1 0 0,0 0 0,1-1 0,-1 0 0,1-1 0,17-4 0,-22 4 0,0-1 0,1 0 0,-1-1 0,0 0 0,0 0 0,-1 0 0,1-1 0,0 1 0,-1-1 0,0-1 0,0 1 0,0-1 0,-1 0 0,0 0 0,0 0 0,0 0 0,0-1 0,-1 0 0,0 1 0,5-13 0,0-9 0,9-41 0,-14 52 0,-3 16 0,0 0 0,0 0 0,0 0 0,0 0 0,0 0 0,0 0 0,0 0 0,0-1 0,0 1 0,0 0 0,0 0 0,0 0 0,0 0 0,0 0 0,0 0 0,0 0 0,0 0 0,0 0 0,0 0 0,0 0 0,0 0 0,0-1 0,1 1 0,-1 0 0,0 0 0,0 0 0,0 0 0,0 0 0,0 0 0,0 0 0,0 0 0,0 0 0,0 0 0,0 0 0,0 0 0,0 0 0,0 0 0,0 0 0,1 0 0,-1 0 0,0 0 0,0 0 0,0 0 0,0 0 0,0 0 0,0 0 0,0 0 0,0 0 0,0 0 0,0 0 0,0 0 0,1 0 0,-1 0 0,0 0 0,0 0 0,0 0 0,0 0 0,0 0 0,0 0 0,0 0 0,0 0 0,0 0 0,0 0 0,5 8 0,5 17 0,-8-19 0,8 17 0,2-1 0,20 31 0,13 25 0,-44-75 0,1 1 0,0-1 0,0 1 0,0-1 0,0 0 0,1 0 0,-1 0 0,1 0 0,0 0 0,0 0 0,5 3 0,-6-5 0,-1-1 0,1 1 0,0 0 0,0-1 0,0 1 0,-1-1 0,1 0 0,0 1 0,0-1 0,0 0 0,0 0 0,0 0 0,0 0 0,0-1 0,-1 1 0,1-1 0,0 1 0,0-1 0,0 1 0,-1-1 0,1 0 0,0 0 0,-1 0 0,1 0 0,2-2 0,1-1-76,0-1 1,0 1-1,0-1 0,-1 0 0,0 0 0,0-1 0,-1 1 0,1-1 1,-1 0-1,0 1 0,-1-1 0,1-1 0,-1 1 0,-1 0 1,1-1-1,-1 1 0,1-8 0,-1-2-6750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42.380"/>
    </inkml:context>
    <inkml:brush xml:id="br0">
      <inkml:brushProperty name="width" value="0.05" units="cm"/>
      <inkml:brushProperty name="height" value="0.05" units="cm"/>
      <inkml:brushProperty name="color" value="#FFC114"/>
    </inkml:brush>
  </inkml:definitions>
  <inkml:trace contextRef="#ctx0" brushRef="#br0">66 9 24575,'-3'0'0,"-4"0"0,-4-3 0,-4-1 0,2 3 0,2 5 0,6 5 0,5 4 0,4 2 0,3 0-8191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42.800"/>
    </inkml:context>
    <inkml:brush xml:id="br0">
      <inkml:brushProperty name="width" value="0.05" units="cm"/>
      <inkml:brushProperty name="height" value="0.05" units="cm"/>
      <inkml:brushProperty name="color" value="#FFC114"/>
    </inkml:brush>
  </inkml:definitions>
  <inkml:trace contextRef="#ctx0" brushRef="#br0">0 145 24575,'1'5'0,"-1"1"0,1-1 0,0 0 0,1 1 0,2 5 0,4 24 0,-8-33 0,3 31 0,2 1 0,15 60 0,-20-93 0,1 1 0,-1-1 0,0 1 0,1-1 0,0 1 0,-1-1 0,1 1 0,0-1 0,-1 0 0,1 1 0,0-1 0,0 0 0,0 0 0,0 0 0,1 1 0,-1-1 0,0 0 0,0 0 0,1-1 0,-1 1 0,0 0 0,1 0 0,-1-1 0,1 1 0,-1-1 0,1 1 0,-1-1 0,1 0 0,-1 1 0,1-1 0,-1 0 0,1 0 0,0 0 0,-1 0 0,1 0 0,-1-1 0,1 1 0,-1 0 0,1-1 0,-1 1 0,1-1 0,-1 1 0,1-1 0,-1 0 0,0 0 0,2-1 0,8-5 0,0 0 0,-1-1 0,-1 0 0,15-15 0,-20 19 0,10-12 0,1 0 0,-2-1 0,0-1 0,-1 0 0,-1 0 0,16-40 0,-13 23 0,-3 0 0,-1-1 0,7-44 0,-39 200 0,6 56 0,15-137 0,2 0 0,8 59 0,-2-66-1365,0-8-5461</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3T07:51:42.972"/>
    </inkml:context>
    <inkml:brush xml:id="br0">
      <inkml:brushProperty name="width" value="0.05" units="cm"/>
      <inkml:brushProperty name="height" value="0.05" units="cm"/>
      <inkml:brushProperty name="color" value="#FFC114"/>
    </inkml:brush>
  </inkml:definitions>
  <inkml:trace contextRef="#ctx0" brushRef="#br0">16 1 24575,'-4'0'0,"-3"0"0,2 0 0,5 3 0,9 1 0,9 0 0,7-1 0,7 2 0,3 1 0,-1-2 0,-6 0-8191</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4-16T09:27:36.752"/>
    </inkml:context>
    <inkml:brush xml:id="br0">
      <inkml:brushProperty name="width" value="0.05" units="cm"/>
      <inkml:brushProperty name="height" value="0.05" units="cm"/>
      <inkml:brushProperty name="color" value="#FFC114"/>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pPr/>
              <a:t>1/13/2026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pPr/>
              <a:t>‹#›</a:t>
            </a:fld>
            <a:endParaRPr lang="en-US"/>
          </a:p>
        </p:txBody>
      </p:sp>
    </p:spTree>
    <p:extLst>
      <p:ext uri="{BB962C8B-B14F-4D97-AF65-F5344CB8AC3E}">
        <p14:creationId xmlns:p14="http://schemas.microsoft.com/office/powerpoint/2010/main" val="223947869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https://pixabay.com/photos/architecture-building-amsterdam-1448221/</a:t>
            </a:r>
          </a:p>
        </p:txBody>
      </p:sp>
      <p:sp>
        <p:nvSpPr>
          <p:cNvPr id="4" name="Slide Number Placeholder 3"/>
          <p:cNvSpPr>
            <a:spLocks noGrp="1"/>
          </p:cNvSpPr>
          <p:nvPr>
            <p:ph type="sldNum" sz="quarter" idx="5"/>
          </p:nvPr>
        </p:nvSpPr>
        <p:spPr/>
        <p:txBody>
          <a:bodyPr/>
          <a:lstStyle/>
          <a:p>
            <a:fld id="{CA2D21D1-52E2-420B-B491-CFF6D7BB79FB}" type="slidenum">
              <a:rPr lang="en-US" smtClean="0"/>
              <a:pPr/>
              <a:t>3</a:t>
            </a:fld>
            <a:endParaRPr lang="en-US"/>
          </a:p>
        </p:txBody>
      </p:sp>
    </p:spTree>
    <p:extLst>
      <p:ext uri="{BB962C8B-B14F-4D97-AF65-F5344CB8AC3E}">
        <p14:creationId xmlns:p14="http://schemas.microsoft.com/office/powerpoint/2010/main" val="40144999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6B8D726-D0BC-B240-A677-46F99704B744}" type="slidenum">
              <a:rPr lang="en-US" smtClean="0"/>
              <a:pPr/>
              <a:t>30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1/13/2026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1900383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1/13/2026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63090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1/13/2026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53143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1/13/2026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9249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1/13/2026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171436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1/13/2026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104236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1/13/2026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86528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1/13/2026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00219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44841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644077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76201"/>
            <a:ext cx="10969943" cy="812801"/>
          </a:xfrm>
          <a:prstGeom prst="rect">
            <a:avLst/>
          </a:prstGeom>
        </p:spPr>
        <p:txBody>
          <a:bodyPr/>
          <a:lstStyle/>
          <a:p>
            <a:r>
              <a:rPr lang="en-US" dirty="0"/>
              <a:t>Click to edit title style</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609441" y="1295400"/>
            <a:ext cx="5383398" cy="4876800"/>
          </a:xfrm>
        </p:spPr>
        <p:txBody>
          <a:bodyPr>
            <a:normAutofit/>
          </a:bodyPr>
          <a:lstStyle>
            <a:lvl1pPr marL="0" indent="0">
              <a:buFont typeface="Arial" pitchFamily="34" charse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8"/>
          <p:cNvSpPr>
            <a:spLocks noGrp="1"/>
          </p:cNvSpPr>
          <p:nvPr>
            <p:ph sz="quarter" idx="14"/>
          </p:nvPr>
        </p:nvSpPr>
        <p:spPr>
          <a:xfrm>
            <a:off x="6195986" y="1295400"/>
            <a:ext cx="5383398" cy="4876800"/>
          </a:xfrm>
        </p:spPr>
        <p:txBody>
          <a:bodyPr>
            <a:normAutofit/>
          </a:bodyPr>
          <a:lstStyle>
            <a:lvl1pPr marL="0" indent="0">
              <a:buNone/>
              <a:defRPr sz="1866"/>
            </a:lvl1pPr>
            <a:lvl2pPr>
              <a:defRPr sz="1600"/>
            </a:lvl2pPr>
            <a:lvl3pPr>
              <a:defRPr sz="1466"/>
            </a:lvl3pPr>
            <a:lvl4pPr>
              <a:defRPr sz="1466"/>
            </a:lvl4pPr>
            <a:lvl5pPr>
              <a:defRPr sz="1466"/>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yellow circle with black letters and a black background&#10;&#10;Description automatically generated">
            <a:extLst>
              <a:ext uri="{FF2B5EF4-FFF2-40B4-BE49-F238E27FC236}">
                <a16:creationId xmlns:a16="http://schemas.microsoft.com/office/drawing/2014/main" id="{361F23F3-4276-7AC6-FA37-CDC6351B9F7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76238" y="177800"/>
            <a:ext cx="731437" cy="722632"/>
          </a:xfrm>
          <a:prstGeom prst="rect">
            <a:avLst/>
          </a:prstGeom>
        </p:spPr>
      </p:pic>
    </p:spTree>
    <p:extLst>
      <p:ext uri="{BB962C8B-B14F-4D97-AF65-F5344CB8AC3E}">
        <p14:creationId xmlns:p14="http://schemas.microsoft.com/office/powerpoint/2010/main" val="42031437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1/13/2026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3" r:id="rId3"/>
    <p:sldLayoutId id="2147483666" r:id="rId4"/>
    <p:sldLayoutId id="2147483668" r:id="rId5"/>
    <p:sldLayoutId id="2147483669" r:id="rId6"/>
    <p:sldLayoutId id="2147483667" r:id="rId7"/>
    <p:sldLayoutId id="2147483670" r:id="rId8"/>
    <p:sldLayoutId id="2147483665" r:id="rId9"/>
    <p:sldLayoutId id="2147483671" r:id="rId10"/>
    <p:sldLayoutId id="2147483672" r:id="rId11"/>
    <p:sldLayoutId id="2147483673" r:id="rId12"/>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help.sap.com/docs/btp/sap-business-technology-platform/what-is-consumption-based-commercial-model?locale=en-US" TargetMode="Externa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17" Type="http://schemas.openxmlformats.org/officeDocument/2006/relationships/customXml" Target="../ink/ink61.xml"/><Relationship Id="rId21" Type="http://schemas.openxmlformats.org/officeDocument/2006/relationships/customXml" Target="../ink/ink13.xml"/><Relationship Id="rId42" Type="http://schemas.openxmlformats.org/officeDocument/2006/relationships/image" Target="../media/image33.png"/><Relationship Id="rId63" Type="http://schemas.openxmlformats.org/officeDocument/2006/relationships/customXml" Target="../ink/ink34.xml"/><Relationship Id="rId84" Type="http://schemas.openxmlformats.org/officeDocument/2006/relationships/image" Target="../media/image54.png"/><Relationship Id="rId138" Type="http://schemas.openxmlformats.org/officeDocument/2006/relationships/image" Target="../media/image81.png"/><Relationship Id="rId159" Type="http://schemas.openxmlformats.org/officeDocument/2006/relationships/customXml" Target="../ink/ink82.xml"/><Relationship Id="rId170" Type="http://schemas.openxmlformats.org/officeDocument/2006/relationships/image" Target="../media/image97.png"/><Relationship Id="rId107" Type="http://schemas.openxmlformats.org/officeDocument/2006/relationships/customXml" Target="../ink/ink56.xml"/><Relationship Id="rId11" Type="http://schemas.openxmlformats.org/officeDocument/2006/relationships/customXml" Target="../ink/ink8.xml"/><Relationship Id="rId32" Type="http://schemas.openxmlformats.org/officeDocument/2006/relationships/image" Target="../media/image28.png"/><Relationship Id="rId53" Type="http://schemas.openxmlformats.org/officeDocument/2006/relationships/customXml" Target="../ink/ink29.xml"/><Relationship Id="rId74" Type="http://schemas.openxmlformats.org/officeDocument/2006/relationships/image" Target="../media/image49.png"/><Relationship Id="rId128" Type="http://schemas.openxmlformats.org/officeDocument/2006/relationships/image" Target="../media/image76.png"/><Relationship Id="rId149" Type="http://schemas.openxmlformats.org/officeDocument/2006/relationships/customXml" Target="../ink/ink77.xml"/><Relationship Id="rId5" Type="http://schemas.openxmlformats.org/officeDocument/2006/relationships/customXml" Target="../ink/ink5.xml"/><Relationship Id="rId95" Type="http://schemas.openxmlformats.org/officeDocument/2006/relationships/customXml" Target="../ink/ink50.xml"/><Relationship Id="rId160" Type="http://schemas.openxmlformats.org/officeDocument/2006/relationships/image" Target="../media/image92.png"/><Relationship Id="rId181" Type="http://schemas.openxmlformats.org/officeDocument/2006/relationships/customXml" Target="../ink/ink93.xml"/><Relationship Id="rId22" Type="http://schemas.openxmlformats.org/officeDocument/2006/relationships/image" Target="../media/image23.png"/><Relationship Id="rId43" Type="http://schemas.openxmlformats.org/officeDocument/2006/relationships/customXml" Target="../ink/ink24.xml"/><Relationship Id="rId64" Type="http://schemas.openxmlformats.org/officeDocument/2006/relationships/image" Target="../media/image44.png"/><Relationship Id="rId118" Type="http://schemas.openxmlformats.org/officeDocument/2006/relationships/image" Target="../media/image71.png"/><Relationship Id="rId139" Type="http://schemas.openxmlformats.org/officeDocument/2006/relationships/customXml" Target="../ink/ink72.xml"/><Relationship Id="rId85" Type="http://schemas.openxmlformats.org/officeDocument/2006/relationships/customXml" Target="../ink/ink45.xml"/><Relationship Id="rId150" Type="http://schemas.openxmlformats.org/officeDocument/2006/relationships/image" Target="../media/image87.png"/><Relationship Id="rId171" Type="http://schemas.openxmlformats.org/officeDocument/2006/relationships/customXml" Target="../ink/ink88.xml"/><Relationship Id="rId12" Type="http://schemas.openxmlformats.org/officeDocument/2006/relationships/image" Target="../media/image18.png"/><Relationship Id="rId33" Type="http://schemas.openxmlformats.org/officeDocument/2006/relationships/customXml" Target="../ink/ink19.xml"/><Relationship Id="rId108" Type="http://schemas.openxmlformats.org/officeDocument/2006/relationships/image" Target="../media/image66.png"/><Relationship Id="rId129" Type="http://schemas.openxmlformats.org/officeDocument/2006/relationships/customXml" Target="../ink/ink67.xml"/><Relationship Id="rId54" Type="http://schemas.openxmlformats.org/officeDocument/2006/relationships/image" Target="../media/image39.png"/><Relationship Id="rId75" Type="http://schemas.openxmlformats.org/officeDocument/2006/relationships/customXml" Target="../ink/ink40.xml"/><Relationship Id="rId96" Type="http://schemas.openxmlformats.org/officeDocument/2006/relationships/image" Target="../media/image60.png"/><Relationship Id="rId140" Type="http://schemas.openxmlformats.org/officeDocument/2006/relationships/image" Target="../media/image82.png"/><Relationship Id="rId161" Type="http://schemas.openxmlformats.org/officeDocument/2006/relationships/customXml" Target="../ink/ink83.xml"/><Relationship Id="rId182" Type="http://schemas.openxmlformats.org/officeDocument/2006/relationships/image" Target="../media/image103.png"/><Relationship Id="rId6" Type="http://schemas.openxmlformats.org/officeDocument/2006/relationships/image" Target="../media/image15.png"/><Relationship Id="rId23" Type="http://schemas.openxmlformats.org/officeDocument/2006/relationships/customXml" Target="../ink/ink14.xml"/><Relationship Id="rId119" Type="http://schemas.openxmlformats.org/officeDocument/2006/relationships/customXml" Target="../ink/ink62.xml"/><Relationship Id="rId44" Type="http://schemas.openxmlformats.org/officeDocument/2006/relationships/image" Target="../media/image34.png"/><Relationship Id="rId65" Type="http://schemas.openxmlformats.org/officeDocument/2006/relationships/customXml" Target="../ink/ink35.xml"/><Relationship Id="rId86" Type="http://schemas.openxmlformats.org/officeDocument/2006/relationships/image" Target="../media/image55.png"/><Relationship Id="rId130" Type="http://schemas.openxmlformats.org/officeDocument/2006/relationships/image" Target="../media/image77.png"/><Relationship Id="rId151" Type="http://schemas.openxmlformats.org/officeDocument/2006/relationships/customXml" Target="../ink/ink78.xml"/><Relationship Id="rId172" Type="http://schemas.openxmlformats.org/officeDocument/2006/relationships/image" Target="../media/image98.png"/><Relationship Id="rId13" Type="http://schemas.openxmlformats.org/officeDocument/2006/relationships/customXml" Target="../ink/ink9.xml"/><Relationship Id="rId18" Type="http://schemas.openxmlformats.org/officeDocument/2006/relationships/image" Target="../media/image21.png"/><Relationship Id="rId39" Type="http://schemas.openxmlformats.org/officeDocument/2006/relationships/customXml" Target="../ink/ink22.xml"/><Relationship Id="rId109" Type="http://schemas.openxmlformats.org/officeDocument/2006/relationships/customXml" Target="../ink/ink57.xml"/><Relationship Id="rId34" Type="http://schemas.openxmlformats.org/officeDocument/2006/relationships/image" Target="../media/image29.png"/><Relationship Id="rId50" Type="http://schemas.openxmlformats.org/officeDocument/2006/relationships/image" Target="../media/image37.png"/><Relationship Id="rId55" Type="http://schemas.openxmlformats.org/officeDocument/2006/relationships/customXml" Target="../ink/ink30.xml"/><Relationship Id="rId76" Type="http://schemas.openxmlformats.org/officeDocument/2006/relationships/image" Target="../media/image50.png"/><Relationship Id="rId97" Type="http://schemas.openxmlformats.org/officeDocument/2006/relationships/customXml" Target="../ink/ink51.xml"/><Relationship Id="rId104" Type="http://schemas.openxmlformats.org/officeDocument/2006/relationships/image" Target="../media/image64.png"/><Relationship Id="rId120" Type="http://schemas.openxmlformats.org/officeDocument/2006/relationships/image" Target="../media/image72.png"/><Relationship Id="rId125" Type="http://schemas.openxmlformats.org/officeDocument/2006/relationships/customXml" Target="../ink/ink65.xml"/><Relationship Id="rId141" Type="http://schemas.openxmlformats.org/officeDocument/2006/relationships/customXml" Target="../ink/ink73.xml"/><Relationship Id="rId146" Type="http://schemas.openxmlformats.org/officeDocument/2006/relationships/image" Target="../media/image85.png"/><Relationship Id="rId167" Type="http://schemas.openxmlformats.org/officeDocument/2006/relationships/customXml" Target="../ink/ink86.xml"/><Relationship Id="rId188" Type="http://schemas.openxmlformats.org/officeDocument/2006/relationships/image" Target="../media/image106.png"/><Relationship Id="rId7" Type="http://schemas.openxmlformats.org/officeDocument/2006/relationships/customXml" Target="../ink/ink6.xml"/><Relationship Id="rId71" Type="http://schemas.openxmlformats.org/officeDocument/2006/relationships/customXml" Target="../ink/ink38.xml"/><Relationship Id="rId92" Type="http://schemas.openxmlformats.org/officeDocument/2006/relationships/image" Target="../media/image58.png"/><Relationship Id="rId162" Type="http://schemas.openxmlformats.org/officeDocument/2006/relationships/image" Target="../media/image93.png"/><Relationship Id="rId183" Type="http://schemas.openxmlformats.org/officeDocument/2006/relationships/customXml" Target="../ink/ink94.xml"/><Relationship Id="rId2" Type="http://schemas.openxmlformats.org/officeDocument/2006/relationships/hyperlink" Target="https://git-scm.com/downloads" TargetMode="External"/><Relationship Id="rId29" Type="http://schemas.openxmlformats.org/officeDocument/2006/relationships/customXml" Target="../ink/ink17.xml"/><Relationship Id="rId24" Type="http://schemas.openxmlformats.org/officeDocument/2006/relationships/image" Target="../media/image24.png"/><Relationship Id="rId40" Type="http://schemas.openxmlformats.org/officeDocument/2006/relationships/image" Target="../media/image32.png"/><Relationship Id="rId45" Type="http://schemas.openxmlformats.org/officeDocument/2006/relationships/customXml" Target="../ink/ink25.xml"/><Relationship Id="rId66" Type="http://schemas.openxmlformats.org/officeDocument/2006/relationships/image" Target="../media/image45.png"/><Relationship Id="rId87" Type="http://schemas.openxmlformats.org/officeDocument/2006/relationships/customXml" Target="../ink/ink46.xml"/><Relationship Id="rId110" Type="http://schemas.openxmlformats.org/officeDocument/2006/relationships/image" Target="../media/image67.png"/><Relationship Id="rId115" Type="http://schemas.openxmlformats.org/officeDocument/2006/relationships/customXml" Target="../ink/ink60.xml"/><Relationship Id="rId131" Type="http://schemas.openxmlformats.org/officeDocument/2006/relationships/customXml" Target="../ink/ink68.xml"/><Relationship Id="rId136" Type="http://schemas.openxmlformats.org/officeDocument/2006/relationships/image" Target="../media/image80.png"/><Relationship Id="rId157" Type="http://schemas.openxmlformats.org/officeDocument/2006/relationships/customXml" Target="../ink/ink81.xml"/><Relationship Id="rId178" Type="http://schemas.openxmlformats.org/officeDocument/2006/relationships/image" Target="../media/image101.png"/><Relationship Id="rId61" Type="http://schemas.openxmlformats.org/officeDocument/2006/relationships/customXml" Target="../ink/ink33.xml"/><Relationship Id="rId82" Type="http://schemas.openxmlformats.org/officeDocument/2006/relationships/image" Target="../media/image53.png"/><Relationship Id="rId152" Type="http://schemas.openxmlformats.org/officeDocument/2006/relationships/image" Target="../media/image88.png"/><Relationship Id="rId173" Type="http://schemas.openxmlformats.org/officeDocument/2006/relationships/customXml" Target="../ink/ink89.xml"/><Relationship Id="rId19" Type="http://schemas.openxmlformats.org/officeDocument/2006/relationships/customXml" Target="../ink/ink12.xml"/><Relationship Id="rId14" Type="http://schemas.openxmlformats.org/officeDocument/2006/relationships/image" Target="../media/image19.png"/><Relationship Id="rId30" Type="http://schemas.openxmlformats.org/officeDocument/2006/relationships/image" Target="../media/image27.png"/><Relationship Id="rId35" Type="http://schemas.openxmlformats.org/officeDocument/2006/relationships/customXml" Target="../ink/ink20.xml"/><Relationship Id="rId56" Type="http://schemas.openxmlformats.org/officeDocument/2006/relationships/image" Target="../media/image40.png"/><Relationship Id="rId77" Type="http://schemas.openxmlformats.org/officeDocument/2006/relationships/customXml" Target="../ink/ink41.xml"/><Relationship Id="rId100" Type="http://schemas.openxmlformats.org/officeDocument/2006/relationships/image" Target="../media/image62.png"/><Relationship Id="rId105" Type="http://schemas.openxmlformats.org/officeDocument/2006/relationships/customXml" Target="../ink/ink55.xml"/><Relationship Id="rId126" Type="http://schemas.openxmlformats.org/officeDocument/2006/relationships/image" Target="../media/image75.png"/><Relationship Id="rId147" Type="http://schemas.openxmlformats.org/officeDocument/2006/relationships/customXml" Target="../ink/ink76.xml"/><Relationship Id="rId168" Type="http://schemas.openxmlformats.org/officeDocument/2006/relationships/image" Target="../media/image96.png"/><Relationship Id="rId8" Type="http://schemas.openxmlformats.org/officeDocument/2006/relationships/image" Target="../media/image16.png"/><Relationship Id="rId51" Type="http://schemas.openxmlformats.org/officeDocument/2006/relationships/customXml" Target="../ink/ink28.xml"/><Relationship Id="rId72" Type="http://schemas.openxmlformats.org/officeDocument/2006/relationships/image" Target="../media/image48.png"/><Relationship Id="rId93" Type="http://schemas.openxmlformats.org/officeDocument/2006/relationships/customXml" Target="../ink/ink49.xml"/><Relationship Id="rId98" Type="http://schemas.openxmlformats.org/officeDocument/2006/relationships/image" Target="../media/image61.png"/><Relationship Id="rId121" Type="http://schemas.openxmlformats.org/officeDocument/2006/relationships/customXml" Target="../ink/ink63.xml"/><Relationship Id="rId142" Type="http://schemas.openxmlformats.org/officeDocument/2006/relationships/image" Target="../media/image83.png"/><Relationship Id="rId163" Type="http://schemas.openxmlformats.org/officeDocument/2006/relationships/customXml" Target="../ink/ink84.xml"/><Relationship Id="rId184" Type="http://schemas.openxmlformats.org/officeDocument/2006/relationships/image" Target="../media/image104.png"/><Relationship Id="rId189" Type="http://schemas.openxmlformats.org/officeDocument/2006/relationships/customXml" Target="../ink/ink97.xml"/><Relationship Id="rId3" Type="http://schemas.openxmlformats.org/officeDocument/2006/relationships/hyperlink" Target="https://github.com/cloudfoundry/cli/wiki/V6-CLI-Installation-Guide" TargetMode="External"/><Relationship Id="rId25" Type="http://schemas.openxmlformats.org/officeDocument/2006/relationships/customXml" Target="../ink/ink15.xml"/><Relationship Id="rId46" Type="http://schemas.openxmlformats.org/officeDocument/2006/relationships/image" Target="../media/image35.png"/><Relationship Id="rId67" Type="http://schemas.openxmlformats.org/officeDocument/2006/relationships/customXml" Target="../ink/ink36.xml"/><Relationship Id="rId116" Type="http://schemas.openxmlformats.org/officeDocument/2006/relationships/image" Target="../media/image70.png"/><Relationship Id="rId137" Type="http://schemas.openxmlformats.org/officeDocument/2006/relationships/customXml" Target="../ink/ink71.xml"/><Relationship Id="rId158" Type="http://schemas.openxmlformats.org/officeDocument/2006/relationships/image" Target="../media/image91.png"/><Relationship Id="rId20" Type="http://schemas.openxmlformats.org/officeDocument/2006/relationships/image" Target="../media/image22.png"/><Relationship Id="rId41" Type="http://schemas.openxmlformats.org/officeDocument/2006/relationships/customXml" Target="../ink/ink23.xml"/><Relationship Id="rId62" Type="http://schemas.openxmlformats.org/officeDocument/2006/relationships/image" Target="../media/image43.png"/><Relationship Id="rId83" Type="http://schemas.openxmlformats.org/officeDocument/2006/relationships/customXml" Target="../ink/ink44.xml"/><Relationship Id="rId88" Type="http://schemas.openxmlformats.org/officeDocument/2006/relationships/image" Target="../media/image56.png"/><Relationship Id="rId111" Type="http://schemas.openxmlformats.org/officeDocument/2006/relationships/customXml" Target="../ink/ink58.xml"/><Relationship Id="rId132" Type="http://schemas.openxmlformats.org/officeDocument/2006/relationships/image" Target="../media/image78.png"/><Relationship Id="rId153" Type="http://schemas.openxmlformats.org/officeDocument/2006/relationships/customXml" Target="../ink/ink79.xml"/><Relationship Id="rId174" Type="http://schemas.openxmlformats.org/officeDocument/2006/relationships/image" Target="../media/image99.png"/><Relationship Id="rId179" Type="http://schemas.openxmlformats.org/officeDocument/2006/relationships/customXml" Target="../ink/ink92.xml"/><Relationship Id="rId190" Type="http://schemas.openxmlformats.org/officeDocument/2006/relationships/image" Target="../media/image107.png"/><Relationship Id="rId15" Type="http://schemas.openxmlformats.org/officeDocument/2006/relationships/customXml" Target="../ink/ink10.xml"/><Relationship Id="rId36" Type="http://schemas.openxmlformats.org/officeDocument/2006/relationships/image" Target="../media/image30.png"/><Relationship Id="rId57" Type="http://schemas.openxmlformats.org/officeDocument/2006/relationships/customXml" Target="../ink/ink31.xml"/><Relationship Id="rId106" Type="http://schemas.openxmlformats.org/officeDocument/2006/relationships/image" Target="../media/image65.png"/><Relationship Id="rId127" Type="http://schemas.openxmlformats.org/officeDocument/2006/relationships/customXml" Target="../ink/ink66.xml"/><Relationship Id="rId10" Type="http://schemas.openxmlformats.org/officeDocument/2006/relationships/image" Target="../media/image17.png"/><Relationship Id="rId31" Type="http://schemas.openxmlformats.org/officeDocument/2006/relationships/customXml" Target="../ink/ink18.xml"/><Relationship Id="rId52" Type="http://schemas.openxmlformats.org/officeDocument/2006/relationships/image" Target="../media/image38.png"/><Relationship Id="rId73" Type="http://schemas.openxmlformats.org/officeDocument/2006/relationships/customXml" Target="../ink/ink39.xml"/><Relationship Id="rId78" Type="http://schemas.openxmlformats.org/officeDocument/2006/relationships/image" Target="../media/image51.png"/><Relationship Id="rId94" Type="http://schemas.openxmlformats.org/officeDocument/2006/relationships/image" Target="../media/image59.png"/><Relationship Id="rId99" Type="http://schemas.openxmlformats.org/officeDocument/2006/relationships/customXml" Target="../ink/ink52.xml"/><Relationship Id="rId101" Type="http://schemas.openxmlformats.org/officeDocument/2006/relationships/customXml" Target="../ink/ink53.xml"/><Relationship Id="rId122" Type="http://schemas.openxmlformats.org/officeDocument/2006/relationships/image" Target="../media/image73.png"/><Relationship Id="rId143" Type="http://schemas.openxmlformats.org/officeDocument/2006/relationships/customXml" Target="../ink/ink74.xml"/><Relationship Id="rId148" Type="http://schemas.openxmlformats.org/officeDocument/2006/relationships/image" Target="../media/image86.png"/><Relationship Id="rId164" Type="http://schemas.openxmlformats.org/officeDocument/2006/relationships/image" Target="../media/image94.png"/><Relationship Id="rId169" Type="http://schemas.openxmlformats.org/officeDocument/2006/relationships/customXml" Target="../ink/ink87.xml"/><Relationship Id="rId185" Type="http://schemas.openxmlformats.org/officeDocument/2006/relationships/customXml" Target="../ink/ink95.xml"/><Relationship Id="rId4" Type="http://schemas.openxmlformats.org/officeDocument/2006/relationships/hyperlink" Target="https://code.visualstudio.com/download" TargetMode="External"/><Relationship Id="rId9" Type="http://schemas.openxmlformats.org/officeDocument/2006/relationships/customXml" Target="../ink/ink7.xml"/><Relationship Id="rId180" Type="http://schemas.openxmlformats.org/officeDocument/2006/relationships/image" Target="../media/image102.png"/><Relationship Id="rId26" Type="http://schemas.openxmlformats.org/officeDocument/2006/relationships/image" Target="../media/image25.png"/><Relationship Id="rId47" Type="http://schemas.openxmlformats.org/officeDocument/2006/relationships/customXml" Target="../ink/ink26.xml"/><Relationship Id="rId68" Type="http://schemas.openxmlformats.org/officeDocument/2006/relationships/image" Target="../media/image46.png"/><Relationship Id="rId89" Type="http://schemas.openxmlformats.org/officeDocument/2006/relationships/customXml" Target="../ink/ink47.xml"/><Relationship Id="rId112" Type="http://schemas.openxmlformats.org/officeDocument/2006/relationships/image" Target="../media/image68.png"/><Relationship Id="rId133" Type="http://schemas.openxmlformats.org/officeDocument/2006/relationships/customXml" Target="../ink/ink69.xml"/><Relationship Id="rId154" Type="http://schemas.openxmlformats.org/officeDocument/2006/relationships/image" Target="../media/image89.png"/><Relationship Id="rId175" Type="http://schemas.openxmlformats.org/officeDocument/2006/relationships/customXml" Target="../ink/ink90.xml"/><Relationship Id="rId16" Type="http://schemas.openxmlformats.org/officeDocument/2006/relationships/image" Target="../media/image20.png"/><Relationship Id="rId37" Type="http://schemas.openxmlformats.org/officeDocument/2006/relationships/customXml" Target="../ink/ink21.xml"/><Relationship Id="rId58" Type="http://schemas.openxmlformats.org/officeDocument/2006/relationships/image" Target="../media/image41.png"/><Relationship Id="rId79" Type="http://schemas.openxmlformats.org/officeDocument/2006/relationships/customXml" Target="../ink/ink42.xml"/><Relationship Id="rId102" Type="http://schemas.openxmlformats.org/officeDocument/2006/relationships/image" Target="../media/image63.png"/><Relationship Id="rId123" Type="http://schemas.openxmlformats.org/officeDocument/2006/relationships/customXml" Target="../ink/ink64.xml"/><Relationship Id="rId144" Type="http://schemas.openxmlformats.org/officeDocument/2006/relationships/image" Target="../media/image84.png"/><Relationship Id="rId90" Type="http://schemas.openxmlformats.org/officeDocument/2006/relationships/image" Target="../media/image57.png"/><Relationship Id="rId165" Type="http://schemas.openxmlformats.org/officeDocument/2006/relationships/customXml" Target="../ink/ink85.xml"/><Relationship Id="rId186" Type="http://schemas.openxmlformats.org/officeDocument/2006/relationships/image" Target="../media/image105.png"/><Relationship Id="rId27" Type="http://schemas.openxmlformats.org/officeDocument/2006/relationships/customXml" Target="../ink/ink16.xml"/><Relationship Id="rId48" Type="http://schemas.openxmlformats.org/officeDocument/2006/relationships/image" Target="../media/image36.png"/><Relationship Id="rId69" Type="http://schemas.openxmlformats.org/officeDocument/2006/relationships/customXml" Target="../ink/ink37.xml"/><Relationship Id="rId113" Type="http://schemas.openxmlformats.org/officeDocument/2006/relationships/customXml" Target="../ink/ink59.xml"/><Relationship Id="rId134" Type="http://schemas.openxmlformats.org/officeDocument/2006/relationships/image" Target="../media/image79.png"/><Relationship Id="rId80" Type="http://schemas.openxmlformats.org/officeDocument/2006/relationships/image" Target="../media/image52.png"/><Relationship Id="rId155" Type="http://schemas.openxmlformats.org/officeDocument/2006/relationships/customXml" Target="../ink/ink80.xml"/><Relationship Id="rId176" Type="http://schemas.openxmlformats.org/officeDocument/2006/relationships/image" Target="../media/image100.png"/><Relationship Id="rId17" Type="http://schemas.openxmlformats.org/officeDocument/2006/relationships/customXml" Target="../ink/ink11.xml"/><Relationship Id="rId38" Type="http://schemas.openxmlformats.org/officeDocument/2006/relationships/image" Target="../media/image31.png"/><Relationship Id="rId59" Type="http://schemas.openxmlformats.org/officeDocument/2006/relationships/customXml" Target="../ink/ink32.xml"/><Relationship Id="rId103" Type="http://schemas.openxmlformats.org/officeDocument/2006/relationships/customXml" Target="../ink/ink54.xml"/><Relationship Id="rId124" Type="http://schemas.openxmlformats.org/officeDocument/2006/relationships/image" Target="../media/image74.png"/><Relationship Id="rId70" Type="http://schemas.openxmlformats.org/officeDocument/2006/relationships/image" Target="../media/image47.png"/><Relationship Id="rId91" Type="http://schemas.openxmlformats.org/officeDocument/2006/relationships/customXml" Target="../ink/ink48.xml"/><Relationship Id="rId145" Type="http://schemas.openxmlformats.org/officeDocument/2006/relationships/customXml" Target="../ink/ink75.xml"/><Relationship Id="rId166" Type="http://schemas.openxmlformats.org/officeDocument/2006/relationships/image" Target="../media/image95.png"/><Relationship Id="rId187" Type="http://schemas.openxmlformats.org/officeDocument/2006/relationships/customXml" Target="../ink/ink96.xml"/><Relationship Id="rId1" Type="http://schemas.openxmlformats.org/officeDocument/2006/relationships/slideLayout" Target="../slideLayouts/slideLayout2.xml"/><Relationship Id="rId28" Type="http://schemas.openxmlformats.org/officeDocument/2006/relationships/image" Target="../media/image26.png"/><Relationship Id="rId49" Type="http://schemas.openxmlformats.org/officeDocument/2006/relationships/customXml" Target="../ink/ink27.xml"/><Relationship Id="rId114" Type="http://schemas.openxmlformats.org/officeDocument/2006/relationships/image" Target="../media/image69.png"/><Relationship Id="rId60" Type="http://schemas.openxmlformats.org/officeDocument/2006/relationships/image" Target="../media/image42.png"/><Relationship Id="rId81" Type="http://schemas.openxmlformats.org/officeDocument/2006/relationships/customXml" Target="../ink/ink43.xml"/><Relationship Id="rId135" Type="http://schemas.openxmlformats.org/officeDocument/2006/relationships/customXml" Target="../ink/ink70.xml"/><Relationship Id="rId156" Type="http://schemas.openxmlformats.org/officeDocument/2006/relationships/image" Target="../media/image90.png"/><Relationship Id="rId177" Type="http://schemas.openxmlformats.org/officeDocument/2006/relationships/customXml" Target="../ink/ink91.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soyuztechnologies/BTP_Architect_Training/blob/master/Day%201/helloworld.zip" TargetMode="External"/><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26.png"/><Relationship Id="rId2" Type="http://schemas.openxmlformats.org/officeDocument/2006/relationships/customXml" Target="../ink/ink9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npmjs.com/"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github.com/soyuztechnologies/BTP_Architect_Training/blob/master/Day%203/03Nodemicroservice.zip" TargetMode="External"/><Relationship Id="rId2" Type="http://schemas.openxmlformats.org/officeDocument/2006/relationships/hyperlink" Target="https://github.com/soyuztechnologies/BTP_Architect_Training/blob/master/Day%203/02basicnode.zip" TargetMode="External"/><Relationship Id="rId1" Type="http://schemas.openxmlformats.org/officeDocument/2006/relationships/slideLayout" Target="../slideLayouts/slideLayout2.xml"/><Relationship Id="rId5" Type="http://schemas.openxmlformats.org/officeDocument/2006/relationships/image" Target="../media/image114.png"/><Relationship Id="rId4" Type="http://schemas.openxmlformats.org/officeDocument/2006/relationships/image" Target="../media/image1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5.jp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9.xml"/><Relationship Id="rId5" Type="http://schemas.openxmlformats.org/officeDocument/2006/relationships/image" Target="../media/image116.png"/><Relationship Id="rId4" Type="http://schemas.openxmlformats.org/officeDocument/2006/relationships/hyperlink" Target="http://www.dribbble.com/" TargetMode="External"/></Relationships>
</file>

<file path=ppt/slides/_rels/slide30.xml.rels><?xml version="1.0" encoding="UTF-8" standalone="yes"?>
<Relationships xmlns="http://schemas.openxmlformats.org/package/2006/relationships"><Relationship Id="rId8" Type="http://schemas.openxmlformats.org/officeDocument/2006/relationships/image" Target="../media/image122.jpeg"/><Relationship Id="rId3" Type="http://schemas.openxmlformats.org/officeDocument/2006/relationships/image" Target="../media/image117.jpeg"/><Relationship Id="rId7" Type="http://schemas.openxmlformats.org/officeDocument/2006/relationships/image" Target="../media/image121.tiff"/><Relationship Id="rId2" Type="http://schemas.openxmlformats.org/officeDocument/2006/relationships/notesSlide" Target="../notesSlides/notesSlide2.xml"/><Relationship Id="rId1" Type="http://schemas.openxmlformats.org/officeDocument/2006/relationships/slideLayout" Target="../slideLayouts/slideLayout11.xml"/><Relationship Id="rId6" Type="http://schemas.openxmlformats.org/officeDocument/2006/relationships/image" Target="../media/image120.tiff"/><Relationship Id="rId5" Type="http://schemas.openxmlformats.org/officeDocument/2006/relationships/image" Target="../media/image119.tiff"/><Relationship Id="rId4" Type="http://schemas.openxmlformats.org/officeDocument/2006/relationships/image" Target="../media/image118.tiff"/><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36" name="Title 735">
            <a:extLst>
              <a:ext uri="{FF2B5EF4-FFF2-40B4-BE49-F238E27FC236}">
                <a16:creationId xmlns:a16="http://schemas.microsoft.com/office/drawing/2014/main" id="{CE57EBF5-7CB4-4746-AB9E-3E8717897D0F}"/>
              </a:ext>
            </a:extLst>
          </p:cNvPr>
          <p:cNvSpPr>
            <a:spLocks noGrp="1"/>
          </p:cNvSpPr>
          <p:nvPr>
            <p:ph type="ctrTitle"/>
          </p:nvPr>
        </p:nvSpPr>
        <p:spPr>
          <a:xfrm>
            <a:off x="3530893" y="2601545"/>
            <a:ext cx="5086633" cy="827455"/>
          </a:xfrm>
        </p:spPr>
        <p:txBody>
          <a:bodyPr anchor="ctr"/>
          <a:lstStyle/>
          <a:p>
            <a:r>
              <a:rPr lang="en-US" sz="4800" dirty="0">
                <a:solidFill>
                  <a:schemeClr val="bg1"/>
                </a:solidFill>
                <a:latin typeface="Arial Black" panose="020B0A04020102020204" pitchFamily="34" charset="0"/>
              </a:rPr>
              <a:t>SAP BTP Extension Suite Training</a:t>
            </a:r>
            <a:endParaRPr lang="en-IN" dirty="0">
              <a:solidFill>
                <a:schemeClr val="bg1"/>
              </a:solidFill>
              <a:latin typeface="Arial Black" panose="020B0A04020102020204" pitchFamily="34" charset="0"/>
            </a:endParaRPr>
          </a:p>
        </p:txBody>
      </p:sp>
      <p:sp>
        <p:nvSpPr>
          <p:cNvPr id="737" name="Subtitle 736">
            <a:extLst>
              <a:ext uri="{FF2B5EF4-FFF2-40B4-BE49-F238E27FC236}">
                <a16:creationId xmlns:a16="http://schemas.microsoft.com/office/drawing/2014/main" id="{700EA347-9CC8-4879-9255-16687B0BED48}"/>
              </a:ext>
            </a:extLst>
          </p:cNvPr>
          <p:cNvSpPr>
            <a:spLocks noGrp="1"/>
          </p:cNvSpPr>
          <p:nvPr>
            <p:ph type="subTitle" idx="1"/>
          </p:nvPr>
        </p:nvSpPr>
        <p:spPr/>
        <p:txBody>
          <a:bodyPr/>
          <a:lstStyle/>
          <a:p>
            <a:r>
              <a:rPr lang="en-IN" spc="100" dirty="0">
                <a:latin typeface="Cooper Black" panose="0208090404030B020404" pitchFamily="18" charset="0"/>
              </a:rPr>
              <a:t>www.AnubhavTrainings.com</a:t>
            </a:r>
          </a:p>
        </p:txBody>
      </p:sp>
      <p:sp>
        <p:nvSpPr>
          <p:cNvPr id="4" name="Subtitle 736">
            <a:extLst>
              <a:ext uri="{FF2B5EF4-FFF2-40B4-BE49-F238E27FC236}">
                <a16:creationId xmlns:a16="http://schemas.microsoft.com/office/drawing/2014/main" id="{3F065217-DE63-4532-8B57-61ED049613CD}"/>
              </a:ext>
            </a:extLst>
          </p:cNvPr>
          <p:cNvSpPr txBox="1">
            <a:spLocks/>
          </p:cNvSpPr>
          <p:nvPr/>
        </p:nvSpPr>
        <p:spPr>
          <a:xfrm>
            <a:off x="3296764" y="3933056"/>
            <a:ext cx="5595296"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r>
              <a:rPr lang="en-IN" sz="2000" dirty="0">
                <a:solidFill>
                  <a:srgbClr val="00B0F0"/>
                </a:solidFill>
                <a:latin typeface="Amasis MT Pro Black" panose="02040A04050005020304" pitchFamily="18" charset="0"/>
              </a:rPr>
              <a:t>Anubhav Oberoy</a:t>
            </a:r>
          </a:p>
        </p:txBody>
      </p:sp>
      <p:sp>
        <p:nvSpPr>
          <p:cNvPr id="2" name="TextBox 1">
            <a:extLst>
              <a:ext uri="{FF2B5EF4-FFF2-40B4-BE49-F238E27FC236}">
                <a16:creationId xmlns:a16="http://schemas.microsoft.com/office/drawing/2014/main" id="{66565992-7E12-89E4-D7DB-B3B44A1FB17D}"/>
              </a:ext>
            </a:extLst>
          </p:cNvPr>
          <p:cNvSpPr txBox="1"/>
          <p:nvPr/>
        </p:nvSpPr>
        <p:spPr>
          <a:xfrm>
            <a:off x="5230316" y="4968381"/>
            <a:ext cx="3963274" cy="338554"/>
          </a:xfrm>
          <a:prstGeom prst="rect">
            <a:avLst/>
          </a:prstGeom>
          <a:noFill/>
        </p:spPr>
        <p:txBody>
          <a:bodyPr wrap="square" rtlCol="0">
            <a:spAutoFit/>
          </a:bodyPr>
          <a:lstStyle/>
          <a:p>
            <a:r>
              <a:rPr lang="en-US" sz="1600" dirty="0">
                <a:solidFill>
                  <a:srgbClr val="FFFF00"/>
                </a:solidFill>
              </a:rPr>
              <a:t>Follow excellence with sheer passion</a:t>
            </a:r>
          </a:p>
        </p:txBody>
      </p:sp>
      <p:sp>
        <p:nvSpPr>
          <p:cNvPr id="3" name="Rectangle 2">
            <a:extLst>
              <a:ext uri="{FF2B5EF4-FFF2-40B4-BE49-F238E27FC236}">
                <a16:creationId xmlns:a16="http://schemas.microsoft.com/office/drawing/2014/main" id="{07AD4BE1-A039-0C39-03C6-B87E08B37A06}"/>
              </a:ext>
            </a:extLst>
          </p:cNvPr>
          <p:cNvSpPr/>
          <p:nvPr/>
        </p:nvSpPr>
        <p:spPr>
          <a:xfrm>
            <a:off x="3530893" y="1196752"/>
            <a:ext cx="2059463"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accent2">
                    <a:lumMod val="50000"/>
                  </a:schemeClr>
                </a:solidFill>
              </a:rPr>
              <a:t>Day 2</a:t>
            </a:r>
          </a:p>
        </p:txBody>
      </p:sp>
    </p:spTree>
    <p:extLst>
      <p:ext uri="{BB962C8B-B14F-4D97-AF65-F5344CB8AC3E}">
        <p14:creationId xmlns:p14="http://schemas.microsoft.com/office/powerpoint/2010/main" val="686416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6940" y="0"/>
            <a:ext cx="1173316" cy="1158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191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36" name="Picture Placeholder 35">
            <a:extLst>
              <a:ext uri="{FF2B5EF4-FFF2-40B4-BE49-F238E27FC236}">
                <a16:creationId xmlns:a16="http://schemas.microsoft.com/office/drawing/2014/main" id="{984BD025-E8D6-4986-ACB4-348E6D14FD13}"/>
              </a:ext>
            </a:extLst>
          </p:cNvPr>
          <p:cNvPicPr>
            <a:picLocks noGrp="1" noChangeAspect="1"/>
          </p:cNvPicPr>
          <p:nvPr>
            <p:ph type="pic" sz="quarter" idx="13"/>
          </p:nvPr>
        </p:nvPicPr>
        <p:blipFill>
          <a:blip r:embed="rId3" cstate="print">
            <a:duotone>
              <a:prstClr val="black"/>
              <a:schemeClr val="accent3">
                <a:tint val="45000"/>
                <a:satMod val="400000"/>
              </a:schemeClr>
            </a:duotone>
            <a:extLst>
              <a:ext uri="{28A0092B-C50C-407E-A947-70E740481C1C}">
                <a14:useLocalDpi xmlns:a14="http://schemas.microsoft.com/office/drawing/2010/main" val="0"/>
              </a:ext>
            </a:extLst>
          </a:blip>
          <a:srcRect l="5490" r="5490"/>
          <a:stretch>
            <a:fillRect/>
          </a:stretch>
        </p:blipFill>
        <p:spPr/>
      </p:pic>
      <p:sp>
        <p:nvSpPr>
          <p:cNvPr id="969" name="Rectangle: Rounded Corners 968">
            <a:extLst>
              <a:ext uri="{FF2B5EF4-FFF2-40B4-BE49-F238E27FC236}">
                <a16:creationId xmlns:a16="http://schemas.microsoft.com/office/drawing/2014/main" id="{9A03188F-313C-4343-89F8-26EF3ADF19BC}"/>
              </a:ext>
            </a:extLst>
          </p:cNvPr>
          <p:cNvSpPr/>
          <p:nvPr/>
        </p:nvSpPr>
        <p:spPr>
          <a:xfrm>
            <a:off x="5466844" y="3474497"/>
            <a:ext cx="4553934" cy="2776268"/>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AF63EEB3-F05E-4EFB-A873-46F319EDA936}"/>
              </a:ext>
            </a:extLst>
          </p:cNvPr>
          <p:cNvSpPr txBox="1"/>
          <p:nvPr/>
        </p:nvSpPr>
        <p:spPr>
          <a:xfrm>
            <a:off x="5983196" y="3883286"/>
            <a:ext cx="3529104" cy="615553"/>
          </a:xfrm>
          <a:prstGeom prst="rect">
            <a:avLst/>
          </a:prstGeom>
          <a:noFill/>
        </p:spPr>
        <p:txBody>
          <a:bodyPr wrap="square" lIns="0" tIns="0" rIns="0" bIns="0" rtlCol="0">
            <a:spAutoFit/>
          </a:bodyPr>
          <a:lstStyle/>
          <a:p>
            <a:r>
              <a:rPr lang="en-IN" sz="4000" b="1" i="0" dirty="0">
                <a:solidFill>
                  <a:schemeClr val="accent3"/>
                </a:solidFill>
                <a:effectLst/>
              </a:rPr>
              <a:t>Introduction</a:t>
            </a:r>
            <a:endParaRPr lang="en-IN" sz="4000" b="1" dirty="0">
              <a:solidFill>
                <a:schemeClr val="accent2"/>
              </a:solidFill>
              <a:latin typeface="Segoe UI Light" panose="020B0502040204020203" pitchFamily="34" charset="0"/>
              <a:cs typeface="Segoe UI Light" panose="020B0502040204020203" pitchFamily="34" charset="0"/>
            </a:endParaRPr>
          </a:p>
        </p:txBody>
      </p:sp>
      <p:sp>
        <p:nvSpPr>
          <p:cNvPr id="970" name="TextBox 969">
            <a:extLst>
              <a:ext uri="{FF2B5EF4-FFF2-40B4-BE49-F238E27FC236}">
                <a16:creationId xmlns:a16="http://schemas.microsoft.com/office/drawing/2014/main" id="{1A0F3EB3-F5B2-4451-8944-2519F6807F15}"/>
              </a:ext>
            </a:extLst>
          </p:cNvPr>
          <p:cNvSpPr txBox="1"/>
          <p:nvPr/>
        </p:nvSpPr>
        <p:spPr>
          <a:xfrm>
            <a:off x="5940975" y="4498839"/>
            <a:ext cx="3529104" cy="984885"/>
          </a:xfrm>
          <a:prstGeom prst="rect">
            <a:avLst/>
          </a:prstGeom>
          <a:noFill/>
        </p:spPr>
        <p:txBody>
          <a:bodyPr wrap="square" lIns="0" tIns="0" rIns="0" bIns="0" rtlCol="0" anchor="t">
            <a:spAutoFit/>
          </a:bodyPr>
          <a:lstStyle/>
          <a:p>
            <a:r>
              <a:rPr lang="en-US" sz="16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Welcome to the BTP Architect Training Course, specially designed for senior SAP Consultants planning to provide guidance on SAP BTP Adoption</a:t>
            </a:r>
            <a:endParaRPr lang="en-US" sz="16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982" name="Group 981">
            <a:extLst>
              <a:ext uri="{FF2B5EF4-FFF2-40B4-BE49-F238E27FC236}">
                <a16:creationId xmlns:a16="http://schemas.microsoft.com/office/drawing/2014/main" id="{1C86F990-08A5-4110-8C03-B0D18CCCACC8}"/>
              </a:ext>
            </a:extLst>
          </p:cNvPr>
          <p:cNvGrpSpPr/>
          <p:nvPr/>
        </p:nvGrpSpPr>
        <p:grpSpPr>
          <a:xfrm>
            <a:off x="6006451" y="5654908"/>
            <a:ext cx="617354" cy="109990"/>
            <a:chOff x="6006451" y="5603130"/>
            <a:chExt cx="617354" cy="109990"/>
          </a:xfrm>
        </p:grpSpPr>
        <p:sp>
          <p:nvSpPr>
            <p:cNvPr id="983" name="Rectangle 5">
              <a:extLst>
                <a:ext uri="{FF2B5EF4-FFF2-40B4-BE49-F238E27FC236}">
                  <a16:creationId xmlns:a16="http://schemas.microsoft.com/office/drawing/2014/main" id="{CCB87286-5103-4700-AC2B-DF04BD9D7EFC}"/>
                </a:ext>
              </a:extLst>
            </p:cNvPr>
            <p:cNvSpPr>
              <a:spLocks noChangeArrowheads="1"/>
            </p:cNvSpPr>
            <p:nvPr/>
          </p:nvSpPr>
          <p:spPr bwMode="auto">
            <a:xfrm>
              <a:off x="6006451" y="5603130"/>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4" name="Rectangle 5">
              <a:extLst>
                <a:ext uri="{FF2B5EF4-FFF2-40B4-BE49-F238E27FC236}">
                  <a16:creationId xmlns:a16="http://schemas.microsoft.com/office/drawing/2014/main" id="{2D0F020C-961B-4DC7-A96C-D3933097D995}"/>
                </a:ext>
              </a:extLst>
            </p:cNvPr>
            <p:cNvSpPr>
              <a:spLocks noChangeArrowheads="1"/>
            </p:cNvSpPr>
            <p:nvPr/>
          </p:nvSpPr>
          <p:spPr bwMode="auto">
            <a:xfrm>
              <a:off x="6260132" y="5603130"/>
              <a:ext cx="109992" cy="109990"/>
            </a:xfrm>
            <a:prstGeom prst="rect">
              <a:avLst/>
            </a:prstGeom>
            <a:solidFill>
              <a:schemeClr val="accent2">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5" name="Rectangle 5">
              <a:extLst>
                <a:ext uri="{FF2B5EF4-FFF2-40B4-BE49-F238E27FC236}">
                  <a16:creationId xmlns:a16="http://schemas.microsoft.com/office/drawing/2014/main" id="{11A82165-5A27-4E8B-9852-5AB8EDC0DFE0}"/>
                </a:ext>
              </a:extLst>
            </p:cNvPr>
            <p:cNvSpPr>
              <a:spLocks noChangeArrowheads="1"/>
            </p:cNvSpPr>
            <p:nvPr/>
          </p:nvSpPr>
          <p:spPr bwMode="auto">
            <a:xfrm>
              <a:off x="6513813" y="5603130"/>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986" name="TextBox 985">
            <a:extLst>
              <a:ext uri="{FF2B5EF4-FFF2-40B4-BE49-F238E27FC236}">
                <a16:creationId xmlns:a16="http://schemas.microsoft.com/office/drawing/2014/main" id="{F654CA03-8569-49F8-9893-34C384845174}"/>
              </a:ext>
            </a:extLst>
          </p:cNvPr>
          <p:cNvSpPr txBox="1"/>
          <p:nvPr/>
        </p:nvSpPr>
        <p:spPr>
          <a:xfrm>
            <a:off x="660392" y="5133729"/>
            <a:ext cx="4405534" cy="1107996"/>
          </a:xfrm>
          <a:prstGeom prst="rect">
            <a:avLst/>
          </a:prstGeom>
          <a:noFill/>
        </p:spPr>
        <p:txBody>
          <a:bodyPr wrap="square" lIns="0" tIns="0" rIns="0" bIns="0" rtlCol="0" anchor="t">
            <a:spAutoFit/>
          </a:bodyPr>
          <a:lstStyle/>
          <a:p>
            <a:r>
              <a:rPr lang="en-US" sz="1800" kern="0" dirty="0">
                <a:solidFill>
                  <a:schemeClr val="bg1"/>
                </a:solidFill>
                <a:latin typeface="Segoe UI" panose="020B0502040204020203" pitchFamily="34" charset="0"/>
                <a:ea typeface="Calibri Light" charset="0"/>
                <a:cs typeface="Segoe UI" panose="020B0502040204020203" pitchFamily="34" charset="0"/>
              </a:rPr>
              <a:t>The Course is designed to provide end to end development on SAP Business Technology platform, Deployment, lifecycle and security overview with Hands-on</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Tree>
    <p:extLst>
      <p:ext uri="{BB962C8B-B14F-4D97-AF65-F5344CB8AC3E}">
        <p14:creationId xmlns:p14="http://schemas.microsoft.com/office/powerpoint/2010/main" val="534305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133" name="Rectangle: Rounded Corners 1132">
            <a:extLst>
              <a:ext uri="{FF2B5EF4-FFF2-40B4-BE49-F238E27FC236}">
                <a16:creationId xmlns:a16="http://schemas.microsoft.com/office/drawing/2014/main" id="{47299741-729A-4FA6-A73E-373218C0B948}"/>
              </a:ext>
            </a:extLst>
          </p:cNvPr>
          <p:cNvSpPr/>
          <p:nvPr/>
        </p:nvSpPr>
        <p:spPr>
          <a:xfrm>
            <a:off x="3453886" y="1196752"/>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34" name="Rectangle: Rounded Corners 1133">
            <a:extLst>
              <a:ext uri="{FF2B5EF4-FFF2-40B4-BE49-F238E27FC236}">
                <a16:creationId xmlns:a16="http://schemas.microsoft.com/office/drawing/2014/main" id="{E8655933-ABB5-4D15-AE7F-B0D014A5A5FB}"/>
              </a:ext>
            </a:extLst>
          </p:cNvPr>
          <p:cNvSpPr/>
          <p:nvPr/>
        </p:nvSpPr>
        <p:spPr>
          <a:xfrm>
            <a:off x="3453886" y="2952474"/>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35" name="Rectangle: Rounded Corners 1134">
            <a:extLst>
              <a:ext uri="{FF2B5EF4-FFF2-40B4-BE49-F238E27FC236}">
                <a16:creationId xmlns:a16="http://schemas.microsoft.com/office/drawing/2014/main" id="{7ADD6B3E-784D-4B47-A705-C73AEB0275B4}"/>
              </a:ext>
            </a:extLst>
          </p:cNvPr>
          <p:cNvSpPr/>
          <p:nvPr/>
        </p:nvSpPr>
        <p:spPr>
          <a:xfrm>
            <a:off x="3453886" y="4708197"/>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141" name="Group 1140">
            <a:extLst>
              <a:ext uri="{FF2B5EF4-FFF2-40B4-BE49-F238E27FC236}">
                <a16:creationId xmlns:a16="http://schemas.microsoft.com/office/drawing/2014/main" id="{010C7D28-B781-409B-AFDB-2EB8DCBAB471}"/>
              </a:ext>
            </a:extLst>
          </p:cNvPr>
          <p:cNvGrpSpPr/>
          <p:nvPr/>
        </p:nvGrpSpPr>
        <p:grpSpPr>
          <a:xfrm>
            <a:off x="4118571" y="1449765"/>
            <a:ext cx="4359562" cy="922336"/>
            <a:chOff x="1395616" y="871285"/>
            <a:chExt cx="3825734" cy="1064137"/>
          </a:xfrm>
        </p:grpSpPr>
        <p:sp>
          <p:nvSpPr>
            <p:cNvPr id="1142" name="TextBox 1141">
              <a:extLst>
                <a:ext uri="{FF2B5EF4-FFF2-40B4-BE49-F238E27FC236}">
                  <a16:creationId xmlns:a16="http://schemas.microsoft.com/office/drawing/2014/main" id="{3F09AA1F-FEA7-4D17-88ED-2CD603C4E9A6}"/>
                </a:ext>
              </a:extLst>
            </p:cNvPr>
            <p:cNvSpPr txBox="1"/>
            <p:nvPr/>
          </p:nvSpPr>
          <p:spPr>
            <a:xfrm>
              <a:off x="2984420" y="923979"/>
              <a:ext cx="2236930" cy="958755"/>
            </a:xfrm>
            <a:prstGeom prst="rect">
              <a:avLst/>
            </a:prstGeom>
            <a:noFill/>
          </p:spPr>
          <p:txBody>
            <a:bodyPr wrap="square" lIns="0" tIns="0" rIns="0" bIns="0" rtlCol="0" anchor="ctr">
              <a:spAutoFit/>
            </a:bodyPr>
            <a:lstStyle/>
            <a:p>
              <a:r>
                <a:rPr lang="en-US" sz="1800" kern="0" dirty="0">
                  <a:solidFill>
                    <a:schemeClr val="bg1"/>
                  </a:solidFill>
                  <a:latin typeface="Segoe UI" panose="020B0502040204020203" pitchFamily="34" charset="0"/>
                  <a:ea typeface="Calibri Light" charset="0"/>
                  <a:cs typeface="Segoe UI" panose="020B0502040204020203" pitchFamily="34" charset="0"/>
                </a:rPr>
                <a:t>Environments, Subscriptions, and Services</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143" name="TextBox 1142">
              <a:extLst>
                <a:ext uri="{FF2B5EF4-FFF2-40B4-BE49-F238E27FC236}">
                  <a16:creationId xmlns:a16="http://schemas.microsoft.com/office/drawing/2014/main" id="{C88A509D-C2AF-4500-8C21-D7071BE4DE69}"/>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01</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44" name="Group 1143">
            <a:extLst>
              <a:ext uri="{FF2B5EF4-FFF2-40B4-BE49-F238E27FC236}">
                <a16:creationId xmlns:a16="http://schemas.microsoft.com/office/drawing/2014/main" id="{8A3A5AE5-D342-4BA3-9A55-5165158B260D}"/>
              </a:ext>
            </a:extLst>
          </p:cNvPr>
          <p:cNvGrpSpPr/>
          <p:nvPr/>
        </p:nvGrpSpPr>
        <p:grpSpPr>
          <a:xfrm>
            <a:off x="4118571" y="3205484"/>
            <a:ext cx="4431570" cy="922336"/>
            <a:chOff x="1395616" y="871285"/>
            <a:chExt cx="3825734" cy="1064137"/>
          </a:xfrm>
        </p:grpSpPr>
        <p:sp>
          <p:nvSpPr>
            <p:cNvPr id="1145" name="TextBox 1144">
              <a:extLst>
                <a:ext uri="{FF2B5EF4-FFF2-40B4-BE49-F238E27FC236}">
                  <a16:creationId xmlns:a16="http://schemas.microsoft.com/office/drawing/2014/main" id="{D50FB645-94BC-4B73-BC01-70A868E236E0}"/>
                </a:ext>
              </a:extLst>
            </p:cNvPr>
            <p:cNvSpPr txBox="1"/>
            <p:nvPr/>
          </p:nvSpPr>
          <p:spPr>
            <a:xfrm>
              <a:off x="2984420" y="1243562"/>
              <a:ext cx="2236930" cy="319585"/>
            </a:xfrm>
            <a:prstGeom prst="rect">
              <a:avLst/>
            </a:prstGeom>
            <a:noFill/>
          </p:spPr>
          <p:txBody>
            <a:bodyPr wrap="square" lIns="0" tIns="0" rIns="0" bIns="0" rtlCol="0" anchor="ctr">
              <a:spAutoFit/>
            </a:bodyPr>
            <a:lstStyle/>
            <a:p>
              <a:r>
                <a:rPr lang="en-US" sz="1800" kern="0" dirty="0">
                  <a:solidFill>
                    <a:schemeClr val="bg1"/>
                  </a:solidFill>
                  <a:latin typeface="Segoe UI" panose="020B0502040204020203" pitchFamily="34" charset="0"/>
                  <a:ea typeface="Calibri Light" charset="0"/>
                  <a:cs typeface="Segoe UI" panose="020B0502040204020203" pitchFamily="34" charset="0"/>
                </a:rPr>
                <a:t>BTP Use cases</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146" name="TextBox 1145">
              <a:extLst>
                <a:ext uri="{FF2B5EF4-FFF2-40B4-BE49-F238E27FC236}">
                  <a16:creationId xmlns:a16="http://schemas.microsoft.com/office/drawing/2014/main" id="{D6E845BF-0649-4FED-BF91-2541D1DCB0D6}"/>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02</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50" name="Group 1149">
            <a:extLst>
              <a:ext uri="{FF2B5EF4-FFF2-40B4-BE49-F238E27FC236}">
                <a16:creationId xmlns:a16="http://schemas.microsoft.com/office/drawing/2014/main" id="{64D36160-176A-49B7-AEAE-FF1ECF022B7A}"/>
              </a:ext>
            </a:extLst>
          </p:cNvPr>
          <p:cNvGrpSpPr/>
          <p:nvPr/>
        </p:nvGrpSpPr>
        <p:grpSpPr>
          <a:xfrm>
            <a:off x="4118571" y="4961207"/>
            <a:ext cx="4431570" cy="922336"/>
            <a:chOff x="1395616" y="871285"/>
            <a:chExt cx="4290329" cy="1064137"/>
          </a:xfrm>
        </p:grpSpPr>
        <p:sp>
          <p:nvSpPr>
            <p:cNvPr id="1151" name="TextBox 1150">
              <a:extLst>
                <a:ext uri="{FF2B5EF4-FFF2-40B4-BE49-F238E27FC236}">
                  <a16:creationId xmlns:a16="http://schemas.microsoft.com/office/drawing/2014/main" id="{571E5D2F-CB43-41BD-B4D3-A2160034C400}"/>
                </a:ext>
              </a:extLst>
            </p:cNvPr>
            <p:cNvSpPr txBox="1"/>
            <p:nvPr/>
          </p:nvSpPr>
          <p:spPr>
            <a:xfrm>
              <a:off x="2984420" y="923975"/>
              <a:ext cx="2701525" cy="958755"/>
            </a:xfrm>
            <a:prstGeom prst="rect">
              <a:avLst/>
            </a:prstGeom>
            <a:noFill/>
          </p:spPr>
          <p:txBody>
            <a:bodyPr wrap="square" lIns="0" tIns="0" rIns="0" bIns="0" rtlCol="0" anchor="ctr">
              <a:spAutoFit/>
            </a:bodyPr>
            <a:lstStyle/>
            <a:p>
              <a:r>
                <a:rPr lang="en-US" sz="1800" kern="0" dirty="0">
                  <a:solidFill>
                    <a:schemeClr val="bg1"/>
                  </a:solidFill>
                  <a:latin typeface="Segoe UI" panose="020B0502040204020203" pitchFamily="34" charset="0"/>
                  <a:ea typeface="Calibri Light" charset="0"/>
                  <a:cs typeface="Segoe UI" panose="020B0502040204020203" pitchFamily="34" charset="0"/>
                </a:rPr>
                <a:t>Micro service architecture and First Micro service in SAP BTP</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152" name="TextBox 1151">
              <a:extLst>
                <a:ext uri="{FF2B5EF4-FFF2-40B4-BE49-F238E27FC236}">
                  <a16:creationId xmlns:a16="http://schemas.microsoft.com/office/drawing/2014/main" id="{F2024D8F-80E0-4CDB-8B10-C1B5BD93DE8B}"/>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03</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a:t>
            </a:r>
            <a:endParaRPr lang="en-IN"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3976199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Environments, Subs, and services</a:t>
            </a:r>
          </a:p>
        </p:txBody>
      </p:sp>
      <p:sp>
        <p:nvSpPr>
          <p:cNvPr id="5" name="TextBox 4">
            <a:extLst>
              <a:ext uri="{FF2B5EF4-FFF2-40B4-BE49-F238E27FC236}">
                <a16:creationId xmlns:a16="http://schemas.microsoft.com/office/drawing/2014/main" id="{959EF827-E085-BC46-32BD-6483AC7A0176}"/>
              </a:ext>
            </a:extLst>
          </p:cNvPr>
          <p:cNvSpPr txBox="1"/>
          <p:nvPr/>
        </p:nvSpPr>
        <p:spPr>
          <a:xfrm>
            <a:off x="117748" y="962857"/>
            <a:ext cx="11809312" cy="550920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chemeClr val="bg1"/>
                </a:solidFill>
                <a:effectLst/>
                <a:uLnTx/>
                <a:uFillTx/>
              </a:rPr>
              <a:t>Environments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chemeClr val="bg1"/>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chemeClr val="bg1"/>
                </a:solidFill>
                <a:effectLst/>
                <a:uLnTx/>
                <a:uFillTx/>
              </a:rPr>
              <a:t>Environments constitute the actual platform-as-a-service offering of SAP BTP that allows for the development and administration of business applications. Environments are anchored in SAP BTP on subaccount level.</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chemeClr val="bg1"/>
                </a:solidFill>
                <a:effectLst/>
                <a:uLnTx/>
                <a:uFillTx/>
              </a:rPr>
              <a:t>SAP BTP offers three environments: ABAP, Cloud Foundry and </a:t>
            </a:r>
            <a:r>
              <a:rPr kumimoji="0" lang="en-US" sz="1600" b="0" i="0" u="none" strike="noStrike" kern="0" cap="none" spc="0" normalizeH="0" baseline="0" noProof="0" dirty="0" err="1">
                <a:ln>
                  <a:noFill/>
                </a:ln>
                <a:solidFill>
                  <a:schemeClr val="bg1"/>
                </a:solidFill>
                <a:effectLst/>
                <a:uLnTx/>
                <a:uFillTx/>
              </a:rPr>
              <a:t>Kyma</a:t>
            </a:r>
            <a:r>
              <a:rPr kumimoji="0" lang="en-US" sz="1600" b="0" i="0" u="none" strike="noStrike" kern="0" cap="none" spc="0" normalizeH="0" baseline="0" noProof="0" dirty="0">
                <a:ln>
                  <a:noFill/>
                </a:ln>
                <a:solidFill>
                  <a:schemeClr val="bg1"/>
                </a:solidFill>
                <a:effectLst/>
                <a:uLnTx/>
                <a:uFillTx/>
              </a:rPr>
              <a:t>. Some existing customers still have Neo, but this is no longer offered.</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chemeClr val="bg1"/>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chemeClr val="bg1"/>
                </a:solidFill>
                <a:effectLst/>
                <a:uLnTx/>
                <a:uFillTx/>
              </a:rPr>
              <a:t>Subscription based services</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chemeClr val="bg1"/>
                </a:solidFill>
                <a:effectLst/>
                <a:uLnTx/>
                <a:uFillTx/>
              </a:rPr>
              <a:t>You will also see these ones called software as a service (SaaS), or multitenant applications. The experience here is that you subscribe to the service, and in return you receive a URL, from which you can access that service. Opening the URL brings you to a web application from which you can leverage the service. This is how other SaaS like SuccessFactors or S/4HANA Cloud work as well. They are also enabled at a subaccount level, and are independent of the environments. You don’t need to have Cloud Foundry enabled to subscribe to SAP Launchpad Service, for example.</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chemeClr val="bg1"/>
                </a:solidFill>
                <a:effectLst/>
                <a:uLnTx/>
                <a:uFillTx/>
              </a:rPr>
              <a:t>Examples include Launchpad, SAP Business Application Studio, Cloud Integration, Process Automation…</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chemeClr val="bg1"/>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chemeClr val="bg1"/>
                </a:solidFill>
                <a:effectLst/>
                <a:uLnTx/>
                <a:uFillTx/>
              </a:rPr>
              <a:t>Instance based services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dirty="0">
              <a:ln>
                <a:noFill/>
              </a:ln>
              <a:solidFill>
                <a:schemeClr val="bg1"/>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chemeClr val="bg1"/>
                </a:solidFill>
                <a:effectLst/>
                <a:uLnTx/>
                <a:uFillTx/>
              </a:rPr>
              <a:t>These are the purest services. They provide a specific functionality, like databases, connectivity, authentication…. You connect your application to them to leverage that functionality. These services don’t provide a UI to manage them. Instead, they rely on API to connect to applications and other services and provide their services. They are provisioned inside an environment, so they are environment specific. Each environment has its own organization (for users and applications): In Cloud Foundry, instances are created inside a space. For </a:t>
            </a:r>
            <a:r>
              <a:rPr kumimoji="0" lang="en-US" sz="1600" b="0" i="0" u="none" strike="noStrike" kern="0" cap="none" spc="0" normalizeH="0" baseline="0" noProof="0" dirty="0" err="1">
                <a:ln>
                  <a:noFill/>
                </a:ln>
                <a:solidFill>
                  <a:schemeClr val="bg1"/>
                </a:solidFill>
                <a:effectLst/>
                <a:uLnTx/>
                <a:uFillTx/>
              </a:rPr>
              <a:t>Kyma</a:t>
            </a:r>
            <a:r>
              <a:rPr kumimoji="0" lang="en-US" sz="1600" b="0" i="0" u="none" strike="noStrike" kern="0" cap="none" spc="0" normalizeH="0" baseline="0" noProof="0" dirty="0">
                <a:ln>
                  <a:noFill/>
                </a:ln>
                <a:solidFill>
                  <a:schemeClr val="bg1"/>
                </a:solidFill>
                <a:effectLst/>
                <a:uLnTx/>
                <a:uFillTx/>
              </a:rPr>
              <a:t>, instances are created inside a namespace.</a:t>
            </a:r>
            <a:endParaRPr kumimoji="0" lang="en-IN" sz="1600" b="0" i="0" u="none" strike="noStrike" kern="0" cap="none" spc="0" normalizeH="0" baseline="0" noProof="0" dirty="0">
              <a:ln>
                <a:noFill/>
              </a:ln>
              <a:solidFill>
                <a:schemeClr val="bg1"/>
              </a:solidFill>
              <a:effectLst/>
              <a:uLnTx/>
              <a:uFillTx/>
            </a:endParaRPr>
          </a:p>
        </p:txBody>
      </p:sp>
    </p:spTree>
    <p:extLst>
      <p:ext uri="{BB962C8B-B14F-4D97-AF65-F5344CB8AC3E}">
        <p14:creationId xmlns:p14="http://schemas.microsoft.com/office/powerpoint/2010/main" val="553712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1000"/>
                                        <p:tgtEl>
                                          <p:spTgt spid="5">
                                            <p:txEl>
                                              <p:pRg st="2" end="2"/>
                                            </p:txEl>
                                          </p:spTgt>
                                        </p:tgtEl>
                                      </p:cBhvr>
                                    </p:animEffect>
                                    <p:anim calcmode="lin" valueType="num">
                                      <p:cBhvr>
                                        <p:cTn id="13"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1000"/>
                                        <p:tgtEl>
                                          <p:spTgt spid="5">
                                            <p:txEl>
                                              <p:pRg st="3" end="3"/>
                                            </p:txEl>
                                          </p:spTgt>
                                        </p:tgtEl>
                                      </p:cBhvr>
                                    </p:animEffect>
                                    <p:anim calcmode="lin" valueType="num">
                                      <p:cBhvr>
                                        <p:cTn id="18"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5">
                                            <p:txEl>
                                              <p:pRg st="5" end="5"/>
                                            </p:txEl>
                                          </p:spTgt>
                                        </p:tgtEl>
                                        <p:attrNameLst>
                                          <p:attrName>style.visibility</p:attrName>
                                        </p:attrNameLst>
                                      </p:cBhvr>
                                      <p:to>
                                        <p:strVal val="visible"/>
                                      </p:to>
                                    </p:set>
                                    <p:animEffect transition="in" filter="fade">
                                      <p:cBhvr>
                                        <p:cTn id="24" dur="1000"/>
                                        <p:tgtEl>
                                          <p:spTgt spid="5">
                                            <p:txEl>
                                              <p:pRg st="5" end="5"/>
                                            </p:txEl>
                                          </p:spTgt>
                                        </p:tgtEl>
                                      </p:cBhvr>
                                    </p:animEffect>
                                    <p:anim calcmode="lin" valueType="num">
                                      <p:cBhvr>
                                        <p:cTn id="25"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26" dur="1000" fill="hold"/>
                                        <p:tgtEl>
                                          <p:spTgt spid="5">
                                            <p:txEl>
                                              <p:pRg st="5" end="5"/>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5">
                                            <p:txEl>
                                              <p:pRg st="6" end="6"/>
                                            </p:txEl>
                                          </p:spTgt>
                                        </p:tgtEl>
                                        <p:attrNameLst>
                                          <p:attrName>style.visibility</p:attrName>
                                        </p:attrNameLst>
                                      </p:cBhvr>
                                      <p:to>
                                        <p:strVal val="visible"/>
                                      </p:to>
                                    </p:set>
                                    <p:animEffect transition="in" filter="fade">
                                      <p:cBhvr>
                                        <p:cTn id="29" dur="1000"/>
                                        <p:tgtEl>
                                          <p:spTgt spid="5">
                                            <p:txEl>
                                              <p:pRg st="6" end="6"/>
                                            </p:txEl>
                                          </p:spTgt>
                                        </p:tgtEl>
                                      </p:cBhvr>
                                    </p:animEffect>
                                    <p:anim calcmode="lin" valueType="num">
                                      <p:cBhvr>
                                        <p:cTn id="30"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31" dur="1000" fill="hold"/>
                                        <p:tgtEl>
                                          <p:spTgt spid="5">
                                            <p:txEl>
                                              <p:pRg st="6" end="6"/>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5">
                                            <p:txEl>
                                              <p:pRg st="7" end="7"/>
                                            </p:txEl>
                                          </p:spTgt>
                                        </p:tgtEl>
                                        <p:attrNameLst>
                                          <p:attrName>style.visibility</p:attrName>
                                        </p:attrNameLst>
                                      </p:cBhvr>
                                      <p:to>
                                        <p:strVal val="visible"/>
                                      </p:to>
                                    </p:set>
                                    <p:animEffect transition="in" filter="fade">
                                      <p:cBhvr>
                                        <p:cTn id="34" dur="1000"/>
                                        <p:tgtEl>
                                          <p:spTgt spid="5">
                                            <p:txEl>
                                              <p:pRg st="7" end="7"/>
                                            </p:txEl>
                                          </p:spTgt>
                                        </p:tgtEl>
                                      </p:cBhvr>
                                    </p:animEffect>
                                    <p:anim calcmode="lin" valueType="num">
                                      <p:cBhvr>
                                        <p:cTn id="35" dur="1000" fill="hold"/>
                                        <p:tgtEl>
                                          <p:spTgt spid="5">
                                            <p:txEl>
                                              <p:pRg st="7" end="7"/>
                                            </p:txEl>
                                          </p:spTgt>
                                        </p:tgtEl>
                                        <p:attrNameLst>
                                          <p:attrName>ppt_x</p:attrName>
                                        </p:attrNameLst>
                                      </p:cBhvr>
                                      <p:tavLst>
                                        <p:tav tm="0">
                                          <p:val>
                                            <p:strVal val="#ppt_x"/>
                                          </p:val>
                                        </p:tav>
                                        <p:tav tm="100000">
                                          <p:val>
                                            <p:strVal val="#ppt_x"/>
                                          </p:val>
                                        </p:tav>
                                      </p:tavLst>
                                    </p:anim>
                                    <p:anim calcmode="lin" valueType="num">
                                      <p:cBhvr>
                                        <p:cTn id="36" dur="1000" fill="hold"/>
                                        <p:tgtEl>
                                          <p:spTgt spid="5">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5">
                                            <p:txEl>
                                              <p:pRg st="9" end="9"/>
                                            </p:txEl>
                                          </p:spTgt>
                                        </p:tgtEl>
                                        <p:attrNameLst>
                                          <p:attrName>style.visibility</p:attrName>
                                        </p:attrNameLst>
                                      </p:cBhvr>
                                      <p:to>
                                        <p:strVal val="visible"/>
                                      </p:to>
                                    </p:set>
                                    <p:animEffect transition="in" filter="fade">
                                      <p:cBhvr>
                                        <p:cTn id="41" dur="1000"/>
                                        <p:tgtEl>
                                          <p:spTgt spid="5">
                                            <p:txEl>
                                              <p:pRg st="9" end="9"/>
                                            </p:txEl>
                                          </p:spTgt>
                                        </p:tgtEl>
                                      </p:cBhvr>
                                    </p:animEffect>
                                    <p:anim calcmode="lin" valueType="num">
                                      <p:cBhvr>
                                        <p:cTn id="42" dur="1000" fill="hold"/>
                                        <p:tgtEl>
                                          <p:spTgt spid="5">
                                            <p:txEl>
                                              <p:pRg st="9" end="9"/>
                                            </p:txEl>
                                          </p:spTgt>
                                        </p:tgtEl>
                                        <p:attrNameLst>
                                          <p:attrName>ppt_x</p:attrName>
                                        </p:attrNameLst>
                                      </p:cBhvr>
                                      <p:tavLst>
                                        <p:tav tm="0">
                                          <p:val>
                                            <p:strVal val="#ppt_x"/>
                                          </p:val>
                                        </p:tav>
                                        <p:tav tm="100000">
                                          <p:val>
                                            <p:strVal val="#ppt_x"/>
                                          </p:val>
                                        </p:tav>
                                      </p:tavLst>
                                    </p:anim>
                                    <p:anim calcmode="lin" valueType="num">
                                      <p:cBhvr>
                                        <p:cTn id="43" dur="1000" fill="hold"/>
                                        <p:tgtEl>
                                          <p:spTgt spid="5">
                                            <p:txEl>
                                              <p:pRg st="9" end="9"/>
                                            </p:txEl>
                                          </p:spTgt>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5">
                                            <p:txEl>
                                              <p:pRg st="11" end="11"/>
                                            </p:txEl>
                                          </p:spTgt>
                                        </p:tgtEl>
                                        <p:attrNameLst>
                                          <p:attrName>style.visibility</p:attrName>
                                        </p:attrNameLst>
                                      </p:cBhvr>
                                      <p:to>
                                        <p:strVal val="visible"/>
                                      </p:to>
                                    </p:set>
                                    <p:animEffect transition="in" filter="fade">
                                      <p:cBhvr>
                                        <p:cTn id="46" dur="1000"/>
                                        <p:tgtEl>
                                          <p:spTgt spid="5">
                                            <p:txEl>
                                              <p:pRg st="11" end="11"/>
                                            </p:txEl>
                                          </p:spTgt>
                                        </p:tgtEl>
                                      </p:cBhvr>
                                    </p:animEffect>
                                    <p:anim calcmode="lin" valueType="num">
                                      <p:cBhvr>
                                        <p:cTn id="47" dur="1000" fill="hold"/>
                                        <p:tgtEl>
                                          <p:spTgt spid="5">
                                            <p:txEl>
                                              <p:pRg st="11" end="11"/>
                                            </p:txEl>
                                          </p:spTgt>
                                        </p:tgtEl>
                                        <p:attrNameLst>
                                          <p:attrName>ppt_x</p:attrName>
                                        </p:attrNameLst>
                                      </p:cBhvr>
                                      <p:tavLst>
                                        <p:tav tm="0">
                                          <p:val>
                                            <p:strVal val="#ppt_x"/>
                                          </p:val>
                                        </p:tav>
                                        <p:tav tm="100000">
                                          <p:val>
                                            <p:strVal val="#ppt_x"/>
                                          </p:val>
                                        </p:tav>
                                      </p:tavLst>
                                    </p:anim>
                                    <p:anim calcmode="lin" valueType="num">
                                      <p:cBhvr>
                                        <p:cTn id="48" dur="1000" fill="hold"/>
                                        <p:tgtEl>
                                          <p:spTgt spid="5">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EE041-867D-F1FA-5CA6-7C564728BAC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816C6E8-AE88-B4E5-55CC-0E7971C781FB}"/>
              </a:ext>
            </a:extLst>
          </p:cNvPr>
          <p:cNvSpPr>
            <a:spLocks noGrp="1"/>
          </p:cNvSpPr>
          <p:nvPr>
            <p:ph type="title"/>
          </p:nvPr>
        </p:nvSpPr>
        <p:spPr>
          <a:xfrm>
            <a:off x="406293" y="261746"/>
            <a:ext cx="10969943" cy="812590"/>
          </a:xfrm>
        </p:spPr>
        <p:txBody>
          <a:bodyPr>
            <a:normAutofit/>
          </a:bodyPr>
          <a:lstStyle/>
          <a:p>
            <a:r>
              <a:rPr lang="en-US" b="1" kern="1200">
                <a:latin typeface="Cooper Black" panose="0208090404030B020404" pitchFamily="18" charset="0"/>
              </a:rPr>
              <a:t>BTP Subscription Models</a:t>
            </a:r>
            <a:endParaRPr lang="en-US" b="1" kern="1200" dirty="0">
              <a:latin typeface="Cooper Black" panose="0208090404030B020404" pitchFamily="18" charset="0"/>
            </a:endParaRPr>
          </a:p>
        </p:txBody>
      </p:sp>
      <p:sp>
        <p:nvSpPr>
          <p:cNvPr id="3" name="Footer Placeholder 2">
            <a:extLst>
              <a:ext uri="{FF2B5EF4-FFF2-40B4-BE49-F238E27FC236}">
                <a16:creationId xmlns:a16="http://schemas.microsoft.com/office/drawing/2014/main" id="{40A6FC32-36B9-CE10-589D-EB45F4A3BDDC}"/>
              </a:ext>
            </a:extLst>
          </p:cNvPr>
          <p:cNvSpPr>
            <a:spLocks noGrp="1"/>
          </p:cNvSpPr>
          <p:nvPr>
            <p:ph type="ftr" sz="quarter" idx="11"/>
          </p:nvPr>
        </p:nvSpPr>
        <p:spPr>
          <a:xfrm>
            <a:off x="4164515" y="6355588"/>
            <a:ext cx="3859795" cy="365030"/>
          </a:xfrm>
        </p:spPr>
        <p:txBody>
          <a:bodyPr spcFirstLastPara="1" vert="horz" wrap="square" lIns="121888" tIns="60944" rIns="121888" bIns="60944" rtlCol="0" anchor="ctr" anchorCtr="0">
            <a:normAutofit fontScale="77500" lnSpcReduction="20000"/>
          </a:bodyPr>
          <a:lstStyle/>
          <a:p>
            <a:pPr>
              <a:lnSpc>
                <a:spcPct val="90000"/>
              </a:lnSpc>
              <a:spcAft>
                <a:spcPts val="800"/>
              </a:spcAft>
            </a:pPr>
            <a:r>
              <a:rPr lang="en-US" kern="1200">
                <a:latin typeface="+mn-lt"/>
                <a:ea typeface="+mn-ea"/>
                <a:cs typeface="+mn-cs"/>
              </a:rPr>
              <a:t>www.anubhavtrainings.com</a:t>
            </a:r>
          </a:p>
        </p:txBody>
      </p:sp>
      <p:sp>
        <p:nvSpPr>
          <p:cNvPr id="4" name="Slide Number Placeholder 3">
            <a:extLst>
              <a:ext uri="{FF2B5EF4-FFF2-40B4-BE49-F238E27FC236}">
                <a16:creationId xmlns:a16="http://schemas.microsoft.com/office/drawing/2014/main" id="{3711606E-8A46-BBF5-96D7-332EB126DB97}"/>
              </a:ext>
            </a:extLst>
          </p:cNvPr>
          <p:cNvSpPr>
            <a:spLocks noGrp="1"/>
          </p:cNvSpPr>
          <p:nvPr>
            <p:ph type="sldNum" sz="quarter" idx="12"/>
          </p:nvPr>
        </p:nvSpPr>
        <p:spPr>
          <a:xfrm>
            <a:off x="8735324" y="6355588"/>
            <a:ext cx="2844059" cy="365030"/>
          </a:xfrm>
        </p:spPr>
        <p:txBody>
          <a:bodyPr spcFirstLastPara="1" vert="horz" wrap="square" lIns="121888" tIns="60944" rIns="121888" bIns="60944" rtlCol="0" anchor="ctr" anchorCtr="0">
            <a:normAutofit fontScale="77500" lnSpcReduction="20000"/>
          </a:bodyPr>
          <a:lstStyle/>
          <a:p>
            <a:pPr>
              <a:lnSpc>
                <a:spcPct val="90000"/>
              </a:lnSpc>
              <a:spcAft>
                <a:spcPts val="800"/>
              </a:spcAft>
            </a:pPr>
            <a:fld id="{B6F15528-21DE-4FAA-801E-634DDDAF4B2B}" type="slidenum">
              <a:rPr lang="en-US" smtClean="0"/>
              <a:pPr>
                <a:lnSpc>
                  <a:spcPct val="90000"/>
                </a:lnSpc>
                <a:spcAft>
                  <a:spcPts val="800"/>
                </a:spcAft>
              </a:pPr>
              <a:t>6</a:t>
            </a:fld>
            <a:endParaRPr lang="en-US"/>
          </a:p>
        </p:txBody>
      </p:sp>
      <p:pic>
        <p:nvPicPr>
          <p:cNvPr id="7172" name="Picture 4" descr="Commercial Models Available for Enterprise Accounts">
            <a:hlinkClick r:id="rId2"/>
            <a:extLst>
              <a:ext uri="{FF2B5EF4-FFF2-40B4-BE49-F238E27FC236}">
                <a16:creationId xmlns:a16="http://schemas.microsoft.com/office/drawing/2014/main" id="{05ADD24B-5A2B-B88C-09AC-78EFFB7122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441" y="1397529"/>
            <a:ext cx="9478815" cy="483320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0CAE4A3-2DB4-2376-A522-429EE1450143}"/>
              </a:ext>
            </a:extLst>
          </p:cNvPr>
          <p:cNvSpPr txBox="1"/>
          <p:nvPr/>
        </p:nvSpPr>
        <p:spPr>
          <a:xfrm>
            <a:off x="72" y="6265434"/>
            <a:ext cx="6094878" cy="307777"/>
          </a:xfrm>
          <a:prstGeom prst="rect">
            <a:avLst/>
          </a:prstGeom>
          <a:noFill/>
        </p:spPr>
        <p:txBody>
          <a:bodyPr wrap="square">
            <a:spAutoFit/>
          </a:bodyPr>
          <a:lstStyle/>
          <a:p>
            <a:r>
              <a:rPr lang="en-IN" sz="1400" dirty="0"/>
              <a:t>https://help.sap.com/docs/btp/sap-business-technology-platform</a:t>
            </a:r>
          </a:p>
        </p:txBody>
      </p:sp>
    </p:spTree>
    <p:extLst>
      <p:ext uri="{BB962C8B-B14F-4D97-AF65-F5344CB8AC3E}">
        <p14:creationId xmlns:p14="http://schemas.microsoft.com/office/powerpoint/2010/main" val="3007545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Backing Services in BTP</a:t>
            </a:r>
          </a:p>
        </p:txBody>
      </p:sp>
      <p:pic>
        <p:nvPicPr>
          <p:cNvPr id="3" name="Picture 2">
            <a:extLst>
              <a:ext uri="{FF2B5EF4-FFF2-40B4-BE49-F238E27FC236}">
                <a16:creationId xmlns:a16="http://schemas.microsoft.com/office/drawing/2014/main" id="{7729ABAB-0077-472A-C70B-BADD307BFEA4}"/>
              </a:ext>
            </a:extLst>
          </p:cNvPr>
          <p:cNvPicPr>
            <a:picLocks noChangeAspect="1"/>
          </p:cNvPicPr>
          <p:nvPr/>
        </p:nvPicPr>
        <p:blipFill>
          <a:blip r:embed="rId2"/>
          <a:stretch>
            <a:fillRect/>
          </a:stretch>
        </p:blipFill>
        <p:spPr>
          <a:xfrm>
            <a:off x="207912" y="2044946"/>
            <a:ext cx="4645677" cy="3600400"/>
          </a:xfrm>
          <a:prstGeom prst="rect">
            <a:avLst/>
          </a:prstGeom>
        </p:spPr>
      </p:pic>
      <p:sp>
        <p:nvSpPr>
          <p:cNvPr id="4" name="TextBox 3">
            <a:extLst>
              <a:ext uri="{FF2B5EF4-FFF2-40B4-BE49-F238E27FC236}">
                <a16:creationId xmlns:a16="http://schemas.microsoft.com/office/drawing/2014/main" id="{61861C84-2401-C205-75ED-E1C09913D2A3}"/>
              </a:ext>
            </a:extLst>
          </p:cNvPr>
          <p:cNvSpPr txBox="1"/>
          <p:nvPr/>
        </p:nvSpPr>
        <p:spPr>
          <a:xfrm>
            <a:off x="205333" y="1251796"/>
            <a:ext cx="4320480" cy="830997"/>
          </a:xfrm>
          <a:prstGeom prst="rect">
            <a:avLst/>
          </a:prstGeom>
          <a:noFill/>
        </p:spPr>
        <p:txBody>
          <a:bodyPr wrap="square" rtlCol="0">
            <a:spAutoFit/>
          </a:bodyPr>
          <a:lstStyle/>
          <a:p>
            <a:r>
              <a:rPr lang="en-US" b="1" dirty="0">
                <a:solidFill>
                  <a:schemeClr val="bg1"/>
                </a:solidFill>
                <a:latin typeface="Cooper Black" panose="0208090404030B020404" pitchFamily="18" charset="0"/>
              </a:rPr>
              <a:t>Choose Your service</a:t>
            </a:r>
          </a:p>
          <a:p>
            <a:r>
              <a:rPr lang="en-US" b="1" dirty="0">
                <a:solidFill>
                  <a:srgbClr val="FF0000"/>
                </a:solidFill>
                <a:latin typeface="Cooper Black" panose="0208090404030B020404" pitchFamily="18" charset="0"/>
              </a:rPr>
              <a:t>Backing Service</a:t>
            </a:r>
          </a:p>
        </p:txBody>
      </p:sp>
      <p:sp>
        <p:nvSpPr>
          <p:cNvPr id="5" name="Arrow: Notched Right 4">
            <a:extLst>
              <a:ext uri="{FF2B5EF4-FFF2-40B4-BE49-F238E27FC236}">
                <a16:creationId xmlns:a16="http://schemas.microsoft.com/office/drawing/2014/main" id="{6E55A235-C903-1519-3A2F-4D2B7FD7D820}"/>
              </a:ext>
            </a:extLst>
          </p:cNvPr>
          <p:cNvSpPr/>
          <p:nvPr/>
        </p:nvSpPr>
        <p:spPr>
          <a:xfrm>
            <a:off x="4961601" y="3269082"/>
            <a:ext cx="610907" cy="864096"/>
          </a:xfrm>
          <a:prstGeom prst="notchedRightArrow">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A36C9CD0-5827-9709-769D-23DDBFB4214D}"/>
              </a:ext>
            </a:extLst>
          </p:cNvPr>
          <p:cNvPicPr>
            <a:picLocks noChangeAspect="1"/>
          </p:cNvPicPr>
          <p:nvPr/>
        </p:nvPicPr>
        <p:blipFill>
          <a:blip r:embed="rId3"/>
          <a:stretch>
            <a:fillRect/>
          </a:stretch>
        </p:blipFill>
        <p:spPr>
          <a:xfrm>
            <a:off x="5680520" y="2044946"/>
            <a:ext cx="6103844" cy="3478687"/>
          </a:xfrm>
          <a:prstGeom prst="rect">
            <a:avLst/>
          </a:prstGeom>
        </p:spPr>
      </p:pic>
      <p:sp>
        <p:nvSpPr>
          <p:cNvPr id="7" name="TextBox 6">
            <a:extLst>
              <a:ext uri="{FF2B5EF4-FFF2-40B4-BE49-F238E27FC236}">
                <a16:creationId xmlns:a16="http://schemas.microsoft.com/office/drawing/2014/main" id="{D9937145-FFCD-2467-DFCE-9E652322345A}"/>
              </a:ext>
            </a:extLst>
          </p:cNvPr>
          <p:cNvSpPr txBox="1"/>
          <p:nvPr/>
        </p:nvSpPr>
        <p:spPr>
          <a:xfrm>
            <a:off x="5691381" y="1209210"/>
            <a:ext cx="4320480" cy="830997"/>
          </a:xfrm>
          <a:prstGeom prst="rect">
            <a:avLst/>
          </a:prstGeom>
          <a:noFill/>
        </p:spPr>
        <p:txBody>
          <a:bodyPr wrap="square" rtlCol="0">
            <a:spAutoFit/>
          </a:bodyPr>
          <a:lstStyle/>
          <a:p>
            <a:r>
              <a:rPr lang="en-US" b="1" dirty="0">
                <a:solidFill>
                  <a:schemeClr val="bg1"/>
                </a:solidFill>
                <a:latin typeface="Cooper Black" panose="0208090404030B020404" pitchFamily="18" charset="0"/>
              </a:rPr>
              <a:t>Select Plan</a:t>
            </a:r>
          </a:p>
          <a:p>
            <a:r>
              <a:rPr lang="en-US" b="1" dirty="0">
                <a:solidFill>
                  <a:srgbClr val="FF0000"/>
                </a:solidFill>
                <a:latin typeface="Cooper Black" panose="0208090404030B020404" pitchFamily="18" charset="0"/>
              </a:rPr>
              <a:t>Service Plan</a:t>
            </a:r>
          </a:p>
        </p:txBody>
      </p:sp>
      <p:sp>
        <p:nvSpPr>
          <p:cNvPr id="8" name="TextBox 7">
            <a:extLst>
              <a:ext uri="{FF2B5EF4-FFF2-40B4-BE49-F238E27FC236}">
                <a16:creationId xmlns:a16="http://schemas.microsoft.com/office/drawing/2014/main" id="{7CD804AB-78BB-7448-384A-DA12FBA3333A}"/>
              </a:ext>
            </a:extLst>
          </p:cNvPr>
          <p:cNvSpPr txBox="1"/>
          <p:nvPr/>
        </p:nvSpPr>
        <p:spPr>
          <a:xfrm>
            <a:off x="7882974" y="955735"/>
            <a:ext cx="4032761" cy="1015663"/>
          </a:xfrm>
          <a:prstGeom prst="rect">
            <a:avLst/>
          </a:prstGeom>
          <a:noFill/>
        </p:spPr>
        <p:txBody>
          <a:bodyPr wrap="square">
            <a:spAutoFit/>
          </a:bodyPr>
          <a:lstStyle/>
          <a:p>
            <a:pPr algn="just"/>
            <a:r>
              <a:rPr lang="en-US" sz="1200" b="0" i="0" dirty="0">
                <a:solidFill>
                  <a:schemeClr val="bg1"/>
                </a:solidFill>
                <a:effectLst/>
                <a:latin typeface="72" panose="020B0503030000000003" pitchFamily="34" charset="0"/>
              </a:rPr>
              <a:t>Each service has one or more </a:t>
            </a:r>
            <a:r>
              <a:rPr lang="en-US" sz="1200" b="1" i="0" dirty="0">
                <a:solidFill>
                  <a:schemeClr val="bg1"/>
                </a:solidFill>
                <a:effectLst/>
                <a:latin typeface="72" panose="020B0503030000000003" pitchFamily="34" charset="0"/>
              </a:rPr>
              <a:t>service plans</a:t>
            </a:r>
            <a:r>
              <a:rPr lang="en-US" sz="1200" b="0" i="0" dirty="0">
                <a:solidFill>
                  <a:schemeClr val="bg1"/>
                </a:solidFill>
                <a:effectLst/>
                <a:latin typeface="72" panose="020B0503030000000003" pitchFamily="34" charset="0"/>
              </a:rPr>
              <a:t> available. A service plan is the representation of the costs and benefits for a given variant of a particular service. For instance, a database may be configured with various "T-shirt sizes", each of which is a different service plan.</a:t>
            </a:r>
            <a:endParaRPr lang="en-US" sz="1200" dirty="0">
              <a:solidFill>
                <a:schemeClr val="bg1"/>
              </a:solidFill>
            </a:endParaRPr>
          </a:p>
        </p:txBody>
      </p:sp>
    </p:spTree>
    <p:extLst>
      <p:ext uri="{BB962C8B-B14F-4D97-AF65-F5344CB8AC3E}">
        <p14:creationId xmlns:p14="http://schemas.microsoft.com/office/powerpoint/2010/main" val="195838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1000"/>
                                        <p:tgtEl>
                                          <p:spTgt spid="6"/>
                                        </p:tgtEl>
                                      </p:cBhvr>
                                    </p:animEffect>
                                    <p:anim calcmode="lin" valueType="num">
                                      <p:cBhvr>
                                        <p:cTn id="24" dur="1000" fill="hold"/>
                                        <p:tgtEl>
                                          <p:spTgt spid="6"/>
                                        </p:tgtEl>
                                        <p:attrNameLst>
                                          <p:attrName>ppt_x</p:attrName>
                                        </p:attrNameLst>
                                      </p:cBhvr>
                                      <p:tavLst>
                                        <p:tav tm="0">
                                          <p:val>
                                            <p:strVal val="#ppt_x"/>
                                          </p:val>
                                        </p:tav>
                                        <p:tav tm="100000">
                                          <p:val>
                                            <p:strVal val="#ppt_x"/>
                                          </p:val>
                                        </p:tav>
                                      </p:tavLst>
                                    </p:anim>
                                    <p:anim calcmode="lin" valueType="num">
                                      <p:cBhvr>
                                        <p:cTn id="25" dur="1000" fill="hold"/>
                                        <p:tgtEl>
                                          <p:spTgt spid="6"/>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8">
                                            <p:txEl>
                                              <p:pRg st="0" end="0"/>
                                            </p:txEl>
                                          </p:spTgt>
                                        </p:tgtEl>
                                        <p:attrNameLst>
                                          <p:attrName>style.visibility</p:attrName>
                                        </p:attrNameLst>
                                      </p:cBhvr>
                                      <p:to>
                                        <p:strVal val="visible"/>
                                      </p:to>
                                    </p:set>
                                    <p:animEffect transition="in" filter="fade">
                                      <p:cBhvr>
                                        <p:cTn id="33" dur="1000"/>
                                        <p:tgtEl>
                                          <p:spTgt spid="8">
                                            <p:txEl>
                                              <p:pRg st="0" end="0"/>
                                            </p:txEl>
                                          </p:spTgt>
                                        </p:tgtEl>
                                      </p:cBhvr>
                                    </p:animEffect>
                                    <p:anim calcmode="lin" valueType="num">
                                      <p:cBhvr>
                                        <p:cTn id="34"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35"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Service instance</a:t>
            </a:r>
          </a:p>
        </p:txBody>
      </p:sp>
      <p:pic>
        <p:nvPicPr>
          <p:cNvPr id="3" name="Picture 2">
            <a:extLst>
              <a:ext uri="{FF2B5EF4-FFF2-40B4-BE49-F238E27FC236}">
                <a16:creationId xmlns:a16="http://schemas.microsoft.com/office/drawing/2014/main" id="{A3A64AE6-E9C9-E686-A79F-E49D8D91C772}"/>
              </a:ext>
            </a:extLst>
          </p:cNvPr>
          <p:cNvPicPr>
            <a:picLocks noChangeAspect="1"/>
          </p:cNvPicPr>
          <p:nvPr/>
        </p:nvPicPr>
        <p:blipFill>
          <a:blip r:embed="rId2"/>
          <a:stretch>
            <a:fillRect/>
          </a:stretch>
        </p:blipFill>
        <p:spPr>
          <a:xfrm>
            <a:off x="549796" y="2345748"/>
            <a:ext cx="4569378" cy="3303402"/>
          </a:xfrm>
          <a:prstGeom prst="rect">
            <a:avLst/>
          </a:prstGeom>
        </p:spPr>
      </p:pic>
      <p:sp>
        <p:nvSpPr>
          <p:cNvPr id="4" name="TextBox 3">
            <a:extLst>
              <a:ext uri="{FF2B5EF4-FFF2-40B4-BE49-F238E27FC236}">
                <a16:creationId xmlns:a16="http://schemas.microsoft.com/office/drawing/2014/main" id="{337AAF39-5290-E595-46FD-1EA76A56FB32}"/>
              </a:ext>
            </a:extLst>
          </p:cNvPr>
          <p:cNvSpPr txBox="1"/>
          <p:nvPr/>
        </p:nvSpPr>
        <p:spPr>
          <a:xfrm>
            <a:off x="996509" y="1433912"/>
            <a:ext cx="4320480" cy="830997"/>
          </a:xfrm>
          <a:prstGeom prst="rect">
            <a:avLst/>
          </a:prstGeom>
          <a:noFill/>
        </p:spPr>
        <p:txBody>
          <a:bodyPr wrap="square" rtlCol="0">
            <a:spAutoFit/>
          </a:bodyPr>
          <a:lstStyle/>
          <a:p>
            <a:r>
              <a:rPr lang="en-US" b="1" dirty="0">
                <a:solidFill>
                  <a:schemeClr val="bg1"/>
                </a:solidFill>
                <a:latin typeface="Cooper Black" panose="0208090404030B020404" pitchFamily="18" charset="0"/>
              </a:rPr>
              <a:t>Actual Car</a:t>
            </a:r>
          </a:p>
          <a:p>
            <a:r>
              <a:rPr lang="en-US" b="1" dirty="0">
                <a:solidFill>
                  <a:srgbClr val="FF0000"/>
                </a:solidFill>
                <a:latin typeface="Cooper Black" panose="0208090404030B020404" pitchFamily="18" charset="0"/>
              </a:rPr>
              <a:t>Service Instance</a:t>
            </a:r>
          </a:p>
        </p:txBody>
      </p:sp>
      <p:pic>
        <p:nvPicPr>
          <p:cNvPr id="5" name="Picture 2" descr="Car Key PNG Image | Lost car keys, Car keys, Car key replacement">
            <a:extLst>
              <a:ext uri="{FF2B5EF4-FFF2-40B4-BE49-F238E27FC236}">
                <a16:creationId xmlns:a16="http://schemas.microsoft.com/office/drawing/2014/main" id="{9AEA2354-9FF8-1848-3BE8-329BA6DA138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4412" y="2345748"/>
            <a:ext cx="4965982" cy="321297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F526F1F-D15A-8AF6-F320-7BF97621193D}"/>
              </a:ext>
            </a:extLst>
          </p:cNvPr>
          <p:cNvSpPr txBox="1"/>
          <p:nvPr/>
        </p:nvSpPr>
        <p:spPr>
          <a:xfrm>
            <a:off x="6294159" y="1240685"/>
            <a:ext cx="4320480" cy="1200329"/>
          </a:xfrm>
          <a:prstGeom prst="rect">
            <a:avLst/>
          </a:prstGeom>
          <a:noFill/>
        </p:spPr>
        <p:txBody>
          <a:bodyPr wrap="square" rtlCol="0">
            <a:spAutoFit/>
          </a:bodyPr>
          <a:lstStyle/>
          <a:p>
            <a:r>
              <a:rPr lang="en-US" b="1" dirty="0">
                <a:solidFill>
                  <a:schemeClr val="bg1"/>
                </a:solidFill>
                <a:latin typeface="Cooper Black" panose="0208090404030B020404" pitchFamily="18" charset="0"/>
              </a:rPr>
              <a:t>Car key to use Car</a:t>
            </a:r>
          </a:p>
          <a:p>
            <a:r>
              <a:rPr lang="en-US" b="1" dirty="0">
                <a:solidFill>
                  <a:srgbClr val="FF0000"/>
                </a:solidFill>
                <a:latin typeface="Cooper Black" panose="0208090404030B020404" pitchFamily="18" charset="0"/>
              </a:rPr>
              <a:t>Service Key to Consume Service instance</a:t>
            </a:r>
          </a:p>
        </p:txBody>
      </p:sp>
    </p:spTree>
    <p:extLst>
      <p:ext uri="{BB962C8B-B14F-4D97-AF65-F5344CB8AC3E}">
        <p14:creationId xmlns:p14="http://schemas.microsoft.com/office/powerpoint/2010/main" val="397240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1000"/>
                                        <p:tgtEl>
                                          <p:spTgt spid="6"/>
                                        </p:tgtEl>
                                      </p:cBhvr>
                                    </p:animEffect>
                                    <p:anim calcmode="lin" valueType="num">
                                      <p:cBhvr>
                                        <p:cTn id="25" dur="1000" fill="hold"/>
                                        <p:tgtEl>
                                          <p:spTgt spid="6"/>
                                        </p:tgtEl>
                                        <p:attrNameLst>
                                          <p:attrName>ppt_x</p:attrName>
                                        </p:attrNameLst>
                                      </p:cBhvr>
                                      <p:tavLst>
                                        <p:tav tm="0">
                                          <p:val>
                                            <p:strVal val="#ppt_x"/>
                                          </p:val>
                                        </p:tav>
                                        <p:tav tm="100000">
                                          <p:val>
                                            <p:strVal val="#ppt_x"/>
                                          </p:val>
                                        </p:tav>
                                      </p:tavLst>
                                    </p:anim>
                                    <p:anim calcmode="lin" valueType="num">
                                      <p:cBhvr>
                                        <p:cTn id="2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Service Catalog &amp; Entitlements</a:t>
            </a:r>
          </a:p>
        </p:txBody>
      </p:sp>
      <p:sp>
        <p:nvSpPr>
          <p:cNvPr id="3" name="TextBox 2">
            <a:extLst>
              <a:ext uri="{FF2B5EF4-FFF2-40B4-BE49-F238E27FC236}">
                <a16:creationId xmlns:a16="http://schemas.microsoft.com/office/drawing/2014/main" id="{B8ADEC3D-C663-BAE3-304E-EA57F5E0F5E5}"/>
              </a:ext>
            </a:extLst>
          </p:cNvPr>
          <p:cNvSpPr txBox="1"/>
          <p:nvPr/>
        </p:nvSpPr>
        <p:spPr>
          <a:xfrm>
            <a:off x="189756" y="1173224"/>
            <a:ext cx="11809312" cy="1785104"/>
          </a:xfrm>
          <a:prstGeom prst="rect">
            <a:avLst/>
          </a:prstGeom>
          <a:noFill/>
        </p:spPr>
        <p:txBody>
          <a:bodyPr wrap="square" rtlCol="0">
            <a:spAutoFit/>
          </a:bodyPr>
          <a:lstStyle/>
          <a:p>
            <a:pPr>
              <a:defRPr/>
            </a:pPr>
            <a:r>
              <a:rPr lang="en-US" sz="1400" dirty="0">
                <a:solidFill>
                  <a:schemeClr val="bg1"/>
                </a:solidFill>
                <a:latin typeface="72-Regular"/>
              </a:rPr>
              <a:t>The SAP Discovery Center is a relatively new site hosted by SAP for developers and architects to find the services hosted by sap in SAP BTP and their respective service plans available.</a:t>
            </a:r>
          </a:p>
          <a:p>
            <a:pPr>
              <a:defRPr/>
            </a:pPr>
            <a:endParaRPr lang="en-US" sz="1400" dirty="0">
              <a:solidFill>
                <a:schemeClr val="bg1"/>
              </a:solidFill>
              <a:latin typeface="72-Regular"/>
            </a:endParaRPr>
          </a:p>
          <a:p>
            <a:pPr>
              <a:defRPr/>
            </a:pPr>
            <a:r>
              <a:rPr lang="en-US" sz="1400" dirty="0">
                <a:solidFill>
                  <a:schemeClr val="bg1"/>
                </a:solidFill>
                <a:latin typeface="72-Regular"/>
              </a:rPr>
              <a:t>It will also help technical team to identify the data center availability and cost associated with each service.</a:t>
            </a:r>
          </a:p>
          <a:p>
            <a:endParaRPr lang="en-IN" sz="1800" dirty="0">
              <a:hlinkClick r:id="" action="ppaction://noaction"/>
            </a:endParaRPr>
          </a:p>
          <a:p>
            <a:r>
              <a:rPr lang="en-IN" sz="1800" dirty="0">
                <a:hlinkClick r:id="" action="ppaction://noaction"/>
              </a:rPr>
              <a:t>https://discovery-center.cloud.sap/#/serviceCatalog</a:t>
            </a:r>
            <a:endParaRPr lang="en-IN" sz="1800" dirty="0"/>
          </a:p>
          <a:p>
            <a:endParaRPr lang="en-IN" sz="1800" dirty="0"/>
          </a:p>
        </p:txBody>
      </p:sp>
      <p:sp>
        <p:nvSpPr>
          <p:cNvPr id="7" name="TextBox 6">
            <a:extLst>
              <a:ext uri="{FF2B5EF4-FFF2-40B4-BE49-F238E27FC236}">
                <a16:creationId xmlns:a16="http://schemas.microsoft.com/office/drawing/2014/main" id="{52395A60-C6F3-B296-1DDF-6C755F46EC91}"/>
              </a:ext>
            </a:extLst>
          </p:cNvPr>
          <p:cNvSpPr txBox="1"/>
          <p:nvPr/>
        </p:nvSpPr>
        <p:spPr>
          <a:xfrm>
            <a:off x="189757" y="3140968"/>
            <a:ext cx="11809311" cy="2739211"/>
          </a:xfrm>
          <a:prstGeom prst="rect">
            <a:avLst/>
          </a:prstGeom>
          <a:noFill/>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72-Regular"/>
                <a:ea typeface="+mn-ea"/>
                <a:cs typeface="+mn-cs"/>
              </a:rPr>
              <a:t>Entitlements are the heart of all subaccounts in SAP BTP. They define which service and runtime artifacts you are able to use. </a:t>
            </a:r>
            <a:r>
              <a:rPr kumimoji="0" lang="en-US" sz="1400" b="0" i="0" u="none" strike="noStrike" kern="1200" cap="none" spc="0" normalizeH="0" baseline="0" noProof="0" dirty="0">
                <a:ln>
                  <a:noFill/>
                </a:ln>
                <a:solidFill>
                  <a:schemeClr val="bg1"/>
                </a:solidFill>
                <a:effectLst/>
                <a:uLnTx/>
                <a:uFillTx/>
                <a:latin typeface="72" panose="020B0503030000000003" pitchFamily="34" charset="0"/>
                <a:ea typeface="+mn-ea"/>
                <a:cs typeface="+mn-cs"/>
              </a:rPr>
              <a:t>When you purchase an enterprise account, you’re entitled to use a specific set of resources, such as the amount of memory that can be allocated to your applications.</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chemeClr val="bg1"/>
              </a:solidFill>
              <a:effectLst/>
              <a:uLnTx/>
              <a:uFillTx/>
              <a:latin typeface="72" panose="020B0503030000000003" pitchFamily="34" charset="0"/>
              <a:ea typeface="+mn-ea"/>
              <a:cs typeface="+mn-cs"/>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72" panose="020B0503030000000003" pitchFamily="34" charset="0"/>
                <a:ea typeface="+mn-ea"/>
                <a:cs typeface="+mn-cs"/>
              </a:rPr>
              <a:t>An </a:t>
            </a:r>
            <a:r>
              <a:rPr kumimoji="0" lang="en-US" sz="1400" b="1" i="0" u="none" strike="noStrike" kern="1200" cap="none" spc="0" normalizeH="0" baseline="0" noProof="0" dirty="0">
                <a:ln>
                  <a:noFill/>
                </a:ln>
                <a:solidFill>
                  <a:schemeClr val="bg1"/>
                </a:solidFill>
                <a:effectLst/>
                <a:uLnTx/>
                <a:uFillTx/>
                <a:latin typeface="72" panose="020B0503030000000003" pitchFamily="34" charset="0"/>
                <a:ea typeface="+mn-ea"/>
                <a:cs typeface="+mn-cs"/>
              </a:rPr>
              <a:t>entitlement</a:t>
            </a:r>
            <a:r>
              <a:rPr kumimoji="0" lang="en-US" sz="1400" b="0" i="0" u="none" strike="noStrike" kern="1200" cap="none" spc="0" normalizeH="0" baseline="0" noProof="0" dirty="0">
                <a:ln>
                  <a:noFill/>
                </a:ln>
                <a:solidFill>
                  <a:schemeClr val="bg1"/>
                </a:solidFill>
                <a:effectLst/>
                <a:uLnTx/>
                <a:uFillTx/>
                <a:latin typeface="72" panose="020B0503030000000003" pitchFamily="34" charset="0"/>
                <a:ea typeface="+mn-ea"/>
                <a:cs typeface="+mn-cs"/>
              </a:rPr>
              <a:t> is your right to provision and consume a resource. In other words, entitlements are </a:t>
            </a:r>
            <a:r>
              <a:rPr kumimoji="0" lang="en-US" sz="1400" b="1" i="0" u="none" strike="noStrike" kern="1200" cap="none" spc="0" normalizeH="0" baseline="0" noProof="0" dirty="0">
                <a:ln>
                  <a:noFill/>
                </a:ln>
                <a:solidFill>
                  <a:schemeClr val="bg1"/>
                </a:solidFill>
                <a:effectLst/>
                <a:uLnTx/>
                <a:uFillTx/>
                <a:latin typeface="72" panose="020B0503030000000003" pitchFamily="34" charset="0"/>
                <a:ea typeface="+mn-ea"/>
                <a:cs typeface="+mn-cs"/>
              </a:rPr>
              <a:t>the service plans</a:t>
            </a:r>
            <a:r>
              <a:rPr kumimoji="0" lang="en-US" sz="1400" b="0" i="0" u="none" strike="noStrike" kern="1200" cap="none" spc="0" normalizeH="0" baseline="0" noProof="0" dirty="0">
                <a:ln>
                  <a:noFill/>
                </a:ln>
                <a:solidFill>
                  <a:schemeClr val="bg1"/>
                </a:solidFill>
                <a:effectLst/>
                <a:uLnTx/>
                <a:uFillTx/>
                <a:latin typeface="72" panose="020B0503030000000003" pitchFamily="34" charset="0"/>
                <a:ea typeface="+mn-ea"/>
                <a:cs typeface="+mn-cs"/>
              </a:rPr>
              <a:t> that you're entitled to use.</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chemeClr val="bg1"/>
              </a:solidFill>
              <a:effectLst/>
              <a:uLnTx/>
              <a:uFillTx/>
              <a:latin typeface="72" panose="020B0503030000000003" pitchFamily="34" charset="0"/>
              <a:ea typeface="+mn-ea"/>
              <a:cs typeface="+mn-cs"/>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72" panose="020B0503030000000003" pitchFamily="34" charset="0"/>
                <a:ea typeface="+mn-ea"/>
                <a:cs typeface="+mn-cs"/>
              </a:rPr>
              <a:t>A </a:t>
            </a:r>
            <a:r>
              <a:rPr kumimoji="0" lang="en-US" sz="1400" b="1" i="0" u="none" strike="noStrike" kern="1200" cap="none" spc="0" normalizeH="0" baseline="0" noProof="0" dirty="0">
                <a:ln>
                  <a:noFill/>
                </a:ln>
                <a:solidFill>
                  <a:schemeClr val="bg1"/>
                </a:solidFill>
                <a:effectLst/>
                <a:uLnTx/>
                <a:uFillTx/>
                <a:latin typeface="72" panose="020B0503030000000003" pitchFamily="34" charset="0"/>
                <a:ea typeface="+mn-ea"/>
                <a:cs typeface="+mn-cs"/>
              </a:rPr>
              <a:t>quota</a:t>
            </a:r>
            <a:r>
              <a:rPr kumimoji="0" lang="en-US" sz="1400" b="0" i="0" u="none" strike="noStrike" kern="1200" cap="none" spc="0" normalizeH="0" baseline="0" noProof="0" dirty="0">
                <a:ln>
                  <a:noFill/>
                </a:ln>
                <a:solidFill>
                  <a:schemeClr val="bg1"/>
                </a:solidFill>
                <a:effectLst/>
                <a:uLnTx/>
                <a:uFillTx/>
                <a:latin typeface="72" panose="020B0503030000000003" pitchFamily="34" charset="0"/>
                <a:ea typeface="+mn-ea"/>
                <a:cs typeface="+mn-cs"/>
              </a:rPr>
              <a:t> represents the numeric quantity that defines the maximum allowed consumption of a resource. In other words, </a:t>
            </a:r>
            <a:r>
              <a:rPr kumimoji="0" lang="en-US" sz="1400" b="1" i="0" u="none" strike="noStrike" kern="1200" cap="none" spc="0" normalizeH="0" baseline="0" noProof="0" dirty="0">
                <a:ln>
                  <a:noFill/>
                </a:ln>
                <a:solidFill>
                  <a:schemeClr val="bg1"/>
                </a:solidFill>
                <a:effectLst/>
                <a:uLnTx/>
                <a:uFillTx/>
                <a:latin typeface="72" panose="020B0503030000000003" pitchFamily="34" charset="0"/>
                <a:ea typeface="+mn-ea"/>
                <a:cs typeface="+mn-cs"/>
              </a:rPr>
              <a:t>how much</a:t>
            </a:r>
            <a:r>
              <a:rPr kumimoji="0" lang="en-US" sz="1400" b="0" i="0" u="none" strike="noStrike" kern="1200" cap="none" spc="0" normalizeH="0" baseline="0" noProof="0" dirty="0">
                <a:ln>
                  <a:noFill/>
                </a:ln>
                <a:solidFill>
                  <a:schemeClr val="bg1"/>
                </a:solidFill>
                <a:effectLst/>
                <a:uLnTx/>
                <a:uFillTx/>
                <a:latin typeface="72" panose="020B0503030000000003" pitchFamily="34" charset="0"/>
                <a:ea typeface="+mn-ea"/>
                <a:cs typeface="+mn-cs"/>
              </a:rPr>
              <a:t> of a service plan you're entitled to use.</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chemeClr val="bg1"/>
              </a:solidFill>
              <a:effectLst/>
              <a:uLnTx/>
              <a:uFillTx/>
              <a:latin typeface="72" panose="020B0503030000000003" pitchFamily="34" charset="0"/>
              <a:ea typeface="+mn-ea"/>
              <a:cs typeface="+mn-cs"/>
            </a:endParaRP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72" panose="020B0503030000000003" pitchFamily="34" charset="0"/>
                <a:ea typeface="+mn-ea"/>
                <a:cs typeface="+mn-cs"/>
              </a:rPr>
              <a:t>Entitlements and quotas are purchased and managed at global account level, from where they’re distributed to subaccounts, which consume them.</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72" panose="020B0503030000000003" pitchFamily="34" charset="0"/>
                <a:ea typeface="+mn-ea"/>
                <a:cs typeface="+mn-cs"/>
              </a:rPr>
              <a:t>When you remove quotas or entitlements from a subaccount, they become available again at global account level and can be assigned to other subaccounts.</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schemeClr val="bg1"/>
              </a:solidFill>
              <a:effectLst/>
              <a:uLnTx/>
              <a:uFillTx/>
              <a:latin typeface="Segoe UI"/>
              <a:ea typeface="+mn-ea"/>
              <a:cs typeface="+mn-cs"/>
            </a:endParaRPr>
          </a:p>
        </p:txBody>
      </p:sp>
    </p:spTree>
    <p:extLst>
      <p:ext uri="{BB962C8B-B14F-4D97-AF65-F5344CB8AC3E}">
        <p14:creationId xmlns:p14="http://schemas.microsoft.com/office/powerpoint/2010/main" val="3611912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Effect transition="in" filter="fade">
                                      <p:cBhvr>
                                        <p:cTn id="19" dur="1000"/>
                                        <p:tgtEl>
                                          <p:spTgt spid="7">
                                            <p:txEl>
                                              <p:pRg st="2" end="2"/>
                                            </p:txEl>
                                          </p:spTgt>
                                        </p:tgtEl>
                                      </p:cBhvr>
                                    </p:animEffect>
                                    <p:anim calcmode="lin" valueType="num">
                                      <p:cBhvr>
                                        <p:cTn id="20"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7">
                                            <p:txEl>
                                              <p:pRg st="4" end="4"/>
                                            </p:txEl>
                                          </p:spTgt>
                                        </p:tgtEl>
                                        <p:attrNameLst>
                                          <p:attrName>style.visibility</p:attrName>
                                        </p:attrNameLst>
                                      </p:cBhvr>
                                      <p:to>
                                        <p:strVal val="visible"/>
                                      </p:to>
                                    </p:set>
                                    <p:animEffect transition="in" filter="fade">
                                      <p:cBhvr>
                                        <p:cTn id="24" dur="1000"/>
                                        <p:tgtEl>
                                          <p:spTgt spid="7">
                                            <p:txEl>
                                              <p:pRg st="4" end="4"/>
                                            </p:txEl>
                                          </p:spTgt>
                                        </p:tgtEl>
                                      </p:cBhvr>
                                    </p:animEffect>
                                    <p:anim calcmode="lin" valueType="num">
                                      <p:cBhvr>
                                        <p:cTn id="2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7">
                                            <p:txEl>
                                              <p:pRg st="6" end="6"/>
                                            </p:txEl>
                                          </p:spTgt>
                                        </p:tgtEl>
                                        <p:attrNameLst>
                                          <p:attrName>style.visibility</p:attrName>
                                        </p:attrNameLst>
                                      </p:cBhvr>
                                      <p:to>
                                        <p:strVal val="visible"/>
                                      </p:to>
                                    </p:set>
                                    <p:animEffect transition="in" filter="fade">
                                      <p:cBhvr>
                                        <p:cTn id="29" dur="1000"/>
                                        <p:tgtEl>
                                          <p:spTgt spid="7">
                                            <p:txEl>
                                              <p:pRg st="6" end="6"/>
                                            </p:txEl>
                                          </p:spTgt>
                                        </p:tgtEl>
                                      </p:cBhvr>
                                    </p:animEffect>
                                    <p:anim calcmode="lin" valueType="num">
                                      <p:cBhvr>
                                        <p:cTn id="30"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6" end="6"/>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7">
                                            <p:txEl>
                                              <p:pRg st="7" end="7"/>
                                            </p:txEl>
                                          </p:spTgt>
                                        </p:tgtEl>
                                        <p:attrNameLst>
                                          <p:attrName>style.visibility</p:attrName>
                                        </p:attrNameLst>
                                      </p:cBhvr>
                                      <p:to>
                                        <p:strVal val="visible"/>
                                      </p:to>
                                    </p:set>
                                    <p:animEffect transition="in" filter="fade">
                                      <p:cBhvr>
                                        <p:cTn id="34" dur="1000"/>
                                        <p:tgtEl>
                                          <p:spTgt spid="7">
                                            <p:txEl>
                                              <p:pRg st="7" end="7"/>
                                            </p:txEl>
                                          </p:spTgt>
                                        </p:tgtEl>
                                      </p:cBhvr>
                                    </p:animEffect>
                                    <p:anim calcmode="lin" valueType="num">
                                      <p:cBhvr>
                                        <p:cTn id="35"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BTP Use Cases – Build New Applications</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D55370F2-7D77-73A8-F610-F5F6D895CA2A}"/>
                  </a:ext>
                </a:extLst>
              </p14:cNvPr>
              <p14:cNvContentPartPr/>
              <p14:nvPr/>
            </p14:nvContentPartPr>
            <p14:xfrm>
              <a:off x="347400" y="1723680"/>
              <a:ext cx="9637200" cy="4818240"/>
            </p14:xfrm>
          </p:contentPart>
        </mc:Choice>
        <mc:Fallback>
          <p:pic>
            <p:nvPicPr>
              <p:cNvPr id="3" name="Ink 2">
                <a:extLst>
                  <a:ext uri="{FF2B5EF4-FFF2-40B4-BE49-F238E27FC236}">
                    <a16:creationId xmlns:a16="http://schemas.microsoft.com/office/drawing/2014/main" id="{D55370F2-7D77-73A8-F610-F5F6D895CA2A}"/>
                  </a:ext>
                </a:extLst>
              </p:cNvPr>
              <p:cNvPicPr/>
              <p:nvPr/>
            </p:nvPicPr>
            <p:blipFill>
              <a:blip r:embed="rId3"/>
              <a:stretch>
                <a:fillRect/>
              </a:stretch>
            </p:blipFill>
            <p:spPr>
              <a:xfrm>
                <a:off x="338040" y="1714320"/>
                <a:ext cx="9655920" cy="4836960"/>
              </a:xfrm>
              <a:prstGeom prst="rect">
                <a:avLst/>
              </a:prstGeom>
            </p:spPr>
          </p:pic>
        </mc:Fallback>
      </mc:AlternateContent>
    </p:spTree>
    <p:extLst>
      <p:ext uri="{BB962C8B-B14F-4D97-AF65-F5344CB8AC3E}">
        <p14:creationId xmlns:p14="http://schemas.microsoft.com/office/powerpoint/2010/main" val="1478782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BTP Use Cases – Extend Existing Applications</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F747904D-CC1F-5D13-FD60-062FD3A72059}"/>
                  </a:ext>
                </a:extLst>
              </p14:cNvPr>
              <p14:cNvContentPartPr/>
              <p14:nvPr/>
            </p14:nvContentPartPr>
            <p14:xfrm>
              <a:off x="2037960" y="780840"/>
              <a:ext cx="9522720" cy="5432400"/>
            </p14:xfrm>
          </p:contentPart>
        </mc:Choice>
        <mc:Fallback>
          <p:pic>
            <p:nvPicPr>
              <p:cNvPr id="3" name="Ink 2">
                <a:extLst>
                  <a:ext uri="{FF2B5EF4-FFF2-40B4-BE49-F238E27FC236}">
                    <a16:creationId xmlns:a16="http://schemas.microsoft.com/office/drawing/2014/main" id="{F747904D-CC1F-5D13-FD60-062FD3A72059}"/>
                  </a:ext>
                </a:extLst>
              </p:cNvPr>
              <p:cNvPicPr/>
              <p:nvPr/>
            </p:nvPicPr>
            <p:blipFill>
              <a:blip r:embed="rId3"/>
              <a:stretch>
                <a:fillRect/>
              </a:stretch>
            </p:blipFill>
            <p:spPr>
              <a:xfrm>
                <a:off x="2028600" y="771480"/>
                <a:ext cx="9541440" cy="5451120"/>
              </a:xfrm>
              <a:prstGeom prst="rect">
                <a:avLst/>
              </a:prstGeom>
            </p:spPr>
          </p:pic>
        </mc:Fallback>
      </mc:AlternateContent>
    </p:spTree>
    <p:extLst>
      <p:ext uri="{BB962C8B-B14F-4D97-AF65-F5344CB8AC3E}">
        <p14:creationId xmlns:p14="http://schemas.microsoft.com/office/powerpoint/2010/main" val="3340257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BTP Use Cases – Use intelligent Technologies</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A6BAA2E5-407B-3CCF-C453-AE4523CC0860}"/>
                  </a:ext>
                </a:extLst>
              </p14:cNvPr>
              <p14:cNvContentPartPr/>
              <p14:nvPr/>
            </p14:nvContentPartPr>
            <p14:xfrm>
              <a:off x="214200" y="757080"/>
              <a:ext cx="11303640" cy="4918320"/>
            </p14:xfrm>
          </p:contentPart>
        </mc:Choice>
        <mc:Fallback>
          <p:pic>
            <p:nvPicPr>
              <p:cNvPr id="3" name="Ink 2">
                <a:extLst>
                  <a:ext uri="{FF2B5EF4-FFF2-40B4-BE49-F238E27FC236}">
                    <a16:creationId xmlns:a16="http://schemas.microsoft.com/office/drawing/2014/main" id="{A6BAA2E5-407B-3CCF-C453-AE4523CC0860}"/>
                  </a:ext>
                </a:extLst>
              </p:cNvPr>
              <p:cNvPicPr/>
              <p:nvPr/>
            </p:nvPicPr>
            <p:blipFill>
              <a:blip r:embed="rId3"/>
              <a:stretch>
                <a:fillRect/>
              </a:stretch>
            </p:blipFill>
            <p:spPr>
              <a:xfrm>
                <a:off x="204840" y="747720"/>
                <a:ext cx="11322360" cy="4937040"/>
              </a:xfrm>
              <a:prstGeom prst="rect">
                <a:avLst/>
              </a:prstGeom>
            </p:spPr>
          </p:pic>
        </mc:Fallback>
      </mc:AlternateContent>
    </p:spTree>
    <p:extLst>
      <p:ext uri="{BB962C8B-B14F-4D97-AF65-F5344CB8AC3E}">
        <p14:creationId xmlns:p14="http://schemas.microsoft.com/office/powerpoint/2010/main" val="2375751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BTP Use Cases – SAP Owned Solutions</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580AD600-C149-1946-739F-5D8667AD41EA}"/>
                  </a:ext>
                </a:extLst>
              </p14:cNvPr>
              <p14:cNvContentPartPr/>
              <p14:nvPr/>
            </p14:nvContentPartPr>
            <p14:xfrm>
              <a:off x="1209240" y="1818720"/>
              <a:ext cx="8965800" cy="3442680"/>
            </p14:xfrm>
          </p:contentPart>
        </mc:Choice>
        <mc:Fallback>
          <p:pic>
            <p:nvPicPr>
              <p:cNvPr id="3" name="Ink 2">
                <a:extLst>
                  <a:ext uri="{FF2B5EF4-FFF2-40B4-BE49-F238E27FC236}">
                    <a16:creationId xmlns:a16="http://schemas.microsoft.com/office/drawing/2014/main" id="{580AD600-C149-1946-739F-5D8667AD41EA}"/>
                  </a:ext>
                </a:extLst>
              </p:cNvPr>
              <p:cNvPicPr/>
              <p:nvPr/>
            </p:nvPicPr>
            <p:blipFill>
              <a:blip r:embed="rId3"/>
              <a:stretch>
                <a:fillRect/>
              </a:stretch>
            </p:blipFill>
            <p:spPr>
              <a:xfrm>
                <a:off x="1199880" y="1809360"/>
                <a:ext cx="8984520" cy="3461400"/>
              </a:xfrm>
              <a:prstGeom prst="rect">
                <a:avLst/>
              </a:prstGeom>
            </p:spPr>
          </p:pic>
        </mc:Fallback>
      </mc:AlternateContent>
    </p:spTree>
    <p:extLst>
      <p:ext uri="{BB962C8B-B14F-4D97-AF65-F5344CB8AC3E}">
        <p14:creationId xmlns:p14="http://schemas.microsoft.com/office/powerpoint/2010/main" val="3569072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Tools to Setup</a:t>
            </a:r>
          </a:p>
        </p:txBody>
      </p:sp>
      <p:sp>
        <p:nvSpPr>
          <p:cNvPr id="6" name="TextBox 5">
            <a:extLst>
              <a:ext uri="{FF2B5EF4-FFF2-40B4-BE49-F238E27FC236}">
                <a16:creationId xmlns:a16="http://schemas.microsoft.com/office/drawing/2014/main" id="{6A0A19D8-C3C6-3EAF-E522-A7A51752E39E}"/>
              </a:ext>
            </a:extLst>
          </p:cNvPr>
          <p:cNvSpPr txBox="1"/>
          <p:nvPr/>
        </p:nvSpPr>
        <p:spPr>
          <a:xfrm>
            <a:off x="169734" y="908720"/>
            <a:ext cx="11665296" cy="2862322"/>
          </a:xfrm>
          <a:prstGeom prst="rect">
            <a:avLst/>
          </a:prstGeom>
          <a:noFill/>
        </p:spPr>
        <p:txBody>
          <a:bodyPr wrap="square">
            <a:spAutoFit/>
          </a:bodyPr>
          <a:lstStyle/>
          <a:p>
            <a:pPr marL="342797" marR="0" lvl="0" indent="-342797" algn="l" defTabSz="1218987" rtl="0" eaLnBrk="1" fontAlgn="auto" latinLnBrk="0" hangingPunct="1">
              <a:lnSpc>
                <a:spcPct val="100000"/>
              </a:lnSpc>
              <a:spcBef>
                <a:spcPts val="0"/>
              </a:spcBef>
              <a:spcAft>
                <a:spcPts val="0"/>
              </a:spcAft>
              <a:buClrTx/>
              <a:buSzTx/>
              <a:buFontTx/>
              <a:buAutoNum type="arabicPeriod"/>
              <a:tabLst/>
              <a:defRPr/>
            </a:pPr>
            <a:r>
              <a:rPr kumimoji="0" lang="en-US" sz="1800" b="0" i="0" u="none" strike="noStrike" kern="1200" cap="none" spc="0" normalizeH="0" baseline="0" noProof="0" dirty="0">
                <a:ln>
                  <a:noFill/>
                </a:ln>
                <a:solidFill>
                  <a:schemeClr val="bg1"/>
                </a:solidFill>
                <a:effectLst/>
                <a:uLnTx/>
                <a:uFillTx/>
                <a:latin typeface="Segoe UI"/>
                <a:ea typeface="+mn-ea"/>
                <a:cs typeface="+mn-cs"/>
              </a:rPr>
              <a:t>Git Setup - </a:t>
            </a:r>
            <a:r>
              <a:rPr kumimoji="0" lang="en-US" sz="1800" b="0" i="0" u="none" strike="noStrike" kern="1200" cap="none" spc="0" normalizeH="0" baseline="0" noProof="0" dirty="0">
                <a:ln>
                  <a:noFill/>
                </a:ln>
                <a:solidFill>
                  <a:prstClr val="black"/>
                </a:solidFill>
                <a:effectLst/>
                <a:uLnTx/>
                <a:uFillTx/>
                <a:latin typeface="Segoe UI"/>
                <a:ea typeface="+mn-ea"/>
                <a:cs typeface="+mn-cs"/>
                <a:hlinkClick r:id="rId2"/>
              </a:rPr>
              <a:t>https://git-scm.com/downloads</a:t>
            </a:r>
            <a:endParaRPr kumimoji="0" lang="en-US" sz="1800" b="0" i="0" u="none" strike="noStrike" kern="1200" cap="none" spc="0" normalizeH="0" baseline="0" noProof="0" dirty="0">
              <a:ln>
                <a:noFill/>
              </a:ln>
              <a:solidFill>
                <a:prstClr val="black"/>
              </a:solidFill>
              <a:effectLst/>
              <a:uLnTx/>
              <a:uFillTx/>
              <a:latin typeface="Segoe UI"/>
              <a:ea typeface="+mn-ea"/>
              <a:cs typeface="+mn-cs"/>
            </a:endParaRPr>
          </a:p>
          <a:p>
            <a:pPr marL="342797" marR="0" lvl="0" indent="-342797" algn="l" defTabSz="1218987"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schemeClr val="bg1"/>
              </a:solidFill>
              <a:effectLst/>
              <a:uLnTx/>
              <a:uFillTx/>
              <a:latin typeface="Segoe UI"/>
              <a:ea typeface="+mn-ea"/>
              <a:cs typeface="+mn-cs"/>
            </a:endParaRPr>
          </a:p>
          <a:p>
            <a:pPr marL="342797" marR="0" lvl="0" indent="-342797" algn="l" defTabSz="1218987" rtl="0" eaLnBrk="1" fontAlgn="auto" latinLnBrk="0" hangingPunct="1">
              <a:lnSpc>
                <a:spcPct val="100000"/>
              </a:lnSpc>
              <a:spcBef>
                <a:spcPts val="0"/>
              </a:spcBef>
              <a:spcAft>
                <a:spcPts val="0"/>
              </a:spcAft>
              <a:buClrTx/>
              <a:buSzTx/>
              <a:buFontTx/>
              <a:buAutoNum type="arabicPeriod"/>
              <a:tabLst/>
              <a:defRPr/>
            </a:pPr>
            <a:r>
              <a:rPr kumimoji="0" lang="en-US" sz="1800" b="0" i="0" u="none" strike="noStrike" kern="1200" cap="none" spc="0" normalizeH="0" baseline="0" noProof="0" dirty="0">
                <a:ln>
                  <a:noFill/>
                </a:ln>
                <a:solidFill>
                  <a:schemeClr val="bg1"/>
                </a:solidFill>
                <a:effectLst/>
                <a:uLnTx/>
                <a:uFillTx/>
                <a:latin typeface="Segoe UI"/>
                <a:ea typeface="+mn-ea"/>
                <a:cs typeface="+mn-cs"/>
              </a:rPr>
              <a:t>CF CLI (Command Line Interface) Tool – allows to communicate/connect to CF</a:t>
            </a:r>
          </a:p>
          <a:p>
            <a:pPr marL="609493" marR="0" lvl="1"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Segoe UI"/>
                <a:ea typeface="+mn-ea"/>
                <a:cs typeface="+mn-cs"/>
                <a:hlinkClick r:id="rId3"/>
              </a:rPr>
              <a:t>https://github.com/cloudfoundry/cli/wiki/V6-CLI-Installation-Guide</a:t>
            </a:r>
            <a:endParaRPr kumimoji="0" lang="en-US" sz="1800" b="0" i="0" u="none" strike="noStrike" kern="1200" cap="none" spc="0" normalizeH="0" baseline="0" noProof="0" dirty="0">
              <a:ln>
                <a:noFill/>
              </a:ln>
              <a:solidFill>
                <a:prstClr val="black"/>
              </a:solidFill>
              <a:effectLst/>
              <a:uLnTx/>
              <a:uFillTx/>
              <a:latin typeface="Segoe UI"/>
              <a:ea typeface="+mn-ea"/>
              <a:cs typeface="+mn-cs"/>
            </a:endParaRPr>
          </a:p>
          <a:p>
            <a:pPr>
              <a:defRPr/>
            </a:pPr>
            <a:endParaRPr kumimoji="0" lang="en-US" sz="1800" b="0" i="0" u="none" strike="noStrike" kern="1200" cap="none" spc="0" normalizeH="0" baseline="0" noProof="0" dirty="0">
              <a:ln>
                <a:noFill/>
              </a:ln>
              <a:solidFill>
                <a:schemeClr val="bg1"/>
              </a:solidFill>
              <a:effectLst/>
              <a:uLnTx/>
              <a:uFillTx/>
              <a:latin typeface="Segoe UI"/>
              <a:ea typeface="+mn-ea"/>
              <a:cs typeface="+mn-cs"/>
            </a:endParaRPr>
          </a:p>
          <a:p>
            <a:pPr>
              <a:defRPr/>
            </a:pPr>
            <a:r>
              <a:rPr kumimoji="0" lang="en-US" sz="1800" b="0" i="0" u="none" strike="noStrike" kern="1200" cap="none" spc="0" normalizeH="0" baseline="0" noProof="0" dirty="0">
                <a:ln>
                  <a:noFill/>
                </a:ln>
                <a:solidFill>
                  <a:schemeClr val="bg1"/>
                </a:solidFill>
                <a:effectLst/>
                <a:uLnTx/>
                <a:uFillTx/>
                <a:latin typeface="Segoe UI"/>
                <a:ea typeface="+mn-ea"/>
                <a:cs typeface="+mn-cs"/>
              </a:rPr>
              <a:t>3. Microsoft VS Code - </a:t>
            </a:r>
            <a:r>
              <a:rPr kumimoji="0" lang="en-US" sz="1800" b="0" i="0" u="none" strike="noStrike" kern="1200" cap="none" spc="0" normalizeH="0" baseline="0" noProof="0" dirty="0">
                <a:ln>
                  <a:noFill/>
                </a:ln>
                <a:solidFill>
                  <a:schemeClr val="bg1"/>
                </a:solidFill>
                <a:effectLst/>
                <a:uLnTx/>
                <a:uFillTx/>
                <a:latin typeface="Segoe UI"/>
                <a:ea typeface="+mn-ea"/>
                <a:cs typeface="+mn-cs"/>
                <a:hlinkClick r:id="rId4"/>
              </a:rPr>
              <a:t>https://code.visualstudio.com/download</a:t>
            </a:r>
            <a:endParaRPr kumimoji="0" lang="en-US" sz="1800" b="0" i="0" u="none" strike="noStrike" kern="1200" cap="none" spc="0" normalizeH="0" baseline="0" noProof="0" dirty="0">
              <a:ln>
                <a:noFill/>
              </a:ln>
              <a:solidFill>
                <a:schemeClr val="bg1"/>
              </a:solidFill>
              <a:effectLst/>
              <a:uLnTx/>
              <a:uFillTx/>
              <a:latin typeface="Segoe UI"/>
              <a:ea typeface="+mn-ea"/>
              <a:cs typeface="+mn-cs"/>
            </a:endParaRPr>
          </a:p>
          <a:p>
            <a:pPr>
              <a:defRPr/>
            </a:pPr>
            <a:endParaRPr kumimoji="0" lang="en-US" sz="1800" b="0" i="0" u="none" strike="noStrike" kern="1200" cap="none" spc="0" normalizeH="0" baseline="0" noProof="0" dirty="0">
              <a:ln>
                <a:noFill/>
              </a:ln>
              <a:solidFill>
                <a:schemeClr val="bg1"/>
              </a:solidFill>
              <a:effectLst/>
              <a:uLnTx/>
              <a:uFillTx/>
              <a:latin typeface="Segoe UI"/>
              <a:ea typeface="+mn-ea"/>
              <a:cs typeface="+mn-cs"/>
            </a:endParaRPr>
          </a:p>
          <a:p>
            <a:pPr>
              <a:defRPr/>
            </a:pPr>
            <a:endParaRPr kumimoji="0" lang="en-US" sz="1800" b="0" i="0" u="none" strike="noStrike" kern="1200" cap="none" spc="0" normalizeH="0" baseline="0" noProof="0" dirty="0">
              <a:ln>
                <a:noFill/>
              </a:ln>
              <a:solidFill>
                <a:schemeClr val="bg1"/>
              </a:solidFill>
              <a:effectLst/>
              <a:uLnTx/>
              <a:uFillTx/>
              <a:latin typeface="Segoe UI"/>
              <a:ea typeface="+mn-ea"/>
              <a:cs typeface="+mn-cs"/>
            </a:endParaRPr>
          </a:p>
          <a:p>
            <a:pPr>
              <a:defRPr/>
            </a:pPr>
            <a:endParaRPr kumimoji="0" lang="en-US" sz="1800" b="0" i="0" u="none" strike="noStrike" kern="1200" cap="none" spc="0" normalizeH="0" baseline="0" noProof="0" dirty="0">
              <a:ln>
                <a:noFill/>
              </a:ln>
              <a:solidFill>
                <a:schemeClr val="bg1"/>
              </a:solidFill>
              <a:effectLst/>
              <a:uLnTx/>
              <a:uFillTx/>
              <a:latin typeface="Segoe UI"/>
              <a:ea typeface="+mn-ea"/>
              <a:cs typeface="+mn-cs"/>
            </a:endParaRP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Segoe UI"/>
              <a:ea typeface="+mn-ea"/>
              <a:cs typeface="+mn-cs"/>
            </a:endParaRPr>
          </a:p>
        </p:txBody>
      </p:sp>
      <p:grpSp>
        <p:nvGrpSpPr>
          <p:cNvPr id="37" name="Group 36">
            <a:extLst>
              <a:ext uri="{FF2B5EF4-FFF2-40B4-BE49-F238E27FC236}">
                <a16:creationId xmlns:a16="http://schemas.microsoft.com/office/drawing/2014/main" id="{92CD0176-B675-FDEF-C1AA-CB483BB99A60}"/>
              </a:ext>
            </a:extLst>
          </p:cNvPr>
          <p:cNvGrpSpPr/>
          <p:nvPr/>
        </p:nvGrpSpPr>
        <p:grpSpPr>
          <a:xfrm>
            <a:off x="8176077" y="1656212"/>
            <a:ext cx="4476600" cy="3836880"/>
            <a:chOff x="8176077" y="1656212"/>
            <a:chExt cx="4476600" cy="3836880"/>
          </a:xfrm>
        </p:grpSpPr>
        <mc:AlternateContent xmlns:mc="http://schemas.openxmlformats.org/markup-compatibility/2006">
          <mc:Choice xmlns:p14="http://schemas.microsoft.com/office/powerpoint/2010/main" Requires="p14">
            <p:contentPart p14:bwMode="auto" r:id="rId5">
              <p14:nvContentPartPr>
                <p14:cNvPr id="29" name="Ink 28">
                  <a:extLst>
                    <a:ext uri="{FF2B5EF4-FFF2-40B4-BE49-F238E27FC236}">
                      <a16:creationId xmlns:a16="http://schemas.microsoft.com/office/drawing/2014/main" id="{DFD54099-E0A3-B064-EE67-CCE16A23D2CE}"/>
                    </a:ext>
                  </a:extLst>
                </p14:cNvPr>
                <p14:cNvContentPartPr/>
                <p14:nvPr/>
              </p14:nvContentPartPr>
              <p14:xfrm>
                <a:off x="8176077" y="2408252"/>
                <a:ext cx="4476600" cy="3084840"/>
              </p14:xfrm>
            </p:contentPart>
          </mc:Choice>
          <mc:Fallback>
            <p:pic>
              <p:nvPicPr>
                <p:cNvPr id="29" name="Ink 28">
                  <a:extLst>
                    <a:ext uri="{FF2B5EF4-FFF2-40B4-BE49-F238E27FC236}">
                      <a16:creationId xmlns:a16="http://schemas.microsoft.com/office/drawing/2014/main" id="{DFD54099-E0A3-B064-EE67-CCE16A23D2CE}"/>
                    </a:ext>
                  </a:extLst>
                </p:cNvPr>
                <p:cNvPicPr/>
                <p:nvPr/>
              </p:nvPicPr>
              <p:blipFill>
                <a:blip r:embed="rId6"/>
                <a:stretch>
                  <a:fillRect/>
                </a:stretch>
              </p:blipFill>
              <p:spPr>
                <a:xfrm>
                  <a:off x="8167437" y="2399612"/>
                  <a:ext cx="4494240" cy="31024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30" name="Ink 29">
                  <a:extLst>
                    <a:ext uri="{FF2B5EF4-FFF2-40B4-BE49-F238E27FC236}">
                      <a16:creationId xmlns:a16="http://schemas.microsoft.com/office/drawing/2014/main" id="{B9143153-7FD5-B443-8982-98F50D56F3A7}"/>
                    </a:ext>
                  </a:extLst>
                </p14:cNvPr>
                <p14:cNvContentPartPr/>
                <p14:nvPr/>
              </p14:nvContentPartPr>
              <p14:xfrm>
                <a:off x="9467397" y="1688252"/>
                <a:ext cx="365760" cy="505800"/>
              </p14:xfrm>
            </p:contentPart>
          </mc:Choice>
          <mc:Fallback>
            <p:pic>
              <p:nvPicPr>
                <p:cNvPr id="30" name="Ink 29">
                  <a:extLst>
                    <a:ext uri="{FF2B5EF4-FFF2-40B4-BE49-F238E27FC236}">
                      <a16:creationId xmlns:a16="http://schemas.microsoft.com/office/drawing/2014/main" id="{B9143153-7FD5-B443-8982-98F50D56F3A7}"/>
                    </a:ext>
                  </a:extLst>
                </p:cNvPr>
                <p:cNvPicPr/>
                <p:nvPr/>
              </p:nvPicPr>
              <p:blipFill>
                <a:blip r:embed="rId8"/>
                <a:stretch>
                  <a:fillRect/>
                </a:stretch>
              </p:blipFill>
              <p:spPr>
                <a:xfrm>
                  <a:off x="9458397" y="1679612"/>
                  <a:ext cx="383400" cy="52344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31" name="Ink 30">
                  <a:extLst>
                    <a:ext uri="{FF2B5EF4-FFF2-40B4-BE49-F238E27FC236}">
                      <a16:creationId xmlns:a16="http://schemas.microsoft.com/office/drawing/2014/main" id="{80C93427-A72E-1998-BB9E-210A54AA3533}"/>
                    </a:ext>
                  </a:extLst>
                </p14:cNvPr>
                <p14:cNvContentPartPr/>
                <p14:nvPr/>
              </p14:nvContentPartPr>
              <p14:xfrm>
                <a:off x="9946557" y="1726052"/>
                <a:ext cx="197280" cy="334080"/>
              </p14:xfrm>
            </p:contentPart>
          </mc:Choice>
          <mc:Fallback>
            <p:pic>
              <p:nvPicPr>
                <p:cNvPr id="31" name="Ink 30">
                  <a:extLst>
                    <a:ext uri="{FF2B5EF4-FFF2-40B4-BE49-F238E27FC236}">
                      <a16:creationId xmlns:a16="http://schemas.microsoft.com/office/drawing/2014/main" id="{80C93427-A72E-1998-BB9E-210A54AA3533}"/>
                    </a:ext>
                  </a:extLst>
                </p:cNvPr>
                <p:cNvPicPr/>
                <p:nvPr/>
              </p:nvPicPr>
              <p:blipFill>
                <a:blip r:embed="rId10"/>
                <a:stretch>
                  <a:fillRect/>
                </a:stretch>
              </p:blipFill>
              <p:spPr>
                <a:xfrm>
                  <a:off x="9937557" y="1717412"/>
                  <a:ext cx="214920" cy="3517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32" name="Ink 31">
                  <a:extLst>
                    <a:ext uri="{FF2B5EF4-FFF2-40B4-BE49-F238E27FC236}">
                      <a16:creationId xmlns:a16="http://schemas.microsoft.com/office/drawing/2014/main" id="{DF95392D-B2F3-47AE-FB2E-E5ECA65E5CC8}"/>
                    </a:ext>
                  </a:extLst>
                </p14:cNvPr>
                <p14:cNvContentPartPr/>
                <p14:nvPr/>
              </p14:nvContentPartPr>
              <p14:xfrm>
                <a:off x="10260837" y="1718132"/>
                <a:ext cx="184680" cy="388080"/>
              </p14:xfrm>
            </p:contentPart>
          </mc:Choice>
          <mc:Fallback>
            <p:pic>
              <p:nvPicPr>
                <p:cNvPr id="32" name="Ink 31">
                  <a:extLst>
                    <a:ext uri="{FF2B5EF4-FFF2-40B4-BE49-F238E27FC236}">
                      <a16:creationId xmlns:a16="http://schemas.microsoft.com/office/drawing/2014/main" id="{DF95392D-B2F3-47AE-FB2E-E5ECA65E5CC8}"/>
                    </a:ext>
                  </a:extLst>
                </p:cNvPr>
                <p:cNvPicPr/>
                <p:nvPr/>
              </p:nvPicPr>
              <p:blipFill>
                <a:blip r:embed="rId12"/>
                <a:stretch>
                  <a:fillRect/>
                </a:stretch>
              </p:blipFill>
              <p:spPr>
                <a:xfrm>
                  <a:off x="10251837" y="1709132"/>
                  <a:ext cx="202320" cy="4057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33" name="Ink 32">
                  <a:extLst>
                    <a:ext uri="{FF2B5EF4-FFF2-40B4-BE49-F238E27FC236}">
                      <a16:creationId xmlns:a16="http://schemas.microsoft.com/office/drawing/2014/main" id="{EAE3FF4A-B84E-2259-8A3B-7CFC65EFBCDA}"/>
                    </a:ext>
                  </a:extLst>
                </p14:cNvPr>
                <p14:cNvContentPartPr/>
                <p14:nvPr/>
              </p14:nvContentPartPr>
              <p14:xfrm>
                <a:off x="10641717" y="2018732"/>
                <a:ext cx="162000" cy="20880"/>
              </p14:xfrm>
            </p:contentPart>
          </mc:Choice>
          <mc:Fallback>
            <p:pic>
              <p:nvPicPr>
                <p:cNvPr id="33" name="Ink 32">
                  <a:extLst>
                    <a:ext uri="{FF2B5EF4-FFF2-40B4-BE49-F238E27FC236}">
                      <a16:creationId xmlns:a16="http://schemas.microsoft.com/office/drawing/2014/main" id="{EAE3FF4A-B84E-2259-8A3B-7CFC65EFBCDA}"/>
                    </a:ext>
                  </a:extLst>
                </p:cNvPr>
                <p:cNvPicPr/>
                <p:nvPr/>
              </p:nvPicPr>
              <p:blipFill>
                <a:blip r:embed="rId14"/>
                <a:stretch>
                  <a:fillRect/>
                </a:stretch>
              </p:blipFill>
              <p:spPr>
                <a:xfrm>
                  <a:off x="10632717" y="2009732"/>
                  <a:ext cx="179640" cy="3852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34" name="Ink 33">
                  <a:extLst>
                    <a:ext uri="{FF2B5EF4-FFF2-40B4-BE49-F238E27FC236}">
                      <a16:creationId xmlns:a16="http://schemas.microsoft.com/office/drawing/2014/main" id="{E7CFE99C-0F52-6306-C187-9B3019D94CDC}"/>
                    </a:ext>
                  </a:extLst>
                </p14:cNvPr>
                <p14:cNvContentPartPr/>
                <p14:nvPr/>
              </p14:nvContentPartPr>
              <p14:xfrm>
                <a:off x="10986237" y="1826132"/>
                <a:ext cx="136440" cy="300600"/>
              </p14:xfrm>
            </p:contentPart>
          </mc:Choice>
          <mc:Fallback>
            <p:pic>
              <p:nvPicPr>
                <p:cNvPr id="34" name="Ink 33">
                  <a:extLst>
                    <a:ext uri="{FF2B5EF4-FFF2-40B4-BE49-F238E27FC236}">
                      <a16:creationId xmlns:a16="http://schemas.microsoft.com/office/drawing/2014/main" id="{E7CFE99C-0F52-6306-C187-9B3019D94CDC}"/>
                    </a:ext>
                  </a:extLst>
                </p:cNvPr>
                <p:cNvPicPr/>
                <p:nvPr/>
              </p:nvPicPr>
              <p:blipFill>
                <a:blip r:embed="rId16"/>
                <a:stretch>
                  <a:fillRect/>
                </a:stretch>
              </p:blipFill>
              <p:spPr>
                <a:xfrm>
                  <a:off x="10977597" y="1817132"/>
                  <a:ext cx="154080" cy="31824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35" name="Ink 34">
                  <a:extLst>
                    <a:ext uri="{FF2B5EF4-FFF2-40B4-BE49-F238E27FC236}">
                      <a16:creationId xmlns:a16="http://schemas.microsoft.com/office/drawing/2014/main" id="{288DA036-0B37-4F39-25C9-390946484CF6}"/>
                    </a:ext>
                  </a:extLst>
                </p14:cNvPr>
                <p14:cNvContentPartPr/>
                <p14:nvPr/>
              </p14:nvContentPartPr>
              <p14:xfrm>
                <a:off x="11241477" y="1656212"/>
                <a:ext cx="145800" cy="481320"/>
              </p14:xfrm>
            </p:contentPart>
          </mc:Choice>
          <mc:Fallback>
            <p:pic>
              <p:nvPicPr>
                <p:cNvPr id="35" name="Ink 34">
                  <a:extLst>
                    <a:ext uri="{FF2B5EF4-FFF2-40B4-BE49-F238E27FC236}">
                      <a16:creationId xmlns:a16="http://schemas.microsoft.com/office/drawing/2014/main" id="{288DA036-0B37-4F39-25C9-390946484CF6}"/>
                    </a:ext>
                  </a:extLst>
                </p:cNvPr>
                <p:cNvPicPr/>
                <p:nvPr/>
              </p:nvPicPr>
              <p:blipFill>
                <a:blip r:embed="rId18"/>
                <a:stretch>
                  <a:fillRect/>
                </a:stretch>
              </p:blipFill>
              <p:spPr>
                <a:xfrm>
                  <a:off x="11232477" y="1647212"/>
                  <a:ext cx="163440" cy="49896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36" name="Ink 35">
                  <a:extLst>
                    <a:ext uri="{FF2B5EF4-FFF2-40B4-BE49-F238E27FC236}">
                      <a16:creationId xmlns:a16="http://schemas.microsoft.com/office/drawing/2014/main" id="{ADF91933-2ECE-3B81-8A67-5395E5E0959B}"/>
                    </a:ext>
                  </a:extLst>
                </p14:cNvPr>
                <p14:cNvContentPartPr/>
                <p14:nvPr/>
              </p14:nvContentPartPr>
              <p14:xfrm>
                <a:off x="11234277" y="1952492"/>
                <a:ext cx="88560" cy="13320"/>
              </p14:xfrm>
            </p:contentPart>
          </mc:Choice>
          <mc:Fallback>
            <p:pic>
              <p:nvPicPr>
                <p:cNvPr id="36" name="Ink 35">
                  <a:extLst>
                    <a:ext uri="{FF2B5EF4-FFF2-40B4-BE49-F238E27FC236}">
                      <a16:creationId xmlns:a16="http://schemas.microsoft.com/office/drawing/2014/main" id="{ADF91933-2ECE-3B81-8A67-5395E5E0959B}"/>
                    </a:ext>
                  </a:extLst>
                </p:cNvPr>
                <p:cNvPicPr/>
                <p:nvPr/>
              </p:nvPicPr>
              <p:blipFill>
                <a:blip r:embed="rId20"/>
                <a:stretch>
                  <a:fillRect/>
                </a:stretch>
              </p:blipFill>
              <p:spPr>
                <a:xfrm>
                  <a:off x="11225277" y="1943492"/>
                  <a:ext cx="106200" cy="30960"/>
                </a:xfrm>
                <a:prstGeom prst="rect">
                  <a:avLst/>
                </a:prstGeom>
              </p:spPr>
            </p:pic>
          </mc:Fallback>
        </mc:AlternateContent>
      </p:grpSp>
      <p:grpSp>
        <p:nvGrpSpPr>
          <p:cNvPr id="44" name="Group 43">
            <a:extLst>
              <a:ext uri="{FF2B5EF4-FFF2-40B4-BE49-F238E27FC236}">
                <a16:creationId xmlns:a16="http://schemas.microsoft.com/office/drawing/2014/main" id="{6AB316A6-63B8-7048-04F0-6CA6130F1C4E}"/>
              </a:ext>
            </a:extLst>
          </p:cNvPr>
          <p:cNvGrpSpPr/>
          <p:nvPr/>
        </p:nvGrpSpPr>
        <p:grpSpPr>
          <a:xfrm>
            <a:off x="9597357" y="965372"/>
            <a:ext cx="839880" cy="475200"/>
            <a:chOff x="9597357" y="965372"/>
            <a:chExt cx="839880" cy="475200"/>
          </a:xfrm>
        </p:grpSpPr>
        <mc:AlternateContent xmlns:mc="http://schemas.openxmlformats.org/markup-compatibility/2006">
          <mc:Choice xmlns:p14="http://schemas.microsoft.com/office/powerpoint/2010/main" Requires="p14">
            <p:contentPart p14:bwMode="auto" r:id="rId21">
              <p14:nvContentPartPr>
                <p14:cNvPr id="38" name="Ink 37">
                  <a:extLst>
                    <a:ext uri="{FF2B5EF4-FFF2-40B4-BE49-F238E27FC236}">
                      <a16:creationId xmlns:a16="http://schemas.microsoft.com/office/drawing/2014/main" id="{4E98063D-E515-DA25-557F-A19DCCE4F4B6}"/>
                    </a:ext>
                  </a:extLst>
                </p14:cNvPr>
                <p14:cNvContentPartPr/>
                <p14:nvPr/>
              </p14:nvContentPartPr>
              <p14:xfrm>
                <a:off x="9597357" y="1203692"/>
                <a:ext cx="97200" cy="236880"/>
              </p14:xfrm>
            </p:contentPart>
          </mc:Choice>
          <mc:Fallback>
            <p:pic>
              <p:nvPicPr>
                <p:cNvPr id="38" name="Ink 37">
                  <a:extLst>
                    <a:ext uri="{FF2B5EF4-FFF2-40B4-BE49-F238E27FC236}">
                      <a16:creationId xmlns:a16="http://schemas.microsoft.com/office/drawing/2014/main" id="{4E98063D-E515-DA25-557F-A19DCCE4F4B6}"/>
                    </a:ext>
                  </a:extLst>
                </p:cNvPr>
                <p:cNvPicPr/>
                <p:nvPr/>
              </p:nvPicPr>
              <p:blipFill>
                <a:blip r:embed="rId22"/>
                <a:stretch>
                  <a:fillRect/>
                </a:stretch>
              </p:blipFill>
              <p:spPr>
                <a:xfrm>
                  <a:off x="9588357" y="1194692"/>
                  <a:ext cx="114840" cy="25452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39" name="Ink 38">
                  <a:extLst>
                    <a:ext uri="{FF2B5EF4-FFF2-40B4-BE49-F238E27FC236}">
                      <a16:creationId xmlns:a16="http://schemas.microsoft.com/office/drawing/2014/main" id="{362D776B-ED1B-700D-40F5-6BB77C0D090E}"/>
                    </a:ext>
                  </a:extLst>
                </p14:cNvPr>
                <p14:cNvContentPartPr/>
                <p14:nvPr/>
              </p14:nvContentPartPr>
              <p14:xfrm>
                <a:off x="9617877" y="965372"/>
                <a:ext cx="246960" cy="299520"/>
              </p14:xfrm>
            </p:contentPart>
          </mc:Choice>
          <mc:Fallback>
            <p:pic>
              <p:nvPicPr>
                <p:cNvPr id="39" name="Ink 38">
                  <a:extLst>
                    <a:ext uri="{FF2B5EF4-FFF2-40B4-BE49-F238E27FC236}">
                      <a16:creationId xmlns:a16="http://schemas.microsoft.com/office/drawing/2014/main" id="{362D776B-ED1B-700D-40F5-6BB77C0D090E}"/>
                    </a:ext>
                  </a:extLst>
                </p:cNvPr>
                <p:cNvPicPr/>
                <p:nvPr/>
              </p:nvPicPr>
              <p:blipFill>
                <a:blip r:embed="rId24"/>
                <a:stretch>
                  <a:fillRect/>
                </a:stretch>
              </p:blipFill>
              <p:spPr>
                <a:xfrm>
                  <a:off x="9609237" y="956732"/>
                  <a:ext cx="264600" cy="31716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40" name="Ink 39">
                  <a:extLst>
                    <a:ext uri="{FF2B5EF4-FFF2-40B4-BE49-F238E27FC236}">
                      <a16:creationId xmlns:a16="http://schemas.microsoft.com/office/drawing/2014/main" id="{5E2A32CB-8E40-E9AF-84D9-2DF7DF969613}"/>
                    </a:ext>
                  </a:extLst>
                </p14:cNvPr>
                <p14:cNvContentPartPr/>
                <p14:nvPr/>
              </p14:nvContentPartPr>
              <p14:xfrm>
                <a:off x="9832797" y="1197932"/>
                <a:ext cx="165600" cy="197640"/>
              </p14:xfrm>
            </p:contentPart>
          </mc:Choice>
          <mc:Fallback>
            <p:pic>
              <p:nvPicPr>
                <p:cNvPr id="40" name="Ink 39">
                  <a:extLst>
                    <a:ext uri="{FF2B5EF4-FFF2-40B4-BE49-F238E27FC236}">
                      <a16:creationId xmlns:a16="http://schemas.microsoft.com/office/drawing/2014/main" id="{5E2A32CB-8E40-E9AF-84D9-2DF7DF969613}"/>
                    </a:ext>
                  </a:extLst>
                </p:cNvPr>
                <p:cNvPicPr/>
                <p:nvPr/>
              </p:nvPicPr>
              <p:blipFill>
                <a:blip r:embed="rId26"/>
                <a:stretch>
                  <a:fillRect/>
                </a:stretch>
              </p:blipFill>
              <p:spPr>
                <a:xfrm>
                  <a:off x="9824157" y="1189292"/>
                  <a:ext cx="183240" cy="21528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41" name="Ink 40">
                  <a:extLst>
                    <a:ext uri="{FF2B5EF4-FFF2-40B4-BE49-F238E27FC236}">
                      <a16:creationId xmlns:a16="http://schemas.microsoft.com/office/drawing/2014/main" id="{7616C276-1076-A2E7-1B58-3E8B374481BC}"/>
                    </a:ext>
                  </a:extLst>
                </p14:cNvPr>
                <p14:cNvContentPartPr/>
                <p14:nvPr/>
              </p14:nvContentPartPr>
              <p14:xfrm>
                <a:off x="10025757" y="1180292"/>
                <a:ext cx="129240" cy="206640"/>
              </p14:xfrm>
            </p:contentPart>
          </mc:Choice>
          <mc:Fallback>
            <p:pic>
              <p:nvPicPr>
                <p:cNvPr id="41" name="Ink 40">
                  <a:extLst>
                    <a:ext uri="{FF2B5EF4-FFF2-40B4-BE49-F238E27FC236}">
                      <a16:creationId xmlns:a16="http://schemas.microsoft.com/office/drawing/2014/main" id="{7616C276-1076-A2E7-1B58-3E8B374481BC}"/>
                    </a:ext>
                  </a:extLst>
                </p:cNvPr>
                <p:cNvPicPr/>
                <p:nvPr/>
              </p:nvPicPr>
              <p:blipFill>
                <a:blip r:embed="rId28"/>
                <a:stretch>
                  <a:fillRect/>
                </a:stretch>
              </p:blipFill>
              <p:spPr>
                <a:xfrm>
                  <a:off x="10016757" y="1171652"/>
                  <a:ext cx="146880" cy="22428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42" name="Ink 41">
                  <a:extLst>
                    <a:ext uri="{FF2B5EF4-FFF2-40B4-BE49-F238E27FC236}">
                      <a16:creationId xmlns:a16="http://schemas.microsoft.com/office/drawing/2014/main" id="{4BF429B9-FCCB-BEE9-BC64-2A37D7251E6E}"/>
                    </a:ext>
                  </a:extLst>
                </p14:cNvPr>
                <p14:cNvContentPartPr/>
                <p14:nvPr/>
              </p14:nvContentPartPr>
              <p14:xfrm>
                <a:off x="10156437" y="1220612"/>
                <a:ext cx="19080" cy="146880"/>
              </p14:xfrm>
            </p:contentPart>
          </mc:Choice>
          <mc:Fallback>
            <p:pic>
              <p:nvPicPr>
                <p:cNvPr id="42" name="Ink 41">
                  <a:extLst>
                    <a:ext uri="{FF2B5EF4-FFF2-40B4-BE49-F238E27FC236}">
                      <a16:creationId xmlns:a16="http://schemas.microsoft.com/office/drawing/2014/main" id="{4BF429B9-FCCB-BEE9-BC64-2A37D7251E6E}"/>
                    </a:ext>
                  </a:extLst>
                </p:cNvPr>
                <p:cNvPicPr/>
                <p:nvPr/>
              </p:nvPicPr>
              <p:blipFill>
                <a:blip r:embed="rId30"/>
                <a:stretch>
                  <a:fillRect/>
                </a:stretch>
              </p:blipFill>
              <p:spPr>
                <a:xfrm>
                  <a:off x="10147797" y="1211612"/>
                  <a:ext cx="36720" cy="16452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43" name="Ink 42">
                  <a:extLst>
                    <a:ext uri="{FF2B5EF4-FFF2-40B4-BE49-F238E27FC236}">
                      <a16:creationId xmlns:a16="http://schemas.microsoft.com/office/drawing/2014/main" id="{943C3294-6713-78E0-94F8-03FAC3C4FE8A}"/>
                    </a:ext>
                  </a:extLst>
                </p14:cNvPr>
                <p14:cNvContentPartPr/>
                <p14:nvPr/>
              </p14:nvContentPartPr>
              <p14:xfrm>
                <a:off x="10267677" y="1040252"/>
                <a:ext cx="169560" cy="390240"/>
              </p14:xfrm>
            </p:contentPart>
          </mc:Choice>
          <mc:Fallback>
            <p:pic>
              <p:nvPicPr>
                <p:cNvPr id="43" name="Ink 42">
                  <a:extLst>
                    <a:ext uri="{FF2B5EF4-FFF2-40B4-BE49-F238E27FC236}">
                      <a16:creationId xmlns:a16="http://schemas.microsoft.com/office/drawing/2014/main" id="{943C3294-6713-78E0-94F8-03FAC3C4FE8A}"/>
                    </a:ext>
                  </a:extLst>
                </p:cNvPr>
                <p:cNvPicPr/>
                <p:nvPr/>
              </p:nvPicPr>
              <p:blipFill>
                <a:blip r:embed="rId32"/>
                <a:stretch>
                  <a:fillRect/>
                </a:stretch>
              </p:blipFill>
              <p:spPr>
                <a:xfrm>
                  <a:off x="10259037" y="1031252"/>
                  <a:ext cx="187200" cy="407880"/>
                </a:xfrm>
                <a:prstGeom prst="rect">
                  <a:avLst/>
                </a:prstGeom>
              </p:spPr>
            </p:pic>
          </mc:Fallback>
        </mc:AlternateContent>
      </p:grpSp>
      <p:grpSp>
        <p:nvGrpSpPr>
          <p:cNvPr id="75" name="Group 74">
            <a:extLst>
              <a:ext uri="{FF2B5EF4-FFF2-40B4-BE49-F238E27FC236}">
                <a16:creationId xmlns:a16="http://schemas.microsoft.com/office/drawing/2014/main" id="{C8221DA1-B1AA-E7B4-7995-2E1B257BC967}"/>
              </a:ext>
            </a:extLst>
          </p:cNvPr>
          <p:cNvGrpSpPr/>
          <p:nvPr/>
        </p:nvGrpSpPr>
        <p:grpSpPr>
          <a:xfrm>
            <a:off x="588717" y="3016292"/>
            <a:ext cx="8803440" cy="3712320"/>
            <a:chOff x="588717" y="3016292"/>
            <a:chExt cx="8803440" cy="3712320"/>
          </a:xfrm>
        </p:grpSpPr>
        <mc:AlternateContent xmlns:mc="http://schemas.openxmlformats.org/markup-compatibility/2006">
          <mc:Choice xmlns:p14="http://schemas.microsoft.com/office/powerpoint/2010/main" Requires="p14">
            <p:contentPart p14:bwMode="auto" r:id="rId33">
              <p14:nvContentPartPr>
                <p14:cNvPr id="3" name="Ink 2">
                  <a:extLst>
                    <a:ext uri="{FF2B5EF4-FFF2-40B4-BE49-F238E27FC236}">
                      <a16:creationId xmlns:a16="http://schemas.microsoft.com/office/drawing/2014/main" id="{5A11D1DE-A385-35D9-07CB-B3A95D44C1FC}"/>
                    </a:ext>
                  </a:extLst>
                </p14:cNvPr>
                <p14:cNvContentPartPr/>
                <p14:nvPr/>
              </p14:nvContentPartPr>
              <p14:xfrm>
                <a:off x="1756197" y="3703532"/>
                <a:ext cx="47880" cy="462240"/>
              </p14:xfrm>
            </p:contentPart>
          </mc:Choice>
          <mc:Fallback>
            <p:pic>
              <p:nvPicPr>
                <p:cNvPr id="3" name="Ink 2">
                  <a:extLst>
                    <a:ext uri="{FF2B5EF4-FFF2-40B4-BE49-F238E27FC236}">
                      <a16:creationId xmlns:a16="http://schemas.microsoft.com/office/drawing/2014/main" id="{5A11D1DE-A385-35D9-07CB-B3A95D44C1FC}"/>
                    </a:ext>
                  </a:extLst>
                </p:cNvPr>
                <p:cNvPicPr/>
                <p:nvPr/>
              </p:nvPicPr>
              <p:blipFill>
                <a:blip r:embed="rId34"/>
                <a:stretch>
                  <a:fillRect/>
                </a:stretch>
              </p:blipFill>
              <p:spPr>
                <a:xfrm>
                  <a:off x="1747557" y="3694532"/>
                  <a:ext cx="65520" cy="47988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4" name="Ink 3">
                  <a:extLst>
                    <a:ext uri="{FF2B5EF4-FFF2-40B4-BE49-F238E27FC236}">
                      <a16:creationId xmlns:a16="http://schemas.microsoft.com/office/drawing/2014/main" id="{EB16B1DA-E5B0-63FD-911C-A26EB37FBB04}"/>
                    </a:ext>
                  </a:extLst>
                </p14:cNvPr>
                <p14:cNvContentPartPr/>
                <p14:nvPr/>
              </p14:nvContentPartPr>
              <p14:xfrm>
                <a:off x="1758717" y="3625412"/>
                <a:ext cx="194400" cy="282240"/>
              </p14:xfrm>
            </p:contentPart>
          </mc:Choice>
          <mc:Fallback>
            <p:pic>
              <p:nvPicPr>
                <p:cNvPr id="4" name="Ink 3">
                  <a:extLst>
                    <a:ext uri="{FF2B5EF4-FFF2-40B4-BE49-F238E27FC236}">
                      <a16:creationId xmlns:a16="http://schemas.microsoft.com/office/drawing/2014/main" id="{EB16B1DA-E5B0-63FD-911C-A26EB37FBB04}"/>
                    </a:ext>
                  </a:extLst>
                </p:cNvPr>
                <p:cNvPicPr/>
                <p:nvPr/>
              </p:nvPicPr>
              <p:blipFill>
                <a:blip r:embed="rId36"/>
                <a:stretch>
                  <a:fillRect/>
                </a:stretch>
              </p:blipFill>
              <p:spPr>
                <a:xfrm>
                  <a:off x="1750077" y="3616412"/>
                  <a:ext cx="212040" cy="29988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5" name="Ink 4">
                  <a:extLst>
                    <a:ext uri="{FF2B5EF4-FFF2-40B4-BE49-F238E27FC236}">
                      <a16:creationId xmlns:a16="http://schemas.microsoft.com/office/drawing/2014/main" id="{41AD071C-4E44-D625-C9B5-4FDABC1305F0}"/>
                    </a:ext>
                  </a:extLst>
                </p14:cNvPr>
                <p14:cNvContentPartPr/>
                <p14:nvPr/>
              </p14:nvContentPartPr>
              <p14:xfrm>
                <a:off x="1929357" y="3906932"/>
                <a:ext cx="151560" cy="201600"/>
              </p14:xfrm>
            </p:contentPart>
          </mc:Choice>
          <mc:Fallback>
            <p:pic>
              <p:nvPicPr>
                <p:cNvPr id="5" name="Ink 4">
                  <a:extLst>
                    <a:ext uri="{FF2B5EF4-FFF2-40B4-BE49-F238E27FC236}">
                      <a16:creationId xmlns:a16="http://schemas.microsoft.com/office/drawing/2014/main" id="{41AD071C-4E44-D625-C9B5-4FDABC1305F0}"/>
                    </a:ext>
                  </a:extLst>
                </p:cNvPr>
                <p:cNvPicPr/>
                <p:nvPr/>
              </p:nvPicPr>
              <p:blipFill>
                <a:blip r:embed="rId38"/>
                <a:stretch>
                  <a:fillRect/>
                </a:stretch>
              </p:blipFill>
              <p:spPr>
                <a:xfrm>
                  <a:off x="1920717" y="3897932"/>
                  <a:ext cx="169200" cy="21924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7" name="Ink 6">
                  <a:extLst>
                    <a:ext uri="{FF2B5EF4-FFF2-40B4-BE49-F238E27FC236}">
                      <a16:creationId xmlns:a16="http://schemas.microsoft.com/office/drawing/2014/main" id="{FDA582D9-38C2-CC03-1751-D68F506D91A2}"/>
                    </a:ext>
                  </a:extLst>
                </p14:cNvPr>
                <p14:cNvContentPartPr/>
                <p14:nvPr/>
              </p14:nvContentPartPr>
              <p14:xfrm>
                <a:off x="2150397" y="3920972"/>
                <a:ext cx="104760" cy="164160"/>
              </p14:xfrm>
            </p:contentPart>
          </mc:Choice>
          <mc:Fallback>
            <p:pic>
              <p:nvPicPr>
                <p:cNvPr id="7" name="Ink 6">
                  <a:extLst>
                    <a:ext uri="{FF2B5EF4-FFF2-40B4-BE49-F238E27FC236}">
                      <a16:creationId xmlns:a16="http://schemas.microsoft.com/office/drawing/2014/main" id="{FDA582D9-38C2-CC03-1751-D68F506D91A2}"/>
                    </a:ext>
                  </a:extLst>
                </p:cNvPr>
                <p:cNvPicPr/>
                <p:nvPr/>
              </p:nvPicPr>
              <p:blipFill>
                <a:blip r:embed="rId40"/>
                <a:stretch>
                  <a:fillRect/>
                </a:stretch>
              </p:blipFill>
              <p:spPr>
                <a:xfrm>
                  <a:off x="2141397" y="3912332"/>
                  <a:ext cx="122400" cy="18180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8" name="Ink 7">
                  <a:extLst>
                    <a:ext uri="{FF2B5EF4-FFF2-40B4-BE49-F238E27FC236}">
                      <a16:creationId xmlns:a16="http://schemas.microsoft.com/office/drawing/2014/main" id="{E5A4239E-9CE2-ACFF-D70B-8A2B359D496F}"/>
                    </a:ext>
                  </a:extLst>
                </p14:cNvPr>
                <p14:cNvContentPartPr/>
                <p14:nvPr/>
              </p14:nvContentPartPr>
              <p14:xfrm>
                <a:off x="2300517" y="3889652"/>
                <a:ext cx="138600" cy="359640"/>
              </p14:xfrm>
            </p:contentPart>
          </mc:Choice>
          <mc:Fallback>
            <p:pic>
              <p:nvPicPr>
                <p:cNvPr id="8" name="Ink 7">
                  <a:extLst>
                    <a:ext uri="{FF2B5EF4-FFF2-40B4-BE49-F238E27FC236}">
                      <a16:creationId xmlns:a16="http://schemas.microsoft.com/office/drawing/2014/main" id="{E5A4239E-9CE2-ACFF-D70B-8A2B359D496F}"/>
                    </a:ext>
                  </a:extLst>
                </p:cNvPr>
                <p:cNvPicPr/>
                <p:nvPr/>
              </p:nvPicPr>
              <p:blipFill>
                <a:blip r:embed="rId42"/>
                <a:stretch>
                  <a:fillRect/>
                </a:stretch>
              </p:blipFill>
              <p:spPr>
                <a:xfrm>
                  <a:off x="2291877" y="3880652"/>
                  <a:ext cx="156240" cy="37728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9" name="Ink 8">
                  <a:extLst>
                    <a:ext uri="{FF2B5EF4-FFF2-40B4-BE49-F238E27FC236}">
                      <a16:creationId xmlns:a16="http://schemas.microsoft.com/office/drawing/2014/main" id="{A137682B-3B3D-EA2E-4C7A-1F92B1EF29CA}"/>
                    </a:ext>
                  </a:extLst>
                </p14:cNvPr>
                <p14:cNvContentPartPr/>
                <p14:nvPr/>
              </p14:nvContentPartPr>
              <p14:xfrm>
                <a:off x="2512557" y="4032572"/>
                <a:ext cx="360" cy="3960"/>
              </p14:xfrm>
            </p:contentPart>
          </mc:Choice>
          <mc:Fallback>
            <p:pic>
              <p:nvPicPr>
                <p:cNvPr id="9" name="Ink 8">
                  <a:extLst>
                    <a:ext uri="{FF2B5EF4-FFF2-40B4-BE49-F238E27FC236}">
                      <a16:creationId xmlns:a16="http://schemas.microsoft.com/office/drawing/2014/main" id="{A137682B-3B3D-EA2E-4C7A-1F92B1EF29CA}"/>
                    </a:ext>
                  </a:extLst>
                </p:cNvPr>
                <p:cNvPicPr/>
                <p:nvPr/>
              </p:nvPicPr>
              <p:blipFill>
                <a:blip r:embed="rId44"/>
                <a:stretch>
                  <a:fillRect/>
                </a:stretch>
              </p:blipFill>
              <p:spPr>
                <a:xfrm>
                  <a:off x="2503917" y="4023572"/>
                  <a:ext cx="18000" cy="2160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10" name="Ink 9">
                  <a:extLst>
                    <a:ext uri="{FF2B5EF4-FFF2-40B4-BE49-F238E27FC236}">
                      <a16:creationId xmlns:a16="http://schemas.microsoft.com/office/drawing/2014/main" id="{2A9B93AB-F09B-1DCF-F319-D3EC41C09CD5}"/>
                    </a:ext>
                  </a:extLst>
                </p14:cNvPr>
                <p14:cNvContentPartPr/>
                <p14:nvPr/>
              </p14:nvContentPartPr>
              <p14:xfrm>
                <a:off x="2734677" y="3703892"/>
                <a:ext cx="281160" cy="398520"/>
              </p14:xfrm>
            </p:contentPart>
          </mc:Choice>
          <mc:Fallback>
            <p:pic>
              <p:nvPicPr>
                <p:cNvPr id="10" name="Ink 9">
                  <a:extLst>
                    <a:ext uri="{FF2B5EF4-FFF2-40B4-BE49-F238E27FC236}">
                      <a16:creationId xmlns:a16="http://schemas.microsoft.com/office/drawing/2014/main" id="{2A9B93AB-F09B-1DCF-F319-D3EC41C09CD5}"/>
                    </a:ext>
                  </a:extLst>
                </p:cNvPr>
                <p:cNvPicPr/>
                <p:nvPr/>
              </p:nvPicPr>
              <p:blipFill>
                <a:blip r:embed="rId46"/>
                <a:stretch>
                  <a:fillRect/>
                </a:stretch>
              </p:blipFill>
              <p:spPr>
                <a:xfrm>
                  <a:off x="2726037" y="3695252"/>
                  <a:ext cx="298800" cy="41616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11" name="Ink 10">
                  <a:extLst>
                    <a:ext uri="{FF2B5EF4-FFF2-40B4-BE49-F238E27FC236}">
                      <a16:creationId xmlns:a16="http://schemas.microsoft.com/office/drawing/2014/main" id="{0CE35C0E-BB5D-DE39-F68A-150911E03A2A}"/>
                    </a:ext>
                  </a:extLst>
                </p14:cNvPr>
                <p14:cNvContentPartPr/>
                <p14:nvPr/>
              </p14:nvContentPartPr>
              <p14:xfrm>
                <a:off x="3070917" y="3928172"/>
                <a:ext cx="117360" cy="142560"/>
              </p14:xfrm>
            </p:contentPart>
          </mc:Choice>
          <mc:Fallback>
            <p:pic>
              <p:nvPicPr>
                <p:cNvPr id="11" name="Ink 10">
                  <a:extLst>
                    <a:ext uri="{FF2B5EF4-FFF2-40B4-BE49-F238E27FC236}">
                      <a16:creationId xmlns:a16="http://schemas.microsoft.com/office/drawing/2014/main" id="{0CE35C0E-BB5D-DE39-F68A-150911E03A2A}"/>
                    </a:ext>
                  </a:extLst>
                </p:cNvPr>
                <p:cNvPicPr/>
                <p:nvPr/>
              </p:nvPicPr>
              <p:blipFill>
                <a:blip r:embed="rId48"/>
                <a:stretch>
                  <a:fillRect/>
                </a:stretch>
              </p:blipFill>
              <p:spPr>
                <a:xfrm>
                  <a:off x="3062277" y="3919532"/>
                  <a:ext cx="135000" cy="16020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12" name="Ink 11">
                  <a:extLst>
                    <a:ext uri="{FF2B5EF4-FFF2-40B4-BE49-F238E27FC236}">
                      <a16:creationId xmlns:a16="http://schemas.microsoft.com/office/drawing/2014/main" id="{5A7633CA-23DE-C048-6D67-D6D5BEC04FB6}"/>
                    </a:ext>
                  </a:extLst>
                </p14:cNvPr>
                <p14:cNvContentPartPr/>
                <p14:nvPr/>
              </p14:nvContentPartPr>
              <p14:xfrm>
                <a:off x="3248397" y="3665372"/>
                <a:ext cx="199080" cy="520560"/>
              </p14:xfrm>
            </p:contentPart>
          </mc:Choice>
          <mc:Fallback>
            <p:pic>
              <p:nvPicPr>
                <p:cNvPr id="12" name="Ink 11">
                  <a:extLst>
                    <a:ext uri="{FF2B5EF4-FFF2-40B4-BE49-F238E27FC236}">
                      <a16:creationId xmlns:a16="http://schemas.microsoft.com/office/drawing/2014/main" id="{5A7633CA-23DE-C048-6D67-D6D5BEC04FB6}"/>
                    </a:ext>
                  </a:extLst>
                </p:cNvPr>
                <p:cNvPicPr/>
                <p:nvPr/>
              </p:nvPicPr>
              <p:blipFill>
                <a:blip r:embed="rId50"/>
                <a:stretch>
                  <a:fillRect/>
                </a:stretch>
              </p:blipFill>
              <p:spPr>
                <a:xfrm>
                  <a:off x="3239757" y="3656732"/>
                  <a:ext cx="216720" cy="53820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13" name="Ink 12">
                  <a:extLst>
                    <a:ext uri="{FF2B5EF4-FFF2-40B4-BE49-F238E27FC236}">
                      <a16:creationId xmlns:a16="http://schemas.microsoft.com/office/drawing/2014/main" id="{0E05E986-A6A3-0BD9-F986-B0072956C32A}"/>
                    </a:ext>
                  </a:extLst>
                </p14:cNvPr>
                <p14:cNvContentPartPr/>
                <p14:nvPr/>
              </p14:nvContentPartPr>
              <p14:xfrm>
                <a:off x="1402677" y="3629372"/>
                <a:ext cx="133920" cy="644400"/>
              </p14:xfrm>
            </p:contentPart>
          </mc:Choice>
          <mc:Fallback>
            <p:pic>
              <p:nvPicPr>
                <p:cNvPr id="13" name="Ink 12">
                  <a:extLst>
                    <a:ext uri="{FF2B5EF4-FFF2-40B4-BE49-F238E27FC236}">
                      <a16:creationId xmlns:a16="http://schemas.microsoft.com/office/drawing/2014/main" id="{0E05E986-A6A3-0BD9-F986-B0072956C32A}"/>
                    </a:ext>
                  </a:extLst>
                </p:cNvPr>
                <p:cNvPicPr/>
                <p:nvPr/>
              </p:nvPicPr>
              <p:blipFill>
                <a:blip r:embed="rId52"/>
                <a:stretch>
                  <a:fillRect/>
                </a:stretch>
              </p:blipFill>
              <p:spPr>
                <a:xfrm>
                  <a:off x="1394037" y="3620732"/>
                  <a:ext cx="151560" cy="66204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16" name="Ink 15">
                  <a:extLst>
                    <a:ext uri="{FF2B5EF4-FFF2-40B4-BE49-F238E27FC236}">
                      <a16:creationId xmlns:a16="http://schemas.microsoft.com/office/drawing/2014/main" id="{1EE9BF53-DB0B-25C8-024B-19BCCFA736D8}"/>
                    </a:ext>
                  </a:extLst>
                </p14:cNvPr>
                <p14:cNvContentPartPr/>
                <p14:nvPr/>
              </p14:nvContentPartPr>
              <p14:xfrm>
                <a:off x="863037" y="4525412"/>
                <a:ext cx="4482720" cy="1446120"/>
              </p14:xfrm>
            </p:contentPart>
          </mc:Choice>
          <mc:Fallback>
            <p:pic>
              <p:nvPicPr>
                <p:cNvPr id="16" name="Ink 15">
                  <a:extLst>
                    <a:ext uri="{FF2B5EF4-FFF2-40B4-BE49-F238E27FC236}">
                      <a16:creationId xmlns:a16="http://schemas.microsoft.com/office/drawing/2014/main" id="{1EE9BF53-DB0B-25C8-024B-19BCCFA736D8}"/>
                    </a:ext>
                  </a:extLst>
                </p:cNvPr>
                <p:cNvPicPr/>
                <p:nvPr/>
              </p:nvPicPr>
              <p:blipFill>
                <a:blip r:embed="rId54"/>
                <a:stretch>
                  <a:fillRect/>
                </a:stretch>
              </p:blipFill>
              <p:spPr>
                <a:xfrm>
                  <a:off x="854037" y="4516412"/>
                  <a:ext cx="4500360" cy="146376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17" name="Ink 16">
                  <a:extLst>
                    <a:ext uri="{FF2B5EF4-FFF2-40B4-BE49-F238E27FC236}">
                      <a16:creationId xmlns:a16="http://schemas.microsoft.com/office/drawing/2014/main" id="{2F0AA4B8-18B5-D4DE-5B72-B659BCC3B489}"/>
                    </a:ext>
                  </a:extLst>
                </p14:cNvPr>
                <p14:cNvContentPartPr/>
                <p14:nvPr/>
              </p14:nvContentPartPr>
              <p14:xfrm>
                <a:off x="1448397" y="5011772"/>
                <a:ext cx="317880" cy="555120"/>
              </p14:xfrm>
            </p:contentPart>
          </mc:Choice>
          <mc:Fallback>
            <p:pic>
              <p:nvPicPr>
                <p:cNvPr id="17" name="Ink 16">
                  <a:extLst>
                    <a:ext uri="{FF2B5EF4-FFF2-40B4-BE49-F238E27FC236}">
                      <a16:creationId xmlns:a16="http://schemas.microsoft.com/office/drawing/2014/main" id="{2F0AA4B8-18B5-D4DE-5B72-B659BCC3B489}"/>
                    </a:ext>
                  </a:extLst>
                </p:cNvPr>
                <p:cNvPicPr/>
                <p:nvPr/>
              </p:nvPicPr>
              <p:blipFill>
                <a:blip r:embed="rId56"/>
                <a:stretch>
                  <a:fillRect/>
                </a:stretch>
              </p:blipFill>
              <p:spPr>
                <a:xfrm>
                  <a:off x="1439397" y="5003132"/>
                  <a:ext cx="335520" cy="57276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18" name="Ink 17">
                  <a:extLst>
                    <a:ext uri="{FF2B5EF4-FFF2-40B4-BE49-F238E27FC236}">
                      <a16:creationId xmlns:a16="http://schemas.microsoft.com/office/drawing/2014/main" id="{3CF84299-D7AF-2996-A5CF-9F40178E6F04}"/>
                    </a:ext>
                  </a:extLst>
                </p14:cNvPr>
                <p14:cNvContentPartPr/>
                <p14:nvPr/>
              </p14:nvContentPartPr>
              <p14:xfrm>
                <a:off x="1856997" y="5319212"/>
                <a:ext cx="158760" cy="194760"/>
              </p14:xfrm>
            </p:contentPart>
          </mc:Choice>
          <mc:Fallback>
            <p:pic>
              <p:nvPicPr>
                <p:cNvPr id="18" name="Ink 17">
                  <a:extLst>
                    <a:ext uri="{FF2B5EF4-FFF2-40B4-BE49-F238E27FC236}">
                      <a16:creationId xmlns:a16="http://schemas.microsoft.com/office/drawing/2014/main" id="{3CF84299-D7AF-2996-A5CF-9F40178E6F04}"/>
                    </a:ext>
                  </a:extLst>
                </p:cNvPr>
                <p:cNvPicPr/>
                <p:nvPr/>
              </p:nvPicPr>
              <p:blipFill>
                <a:blip r:embed="rId58"/>
                <a:stretch>
                  <a:fillRect/>
                </a:stretch>
              </p:blipFill>
              <p:spPr>
                <a:xfrm>
                  <a:off x="1848357" y="5310212"/>
                  <a:ext cx="176400" cy="21240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19" name="Ink 18">
                  <a:extLst>
                    <a:ext uri="{FF2B5EF4-FFF2-40B4-BE49-F238E27FC236}">
                      <a16:creationId xmlns:a16="http://schemas.microsoft.com/office/drawing/2014/main" id="{643B4273-CD5B-1A12-E023-B61FA3783918}"/>
                    </a:ext>
                  </a:extLst>
                </p14:cNvPr>
                <p14:cNvContentPartPr/>
                <p14:nvPr/>
              </p14:nvContentPartPr>
              <p14:xfrm>
                <a:off x="2347317" y="5126612"/>
                <a:ext cx="20880" cy="356760"/>
              </p14:xfrm>
            </p:contentPart>
          </mc:Choice>
          <mc:Fallback>
            <p:pic>
              <p:nvPicPr>
                <p:cNvPr id="19" name="Ink 18">
                  <a:extLst>
                    <a:ext uri="{FF2B5EF4-FFF2-40B4-BE49-F238E27FC236}">
                      <a16:creationId xmlns:a16="http://schemas.microsoft.com/office/drawing/2014/main" id="{643B4273-CD5B-1A12-E023-B61FA3783918}"/>
                    </a:ext>
                  </a:extLst>
                </p:cNvPr>
                <p:cNvPicPr/>
                <p:nvPr/>
              </p:nvPicPr>
              <p:blipFill>
                <a:blip r:embed="rId60"/>
                <a:stretch>
                  <a:fillRect/>
                </a:stretch>
              </p:blipFill>
              <p:spPr>
                <a:xfrm>
                  <a:off x="2338677" y="5117972"/>
                  <a:ext cx="38520" cy="37440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20" name="Ink 19">
                  <a:extLst>
                    <a:ext uri="{FF2B5EF4-FFF2-40B4-BE49-F238E27FC236}">
                      <a16:creationId xmlns:a16="http://schemas.microsoft.com/office/drawing/2014/main" id="{0276C674-E121-F17F-0A15-DC7D9EAF5B5B}"/>
                    </a:ext>
                  </a:extLst>
                </p14:cNvPr>
                <p14:cNvContentPartPr/>
                <p14:nvPr/>
              </p14:nvContentPartPr>
              <p14:xfrm>
                <a:off x="2518317" y="5251892"/>
                <a:ext cx="161640" cy="252360"/>
              </p14:xfrm>
            </p:contentPart>
          </mc:Choice>
          <mc:Fallback>
            <p:pic>
              <p:nvPicPr>
                <p:cNvPr id="20" name="Ink 19">
                  <a:extLst>
                    <a:ext uri="{FF2B5EF4-FFF2-40B4-BE49-F238E27FC236}">
                      <a16:creationId xmlns:a16="http://schemas.microsoft.com/office/drawing/2014/main" id="{0276C674-E121-F17F-0A15-DC7D9EAF5B5B}"/>
                    </a:ext>
                  </a:extLst>
                </p:cNvPr>
                <p:cNvPicPr/>
                <p:nvPr/>
              </p:nvPicPr>
              <p:blipFill>
                <a:blip r:embed="rId62"/>
                <a:stretch>
                  <a:fillRect/>
                </a:stretch>
              </p:blipFill>
              <p:spPr>
                <a:xfrm>
                  <a:off x="2509677" y="5242892"/>
                  <a:ext cx="179280" cy="27000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21" name="Ink 20">
                  <a:extLst>
                    <a:ext uri="{FF2B5EF4-FFF2-40B4-BE49-F238E27FC236}">
                      <a16:creationId xmlns:a16="http://schemas.microsoft.com/office/drawing/2014/main" id="{8FCFA7D4-3A0D-3A04-7E89-70C51F5B1255}"/>
                    </a:ext>
                  </a:extLst>
                </p14:cNvPr>
                <p14:cNvContentPartPr/>
                <p14:nvPr/>
              </p14:nvContentPartPr>
              <p14:xfrm>
                <a:off x="2729637" y="5265932"/>
                <a:ext cx="368640" cy="476280"/>
              </p14:xfrm>
            </p:contentPart>
          </mc:Choice>
          <mc:Fallback>
            <p:pic>
              <p:nvPicPr>
                <p:cNvPr id="21" name="Ink 20">
                  <a:extLst>
                    <a:ext uri="{FF2B5EF4-FFF2-40B4-BE49-F238E27FC236}">
                      <a16:creationId xmlns:a16="http://schemas.microsoft.com/office/drawing/2014/main" id="{8FCFA7D4-3A0D-3A04-7E89-70C51F5B1255}"/>
                    </a:ext>
                  </a:extLst>
                </p:cNvPr>
                <p:cNvPicPr/>
                <p:nvPr/>
              </p:nvPicPr>
              <p:blipFill>
                <a:blip r:embed="rId64"/>
                <a:stretch>
                  <a:fillRect/>
                </a:stretch>
              </p:blipFill>
              <p:spPr>
                <a:xfrm>
                  <a:off x="2720997" y="5256932"/>
                  <a:ext cx="386280" cy="49392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22" name="Ink 21">
                  <a:extLst>
                    <a:ext uri="{FF2B5EF4-FFF2-40B4-BE49-F238E27FC236}">
                      <a16:creationId xmlns:a16="http://schemas.microsoft.com/office/drawing/2014/main" id="{3906E554-2AA3-8971-DC14-ED0172248E88}"/>
                    </a:ext>
                  </a:extLst>
                </p14:cNvPr>
                <p14:cNvContentPartPr/>
                <p14:nvPr/>
              </p14:nvContentPartPr>
              <p14:xfrm>
                <a:off x="3421917" y="5138492"/>
                <a:ext cx="221040" cy="385560"/>
              </p14:xfrm>
            </p:contentPart>
          </mc:Choice>
          <mc:Fallback>
            <p:pic>
              <p:nvPicPr>
                <p:cNvPr id="22" name="Ink 21">
                  <a:extLst>
                    <a:ext uri="{FF2B5EF4-FFF2-40B4-BE49-F238E27FC236}">
                      <a16:creationId xmlns:a16="http://schemas.microsoft.com/office/drawing/2014/main" id="{3906E554-2AA3-8971-DC14-ED0172248E88}"/>
                    </a:ext>
                  </a:extLst>
                </p:cNvPr>
                <p:cNvPicPr/>
                <p:nvPr/>
              </p:nvPicPr>
              <p:blipFill>
                <a:blip r:embed="rId66"/>
                <a:stretch>
                  <a:fillRect/>
                </a:stretch>
              </p:blipFill>
              <p:spPr>
                <a:xfrm>
                  <a:off x="3413277" y="5129492"/>
                  <a:ext cx="238680" cy="40320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23" name="Ink 22">
                  <a:extLst>
                    <a:ext uri="{FF2B5EF4-FFF2-40B4-BE49-F238E27FC236}">
                      <a16:creationId xmlns:a16="http://schemas.microsoft.com/office/drawing/2014/main" id="{E30D18AD-40E8-82AD-C331-69340C152170}"/>
                    </a:ext>
                  </a:extLst>
                </p14:cNvPr>
                <p14:cNvContentPartPr/>
                <p14:nvPr/>
              </p14:nvContentPartPr>
              <p14:xfrm>
                <a:off x="3723957" y="5199692"/>
                <a:ext cx="145080" cy="390600"/>
              </p14:xfrm>
            </p:contentPart>
          </mc:Choice>
          <mc:Fallback>
            <p:pic>
              <p:nvPicPr>
                <p:cNvPr id="23" name="Ink 22">
                  <a:extLst>
                    <a:ext uri="{FF2B5EF4-FFF2-40B4-BE49-F238E27FC236}">
                      <a16:creationId xmlns:a16="http://schemas.microsoft.com/office/drawing/2014/main" id="{E30D18AD-40E8-82AD-C331-69340C152170}"/>
                    </a:ext>
                  </a:extLst>
                </p:cNvPr>
                <p:cNvPicPr/>
                <p:nvPr/>
              </p:nvPicPr>
              <p:blipFill>
                <a:blip r:embed="rId68"/>
                <a:stretch>
                  <a:fillRect/>
                </a:stretch>
              </p:blipFill>
              <p:spPr>
                <a:xfrm>
                  <a:off x="3715317" y="5191052"/>
                  <a:ext cx="162720" cy="40824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24" name="Ink 23">
                  <a:extLst>
                    <a:ext uri="{FF2B5EF4-FFF2-40B4-BE49-F238E27FC236}">
                      <a16:creationId xmlns:a16="http://schemas.microsoft.com/office/drawing/2014/main" id="{A3B44339-F579-A5D3-DBA9-E15B046F54FA}"/>
                    </a:ext>
                  </a:extLst>
                </p14:cNvPr>
                <p14:cNvContentPartPr/>
                <p14:nvPr/>
              </p14:nvContentPartPr>
              <p14:xfrm>
                <a:off x="588717" y="3463772"/>
                <a:ext cx="5492520" cy="2901600"/>
              </p14:xfrm>
            </p:contentPart>
          </mc:Choice>
          <mc:Fallback>
            <p:pic>
              <p:nvPicPr>
                <p:cNvPr id="24" name="Ink 23">
                  <a:extLst>
                    <a:ext uri="{FF2B5EF4-FFF2-40B4-BE49-F238E27FC236}">
                      <a16:creationId xmlns:a16="http://schemas.microsoft.com/office/drawing/2014/main" id="{A3B44339-F579-A5D3-DBA9-E15B046F54FA}"/>
                    </a:ext>
                  </a:extLst>
                </p:cNvPr>
                <p:cNvPicPr/>
                <p:nvPr/>
              </p:nvPicPr>
              <p:blipFill>
                <a:blip r:embed="rId70"/>
                <a:stretch>
                  <a:fillRect/>
                </a:stretch>
              </p:blipFill>
              <p:spPr>
                <a:xfrm>
                  <a:off x="579717" y="3455132"/>
                  <a:ext cx="5510160" cy="291924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25" name="Ink 24">
                  <a:extLst>
                    <a:ext uri="{FF2B5EF4-FFF2-40B4-BE49-F238E27FC236}">
                      <a16:creationId xmlns:a16="http://schemas.microsoft.com/office/drawing/2014/main" id="{A357E5DF-A17D-AF05-3B3B-CF14A14B505B}"/>
                    </a:ext>
                  </a:extLst>
                </p14:cNvPr>
                <p14:cNvContentPartPr/>
                <p14:nvPr/>
              </p14:nvContentPartPr>
              <p14:xfrm>
                <a:off x="2415357" y="6255572"/>
                <a:ext cx="1087560" cy="473040"/>
              </p14:xfrm>
            </p:contentPart>
          </mc:Choice>
          <mc:Fallback>
            <p:pic>
              <p:nvPicPr>
                <p:cNvPr id="25" name="Ink 24">
                  <a:extLst>
                    <a:ext uri="{FF2B5EF4-FFF2-40B4-BE49-F238E27FC236}">
                      <a16:creationId xmlns:a16="http://schemas.microsoft.com/office/drawing/2014/main" id="{A357E5DF-A17D-AF05-3B3B-CF14A14B505B}"/>
                    </a:ext>
                  </a:extLst>
                </p:cNvPr>
                <p:cNvPicPr/>
                <p:nvPr/>
              </p:nvPicPr>
              <p:blipFill>
                <a:blip r:embed="rId72"/>
                <a:stretch>
                  <a:fillRect/>
                </a:stretch>
              </p:blipFill>
              <p:spPr>
                <a:xfrm>
                  <a:off x="2406717" y="6246572"/>
                  <a:ext cx="1105200" cy="49068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26" name="Ink 25">
                  <a:extLst>
                    <a:ext uri="{FF2B5EF4-FFF2-40B4-BE49-F238E27FC236}">
                      <a16:creationId xmlns:a16="http://schemas.microsoft.com/office/drawing/2014/main" id="{D8CAC60C-CF2C-9465-D572-5AC07DC8AC29}"/>
                    </a:ext>
                  </a:extLst>
                </p14:cNvPr>
                <p14:cNvContentPartPr/>
                <p14:nvPr/>
              </p14:nvContentPartPr>
              <p14:xfrm>
                <a:off x="1420677" y="3910172"/>
                <a:ext cx="2694240" cy="2115720"/>
              </p14:xfrm>
            </p:contentPart>
          </mc:Choice>
          <mc:Fallback>
            <p:pic>
              <p:nvPicPr>
                <p:cNvPr id="26" name="Ink 25">
                  <a:extLst>
                    <a:ext uri="{FF2B5EF4-FFF2-40B4-BE49-F238E27FC236}">
                      <a16:creationId xmlns:a16="http://schemas.microsoft.com/office/drawing/2014/main" id="{D8CAC60C-CF2C-9465-D572-5AC07DC8AC29}"/>
                    </a:ext>
                  </a:extLst>
                </p:cNvPr>
                <p:cNvPicPr/>
                <p:nvPr/>
              </p:nvPicPr>
              <p:blipFill>
                <a:blip r:embed="rId74"/>
                <a:stretch>
                  <a:fillRect/>
                </a:stretch>
              </p:blipFill>
              <p:spPr>
                <a:xfrm>
                  <a:off x="1412037" y="3901532"/>
                  <a:ext cx="2711880" cy="213336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27" name="Ink 26">
                  <a:extLst>
                    <a:ext uri="{FF2B5EF4-FFF2-40B4-BE49-F238E27FC236}">
                      <a16:creationId xmlns:a16="http://schemas.microsoft.com/office/drawing/2014/main" id="{95DC16D9-F057-B4FB-027D-5C26A109169F}"/>
                    </a:ext>
                  </a:extLst>
                </p14:cNvPr>
                <p14:cNvContentPartPr/>
                <p14:nvPr/>
              </p14:nvContentPartPr>
              <p14:xfrm>
                <a:off x="1817037" y="4082252"/>
                <a:ext cx="1853640" cy="2116440"/>
              </p14:xfrm>
            </p:contentPart>
          </mc:Choice>
          <mc:Fallback>
            <p:pic>
              <p:nvPicPr>
                <p:cNvPr id="27" name="Ink 26">
                  <a:extLst>
                    <a:ext uri="{FF2B5EF4-FFF2-40B4-BE49-F238E27FC236}">
                      <a16:creationId xmlns:a16="http://schemas.microsoft.com/office/drawing/2014/main" id="{95DC16D9-F057-B4FB-027D-5C26A109169F}"/>
                    </a:ext>
                  </a:extLst>
                </p:cNvPr>
                <p:cNvPicPr/>
                <p:nvPr/>
              </p:nvPicPr>
              <p:blipFill>
                <a:blip r:embed="rId76"/>
                <a:stretch>
                  <a:fillRect/>
                </a:stretch>
              </p:blipFill>
              <p:spPr>
                <a:xfrm>
                  <a:off x="1808397" y="4073252"/>
                  <a:ext cx="1871280" cy="213408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45" name="Ink 44">
                  <a:extLst>
                    <a:ext uri="{FF2B5EF4-FFF2-40B4-BE49-F238E27FC236}">
                      <a16:creationId xmlns:a16="http://schemas.microsoft.com/office/drawing/2014/main" id="{D3A9DD70-677C-4F99-2256-F2DF65ABD09A}"/>
                    </a:ext>
                  </a:extLst>
                </p14:cNvPr>
                <p14:cNvContentPartPr/>
                <p14:nvPr/>
              </p14:nvContentPartPr>
              <p14:xfrm>
                <a:off x="4691277" y="3171812"/>
                <a:ext cx="161640" cy="198720"/>
              </p14:xfrm>
            </p:contentPart>
          </mc:Choice>
          <mc:Fallback>
            <p:pic>
              <p:nvPicPr>
                <p:cNvPr id="45" name="Ink 44">
                  <a:extLst>
                    <a:ext uri="{FF2B5EF4-FFF2-40B4-BE49-F238E27FC236}">
                      <a16:creationId xmlns:a16="http://schemas.microsoft.com/office/drawing/2014/main" id="{D3A9DD70-677C-4F99-2256-F2DF65ABD09A}"/>
                    </a:ext>
                  </a:extLst>
                </p:cNvPr>
                <p:cNvPicPr/>
                <p:nvPr/>
              </p:nvPicPr>
              <p:blipFill>
                <a:blip r:embed="rId78"/>
                <a:stretch>
                  <a:fillRect/>
                </a:stretch>
              </p:blipFill>
              <p:spPr>
                <a:xfrm>
                  <a:off x="4682637" y="3163172"/>
                  <a:ext cx="179280" cy="21636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46" name="Ink 45">
                  <a:extLst>
                    <a:ext uri="{FF2B5EF4-FFF2-40B4-BE49-F238E27FC236}">
                      <a16:creationId xmlns:a16="http://schemas.microsoft.com/office/drawing/2014/main" id="{F744BF18-EF27-D900-28EF-C70571B7D98B}"/>
                    </a:ext>
                  </a:extLst>
                </p14:cNvPr>
                <p14:cNvContentPartPr/>
                <p14:nvPr/>
              </p14:nvContentPartPr>
              <p14:xfrm>
                <a:off x="4900797" y="3016292"/>
                <a:ext cx="159120" cy="317160"/>
              </p14:xfrm>
            </p:contentPart>
          </mc:Choice>
          <mc:Fallback>
            <p:pic>
              <p:nvPicPr>
                <p:cNvPr id="46" name="Ink 45">
                  <a:extLst>
                    <a:ext uri="{FF2B5EF4-FFF2-40B4-BE49-F238E27FC236}">
                      <a16:creationId xmlns:a16="http://schemas.microsoft.com/office/drawing/2014/main" id="{F744BF18-EF27-D900-28EF-C70571B7D98B}"/>
                    </a:ext>
                  </a:extLst>
                </p:cNvPr>
                <p:cNvPicPr/>
                <p:nvPr/>
              </p:nvPicPr>
              <p:blipFill>
                <a:blip r:embed="rId80"/>
                <a:stretch>
                  <a:fillRect/>
                </a:stretch>
              </p:blipFill>
              <p:spPr>
                <a:xfrm>
                  <a:off x="4892157" y="3007292"/>
                  <a:ext cx="176760" cy="33480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47" name="Ink 46">
                  <a:extLst>
                    <a:ext uri="{FF2B5EF4-FFF2-40B4-BE49-F238E27FC236}">
                      <a16:creationId xmlns:a16="http://schemas.microsoft.com/office/drawing/2014/main" id="{00DAA60C-8560-5FAD-52A2-7E7E5B57962A}"/>
                    </a:ext>
                  </a:extLst>
                </p14:cNvPr>
                <p14:cNvContentPartPr/>
                <p14:nvPr/>
              </p14:nvContentPartPr>
              <p14:xfrm>
                <a:off x="4900797" y="3222572"/>
                <a:ext cx="81720" cy="27720"/>
              </p14:xfrm>
            </p:contentPart>
          </mc:Choice>
          <mc:Fallback>
            <p:pic>
              <p:nvPicPr>
                <p:cNvPr id="47" name="Ink 46">
                  <a:extLst>
                    <a:ext uri="{FF2B5EF4-FFF2-40B4-BE49-F238E27FC236}">
                      <a16:creationId xmlns:a16="http://schemas.microsoft.com/office/drawing/2014/main" id="{00DAA60C-8560-5FAD-52A2-7E7E5B57962A}"/>
                    </a:ext>
                  </a:extLst>
                </p:cNvPr>
                <p:cNvPicPr/>
                <p:nvPr/>
              </p:nvPicPr>
              <p:blipFill>
                <a:blip r:embed="rId82"/>
                <a:stretch>
                  <a:fillRect/>
                </a:stretch>
              </p:blipFill>
              <p:spPr>
                <a:xfrm>
                  <a:off x="4891797" y="3213572"/>
                  <a:ext cx="99360" cy="4536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48" name="Ink 47">
                  <a:extLst>
                    <a:ext uri="{FF2B5EF4-FFF2-40B4-BE49-F238E27FC236}">
                      <a16:creationId xmlns:a16="http://schemas.microsoft.com/office/drawing/2014/main" id="{F1FA6CB8-485B-4459-FD5A-1E91C94EB7E5}"/>
                    </a:ext>
                  </a:extLst>
                </p14:cNvPr>
                <p14:cNvContentPartPr/>
                <p14:nvPr/>
              </p14:nvContentPartPr>
              <p14:xfrm>
                <a:off x="5097717" y="3196652"/>
                <a:ext cx="110520" cy="153360"/>
              </p14:xfrm>
            </p:contentPart>
          </mc:Choice>
          <mc:Fallback>
            <p:pic>
              <p:nvPicPr>
                <p:cNvPr id="48" name="Ink 47">
                  <a:extLst>
                    <a:ext uri="{FF2B5EF4-FFF2-40B4-BE49-F238E27FC236}">
                      <a16:creationId xmlns:a16="http://schemas.microsoft.com/office/drawing/2014/main" id="{F1FA6CB8-485B-4459-FD5A-1E91C94EB7E5}"/>
                    </a:ext>
                  </a:extLst>
                </p:cNvPr>
                <p:cNvPicPr/>
                <p:nvPr/>
              </p:nvPicPr>
              <p:blipFill>
                <a:blip r:embed="rId84"/>
                <a:stretch>
                  <a:fillRect/>
                </a:stretch>
              </p:blipFill>
              <p:spPr>
                <a:xfrm>
                  <a:off x="5088717" y="3187652"/>
                  <a:ext cx="128160" cy="17100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49" name="Ink 48">
                  <a:extLst>
                    <a:ext uri="{FF2B5EF4-FFF2-40B4-BE49-F238E27FC236}">
                      <a16:creationId xmlns:a16="http://schemas.microsoft.com/office/drawing/2014/main" id="{76215B01-F626-B653-5C81-E67889AAFF32}"/>
                    </a:ext>
                  </a:extLst>
                </p14:cNvPr>
                <p14:cNvContentPartPr/>
                <p14:nvPr/>
              </p14:nvContentPartPr>
              <p14:xfrm>
                <a:off x="5276277" y="3108452"/>
                <a:ext cx="19800" cy="240480"/>
              </p14:xfrm>
            </p:contentPart>
          </mc:Choice>
          <mc:Fallback>
            <p:pic>
              <p:nvPicPr>
                <p:cNvPr id="49" name="Ink 48">
                  <a:extLst>
                    <a:ext uri="{FF2B5EF4-FFF2-40B4-BE49-F238E27FC236}">
                      <a16:creationId xmlns:a16="http://schemas.microsoft.com/office/drawing/2014/main" id="{76215B01-F626-B653-5C81-E67889AAFF32}"/>
                    </a:ext>
                  </a:extLst>
                </p:cNvPr>
                <p:cNvPicPr/>
                <p:nvPr/>
              </p:nvPicPr>
              <p:blipFill>
                <a:blip r:embed="rId86"/>
                <a:stretch>
                  <a:fillRect/>
                </a:stretch>
              </p:blipFill>
              <p:spPr>
                <a:xfrm>
                  <a:off x="5267277" y="3099452"/>
                  <a:ext cx="37440" cy="25812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50" name="Ink 49">
                  <a:extLst>
                    <a:ext uri="{FF2B5EF4-FFF2-40B4-BE49-F238E27FC236}">
                      <a16:creationId xmlns:a16="http://schemas.microsoft.com/office/drawing/2014/main" id="{0BA9230F-6D5F-FFE7-C9D7-EAE35AAB7CCC}"/>
                    </a:ext>
                  </a:extLst>
                </p14:cNvPr>
                <p14:cNvContentPartPr/>
                <p14:nvPr/>
              </p14:nvContentPartPr>
              <p14:xfrm>
                <a:off x="5374557" y="3246692"/>
                <a:ext cx="29880" cy="99720"/>
              </p14:xfrm>
            </p:contentPart>
          </mc:Choice>
          <mc:Fallback>
            <p:pic>
              <p:nvPicPr>
                <p:cNvPr id="50" name="Ink 49">
                  <a:extLst>
                    <a:ext uri="{FF2B5EF4-FFF2-40B4-BE49-F238E27FC236}">
                      <a16:creationId xmlns:a16="http://schemas.microsoft.com/office/drawing/2014/main" id="{0BA9230F-6D5F-FFE7-C9D7-EAE35AAB7CCC}"/>
                    </a:ext>
                  </a:extLst>
                </p:cNvPr>
                <p:cNvPicPr/>
                <p:nvPr/>
              </p:nvPicPr>
              <p:blipFill>
                <a:blip r:embed="rId88"/>
                <a:stretch>
                  <a:fillRect/>
                </a:stretch>
              </p:blipFill>
              <p:spPr>
                <a:xfrm>
                  <a:off x="5365557" y="3237692"/>
                  <a:ext cx="47520" cy="11736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51" name="Ink 50">
                  <a:extLst>
                    <a:ext uri="{FF2B5EF4-FFF2-40B4-BE49-F238E27FC236}">
                      <a16:creationId xmlns:a16="http://schemas.microsoft.com/office/drawing/2014/main" id="{94D1A1B1-E22E-ACB2-09AC-E489C492D657}"/>
                    </a:ext>
                  </a:extLst>
                </p14:cNvPr>
                <p14:cNvContentPartPr/>
                <p14:nvPr/>
              </p14:nvContentPartPr>
              <p14:xfrm>
                <a:off x="5407317" y="3087572"/>
                <a:ext cx="360" cy="30960"/>
              </p14:xfrm>
            </p:contentPart>
          </mc:Choice>
          <mc:Fallback>
            <p:pic>
              <p:nvPicPr>
                <p:cNvPr id="51" name="Ink 50">
                  <a:extLst>
                    <a:ext uri="{FF2B5EF4-FFF2-40B4-BE49-F238E27FC236}">
                      <a16:creationId xmlns:a16="http://schemas.microsoft.com/office/drawing/2014/main" id="{94D1A1B1-E22E-ACB2-09AC-E489C492D657}"/>
                    </a:ext>
                  </a:extLst>
                </p:cNvPr>
                <p:cNvPicPr/>
                <p:nvPr/>
              </p:nvPicPr>
              <p:blipFill>
                <a:blip r:embed="rId90"/>
                <a:stretch>
                  <a:fillRect/>
                </a:stretch>
              </p:blipFill>
              <p:spPr>
                <a:xfrm>
                  <a:off x="5398317" y="3078572"/>
                  <a:ext cx="18000" cy="4860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53" name="Ink 52">
                  <a:extLst>
                    <a:ext uri="{FF2B5EF4-FFF2-40B4-BE49-F238E27FC236}">
                      <a16:creationId xmlns:a16="http://schemas.microsoft.com/office/drawing/2014/main" id="{FE248DD4-2E7B-55E2-D9E2-1F903590777D}"/>
                    </a:ext>
                  </a:extLst>
                </p14:cNvPr>
                <p14:cNvContentPartPr/>
                <p14:nvPr/>
              </p14:nvContentPartPr>
              <p14:xfrm>
                <a:off x="5737437" y="3688412"/>
                <a:ext cx="248760" cy="284760"/>
              </p14:xfrm>
            </p:contentPart>
          </mc:Choice>
          <mc:Fallback>
            <p:pic>
              <p:nvPicPr>
                <p:cNvPr id="53" name="Ink 52">
                  <a:extLst>
                    <a:ext uri="{FF2B5EF4-FFF2-40B4-BE49-F238E27FC236}">
                      <a16:creationId xmlns:a16="http://schemas.microsoft.com/office/drawing/2014/main" id="{FE248DD4-2E7B-55E2-D9E2-1F903590777D}"/>
                    </a:ext>
                  </a:extLst>
                </p:cNvPr>
                <p:cNvPicPr/>
                <p:nvPr/>
              </p:nvPicPr>
              <p:blipFill>
                <a:blip r:embed="rId92"/>
                <a:stretch>
                  <a:fillRect/>
                </a:stretch>
              </p:blipFill>
              <p:spPr>
                <a:xfrm>
                  <a:off x="5728437" y="3679772"/>
                  <a:ext cx="266400" cy="30240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54" name="Ink 53">
                  <a:extLst>
                    <a:ext uri="{FF2B5EF4-FFF2-40B4-BE49-F238E27FC236}">
                      <a16:creationId xmlns:a16="http://schemas.microsoft.com/office/drawing/2014/main" id="{CEFBC4CD-F50B-BB0A-C0B3-C0878C0DE004}"/>
                    </a:ext>
                  </a:extLst>
                </p14:cNvPr>
                <p14:cNvContentPartPr/>
                <p14:nvPr/>
              </p14:nvContentPartPr>
              <p14:xfrm>
                <a:off x="6040557" y="3611012"/>
                <a:ext cx="174960" cy="434880"/>
              </p14:xfrm>
            </p:contentPart>
          </mc:Choice>
          <mc:Fallback>
            <p:pic>
              <p:nvPicPr>
                <p:cNvPr id="54" name="Ink 53">
                  <a:extLst>
                    <a:ext uri="{FF2B5EF4-FFF2-40B4-BE49-F238E27FC236}">
                      <a16:creationId xmlns:a16="http://schemas.microsoft.com/office/drawing/2014/main" id="{CEFBC4CD-F50B-BB0A-C0B3-C0878C0DE004}"/>
                    </a:ext>
                  </a:extLst>
                </p:cNvPr>
                <p:cNvPicPr/>
                <p:nvPr/>
              </p:nvPicPr>
              <p:blipFill>
                <a:blip r:embed="rId94"/>
                <a:stretch>
                  <a:fillRect/>
                </a:stretch>
              </p:blipFill>
              <p:spPr>
                <a:xfrm>
                  <a:off x="6031917" y="3602372"/>
                  <a:ext cx="192600" cy="45252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56" name="Ink 55">
                  <a:extLst>
                    <a:ext uri="{FF2B5EF4-FFF2-40B4-BE49-F238E27FC236}">
                      <a16:creationId xmlns:a16="http://schemas.microsoft.com/office/drawing/2014/main" id="{31686F5F-D35C-7189-439E-24288A70A2DA}"/>
                    </a:ext>
                  </a:extLst>
                </p14:cNvPr>
                <p14:cNvContentPartPr/>
                <p14:nvPr/>
              </p14:nvContentPartPr>
              <p14:xfrm>
                <a:off x="3791997" y="3790292"/>
                <a:ext cx="1708560" cy="63720"/>
              </p14:xfrm>
            </p:contentPart>
          </mc:Choice>
          <mc:Fallback>
            <p:pic>
              <p:nvPicPr>
                <p:cNvPr id="56" name="Ink 55">
                  <a:extLst>
                    <a:ext uri="{FF2B5EF4-FFF2-40B4-BE49-F238E27FC236}">
                      <a16:creationId xmlns:a16="http://schemas.microsoft.com/office/drawing/2014/main" id="{31686F5F-D35C-7189-439E-24288A70A2DA}"/>
                    </a:ext>
                  </a:extLst>
                </p:cNvPr>
                <p:cNvPicPr/>
                <p:nvPr/>
              </p:nvPicPr>
              <p:blipFill>
                <a:blip r:embed="rId96"/>
                <a:stretch>
                  <a:fillRect/>
                </a:stretch>
              </p:blipFill>
              <p:spPr>
                <a:xfrm>
                  <a:off x="3782997" y="3781652"/>
                  <a:ext cx="1726200" cy="8136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57" name="Ink 56">
                  <a:extLst>
                    <a:ext uri="{FF2B5EF4-FFF2-40B4-BE49-F238E27FC236}">
                      <a16:creationId xmlns:a16="http://schemas.microsoft.com/office/drawing/2014/main" id="{6362688C-465A-831C-C9F0-94EED2A27D49}"/>
                    </a:ext>
                  </a:extLst>
                </p14:cNvPr>
                <p14:cNvContentPartPr/>
                <p14:nvPr/>
              </p14:nvContentPartPr>
              <p14:xfrm>
                <a:off x="5386077" y="3714332"/>
                <a:ext cx="156600" cy="185040"/>
              </p14:xfrm>
            </p:contentPart>
          </mc:Choice>
          <mc:Fallback>
            <p:pic>
              <p:nvPicPr>
                <p:cNvPr id="57" name="Ink 56">
                  <a:extLst>
                    <a:ext uri="{FF2B5EF4-FFF2-40B4-BE49-F238E27FC236}">
                      <a16:creationId xmlns:a16="http://schemas.microsoft.com/office/drawing/2014/main" id="{6362688C-465A-831C-C9F0-94EED2A27D49}"/>
                    </a:ext>
                  </a:extLst>
                </p:cNvPr>
                <p:cNvPicPr/>
                <p:nvPr/>
              </p:nvPicPr>
              <p:blipFill>
                <a:blip r:embed="rId98"/>
                <a:stretch>
                  <a:fillRect/>
                </a:stretch>
              </p:blipFill>
              <p:spPr>
                <a:xfrm>
                  <a:off x="5377077" y="3705692"/>
                  <a:ext cx="174240" cy="20268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58" name="Ink 57">
                  <a:extLst>
                    <a:ext uri="{FF2B5EF4-FFF2-40B4-BE49-F238E27FC236}">
                      <a16:creationId xmlns:a16="http://schemas.microsoft.com/office/drawing/2014/main" id="{F433D619-FB14-CF1B-E615-ED4EE75DCDBE}"/>
                    </a:ext>
                  </a:extLst>
                </p14:cNvPr>
                <p14:cNvContentPartPr/>
                <p14:nvPr/>
              </p14:nvContentPartPr>
              <p14:xfrm>
                <a:off x="6324237" y="3683372"/>
                <a:ext cx="2765880" cy="138600"/>
              </p14:xfrm>
            </p:contentPart>
          </mc:Choice>
          <mc:Fallback>
            <p:pic>
              <p:nvPicPr>
                <p:cNvPr id="58" name="Ink 57">
                  <a:extLst>
                    <a:ext uri="{FF2B5EF4-FFF2-40B4-BE49-F238E27FC236}">
                      <a16:creationId xmlns:a16="http://schemas.microsoft.com/office/drawing/2014/main" id="{F433D619-FB14-CF1B-E615-ED4EE75DCDBE}"/>
                    </a:ext>
                  </a:extLst>
                </p:cNvPr>
                <p:cNvPicPr/>
                <p:nvPr/>
              </p:nvPicPr>
              <p:blipFill>
                <a:blip r:embed="rId100"/>
                <a:stretch>
                  <a:fillRect/>
                </a:stretch>
              </p:blipFill>
              <p:spPr>
                <a:xfrm>
                  <a:off x="6315597" y="3674732"/>
                  <a:ext cx="2783520" cy="15624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59" name="Ink 58">
                  <a:extLst>
                    <a:ext uri="{FF2B5EF4-FFF2-40B4-BE49-F238E27FC236}">
                      <a16:creationId xmlns:a16="http://schemas.microsoft.com/office/drawing/2014/main" id="{6E01E7B3-586D-CE1C-E6E9-E94A9FEE1EE0}"/>
                    </a:ext>
                  </a:extLst>
                </p14:cNvPr>
                <p14:cNvContentPartPr/>
                <p14:nvPr/>
              </p14:nvContentPartPr>
              <p14:xfrm>
                <a:off x="8874117" y="3604532"/>
                <a:ext cx="272520" cy="188640"/>
              </p14:xfrm>
            </p:contentPart>
          </mc:Choice>
          <mc:Fallback>
            <p:pic>
              <p:nvPicPr>
                <p:cNvPr id="59" name="Ink 58">
                  <a:extLst>
                    <a:ext uri="{FF2B5EF4-FFF2-40B4-BE49-F238E27FC236}">
                      <a16:creationId xmlns:a16="http://schemas.microsoft.com/office/drawing/2014/main" id="{6E01E7B3-586D-CE1C-E6E9-E94A9FEE1EE0}"/>
                    </a:ext>
                  </a:extLst>
                </p:cNvPr>
                <p:cNvPicPr/>
                <p:nvPr/>
              </p:nvPicPr>
              <p:blipFill>
                <a:blip r:embed="rId102"/>
                <a:stretch>
                  <a:fillRect/>
                </a:stretch>
              </p:blipFill>
              <p:spPr>
                <a:xfrm>
                  <a:off x="8865477" y="3595892"/>
                  <a:ext cx="290160" cy="20628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60" name="Ink 59">
                  <a:extLst>
                    <a:ext uri="{FF2B5EF4-FFF2-40B4-BE49-F238E27FC236}">
                      <a16:creationId xmlns:a16="http://schemas.microsoft.com/office/drawing/2014/main" id="{6B511B94-36BF-2EC6-942B-9B5764A8A59B}"/>
                    </a:ext>
                  </a:extLst>
                </p14:cNvPr>
                <p14:cNvContentPartPr/>
                <p14:nvPr/>
              </p14:nvContentPartPr>
              <p14:xfrm>
                <a:off x="6643917" y="3461252"/>
                <a:ext cx="13320" cy="95400"/>
              </p14:xfrm>
            </p:contentPart>
          </mc:Choice>
          <mc:Fallback>
            <p:pic>
              <p:nvPicPr>
                <p:cNvPr id="60" name="Ink 59">
                  <a:extLst>
                    <a:ext uri="{FF2B5EF4-FFF2-40B4-BE49-F238E27FC236}">
                      <a16:creationId xmlns:a16="http://schemas.microsoft.com/office/drawing/2014/main" id="{6B511B94-36BF-2EC6-942B-9B5764A8A59B}"/>
                    </a:ext>
                  </a:extLst>
                </p:cNvPr>
                <p:cNvPicPr/>
                <p:nvPr/>
              </p:nvPicPr>
              <p:blipFill>
                <a:blip r:embed="rId104"/>
                <a:stretch>
                  <a:fillRect/>
                </a:stretch>
              </p:blipFill>
              <p:spPr>
                <a:xfrm>
                  <a:off x="6635277" y="3452252"/>
                  <a:ext cx="30960" cy="11304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61" name="Ink 60">
                  <a:extLst>
                    <a:ext uri="{FF2B5EF4-FFF2-40B4-BE49-F238E27FC236}">
                      <a16:creationId xmlns:a16="http://schemas.microsoft.com/office/drawing/2014/main" id="{5432BD41-7016-5AF4-019E-1538AEB88F63}"/>
                    </a:ext>
                  </a:extLst>
                </p14:cNvPr>
                <p14:cNvContentPartPr/>
                <p14:nvPr/>
              </p14:nvContentPartPr>
              <p14:xfrm>
                <a:off x="6697917" y="3417332"/>
                <a:ext cx="99720" cy="232200"/>
              </p14:xfrm>
            </p:contentPart>
          </mc:Choice>
          <mc:Fallback>
            <p:pic>
              <p:nvPicPr>
                <p:cNvPr id="61" name="Ink 60">
                  <a:extLst>
                    <a:ext uri="{FF2B5EF4-FFF2-40B4-BE49-F238E27FC236}">
                      <a16:creationId xmlns:a16="http://schemas.microsoft.com/office/drawing/2014/main" id="{5432BD41-7016-5AF4-019E-1538AEB88F63}"/>
                    </a:ext>
                  </a:extLst>
                </p:cNvPr>
                <p:cNvPicPr/>
                <p:nvPr/>
              </p:nvPicPr>
              <p:blipFill>
                <a:blip r:embed="rId106"/>
                <a:stretch>
                  <a:fillRect/>
                </a:stretch>
              </p:blipFill>
              <p:spPr>
                <a:xfrm>
                  <a:off x="6689277" y="3408332"/>
                  <a:ext cx="117360" cy="24984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62" name="Ink 61">
                  <a:extLst>
                    <a:ext uri="{FF2B5EF4-FFF2-40B4-BE49-F238E27FC236}">
                      <a16:creationId xmlns:a16="http://schemas.microsoft.com/office/drawing/2014/main" id="{432D268A-977A-3FFF-4A15-E2509BDB75D7}"/>
                    </a:ext>
                  </a:extLst>
                </p14:cNvPr>
                <p14:cNvContentPartPr/>
                <p14:nvPr/>
              </p14:nvContentPartPr>
              <p14:xfrm>
                <a:off x="6948117" y="3378452"/>
                <a:ext cx="126360" cy="231480"/>
              </p14:xfrm>
            </p:contentPart>
          </mc:Choice>
          <mc:Fallback>
            <p:pic>
              <p:nvPicPr>
                <p:cNvPr id="62" name="Ink 61">
                  <a:extLst>
                    <a:ext uri="{FF2B5EF4-FFF2-40B4-BE49-F238E27FC236}">
                      <a16:creationId xmlns:a16="http://schemas.microsoft.com/office/drawing/2014/main" id="{432D268A-977A-3FFF-4A15-E2509BDB75D7}"/>
                    </a:ext>
                  </a:extLst>
                </p:cNvPr>
                <p:cNvPicPr/>
                <p:nvPr/>
              </p:nvPicPr>
              <p:blipFill>
                <a:blip r:embed="rId108"/>
                <a:stretch>
                  <a:fillRect/>
                </a:stretch>
              </p:blipFill>
              <p:spPr>
                <a:xfrm>
                  <a:off x="6939117" y="3369452"/>
                  <a:ext cx="144000" cy="249120"/>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64" name="Ink 63">
                  <a:extLst>
                    <a:ext uri="{FF2B5EF4-FFF2-40B4-BE49-F238E27FC236}">
                      <a16:creationId xmlns:a16="http://schemas.microsoft.com/office/drawing/2014/main" id="{DBE8251A-A602-A8B0-3EA3-31E4FDCD6955}"/>
                    </a:ext>
                  </a:extLst>
                </p14:cNvPr>
                <p14:cNvContentPartPr/>
                <p14:nvPr/>
              </p14:nvContentPartPr>
              <p14:xfrm>
                <a:off x="6970077" y="3252812"/>
                <a:ext cx="99000" cy="327960"/>
              </p14:xfrm>
            </p:contentPart>
          </mc:Choice>
          <mc:Fallback>
            <p:pic>
              <p:nvPicPr>
                <p:cNvPr id="64" name="Ink 63">
                  <a:extLst>
                    <a:ext uri="{FF2B5EF4-FFF2-40B4-BE49-F238E27FC236}">
                      <a16:creationId xmlns:a16="http://schemas.microsoft.com/office/drawing/2014/main" id="{DBE8251A-A602-A8B0-3EA3-31E4FDCD6955}"/>
                    </a:ext>
                  </a:extLst>
                </p:cNvPr>
                <p:cNvPicPr/>
                <p:nvPr/>
              </p:nvPicPr>
              <p:blipFill>
                <a:blip r:embed="rId110"/>
                <a:stretch>
                  <a:fillRect/>
                </a:stretch>
              </p:blipFill>
              <p:spPr>
                <a:xfrm>
                  <a:off x="6961077" y="3243812"/>
                  <a:ext cx="116640" cy="345600"/>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65" name="Ink 64">
                  <a:extLst>
                    <a:ext uri="{FF2B5EF4-FFF2-40B4-BE49-F238E27FC236}">
                      <a16:creationId xmlns:a16="http://schemas.microsoft.com/office/drawing/2014/main" id="{1B6C7B27-1A35-F790-E31B-CE639EA51A2E}"/>
                    </a:ext>
                  </a:extLst>
                </p14:cNvPr>
                <p14:cNvContentPartPr/>
                <p14:nvPr/>
              </p14:nvContentPartPr>
              <p14:xfrm>
                <a:off x="7183197" y="3414092"/>
                <a:ext cx="296640" cy="244440"/>
              </p14:xfrm>
            </p:contentPart>
          </mc:Choice>
          <mc:Fallback>
            <p:pic>
              <p:nvPicPr>
                <p:cNvPr id="65" name="Ink 64">
                  <a:extLst>
                    <a:ext uri="{FF2B5EF4-FFF2-40B4-BE49-F238E27FC236}">
                      <a16:creationId xmlns:a16="http://schemas.microsoft.com/office/drawing/2014/main" id="{1B6C7B27-1A35-F790-E31B-CE639EA51A2E}"/>
                    </a:ext>
                  </a:extLst>
                </p:cNvPr>
                <p:cNvPicPr/>
                <p:nvPr/>
              </p:nvPicPr>
              <p:blipFill>
                <a:blip r:embed="rId112"/>
                <a:stretch>
                  <a:fillRect/>
                </a:stretch>
              </p:blipFill>
              <p:spPr>
                <a:xfrm>
                  <a:off x="7174557" y="3405092"/>
                  <a:ext cx="314280" cy="262080"/>
                </a:xfrm>
                <a:prstGeom prst="rect">
                  <a:avLst/>
                </a:prstGeom>
              </p:spPr>
            </p:pic>
          </mc:Fallback>
        </mc:AlternateContent>
        <mc:AlternateContent xmlns:mc="http://schemas.openxmlformats.org/markup-compatibility/2006">
          <mc:Choice xmlns:p14="http://schemas.microsoft.com/office/powerpoint/2010/main" Requires="p14">
            <p:contentPart p14:bwMode="auto" r:id="rId113">
              <p14:nvContentPartPr>
                <p14:cNvPr id="66" name="Ink 65">
                  <a:extLst>
                    <a:ext uri="{FF2B5EF4-FFF2-40B4-BE49-F238E27FC236}">
                      <a16:creationId xmlns:a16="http://schemas.microsoft.com/office/drawing/2014/main" id="{300DB066-D722-F39D-F490-82A3D42C006B}"/>
                    </a:ext>
                  </a:extLst>
                </p14:cNvPr>
                <p14:cNvContentPartPr/>
                <p14:nvPr/>
              </p14:nvContentPartPr>
              <p14:xfrm>
                <a:off x="7528077" y="3440372"/>
                <a:ext cx="34920" cy="102600"/>
              </p14:xfrm>
            </p:contentPart>
          </mc:Choice>
          <mc:Fallback>
            <p:pic>
              <p:nvPicPr>
                <p:cNvPr id="66" name="Ink 65">
                  <a:extLst>
                    <a:ext uri="{FF2B5EF4-FFF2-40B4-BE49-F238E27FC236}">
                      <a16:creationId xmlns:a16="http://schemas.microsoft.com/office/drawing/2014/main" id="{300DB066-D722-F39D-F490-82A3D42C006B}"/>
                    </a:ext>
                  </a:extLst>
                </p:cNvPr>
                <p:cNvPicPr/>
                <p:nvPr/>
              </p:nvPicPr>
              <p:blipFill>
                <a:blip r:embed="rId114"/>
                <a:stretch>
                  <a:fillRect/>
                </a:stretch>
              </p:blipFill>
              <p:spPr>
                <a:xfrm>
                  <a:off x="7519077" y="3431372"/>
                  <a:ext cx="52560" cy="120240"/>
                </a:xfrm>
                <a:prstGeom prst="rect">
                  <a:avLst/>
                </a:prstGeom>
              </p:spPr>
            </p:pic>
          </mc:Fallback>
        </mc:AlternateContent>
        <mc:AlternateContent xmlns:mc="http://schemas.openxmlformats.org/markup-compatibility/2006">
          <mc:Choice xmlns:p14="http://schemas.microsoft.com/office/powerpoint/2010/main" Requires="p14">
            <p:contentPart p14:bwMode="auto" r:id="rId115">
              <p14:nvContentPartPr>
                <p14:cNvPr id="67" name="Ink 66">
                  <a:extLst>
                    <a:ext uri="{FF2B5EF4-FFF2-40B4-BE49-F238E27FC236}">
                      <a16:creationId xmlns:a16="http://schemas.microsoft.com/office/drawing/2014/main" id="{890E1A97-9D9A-B312-5B6D-3F64083664AC}"/>
                    </a:ext>
                  </a:extLst>
                </p14:cNvPr>
                <p14:cNvContentPartPr/>
                <p14:nvPr/>
              </p14:nvContentPartPr>
              <p14:xfrm>
                <a:off x="7525557" y="3317252"/>
                <a:ext cx="13680" cy="57600"/>
              </p14:xfrm>
            </p:contentPart>
          </mc:Choice>
          <mc:Fallback>
            <p:pic>
              <p:nvPicPr>
                <p:cNvPr id="67" name="Ink 66">
                  <a:extLst>
                    <a:ext uri="{FF2B5EF4-FFF2-40B4-BE49-F238E27FC236}">
                      <a16:creationId xmlns:a16="http://schemas.microsoft.com/office/drawing/2014/main" id="{890E1A97-9D9A-B312-5B6D-3F64083664AC}"/>
                    </a:ext>
                  </a:extLst>
                </p:cNvPr>
                <p:cNvPicPr/>
                <p:nvPr/>
              </p:nvPicPr>
              <p:blipFill>
                <a:blip r:embed="rId116"/>
                <a:stretch>
                  <a:fillRect/>
                </a:stretch>
              </p:blipFill>
              <p:spPr>
                <a:xfrm>
                  <a:off x="7516557" y="3308612"/>
                  <a:ext cx="31320" cy="75240"/>
                </a:xfrm>
                <a:prstGeom prst="rect">
                  <a:avLst/>
                </a:prstGeom>
              </p:spPr>
            </p:pic>
          </mc:Fallback>
        </mc:AlternateContent>
        <mc:AlternateContent xmlns:mc="http://schemas.openxmlformats.org/markup-compatibility/2006">
          <mc:Choice xmlns:p14="http://schemas.microsoft.com/office/powerpoint/2010/main" Requires="p14">
            <p:contentPart p14:bwMode="auto" r:id="rId117">
              <p14:nvContentPartPr>
                <p14:cNvPr id="68" name="Ink 67">
                  <a:extLst>
                    <a:ext uri="{FF2B5EF4-FFF2-40B4-BE49-F238E27FC236}">
                      <a16:creationId xmlns:a16="http://schemas.microsoft.com/office/drawing/2014/main" id="{916446BF-C0F0-0B25-1026-DBB004C5BC44}"/>
                    </a:ext>
                  </a:extLst>
                </p14:cNvPr>
                <p14:cNvContentPartPr/>
                <p14:nvPr/>
              </p14:nvContentPartPr>
              <p14:xfrm>
                <a:off x="7597917" y="3408692"/>
                <a:ext cx="216720" cy="161640"/>
              </p14:xfrm>
            </p:contentPart>
          </mc:Choice>
          <mc:Fallback>
            <p:pic>
              <p:nvPicPr>
                <p:cNvPr id="68" name="Ink 67">
                  <a:extLst>
                    <a:ext uri="{FF2B5EF4-FFF2-40B4-BE49-F238E27FC236}">
                      <a16:creationId xmlns:a16="http://schemas.microsoft.com/office/drawing/2014/main" id="{916446BF-C0F0-0B25-1026-DBB004C5BC44}"/>
                    </a:ext>
                  </a:extLst>
                </p:cNvPr>
                <p:cNvPicPr/>
                <p:nvPr/>
              </p:nvPicPr>
              <p:blipFill>
                <a:blip r:embed="rId118"/>
                <a:stretch>
                  <a:fillRect/>
                </a:stretch>
              </p:blipFill>
              <p:spPr>
                <a:xfrm>
                  <a:off x="7589277" y="3399692"/>
                  <a:ext cx="234360" cy="179280"/>
                </a:xfrm>
                <a:prstGeom prst="rect">
                  <a:avLst/>
                </a:prstGeom>
              </p:spPr>
            </p:pic>
          </mc:Fallback>
        </mc:AlternateContent>
        <mc:AlternateContent xmlns:mc="http://schemas.openxmlformats.org/markup-compatibility/2006">
          <mc:Choice xmlns:p14="http://schemas.microsoft.com/office/powerpoint/2010/main" Requires="p14">
            <p:contentPart p14:bwMode="auto" r:id="rId119">
              <p14:nvContentPartPr>
                <p14:cNvPr id="70" name="Ink 69">
                  <a:extLst>
                    <a:ext uri="{FF2B5EF4-FFF2-40B4-BE49-F238E27FC236}">
                      <a16:creationId xmlns:a16="http://schemas.microsoft.com/office/drawing/2014/main" id="{77C6A79C-305A-DC7C-0FD0-C99EF223390F}"/>
                    </a:ext>
                  </a:extLst>
                </p14:cNvPr>
                <p14:cNvContentPartPr/>
                <p14:nvPr/>
              </p14:nvContentPartPr>
              <p14:xfrm>
                <a:off x="3822597" y="4103852"/>
                <a:ext cx="1728000" cy="99720"/>
              </p14:xfrm>
            </p:contentPart>
          </mc:Choice>
          <mc:Fallback>
            <p:pic>
              <p:nvPicPr>
                <p:cNvPr id="70" name="Ink 69">
                  <a:extLst>
                    <a:ext uri="{FF2B5EF4-FFF2-40B4-BE49-F238E27FC236}">
                      <a16:creationId xmlns:a16="http://schemas.microsoft.com/office/drawing/2014/main" id="{77C6A79C-305A-DC7C-0FD0-C99EF223390F}"/>
                    </a:ext>
                  </a:extLst>
                </p:cNvPr>
                <p:cNvPicPr/>
                <p:nvPr/>
              </p:nvPicPr>
              <p:blipFill>
                <a:blip r:embed="rId120"/>
                <a:stretch>
                  <a:fillRect/>
                </a:stretch>
              </p:blipFill>
              <p:spPr>
                <a:xfrm>
                  <a:off x="3813957" y="4095212"/>
                  <a:ext cx="1745640" cy="117360"/>
                </a:xfrm>
                <a:prstGeom prst="rect">
                  <a:avLst/>
                </a:prstGeom>
              </p:spPr>
            </p:pic>
          </mc:Fallback>
        </mc:AlternateContent>
        <mc:AlternateContent xmlns:mc="http://schemas.openxmlformats.org/markup-compatibility/2006">
          <mc:Choice xmlns:p14="http://schemas.microsoft.com/office/powerpoint/2010/main" Requires="p14">
            <p:contentPart p14:bwMode="auto" r:id="rId121">
              <p14:nvContentPartPr>
                <p14:cNvPr id="71" name="Ink 70">
                  <a:extLst>
                    <a:ext uri="{FF2B5EF4-FFF2-40B4-BE49-F238E27FC236}">
                      <a16:creationId xmlns:a16="http://schemas.microsoft.com/office/drawing/2014/main" id="{BD461A73-1864-D927-5674-11E65FE1E875}"/>
                    </a:ext>
                  </a:extLst>
                </p14:cNvPr>
                <p14:cNvContentPartPr/>
                <p14:nvPr/>
              </p14:nvContentPartPr>
              <p14:xfrm>
                <a:off x="5337477" y="4007012"/>
                <a:ext cx="245520" cy="212760"/>
              </p14:xfrm>
            </p:contentPart>
          </mc:Choice>
          <mc:Fallback>
            <p:pic>
              <p:nvPicPr>
                <p:cNvPr id="71" name="Ink 70">
                  <a:extLst>
                    <a:ext uri="{FF2B5EF4-FFF2-40B4-BE49-F238E27FC236}">
                      <a16:creationId xmlns:a16="http://schemas.microsoft.com/office/drawing/2014/main" id="{BD461A73-1864-D927-5674-11E65FE1E875}"/>
                    </a:ext>
                  </a:extLst>
                </p:cNvPr>
                <p:cNvPicPr/>
                <p:nvPr/>
              </p:nvPicPr>
              <p:blipFill>
                <a:blip r:embed="rId122"/>
                <a:stretch>
                  <a:fillRect/>
                </a:stretch>
              </p:blipFill>
              <p:spPr>
                <a:xfrm>
                  <a:off x="5328837" y="3998372"/>
                  <a:ext cx="263160" cy="230400"/>
                </a:xfrm>
                <a:prstGeom prst="rect">
                  <a:avLst/>
                </a:prstGeom>
              </p:spPr>
            </p:pic>
          </mc:Fallback>
        </mc:AlternateContent>
        <mc:AlternateContent xmlns:mc="http://schemas.openxmlformats.org/markup-compatibility/2006">
          <mc:Choice xmlns:p14="http://schemas.microsoft.com/office/powerpoint/2010/main" Requires="p14">
            <p:contentPart p14:bwMode="auto" r:id="rId123">
              <p14:nvContentPartPr>
                <p14:cNvPr id="73" name="Ink 72">
                  <a:extLst>
                    <a:ext uri="{FF2B5EF4-FFF2-40B4-BE49-F238E27FC236}">
                      <a16:creationId xmlns:a16="http://schemas.microsoft.com/office/drawing/2014/main" id="{444D26DE-17A1-12E6-BB5C-795697987B61}"/>
                    </a:ext>
                  </a:extLst>
                </p14:cNvPr>
                <p14:cNvContentPartPr/>
                <p14:nvPr/>
              </p14:nvContentPartPr>
              <p14:xfrm>
                <a:off x="5459877" y="4044812"/>
                <a:ext cx="3932280" cy="119520"/>
              </p14:xfrm>
            </p:contentPart>
          </mc:Choice>
          <mc:Fallback>
            <p:pic>
              <p:nvPicPr>
                <p:cNvPr id="73" name="Ink 72">
                  <a:extLst>
                    <a:ext uri="{FF2B5EF4-FFF2-40B4-BE49-F238E27FC236}">
                      <a16:creationId xmlns:a16="http://schemas.microsoft.com/office/drawing/2014/main" id="{444D26DE-17A1-12E6-BB5C-795697987B61}"/>
                    </a:ext>
                  </a:extLst>
                </p:cNvPr>
                <p:cNvPicPr/>
                <p:nvPr/>
              </p:nvPicPr>
              <p:blipFill>
                <a:blip r:embed="rId124"/>
                <a:stretch>
                  <a:fillRect/>
                </a:stretch>
              </p:blipFill>
              <p:spPr>
                <a:xfrm>
                  <a:off x="5450877" y="4036172"/>
                  <a:ext cx="3949920" cy="137160"/>
                </a:xfrm>
                <a:prstGeom prst="rect">
                  <a:avLst/>
                </a:prstGeom>
              </p:spPr>
            </p:pic>
          </mc:Fallback>
        </mc:AlternateContent>
        <mc:AlternateContent xmlns:mc="http://schemas.openxmlformats.org/markup-compatibility/2006">
          <mc:Choice xmlns:p14="http://schemas.microsoft.com/office/powerpoint/2010/main" Requires="p14">
            <p:contentPart p14:bwMode="auto" r:id="rId125">
              <p14:nvContentPartPr>
                <p14:cNvPr id="74" name="Ink 73">
                  <a:extLst>
                    <a:ext uri="{FF2B5EF4-FFF2-40B4-BE49-F238E27FC236}">
                      <a16:creationId xmlns:a16="http://schemas.microsoft.com/office/drawing/2014/main" id="{1CA5C83C-AC7B-D5E6-561A-8C3B2CAE4D9B}"/>
                    </a:ext>
                  </a:extLst>
                </p14:cNvPr>
                <p14:cNvContentPartPr/>
                <p14:nvPr/>
              </p14:nvContentPartPr>
              <p14:xfrm>
                <a:off x="9149157" y="3986132"/>
                <a:ext cx="112320" cy="120600"/>
              </p14:xfrm>
            </p:contentPart>
          </mc:Choice>
          <mc:Fallback>
            <p:pic>
              <p:nvPicPr>
                <p:cNvPr id="74" name="Ink 73">
                  <a:extLst>
                    <a:ext uri="{FF2B5EF4-FFF2-40B4-BE49-F238E27FC236}">
                      <a16:creationId xmlns:a16="http://schemas.microsoft.com/office/drawing/2014/main" id="{1CA5C83C-AC7B-D5E6-561A-8C3B2CAE4D9B}"/>
                    </a:ext>
                  </a:extLst>
                </p:cNvPr>
                <p:cNvPicPr/>
                <p:nvPr/>
              </p:nvPicPr>
              <p:blipFill>
                <a:blip r:embed="rId126"/>
                <a:stretch>
                  <a:fillRect/>
                </a:stretch>
              </p:blipFill>
              <p:spPr>
                <a:xfrm>
                  <a:off x="9140157" y="3977492"/>
                  <a:ext cx="129960" cy="138240"/>
                </a:xfrm>
                <a:prstGeom prst="rect">
                  <a:avLst/>
                </a:prstGeom>
              </p:spPr>
            </p:pic>
          </mc:Fallback>
        </mc:AlternateContent>
      </p:grpSp>
      <p:grpSp>
        <p:nvGrpSpPr>
          <p:cNvPr id="83" name="Group 82">
            <a:extLst>
              <a:ext uri="{FF2B5EF4-FFF2-40B4-BE49-F238E27FC236}">
                <a16:creationId xmlns:a16="http://schemas.microsoft.com/office/drawing/2014/main" id="{76354198-0A7A-8E84-2D9A-2C86279C729A}"/>
              </a:ext>
            </a:extLst>
          </p:cNvPr>
          <p:cNvGrpSpPr/>
          <p:nvPr/>
        </p:nvGrpSpPr>
        <p:grpSpPr>
          <a:xfrm>
            <a:off x="5990517" y="4295012"/>
            <a:ext cx="1366920" cy="422280"/>
            <a:chOff x="5990517" y="4295012"/>
            <a:chExt cx="1366920" cy="422280"/>
          </a:xfrm>
        </p:grpSpPr>
        <mc:AlternateContent xmlns:mc="http://schemas.openxmlformats.org/markup-compatibility/2006">
          <mc:Choice xmlns:p14="http://schemas.microsoft.com/office/powerpoint/2010/main" Requires="p14">
            <p:contentPart p14:bwMode="auto" r:id="rId127">
              <p14:nvContentPartPr>
                <p14:cNvPr id="76" name="Ink 75">
                  <a:extLst>
                    <a:ext uri="{FF2B5EF4-FFF2-40B4-BE49-F238E27FC236}">
                      <a16:creationId xmlns:a16="http://schemas.microsoft.com/office/drawing/2014/main" id="{2F119F7C-467B-57A6-6E3C-186CEFDC5DA6}"/>
                    </a:ext>
                  </a:extLst>
                </p14:cNvPr>
                <p14:cNvContentPartPr/>
                <p14:nvPr/>
              </p14:nvContentPartPr>
              <p14:xfrm>
                <a:off x="6333957" y="4298972"/>
                <a:ext cx="186480" cy="264960"/>
              </p14:xfrm>
            </p:contentPart>
          </mc:Choice>
          <mc:Fallback>
            <p:pic>
              <p:nvPicPr>
                <p:cNvPr id="76" name="Ink 75">
                  <a:extLst>
                    <a:ext uri="{FF2B5EF4-FFF2-40B4-BE49-F238E27FC236}">
                      <a16:creationId xmlns:a16="http://schemas.microsoft.com/office/drawing/2014/main" id="{2F119F7C-467B-57A6-6E3C-186CEFDC5DA6}"/>
                    </a:ext>
                  </a:extLst>
                </p:cNvPr>
                <p:cNvPicPr/>
                <p:nvPr/>
              </p:nvPicPr>
              <p:blipFill>
                <a:blip r:embed="rId128"/>
                <a:stretch>
                  <a:fillRect/>
                </a:stretch>
              </p:blipFill>
              <p:spPr>
                <a:xfrm>
                  <a:off x="6325317" y="4290332"/>
                  <a:ext cx="204120" cy="282600"/>
                </a:xfrm>
                <a:prstGeom prst="rect">
                  <a:avLst/>
                </a:prstGeom>
              </p:spPr>
            </p:pic>
          </mc:Fallback>
        </mc:AlternateContent>
        <mc:AlternateContent xmlns:mc="http://schemas.openxmlformats.org/markup-compatibility/2006">
          <mc:Choice xmlns:p14="http://schemas.microsoft.com/office/powerpoint/2010/main" Requires="p14">
            <p:contentPart p14:bwMode="auto" r:id="rId129">
              <p14:nvContentPartPr>
                <p14:cNvPr id="77" name="Ink 76">
                  <a:extLst>
                    <a:ext uri="{FF2B5EF4-FFF2-40B4-BE49-F238E27FC236}">
                      <a16:creationId xmlns:a16="http://schemas.microsoft.com/office/drawing/2014/main" id="{6CD17D0E-8C63-9A3A-0C7C-BBAFE226C77D}"/>
                    </a:ext>
                  </a:extLst>
                </p14:cNvPr>
                <p14:cNvContentPartPr/>
                <p14:nvPr/>
              </p14:nvContentPartPr>
              <p14:xfrm>
                <a:off x="6604677" y="4365572"/>
                <a:ext cx="76680" cy="175680"/>
              </p14:xfrm>
            </p:contentPart>
          </mc:Choice>
          <mc:Fallback>
            <p:pic>
              <p:nvPicPr>
                <p:cNvPr id="77" name="Ink 76">
                  <a:extLst>
                    <a:ext uri="{FF2B5EF4-FFF2-40B4-BE49-F238E27FC236}">
                      <a16:creationId xmlns:a16="http://schemas.microsoft.com/office/drawing/2014/main" id="{6CD17D0E-8C63-9A3A-0C7C-BBAFE226C77D}"/>
                    </a:ext>
                  </a:extLst>
                </p:cNvPr>
                <p:cNvPicPr/>
                <p:nvPr/>
              </p:nvPicPr>
              <p:blipFill>
                <a:blip r:embed="rId130"/>
                <a:stretch>
                  <a:fillRect/>
                </a:stretch>
              </p:blipFill>
              <p:spPr>
                <a:xfrm>
                  <a:off x="6595677" y="4356932"/>
                  <a:ext cx="94320" cy="193320"/>
                </a:xfrm>
                <a:prstGeom prst="rect">
                  <a:avLst/>
                </a:prstGeom>
              </p:spPr>
            </p:pic>
          </mc:Fallback>
        </mc:AlternateContent>
        <mc:AlternateContent xmlns:mc="http://schemas.openxmlformats.org/markup-compatibility/2006">
          <mc:Choice xmlns:p14="http://schemas.microsoft.com/office/powerpoint/2010/main" Requires="p14">
            <p:contentPart p14:bwMode="auto" r:id="rId131">
              <p14:nvContentPartPr>
                <p14:cNvPr id="78" name="Ink 77">
                  <a:extLst>
                    <a:ext uri="{FF2B5EF4-FFF2-40B4-BE49-F238E27FC236}">
                      <a16:creationId xmlns:a16="http://schemas.microsoft.com/office/drawing/2014/main" id="{5DDE95DF-3144-689C-91F5-0F25F35B9588}"/>
                    </a:ext>
                  </a:extLst>
                </p14:cNvPr>
                <p14:cNvContentPartPr/>
                <p14:nvPr/>
              </p14:nvContentPartPr>
              <p14:xfrm>
                <a:off x="6762357" y="4358012"/>
                <a:ext cx="116280" cy="273240"/>
              </p14:xfrm>
            </p:contentPart>
          </mc:Choice>
          <mc:Fallback>
            <p:pic>
              <p:nvPicPr>
                <p:cNvPr id="78" name="Ink 77">
                  <a:extLst>
                    <a:ext uri="{FF2B5EF4-FFF2-40B4-BE49-F238E27FC236}">
                      <a16:creationId xmlns:a16="http://schemas.microsoft.com/office/drawing/2014/main" id="{5DDE95DF-3144-689C-91F5-0F25F35B9588}"/>
                    </a:ext>
                  </a:extLst>
                </p:cNvPr>
                <p:cNvPicPr/>
                <p:nvPr/>
              </p:nvPicPr>
              <p:blipFill>
                <a:blip r:embed="rId132"/>
                <a:stretch>
                  <a:fillRect/>
                </a:stretch>
              </p:blipFill>
              <p:spPr>
                <a:xfrm>
                  <a:off x="6753717" y="4349012"/>
                  <a:ext cx="133920" cy="290880"/>
                </a:xfrm>
                <a:prstGeom prst="rect">
                  <a:avLst/>
                </a:prstGeom>
              </p:spPr>
            </p:pic>
          </mc:Fallback>
        </mc:AlternateContent>
        <mc:AlternateContent xmlns:mc="http://schemas.openxmlformats.org/markup-compatibility/2006">
          <mc:Choice xmlns:p14="http://schemas.microsoft.com/office/powerpoint/2010/main" Requires="p14">
            <p:contentPart p14:bwMode="auto" r:id="rId133">
              <p14:nvContentPartPr>
                <p14:cNvPr id="79" name="Ink 78">
                  <a:extLst>
                    <a:ext uri="{FF2B5EF4-FFF2-40B4-BE49-F238E27FC236}">
                      <a16:creationId xmlns:a16="http://schemas.microsoft.com/office/drawing/2014/main" id="{56EF8587-B7F9-EECA-A694-6C147240F873}"/>
                    </a:ext>
                  </a:extLst>
                </p14:cNvPr>
                <p14:cNvContentPartPr/>
                <p14:nvPr/>
              </p14:nvContentPartPr>
              <p14:xfrm>
                <a:off x="6920397" y="4337492"/>
                <a:ext cx="40320" cy="174600"/>
              </p14:xfrm>
            </p:contentPart>
          </mc:Choice>
          <mc:Fallback>
            <p:pic>
              <p:nvPicPr>
                <p:cNvPr id="79" name="Ink 78">
                  <a:extLst>
                    <a:ext uri="{FF2B5EF4-FFF2-40B4-BE49-F238E27FC236}">
                      <a16:creationId xmlns:a16="http://schemas.microsoft.com/office/drawing/2014/main" id="{56EF8587-B7F9-EECA-A694-6C147240F873}"/>
                    </a:ext>
                  </a:extLst>
                </p:cNvPr>
                <p:cNvPicPr/>
                <p:nvPr/>
              </p:nvPicPr>
              <p:blipFill>
                <a:blip r:embed="rId134"/>
                <a:stretch>
                  <a:fillRect/>
                </a:stretch>
              </p:blipFill>
              <p:spPr>
                <a:xfrm>
                  <a:off x="6911397" y="4328852"/>
                  <a:ext cx="57960" cy="192240"/>
                </a:xfrm>
                <a:prstGeom prst="rect">
                  <a:avLst/>
                </a:prstGeom>
              </p:spPr>
            </p:pic>
          </mc:Fallback>
        </mc:AlternateContent>
        <mc:AlternateContent xmlns:mc="http://schemas.openxmlformats.org/markup-compatibility/2006">
          <mc:Choice xmlns:p14="http://schemas.microsoft.com/office/powerpoint/2010/main" Requires="p14">
            <p:contentPart p14:bwMode="auto" r:id="rId135">
              <p14:nvContentPartPr>
                <p14:cNvPr id="80" name="Ink 79">
                  <a:extLst>
                    <a:ext uri="{FF2B5EF4-FFF2-40B4-BE49-F238E27FC236}">
                      <a16:creationId xmlns:a16="http://schemas.microsoft.com/office/drawing/2014/main" id="{349230AB-0494-65A8-8C23-DCCF355763C7}"/>
                    </a:ext>
                  </a:extLst>
                </p14:cNvPr>
                <p14:cNvContentPartPr/>
                <p14:nvPr/>
              </p14:nvContentPartPr>
              <p14:xfrm>
                <a:off x="7064397" y="4362332"/>
                <a:ext cx="293040" cy="354960"/>
              </p14:xfrm>
            </p:contentPart>
          </mc:Choice>
          <mc:Fallback>
            <p:pic>
              <p:nvPicPr>
                <p:cNvPr id="80" name="Ink 79">
                  <a:extLst>
                    <a:ext uri="{FF2B5EF4-FFF2-40B4-BE49-F238E27FC236}">
                      <a16:creationId xmlns:a16="http://schemas.microsoft.com/office/drawing/2014/main" id="{349230AB-0494-65A8-8C23-DCCF355763C7}"/>
                    </a:ext>
                  </a:extLst>
                </p:cNvPr>
                <p:cNvPicPr/>
                <p:nvPr/>
              </p:nvPicPr>
              <p:blipFill>
                <a:blip r:embed="rId136"/>
                <a:stretch>
                  <a:fillRect/>
                </a:stretch>
              </p:blipFill>
              <p:spPr>
                <a:xfrm>
                  <a:off x="7055397" y="4353332"/>
                  <a:ext cx="310680" cy="372600"/>
                </a:xfrm>
                <a:prstGeom prst="rect">
                  <a:avLst/>
                </a:prstGeom>
              </p:spPr>
            </p:pic>
          </mc:Fallback>
        </mc:AlternateContent>
        <mc:AlternateContent xmlns:mc="http://schemas.openxmlformats.org/markup-compatibility/2006">
          <mc:Choice xmlns:p14="http://schemas.microsoft.com/office/powerpoint/2010/main" Requires="p14">
            <p:contentPart p14:bwMode="auto" r:id="rId137">
              <p14:nvContentPartPr>
                <p14:cNvPr id="81" name="Ink 80">
                  <a:extLst>
                    <a:ext uri="{FF2B5EF4-FFF2-40B4-BE49-F238E27FC236}">
                      <a16:creationId xmlns:a16="http://schemas.microsoft.com/office/drawing/2014/main" id="{A81AF559-45AF-C54B-F203-8D4DBA426701}"/>
                    </a:ext>
                  </a:extLst>
                </p14:cNvPr>
                <p14:cNvContentPartPr/>
                <p14:nvPr/>
              </p14:nvContentPartPr>
              <p14:xfrm>
                <a:off x="5990517" y="4355492"/>
                <a:ext cx="148320" cy="207720"/>
              </p14:xfrm>
            </p:contentPart>
          </mc:Choice>
          <mc:Fallback>
            <p:pic>
              <p:nvPicPr>
                <p:cNvPr id="81" name="Ink 80">
                  <a:extLst>
                    <a:ext uri="{FF2B5EF4-FFF2-40B4-BE49-F238E27FC236}">
                      <a16:creationId xmlns:a16="http://schemas.microsoft.com/office/drawing/2014/main" id="{A81AF559-45AF-C54B-F203-8D4DBA426701}"/>
                    </a:ext>
                  </a:extLst>
                </p:cNvPr>
                <p:cNvPicPr/>
                <p:nvPr/>
              </p:nvPicPr>
              <p:blipFill>
                <a:blip r:embed="rId138"/>
                <a:stretch>
                  <a:fillRect/>
                </a:stretch>
              </p:blipFill>
              <p:spPr>
                <a:xfrm>
                  <a:off x="5981517" y="4346492"/>
                  <a:ext cx="165960" cy="225360"/>
                </a:xfrm>
                <a:prstGeom prst="rect">
                  <a:avLst/>
                </a:prstGeom>
              </p:spPr>
            </p:pic>
          </mc:Fallback>
        </mc:AlternateContent>
        <mc:AlternateContent xmlns:mc="http://schemas.openxmlformats.org/markup-compatibility/2006">
          <mc:Choice xmlns:p14="http://schemas.microsoft.com/office/powerpoint/2010/main" Requires="p14">
            <p:contentPart p14:bwMode="auto" r:id="rId139">
              <p14:nvContentPartPr>
                <p14:cNvPr id="82" name="Ink 81">
                  <a:extLst>
                    <a:ext uri="{FF2B5EF4-FFF2-40B4-BE49-F238E27FC236}">
                      <a16:creationId xmlns:a16="http://schemas.microsoft.com/office/drawing/2014/main" id="{FB8E7097-5C39-16E6-F6BE-5E342BEDBF08}"/>
                    </a:ext>
                  </a:extLst>
                </p14:cNvPr>
                <p14:cNvContentPartPr/>
                <p14:nvPr/>
              </p14:nvContentPartPr>
              <p14:xfrm>
                <a:off x="6061077" y="4295012"/>
                <a:ext cx="155880" cy="319680"/>
              </p14:xfrm>
            </p:contentPart>
          </mc:Choice>
          <mc:Fallback>
            <p:pic>
              <p:nvPicPr>
                <p:cNvPr id="82" name="Ink 81">
                  <a:extLst>
                    <a:ext uri="{FF2B5EF4-FFF2-40B4-BE49-F238E27FC236}">
                      <a16:creationId xmlns:a16="http://schemas.microsoft.com/office/drawing/2014/main" id="{FB8E7097-5C39-16E6-F6BE-5E342BEDBF08}"/>
                    </a:ext>
                  </a:extLst>
                </p:cNvPr>
                <p:cNvPicPr/>
                <p:nvPr/>
              </p:nvPicPr>
              <p:blipFill>
                <a:blip r:embed="rId140"/>
                <a:stretch>
                  <a:fillRect/>
                </a:stretch>
              </p:blipFill>
              <p:spPr>
                <a:xfrm>
                  <a:off x="6052437" y="4286372"/>
                  <a:ext cx="173520" cy="337320"/>
                </a:xfrm>
                <a:prstGeom prst="rect">
                  <a:avLst/>
                </a:prstGeom>
              </p:spPr>
            </p:pic>
          </mc:Fallback>
        </mc:AlternateContent>
      </p:grpSp>
      <p:grpSp>
        <p:nvGrpSpPr>
          <p:cNvPr id="92" name="Group 91">
            <a:extLst>
              <a:ext uri="{FF2B5EF4-FFF2-40B4-BE49-F238E27FC236}">
                <a16:creationId xmlns:a16="http://schemas.microsoft.com/office/drawing/2014/main" id="{DBCFC2B7-ECF3-8628-E2D9-E0E58A3F94AE}"/>
              </a:ext>
            </a:extLst>
          </p:cNvPr>
          <p:cNvGrpSpPr/>
          <p:nvPr/>
        </p:nvGrpSpPr>
        <p:grpSpPr>
          <a:xfrm>
            <a:off x="6414597" y="4846892"/>
            <a:ext cx="1454040" cy="496440"/>
            <a:chOff x="6414597" y="4846892"/>
            <a:chExt cx="1454040" cy="496440"/>
          </a:xfrm>
        </p:grpSpPr>
        <mc:AlternateContent xmlns:mc="http://schemas.openxmlformats.org/markup-compatibility/2006">
          <mc:Choice xmlns:p14="http://schemas.microsoft.com/office/powerpoint/2010/main" Requires="p14">
            <p:contentPart p14:bwMode="auto" r:id="rId141">
              <p14:nvContentPartPr>
                <p14:cNvPr id="84" name="Ink 83">
                  <a:extLst>
                    <a:ext uri="{FF2B5EF4-FFF2-40B4-BE49-F238E27FC236}">
                      <a16:creationId xmlns:a16="http://schemas.microsoft.com/office/drawing/2014/main" id="{18F04900-5FCB-73DA-61A8-E639B7125A6B}"/>
                    </a:ext>
                  </a:extLst>
                </p14:cNvPr>
                <p14:cNvContentPartPr/>
                <p14:nvPr/>
              </p14:nvContentPartPr>
              <p14:xfrm>
                <a:off x="6414597" y="4998812"/>
                <a:ext cx="199440" cy="184680"/>
              </p14:xfrm>
            </p:contentPart>
          </mc:Choice>
          <mc:Fallback>
            <p:pic>
              <p:nvPicPr>
                <p:cNvPr id="84" name="Ink 83">
                  <a:extLst>
                    <a:ext uri="{FF2B5EF4-FFF2-40B4-BE49-F238E27FC236}">
                      <a16:creationId xmlns:a16="http://schemas.microsoft.com/office/drawing/2014/main" id="{18F04900-5FCB-73DA-61A8-E639B7125A6B}"/>
                    </a:ext>
                  </a:extLst>
                </p:cNvPr>
                <p:cNvPicPr/>
                <p:nvPr/>
              </p:nvPicPr>
              <p:blipFill>
                <a:blip r:embed="rId142"/>
                <a:stretch>
                  <a:fillRect/>
                </a:stretch>
              </p:blipFill>
              <p:spPr>
                <a:xfrm>
                  <a:off x="6405597" y="4990172"/>
                  <a:ext cx="217080" cy="202320"/>
                </a:xfrm>
                <a:prstGeom prst="rect">
                  <a:avLst/>
                </a:prstGeom>
              </p:spPr>
            </p:pic>
          </mc:Fallback>
        </mc:AlternateContent>
        <mc:AlternateContent xmlns:mc="http://schemas.openxmlformats.org/markup-compatibility/2006">
          <mc:Choice xmlns:p14="http://schemas.microsoft.com/office/powerpoint/2010/main" Requires="p14">
            <p:contentPart p14:bwMode="auto" r:id="rId143">
              <p14:nvContentPartPr>
                <p14:cNvPr id="85" name="Ink 84">
                  <a:extLst>
                    <a:ext uri="{FF2B5EF4-FFF2-40B4-BE49-F238E27FC236}">
                      <a16:creationId xmlns:a16="http://schemas.microsoft.com/office/drawing/2014/main" id="{F857E6FD-E8B2-F3F5-C2BE-A54E4E35571A}"/>
                    </a:ext>
                  </a:extLst>
                </p14:cNvPr>
                <p14:cNvContentPartPr/>
                <p14:nvPr/>
              </p14:nvContentPartPr>
              <p14:xfrm>
                <a:off x="6666957" y="4846892"/>
                <a:ext cx="168480" cy="350640"/>
              </p14:xfrm>
            </p:contentPart>
          </mc:Choice>
          <mc:Fallback>
            <p:pic>
              <p:nvPicPr>
                <p:cNvPr id="85" name="Ink 84">
                  <a:extLst>
                    <a:ext uri="{FF2B5EF4-FFF2-40B4-BE49-F238E27FC236}">
                      <a16:creationId xmlns:a16="http://schemas.microsoft.com/office/drawing/2014/main" id="{F857E6FD-E8B2-F3F5-C2BE-A54E4E35571A}"/>
                    </a:ext>
                  </a:extLst>
                </p:cNvPr>
                <p:cNvPicPr/>
                <p:nvPr/>
              </p:nvPicPr>
              <p:blipFill>
                <a:blip r:embed="rId144"/>
                <a:stretch>
                  <a:fillRect/>
                </a:stretch>
              </p:blipFill>
              <p:spPr>
                <a:xfrm>
                  <a:off x="6657957" y="4837892"/>
                  <a:ext cx="186120" cy="368280"/>
                </a:xfrm>
                <a:prstGeom prst="rect">
                  <a:avLst/>
                </a:prstGeom>
              </p:spPr>
            </p:pic>
          </mc:Fallback>
        </mc:AlternateContent>
        <mc:AlternateContent xmlns:mc="http://schemas.openxmlformats.org/markup-compatibility/2006">
          <mc:Choice xmlns:p14="http://schemas.microsoft.com/office/powerpoint/2010/main" Requires="p14">
            <p:contentPart p14:bwMode="auto" r:id="rId145">
              <p14:nvContentPartPr>
                <p14:cNvPr id="86" name="Ink 85">
                  <a:extLst>
                    <a:ext uri="{FF2B5EF4-FFF2-40B4-BE49-F238E27FC236}">
                      <a16:creationId xmlns:a16="http://schemas.microsoft.com/office/drawing/2014/main" id="{07D0FA71-C689-F9F4-69C5-E3A7E5B834C6}"/>
                    </a:ext>
                  </a:extLst>
                </p14:cNvPr>
                <p14:cNvContentPartPr/>
                <p14:nvPr/>
              </p14:nvContentPartPr>
              <p14:xfrm>
                <a:off x="6643917" y="5025092"/>
                <a:ext cx="103320" cy="47160"/>
              </p14:xfrm>
            </p:contentPart>
          </mc:Choice>
          <mc:Fallback>
            <p:pic>
              <p:nvPicPr>
                <p:cNvPr id="86" name="Ink 85">
                  <a:extLst>
                    <a:ext uri="{FF2B5EF4-FFF2-40B4-BE49-F238E27FC236}">
                      <a16:creationId xmlns:a16="http://schemas.microsoft.com/office/drawing/2014/main" id="{07D0FA71-C689-F9F4-69C5-E3A7E5B834C6}"/>
                    </a:ext>
                  </a:extLst>
                </p:cNvPr>
                <p:cNvPicPr/>
                <p:nvPr/>
              </p:nvPicPr>
              <p:blipFill>
                <a:blip r:embed="rId146"/>
                <a:stretch>
                  <a:fillRect/>
                </a:stretch>
              </p:blipFill>
              <p:spPr>
                <a:xfrm>
                  <a:off x="6635277" y="5016452"/>
                  <a:ext cx="120960" cy="64800"/>
                </a:xfrm>
                <a:prstGeom prst="rect">
                  <a:avLst/>
                </a:prstGeom>
              </p:spPr>
            </p:pic>
          </mc:Fallback>
        </mc:AlternateContent>
        <mc:AlternateContent xmlns:mc="http://schemas.openxmlformats.org/markup-compatibility/2006">
          <mc:Choice xmlns:p14="http://schemas.microsoft.com/office/powerpoint/2010/main" Requires="p14">
            <p:contentPart p14:bwMode="auto" r:id="rId147">
              <p14:nvContentPartPr>
                <p14:cNvPr id="87" name="Ink 86">
                  <a:extLst>
                    <a:ext uri="{FF2B5EF4-FFF2-40B4-BE49-F238E27FC236}">
                      <a16:creationId xmlns:a16="http://schemas.microsoft.com/office/drawing/2014/main" id="{6944432A-0910-0AD2-2333-47949852E767}"/>
                    </a:ext>
                  </a:extLst>
                </p14:cNvPr>
                <p14:cNvContentPartPr/>
                <p14:nvPr/>
              </p14:nvContentPartPr>
              <p14:xfrm>
                <a:off x="7137477" y="5077292"/>
                <a:ext cx="24480" cy="266040"/>
              </p14:xfrm>
            </p:contentPart>
          </mc:Choice>
          <mc:Fallback>
            <p:pic>
              <p:nvPicPr>
                <p:cNvPr id="87" name="Ink 86">
                  <a:extLst>
                    <a:ext uri="{FF2B5EF4-FFF2-40B4-BE49-F238E27FC236}">
                      <a16:creationId xmlns:a16="http://schemas.microsoft.com/office/drawing/2014/main" id="{6944432A-0910-0AD2-2333-47949852E767}"/>
                    </a:ext>
                  </a:extLst>
                </p:cNvPr>
                <p:cNvPicPr/>
                <p:nvPr/>
              </p:nvPicPr>
              <p:blipFill>
                <a:blip r:embed="rId148"/>
                <a:stretch>
                  <a:fillRect/>
                </a:stretch>
              </p:blipFill>
              <p:spPr>
                <a:xfrm>
                  <a:off x="7128477" y="5068292"/>
                  <a:ext cx="42120" cy="283680"/>
                </a:xfrm>
                <a:prstGeom prst="rect">
                  <a:avLst/>
                </a:prstGeom>
              </p:spPr>
            </p:pic>
          </mc:Fallback>
        </mc:AlternateContent>
        <mc:AlternateContent xmlns:mc="http://schemas.openxmlformats.org/markup-compatibility/2006">
          <mc:Choice xmlns:p14="http://schemas.microsoft.com/office/powerpoint/2010/main" Requires="p14">
            <p:contentPart p14:bwMode="auto" r:id="rId149">
              <p14:nvContentPartPr>
                <p14:cNvPr id="88" name="Ink 87">
                  <a:extLst>
                    <a:ext uri="{FF2B5EF4-FFF2-40B4-BE49-F238E27FC236}">
                      <a16:creationId xmlns:a16="http://schemas.microsoft.com/office/drawing/2014/main" id="{3C2F7792-68C8-0874-1D38-2707EB71D2FE}"/>
                    </a:ext>
                  </a:extLst>
                </p14:cNvPr>
                <p14:cNvContentPartPr/>
                <p14:nvPr/>
              </p14:nvContentPartPr>
              <p14:xfrm>
                <a:off x="7105797" y="4985132"/>
                <a:ext cx="168120" cy="176760"/>
              </p14:xfrm>
            </p:contentPart>
          </mc:Choice>
          <mc:Fallback>
            <p:pic>
              <p:nvPicPr>
                <p:cNvPr id="88" name="Ink 87">
                  <a:extLst>
                    <a:ext uri="{FF2B5EF4-FFF2-40B4-BE49-F238E27FC236}">
                      <a16:creationId xmlns:a16="http://schemas.microsoft.com/office/drawing/2014/main" id="{3C2F7792-68C8-0874-1D38-2707EB71D2FE}"/>
                    </a:ext>
                  </a:extLst>
                </p:cNvPr>
                <p:cNvPicPr/>
                <p:nvPr/>
              </p:nvPicPr>
              <p:blipFill>
                <a:blip r:embed="rId150"/>
                <a:stretch>
                  <a:fillRect/>
                </a:stretch>
              </p:blipFill>
              <p:spPr>
                <a:xfrm>
                  <a:off x="7096797" y="4976492"/>
                  <a:ext cx="185760" cy="194400"/>
                </a:xfrm>
                <a:prstGeom prst="rect">
                  <a:avLst/>
                </a:prstGeom>
              </p:spPr>
            </p:pic>
          </mc:Fallback>
        </mc:AlternateContent>
        <mc:AlternateContent xmlns:mc="http://schemas.openxmlformats.org/markup-compatibility/2006">
          <mc:Choice xmlns:p14="http://schemas.microsoft.com/office/powerpoint/2010/main" Requires="p14">
            <p:contentPart p14:bwMode="auto" r:id="rId151">
              <p14:nvContentPartPr>
                <p14:cNvPr id="89" name="Ink 88">
                  <a:extLst>
                    <a:ext uri="{FF2B5EF4-FFF2-40B4-BE49-F238E27FC236}">
                      <a16:creationId xmlns:a16="http://schemas.microsoft.com/office/drawing/2014/main" id="{A30EAC05-0F2B-99D8-40A1-AB68A9F62E55}"/>
                    </a:ext>
                  </a:extLst>
                </p14:cNvPr>
                <p14:cNvContentPartPr/>
                <p14:nvPr/>
              </p14:nvContentPartPr>
              <p14:xfrm>
                <a:off x="7353117" y="5012852"/>
                <a:ext cx="81720" cy="184680"/>
              </p14:xfrm>
            </p:contentPart>
          </mc:Choice>
          <mc:Fallback>
            <p:pic>
              <p:nvPicPr>
                <p:cNvPr id="89" name="Ink 88">
                  <a:extLst>
                    <a:ext uri="{FF2B5EF4-FFF2-40B4-BE49-F238E27FC236}">
                      <a16:creationId xmlns:a16="http://schemas.microsoft.com/office/drawing/2014/main" id="{A30EAC05-0F2B-99D8-40A1-AB68A9F62E55}"/>
                    </a:ext>
                  </a:extLst>
                </p:cNvPr>
                <p:cNvPicPr/>
                <p:nvPr/>
              </p:nvPicPr>
              <p:blipFill>
                <a:blip r:embed="rId152"/>
                <a:stretch>
                  <a:fillRect/>
                </a:stretch>
              </p:blipFill>
              <p:spPr>
                <a:xfrm>
                  <a:off x="7344117" y="5004212"/>
                  <a:ext cx="99360" cy="202320"/>
                </a:xfrm>
                <a:prstGeom prst="rect">
                  <a:avLst/>
                </a:prstGeom>
              </p:spPr>
            </p:pic>
          </mc:Fallback>
        </mc:AlternateContent>
        <mc:AlternateContent xmlns:mc="http://schemas.openxmlformats.org/markup-compatibility/2006">
          <mc:Choice xmlns:p14="http://schemas.microsoft.com/office/powerpoint/2010/main" Requires="p14">
            <p:contentPart p14:bwMode="auto" r:id="rId153">
              <p14:nvContentPartPr>
                <p14:cNvPr id="90" name="Ink 89">
                  <a:extLst>
                    <a:ext uri="{FF2B5EF4-FFF2-40B4-BE49-F238E27FC236}">
                      <a16:creationId xmlns:a16="http://schemas.microsoft.com/office/drawing/2014/main" id="{1174CAEC-035E-4A6F-2335-B71C43B1E736}"/>
                    </a:ext>
                  </a:extLst>
                </p14:cNvPr>
                <p14:cNvContentPartPr/>
                <p14:nvPr/>
              </p14:nvContentPartPr>
              <p14:xfrm>
                <a:off x="7539957" y="4986572"/>
                <a:ext cx="88200" cy="172440"/>
              </p14:xfrm>
            </p:contentPart>
          </mc:Choice>
          <mc:Fallback>
            <p:pic>
              <p:nvPicPr>
                <p:cNvPr id="90" name="Ink 89">
                  <a:extLst>
                    <a:ext uri="{FF2B5EF4-FFF2-40B4-BE49-F238E27FC236}">
                      <a16:creationId xmlns:a16="http://schemas.microsoft.com/office/drawing/2014/main" id="{1174CAEC-035E-4A6F-2335-B71C43B1E736}"/>
                    </a:ext>
                  </a:extLst>
                </p:cNvPr>
                <p:cNvPicPr/>
                <p:nvPr/>
              </p:nvPicPr>
              <p:blipFill>
                <a:blip r:embed="rId154"/>
                <a:stretch>
                  <a:fillRect/>
                </a:stretch>
              </p:blipFill>
              <p:spPr>
                <a:xfrm>
                  <a:off x="7530957" y="4977572"/>
                  <a:ext cx="105840" cy="190080"/>
                </a:xfrm>
                <a:prstGeom prst="rect">
                  <a:avLst/>
                </a:prstGeom>
              </p:spPr>
            </p:pic>
          </mc:Fallback>
        </mc:AlternateContent>
        <mc:AlternateContent xmlns:mc="http://schemas.openxmlformats.org/markup-compatibility/2006">
          <mc:Choice xmlns:p14="http://schemas.microsoft.com/office/powerpoint/2010/main" Requires="p14">
            <p:contentPart p14:bwMode="auto" r:id="rId155">
              <p14:nvContentPartPr>
                <p14:cNvPr id="91" name="Ink 90">
                  <a:extLst>
                    <a:ext uri="{FF2B5EF4-FFF2-40B4-BE49-F238E27FC236}">
                      <a16:creationId xmlns:a16="http://schemas.microsoft.com/office/drawing/2014/main" id="{280888B4-B516-7A56-AAF4-BD3411107F6B}"/>
                    </a:ext>
                  </a:extLst>
                </p14:cNvPr>
                <p14:cNvContentPartPr/>
                <p14:nvPr/>
              </p14:nvContentPartPr>
              <p14:xfrm>
                <a:off x="7630677" y="4864172"/>
                <a:ext cx="237960" cy="278640"/>
              </p14:xfrm>
            </p:contentPart>
          </mc:Choice>
          <mc:Fallback>
            <p:pic>
              <p:nvPicPr>
                <p:cNvPr id="91" name="Ink 90">
                  <a:extLst>
                    <a:ext uri="{FF2B5EF4-FFF2-40B4-BE49-F238E27FC236}">
                      <a16:creationId xmlns:a16="http://schemas.microsoft.com/office/drawing/2014/main" id="{280888B4-B516-7A56-AAF4-BD3411107F6B}"/>
                    </a:ext>
                  </a:extLst>
                </p:cNvPr>
                <p:cNvPicPr/>
                <p:nvPr/>
              </p:nvPicPr>
              <p:blipFill>
                <a:blip r:embed="rId156"/>
                <a:stretch>
                  <a:fillRect/>
                </a:stretch>
              </p:blipFill>
              <p:spPr>
                <a:xfrm>
                  <a:off x="7622037" y="4855172"/>
                  <a:ext cx="255600" cy="296280"/>
                </a:xfrm>
                <a:prstGeom prst="rect">
                  <a:avLst/>
                </a:prstGeom>
              </p:spPr>
            </p:pic>
          </mc:Fallback>
        </mc:AlternateContent>
      </p:grpSp>
      <p:grpSp>
        <p:nvGrpSpPr>
          <p:cNvPr id="112" name="Group 111">
            <a:extLst>
              <a:ext uri="{FF2B5EF4-FFF2-40B4-BE49-F238E27FC236}">
                <a16:creationId xmlns:a16="http://schemas.microsoft.com/office/drawing/2014/main" id="{C505788D-1B69-CA44-15F4-193B3988054F}"/>
              </a:ext>
            </a:extLst>
          </p:cNvPr>
          <p:cNvGrpSpPr/>
          <p:nvPr/>
        </p:nvGrpSpPr>
        <p:grpSpPr>
          <a:xfrm>
            <a:off x="10047717" y="5538812"/>
            <a:ext cx="2057400" cy="762840"/>
            <a:chOff x="10047717" y="5538812"/>
            <a:chExt cx="2057400" cy="762840"/>
          </a:xfrm>
        </p:grpSpPr>
        <mc:AlternateContent xmlns:mc="http://schemas.openxmlformats.org/markup-compatibility/2006">
          <mc:Choice xmlns:p14="http://schemas.microsoft.com/office/powerpoint/2010/main" Requires="p14">
            <p:contentPart p14:bwMode="auto" r:id="rId157">
              <p14:nvContentPartPr>
                <p14:cNvPr id="93" name="Ink 92">
                  <a:extLst>
                    <a:ext uri="{FF2B5EF4-FFF2-40B4-BE49-F238E27FC236}">
                      <a16:creationId xmlns:a16="http://schemas.microsoft.com/office/drawing/2014/main" id="{F505B432-6888-512C-090E-BDC40457921A}"/>
                    </a:ext>
                  </a:extLst>
                </p14:cNvPr>
                <p14:cNvContentPartPr/>
                <p14:nvPr/>
              </p14:nvContentPartPr>
              <p14:xfrm>
                <a:off x="10232757" y="5544212"/>
                <a:ext cx="260640" cy="237960"/>
              </p14:xfrm>
            </p:contentPart>
          </mc:Choice>
          <mc:Fallback>
            <p:pic>
              <p:nvPicPr>
                <p:cNvPr id="93" name="Ink 92">
                  <a:extLst>
                    <a:ext uri="{FF2B5EF4-FFF2-40B4-BE49-F238E27FC236}">
                      <a16:creationId xmlns:a16="http://schemas.microsoft.com/office/drawing/2014/main" id="{F505B432-6888-512C-090E-BDC40457921A}"/>
                    </a:ext>
                  </a:extLst>
                </p:cNvPr>
                <p:cNvPicPr/>
                <p:nvPr/>
              </p:nvPicPr>
              <p:blipFill>
                <a:blip r:embed="rId158"/>
                <a:stretch>
                  <a:fillRect/>
                </a:stretch>
              </p:blipFill>
              <p:spPr>
                <a:xfrm>
                  <a:off x="10223757" y="5535572"/>
                  <a:ext cx="278280" cy="255600"/>
                </a:xfrm>
                <a:prstGeom prst="rect">
                  <a:avLst/>
                </a:prstGeom>
              </p:spPr>
            </p:pic>
          </mc:Fallback>
        </mc:AlternateContent>
        <mc:AlternateContent xmlns:mc="http://schemas.openxmlformats.org/markup-compatibility/2006">
          <mc:Choice xmlns:p14="http://schemas.microsoft.com/office/powerpoint/2010/main" Requires="p14">
            <p:contentPart p14:bwMode="auto" r:id="rId159">
              <p14:nvContentPartPr>
                <p14:cNvPr id="94" name="Ink 93">
                  <a:extLst>
                    <a:ext uri="{FF2B5EF4-FFF2-40B4-BE49-F238E27FC236}">
                      <a16:creationId xmlns:a16="http://schemas.microsoft.com/office/drawing/2014/main" id="{4375B3EB-97FE-E9D2-17D8-3F244CA28FAD}"/>
                    </a:ext>
                  </a:extLst>
                </p14:cNvPr>
                <p14:cNvContentPartPr/>
                <p14:nvPr/>
              </p14:nvContentPartPr>
              <p14:xfrm>
                <a:off x="10565037" y="5557892"/>
                <a:ext cx="121320" cy="196560"/>
              </p14:xfrm>
            </p:contentPart>
          </mc:Choice>
          <mc:Fallback>
            <p:pic>
              <p:nvPicPr>
                <p:cNvPr id="94" name="Ink 93">
                  <a:extLst>
                    <a:ext uri="{FF2B5EF4-FFF2-40B4-BE49-F238E27FC236}">
                      <a16:creationId xmlns:a16="http://schemas.microsoft.com/office/drawing/2014/main" id="{4375B3EB-97FE-E9D2-17D8-3F244CA28FAD}"/>
                    </a:ext>
                  </a:extLst>
                </p:cNvPr>
                <p:cNvPicPr/>
                <p:nvPr/>
              </p:nvPicPr>
              <p:blipFill>
                <a:blip r:embed="rId160"/>
                <a:stretch>
                  <a:fillRect/>
                </a:stretch>
              </p:blipFill>
              <p:spPr>
                <a:xfrm>
                  <a:off x="10556397" y="5548892"/>
                  <a:ext cx="138960" cy="214200"/>
                </a:xfrm>
                <a:prstGeom prst="rect">
                  <a:avLst/>
                </a:prstGeom>
              </p:spPr>
            </p:pic>
          </mc:Fallback>
        </mc:AlternateContent>
        <mc:AlternateContent xmlns:mc="http://schemas.openxmlformats.org/markup-compatibility/2006">
          <mc:Choice xmlns:p14="http://schemas.microsoft.com/office/powerpoint/2010/main" Requires="p14">
            <p:contentPart p14:bwMode="auto" r:id="rId161">
              <p14:nvContentPartPr>
                <p14:cNvPr id="96" name="Ink 95">
                  <a:extLst>
                    <a:ext uri="{FF2B5EF4-FFF2-40B4-BE49-F238E27FC236}">
                      <a16:creationId xmlns:a16="http://schemas.microsoft.com/office/drawing/2014/main" id="{D67488AB-8721-3083-ADE8-E4F56A4BB9ED}"/>
                    </a:ext>
                  </a:extLst>
                </p14:cNvPr>
                <p14:cNvContentPartPr/>
                <p14:nvPr/>
              </p14:nvContentPartPr>
              <p14:xfrm>
                <a:off x="10047717" y="5538812"/>
                <a:ext cx="206640" cy="408240"/>
              </p14:xfrm>
            </p:contentPart>
          </mc:Choice>
          <mc:Fallback>
            <p:pic>
              <p:nvPicPr>
                <p:cNvPr id="96" name="Ink 95">
                  <a:extLst>
                    <a:ext uri="{FF2B5EF4-FFF2-40B4-BE49-F238E27FC236}">
                      <a16:creationId xmlns:a16="http://schemas.microsoft.com/office/drawing/2014/main" id="{D67488AB-8721-3083-ADE8-E4F56A4BB9ED}"/>
                    </a:ext>
                  </a:extLst>
                </p:cNvPr>
                <p:cNvPicPr/>
                <p:nvPr/>
              </p:nvPicPr>
              <p:blipFill>
                <a:blip r:embed="rId162"/>
                <a:stretch>
                  <a:fillRect/>
                </a:stretch>
              </p:blipFill>
              <p:spPr>
                <a:xfrm>
                  <a:off x="10038717" y="5530172"/>
                  <a:ext cx="224280" cy="425880"/>
                </a:xfrm>
                <a:prstGeom prst="rect">
                  <a:avLst/>
                </a:prstGeom>
              </p:spPr>
            </p:pic>
          </mc:Fallback>
        </mc:AlternateContent>
        <mc:AlternateContent xmlns:mc="http://schemas.openxmlformats.org/markup-compatibility/2006">
          <mc:Choice xmlns:p14="http://schemas.microsoft.com/office/powerpoint/2010/main" Requires="p14">
            <p:contentPart p14:bwMode="auto" r:id="rId163">
              <p14:nvContentPartPr>
                <p14:cNvPr id="97" name="Ink 96">
                  <a:extLst>
                    <a:ext uri="{FF2B5EF4-FFF2-40B4-BE49-F238E27FC236}">
                      <a16:creationId xmlns:a16="http://schemas.microsoft.com/office/drawing/2014/main" id="{79FFA46C-7148-C4AC-9EB4-44F8D031E5B6}"/>
                    </a:ext>
                  </a:extLst>
                </p14:cNvPr>
                <p14:cNvContentPartPr/>
                <p14:nvPr/>
              </p14:nvContentPartPr>
              <p14:xfrm>
                <a:off x="10728117" y="5546012"/>
                <a:ext cx="113040" cy="232560"/>
              </p14:xfrm>
            </p:contentPart>
          </mc:Choice>
          <mc:Fallback>
            <p:pic>
              <p:nvPicPr>
                <p:cNvPr id="97" name="Ink 96">
                  <a:extLst>
                    <a:ext uri="{FF2B5EF4-FFF2-40B4-BE49-F238E27FC236}">
                      <a16:creationId xmlns:a16="http://schemas.microsoft.com/office/drawing/2014/main" id="{79FFA46C-7148-C4AC-9EB4-44F8D031E5B6}"/>
                    </a:ext>
                  </a:extLst>
                </p:cNvPr>
                <p:cNvPicPr/>
                <p:nvPr/>
              </p:nvPicPr>
              <p:blipFill>
                <a:blip r:embed="rId164"/>
                <a:stretch>
                  <a:fillRect/>
                </a:stretch>
              </p:blipFill>
              <p:spPr>
                <a:xfrm>
                  <a:off x="10719477" y="5537372"/>
                  <a:ext cx="130680" cy="250200"/>
                </a:xfrm>
                <a:prstGeom prst="rect">
                  <a:avLst/>
                </a:prstGeom>
              </p:spPr>
            </p:pic>
          </mc:Fallback>
        </mc:AlternateContent>
        <mc:AlternateContent xmlns:mc="http://schemas.openxmlformats.org/markup-compatibility/2006">
          <mc:Choice xmlns:p14="http://schemas.microsoft.com/office/powerpoint/2010/main" Requires="p14">
            <p:contentPart p14:bwMode="auto" r:id="rId165">
              <p14:nvContentPartPr>
                <p14:cNvPr id="99" name="Ink 98">
                  <a:extLst>
                    <a:ext uri="{FF2B5EF4-FFF2-40B4-BE49-F238E27FC236}">
                      <a16:creationId xmlns:a16="http://schemas.microsoft.com/office/drawing/2014/main" id="{4922905B-295E-BD6E-5ADD-2EF325F6F216}"/>
                    </a:ext>
                  </a:extLst>
                </p14:cNvPr>
                <p14:cNvContentPartPr/>
                <p14:nvPr/>
              </p14:nvContentPartPr>
              <p14:xfrm>
                <a:off x="10230597" y="6046412"/>
                <a:ext cx="378360" cy="255240"/>
              </p14:xfrm>
            </p:contentPart>
          </mc:Choice>
          <mc:Fallback>
            <p:pic>
              <p:nvPicPr>
                <p:cNvPr id="99" name="Ink 98">
                  <a:extLst>
                    <a:ext uri="{FF2B5EF4-FFF2-40B4-BE49-F238E27FC236}">
                      <a16:creationId xmlns:a16="http://schemas.microsoft.com/office/drawing/2014/main" id="{4922905B-295E-BD6E-5ADD-2EF325F6F216}"/>
                    </a:ext>
                  </a:extLst>
                </p:cNvPr>
                <p:cNvPicPr/>
                <p:nvPr/>
              </p:nvPicPr>
              <p:blipFill>
                <a:blip r:embed="rId166"/>
                <a:stretch>
                  <a:fillRect/>
                </a:stretch>
              </p:blipFill>
              <p:spPr>
                <a:xfrm>
                  <a:off x="10221957" y="6037772"/>
                  <a:ext cx="396000" cy="272880"/>
                </a:xfrm>
                <a:prstGeom prst="rect">
                  <a:avLst/>
                </a:prstGeom>
              </p:spPr>
            </p:pic>
          </mc:Fallback>
        </mc:AlternateContent>
        <mc:AlternateContent xmlns:mc="http://schemas.openxmlformats.org/markup-compatibility/2006">
          <mc:Choice xmlns:p14="http://schemas.microsoft.com/office/powerpoint/2010/main" Requires="p14">
            <p:contentPart p14:bwMode="auto" r:id="rId167">
              <p14:nvContentPartPr>
                <p14:cNvPr id="100" name="Ink 99">
                  <a:extLst>
                    <a:ext uri="{FF2B5EF4-FFF2-40B4-BE49-F238E27FC236}">
                      <a16:creationId xmlns:a16="http://schemas.microsoft.com/office/drawing/2014/main" id="{2EF16F18-992F-A874-D446-3EED58A0483A}"/>
                    </a:ext>
                  </a:extLst>
                </p14:cNvPr>
                <p14:cNvContentPartPr/>
                <p14:nvPr/>
              </p14:nvContentPartPr>
              <p14:xfrm>
                <a:off x="10669797" y="6097892"/>
                <a:ext cx="27360" cy="72000"/>
              </p14:xfrm>
            </p:contentPart>
          </mc:Choice>
          <mc:Fallback>
            <p:pic>
              <p:nvPicPr>
                <p:cNvPr id="100" name="Ink 99">
                  <a:extLst>
                    <a:ext uri="{FF2B5EF4-FFF2-40B4-BE49-F238E27FC236}">
                      <a16:creationId xmlns:a16="http://schemas.microsoft.com/office/drawing/2014/main" id="{2EF16F18-992F-A874-D446-3EED58A0483A}"/>
                    </a:ext>
                  </a:extLst>
                </p:cNvPr>
                <p:cNvPicPr/>
                <p:nvPr/>
              </p:nvPicPr>
              <p:blipFill>
                <a:blip r:embed="rId168"/>
                <a:stretch>
                  <a:fillRect/>
                </a:stretch>
              </p:blipFill>
              <p:spPr>
                <a:xfrm>
                  <a:off x="10661157" y="6088892"/>
                  <a:ext cx="45000" cy="89640"/>
                </a:xfrm>
                <a:prstGeom prst="rect">
                  <a:avLst/>
                </a:prstGeom>
              </p:spPr>
            </p:pic>
          </mc:Fallback>
        </mc:AlternateContent>
        <mc:AlternateContent xmlns:mc="http://schemas.openxmlformats.org/markup-compatibility/2006">
          <mc:Choice xmlns:p14="http://schemas.microsoft.com/office/powerpoint/2010/main" Requires="p14">
            <p:contentPart p14:bwMode="auto" r:id="rId169">
              <p14:nvContentPartPr>
                <p14:cNvPr id="101" name="Ink 100">
                  <a:extLst>
                    <a:ext uri="{FF2B5EF4-FFF2-40B4-BE49-F238E27FC236}">
                      <a16:creationId xmlns:a16="http://schemas.microsoft.com/office/drawing/2014/main" id="{3DAA9D33-3042-7AE4-63B6-2510C9825129}"/>
                    </a:ext>
                  </a:extLst>
                </p14:cNvPr>
                <p14:cNvContentPartPr/>
                <p14:nvPr/>
              </p14:nvContentPartPr>
              <p14:xfrm>
                <a:off x="10736037" y="5951732"/>
                <a:ext cx="360" cy="4320"/>
              </p14:xfrm>
            </p:contentPart>
          </mc:Choice>
          <mc:Fallback>
            <p:pic>
              <p:nvPicPr>
                <p:cNvPr id="101" name="Ink 100">
                  <a:extLst>
                    <a:ext uri="{FF2B5EF4-FFF2-40B4-BE49-F238E27FC236}">
                      <a16:creationId xmlns:a16="http://schemas.microsoft.com/office/drawing/2014/main" id="{3DAA9D33-3042-7AE4-63B6-2510C9825129}"/>
                    </a:ext>
                  </a:extLst>
                </p:cNvPr>
                <p:cNvPicPr/>
                <p:nvPr/>
              </p:nvPicPr>
              <p:blipFill>
                <a:blip r:embed="rId170"/>
                <a:stretch>
                  <a:fillRect/>
                </a:stretch>
              </p:blipFill>
              <p:spPr>
                <a:xfrm>
                  <a:off x="10727037" y="5943092"/>
                  <a:ext cx="18000" cy="21960"/>
                </a:xfrm>
                <a:prstGeom prst="rect">
                  <a:avLst/>
                </a:prstGeom>
              </p:spPr>
            </p:pic>
          </mc:Fallback>
        </mc:AlternateContent>
        <mc:AlternateContent xmlns:mc="http://schemas.openxmlformats.org/markup-compatibility/2006">
          <mc:Choice xmlns:p14="http://schemas.microsoft.com/office/powerpoint/2010/main" Requires="p14">
            <p:contentPart p14:bwMode="auto" r:id="rId171">
              <p14:nvContentPartPr>
                <p14:cNvPr id="102" name="Ink 101">
                  <a:extLst>
                    <a:ext uri="{FF2B5EF4-FFF2-40B4-BE49-F238E27FC236}">
                      <a16:creationId xmlns:a16="http://schemas.microsoft.com/office/drawing/2014/main" id="{677275B9-868C-C0BA-ED34-D426F09AF821}"/>
                    </a:ext>
                  </a:extLst>
                </p14:cNvPr>
                <p14:cNvContentPartPr/>
                <p14:nvPr/>
              </p14:nvContentPartPr>
              <p14:xfrm>
                <a:off x="10875357" y="6037772"/>
                <a:ext cx="117360" cy="153720"/>
              </p14:xfrm>
            </p:contentPart>
          </mc:Choice>
          <mc:Fallback>
            <p:pic>
              <p:nvPicPr>
                <p:cNvPr id="102" name="Ink 101">
                  <a:extLst>
                    <a:ext uri="{FF2B5EF4-FFF2-40B4-BE49-F238E27FC236}">
                      <a16:creationId xmlns:a16="http://schemas.microsoft.com/office/drawing/2014/main" id="{677275B9-868C-C0BA-ED34-D426F09AF821}"/>
                    </a:ext>
                  </a:extLst>
                </p:cNvPr>
                <p:cNvPicPr/>
                <p:nvPr/>
              </p:nvPicPr>
              <p:blipFill>
                <a:blip r:embed="rId172"/>
                <a:stretch>
                  <a:fillRect/>
                </a:stretch>
              </p:blipFill>
              <p:spPr>
                <a:xfrm>
                  <a:off x="10866717" y="6028772"/>
                  <a:ext cx="135000" cy="171360"/>
                </a:xfrm>
                <a:prstGeom prst="rect">
                  <a:avLst/>
                </a:prstGeom>
              </p:spPr>
            </p:pic>
          </mc:Fallback>
        </mc:AlternateContent>
        <mc:AlternateContent xmlns:mc="http://schemas.openxmlformats.org/markup-compatibility/2006">
          <mc:Choice xmlns:p14="http://schemas.microsoft.com/office/powerpoint/2010/main" Requires="p14">
            <p:contentPart p14:bwMode="auto" r:id="rId173">
              <p14:nvContentPartPr>
                <p14:cNvPr id="103" name="Ink 102">
                  <a:extLst>
                    <a:ext uri="{FF2B5EF4-FFF2-40B4-BE49-F238E27FC236}">
                      <a16:creationId xmlns:a16="http://schemas.microsoft.com/office/drawing/2014/main" id="{E7EB088B-1727-EDC6-C917-D4E2BD1088B1}"/>
                    </a:ext>
                  </a:extLst>
                </p14:cNvPr>
                <p14:cNvContentPartPr/>
                <p14:nvPr/>
              </p14:nvContentPartPr>
              <p14:xfrm>
                <a:off x="11048517" y="6039572"/>
                <a:ext cx="214200" cy="144000"/>
              </p14:xfrm>
            </p:contentPart>
          </mc:Choice>
          <mc:Fallback>
            <p:pic>
              <p:nvPicPr>
                <p:cNvPr id="103" name="Ink 102">
                  <a:extLst>
                    <a:ext uri="{FF2B5EF4-FFF2-40B4-BE49-F238E27FC236}">
                      <a16:creationId xmlns:a16="http://schemas.microsoft.com/office/drawing/2014/main" id="{E7EB088B-1727-EDC6-C917-D4E2BD1088B1}"/>
                    </a:ext>
                  </a:extLst>
                </p:cNvPr>
                <p:cNvPicPr/>
                <p:nvPr/>
              </p:nvPicPr>
              <p:blipFill>
                <a:blip r:embed="rId174"/>
                <a:stretch>
                  <a:fillRect/>
                </a:stretch>
              </p:blipFill>
              <p:spPr>
                <a:xfrm>
                  <a:off x="11039517" y="6030572"/>
                  <a:ext cx="231840" cy="161640"/>
                </a:xfrm>
                <a:prstGeom prst="rect">
                  <a:avLst/>
                </a:prstGeom>
              </p:spPr>
            </p:pic>
          </mc:Fallback>
        </mc:AlternateContent>
        <mc:AlternateContent xmlns:mc="http://schemas.openxmlformats.org/markup-compatibility/2006">
          <mc:Choice xmlns:p14="http://schemas.microsoft.com/office/powerpoint/2010/main" Requires="p14">
            <p:contentPart p14:bwMode="auto" r:id="rId175">
              <p14:nvContentPartPr>
                <p14:cNvPr id="104" name="Ink 103">
                  <a:extLst>
                    <a:ext uri="{FF2B5EF4-FFF2-40B4-BE49-F238E27FC236}">
                      <a16:creationId xmlns:a16="http://schemas.microsoft.com/office/drawing/2014/main" id="{6E52B95F-84DF-CB98-B172-AF388578C86A}"/>
                    </a:ext>
                  </a:extLst>
                </p14:cNvPr>
                <p14:cNvContentPartPr/>
                <p14:nvPr/>
              </p14:nvContentPartPr>
              <p14:xfrm>
                <a:off x="11307717" y="5935892"/>
                <a:ext cx="138240" cy="221760"/>
              </p14:xfrm>
            </p:contentPart>
          </mc:Choice>
          <mc:Fallback>
            <p:pic>
              <p:nvPicPr>
                <p:cNvPr id="104" name="Ink 103">
                  <a:extLst>
                    <a:ext uri="{FF2B5EF4-FFF2-40B4-BE49-F238E27FC236}">
                      <a16:creationId xmlns:a16="http://schemas.microsoft.com/office/drawing/2014/main" id="{6E52B95F-84DF-CB98-B172-AF388578C86A}"/>
                    </a:ext>
                  </a:extLst>
                </p:cNvPr>
                <p:cNvPicPr/>
                <p:nvPr/>
              </p:nvPicPr>
              <p:blipFill>
                <a:blip r:embed="rId176"/>
                <a:stretch>
                  <a:fillRect/>
                </a:stretch>
              </p:blipFill>
              <p:spPr>
                <a:xfrm>
                  <a:off x="11298717" y="5927252"/>
                  <a:ext cx="155880" cy="239400"/>
                </a:xfrm>
                <a:prstGeom prst="rect">
                  <a:avLst/>
                </a:prstGeom>
              </p:spPr>
            </p:pic>
          </mc:Fallback>
        </mc:AlternateContent>
        <mc:AlternateContent xmlns:mc="http://schemas.openxmlformats.org/markup-compatibility/2006">
          <mc:Choice xmlns:p14="http://schemas.microsoft.com/office/powerpoint/2010/main" Requires="p14">
            <p:contentPart p14:bwMode="auto" r:id="rId177">
              <p14:nvContentPartPr>
                <p14:cNvPr id="105" name="Ink 104">
                  <a:extLst>
                    <a:ext uri="{FF2B5EF4-FFF2-40B4-BE49-F238E27FC236}">
                      <a16:creationId xmlns:a16="http://schemas.microsoft.com/office/drawing/2014/main" id="{B4C39E3A-929C-9A6A-8383-FB96A832DF4F}"/>
                    </a:ext>
                  </a:extLst>
                </p14:cNvPr>
                <p14:cNvContentPartPr/>
                <p14:nvPr/>
              </p14:nvContentPartPr>
              <p14:xfrm>
                <a:off x="11544957" y="5980172"/>
                <a:ext cx="86400" cy="249120"/>
              </p14:xfrm>
            </p:contentPart>
          </mc:Choice>
          <mc:Fallback>
            <p:pic>
              <p:nvPicPr>
                <p:cNvPr id="105" name="Ink 104">
                  <a:extLst>
                    <a:ext uri="{FF2B5EF4-FFF2-40B4-BE49-F238E27FC236}">
                      <a16:creationId xmlns:a16="http://schemas.microsoft.com/office/drawing/2014/main" id="{B4C39E3A-929C-9A6A-8383-FB96A832DF4F}"/>
                    </a:ext>
                  </a:extLst>
                </p:cNvPr>
                <p:cNvPicPr/>
                <p:nvPr/>
              </p:nvPicPr>
              <p:blipFill>
                <a:blip r:embed="rId178"/>
                <a:stretch>
                  <a:fillRect/>
                </a:stretch>
              </p:blipFill>
              <p:spPr>
                <a:xfrm>
                  <a:off x="11535957" y="5971172"/>
                  <a:ext cx="104040" cy="266760"/>
                </a:xfrm>
                <a:prstGeom prst="rect">
                  <a:avLst/>
                </a:prstGeom>
              </p:spPr>
            </p:pic>
          </mc:Fallback>
        </mc:AlternateContent>
        <mc:AlternateContent xmlns:mc="http://schemas.openxmlformats.org/markup-compatibility/2006">
          <mc:Choice xmlns:p14="http://schemas.microsoft.com/office/powerpoint/2010/main" Requires="p14">
            <p:contentPart p14:bwMode="auto" r:id="rId179">
              <p14:nvContentPartPr>
                <p14:cNvPr id="106" name="Ink 105">
                  <a:extLst>
                    <a:ext uri="{FF2B5EF4-FFF2-40B4-BE49-F238E27FC236}">
                      <a16:creationId xmlns:a16="http://schemas.microsoft.com/office/drawing/2014/main" id="{AE41F3ED-815A-A77C-7D9B-63CDB92F954E}"/>
                    </a:ext>
                  </a:extLst>
                </p14:cNvPr>
                <p14:cNvContentPartPr/>
                <p14:nvPr/>
              </p14:nvContentPartPr>
              <p14:xfrm>
                <a:off x="11650077" y="6055772"/>
                <a:ext cx="62640" cy="86040"/>
              </p14:xfrm>
            </p:contentPart>
          </mc:Choice>
          <mc:Fallback>
            <p:pic>
              <p:nvPicPr>
                <p:cNvPr id="106" name="Ink 105">
                  <a:extLst>
                    <a:ext uri="{FF2B5EF4-FFF2-40B4-BE49-F238E27FC236}">
                      <a16:creationId xmlns:a16="http://schemas.microsoft.com/office/drawing/2014/main" id="{AE41F3ED-815A-A77C-7D9B-63CDB92F954E}"/>
                    </a:ext>
                  </a:extLst>
                </p:cNvPr>
                <p:cNvPicPr/>
                <p:nvPr/>
              </p:nvPicPr>
              <p:blipFill>
                <a:blip r:embed="rId180"/>
                <a:stretch>
                  <a:fillRect/>
                </a:stretch>
              </p:blipFill>
              <p:spPr>
                <a:xfrm>
                  <a:off x="11641437" y="6046772"/>
                  <a:ext cx="80280" cy="103680"/>
                </a:xfrm>
                <a:prstGeom prst="rect">
                  <a:avLst/>
                </a:prstGeom>
              </p:spPr>
            </p:pic>
          </mc:Fallback>
        </mc:AlternateContent>
        <mc:AlternateContent xmlns:mc="http://schemas.openxmlformats.org/markup-compatibility/2006">
          <mc:Choice xmlns:p14="http://schemas.microsoft.com/office/powerpoint/2010/main" Requires="p14">
            <p:contentPart p14:bwMode="auto" r:id="rId181">
              <p14:nvContentPartPr>
                <p14:cNvPr id="107" name="Ink 106">
                  <a:extLst>
                    <a:ext uri="{FF2B5EF4-FFF2-40B4-BE49-F238E27FC236}">
                      <a16:creationId xmlns:a16="http://schemas.microsoft.com/office/drawing/2014/main" id="{979E7CF8-9BAE-A517-EF8E-A077AD3AC0FF}"/>
                    </a:ext>
                  </a:extLst>
                </p14:cNvPr>
                <p14:cNvContentPartPr/>
                <p14:nvPr/>
              </p14:nvContentPartPr>
              <p14:xfrm>
                <a:off x="11657997" y="5899172"/>
                <a:ext cx="18720" cy="19080"/>
              </p14:xfrm>
            </p:contentPart>
          </mc:Choice>
          <mc:Fallback>
            <p:pic>
              <p:nvPicPr>
                <p:cNvPr id="107" name="Ink 106">
                  <a:extLst>
                    <a:ext uri="{FF2B5EF4-FFF2-40B4-BE49-F238E27FC236}">
                      <a16:creationId xmlns:a16="http://schemas.microsoft.com/office/drawing/2014/main" id="{979E7CF8-9BAE-A517-EF8E-A077AD3AC0FF}"/>
                    </a:ext>
                  </a:extLst>
                </p:cNvPr>
                <p:cNvPicPr/>
                <p:nvPr/>
              </p:nvPicPr>
              <p:blipFill>
                <a:blip r:embed="rId182"/>
                <a:stretch>
                  <a:fillRect/>
                </a:stretch>
              </p:blipFill>
              <p:spPr>
                <a:xfrm>
                  <a:off x="11649357" y="5890532"/>
                  <a:ext cx="36360" cy="36720"/>
                </a:xfrm>
                <a:prstGeom prst="rect">
                  <a:avLst/>
                </a:prstGeom>
              </p:spPr>
            </p:pic>
          </mc:Fallback>
        </mc:AlternateContent>
        <mc:AlternateContent xmlns:mc="http://schemas.openxmlformats.org/markup-compatibility/2006">
          <mc:Choice xmlns:p14="http://schemas.microsoft.com/office/powerpoint/2010/main" Requires="p14">
            <p:contentPart p14:bwMode="auto" r:id="rId183">
              <p14:nvContentPartPr>
                <p14:cNvPr id="108" name="Ink 107">
                  <a:extLst>
                    <a:ext uri="{FF2B5EF4-FFF2-40B4-BE49-F238E27FC236}">
                      <a16:creationId xmlns:a16="http://schemas.microsoft.com/office/drawing/2014/main" id="{44276429-1FF6-A48D-B35A-115F1760698F}"/>
                    </a:ext>
                  </a:extLst>
                </p14:cNvPr>
                <p14:cNvContentPartPr/>
                <p14:nvPr/>
              </p14:nvContentPartPr>
              <p14:xfrm>
                <a:off x="11724957" y="5994212"/>
                <a:ext cx="275040" cy="141120"/>
              </p14:xfrm>
            </p:contentPart>
          </mc:Choice>
          <mc:Fallback>
            <p:pic>
              <p:nvPicPr>
                <p:cNvPr id="108" name="Ink 107">
                  <a:extLst>
                    <a:ext uri="{FF2B5EF4-FFF2-40B4-BE49-F238E27FC236}">
                      <a16:creationId xmlns:a16="http://schemas.microsoft.com/office/drawing/2014/main" id="{44276429-1FF6-A48D-B35A-115F1760698F}"/>
                    </a:ext>
                  </a:extLst>
                </p:cNvPr>
                <p:cNvPicPr/>
                <p:nvPr/>
              </p:nvPicPr>
              <p:blipFill>
                <a:blip r:embed="rId184"/>
                <a:stretch>
                  <a:fillRect/>
                </a:stretch>
              </p:blipFill>
              <p:spPr>
                <a:xfrm>
                  <a:off x="11716317" y="5985572"/>
                  <a:ext cx="292680" cy="158760"/>
                </a:xfrm>
                <a:prstGeom prst="rect">
                  <a:avLst/>
                </a:prstGeom>
              </p:spPr>
            </p:pic>
          </mc:Fallback>
        </mc:AlternateContent>
        <mc:AlternateContent xmlns:mc="http://schemas.openxmlformats.org/markup-compatibility/2006">
          <mc:Choice xmlns:p14="http://schemas.microsoft.com/office/powerpoint/2010/main" Requires="p14">
            <p:contentPart p14:bwMode="auto" r:id="rId185">
              <p14:nvContentPartPr>
                <p14:cNvPr id="109" name="Ink 108">
                  <a:extLst>
                    <a:ext uri="{FF2B5EF4-FFF2-40B4-BE49-F238E27FC236}">
                      <a16:creationId xmlns:a16="http://schemas.microsoft.com/office/drawing/2014/main" id="{D7A528FA-E048-28B9-96EA-8955CB629023}"/>
                    </a:ext>
                  </a:extLst>
                </p14:cNvPr>
                <p14:cNvContentPartPr/>
                <p14:nvPr/>
              </p14:nvContentPartPr>
              <p14:xfrm>
                <a:off x="11922597" y="5851652"/>
                <a:ext cx="23760" cy="20520"/>
              </p14:xfrm>
            </p:contentPart>
          </mc:Choice>
          <mc:Fallback>
            <p:pic>
              <p:nvPicPr>
                <p:cNvPr id="109" name="Ink 108">
                  <a:extLst>
                    <a:ext uri="{FF2B5EF4-FFF2-40B4-BE49-F238E27FC236}">
                      <a16:creationId xmlns:a16="http://schemas.microsoft.com/office/drawing/2014/main" id="{D7A528FA-E048-28B9-96EA-8955CB629023}"/>
                    </a:ext>
                  </a:extLst>
                </p:cNvPr>
                <p:cNvPicPr/>
                <p:nvPr/>
              </p:nvPicPr>
              <p:blipFill>
                <a:blip r:embed="rId186"/>
                <a:stretch>
                  <a:fillRect/>
                </a:stretch>
              </p:blipFill>
              <p:spPr>
                <a:xfrm>
                  <a:off x="11913957" y="5843012"/>
                  <a:ext cx="41400" cy="38160"/>
                </a:xfrm>
                <a:prstGeom prst="rect">
                  <a:avLst/>
                </a:prstGeom>
              </p:spPr>
            </p:pic>
          </mc:Fallback>
        </mc:AlternateContent>
        <mc:AlternateContent xmlns:mc="http://schemas.openxmlformats.org/markup-compatibility/2006">
          <mc:Choice xmlns:p14="http://schemas.microsoft.com/office/powerpoint/2010/main" Requires="p14">
            <p:contentPart p14:bwMode="auto" r:id="rId187">
              <p14:nvContentPartPr>
                <p14:cNvPr id="110" name="Ink 109">
                  <a:extLst>
                    <a:ext uri="{FF2B5EF4-FFF2-40B4-BE49-F238E27FC236}">
                      <a16:creationId xmlns:a16="http://schemas.microsoft.com/office/drawing/2014/main" id="{22829C4C-9682-4C08-D7D2-D211F01DC243}"/>
                    </a:ext>
                  </a:extLst>
                </p14:cNvPr>
                <p14:cNvContentPartPr/>
                <p14:nvPr/>
              </p14:nvContentPartPr>
              <p14:xfrm>
                <a:off x="11959317" y="5934452"/>
                <a:ext cx="118440" cy="190440"/>
              </p14:xfrm>
            </p:contentPart>
          </mc:Choice>
          <mc:Fallback>
            <p:pic>
              <p:nvPicPr>
                <p:cNvPr id="110" name="Ink 109">
                  <a:extLst>
                    <a:ext uri="{FF2B5EF4-FFF2-40B4-BE49-F238E27FC236}">
                      <a16:creationId xmlns:a16="http://schemas.microsoft.com/office/drawing/2014/main" id="{22829C4C-9682-4C08-D7D2-D211F01DC243}"/>
                    </a:ext>
                  </a:extLst>
                </p:cNvPr>
                <p:cNvPicPr/>
                <p:nvPr/>
              </p:nvPicPr>
              <p:blipFill>
                <a:blip r:embed="rId188"/>
                <a:stretch>
                  <a:fillRect/>
                </a:stretch>
              </p:blipFill>
              <p:spPr>
                <a:xfrm>
                  <a:off x="11950317" y="5925452"/>
                  <a:ext cx="136080" cy="208080"/>
                </a:xfrm>
                <a:prstGeom prst="rect">
                  <a:avLst/>
                </a:prstGeom>
              </p:spPr>
            </p:pic>
          </mc:Fallback>
        </mc:AlternateContent>
        <mc:AlternateContent xmlns:mc="http://schemas.openxmlformats.org/markup-compatibility/2006">
          <mc:Choice xmlns:p14="http://schemas.microsoft.com/office/powerpoint/2010/main" Requires="p14">
            <p:contentPart p14:bwMode="auto" r:id="rId189">
              <p14:nvContentPartPr>
                <p14:cNvPr id="111" name="Ink 110">
                  <a:extLst>
                    <a:ext uri="{FF2B5EF4-FFF2-40B4-BE49-F238E27FC236}">
                      <a16:creationId xmlns:a16="http://schemas.microsoft.com/office/drawing/2014/main" id="{EF546F86-CB98-45DB-EE1C-5798E48E83C4}"/>
                    </a:ext>
                  </a:extLst>
                </p14:cNvPr>
                <p14:cNvContentPartPr/>
                <p14:nvPr/>
              </p14:nvContentPartPr>
              <p14:xfrm>
                <a:off x="12039597" y="5999252"/>
                <a:ext cx="65520" cy="12240"/>
              </p14:xfrm>
            </p:contentPart>
          </mc:Choice>
          <mc:Fallback>
            <p:pic>
              <p:nvPicPr>
                <p:cNvPr id="111" name="Ink 110">
                  <a:extLst>
                    <a:ext uri="{FF2B5EF4-FFF2-40B4-BE49-F238E27FC236}">
                      <a16:creationId xmlns:a16="http://schemas.microsoft.com/office/drawing/2014/main" id="{EF546F86-CB98-45DB-EE1C-5798E48E83C4}"/>
                    </a:ext>
                  </a:extLst>
                </p:cNvPr>
                <p:cNvPicPr/>
                <p:nvPr/>
              </p:nvPicPr>
              <p:blipFill>
                <a:blip r:embed="rId190"/>
                <a:stretch>
                  <a:fillRect/>
                </a:stretch>
              </p:blipFill>
              <p:spPr>
                <a:xfrm>
                  <a:off x="12030597" y="5990612"/>
                  <a:ext cx="83160" cy="29880"/>
                </a:xfrm>
                <a:prstGeom prst="rect">
                  <a:avLst/>
                </a:prstGeom>
              </p:spPr>
            </p:pic>
          </mc:Fallback>
        </mc:AlternateContent>
      </p:grpSp>
    </p:spTree>
    <p:extLst>
      <p:ext uri="{BB962C8B-B14F-4D97-AF65-F5344CB8AC3E}">
        <p14:creationId xmlns:p14="http://schemas.microsoft.com/office/powerpoint/2010/main" val="2348990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Create First Hello World App and Deploy</a:t>
            </a:r>
          </a:p>
        </p:txBody>
      </p:sp>
      <p:pic>
        <p:nvPicPr>
          <p:cNvPr id="1026" name="Picture 2" descr="Page 3 | Fast Computer Images - Free Download on Freepik">
            <a:extLst>
              <a:ext uri="{FF2B5EF4-FFF2-40B4-BE49-F238E27FC236}">
                <a16:creationId xmlns:a16="http://schemas.microsoft.com/office/drawing/2014/main" id="{CB17146D-A5AA-3AB6-25B8-46606A9857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38628" y="1844824"/>
            <a:ext cx="3429000" cy="3429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2F0BE7D-9C4C-50F1-C3CD-BC16E8BB924F}"/>
              </a:ext>
            </a:extLst>
          </p:cNvPr>
          <p:cNvSpPr txBox="1"/>
          <p:nvPr/>
        </p:nvSpPr>
        <p:spPr>
          <a:xfrm>
            <a:off x="405780" y="1844824"/>
            <a:ext cx="6140244" cy="1569660"/>
          </a:xfrm>
          <a:prstGeom prst="rect">
            <a:avLst/>
          </a:prstGeom>
          <a:noFill/>
        </p:spPr>
        <p:txBody>
          <a:bodyPr wrap="square">
            <a:spAutoFit/>
          </a:bodyPr>
          <a:lstStyle/>
          <a:p>
            <a:r>
              <a:rPr lang="en-US" dirty="0">
                <a:hlinkClick r:id="rId3"/>
              </a:rPr>
              <a:t>https://github.com/soyuztechnologies/BTP_Architect_Training/blob/master/Day%201/helloworld.zip</a:t>
            </a:r>
            <a:endParaRPr lang="en-US" dirty="0"/>
          </a:p>
          <a:p>
            <a:endParaRPr lang="en-US" dirty="0"/>
          </a:p>
        </p:txBody>
      </p:sp>
    </p:spTree>
    <p:extLst>
      <p:ext uri="{BB962C8B-B14F-4D97-AF65-F5344CB8AC3E}">
        <p14:creationId xmlns:p14="http://schemas.microsoft.com/office/powerpoint/2010/main" val="3710963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Under the hood</a:t>
            </a:r>
          </a:p>
        </p:txBody>
      </p:sp>
      <p:pic>
        <p:nvPicPr>
          <p:cNvPr id="3" name="Picture 2">
            <a:extLst>
              <a:ext uri="{FF2B5EF4-FFF2-40B4-BE49-F238E27FC236}">
                <a16:creationId xmlns:a16="http://schemas.microsoft.com/office/drawing/2014/main" id="{684A4760-C74E-7126-049D-F0F0F5F0E17D}"/>
              </a:ext>
            </a:extLst>
          </p:cNvPr>
          <p:cNvPicPr>
            <a:picLocks noChangeAspect="1"/>
          </p:cNvPicPr>
          <p:nvPr/>
        </p:nvPicPr>
        <p:blipFill>
          <a:blip r:embed="rId2"/>
          <a:stretch>
            <a:fillRect/>
          </a:stretch>
        </p:blipFill>
        <p:spPr>
          <a:xfrm>
            <a:off x="693812" y="1196752"/>
            <a:ext cx="10230393" cy="5005294"/>
          </a:xfrm>
          <a:prstGeom prst="rect">
            <a:avLst/>
          </a:prstGeom>
        </p:spPr>
      </p:pic>
    </p:spTree>
    <p:extLst>
      <p:ext uri="{BB962C8B-B14F-4D97-AF65-F5344CB8AC3E}">
        <p14:creationId xmlns:p14="http://schemas.microsoft.com/office/powerpoint/2010/main" val="728551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Micro Service Architecture</a:t>
            </a:r>
          </a:p>
        </p:txBody>
      </p:sp>
      <p:sp>
        <p:nvSpPr>
          <p:cNvPr id="3" name="TextBox 2">
            <a:extLst>
              <a:ext uri="{FF2B5EF4-FFF2-40B4-BE49-F238E27FC236}">
                <a16:creationId xmlns:a16="http://schemas.microsoft.com/office/drawing/2014/main" id="{6B46F0C4-CAEF-2FAE-6F66-A0938CABF11C}"/>
              </a:ext>
            </a:extLst>
          </p:cNvPr>
          <p:cNvSpPr txBox="1"/>
          <p:nvPr/>
        </p:nvSpPr>
        <p:spPr>
          <a:xfrm>
            <a:off x="189756" y="1148458"/>
            <a:ext cx="7280328" cy="3200876"/>
          </a:xfrm>
          <a:prstGeom prst="rect">
            <a:avLst/>
          </a:prstGeom>
          <a:noFill/>
        </p:spPr>
        <p:txBody>
          <a:bodyPr wrap="square" rtlCol="0">
            <a:spAutoFit/>
          </a:bodyPr>
          <a:lstStyle/>
          <a:p>
            <a:pPr defTabSz="914400">
              <a:spcBef>
                <a:spcPts val="300"/>
              </a:spcBef>
              <a:spcAft>
                <a:spcPts val="300"/>
              </a:spcAft>
            </a:pPr>
            <a:r>
              <a:rPr lang="en-US" sz="1800" dirty="0">
                <a:solidFill>
                  <a:schemeClr val="bg1"/>
                </a:solidFill>
                <a:latin typeface="Arial" panose="020B0604020202020204" pitchFamily="34" charset="0"/>
              </a:rPr>
              <a:t>Characteristics of the traditional model</a:t>
            </a:r>
          </a:p>
          <a:p>
            <a:pPr marL="285750" indent="-285750" defTabSz="914400">
              <a:spcBef>
                <a:spcPts val="300"/>
              </a:spcBef>
              <a:spcAft>
                <a:spcPts val="300"/>
              </a:spcAft>
              <a:buFont typeface="Arial" panose="020B0604020202020204" pitchFamily="34" charset="0"/>
              <a:buChar char="•"/>
            </a:pPr>
            <a:r>
              <a:rPr lang="en-US" sz="1800" dirty="0">
                <a:solidFill>
                  <a:schemeClr val="bg1"/>
                </a:solidFill>
                <a:latin typeface="Arial" panose="020B0604020202020204" pitchFamily="34" charset="0"/>
              </a:rPr>
              <a:t>SAP systems are one large logical system with a single (SQL) DB</a:t>
            </a:r>
          </a:p>
          <a:p>
            <a:pPr marL="285750" indent="-285750" defTabSz="914400">
              <a:spcBef>
                <a:spcPts val="300"/>
              </a:spcBef>
              <a:spcAft>
                <a:spcPts val="300"/>
              </a:spcAft>
              <a:buFont typeface="Arial" panose="020B0604020202020204" pitchFamily="34" charset="0"/>
              <a:buChar char="•"/>
            </a:pPr>
            <a:r>
              <a:rPr lang="en-US" sz="1800" dirty="0">
                <a:solidFill>
                  <a:schemeClr val="bg1"/>
                </a:solidFill>
                <a:latin typeface="Arial" panose="020B0604020202020204" pitchFamily="34" charset="0"/>
              </a:rPr>
              <a:t>Transactional consistency for all data is guaranteed</a:t>
            </a:r>
          </a:p>
          <a:p>
            <a:pPr marL="285750" indent="-285750" defTabSz="914400">
              <a:spcBef>
                <a:spcPts val="300"/>
              </a:spcBef>
              <a:spcAft>
                <a:spcPts val="300"/>
              </a:spcAft>
              <a:buFont typeface="Arial" panose="020B0604020202020204" pitchFamily="34" charset="0"/>
              <a:buChar char="•"/>
            </a:pPr>
            <a:r>
              <a:rPr lang="en-US" sz="1800" dirty="0">
                <a:solidFill>
                  <a:schemeClr val="bg1"/>
                </a:solidFill>
                <a:latin typeface="Arial" panose="020B0604020202020204" pitchFamily="34" charset="0"/>
              </a:rPr>
              <a:t>Big, infrequent releases with high risk</a:t>
            </a:r>
          </a:p>
          <a:p>
            <a:pPr defTabSz="914400">
              <a:spcBef>
                <a:spcPts val="300"/>
              </a:spcBef>
              <a:spcAft>
                <a:spcPts val="300"/>
              </a:spcAft>
            </a:pPr>
            <a:r>
              <a:rPr lang="en-US" sz="1800" dirty="0">
                <a:solidFill>
                  <a:schemeClr val="bg1"/>
                </a:solidFill>
                <a:latin typeface="Arial" panose="020B0604020202020204" pitchFamily="34" charset="0"/>
              </a:rPr>
              <a:t>Hard to apply cloud requirements</a:t>
            </a:r>
          </a:p>
          <a:p>
            <a:pPr marL="285750" indent="-285750" defTabSz="914400">
              <a:spcBef>
                <a:spcPts val="300"/>
              </a:spcBef>
              <a:spcAft>
                <a:spcPts val="300"/>
              </a:spcAft>
              <a:buFont typeface="Arial" panose="020B0604020202020204" pitchFamily="34" charset="0"/>
              <a:buChar char="•"/>
            </a:pPr>
            <a:r>
              <a:rPr lang="en-US" sz="1800" dirty="0">
                <a:solidFill>
                  <a:schemeClr val="bg1"/>
                </a:solidFill>
                <a:latin typeface="Arial" panose="020B0604020202020204" pitchFamily="34" charset="0"/>
              </a:rPr>
              <a:t>Monolith must be built, tested, deployed, and scaled as a whole</a:t>
            </a:r>
          </a:p>
          <a:p>
            <a:pPr marL="285750" indent="-285750" defTabSz="914400">
              <a:spcBef>
                <a:spcPts val="300"/>
              </a:spcBef>
              <a:spcAft>
                <a:spcPts val="300"/>
              </a:spcAft>
              <a:buFont typeface="Arial" panose="020B0604020202020204" pitchFamily="34" charset="0"/>
              <a:buChar char="•"/>
            </a:pPr>
            <a:r>
              <a:rPr lang="en-US" sz="1800" dirty="0">
                <a:solidFill>
                  <a:schemeClr val="bg1"/>
                </a:solidFill>
                <a:latin typeface="Arial" panose="020B0604020202020204" pitchFamily="34" charset="0"/>
              </a:rPr>
              <a:t>Vertical scaling* is limited, cost is non-linear</a:t>
            </a:r>
          </a:p>
          <a:p>
            <a:pPr marL="285750" indent="-285750" defTabSz="914400">
              <a:spcBef>
                <a:spcPts val="300"/>
              </a:spcBef>
              <a:spcAft>
                <a:spcPts val="300"/>
              </a:spcAft>
              <a:buFont typeface="Arial" panose="020B0604020202020204" pitchFamily="34" charset="0"/>
              <a:buChar char="•"/>
            </a:pPr>
            <a:r>
              <a:rPr lang="en-US" sz="1800" dirty="0">
                <a:solidFill>
                  <a:schemeClr val="bg1"/>
                </a:solidFill>
                <a:latin typeface="Arial" panose="020B0604020202020204" pitchFamily="34" charset="0"/>
              </a:rPr>
              <a:t>Systems often poorly utilized (dev-test, non-peak-times)</a:t>
            </a:r>
          </a:p>
          <a:p>
            <a:pPr marL="285750" indent="-285750" defTabSz="914400">
              <a:spcBef>
                <a:spcPts val="300"/>
              </a:spcBef>
              <a:spcAft>
                <a:spcPts val="300"/>
              </a:spcAft>
              <a:buFont typeface="Arial" panose="020B0604020202020204" pitchFamily="34" charset="0"/>
              <a:buChar char="•"/>
            </a:pPr>
            <a:r>
              <a:rPr lang="en-US" sz="1800" dirty="0">
                <a:solidFill>
                  <a:schemeClr val="bg1"/>
                </a:solidFill>
                <a:latin typeface="Arial" panose="020B0604020202020204" pitchFamily="34" charset="0"/>
              </a:rPr>
              <a:t>High availability setup requires almost double the infrastructure</a:t>
            </a:r>
            <a:endParaRPr lang="en-US" dirty="0">
              <a:solidFill>
                <a:schemeClr val="bg1"/>
              </a:solidFill>
              <a:latin typeface="Arial"/>
            </a:endParaRPr>
          </a:p>
        </p:txBody>
      </p:sp>
      <p:pic>
        <p:nvPicPr>
          <p:cNvPr id="4" name="Picture 3">
            <a:extLst>
              <a:ext uri="{FF2B5EF4-FFF2-40B4-BE49-F238E27FC236}">
                <a16:creationId xmlns:a16="http://schemas.microsoft.com/office/drawing/2014/main" id="{41C72253-0E4B-D1B3-5E5D-58873937ED3D}"/>
              </a:ext>
            </a:extLst>
          </p:cNvPr>
          <p:cNvPicPr>
            <a:picLocks noChangeAspect="1"/>
          </p:cNvPicPr>
          <p:nvPr/>
        </p:nvPicPr>
        <p:blipFill>
          <a:blip r:embed="rId2"/>
          <a:stretch>
            <a:fillRect/>
          </a:stretch>
        </p:blipFill>
        <p:spPr>
          <a:xfrm>
            <a:off x="8865308" y="1453313"/>
            <a:ext cx="2293819" cy="2758679"/>
          </a:xfrm>
          <a:prstGeom prst="rect">
            <a:avLst/>
          </a:prstGeom>
        </p:spPr>
      </p:pic>
      <p:sp>
        <p:nvSpPr>
          <p:cNvPr id="5" name="TextBox 4">
            <a:extLst>
              <a:ext uri="{FF2B5EF4-FFF2-40B4-BE49-F238E27FC236}">
                <a16:creationId xmlns:a16="http://schemas.microsoft.com/office/drawing/2014/main" id="{31E330A4-D61C-27E3-CBEC-3967F0681B93}"/>
              </a:ext>
            </a:extLst>
          </p:cNvPr>
          <p:cNvSpPr txBox="1"/>
          <p:nvPr/>
        </p:nvSpPr>
        <p:spPr>
          <a:xfrm>
            <a:off x="0" y="4712868"/>
            <a:ext cx="12192000" cy="1200329"/>
          </a:xfrm>
          <a:prstGeom prst="rect">
            <a:avLst/>
          </a:prstGeom>
          <a:solidFill>
            <a:srgbClr val="5B9BD5"/>
          </a:solid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1" u="none" strike="noStrike" kern="0" cap="none" spc="0" normalizeH="0" baseline="0" noProof="0" dirty="0">
                <a:ln>
                  <a:noFill/>
                </a:ln>
                <a:solidFill>
                  <a:srgbClr val="FFFFFF"/>
                </a:solidFill>
                <a:effectLst/>
                <a:uLnTx/>
                <a:uFillTx/>
                <a:latin typeface="Arial-ItalicMT"/>
              </a:rPr>
              <a:t>“Microservice architecture is an approach to </a:t>
            </a:r>
            <a:r>
              <a:rPr kumimoji="0" lang="en-US" sz="1800" b="0" i="1" u="none" strike="noStrike" kern="0" cap="none" spc="0" normalizeH="0" baseline="0" noProof="0" dirty="0">
                <a:ln>
                  <a:noFill/>
                </a:ln>
                <a:solidFill>
                  <a:srgbClr val="FFFFFF"/>
                </a:solidFill>
                <a:effectLst/>
                <a:uLnTx/>
                <a:uFillTx/>
                <a:latin typeface="Arial" panose="020B0604020202020204" pitchFamily="34" charset="0"/>
              </a:rPr>
              <a:t>developing a single </a:t>
            </a:r>
            <a:r>
              <a:rPr kumimoji="0" lang="en-US" sz="1800" b="1" i="1" u="none" strike="noStrike" kern="0" cap="none" spc="0" normalizeH="0" baseline="0" noProof="0" dirty="0">
                <a:ln>
                  <a:noFill/>
                </a:ln>
                <a:solidFill>
                  <a:srgbClr val="FFFFFF"/>
                </a:solidFill>
                <a:effectLst/>
                <a:uLnTx/>
                <a:uFillTx/>
                <a:latin typeface="Arial" panose="020B0604020202020204" pitchFamily="34" charset="0"/>
              </a:rPr>
              <a:t>application </a:t>
            </a:r>
            <a:r>
              <a:rPr kumimoji="0" lang="en-US" sz="1800" b="0" i="1" u="none" strike="noStrike" kern="0" cap="none" spc="0" normalizeH="0" baseline="0" noProof="0" dirty="0">
                <a:ln>
                  <a:noFill/>
                </a:ln>
                <a:solidFill>
                  <a:srgbClr val="FFFFFF"/>
                </a:solidFill>
                <a:effectLst/>
                <a:uLnTx/>
                <a:uFillTx/>
                <a:latin typeface="Arial" panose="020B0604020202020204" pitchFamily="34" charset="0"/>
              </a:rPr>
              <a:t>as a </a:t>
            </a:r>
            <a:r>
              <a:rPr kumimoji="0" lang="en-US" sz="1800" b="1" i="1" u="none" strike="noStrike" kern="0" cap="none" spc="0" normalizeH="0" baseline="0" noProof="0" dirty="0">
                <a:ln>
                  <a:noFill/>
                </a:ln>
                <a:solidFill>
                  <a:srgbClr val="FFFFFF"/>
                </a:solidFill>
                <a:effectLst/>
                <a:uLnTx/>
                <a:uFillTx/>
                <a:latin typeface="Arial" panose="020B0604020202020204" pitchFamily="34" charset="0"/>
              </a:rPr>
              <a:t>suite of small services</a:t>
            </a:r>
            <a:r>
              <a:rPr kumimoji="0" lang="en-US" sz="1800" b="0" i="1" u="none" strike="noStrike" kern="0" cap="none" spc="0" normalizeH="0" baseline="0" noProof="0" dirty="0">
                <a:ln>
                  <a:noFill/>
                </a:ln>
                <a:solidFill>
                  <a:srgbClr val="FFFFFF"/>
                </a:solidFill>
                <a:effectLst/>
                <a:uLnTx/>
                <a:uFillTx/>
                <a:latin typeface="Arial" panose="020B0604020202020204" pitchFamily="34" charset="0"/>
              </a:rPr>
              <a:t>, each running in its own process and </a:t>
            </a:r>
            <a:r>
              <a:rPr kumimoji="0" lang="en-US" sz="1800" b="1" i="1" u="none" strike="noStrike" kern="0" cap="none" spc="0" normalizeH="0" baseline="0" noProof="0" dirty="0">
                <a:ln>
                  <a:noFill/>
                </a:ln>
                <a:solidFill>
                  <a:srgbClr val="FFFFFF"/>
                </a:solidFill>
                <a:effectLst/>
                <a:uLnTx/>
                <a:uFillTx/>
                <a:latin typeface="Arial" panose="020B0604020202020204" pitchFamily="34" charset="0"/>
              </a:rPr>
              <a:t>communicating with lightweight mechanisms</a:t>
            </a:r>
            <a:r>
              <a:rPr kumimoji="0" lang="en-US" sz="1800" b="0" i="1" u="none" strike="noStrike" kern="0" cap="none" spc="0" normalizeH="0" baseline="0" noProof="0" dirty="0">
                <a:ln>
                  <a:noFill/>
                </a:ln>
                <a:solidFill>
                  <a:srgbClr val="FFFFFF"/>
                </a:solidFill>
                <a:effectLst/>
                <a:uLnTx/>
                <a:uFillTx/>
                <a:latin typeface="Arial" panose="020B0604020202020204" pitchFamily="34" charset="0"/>
              </a:rPr>
              <a:t>, often an HTTP REST API. These services are built around </a:t>
            </a:r>
            <a:r>
              <a:rPr kumimoji="0" lang="en-US" sz="1800" b="1" i="1" u="none" strike="noStrike" kern="0" cap="none" spc="0" normalizeH="0" baseline="0" noProof="0" dirty="0">
                <a:ln>
                  <a:noFill/>
                </a:ln>
                <a:solidFill>
                  <a:srgbClr val="FFFFFF"/>
                </a:solidFill>
                <a:effectLst/>
                <a:uLnTx/>
                <a:uFillTx/>
                <a:latin typeface="Arial" panose="020B0604020202020204" pitchFamily="34" charset="0"/>
              </a:rPr>
              <a:t>business capabilities </a:t>
            </a:r>
            <a:r>
              <a:rPr kumimoji="0" lang="en-US" sz="1800" b="0" i="1" u="none" strike="noStrike" kern="0" cap="none" spc="0" normalizeH="0" baseline="0" noProof="0" dirty="0">
                <a:ln>
                  <a:noFill/>
                </a:ln>
                <a:solidFill>
                  <a:srgbClr val="FFFFFF"/>
                </a:solidFill>
                <a:effectLst/>
                <a:uLnTx/>
                <a:uFillTx/>
                <a:latin typeface="Arial" panose="020B0604020202020204" pitchFamily="34" charset="0"/>
              </a:rPr>
              <a:t>and </a:t>
            </a:r>
            <a:r>
              <a:rPr kumimoji="0" lang="en-US" sz="1800" b="1" i="1" u="none" strike="noStrike" kern="0" cap="none" spc="0" normalizeH="0" baseline="0" noProof="0" dirty="0">
                <a:ln>
                  <a:noFill/>
                </a:ln>
                <a:solidFill>
                  <a:srgbClr val="FFFFFF"/>
                </a:solidFill>
                <a:effectLst/>
                <a:uLnTx/>
                <a:uFillTx/>
                <a:latin typeface="Arial" panose="020B0604020202020204" pitchFamily="34" charset="0"/>
              </a:rPr>
              <a:t>independently deployable </a:t>
            </a:r>
            <a:r>
              <a:rPr kumimoji="0" lang="en-US" sz="1800" b="0" i="1" u="none" strike="noStrike" kern="0" cap="none" spc="0" normalizeH="0" baseline="0" noProof="0" dirty="0">
                <a:ln>
                  <a:noFill/>
                </a:ln>
                <a:solidFill>
                  <a:srgbClr val="FFFFFF"/>
                </a:solidFill>
                <a:effectLst/>
                <a:uLnTx/>
                <a:uFillTx/>
                <a:latin typeface="Arial" panose="020B0604020202020204" pitchFamily="34" charset="0"/>
              </a:rPr>
              <a:t>by </a:t>
            </a:r>
            <a:r>
              <a:rPr kumimoji="0" lang="en-US" sz="1800" b="1" i="1" u="none" strike="noStrike" kern="0" cap="none" spc="0" normalizeH="0" baseline="0" noProof="0" dirty="0">
                <a:ln>
                  <a:noFill/>
                </a:ln>
                <a:solidFill>
                  <a:srgbClr val="FFFFFF"/>
                </a:solidFill>
                <a:effectLst/>
                <a:uLnTx/>
                <a:uFillTx/>
                <a:latin typeface="Arial" panose="020B0604020202020204" pitchFamily="34" charset="0"/>
              </a:rPr>
              <a:t>fully automated deployment </a:t>
            </a:r>
            <a:r>
              <a:rPr kumimoji="0" lang="en-US" sz="1800" b="0" i="1" u="none" strike="noStrike" kern="0" cap="none" spc="0" normalizeH="0" baseline="0" noProof="0" dirty="0">
                <a:ln>
                  <a:noFill/>
                </a:ln>
                <a:solidFill>
                  <a:srgbClr val="FFFFFF"/>
                </a:solidFill>
                <a:effectLst/>
                <a:uLnTx/>
                <a:uFillTx/>
                <a:latin typeface="Arial-ItalicMT"/>
              </a:rPr>
              <a:t>machinery.” </a:t>
            </a:r>
            <a:endParaRPr kumimoji="0" lang="en-US" sz="1800" b="0" i="0" u="none" strike="noStrike" kern="0" cap="none" spc="0" normalizeH="0" baseline="0" noProof="0" dirty="0">
              <a:ln>
                <a:noFill/>
              </a:ln>
              <a:solidFill>
                <a:srgbClr val="FFFFFF"/>
              </a:solidFill>
              <a:effectLst/>
              <a:uLnTx/>
              <a:uFillTx/>
              <a:latin typeface="Arial"/>
            </a:endParaRPr>
          </a:p>
        </p:txBody>
      </p:sp>
    </p:spTree>
    <p:extLst>
      <p:ext uri="{BB962C8B-B14F-4D97-AF65-F5344CB8AC3E}">
        <p14:creationId xmlns:p14="http://schemas.microsoft.com/office/powerpoint/2010/main" val="590994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Advantage of Microservices</a:t>
            </a:r>
          </a:p>
        </p:txBody>
      </p:sp>
      <p:sp>
        <p:nvSpPr>
          <p:cNvPr id="3" name="TextBox 2">
            <a:extLst>
              <a:ext uri="{FF2B5EF4-FFF2-40B4-BE49-F238E27FC236}">
                <a16:creationId xmlns:a16="http://schemas.microsoft.com/office/drawing/2014/main" id="{6662F91A-002F-E92F-75AE-69250A955D1B}"/>
              </a:ext>
            </a:extLst>
          </p:cNvPr>
          <p:cNvSpPr txBox="1"/>
          <p:nvPr/>
        </p:nvSpPr>
        <p:spPr>
          <a:xfrm>
            <a:off x="655321" y="1199418"/>
            <a:ext cx="11696243" cy="1200329"/>
          </a:xfrm>
          <a:prstGeom prst="rect">
            <a:avLst/>
          </a:prstGeom>
          <a:noFill/>
        </p:spPr>
        <p:txBody>
          <a:bodyPr wrap="square" rtlCol="0">
            <a:spAutoFit/>
          </a:bodyPr>
          <a:lstStyle/>
          <a:p>
            <a:pPr defTabSz="914400"/>
            <a:r>
              <a:rPr lang="en-US" sz="1800" dirty="0">
                <a:solidFill>
                  <a:schemeClr val="bg1"/>
                </a:solidFill>
                <a:latin typeface="Arial" panose="020B0604020202020204" pitchFamily="34" charset="0"/>
              </a:rPr>
              <a:t>Each microservice runs in a </a:t>
            </a:r>
            <a:r>
              <a:rPr lang="en-US" sz="1800" b="1" dirty="0">
                <a:solidFill>
                  <a:schemeClr val="bg1"/>
                </a:solidFill>
                <a:latin typeface="Arial" panose="020B0604020202020204" pitchFamily="34" charset="0"/>
              </a:rPr>
              <a:t>separate process / container</a:t>
            </a:r>
            <a:r>
              <a:rPr lang="en-US" sz="1800" dirty="0">
                <a:solidFill>
                  <a:schemeClr val="bg1"/>
                </a:solidFill>
                <a:latin typeface="Arial" panose="020B0604020202020204" pitchFamily="34" charset="0"/>
              </a:rPr>
              <a:t>.</a:t>
            </a:r>
          </a:p>
          <a:p>
            <a:pPr defTabSz="914400"/>
            <a:r>
              <a:rPr lang="en-US" sz="1800" dirty="0">
                <a:solidFill>
                  <a:schemeClr val="bg1"/>
                </a:solidFill>
                <a:latin typeface="Arial" panose="020B0604020202020204" pitchFamily="34" charset="0"/>
              </a:rPr>
              <a:t>This enables them to</a:t>
            </a:r>
          </a:p>
          <a:p>
            <a:pPr marL="285750" indent="-285750" defTabSz="914400">
              <a:buFont typeface="Arial" panose="020B0604020202020204" pitchFamily="34" charset="0"/>
              <a:buChar char="•"/>
            </a:pPr>
            <a:r>
              <a:rPr lang="en-US" sz="1800" dirty="0">
                <a:solidFill>
                  <a:schemeClr val="bg1"/>
                </a:solidFill>
                <a:latin typeface="Arial" panose="020B0604020202020204" pitchFamily="34" charset="0"/>
              </a:rPr>
              <a:t>Be deployed individually and frequently</a:t>
            </a:r>
          </a:p>
          <a:p>
            <a:pPr marL="285750" indent="-285750" defTabSz="914400">
              <a:buFont typeface="Arial" panose="020B0604020202020204" pitchFamily="34" charset="0"/>
              <a:buChar char="•"/>
            </a:pPr>
            <a:r>
              <a:rPr lang="en-US" sz="1800" dirty="0">
                <a:solidFill>
                  <a:schemeClr val="bg1"/>
                </a:solidFill>
                <a:latin typeface="Arial" panose="020B0604020202020204" pitchFamily="34" charset="0"/>
              </a:rPr>
              <a:t>(Auto)scale independently to varying loads</a:t>
            </a:r>
            <a:endParaRPr lang="en-US" dirty="0">
              <a:solidFill>
                <a:schemeClr val="bg1"/>
              </a:solidFill>
              <a:latin typeface="Arial"/>
            </a:endParaRPr>
          </a:p>
        </p:txBody>
      </p:sp>
      <p:pic>
        <p:nvPicPr>
          <p:cNvPr id="4" name="Picture 3">
            <a:extLst>
              <a:ext uri="{FF2B5EF4-FFF2-40B4-BE49-F238E27FC236}">
                <a16:creationId xmlns:a16="http://schemas.microsoft.com/office/drawing/2014/main" id="{7F16E9B3-B747-B1D0-3792-6B0F2B11B96E}"/>
              </a:ext>
            </a:extLst>
          </p:cNvPr>
          <p:cNvPicPr>
            <a:picLocks noChangeAspect="1"/>
          </p:cNvPicPr>
          <p:nvPr/>
        </p:nvPicPr>
        <p:blipFill rotWithShape="1">
          <a:blip r:embed="rId2"/>
          <a:srcRect t="12736" b="9086"/>
          <a:stretch/>
        </p:blipFill>
        <p:spPr>
          <a:xfrm>
            <a:off x="655321" y="2614192"/>
            <a:ext cx="8794242" cy="1376219"/>
          </a:xfrm>
          <a:prstGeom prst="rect">
            <a:avLst/>
          </a:prstGeom>
        </p:spPr>
      </p:pic>
      <p:sp>
        <p:nvSpPr>
          <p:cNvPr id="5" name="TextBox 4">
            <a:extLst>
              <a:ext uri="{FF2B5EF4-FFF2-40B4-BE49-F238E27FC236}">
                <a16:creationId xmlns:a16="http://schemas.microsoft.com/office/drawing/2014/main" id="{1C6873DE-5BCB-B93C-F7C3-ADF84D51A7DD}"/>
              </a:ext>
            </a:extLst>
          </p:cNvPr>
          <p:cNvSpPr txBox="1"/>
          <p:nvPr/>
        </p:nvSpPr>
        <p:spPr>
          <a:xfrm>
            <a:off x="655321" y="4204857"/>
            <a:ext cx="5154929" cy="1815882"/>
          </a:xfrm>
          <a:prstGeom prst="rect">
            <a:avLst/>
          </a:prstGeom>
          <a:noFill/>
        </p:spPr>
        <p:txBody>
          <a:bodyPr wrap="square">
            <a:spAutoFit/>
          </a:bodyPr>
          <a:lstStyle/>
          <a:p>
            <a:pPr defTabSz="914400"/>
            <a:r>
              <a:rPr lang="en-US" sz="2000" b="1" dirty="0">
                <a:solidFill>
                  <a:schemeClr val="bg1"/>
                </a:solidFill>
                <a:latin typeface="Arial" panose="020B0604020202020204" pitchFamily="34" charset="0"/>
              </a:rPr>
              <a:t>You can use technologies and languages that best fit the problem *</a:t>
            </a:r>
          </a:p>
          <a:p>
            <a:pPr marL="285750" indent="-285750" defTabSz="914400">
              <a:buFont typeface="Arial" panose="020B0604020202020204" pitchFamily="34" charset="0"/>
              <a:buChar char="•"/>
            </a:pPr>
            <a:r>
              <a:rPr lang="en-US" sz="1800" dirty="0">
                <a:solidFill>
                  <a:schemeClr val="bg1"/>
                </a:solidFill>
                <a:latin typeface="Arial" panose="020B0604020202020204" pitchFamily="34" charset="0"/>
              </a:rPr>
              <a:t>Microservices are self-contained, i.e. no shared data stores (!)</a:t>
            </a:r>
          </a:p>
          <a:p>
            <a:pPr marL="285750" indent="-285750" defTabSz="914400">
              <a:buFont typeface="Arial" panose="020B0604020202020204" pitchFamily="34" charset="0"/>
              <a:buChar char="•"/>
            </a:pPr>
            <a:r>
              <a:rPr lang="en-US" sz="1800" dirty="0">
                <a:solidFill>
                  <a:schemeClr val="bg1"/>
                </a:solidFill>
                <a:latin typeface="Arial" panose="020B0604020202020204" pitchFamily="34" charset="0"/>
              </a:rPr>
              <a:t>Using the right tools impacts productivity and performance</a:t>
            </a:r>
            <a:endParaRPr lang="en-US" sz="1800" dirty="0">
              <a:solidFill>
                <a:schemeClr val="bg1"/>
              </a:solidFill>
              <a:latin typeface="Arial"/>
            </a:endParaRPr>
          </a:p>
        </p:txBody>
      </p:sp>
      <p:pic>
        <p:nvPicPr>
          <p:cNvPr id="6" name="Picture 5">
            <a:extLst>
              <a:ext uri="{FF2B5EF4-FFF2-40B4-BE49-F238E27FC236}">
                <a16:creationId xmlns:a16="http://schemas.microsoft.com/office/drawing/2014/main" id="{20C37240-3625-D23D-C6E5-2860D5257C30}"/>
              </a:ext>
            </a:extLst>
          </p:cNvPr>
          <p:cNvPicPr>
            <a:picLocks noChangeAspect="1"/>
          </p:cNvPicPr>
          <p:nvPr/>
        </p:nvPicPr>
        <p:blipFill>
          <a:blip r:embed="rId3"/>
          <a:stretch>
            <a:fillRect/>
          </a:stretch>
        </p:blipFill>
        <p:spPr>
          <a:xfrm>
            <a:off x="6096000" y="4153999"/>
            <a:ext cx="5656272" cy="1917599"/>
          </a:xfrm>
          <a:prstGeom prst="rect">
            <a:avLst/>
          </a:prstGeom>
        </p:spPr>
      </p:pic>
    </p:spTree>
    <p:extLst>
      <p:ext uri="{BB962C8B-B14F-4D97-AF65-F5344CB8AC3E}">
        <p14:creationId xmlns:p14="http://schemas.microsoft.com/office/powerpoint/2010/main" val="3108545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73892-BFBF-1246-FAED-C2E35B2DA51F}"/>
              </a:ext>
            </a:extLst>
          </p:cNvPr>
          <p:cNvSpPr>
            <a:spLocks noGrp="1"/>
          </p:cNvSpPr>
          <p:nvPr>
            <p:ph type="title"/>
          </p:nvPr>
        </p:nvSpPr>
        <p:spPr/>
        <p:txBody>
          <a:bodyPr/>
          <a:lstStyle/>
          <a:p>
            <a:r>
              <a:rPr lang="en-IN" dirty="0"/>
              <a:t>Uber</a:t>
            </a:r>
          </a:p>
        </p:txBody>
      </p:sp>
    </p:spTree>
    <p:extLst>
      <p:ext uri="{BB962C8B-B14F-4D97-AF65-F5344CB8AC3E}">
        <p14:creationId xmlns:p14="http://schemas.microsoft.com/office/powerpoint/2010/main" val="798562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BB9B2-4EF3-B2B6-C3A6-E08AA8127834}"/>
              </a:ext>
            </a:extLst>
          </p:cNvPr>
          <p:cNvSpPr>
            <a:spLocks noGrp="1"/>
          </p:cNvSpPr>
          <p:nvPr>
            <p:ph type="title"/>
          </p:nvPr>
        </p:nvSpPr>
        <p:spPr/>
        <p:txBody>
          <a:bodyPr/>
          <a:lstStyle/>
          <a:p>
            <a:r>
              <a:rPr lang="en-IN" dirty="0"/>
              <a:t>Scalability</a:t>
            </a:r>
          </a:p>
        </p:txBody>
      </p:sp>
    </p:spTree>
    <p:extLst>
      <p:ext uri="{BB962C8B-B14F-4D97-AF65-F5344CB8AC3E}">
        <p14:creationId xmlns:p14="http://schemas.microsoft.com/office/powerpoint/2010/main" val="31375600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DCD62-24A2-87EB-6701-3FF539B6593C}"/>
              </a:ext>
            </a:extLst>
          </p:cNvPr>
          <p:cNvSpPr>
            <a:spLocks noGrp="1"/>
          </p:cNvSpPr>
          <p:nvPr>
            <p:ph type="title"/>
          </p:nvPr>
        </p:nvSpPr>
        <p:spPr/>
        <p:txBody>
          <a:bodyPr/>
          <a:lstStyle/>
          <a:p>
            <a:r>
              <a:rPr lang="en-US" dirty="0"/>
              <a:t>What is Node JS</a:t>
            </a:r>
          </a:p>
        </p:txBody>
      </p:sp>
      <p:sp>
        <p:nvSpPr>
          <p:cNvPr id="3" name="TextBox 2">
            <a:extLst>
              <a:ext uri="{FF2B5EF4-FFF2-40B4-BE49-F238E27FC236}">
                <a16:creationId xmlns:a16="http://schemas.microsoft.com/office/drawing/2014/main" id="{288C8D8E-8A81-3154-D2B6-08A6D238AF5F}"/>
              </a:ext>
            </a:extLst>
          </p:cNvPr>
          <p:cNvSpPr txBox="1"/>
          <p:nvPr/>
        </p:nvSpPr>
        <p:spPr>
          <a:xfrm>
            <a:off x="184163" y="784925"/>
            <a:ext cx="11809312" cy="1323439"/>
          </a:xfrm>
          <a:prstGeom prst="rect">
            <a:avLst/>
          </a:prstGeom>
          <a:noFill/>
        </p:spPr>
        <p:txBody>
          <a:bodyPr wrap="square" rtlCol="0">
            <a:spAutoFit/>
          </a:bodyPr>
          <a:lstStyle/>
          <a:p>
            <a:r>
              <a:rPr lang="en-US" sz="2000" dirty="0">
                <a:solidFill>
                  <a:schemeClr val="bg1"/>
                </a:solidFill>
              </a:rPr>
              <a:t>Node JS is an open source, cross platform, java script runtime environment and used for executing java script code outside the web browser. Java and JavaScript are different by their nature, design and use cases. Java Script was dominantly used as a web programming language. All the browser’s directly understand java script.</a:t>
            </a:r>
            <a:endParaRPr lang="en-IN" sz="2000" dirty="0">
              <a:solidFill>
                <a:schemeClr val="bg1"/>
              </a:solidFill>
            </a:endParaRPr>
          </a:p>
        </p:txBody>
      </p:sp>
      <p:sp>
        <p:nvSpPr>
          <p:cNvPr id="4" name="Rectangle 3">
            <a:extLst>
              <a:ext uri="{FF2B5EF4-FFF2-40B4-BE49-F238E27FC236}">
                <a16:creationId xmlns:a16="http://schemas.microsoft.com/office/drawing/2014/main" id="{353855E1-A3F8-D260-84DC-05B1AA59992E}"/>
              </a:ext>
            </a:extLst>
          </p:cNvPr>
          <p:cNvSpPr/>
          <p:nvPr/>
        </p:nvSpPr>
        <p:spPr>
          <a:xfrm>
            <a:off x="997153" y="3078010"/>
            <a:ext cx="1851305" cy="86409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Client</a:t>
            </a:r>
          </a:p>
          <a:p>
            <a:pPr algn="ctr"/>
            <a:r>
              <a:rPr lang="en-US" dirty="0">
                <a:solidFill>
                  <a:schemeClr val="bg1"/>
                </a:solidFill>
              </a:rPr>
              <a:t>Browser</a:t>
            </a:r>
          </a:p>
        </p:txBody>
      </p:sp>
      <p:sp>
        <p:nvSpPr>
          <p:cNvPr id="5" name="Rectangle 4">
            <a:extLst>
              <a:ext uri="{FF2B5EF4-FFF2-40B4-BE49-F238E27FC236}">
                <a16:creationId xmlns:a16="http://schemas.microsoft.com/office/drawing/2014/main" id="{10ED48F1-346E-46DB-BD1C-52CFDA1176E5}"/>
              </a:ext>
            </a:extLst>
          </p:cNvPr>
          <p:cNvSpPr/>
          <p:nvPr/>
        </p:nvSpPr>
        <p:spPr>
          <a:xfrm>
            <a:off x="8753114" y="2773207"/>
            <a:ext cx="1851305" cy="1656184"/>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Server</a:t>
            </a:r>
          </a:p>
        </p:txBody>
      </p:sp>
      <p:cxnSp>
        <p:nvCxnSpPr>
          <p:cNvPr id="6" name="Straight Arrow Connector 5">
            <a:extLst>
              <a:ext uri="{FF2B5EF4-FFF2-40B4-BE49-F238E27FC236}">
                <a16:creationId xmlns:a16="http://schemas.microsoft.com/office/drawing/2014/main" id="{0FA95269-180B-B318-BCA4-E9FE3667C93E}"/>
              </a:ext>
            </a:extLst>
          </p:cNvPr>
          <p:cNvCxnSpPr/>
          <p:nvPr/>
        </p:nvCxnSpPr>
        <p:spPr>
          <a:xfrm>
            <a:off x="2848458" y="3222026"/>
            <a:ext cx="5904656"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B4634BA-A5D6-557F-A36C-C6D265132562}"/>
              </a:ext>
            </a:extLst>
          </p:cNvPr>
          <p:cNvSpPr txBox="1"/>
          <p:nvPr/>
        </p:nvSpPr>
        <p:spPr>
          <a:xfrm>
            <a:off x="4864682" y="2933994"/>
            <a:ext cx="1851305" cy="338554"/>
          </a:xfrm>
          <a:prstGeom prst="rect">
            <a:avLst/>
          </a:prstGeom>
          <a:noFill/>
        </p:spPr>
        <p:txBody>
          <a:bodyPr wrap="square" rtlCol="0">
            <a:spAutoFit/>
          </a:bodyPr>
          <a:lstStyle/>
          <a:p>
            <a:r>
              <a:rPr lang="en-US" sz="1600" b="1" dirty="0">
                <a:solidFill>
                  <a:schemeClr val="bg1"/>
                </a:solidFill>
              </a:rPr>
              <a:t>request</a:t>
            </a:r>
          </a:p>
        </p:txBody>
      </p:sp>
      <p:sp>
        <p:nvSpPr>
          <p:cNvPr id="8" name="Rectangle: Rounded Corners 7">
            <a:extLst>
              <a:ext uri="{FF2B5EF4-FFF2-40B4-BE49-F238E27FC236}">
                <a16:creationId xmlns:a16="http://schemas.microsoft.com/office/drawing/2014/main" id="{1B0F89F6-0104-2F97-D7CD-2134BBAEB4AF}"/>
              </a:ext>
            </a:extLst>
          </p:cNvPr>
          <p:cNvSpPr/>
          <p:nvPr/>
        </p:nvSpPr>
        <p:spPr>
          <a:xfrm>
            <a:off x="8647727" y="3078010"/>
            <a:ext cx="1080120" cy="288028"/>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solidFill>
                  <a:schemeClr val="bg1"/>
                </a:solidFill>
              </a:rPr>
              <a:t>port</a:t>
            </a:r>
          </a:p>
        </p:txBody>
      </p:sp>
      <p:sp>
        <p:nvSpPr>
          <p:cNvPr id="9" name="Arrow: Curved Down 8">
            <a:extLst>
              <a:ext uri="{FF2B5EF4-FFF2-40B4-BE49-F238E27FC236}">
                <a16:creationId xmlns:a16="http://schemas.microsoft.com/office/drawing/2014/main" id="{051411B0-5836-ED37-0E38-E0CFE898C72C}"/>
              </a:ext>
            </a:extLst>
          </p:cNvPr>
          <p:cNvSpPr/>
          <p:nvPr/>
        </p:nvSpPr>
        <p:spPr>
          <a:xfrm>
            <a:off x="10841346" y="3726082"/>
            <a:ext cx="504056" cy="360040"/>
          </a:xfrm>
          <a:prstGeom prst="curvedDown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 name="Arrow: Curved Down 9">
            <a:extLst>
              <a:ext uri="{FF2B5EF4-FFF2-40B4-BE49-F238E27FC236}">
                <a16:creationId xmlns:a16="http://schemas.microsoft.com/office/drawing/2014/main" id="{3508886E-3CBD-D8A6-7272-0F222CDA7CD3}"/>
              </a:ext>
            </a:extLst>
          </p:cNvPr>
          <p:cNvSpPr/>
          <p:nvPr/>
        </p:nvSpPr>
        <p:spPr>
          <a:xfrm rot="11262216">
            <a:off x="10774898" y="4210902"/>
            <a:ext cx="504056" cy="360040"/>
          </a:xfrm>
          <a:prstGeom prst="curvedDownArrow">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1" name="Flowchart: Magnetic Disk 10">
            <a:extLst>
              <a:ext uri="{FF2B5EF4-FFF2-40B4-BE49-F238E27FC236}">
                <a16:creationId xmlns:a16="http://schemas.microsoft.com/office/drawing/2014/main" id="{709C22C8-7673-20D8-7478-FF290F494A59}"/>
              </a:ext>
            </a:extLst>
          </p:cNvPr>
          <p:cNvSpPr/>
          <p:nvPr/>
        </p:nvSpPr>
        <p:spPr>
          <a:xfrm>
            <a:off x="11469050" y="3784368"/>
            <a:ext cx="547770" cy="664847"/>
          </a:xfrm>
          <a:prstGeom prst="flowChartMagneticDisk">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solidFill>
                <a:schemeClr val="bg1"/>
              </a:solidFill>
            </a:endParaRPr>
          </a:p>
        </p:txBody>
      </p:sp>
      <p:cxnSp>
        <p:nvCxnSpPr>
          <p:cNvPr id="12" name="Straight Arrow Connector 11">
            <a:extLst>
              <a:ext uri="{FF2B5EF4-FFF2-40B4-BE49-F238E27FC236}">
                <a16:creationId xmlns:a16="http://schemas.microsoft.com/office/drawing/2014/main" id="{166C5EB8-00F2-17AC-C5CC-2B2427FA2A75}"/>
              </a:ext>
            </a:extLst>
          </p:cNvPr>
          <p:cNvCxnSpPr>
            <a:stCxn id="5" idx="1"/>
          </p:cNvCxnSpPr>
          <p:nvPr/>
        </p:nvCxnSpPr>
        <p:spPr>
          <a:xfrm flipH="1">
            <a:off x="2848458" y="3601299"/>
            <a:ext cx="5904656"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E9AA94F-66E0-070E-9EB3-6E0B2413EBAE}"/>
              </a:ext>
            </a:extLst>
          </p:cNvPr>
          <p:cNvSpPr txBox="1"/>
          <p:nvPr/>
        </p:nvSpPr>
        <p:spPr>
          <a:xfrm>
            <a:off x="4982160" y="3567548"/>
            <a:ext cx="1851305" cy="338554"/>
          </a:xfrm>
          <a:prstGeom prst="rect">
            <a:avLst/>
          </a:prstGeom>
          <a:noFill/>
        </p:spPr>
        <p:txBody>
          <a:bodyPr wrap="square" rtlCol="0">
            <a:spAutoFit/>
          </a:bodyPr>
          <a:lstStyle/>
          <a:p>
            <a:r>
              <a:rPr lang="en-US" sz="1600" b="1" dirty="0">
                <a:solidFill>
                  <a:schemeClr val="bg1"/>
                </a:solidFill>
              </a:rPr>
              <a:t>response</a:t>
            </a:r>
          </a:p>
        </p:txBody>
      </p:sp>
      <p:sp>
        <p:nvSpPr>
          <p:cNvPr id="14" name="TextBox 13">
            <a:extLst>
              <a:ext uri="{FF2B5EF4-FFF2-40B4-BE49-F238E27FC236}">
                <a16:creationId xmlns:a16="http://schemas.microsoft.com/office/drawing/2014/main" id="{489B97B1-5AEB-44C2-DAFE-6A45900D4FC7}"/>
              </a:ext>
            </a:extLst>
          </p:cNvPr>
          <p:cNvSpPr txBox="1"/>
          <p:nvPr/>
        </p:nvSpPr>
        <p:spPr>
          <a:xfrm>
            <a:off x="997153" y="2514318"/>
            <a:ext cx="2355361" cy="461665"/>
          </a:xfrm>
          <a:prstGeom prst="rect">
            <a:avLst/>
          </a:prstGeom>
          <a:noFill/>
        </p:spPr>
        <p:txBody>
          <a:bodyPr wrap="square" rtlCol="0">
            <a:spAutoFit/>
          </a:bodyPr>
          <a:lstStyle/>
          <a:p>
            <a:r>
              <a:rPr lang="en-US" b="1" dirty="0">
                <a:solidFill>
                  <a:schemeClr val="bg1"/>
                </a:solidFill>
              </a:rPr>
              <a:t>Java Script</a:t>
            </a:r>
          </a:p>
        </p:txBody>
      </p:sp>
      <p:sp>
        <p:nvSpPr>
          <p:cNvPr id="15" name="TextBox 14">
            <a:extLst>
              <a:ext uri="{FF2B5EF4-FFF2-40B4-BE49-F238E27FC236}">
                <a16:creationId xmlns:a16="http://schemas.microsoft.com/office/drawing/2014/main" id="{4CAE354E-96E3-BAA9-991E-CB8ED59A5557}"/>
              </a:ext>
            </a:extLst>
          </p:cNvPr>
          <p:cNvSpPr txBox="1"/>
          <p:nvPr/>
        </p:nvSpPr>
        <p:spPr>
          <a:xfrm>
            <a:off x="10753041" y="2437374"/>
            <a:ext cx="1240433" cy="1077218"/>
          </a:xfrm>
          <a:prstGeom prst="rect">
            <a:avLst/>
          </a:prstGeom>
          <a:noFill/>
        </p:spPr>
        <p:txBody>
          <a:bodyPr wrap="square" rtlCol="0">
            <a:spAutoFit/>
          </a:bodyPr>
          <a:lstStyle/>
          <a:p>
            <a:r>
              <a:rPr lang="en-US" sz="1600" b="1" dirty="0">
                <a:solidFill>
                  <a:schemeClr val="bg1"/>
                </a:solidFill>
              </a:rPr>
              <a:t>Java</a:t>
            </a:r>
          </a:p>
          <a:p>
            <a:r>
              <a:rPr lang="en-US" sz="1600" b="1" dirty="0">
                <a:solidFill>
                  <a:schemeClr val="bg1"/>
                </a:solidFill>
              </a:rPr>
              <a:t>ABAP</a:t>
            </a:r>
          </a:p>
          <a:p>
            <a:r>
              <a:rPr lang="en-US" sz="1600" b="1" dirty="0">
                <a:solidFill>
                  <a:schemeClr val="bg1"/>
                </a:solidFill>
              </a:rPr>
              <a:t>Python</a:t>
            </a:r>
          </a:p>
          <a:p>
            <a:r>
              <a:rPr lang="en-US" sz="1600" b="1" dirty="0">
                <a:solidFill>
                  <a:schemeClr val="bg1"/>
                </a:solidFill>
              </a:rPr>
              <a:t>C#</a:t>
            </a:r>
          </a:p>
        </p:txBody>
      </p:sp>
      <p:sp>
        <p:nvSpPr>
          <p:cNvPr id="16" name="Smiley Face 15">
            <a:extLst>
              <a:ext uri="{FF2B5EF4-FFF2-40B4-BE49-F238E27FC236}">
                <a16:creationId xmlns:a16="http://schemas.microsoft.com/office/drawing/2014/main" id="{14FE8CA4-4AE9-1CB8-C35E-A5A05246E8A7}"/>
              </a:ext>
            </a:extLst>
          </p:cNvPr>
          <p:cNvSpPr/>
          <p:nvPr/>
        </p:nvSpPr>
        <p:spPr>
          <a:xfrm>
            <a:off x="5440746" y="1997890"/>
            <a:ext cx="648072" cy="607353"/>
          </a:xfrm>
          <a:prstGeom prst="smileyFace">
            <a:avLst/>
          </a:prstGeom>
        </p:spPr>
        <p:style>
          <a:lnRef idx="3">
            <a:schemeClr val="lt1"/>
          </a:lnRef>
          <a:fillRef idx="1">
            <a:schemeClr val="accent3"/>
          </a:fillRef>
          <a:effectRef idx="1">
            <a:schemeClr val="accent3"/>
          </a:effectRef>
          <a:fontRef idx="minor">
            <a:schemeClr val="lt1"/>
          </a:fontRef>
        </p:style>
        <p:txBody>
          <a:bodyPr rtlCol="0" anchor="ctr"/>
          <a:lstStyle/>
          <a:p>
            <a:pPr algn="ctr"/>
            <a:endParaRPr lang="en-US">
              <a:solidFill>
                <a:schemeClr val="bg1"/>
              </a:solidFill>
            </a:endParaRPr>
          </a:p>
        </p:txBody>
      </p:sp>
      <p:sp>
        <p:nvSpPr>
          <p:cNvPr id="17" name="TextBox 16">
            <a:extLst>
              <a:ext uri="{FF2B5EF4-FFF2-40B4-BE49-F238E27FC236}">
                <a16:creationId xmlns:a16="http://schemas.microsoft.com/office/drawing/2014/main" id="{8F9638D7-D6A4-590A-AF98-3A39BB96657A}"/>
              </a:ext>
            </a:extLst>
          </p:cNvPr>
          <p:cNvSpPr txBox="1"/>
          <p:nvPr/>
        </p:nvSpPr>
        <p:spPr>
          <a:xfrm>
            <a:off x="184162" y="4086122"/>
            <a:ext cx="2880320" cy="461665"/>
          </a:xfrm>
          <a:prstGeom prst="rect">
            <a:avLst/>
          </a:prstGeom>
          <a:noFill/>
        </p:spPr>
        <p:txBody>
          <a:bodyPr wrap="square" rtlCol="0">
            <a:spAutoFit/>
          </a:bodyPr>
          <a:lstStyle/>
          <a:p>
            <a:r>
              <a:rPr lang="en-US" b="1" dirty="0">
                <a:solidFill>
                  <a:schemeClr val="bg1"/>
                </a:solidFill>
              </a:rPr>
              <a:t>Ryan </a:t>
            </a:r>
            <a:r>
              <a:rPr lang="en-US" b="1" dirty="0" err="1">
                <a:solidFill>
                  <a:schemeClr val="bg1"/>
                </a:solidFill>
              </a:rPr>
              <a:t>Dyal</a:t>
            </a:r>
            <a:endParaRPr lang="en-US" b="1" dirty="0">
              <a:solidFill>
                <a:schemeClr val="bg1"/>
              </a:solidFill>
            </a:endParaRPr>
          </a:p>
        </p:txBody>
      </p:sp>
      <p:sp>
        <p:nvSpPr>
          <p:cNvPr id="18" name="Isosceles Triangle 17">
            <a:extLst>
              <a:ext uri="{FF2B5EF4-FFF2-40B4-BE49-F238E27FC236}">
                <a16:creationId xmlns:a16="http://schemas.microsoft.com/office/drawing/2014/main" id="{6CF3C11A-FF3A-8AAF-4E63-1A1823DB2C52}"/>
              </a:ext>
            </a:extLst>
          </p:cNvPr>
          <p:cNvSpPr/>
          <p:nvPr/>
        </p:nvSpPr>
        <p:spPr>
          <a:xfrm>
            <a:off x="6405531" y="2203133"/>
            <a:ext cx="647246" cy="586850"/>
          </a:xfrm>
          <a:prstGeom prst="triangl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solidFill>
                <a:schemeClr val="bg1"/>
              </a:solidFill>
            </a:endParaRPr>
          </a:p>
        </p:txBody>
      </p:sp>
      <p:sp>
        <p:nvSpPr>
          <p:cNvPr id="19" name="Rectangle: Rounded Corners 18">
            <a:extLst>
              <a:ext uri="{FF2B5EF4-FFF2-40B4-BE49-F238E27FC236}">
                <a16:creationId xmlns:a16="http://schemas.microsoft.com/office/drawing/2014/main" id="{86D29E3B-B157-D778-DD05-FF3B75F17DA9}"/>
              </a:ext>
            </a:extLst>
          </p:cNvPr>
          <p:cNvSpPr/>
          <p:nvPr/>
        </p:nvSpPr>
        <p:spPr>
          <a:xfrm>
            <a:off x="6715987" y="2487636"/>
            <a:ext cx="648072" cy="388868"/>
          </a:xfrm>
          <a:prstGeom prst="round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0" name="Isosceles Triangle 19">
            <a:extLst>
              <a:ext uri="{FF2B5EF4-FFF2-40B4-BE49-F238E27FC236}">
                <a16:creationId xmlns:a16="http://schemas.microsoft.com/office/drawing/2014/main" id="{675CA06F-0A17-8B48-491A-070AEE866006}"/>
              </a:ext>
            </a:extLst>
          </p:cNvPr>
          <p:cNvSpPr/>
          <p:nvPr/>
        </p:nvSpPr>
        <p:spPr>
          <a:xfrm>
            <a:off x="9483231" y="2249157"/>
            <a:ext cx="647246" cy="586850"/>
          </a:xfrm>
          <a:prstGeom prst="triangl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solidFill>
                <a:schemeClr val="bg1"/>
              </a:solidFill>
            </a:endParaRPr>
          </a:p>
        </p:txBody>
      </p:sp>
      <p:sp>
        <p:nvSpPr>
          <p:cNvPr id="21" name="Rectangle: Rounded Corners 20">
            <a:extLst>
              <a:ext uri="{FF2B5EF4-FFF2-40B4-BE49-F238E27FC236}">
                <a16:creationId xmlns:a16="http://schemas.microsoft.com/office/drawing/2014/main" id="{A9626A74-77EC-EF8D-7966-DB7F5403244C}"/>
              </a:ext>
            </a:extLst>
          </p:cNvPr>
          <p:cNvSpPr/>
          <p:nvPr/>
        </p:nvSpPr>
        <p:spPr>
          <a:xfrm>
            <a:off x="9793687" y="2533660"/>
            <a:ext cx="648072" cy="388868"/>
          </a:xfrm>
          <a:prstGeom prst="roundRect">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2" name="TextBox 21">
            <a:extLst>
              <a:ext uri="{FF2B5EF4-FFF2-40B4-BE49-F238E27FC236}">
                <a16:creationId xmlns:a16="http://schemas.microsoft.com/office/drawing/2014/main" id="{80859276-5271-0F1A-7628-4FB2D3A45C83}"/>
              </a:ext>
            </a:extLst>
          </p:cNvPr>
          <p:cNvSpPr txBox="1"/>
          <p:nvPr/>
        </p:nvSpPr>
        <p:spPr>
          <a:xfrm>
            <a:off x="9278073" y="1881824"/>
            <a:ext cx="2355361" cy="461665"/>
          </a:xfrm>
          <a:prstGeom prst="rect">
            <a:avLst/>
          </a:prstGeom>
          <a:noFill/>
        </p:spPr>
        <p:txBody>
          <a:bodyPr wrap="square" rtlCol="0">
            <a:spAutoFit/>
          </a:bodyPr>
          <a:lstStyle/>
          <a:p>
            <a:r>
              <a:rPr lang="en-US" b="1" dirty="0">
                <a:solidFill>
                  <a:schemeClr val="bg1"/>
                </a:solidFill>
              </a:rPr>
              <a:t>Java Script</a:t>
            </a:r>
          </a:p>
        </p:txBody>
      </p:sp>
      <p:sp>
        <p:nvSpPr>
          <p:cNvPr id="23" name="TextBox 22">
            <a:extLst>
              <a:ext uri="{FF2B5EF4-FFF2-40B4-BE49-F238E27FC236}">
                <a16:creationId xmlns:a16="http://schemas.microsoft.com/office/drawing/2014/main" id="{C62784A2-CDA0-FB54-F765-38D8D47BFB96}"/>
              </a:ext>
            </a:extLst>
          </p:cNvPr>
          <p:cNvSpPr txBox="1"/>
          <p:nvPr/>
        </p:nvSpPr>
        <p:spPr>
          <a:xfrm>
            <a:off x="400186" y="4603102"/>
            <a:ext cx="11616634" cy="1754326"/>
          </a:xfrm>
          <a:prstGeom prst="rect">
            <a:avLst/>
          </a:prstGeom>
          <a:noFill/>
        </p:spPr>
        <p:txBody>
          <a:bodyPr wrap="square" rtlCol="0">
            <a:spAutoFit/>
          </a:bodyPr>
          <a:lstStyle/>
          <a:p>
            <a:r>
              <a:rPr lang="en-US" sz="1800" dirty="0">
                <a:solidFill>
                  <a:schemeClr val="bg1"/>
                </a:solidFill>
              </a:rPr>
              <a:t>Node JS is also a great web framework for beginners because it works great with data-intensive applications like streaming, real-time apps. It is free and easy to learn node </a:t>
            </a:r>
            <a:r>
              <a:rPr lang="en-US" sz="1800" dirty="0" err="1">
                <a:solidFill>
                  <a:schemeClr val="bg1"/>
                </a:solidFill>
              </a:rPr>
              <a:t>js</a:t>
            </a:r>
            <a:r>
              <a:rPr lang="en-US" sz="1800" dirty="0">
                <a:solidFill>
                  <a:schemeClr val="bg1"/>
                </a:solidFill>
              </a:rPr>
              <a:t>.</a:t>
            </a:r>
          </a:p>
          <a:p>
            <a:endParaRPr lang="en-US" sz="1800" dirty="0">
              <a:solidFill>
                <a:schemeClr val="bg1"/>
              </a:solidFill>
            </a:endParaRPr>
          </a:p>
          <a:p>
            <a:r>
              <a:rPr lang="en-US" sz="1800" dirty="0">
                <a:solidFill>
                  <a:schemeClr val="bg1"/>
                </a:solidFill>
              </a:rPr>
              <a:t>Applications of node </a:t>
            </a:r>
            <a:r>
              <a:rPr lang="en-US" sz="1800" dirty="0" err="1">
                <a:solidFill>
                  <a:schemeClr val="bg1"/>
                </a:solidFill>
              </a:rPr>
              <a:t>js</a:t>
            </a:r>
            <a:r>
              <a:rPr lang="en-US" sz="1800" dirty="0">
                <a:solidFill>
                  <a:schemeClr val="bg1"/>
                </a:solidFill>
              </a:rPr>
              <a:t>?</a:t>
            </a:r>
          </a:p>
          <a:p>
            <a:r>
              <a:rPr lang="en-US" sz="1800" dirty="0">
                <a:solidFill>
                  <a:schemeClr val="bg1"/>
                </a:solidFill>
              </a:rPr>
              <a:t>Build business logic on server side, DB lookups, Send Emails, write validations, create microservices, add automations, show output, build servers, host web apps, make excel/pdf more…</a:t>
            </a:r>
          </a:p>
        </p:txBody>
      </p:sp>
    </p:spTree>
    <p:extLst>
      <p:ext uri="{BB962C8B-B14F-4D97-AF65-F5344CB8AC3E}">
        <p14:creationId xmlns:p14="http://schemas.microsoft.com/office/powerpoint/2010/main" val="3665047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1000"/>
                                        <p:tgtEl>
                                          <p:spTgt spid="6"/>
                                        </p:tgtEl>
                                      </p:cBhvr>
                                    </p:animEffect>
                                    <p:anim calcmode="lin" valueType="num">
                                      <p:cBhvr>
                                        <p:cTn id="25" dur="1000" fill="hold"/>
                                        <p:tgtEl>
                                          <p:spTgt spid="6"/>
                                        </p:tgtEl>
                                        <p:attrNameLst>
                                          <p:attrName>ppt_x</p:attrName>
                                        </p:attrNameLst>
                                      </p:cBhvr>
                                      <p:tavLst>
                                        <p:tav tm="0">
                                          <p:val>
                                            <p:strVal val="#ppt_x"/>
                                          </p:val>
                                        </p:tav>
                                        <p:tav tm="100000">
                                          <p:val>
                                            <p:strVal val="#ppt_x"/>
                                          </p:val>
                                        </p:tav>
                                      </p:tavLst>
                                    </p:anim>
                                    <p:anim calcmode="lin" valueType="num">
                                      <p:cBhvr>
                                        <p:cTn id="26" dur="1000" fill="hold"/>
                                        <p:tgtEl>
                                          <p:spTgt spid="6"/>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1000"/>
                                        <p:tgtEl>
                                          <p:spTgt spid="7"/>
                                        </p:tgtEl>
                                      </p:cBhvr>
                                    </p:animEffect>
                                    <p:anim calcmode="lin" valueType="num">
                                      <p:cBhvr>
                                        <p:cTn id="30" dur="1000" fill="hold"/>
                                        <p:tgtEl>
                                          <p:spTgt spid="7"/>
                                        </p:tgtEl>
                                        <p:attrNameLst>
                                          <p:attrName>ppt_x</p:attrName>
                                        </p:attrNameLst>
                                      </p:cBhvr>
                                      <p:tavLst>
                                        <p:tav tm="0">
                                          <p:val>
                                            <p:strVal val="#ppt_x"/>
                                          </p:val>
                                        </p:tav>
                                        <p:tav tm="100000">
                                          <p:val>
                                            <p:strVal val="#ppt_x"/>
                                          </p:val>
                                        </p:tav>
                                      </p:tavLst>
                                    </p:anim>
                                    <p:anim calcmode="lin" valueType="num">
                                      <p:cBhvr>
                                        <p:cTn id="31" dur="1000" fill="hold"/>
                                        <p:tgtEl>
                                          <p:spTgt spid="7"/>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1000"/>
                                        <p:tgtEl>
                                          <p:spTgt spid="8"/>
                                        </p:tgtEl>
                                      </p:cBhvr>
                                    </p:animEffect>
                                    <p:anim calcmode="lin" valueType="num">
                                      <p:cBhvr>
                                        <p:cTn id="35" dur="1000" fill="hold"/>
                                        <p:tgtEl>
                                          <p:spTgt spid="8"/>
                                        </p:tgtEl>
                                        <p:attrNameLst>
                                          <p:attrName>ppt_x</p:attrName>
                                        </p:attrNameLst>
                                      </p:cBhvr>
                                      <p:tavLst>
                                        <p:tav tm="0">
                                          <p:val>
                                            <p:strVal val="#ppt_x"/>
                                          </p:val>
                                        </p:tav>
                                        <p:tav tm="100000">
                                          <p:val>
                                            <p:strVal val="#ppt_x"/>
                                          </p:val>
                                        </p:tav>
                                      </p:tavLst>
                                    </p:anim>
                                    <p:anim calcmode="lin" valueType="num">
                                      <p:cBhvr>
                                        <p:cTn id="36" dur="1000" fill="hold"/>
                                        <p:tgtEl>
                                          <p:spTgt spid="8"/>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1000"/>
                                        <p:tgtEl>
                                          <p:spTgt spid="9"/>
                                        </p:tgtEl>
                                      </p:cBhvr>
                                    </p:animEffect>
                                    <p:anim calcmode="lin" valueType="num">
                                      <p:cBhvr>
                                        <p:cTn id="40" dur="1000" fill="hold"/>
                                        <p:tgtEl>
                                          <p:spTgt spid="9"/>
                                        </p:tgtEl>
                                        <p:attrNameLst>
                                          <p:attrName>ppt_x</p:attrName>
                                        </p:attrNameLst>
                                      </p:cBhvr>
                                      <p:tavLst>
                                        <p:tav tm="0">
                                          <p:val>
                                            <p:strVal val="#ppt_x"/>
                                          </p:val>
                                        </p:tav>
                                        <p:tav tm="100000">
                                          <p:val>
                                            <p:strVal val="#ppt_x"/>
                                          </p:val>
                                        </p:tav>
                                      </p:tavLst>
                                    </p:anim>
                                    <p:anim calcmode="lin" valueType="num">
                                      <p:cBhvr>
                                        <p:cTn id="41" dur="1000" fill="hold"/>
                                        <p:tgtEl>
                                          <p:spTgt spid="9"/>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1000"/>
                                        <p:tgtEl>
                                          <p:spTgt spid="10"/>
                                        </p:tgtEl>
                                      </p:cBhvr>
                                    </p:animEffect>
                                    <p:anim calcmode="lin" valueType="num">
                                      <p:cBhvr>
                                        <p:cTn id="45" dur="1000" fill="hold"/>
                                        <p:tgtEl>
                                          <p:spTgt spid="10"/>
                                        </p:tgtEl>
                                        <p:attrNameLst>
                                          <p:attrName>ppt_x</p:attrName>
                                        </p:attrNameLst>
                                      </p:cBhvr>
                                      <p:tavLst>
                                        <p:tav tm="0">
                                          <p:val>
                                            <p:strVal val="#ppt_x"/>
                                          </p:val>
                                        </p:tav>
                                        <p:tav tm="100000">
                                          <p:val>
                                            <p:strVal val="#ppt_x"/>
                                          </p:val>
                                        </p:tav>
                                      </p:tavLst>
                                    </p:anim>
                                    <p:anim calcmode="lin" valueType="num">
                                      <p:cBhvr>
                                        <p:cTn id="46" dur="1000" fill="hold"/>
                                        <p:tgtEl>
                                          <p:spTgt spid="10"/>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1000"/>
                                        <p:tgtEl>
                                          <p:spTgt spid="11"/>
                                        </p:tgtEl>
                                      </p:cBhvr>
                                    </p:animEffect>
                                    <p:anim calcmode="lin" valueType="num">
                                      <p:cBhvr>
                                        <p:cTn id="50" dur="1000" fill="hold"/>
                                        <p:tgtEl>
                                          <p:spTgt spid="11"/>
                                        </p:tgtEl>
                                        <p:attrNameLst>
                                          <p:attrName>ppt_x</p:attrName>
                                        </p:attrNameLst>
                                      </p:cBhvr>
                                      <p:tavLst>
                                        <p:tav tm="0">
                                          <p:val>
                                            <p:strVal val="#ppt_x"/>
                                          </p:val>
                                        </p:tav>
                                        <p:tav tm="100000">
                                          <p:val>
                                            <p:strVal val="#ppt_x"/>
                                          </p:val>
                                        </p:tav>
                                      </p:tavLst>
                                    </p:anim>
                                    <p:anim calcmode="lin" valueType="num">
                                      <p:cBhvr>
                                        <p:cTn id="51" dur="1000" fill="hold"/>
                                        <p:tgtEl>
                                          <p:spTgt spid="11"/>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1000"/>
                                        <p:tgtEl>
                                          <p:spTgt spid="12"/>
                                        </p:tgtEl>
                                      </p:cBhvr>
                                    </p:animEffect>
                                    <p:anim calcmode="lin" valueType="num">
                                      <p:cBhvr>
                                        <p:cTn id="55" dur="1000" fill="hold"/>
                                        <p:tgtEl>
                                          <p:spTgt spid="12"/>
                                        </p:tgtEl>
                                        <p:attrNameLst>
                                          <p:attrName>ppt_x</p:attrName>
                                        </p:attrNameLst>
                                      </p:cBhvr>
                                      <p:tavLst>
                                        <p:tav tm="0">
                                          <p:val>
                                            <p:strVal val="#ppt_x"/>
                                          </p:val>
                                        </p:tav>
                                        <p:tav tm="100000">
                                          <p:val>
                                            <p:strVal val="#ppt_x"/>
                                          </p:val>
                                        </p:tav>
                                      </p:tavLst>
                                    </p:anim>
                                    <p:anim calcmode="lin" valueType="num">
                                      <p:cBhvr>
                                        <p:cTn id="56" dur="1000" fill="hold"/>
                                        <p:tgtEl>
                                          <p:spTgt spid="12"/>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fade">
                                      <p:cBhvr>
                                        <p:cTn id="59" dur="1000"/>
                                        <p:tgtEl>
                                          <p:spTgt spid="13"/>
                                        </p:tgtEl>
                                      </p:cBhvr>
                                    </p:animEffect>
                                    <p:anim calcmode="lin" valueType="num">
                                      <p:cBhvr>
                                        <p:cTn id="60" dur="1000" fill="hold"/>
                                        <p:tgtEl>
                                          <p:spTgt spid="13"/>
                                        </p:tgtEl>
                                        <p:attrNameLst>
                                          <p:attrName>ppt_x</p:attrName>
                                        </p:attrNameLst>
                                      </p:cBhvr>
                                      <p:tavLst>
                                        <p:tav tm="0">
                                          <p:val>
                                            <p:strVal val="#ppt_x"/>
                                          </p:val>
                                        </p:tav>
                                        <p:tav tm="100000">
                                          <p:val>
                                            <p:strVal val="#ppt_x"/>
                                          </p:val>
                                        </p:tav>
                                      </p:tavLst>
                                    </p:anim>
                                    <p:anim calcmode="lin" valueType="num">
                                      <p:cBhvr>
                                        <p:cTn id="61" dur="1000" fill="hold"/>
                                        <p:tgtEl>
                                          <p:spTgt spid="13"/>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1000"/>
                                        <p:tgtEl>
                                          <p:spTgt spid="14"/>
                                        </p:tgtEl>
                                      </p:cBhvr>
                                    </p:animEffect>
                                    <p:anim calcmode="lin" valueType="num">
                                      <p:cBhvr>
                                        <p:cTn id="65" dur="1000" fill="hold"/>
                                        <p:tgtEl>
                                          <p:spTgt spid="14"/>
                                        </p:tgtEl>
                                        <p:attrNameLst>
                                          <p:attrName>ppt_x</p:attrName>
                                        </p:attrNameLst>
                                      </p:cBhvr>
                                      <p:tavLst>
                                        <p:tav tm="0">
                                          <p:val>
                                            <p:strVal val="#ppt_x"/>
                                          </p:val>
                                        </p:tav>
                                        <p:tav tm="100000">
                                          <p:val>
                                            <p:strVal val="#ppt_x"/>
                                          </p:val>
                                        </p:tav>
                                      </p:tavLst>
                                    </p:anim>
                                    <p:anim calcmode="lin" valueType="num">
                                      <p:cBhvr>
                                        <p:cTn id="66" dur="1000" fill="hold"/>
                                        <p:tgtEl>
                                          <p:spTgt spid="14"/>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5"/>
                                        </p:tgtEl>
                                        <p:attrNameLst>
                                          <p:attrName>style.visibility</p:attrName>
                                        </p:attrNameLst>
                                      </p:cBhvr>
                                      <p:to>
                                        <p:strVal val="visible"/>
                                      </p:to>
                                    </p:set>
                                    <p:animEffect transition="in" filter="fade">
                                      <p:cBhvr>
                                        <p:cTn id="69" dur="1000"/>
                                        <p:tgtEl>
                                          <p:spTgt spid="15"/>
                                        </p:tgtEl>
                                      </p:cBhvr>
                                    </p:animEffect>
                                    <p:anim calcmode="lin" valueType="num">
                                      <p:cBhvr>
                                        <p:cTn id="70" dur="1000" fill="hold"/>
                                        <p:tgtEl>
                                          <p:spTgt spid="15"/>
                                        </p:tgtEl>
                                        <p:attrNameLst>
                                          <p:attrName>ppt_x</p:attrName>
                                        </p:attrNameLst>
                                      </p:cBhvr>
                                      <p:tavLst>
                                        <p:tav tm="0">
                                          <p:val>
                                            <p:strVal val="#ppt_x"/>
                                          </p:val>
                                        </p:tav>
                                        <p:tav tm="100000">
                                          <p:val>
                                            <p:strVal val="#ppt_x"/>
                                          </p:val>
                                        </p:tav>
                                      </p:tavLst>
                                    </p:anim>
                                    <p:anim calcmode="lin" valueType="num">
                                      <p:cBhvr>
                                        <p:cTn id="71" dur="1000" fill="hold"/>
                                        <p:tgtEl>
                                          <p:spTgt spid="15"/>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16"/>
                                        </p:tgtEl>
                                        <p:attrNameLst>
                                          <p:attrName>style.visibility</p:attrName>
                                        </p:attrNameLst>
                                      </p:cBhvr>
                                      <p:to>
                                        <p:strVal val="visible"/>
                                      </p:to>
                                    </p:set>
                                    <p:animEffect transition="in" filter="fade">
                                      <p:cBhvr>
                                        <p:cTn id="74" dur="1000"/>
                                        <p:tgtEl>
                                          <p:spTgt spid="16"/>
                                        </p:tgtEl>
                                      </p:cBhvr>
                                    </p:animEffect>
                                    <p:anim calcmode="lin" valueType="num">
                                      <p:cBhvr>
                                        <p:cTn id="75" dur="1000" fill="hold"/>
                                        <p:tgtEl>
                                          <p:spTgt spid="16"/>
                                        </p:tgtEl>
                                        <p:attrNameLst>
                                          <p:attrName>ppt_x</p:attrName>
                                        </p:attrNameLst>
                                      </p:cBhvr>
                                      <p:tavLst>
                                        <p:tav tm="0">
                                          <p:val>
                                            <p:strVal val="#ppt_x"/>
                                          </p:val>
                                        </p:tav>
                                        <p:tav tm="100000">
                                          <p:val>
                                            <p:strVal val="#ppt_x"/>
                                          </p:val>
                                        </p:tav>
                                      </p:tavLst>
                                    </p:anim>
                                    <p:anim calcmode="lin" valueType="num">
                                      <p:cBhvr>
                                        <p:cTn id="76" dur="1000" fill="hold"/>
                                        <p:tgtEl>
                                          <p:spTgt spid="16"/>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18"/>
                                        </p:tgtEl>
                                        <p:attrNameLst>
                                          <p:attrName>style.visibility</p:attrName>
                                        </p:attrNameLst>
                                      </p:cBhvr>
                                      <p:to>
                                        <p:strVal val="visible"/>
                                      </p:to>
                                    </p:set>
                                    <p:animEffect transition="in" filter="fade">
                                      <p:cBhvr>
                                        <p:cTn id="79" dur="1000"/>
                                        <p:tgtEl>
                                          <p:spTgt spid="18"/>
                                        </p:tgtEl>
                                      </p:cBhvr>
                                    </p:animEffect>
                                    <p:anim calcmode="lin" valueType="num">
                                      <p:cBhvr>
                                        <p:cTn id="80" dur="1000" fill="hold"/>
                                        <p:tgtEl>
                                          <p:spTgt spid="18"/>
                                        </p:tgtEl>
                                        <p:attrNameLst>
                                          <p:attrName>ppt_x</p:attrName>
                                        </p:attrNameLst>
                                      </p:cBhvr>
                                      <p:tavLst>
                                        <p:tav tm="0">
                                          <p:val>
                                            <p:strVal val="#ppt_x"/>
                                          </p:val>
                                        </p:tav>
                                        <p:tav tm="100000">
                                          <p:val>
                                            <p:strVal val="#ppt_x"/>
                                          </p:val>
                                        </p:tav>
                                      </p:tavLst>
                                    </p:anim>
                                    <p:anim calcmode="lin" valueType="num">
                                      <p:cBhvr>
                                        <p:cTn id="81" dur="1000" fill="hold"/>
                                        <p:tgtEl>
                                          <p:spTgt spid="18"/>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19"/>
                                        </p:tgtEl>
                                        <p:attrNameLst>
                                          <p:attrName>style.visibility</p:attrName>
                                        </p:attrNameLst>
                                      </p:cBhvr>
                                      <p:to>
                                        <p:strVal val="visible"/>
                                      </p:to>
                                    </p:set>
                                    <p:animEffect transition="in" filter="fade">
                                      <p:cBhvr>
                                        <p:cTn id="84" dur="1000"/>
                                        <p:tgtEl>
                                          <p:spTgt spid="19"/>
                                        </p:tgtEl>
                                      </p:cBhvr>
                                    </p:animEffect>
                                    <p:anim calcmode="lin" valueType="num">
                                      <p:cBhvr>
                                        <p:cTn id="85" dur="1000" fill="hold"/>
                                        <p:tgtEl>
                                          <p:spTgt spid="19"/>
                                        </p:tgtEl>
                                        <p:attrNameLst>
                                          <p:attrName>ppt_x</p:attrName>
                                        </p:attrNameLst>
                                      </p:cBhvr>
                                      <p:tavLst>
                                        <p:tav tm="0">
                                          <p:val>
                                            <p:strVal val="#ppt_x"/>
                                          </p:val>
                                        </p:tav>
                                        <p:tav tm="100000">
                                          <p:val>
                                            <p:strVal val="#ppt_x"/>
                                          </p:val>
                                        </p:tav>
                                      </p:tavLst>
                                    </p:anim>
                                    <p:anim calcmode="lin" valueType="num">
                                      <p:cBhvr>
                                        <p:cTn id="86" dur="1000" fill="hold"/>
                                        <p:tgtEl>
                                          <p:spTgt spid="19"/>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20"/>
                                        </p:tgtEl>
                                        <p:attrNameLst>
                                          <p:attrName>style.visibility</p:attrName>
                                        </p:attrNameLst>
                                      </p:cBhvr>
                                      <p:to>
                                        <p:strVal val="visible"/>
                                      </p:to>
                                    </p:set>
                                    <p:animEffect transition="in" filter="fade">
                                      <p:cBhvr>
                                        <p:cTn id="89" dur="1000"/>
                                        <p:tgtEl>
                                          <p:spTgt spid="20"/>
                                        </p:tgtEl>
                                      </p:cBhvr>
                                    </p:animEffect>
                                    <p:anim calcmode="lin" valueType="num">
                                      <p:cBhvr>
                                        <p:cTn id="90" dur="1000" fill="hold"/>
                                        <p:tgtEl>
                                          <p:spTgt spid="20"/>
                                        </p:tgtEl>
                                        <p:attrNameLst>
                                          <p:attrName>ppt_x</p:attrName>
                                        </p:attrNameLst>
                                      </p:cBhvr>
                                      <p:tavLst>
                                        <p:tav tm="0">
                                          <p:val>
                                            <p:strVal val="#ppt_x"/>
                                          </p:val>
                                        </p:tav>
                                        <p:tav tm="100000">
                                          <p:val>
                                            <p:strVal val="#ppt_x"/>
                                          </p:val>
                                        </p:tav>
                                      </p:tavLst>
                                    </p:anim>
                                    <p:anim calcmode="lin" valueType="num">
                                      <p:cBhvr>
                                        <p:cTn id="91" dur="1000" fill="hold"/>
                                        <p:tgtEl>
                                          <p:spTgt spid="20"/>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21"/>
                                        </p:tgtEl>
                                        <p:attrNameLst>
                                          <p:attrName>style.visibility</p:attrName>
                                        </p:attrNameLst>
                                      </p:cBhvr>
                                      <p:to>
                                        <p:strVal val="visible"/>
                                      </p:to>
                                    </p:set>
                                    <p:animEffect transition="in" filter="fade">
                                      <p:cBhvr>
                                        <p:cTn id="94" dur="1000"/>
                                        <p:tgtEl>
                                          <p:spTgt spid="21"/>
                                        </p:tgtEl>
                                      </p:cBhvr>
                                    </p:animEffect>
                                    <p:anim calcmode="lin" valueType="num">
                                      <p:cBhvr>
                                        <p:cTn id="95" dur="1000" fill="hold"/>
                                        <p:tgtEl>
                                          <p:spTgt spid="21"/>
                                        </p:tgtEl>
                                        <p:attrNameLst>
                                          <p:attrName>ppt_x</p:attrName>
                                        </p:attrNameLst>
                                      </p:cBhvr>
                                      <p:tavLst>
                                        <p:tav tm="0">
                                          <p:val>
                                            <p:strVal val="#ppt_x"/>
                                          </p:val>
                                        </p:tav>
                                        <p:tav tm="100000">
                                          <p:val>
                                            <p:strVal val="#ppt_x"/>
                                          </p:val>
                                        </p:tav>
                                      </p:tavLst>
                                    </p:anim>
                                    <p:anim calcmode="lin" valueType="num">
                                      <p:cBhvr>
                                        <p:cTn id="96" dur="1000" fill="hold"/>
                                        <p:tgtEl>
                                          <p:spTgt spid="21"/>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22"/>
                                        </p:tgtEl>
                                        <p:attrNameLst>
                                          <p:attrName>style.visibility</p:attrName>
                                        </p:attrNameLst>
                                      </p:cBhvr>
                                      <p:to>
                                        <p:strVal val="visible"/>
                                      </p:to>
                                    </p:set>
                                    <p:animEffect transition="in" filter="fade">
                                      <p:cBhvr>
                                        <p:cTn id="99" dur="1000"/>
                                        <p:tgtEl>
                                          <p:spTgt spid="22"/>
                                        </p:tgtEl>
                                      </p:cBhvr>
                                    </p:animEffect>
                                    <p:anim calcmode="lin" valueType="num">
                                      <p:cBhvr>
                                        <p:cTn id="100" dur="1000" fill="hold"/>
                                        <p:tgtEl>
                                          <p:spTgt spid="22"/>
                                        </p:tgtEl>
                                        <p:attrNameLst>
                                          <p:attrName>ppt_x</p:attrName>
                                        </p:attrNameLst>
                                      </p:cBhvr>
                                      <p:tavLst>
                                        <p:tav tm="0">
                                          <p:val>
                                            <p:strVal val="#ppt_x"/>
                                          </p:val>
                                        </p:tav>
                                        <p:tav tm="100000">
                                          <p:val>
                                            <p:strVal val="#ppt_x"/>
                                          </p:val>
                                        </p:tav>
                                      </p:tavLst>
                                    </p:anim>
                                    <p:anim calcmode="lin" valueType="num">
                                      <p:cBhvr>
                                        <p:cTn id="101"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42" presetClass="entr" presetSubtype="0" fill="hold" grpId="0" nodeType="clickEffect">
                                  <p:stCondLst>
                                    <p:cond delay="0"/>
                                  </p:stCondLst>
                                  <p:childTnLst>
                                    <p:set>
                                      <p:cBhvr>
                                        <p:cTn id="105" dur="1" fill="hold">
                                          <p:stCondLst>
                                            <p:cond delay="0"/>
                                          </p:stCondLst>
                                        </p:cTn>
                                        <p:tgtEl>
                                          <p:spTgt spid="17"/>
                                        </p:tgtEl>
                                        <p:attrNameLst>
                                          <p:attrName>style.visibility</p:attrName>
                                        </p:attrNameLst>
                                      </p:cBhvr>
                                      <p:to>
                                        <p:strVal val="visible"/>
                                      </p:to>
                                    </p:set>
                                    <p:animEffect transition="in" filter="fade">
                                      <p:cBhvr>
                                        <p:cTn id="106" dur="1000"/>
                                        <p:tgtEl>
                                          <p:spTgt spid="17"/>
                                        </p:tgtEl>
                                      </p:cBhvr>
                                    </p:animEffect>
                                    <p:anim calcmode="lin" valueType="num">
                                      <p:cBhvr>
                                        <p:cTn id="107" dur="1000" fill="hold"/>
                                        <p:tgtEl>
                                          <p:spTgt spid="17"/>
                                        </p:tgtEl>
                                        <p:attrNameLst>
                                          <p:attrName>ppt_x</p:attrName>
                                        </p:attrNameLst>
                                      </p:cBhvr>
                                      <p:tavLst>
                                        <p:tav tm="0">
                                          <p:val>
                                            <p:strVal val="#ppt_x"/>
                                          </p:val>
                                        </p:tav>
                                        <p:tav tm="100000">
                                          <p:val>
                                            <p:strVal val="#ppt_x"/>
                                          </p:val>
                                        </p:tav>
                                      </p:tavLst>
                                    </p:anim>
                                    <p:anim calcmode="lin" valueType="num">
                                      <p:cBhvr>
                                        <p:cTn id="108"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42" presetClass="entr" presetSubtype="0" fill="hold" grpId="0" nodeType="clickEffect">
                                  <p:stCondLst>
                                    <p:cond delay="0"/>
                                  </p:stCondLst>
                                  <p:childTnLst>
                                    <p:set>
                                      <p:cBhvr>
                                        <p:cTn id="112" dur="1" fill="hold">
                                          <p:stCondLst>
                                            <p:cond delay="0"/>
                                          </p:stCondLst>
                                        </p:cTn>
                                        <p:tgtEl>
                                          <p:spTgt spid="23"/>
                                        </p:tgtEl>
                                        <p:attrNameLst>
                                          <p:attrName>style.visibility</p:attrName>
                                        </p:attrNameLst>
                                      </p:cBhvr>
                                      <p:to>
                                        <p:strVal val="visible"/>
                                      </p:to>
                                    </p:set>
                                    <p:animEffect transition="in" filter="fade">
                                      <p:cBhvr>
                                        <p:cTn id="113" dur="1000"/>
                                        <p:tgtEl>
                                          <p:spTgt spid="23"/>
                                        </p:tgtEl>
                                      </p:cBhvr>
                                    </p:animEffect>
                                    <p:anim calcmode="lin" valueType="num">
                                      <p:cBhvr>
                                        <p:cTn id="114" dur="1000" fill="hold"/>
                                        <p:tgtEl>
                                          <p:spTgt spid="23"/>
                                        </p:tgtEl>
                                        <p:attrNameLst>
                                          <p:attrName>ppt_x</p:attrName>
                                        </p:attrNameLst>
                                      </p:cBhvr>
                                      <p:tavLst>
                                        <p:tav tm="0">
                                          <p:val>
                                            <p:strVal val="#ppt_x"/>
                                          </p:val>
                                        </p:tav>
                                        <p:tav tm="100000">
                                          <p:val>
                                            <p:strVal val="#ppt_x"/>
                                          </p:val>
                                        </p:tav>
                                      </p:tavLst>
                                    </p:anim>
                                    <p:anim calcmode="lin" valueType="num">
                                      <p:cBhvr>
                                        <p:cTn id="115"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animBg="1"/>
      <p:bldP spid="7" grpId="0"/>
      <p:bldP spid="8" grpId="0" animBg="1"/>
      <p:bldP spid="9" grpId="0" animBg="1"/>
      <p:bldP spid="10" grpId="0" animBg="1"/>
      <p:bldP spid="11" grpId="0" animBg="1"/>
      <p:bldP spid="13" grpId="0"/>
      <p:bldP spid="14" grpId="0"/>
      <p:bldP spid="15" grpId="0"/>
      <p:bldP spid="16" grpId="0" animBg="1"/>
      <p:bldP spid="17" grpId="0"/>
      <p:bldP spid="18" grpId="0" animBg="1"/>
      <p:bldP spid="19" grpId="0" animBg="1"/>
      <p:bldP spid="20" grpId="0" animBg="1"/>
      <p:bldP spid="21" grpId="0" animBg="1"/>
      <p:bldP spid="22" grpId="0"/>
      <p:bldP spid="2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34D36-31BF-2ECB-EB78-9799DB170824}"/>
              </a:ext>
            </a:extLst>
          </p:cNvPr>
          <p:cNvSpPr>
            <a:spLocks noGrp="1"/>
          </p:cNvSpPr>
          <p:nvPr>
            <p:ph type="title"/>
          </p:nvPr>
        </p:nvSpPr>
        <p:spPr/>
        <p:txBody>
          <a:bodyPr/>
          <a:lstStyle/>
          <a:p>
            <a:r>
              <a:rPr lang="en-IN" dirty="0"/>
              <a:t>Java Script</a:t>
            </a:r>
          </a:p>
        </p:txBody>
      </p:sp>
      <p:sp>
        <p:nvSpPr>
          <p:cNvPr id="3" name="TextBox 2">
            <a:extLst>
              <a:ext uri="{FF2B5EF4-FFF2-40B4-BE49-F238E27FC236}">
                <a16:creationId xmlns:a16="http://schemas.microsoft.com/office/drawing/2014/main" id="{151B8ED7-4997-1A78-1CA8-8F53F8E527C5}"/>
              </a:ext>
            </a:extLst>
          </p:cNvPr>
          <p:cNvSpPr txBox="1"/>
          <p:nvPr/>
        </p:nvSpPr>
        <p:spPr>
          <a:xfrm>
            <a:off x="189756" y="784925"/>
            <a:ext cx="11809313" cy="3477875"/>
          </a:xfrm>
          <a:prstGeom prst="rect">
            <a:avLst/>
          </a:prstGeom>
          <a:noFill/>
        </p:spPr>
        <p:txBody>
          <a:bodyPr wrap="square" rtlCol="0">
            <a:spAutoFit/>
          </a:bodyPr>
          <a:lstStyle/>
          <a:p>
            <a:pPr marL="342900" indent="-342900">
              <a:buFont typeface="Arial" panose="020B0604020202020204" pitchFamily="34" charset="0"/>
              <a:buChar char="•"/>
            </a:pPr>
            <a:r>
              <a:rPr lang="en-IN" sz="2000" dirty="0">
                <a:solidFill>
                  <a:srgbClr val="FFFF00"/>
                </a:solidFill>
              </a:rPr>
              <a:t>JS is a case-sensitive programming language e.g. </a:t>
            </a:r>
            <a:r>
              <a:rPr lang="en-IN" sz="2000" dirty="0" err="1">
                <a:solidFill>
                  <a:srgbClr val="FFFF00"/>
                </a:solidFill>
              </a:rPr>
              <a:t>iloveindia</a:t>
            </a:r>
            <a:r>
              <a:rPr lang="en-IN" sz="2000" dirty="0">
                <a:solidFill>
                  <a:srgbClr val="FFFF00"/>
                </a:solidFill>
              </a:rPr>
              <a:t> is different from </a:t>
            </a:r>
            <a:r>
              <a:rPr lang="en-IN" sz="2000" dirty="0" err="1">
                <a:solidFill>
                  <a:srgbClr val="FFFF00"/>
                </a:solidFill>
              </a:rPr>
              <a:t>iLoveIndia</a:t>
            </a:r>
            <a:endParaRPr lang="en-IN" sz="2000" dirty="0">
              <a:solidFill>
                <a:srgbClr val="FFFF00"/>
              </a:solidFill>
            </a:endParaRPr>
          </a:p>
          <a:p>
            <a:pPr marL="342900" indent="-342900">
              <a:buFont typeface="Arial" panose="020B0604020202020204" pitchFamily="34" charset="0"/>
              <a:buChar char="•"/>
            </a:pPr>
            <a:r>
              <a:rPr lang="en-IN" sz="2000" dirty="0">
                <a:solidFill>
                  <a:srgbClr val="FFFF00"/>
                </a:solidFill>
              </a:rPr>
              <a:t>Every statement in JS ends with Semi-colon</a:t>
            </a:r>
          </a:p>
          <a:p>
            <a:pPr marL="342900" indent="-342900">
              <a:buFont typeface="Arial" panose="020B0604020202020204" pitchFamily="34" charset="0"/>
              <a:buChar char="•"/>
            </a:pPr>
            <a:r>
              <a:rPr lang="en-IN" sz="2000" dirty="0">
                <a:solidFill>
                  <a:srgbClr val="FFFF00"/>
                </a:solidFill>
              </a:rPr>
              <a:t>When we create a variable or function, we follow camel-case naming convention.</a:t>
            </a:r>
          </a:p>
          <a:p>
            <a:r>
              <a:rPr lang="en-IN" sz="2000" dirty="0" err="1">
                <a:solidFill>
                  <a:srgbClr val="FFFF00"/>
                </a:solidFill>
              </a:rPr>
              <a:t>Iloveindia</a:t>
            </a:r>
            <a:r>
              <a:rPr lang="en-IN" sz="2000" dirty="0">
                <a:solidFill>
                  <a:srgbClr val="FFFF00"/>
                </a:solidFill>
              </a:rPr>
              <a:t> </a:t>
            </a:r>
            <a:r>
              <a:rPr lang="en-IN" sz="2000" dirty="0">
                <a:solidFill>
                  <a:srgbClr val="FFFF00"/>
                </a:solidFill>
                <a:sym typeface="Wingdings" panose="05000000000000000000" pitchFamily="2" charset="2"/>
              </a:rPr>
              <a:t> </a:t>
            </a:r>
            <a:r>
              <a:rPr lang="en-IN" sz="2000" dirty="0" err="1">
                <a:solidFill>
                  <a:srgbClr val="FFFF00"/>
                </a:solidFill>
                <a:sym typeface="Wingdings" panose="05000000000000000000" pitchFamily="2" charset="2"/>
              </a:rPr>
              <a:t>iLoveIndia</a:t>
            </a:r>
            <a:r>
              <a:rPr lang="en-IN" sz="2000" dirty="0">
                <a:solidFill>
                  <a:srgbClr val="FFFF00"/>
                </a:solidFill>
                <a:sym typeface="Wingdings" panose="05000000000000000000" pitchFamily="2" charset="2"/>
              </a:rPr>
              <a:t>	</a:t>
            </a:r>
            <a:r>
              <a:rPr lang="en-IN" sz="2000" dirty="0" err="1">
                <a:solidFill>
                  <a:srgbClr val="FFFF00"/>
                </a:solidFill>
                <a:sym typeface="Wingdings" panose="05000000000000000000" pitchFamily="2" charset="2"/>
              </a:rPr>
              <a:t>wearelearningJS</a:t>
            </a:r>
            <a:r>
              <a:rPr lang="en-IN" sz="2000" dirty="0">
                <a:solidFill>
                  <a:srgbClr val="FFFF00"/>
                </a:solidFill>
                <a:sym typeface="Wingdings" panose="05000000000000000000" pitchFamily="2" charset="2"/>
              </a:rPr>
              <a:t>  </a:t>
            </a:r>
            <a:r>
              <a:rPr lang="en-IN" sz="2000" dirty="0" err="1">
                <a:solidFill>
                  <a:srgbClr val="FFFF00"/>
                </a:solidFill>
                <a:sym typeface="Wingdings" panose="05000000000000000000" pitchFamily="2" charset="2"/>
              </a:rPr>
              <a:t>weAreLearningJS</a:t>
            </a:r>
            <a:endParaRPr lang="en-IN" sz="2000" dirty="0">
              <a:solidFill>
                <a:srgbClr val="FFFF00"/>
              </a:solidFill>
              <a:sym typeface="Wingdings" panose="05000000000000000000" pitchFamily="2" charset="2"/>
            </a:endParaRPr>
          </a:p>
          <a:p>
            <a:pPr marL="342900" indent="-342900">
              <a:buFont typeface="Arial" panose="020B0604020202020204" pitchFamily="34" charset="0"/>
              <a:buChar char="•"/>
            </a:pPr>
            <a:r>
              <a:rPr lang="en-IN" sz="2000" dirty="0">
                <a:solidFill>
                  <a:srgbClr val="FFFF00"/>
                </a:solidFill>
                <a:sym typeface="Wingdings" panose="05000000000000000000" pitchFamily="2" charset="2"/>
              </a:rPr>
              <a:t>If you create a variable and do not assign a value to it, it becomes NULL, any operation with NULL becomes NULL</a:t>
            </a:r>
          </a:p>
          <a:p>
            <a:pPr marL="342900" indent="-342900">
              <a:buFont typeface="Arial" panose="020B0604020202020204" pitchFamily="34" charset="0"/>
              <a:buChar char="•"/>
            </a:pPr>
            <a:r>
              <a:rPr lang="en-IN" sz="2000" dirty="0">
                <a:solidFill>
                  <a:srgbClr val="FFFF00"/>
                </a:solidFill>
                <a:sym typeface="Wingdings" panose="05000000000000000000" pitchFamily="2" charset="2"/>
              </a:rPr>
              <a:t>When we create variables, we don’t need to assign data types, based on the value, the data type will be assigned automatically.</a:t>
            </a:r>
          </a:p>
          <a:p>
            <a:pPr marL="342900" indent="-342900">
              <a:buFont typeface="Arial" panose="020B0604020202020204" pitchFamily="34" charset="0"/>
              <a:buChar char="•"/>
            </a:pPr>
            <a:r>
              <a:rPr lang="en-IN" sz="2000" dirty="0">
                <a:solidFill>
                  <a:srgbClr val="FFFF00"/>
                </a:solidFill>
                <a:sym typeface="Wingdings" panose="05000000000000000000" pitchFamily="2" charset="2"/>
              </a:rPr>
              <a:t>The = is an assignment operator and ==, === are comparison operator  IF(a===b)</a:t>
            </a:r>
          </a:p>
          <a:p>
            <a:pPr marL="342900" indent="-342900">
              <a:buFont typeface="Arial" panose="020B0604020202020204" pitchFamily="34" charset="0"/>
              <a:buChar char="•"/>
            </a:pPr>
            <a:r>
              <a:rPr lang="en-IN" sz="2000" dirty="0">
                <a:solidFill>
                  <a:srgbClr val="FFFF00"/>
                </a:solidFill>
                <a:sym typeface="Wingdings" panose="05000000000000000000" pitchFamily="2" charset="2"/>
              </a:rPr>
              <a:t>Java Script is a </a:t>
            </a:r>
            <a:r>
              <a:rPr lang="en-IN" sz="2000" u="sng" dirty="0">
                <a:solidFill>
                  <a:srgbClr val="FFFF00"/>
                </a:solidFill>
                <a:sym typeface="Wingdings" panose="05000000000000000000" pitchFamily="2" charset="2"/>
              </a:rPr>
              <a:t>Asynchronous Non Blocking IO </a:t>
            </a:r>
            <a:r>
              <a:rPr lang="en-IN" sz="2000" dirty="0">
                <a:solidFill>
                  <a:srgbClr val="FFFF00"/>
                </a:solidFill>
                <a:sym typeface="Wingdings" panose="05000000000000000000" pitchFamily="2" charset="2"/>
              </a:rPr>
              <a:t>programming language</a:t>
            </a:r>
          </a:p>
          <a:p>
            <a:pPr marL="342900" indent="-342900">
              <a:buFont typeface="Arial" panose="020B0604020202020204" pitchFamily="34" charset="0"/>
              <a:buChar char="•"/>
            </a:pPr>
            <a:endParaRPr lang="en-IN" sz="2000" dirty="0">
              <a:solidFill>
                <a:srgbClr val="FFFF00"/>
              </a:solidFill>
            </a:endParaRPr>
          </a:p>
        </p:txBody>
      </p:sp>
    </p:spTree>
    <p:extLst>
      <p:ext uri="{BB962C8B-B14F-4D97-AF65-F5344CB8AC3E}">
        <p14:creationId xmlns:p14="http://schemas.microsoft.com/office/powerpoint/2010/main" val="4194709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256EF-8058-9348-D163-F9CF8D8E55B6}"/>
              </a:ext>
            </a:extLst>
          </p:cNvPr>
          <p:cNvSpPr>
            <a:spLocks noGrp="1"/>
          </p:cNvSpPr>
          <p:nvPr>
            <p:ph type="title"/>
          </p:nvPr>
        </p:nvSpPr>
        <p:spPr/>
        <p:txBody>
          <a:bodyPr/>
          <a:lstStyle/>
          <a:p>
            <a:r>
              <a:rPr lang="en-US" dirty="0"/>
              <a:t>Variables</a:t>
            </a:r>
          </a:p>
        </p:txBody>
      </p:sp>
      <p:sp>
        <p:nvSpPr>
          <p:cNvPr id="3" name="Rectangle 2">
            <a:extLst>
              <a:ext uri="{FF2B5EF4-FFF2-40B4-BE49-F238E27FC236}">
                <a16:creationId xmlns:a16="http://schemas.microsoft.com/office/drawing/2014/main" id="{1F25AA40-EABB-2E21-9646-99394B3CFEA6}"/>
              </a:ext>
            </a:extLst>
          </p:cNvPr>
          <p:cNvSpPr/>
          <p:nvPr/>
        </p:nvSpPr>
        <p:spPr>
          <a:xfrm>
            <a:off x="765820" y="1124744"/>
            <a:ext cx="2808312" cy="711081"/>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22225">
                  <a:solidFill>
                    <a:schemeClr val="accent2"/>
                  </a:solidFill>
                  <a:prstDash val="solid"/>
                </a:ln>
                <a:solidFill>
                  <a:schemeClr val="accent2">
                    <a:lumMod val="40000"/>
                    <a:lumOff val="60000"/>
                  </a:schemeClr>
                </a:solidFill>
              </a:rPr>
              <a:t>Scalar Variables</a:t>
            </a:r>
          </a:p>
        </p:txBody>
      </p:sp>
      <p:sp>
        <p:nvSpPr>
          <p:cNvPr id="4" name="Rectangle 3">
            <a:extLst>
              <a:ext uri="{FF2B5EF4-FFF2-40B4-BE49-F238E27FC236}">
                <a16:creationId xmlns:a16="http://schemas.microsoft.com/office/drawing/2014/main" id="{E0867525-E43F-E549-F2C3-4B70A9760A10}"/>
              </a:ext>
            </a:extLst>
          </p:cNvPr>
          <p:cNvSpPr/>
          <p:nvPr/>
        </p:nvSpPr>
        <p:spPr>
          <a:xfrm>
            <a:off x="4942284" y="1124743"/>
            <a:ext cx="2808312" cy="711081"/>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22225">
                  <a:solidFill>
                    <a:schemeClr val="accent2"/>
                  </a:solidFill>
                  <a:prstDash val="solid"/>
                </a:ln>
                <a:solidFill>
                  <a:schemeClr val="accent2">
                    <a:lumMod val="40000"/>
                    <a:lumOff val="60000"/>
                  </a:schemeClr>
                </a:solidFill>
              </a:rPr>
              <a:t>Array</a:t>
            </a:r>
          </a:p>
        </p:txBody>
      </p:sp>
      <p:sp>
        <p:nvSpPr>
          <p:cNvPr id="5" name="Rectangle 4">
            <a:extLst>
              <a:ext uri="{FF2B5EF4-FFF2-40B4-BE49-F238E27FC236}">
                <a16:creationId xmlns:a16="http://schemas.microsoft.com/office/drawing/2014/main" id="{B028E0A2-58FF-DF31-76A3-A64FD7942A7F}"/>
              </a:ext>
            </a:extLst>
          </p:cNvPr>
          <p:cNvSpPr/>
          <p:nvPr/>
        </p:nvSpPr>
        <p:spPr>
          <a:xfrm>
            <a:off x="8902724" y="1124743"/>
            <a:ext cx="2808312" cy="711081"/>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n w="22225">
                  <a:solidFill>
                    <a:schemeClr val="accent2"/>
                  </a:solidFill>
                  <a:prstDash val="solid"/>
                </a:ln>
                <a:solidFill>
                  <a:schemeClr val="accent2">
                    <a:lumMod val="40000"/>
                    <a:lumOff val="60000"/>
                  </a:schemeClr>
                </a:solidFill>
              </a:rPr>
              <a:t>Objects</a:t>
            </a:r>
          </a:p>
        </p:txBody>
      </p:sp>
      <mc:AlternateContent xmlns:mc="http://schemas.openxmlformats.org/markup-compatibility/2006" xmlns:p14="http://schemas.microsoft.com/office/powerpoint/2010/main">
        <mc:Choice Requires="p14">
          <p:contentPart p14:bwMode="auto" r:id="rId2">
            <p14:nvContentPartPr>
              <p14:cNvPr id="234" name="Ink 233">
                <a:extLst>
                  <a:ext uri="{FF2B5EF4-FFF2-40B4-BE49-F238E27FC236}">
                    <a16:creationId xmlns:a16="http://schemas.microsoft.com/office/drawing/2014/main" id="{A55BC179-4D92-3BBA-CC6E-C96054380151}"/>
                  </a:ext>
                </a:extLst>
              </p14:cNvPr>
              <p14:cNvContentPartPr/>
              <p14:nvPr/>
            </p14:nvContentPartPr>
            <p14:xfrm>
              <a:off x="4529325" y="992830"/>
              <a:ext cx="360" cy="360"/>
            </p14:xfrm>
          </p:contentPart>
        </mc:Choice>
        <mc:Fallback xmlns="">
          <p:pic>
            <p:nvPicPr>
              <p:cNvPr id="234" name="Ink 233">
                <a:extLst>
                  <a:ext uri="{FF2B5EF4-FFF2-40B4-BE49-F238E27FC236}">
                    <a16:creationId xmlns:a16="http://schemas.microsoft.com/office/drawing/2014/main" id="{A55BC179-4D92-3BBA-CC6E-C96054380151}"/>
                  </a:ext>
                </a:extLst>
              </p:cNvPr>
              <p:cNvPicPr/>
              <p:nvPr/>
            </p:nvPicPr>
            <p:blipFill>
              <a:blip r:embed="rId3"/>
              <a:stretch>
                <a:fillRect/>
              </a:stretch>
            </p:blipFill>
            <p:spPr>
              <a:xfrm>
                <a:off x="4520685" y="984190"/>
                <a:ext cx="18000" cy="18000"/>
              </a:xfrm>
              <a:prstGeom prst="rect">
                <a:avLst/>
              </a:prstGeom>
            </p:spPr>
          </p:pic>
        </mc:Fallback>
      </mc:AlternateContent>
    </p:spTree>
    <p:extLst>
      <p:ext uri="{BB962C8B-B14F-4D97-AF65-F5344CB8AC3E}">
        <p14:creationId xmlns:p14="http://schemas.microsoft.com/office/powerpoint/2010/main" val="12468190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B366E-EB3F-A6ED-792A-9A77BDCDC404}"/>
              </a:ext>
            </a:extLst>
          </p:cNvPr>
          <p:cNvSpPr>
            <a:spLocks noGrp="1"/>
          </p:cNvSpPr>
          <p:nvPr>
            <p:ph type="title"/>
          </p:nvPr>
        </p:nvSpPr>
        <p:spPr/>
        <p:txBody>
          <a:bodyPr/>
          <a:lstStyle/>
          <a:p>
            <a:r>
              <a:rPr lang="en-US" dirty="0"/>
              <a:t>NPM – Node Package manager</a:t>
            </a:r>
          </a:p>
        </p:txBody>
      </p:sp>
      <p:sp>
        <p:nvSpPr>
          <p:cNvPr id="3" name="TextBox 2">
            <a:extLst>
              <a:ext uri="{FF2B5EF4-FFF2-40B4-BE49-F238E27FC236}">
                <a16:creationId xmlns:a16="http://schemas.microsoft.com/office/drawing/2014/main" id="{E435ECC9-0490-02A0-6C38-35F57A1469E1}"/>
              </a:ext>
            </a:extLst>
          </p:cNvPr>
          <p:cNvSpPr txBox="1"/>
          <p:nvPr/>
        </p:nvSpPr>
        <p:spPr>
          <a:xfrm>
            <a:off x="156593" y="908720"/>
            <a:ext cx="11809312" cy="5632311"/>
          </a:xfrm>
          <a:prstGeom prst="rect">
            <a:avLst/>
          </a:prstGeom>
          <a:noFill/>
        </p:spPr>
        <p:txBody>
          <a:bodyPr wrap="square" rtlCol="0">
            <a:spAutoFit/>
          </a:bodyPr>
          <a:lstStyle/>
          <a:p>
            <a:r>
              <a:rPr lang="en-US" sz="2000" dirty="0">
                <a:solidFill>
                  <a:schemeClr val="bg1"/>
                </a:solidFill>
              </a:rPr>
              <a:t>It is a dependency manager tool which gets installed along with node </a:t>
            </a:r>
            <a:r>
              <a:rPr lang="en-US" sz="2000" dirty="0" err="1">
                <a:solidFill>
                  <a:schemeClr val="bg1"/>
                </a:solidFill>
              </a:rPr>
              <a:t>js</a:t>
            </a:r>
            <a:r>
              <a:rPr lang="en-US" sz="2000" dirty="0">
                <a:solidFill>
                  <a:schemeClr val="bg1"/>
                </a:solidFill>
              </a:rPr>
              <a:t> in our system.</a:t>
            </a:r>
            <a:r>
              <a:rPr lang="en-IN" sz="2000" dirty="0">
                <a:solidFill>
                  <a:schemeClr val="bg1"/>
                </a:solidFill>
              </a:rPr>
              <a:t> Just like for java we had maven, we have </a:t>
            </a:r>
            <a:r>
              <a:rPr lang="en-IN" sz="2000" dirty="0" err="1">
                <a:solidFill>
                  <a:schemeClr val="bg1"/>
                </a:solidFill>
              </a:rPr>
              <a:t>npm</a:t>
            </a:r>
            <a:r>
              <a:rPr lang="en-IN" sz="2000" dirty="0">
                <a:solidFill>
                  <a:schemeClr val="bg1"/>
                </a:solidFill>
              </a:rPr>
              <a:t> for node </a:t>
            </a:r>
            <a:r>
              <a:rPr lang="en-IN" sz="2000" dirty="0" err="1">
                <a:solidFill>
                  <a:schemeClr val="bg1"/>
                </a:solidFill>
              </a:rPr>
              <a:t>js</a:t>
            </a:r>
            <a:r>
              <a:rPr lang="en-IN" sz="2000" dirty="0">
                <a:solidFill>
                  <a:schemeClr val="bg1"/>
                </a:solidFill>
              </a:rPr>
              <a:t>.</a:t>
            </a:r>
          </a:p>
          <a:p>
            <a:endParaRPr lang="en-IN" sz="2000" dirty="0">
              <a:solidFill>
                <a:schemeClr val="bg1"/>
              </a:solidFill>
            </a:endParaRPr>
          </a:p>
          <a:p>
            <a:r>
              <a:rPr lang="en-IN" sz="2000" dirty="0">
                <a:solidFill>
                  <a:schemeClr val="bg1"/>
                </a:solidFill>
              </a:rPr>
              <a:t>We can find millions of reusable node modules free on internet, which helps us avoid rebuilding everything/reinvent the wheel.</a:t>
            </a:r>
          </a:p>
          <a:p>
            <a:endParaRPr lang="en-IN" sz="2000" dirty="0">
              <a:solidFill>
                <a:schemeClr val="bg1"/>
              </a:solidFill>
            </a:endParaRPr>
          </a:p>
          <a:p>
            <a:r>
              <a:rPr lang="en-IN" sz="2000" dirty="0">
                <a:solidFill>
                  <a:schemeClr val="bg1"/>
                </a:solidFill>
              </a:rPr>
              <a:t>We can see world’s largest reusable code repository on </a:t>
            </a:r>
            <a:r>
              <a:rPr lang="en-IN" sz="2000" dirty="0">
                <a:solidFill>
                  <a:schemeClr val="bg1"/>
                </a:solidFill>
                <a:hlinkClick r:id="rId2">
                  <a:extLst>
                    <a:ext uri="{A12FA001-AC4F-418D-AE19-62706E023703}">
                      <ahyp:hlinkClr xmlns:ahyp="http://schemas.microsoft.com/office/drawing/2018/hyperlinkcolor" val="tx"/>
                    </a:ext>
                  </a:extLst>
                </a:hlinkClick>
              </a:rPr>
              <a:t>https://npmjs.com</a:t>
            </a:r>
            <a:endParaRPr lang="en-IN" sz="2000" dirty="0">
              <a:solidFill>
                <a:schemeClr val="bg1"/>
              </a:solidFill>
            </a:endParaRPr>
          </a:p>
          <a:p>
            <a:endParaRPr lang="en-IN" sz="2000" dirty="0">
              <a:solidFill>
                <a:schemeClr val="bg1"/>
              </a:solidFill>
            </a:endParaRPr>
          </a:p>
          <a:p>
            <a:r>
              <a:rPr lang="en-IN" sz="2000" dirty="0">
                <a:solidFill>
                  <a:schemeClr val="bg1"/>
                </a:solidFill>
              </a:rPr>
              <a:t>If we want to install any node module</a:t>
            </a:r>
          </a:p>
          <a:p>
            <a:endParaRPr lang="en-IN" sz="2000" dirty="0">
              <a:solidFill>
                <a:schemeClr val="bg1"/>
              </a:solidFill>
            </a:endParaRPr>
          </a:p>
          <a:p>
            <a:pPr marL="457200" indent="-457200">
              <a:buAutoNum type="arabicPeriod"/>
            </a:pPr>
            <a:r>
              <a:rPr lang="en-IN" sz="2000" dirty="0">
                <a:solidFill>
                  <a:schemeClr val="bg1"/>
                </a:solidFill>
              </a:rPr>
              <a:t>Globally - @computer level, all projects can reuse, option used to install CLI. </a:t>
            </a:r>
          </a:p>
          <a:p>
            <a:r>
              <a:rPr lang="en-IN" sz="2000" b="1" dirty="0" err="1">
                <a:solidFill>
                  <a:schemeClr val="bg1"/>
                </a:solidFill>
              </a:rPr>
              <a:t>npm</a:t>
            </a:r>
            <a:r>
              <a:rPr lang="en-IN" sz="2000" b="1" dirty="0">
                <a:solidFill>
                  <a:schemeClr val="bg1"/>
                </a:solidFill>
              </a:rPr>
              <a:t> install -g module</a:t>
            </a:r>
            <a:endParaRPr lang="en-IN" sz="2000" dirty="0">
              <a:solidFill>
                <a:schemeClr val="bg1"/>
              </a:solidFill>
            </a:endParaRPr>
          </a:p>
          <a:p>
            <a:pPr marL="457200" indent="-457200">
              <a:buAutoNum type="arabicPeriod"/>
            </a:pPr>
            <a:r>
              <a:rPr lang="en-IN" sz="2000" dirty="0">
                <a:solidFill>
                  <a:schemeClr val="bg1"/>
                </a:solidFill>
              </a:rPr>
              <a:t>With in the project  - @localproject level, only single project can use</a:t>
            </a:r>
          </a:p>
          <a:p>
            <a:r>
              <a:rPr lang="en-IN" sz="2000" b="1" dirty="0" err="1">
                <a:solidFill>
                  <a:schemeClr val="bg1"/>
                </a:solidFill>
              </a:rPr>
              <a:t>npm</a:t>
            </a:r>
            <a:r>
              <a:rPr lang="en-IN" sz="2000" b="1" dirty="0">
                <a:solidFill>
                  <a:schemeClr val="bg1"/>
                </a:solidFill>
              </a:rPr>
              <a:t> install module</a:t>
            </a:r>
          </a:p>
          <a:p>
            <a:endParaRPr lang="en-IN" sz="2000" b="1" dirty="0">
              <a:solidFill>
                <a:schemeClr val="bg1"/>
              </a:solidFill>
            </a:endParaRPr>
          </a:p>
          <a:p>
            <a:r>
              <a:rPr lang="en-IN" sz="2000" dirty="0">
                <a:solidFill>
                  <a:schemeClr val="bg1"/>
                </a:solidFill>
              </a:rPr>
              <a:t>When we build java project, we saw a pom.xml which contains dependencies. We have the </a:t>
            </a:r>
            <a:r>
              <a:rPr lang="en-IN" sz="2000" b="1" dirty="0" err="1">
                <a:solidFill>
                  <a:schemeClr val="bg1"/>
                </a:solidFill>
              </a:rPr>
              <a:t>package.json</a:t>
            </a:r>
            <a:r>
              <a:rPr lang="en-IN" sz="2000" b="1" dirty="0">
                <a:solidFill>
                  <a:schemeClr val="bg1"/>
                </a:solidFill>
              </a:rPr>
              <a:t> </a:t>
            </a:r>
            <a:r>
              <a:rPr lang="en-IN" sz="2000" dirty="0">
                <a:solidFill>
                  <a:schemeClr val="bg1"/>
                </a:solidFill>
              </a:rPr>
              <a:t>file in node project which contains details about our entire project and its dependencies. To create this we use </a:t>
            </a:r>
            <a:r>
              <a:rPr lang="en-IN" sz="2000" b="1" dirty="0" err="1">
                <a:solidFill>
                  <a:schemeClr val="bg1"/>
                </a:solidFill>
              </a:rPr>
              <a:t>npm</a:t>
            </a:r>
            <a:r>
              <a:rPr lang="en-IN" sz="2000" b="1" dirty="0">
                <a:solidFill>
                  <a:schemeClr val="bg1"/>
                </a:solidFill>
              </a:rPr>
              <a:t> </a:t>
            </a:r>
            <a:r>
              <a:rPr lang="en-IN" sz="2000" b="1" dirty="0" err="1">
                <a:solidFill>
                  <a:schemeClr val="bg1"/>
                </a:solidFill>
              </a:rPr>
              <a:t>init</a:t>
            </a:r>
            <a:r>
              <a:rPr lang="en-IN" sz="2000" b="1" dirty="0">
                <a:solidFill>
                  <a:schemeClr val="bg1"/>
                </a:solidFill>
              </a:rPr>
              <a:t> </a:t>
            </a:r>
            <a:r>
              <a:rPr lang="en-IN" sz="2000" dirty="0">
                <a:solidFill>
                  <a:schemeClr val="bg1"/>
                </a:solidFill>
              </a:rPr>
              <a:t>command.</a:t>
            </a:r>
          </a:p>
        </p:txBody>
      </p:sp>
    </p:spTree>
    <p:extLst>
      <p:ext uri="{BB962C8B-B14F-4D97-AF65-F5344CB8AC3E}">
        <p14:creationId xmlns:p14="http://schemas.microsoft.com/office/powerpoint/2010/main" val="1782526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1000"/>
                                        <p:tgtEl>
                                          <p:spTgt spid="3">
                                            <p:txEl>
                                              <p:pRg st="6" end="6"/>
                                            </p:txEl>
                                          </p:spTgt>
                                        </p:tgtEl>
                                      </p:cBhvr>
                                    </p:animEffect>
                                    <p:anim calcmode="lin" valueType="num">
                                      <p:cBhvr>
                                        <p:cTn id="2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1000"/>
                                        <p:tgtEl>
                                          <p:spTgt spid="3">
                                            <p:txEl>
                                              <p:pRg st="8" end="8"/>
                                            </p:txEl>
                                          </p:spTgt>
                                        </p:tgtEl>
                                      </p:cBhvr>
                                    </p:animEffect>
                                    <p:anim calcmode="lin" valueType="num">
                                      <p:cBhvr>
                                        <p:cTn id="36"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8" end="8"/>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fade">
                                      <p:cBhvr>
                                        <p:cTn id="40" dur="1000"/>
                                        <p:tgtEl>
                                          <p:spTgt spid="3">
                                            <p:txEl>
                                              <p:pRg st="9" end="9"/>
                                            </p:txEl>
                                          </p:spTgt>
                                        </p:tgtEl>
                                      </p:cBhvr>
                                    </p:animEffect>
                                    <p:anim calcmode="lin" valueType="num">
                                      <p:cBhvr>
                                        <p:cTn id="4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9" end="9"/>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animEffect transition="in" filter="fade">
                                      <p:cBhvr>
                                        <p:cTn id="45" dur="1000"/>
                                        <p:tgtEl>
                                          <p:spTgt spid="3">
                                            <p:txEl>
                                              <p:pRg st="10" end="10"/>
                                            </p:txEl>
                                          </p:spTgt>
                                        </p:tgtEl>
                                      </p:cBhvr>
                                    </p:animEffect>
                                    <p:anim calcmode="lin" valueType="num">
                                      <p:cBhvr>
                                        <p:cTn id="46"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47"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9" dur="1" fill="hold">
                                          <p:stCondLst>
                                            <p:cond delay="0"/>
                                          </p:stCondLst>
                                        </p:cTn>
                                        <p:tgtEl>
                                          <p:spTgt spid="3">
                                            <p:txEl>
                                              <p:pRg st="11" end="11"/>
                                            </p:txEl>
                                          </p:spTgt>
                                        </p:tgtEl>
                                        <p:attrNameLst>
                                          <p:attrName>style.visibility</p:attrName>
                                        </p:attrNameLst>
                                      </p:cBhvr>
                                      <p:to>
                                        <p:strVal val="visible"/>
                                      </p:to>
                                    </p:set>
                                    <p:animEffect transition="in" filter="fade">
                                      <p:cBhvr>
                                        <p:cTn id="50" dur="1000"/>
                                        <p:tgtEl>
                                          <p:spTgt spid="3">
                                            <p:txEl>
                                              <p:pRg st="11" end="11"/>
                                            </p:txEl>
                                          </p:spTgt>
                                        </p:tgtEl>
                                      </p:cBhvr>
                                    </p:animEffect>
                                    <p:anim calcmode="lin" valueType="num">
                                      <p:cBhvr>
                                        <p:cTn id="51"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52"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3">
                                            <p:txEl>
                                              <p:pRg st="13" end="13"/>
                                            </p:txEl>
                                          </p:spTgt>
                                        </p:tgtEl>
                                        <p:attrNameLst>
                                          <p:attrName>style.visibility</p:attrName>
                                        </p:attrNameLst>
                                      </p:cBhvr>
                                      <p:to>
                                        <p:strVal val="visible"/>
                                      </p:to>
                                    </p:set>
                                    <p:animEffect transition="in" filter="fade">
                                      <p:cBhvr>
                                        <p:cTn id="57" dur="1000"/>
                                        <p:tgtEl>
                                          <p:spTgt spid="3">
                                            <p:txEl>
                                              <p:pRg st="13" end="13"/>
                                            </p:txEl>
                                          </p:spTgt>
                                        </p:tgtEl>
                                      </p:cBhvr>
                                    </p:animEffect>
                                    <p:anim calcmode="lin" valueType="num">
                                      <p:cBhvr>
                                        <p:cTn id="58"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59" dur="1000" fill="hold"/>
                                        <p:tgtEl>
                                          <p:spTgt spid="3">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845FE-E470-0E03-4F29-7271AACA672B}"/>
              </a:ext>
            </a:extLst>
          </p:cNvPr>
          <p:cNvSpPr>
            <a:spLocks noGrp="1"/>
          </p:cNvSpPr>
          <p:nvPr>
            <p:ph type="title"/>
          </p:nvPr>
        </p:nvSpPr>
        <p:spPr/>
        <p:txBody>
          <a:bodyPr/>
          <a:lstStyle/>
          <a:p>
            <a:r>
              <a:rPr lang="en-US" dirty="0"/>
              <a:t>Hands on: Node JS</a:t>
            </a:r>
          </a:p>
        </p:txBody>
      </p:sp>
      <p:sp>
        <p:nvSpPr>
          <p:cNvPr id="3" name="TextBox 2">
            <a:extLst>
              <a:ext uri="{FF2B5EF4-FFF2-40B4-BE49-F238E27FC236}">
                <a16:creationId xmlns:a16="http://schemas.microsoft.com/office/drawing/2014/main" id="{15CEA730-A4E9-FF73-F878-8FE032C7DC28}"/>
              </a:ext>
            </a:extLst>
          </p:cNvPr>
          <p:cNvSpPr txBox="1"/>
          <p:nvPr/>
        </p:nvSpPr>
        <p:spPr>
          <a:xfrm>
            <a:off x="189756" y="1052736"/>
            <a:ext cx="11593288" cy="2677656"/>
          </a:xfrm>
          <a:prstGeom prst="rect">
            <a:avLst/>
          </a:prstGeom>
          <a:noFill/>
        </p:spPr>
        <p:txBody>
          <a:bodyPr wrap="square" rtlCol="0">
            <a:spAutoFit/>
          </a:bodyPr>
          <a:lstStyle/>
          <a:p>
            <a:r>
              <a:rPr lang="en-US" b="1" dirty="0">
                <a:solidFill>
                  <a:schemeClr val="bg1"/>
                </a:solidFill>
              </a:rPr>
              <a:t>Solution:</a:t>
            </a:r>
          </a:p>
          <a:p>
            <a:r>
              <a:rPr lang="en-US" dirty="0">
                <a:hlinkClick r:id="rId2"/>
              </a:rPr>
              <a:t>https://github.com/soyuztechnologies/BTP_Architect_Training/blob/master/Day%203/02basicnode.zip</a:t>
            </a:r>
            <a:endParaRPr lang="en-US" dirty="0"/>
          </a:p>
          <a:p>
            <a:endParaRPr lang="en-US" dirty="0"/>
          </a:p>
          <a:p>
            <a:r>
              <a:rPr lang="en-US" b="1" dirty="0">
                <a:solidFill>
                  <a:schemeClr val="bg1"/>
                </a:solidFill>
              </a:rPr>
              <a:t>Node Microservice Solution:</a:t>
            </a:r>
          </a:p>
          <a:p>
            <a:r>
              <a:rPr lang="en-US" dirty="0">
                <a:hlinkClick r:id="rId3"/>
              </a:rPr>
              <a:t>https://github.com/soyuztechnologies/BTP_Architect_Training/blob/master/Day%203/03Nodemicroservice.zip</a:t>
            </a:r>
            <a:r>
              <a:rPr lang="en-US" dirty="0"/>
              <a:t> </a:t>
            </a:r>
          </a:p>
        </p:txBody>
      </p:sp>
      <p:pic>
        <p:nvPicPr>
          <p:cNvPr id="2052" name="Picture 4" descr="Node.js - Wikipedia">
            <a:extLst>
              <a:ext uri="{FF2B5EF4-FFF2-40B4-BE49-F238E27FC236}">
                <a16:creationId xmlns:a16="http://schemas.microsoft.com/office/drawing/2014/main" id="{70CE5CA1-BBAA-EDD7-6748-2F2AFDF9240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97868" y="3998203"/>
            <a:ext cx="3840310" cy="234888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Microservices in Java? Never.. There has been an ever growing number… | by  Elliot Forbes | codeburst">
            <a:extLst>
              <a:ext uri="{FF2B5EF4-FFF2-40B4-BE49-F238E27FC236}">
                <a16:creationId xmlns:a16="http://schemas.microsoft.com/office/drawing/2014/main" id="{D4A1178E-F45B-050D-39A4-B6A645AFCB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2564" y="3510257"/>
            <a:ext cx="285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2244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Variables in JS</a:t>
            </a:r>
          </a:p>
        </p:txBody>
      </p:sp>
    </p:spTree>
    <p:extLst>
      <p:ext uri="{BB962C8B-B14F-4D97-AF65-F5344CB8AC3E}">
        <p14:creationId xmlns:p14="http://schemas.microsoft.com/office/powerpoint/2010/main" val="3760491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Asynchronous Non Blocking IO</a:t>
            </a:r>
          </a:p>
        </p:txBody>
      </p:sp>
      <p:sp>
        <p:nvSpPr>
          <p:cNvPr id="3" name="Smiley Face 2">
            <a:extLst>
              <a:ext uri="{FF2B5EF4-FFF2-40B4-BE49-F238E27FC236}">
                <a16:creationId xmlns:a16="http://schemas.microsoft.com/office/drawing/2014/main" id="{68909CCB-D595-F250-FFCB-73343D3CE699}"/>
              </a:ext>
            </a:extLst>
          </p:cNvPr>
          <p:cNvSpPr/>
          <p:nvPr/>
        </p:nvSpPr>
        <p:spPr>
          <a:xfrm>
            <a:off x="405780" y="784925"/>
            <a:ext cx="623346" cy="555843"/>
          </a:xfrm>
          <a:prstGeom prst="smileyFace">
            <a:avLst/>
          </a:prstGeom>
          <a:ln>
            <a:solidFill>
              <a:schemeClr val="accent1">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 name="Straight Connector 4">
            <a:extLst>
              <a:ext uri="{FF2B5EF4-FFF2-40B4-BE49-F238E27FC236}">
                <a16:creationId xmlns:a16="http://schemas.microsoft.com/office/drawing/2014/main" id="{C8E6AF6E-8EEC-19FE-9F6E-3E5A360A77F3}"/>
              </a:ext>
            </a:extLst>
          </p:cNvPr>
          <p:cNvCxnSpPr>
            <a:cxnSpLocks/>
          </p:cNvCxnSpPr>
          <p:nvPr/>
        </p:nvCxnSpPr>
        <p:spPr>
          <a:xfrm>
            <a:off x="693812" y="1340768"/>
            <a:ext cx="0" cy="5328592"/>
          </a:xfrm>
          <a:prstGeom prst="line">
            <a:avLst/>
          </a:prstGeom>
          <a:ln>
            <a:prstDash val="dashDot"/>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A73876A9-6908-F014-32E8-950485E36DCB}"/>
              </a:ext>
            </a:extLst>
          </p:cNvPr>
          <p:cNvSpPr/>
          <p:nvPr/>
        </p:nvSpPr>
        <p:spPr>
          <a:xfrm>
            <a:off x="1753782" y="888499"/>
            <a:ext cx="1872207" cy="555843"/>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dirty="0"/>
              <a:t>Application</a:t>
            </a:r>
          </a:p>
        </p:txBody>
      </p:sp>
      <p:sp>
        <p:nvSpPr>
          <p:cNvPr id="11" name="Rectangle 10">
            <a:extLst>
              <a:ext uri="{FF2B5EF4-FFF2-40B4-BE49-F238E27FC236}">
                <a16:creationId xmlns:a16="http://schemas.microsoft.com/office/drawing/2014/main" id="{3EAF7125-C750-C31D-1BF7-3AD95555CB11}"/>
              </a:ext>
            </a:extLst>
          </p:cNvPr>
          <p:cNvSpPr/>
          <p:nvPr/>
        </p:nvSpPr>
        <p:spPr>
          <a:xfrm>
            <a:off x="5302324" y="892750"/>
            <a:ext cx="1872207" cy="555843"/>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dirty="0"/>
              <a:t>Server</a:t>
            </a:r>
          </a:p>
        </p:txBody>
      </p:sp>
      <p:cxnSp>
        <p:nvCxnSpPr>
          <p:cNvPr id="4" name="Straight Connector 3">
            <a:extLst>
              <a:ext uri="{FF2B5EF4-FFF2-40B4-BE49-F238E27FC236}">
                <a16:creationId xmlns:a16="http://schemas.microsoft.com/office/drawing/2014/main" id="{1A008E8E-D386-FA5B-B09A-8646E4E17034}"/>
              </a:ext>
            </a:extLst>
          </p:cNvPr>
          <p:cNvCxnSpPr>
            <a:cxnSpLocks/>
          </p:cNvCxnSpPr>
          <p:nvPr/>
        </p:nvCxnSpPr>
        <p:spPr>
          <a:xfrm>
            <a:off x="2710036" y="1444342"/>
            <a:ext cx="0" cy="5328592"/>
          </a:xfrm>
          <a:prstGeom prst="line">
            <a:avLst/>
          </a:prstGeom>
          <a:ln>
            <a:prstDash val="dashDot"/>
          </a:ln>
        </p:spPr>
        <p:style>
          <a:lnRef idx="1">
            <a:schemeClr val="accent2"/>
          </a:lnRef>
          <a:fillRef idx="0">
            <a:schemeClr val="accent2"/>
          </a:fillRef>
          <a:effectRef idx="0">
            <a:schemeClr val="accent2"/>
          </a:effectRef>
          <a:fontRef idx="minor">
            <a:schemeClr val="tx1"/>
          </a:fontRef>
        </p:style>
      </p:cxnSp>
      <p:cxnSp>
        <p:nvCxnSpPr>
          <p:cNvPr id="6" name="Straight Connector 5">
            <a:extLst>
              <a:ext uri="{FF2B5EF4-FFF2-40B4-BE49-F238E27FC236}">
                <a16:creationId xmlns:a16="http://schemas.microsoft.com/office/drawing/2014/main" id="{97763F75-A921-F417-7914-0091A0036819}"/>
              </a:ext>
            </a:extLst>
          </p:cNvPr>
          <p:cNvCxnSpPr>
            <a:cxnSpLocks/>
          </p:cNvCxnSpPr>
          <p:nvPr/>
        </p:nvCxnSpPr>
        <p:spPr>
          <a:xfrm>
            <a:off x="6238428" y="1340768"/>
            <a:ext cx="0" cy="5328592"/>
          </a:xfrm>
          <a:prstGeom prst="line">
            <a:avLst/>
          </a:prstGeom>
          <a:ln>
            <a:prstDash val="dashDot"/>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776666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420F5850-2D59-4C25-ADFF-E9013C5A6AAE}"/>
              </a:ext>
            </a:extLst>
          </p:cNvPr>
          <p:cNvPicPr>
            <a:picLocks noGrp="1" noChangeAspect="1"/>
          </p:cNvPicPr>
          <p:nvPr>
            <p:ph type="pic" sz="quarter" idx="14"/>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l="10185" r="10185"/>
          <a:stretch>
            <a:fillRect/>
          </a:stretch>
        </p:blipFill>
        <p:spPr/>
      </p:pic>
      <p:sp>
        <p:nvSpPr>
          <p:cNvPr id="4" name="Rectangle: Rounded Corners 3">
            <a:extLst>
              <a:ext uri="{FF2B5EF4-FFF2-40B4-BE49-F238E27FC236}">
                <a16:creationId xmlns:a16="http://schemas.microsoft.com/office/drawing/2014/main" id="{4DCA9A03-C201-42B6-AF8D-AB31333C8852}"/>
              </a:ext>
            </a:extLst>
          </p:cNvPr>
          <p:cNvSpPr/>
          <p:nvPr/>
        </p:nvSpPr>
        <p:spPr>
          <a:xfrm>
            <a:off x="6065406" y="980728"/>
            <a:ext cx="5298342" cy="2776268"/>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4B09D3EC-7881-4341-8189-469046CA259E}"/>
              </a:ext>
            </a:extLst>
          </p:cNvPr>
          <p:cNvSpPr txBox="1"/>
          <p:nvPr/>
        </p:nvSpPr>
        <p:spPr>
          <a:xfrm>
            <a:off x="6641014" y="1389517"/>
            <a:ext cx="4239950" cy="615553"/>
          </a:xfrm>
          <a:prstGeom prst="rect">
            <a:avLst/>
          </a:prstGeom>
          <a:noFill/>
        </p:spPr>
        <p:txBody>
          <a:bodyPr wrap="square" lIns="0" tIns="0" rIns="0" bIns="0" rtlCol="0">
            <a:spAutoFit/>
          </a:bodyPr>
          <a:lstStyle/>
          <a:p>
            <a:r>
              <a:rPr lang="en-IN" sz="4000" b="1" i="0" dirty="0">
                <a:solidFill>
                  <a:schemeClr val="accent3"/>
                </a:solidFill>
                <a:effectLst/>
              </a:rPr>
              <a:t>What We</a:t>
            </a:r>
            <a:r>
              <a:rPr lang="en-IN" sz="4000" b="1" i="0" dirty="0">
                <a:solidFill>
                  <a:schemeClr val="accent1"/>
                </a:solidFill>
                <a:effectLst/>
              </a:rPr>
              <a:t> </a:t>
            </a:r>
            <a:r>
              <a:rPr lang="en-IN" sz="4000" b="1" i="0" dirty="0">
                <a:solidFill>
                  <a:schemeClr val="accent2"/>
                </a:solidFill>
                <a:effectLst/>
                <a:latin typeface="Segoe UI Light" panose="020B0502040204020203" pitchFamily="34" charset="0"/>
                <a:cs typeface="Segoe UI Light" panose="020B0502040204020203" pitchFamily="34" charset="0"/>
              </a:rPr>
              <a:t>Did</a:t>
            </a:r>
            <a:endParaRPr lang="en-IN" sz="4000" b="1" dirty="0">
              <a:solidFill>
                <a:schemeClr val="accent2"/>
              </a:solidFill>
              <a:latin typeface="Segoe UI Light" panose="020B0502040204020203" pitchFamily="34" charset="0"/>
              <a:cs typeface="Segoe UI Light" panose="020B0502040204020203" pitchFamily="34" charset="0"/>
            </a:endParaRPr>
          </a:p>
        </p:txBody>
      </p:sp>
      <p:sp>
        <p:nvSpPr>
          <p:cNvPr id="6" name="TextBox 5">
            <a:extLst>
              <a:ext uri="{FF2B5EF4-FFF2-40B4-BE49-F238E27FC236}">
                <a16:creationId xmlns:a16="http://schemas.microsoft.com/office/drawing/2014/main" id="{A0CBE2D0-9475-4BE8-AC62-B9A03DC275C3}"/>
              </a:ext>
            </a:extLst>
          </p:cNvPr>
          <p:cNvSpPr txBox="1"/>
          <p:nvPr/>
        </p:nvSpPr>
        <p:spPr>
          <a:xfrm>
            <a:off x="6641014" y="2147518"/>
            <a:ext cx="4239950" cy="615553"/>
          </a:xfrm>
          <a:prstGeom prst="rect">
            <a:avLst/>
          </a:prstGeom>
          <a:noFill/>
        </p:spPr>
        <p:txBody>
          <a:bodyPr wrap="square" lIns="0" tIns="0" rIns="0" bIns="0" rtlCol="0" anchor="t">
            <a:spAutoFit/>
          </a:bodyPr>
          <a:lstStyle/>
          <a:p>
            <a:r>
              <a:rPr lang="en-US" sz="4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4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7" name="Group 6">
            <a:extLst>
              <a:ext uri="{FF2B5EF4-FFF2-40B4-BE49-F238E27FC236}">
                <a16:creationId xmlns:a16="http://schemas.microsoft.com/office/drawing/2014/main" id="{CBADDFA3-0336-41F5-81AE-B9456B828C2C}"/>
              </a:ext>
            </a:extLst>
          </p:cNvPr>
          <p:cNvGrpSpPr/>
          <p:nvPr/>
        </p:nvGrpSpPr>
        <p:grpSpPr>
          <a:xfrm>
            <a:off x="6664269" y="3161139"/>
            <a:ext cx="617354" cy="109990"/>
            <a:chOff x="6006451" y="5603130"/>
            <a:chExt cx="617354" cy="109990"/>
          </a:xfrm>
        </p:grpSpPr>
        <p:sp>
          <p:nvSpPr>
            <p:cNvPr id="8"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chemeClr val="accent2">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77156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r>
              <a:rPr lang="en-IN" sz="6000" b="1" i="0" dirty="0">
                <a:solidFill>
                  <a:schemeClr val="bg1"/>
                </a:solidFill>
                <a:effectLst/>
              </a:rPr>
              <a:t>Thank</a:t>
            </a:r>
            <a:r>
              <a:rPr lang="en-IN" sz="6000" b="1" i="0" dirty="0">
                <a:solidFill>
                  <a:schemeClr val="accent1"/>
                </a:solidFill>
                <a:effectLst/>
              </a:rPr>
              <a:t> </a:t>
            </a:r>
            <a:r>
              <a:rPr lang="en-IN" sz="6000" b="1" dirty="0">
                <a:solidFill>
                  <a:schemeClr val="accent2"/>
                </a:solidFill>
                <a:latin typeface="Segoe UI Light" panose="020B0502040204020203" pitchFamily="34" charset="0"/>
                <a:cs typeface="Segoe UI Light" panose="020B0502040204020203" pitchFamily="34" charset="0"/>
              </a:rPr>
              <a:t>You</a:t>
            </a:r>
            <a:endParaRPr lang="en-IN" sz="6000" dirty="0">
              <a:solidFill>
                <a:schemeClr val="accent2"/>
              </a:solidFill>
              <a:latin typeface="Segoe UI Light" panose="020B0502040204020203" pitchFamily="34" charset="0"/>
              <a:cs typeface="Segoe UI Light" panose="020B0502040204020203" pitchFamily="34" charset="0"/>
            </a:endParaRPr>
          </a:p>
        </p:txBody>
      </p:sp>
      <p:sp>
        <p:nvSpPr>
          <p:cNvPr id="4" name="TextBox 3">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r>
              <a:rPr lang="en-US" sz="5400" b="1" kern="0" dirty="0">
                <a:solidFill>
                  <a:schemeClr val="accent2"/>
                </a:solidFill>
                <a:latin typeface="Segoe UI" panose="020B0502040204020203" pitchFamily="34" charset="0"/>
                <a:ea typeface="Calibri Light" charset="0"/>
                <a:cs typeface="Segoe UI" panose="020B0502040204020203" pitchFamily="34" charset="0"/>
              </a:rPr>
              <a:t>End of Day 1</a:t>
            </a:r>
            <a:endParaRPr lang="en-US" sz="5400" b="1" dirty="0">
              <a:solidFill>
                <a:schemeClr val="accent2"/>
              </a:solidFill>
              <a:latin typeface="Segoe UI" panose="020B0502040204020203" pitchFamily="34" charset="0"/>
              <a:ea typeface="Calibri Light" charset="0"/>
              <a:cs typeface="Segoe UI" panose="020B0502040204020203" pitchFamily="34" charset="0"/>
            </a:endParaRPr>
          </a:p>
        </p:txBody>
      </p:sp>
      <p:cxnSp>
        <p:nvCxnSpPr>
          <p:cNvPr id="6" name="Straight Connector 5">
            <a:extLst>
              <a:ext uri="{FF2B5EF4-FFF2-40B4-BE49-F238E27FC236}">
                <a16:creationId xmlns:a16="http://schemas.microsoft.com/office/drawing/2014/main" id="{3CB110C8-9FFD-4804-BDCA-1C9EB581BD4D}"/>
              </a:ext>
            </a:extLst>
          </p:cNvPr>
          <p:cNvCxnSpPr>
            <a:cxnSpLocks/>
          </p:cNvCxnSpPr>
          <p:nvPr/>
        </p:nvCxnSpPr>
        <p:spPr>
          <a:xfrm flipV="1">
            <a:off x="1300694" y="-21772"/>
            <a:ext cx="0" cy="3284984"/>
          </a:xfrm>
          <a:prstGeom prst="line">
            <a:avLst/>
          </a:prstGeom>
          <a:ln w="63500" cap="rnd">
            <a:gradFill flip="none" rotWithShape="1">
              <a:gsLst>
                <a:gs pos="0">
                  <a:schemeClr val="accent2"/>
                </a:gs>
                <a:gs pos="100000">
                  <a:schemeClr val="accent3"/>
                </a:gs>
              </a:gsLst>
              <a:lin ang="16200000" scaled="1"/>
              <a:tileRect/>
            </a:gra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14" name="Oval 13">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2" name="Oval 11">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0" name="Oval 9">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pic>
        <p:nvPicPr>
          <p:cNvPr id="16" name="Picture 2" descr="E:\cloud\drive\websites\slidemodel\logo\sebastian\slidemodel-logo-trans.png">
            <a:extLst>
              <a:ext uri="{FF2B5EF4-FFF2-40B4-BE49-F238E27FC236}">
                <a16:creationId xmlns:a16="http://schemas.microsoft.com/office/drawing/2014/main" id="{59E8070B-51C3-4A5F-B241-A7744B4F61D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38418" y="6398156"/>
            <a:ext cx="1432658" cy="2712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solidFill>
              <a:schemeClr val="accent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www.anubhavtrainings.com</a:t>
            </a:r>
          </a:p>
        </p:txBody>
      </p:sp>
    </p:spTree>
    <p:extLst>
      <p:ext uri="{BB962C8B-B14F-4D97-AF65-F5344CB8AC3E}">
        <p14:creationId xmlns:p14="http://schemas.microsoft.com/office/powerpoint/2010/main" val="1842044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defTabSz="913943">
              <a:defRPr/>
            </a:pPr>
            <a:r>
              <a:rPr lang="en-US" sz="1799" b="1" dirty="0">
                <a:solidFill>
                  <a:srgbClr val="44546A"/>
                </a:solidFill>
                <a:latin typeface="Arial" panose="020B0604020202020204" pitchFamily="34" charset="0"/>
                <a:cs typeface="Arial" panose="020B0604020202020204" pitchFamily="34" charset="0"/>
              </a:rPr>
              <a:t>Contact us today!</a:t>
            </a:r>
          </a:p>
          <a:p>
            <a:pPr defTabSz="913943">
              <a:defRPr/>
            </a:pPr>
            <a:r>
              <a:rPr lang="en-US" sz="179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algn="ctr" defTabSz="914126">
              <a:defRPr/>
            </a:pPr>
            <a:r>
              <a:rPr lang="en-IN" sz="1200" spc="50"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1200" spc="50"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250+ </a:t>
            </a:r>
          </a:p>
          <a:p>
            <a:pPr algn="ctr" defTabSz="914126">
              <a:defRPr/>
            </a:pPr>
            <a:r>
              <a:rPr lang="en-US" sz="12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30,000+</a:t>
            </a:r>
          </a:p>
          <a:p>
            <a:pPr algn="ctr" defTabSz="914126">
              <a:defRPr/>
            </a:pPr>
            <a:r>
              <a:rPr lang="en-US" sz="12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25000+ </a:t>
            </a:r>
          </a:p>
          <a:p>
            <a:pPr algn="ctr" defTabSz="914126">
              <a:defRPr/>
            </a:pPr>
            <a:r>
              <a:rPr lang="en-US" sz="12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algn="ctr" defTabSz="914126">
              <a:defRPr/>
            </a:pPr>
            <a:r>
              <a:rPr lang="en-US" sz="1999" b="1" dirty="0">
                <a:solidFill>
                  <a:srgbClr val="FFFFFF"/>
                </a:solidFill>
                <a:latin typeface="Arial" panose="020B0604020202020204" pitchFamily="34" charset="0"/>
                <a:cs typeface="Arial" panose="020B0604020202020204" pitchFamily="34" charset="0"/>
              </a:rPr>
              <a:t>We’re committed to empower you to be</a:t>
            </a:r>
          </a:p>
          <a:p>
            <a:pPr algn="ctr" defTabSz="914126">
              <a:defRPr/>
            </a:pPr>
            <a:r>
              <a:rPr lang="en-US" sz="1999" b="1" dirty="0">
                <a:solidFill>
                  <a:srgbClr val="FFFFFF"/>
                </a:solidFill>
                <a:latin typeface="Arial" panose="020B0604020202020204" pitchFamily="34" charset="0"/>
                <a:cs typeface="Arial" panose="020B0604020202020204" pitchFamily="34" charset="0"/>
              </a:rPr>
              <a:t> </a:t>
            </a:r>
            <a:r>
              <a:rPr lang="en-US" sz="2799" b="1" dirty="0">
                <a:solidFill>
                  <a:srgbClr val="2AC6D1">
                    <a:lumMod val="40000"/>
                    <a:lumOff val="60000"/>
                  </a:srgbClr>
                </a:solidFill>
                <a:latin typeface="Arial" panose="020B0604020202020204" pitchFamily="34" charset="0"/>
                <a:cs typeface="Arial" panose="020B0604020202020204" pitchFamily="34" charset="0"/>
              </a:rPr>
              <a:t>#</a:t>
            </a:r>
            <a:r>
              <a:rPr lang="en-US" sz="2799" b="1" dirty="0" err="1">
                <a:solidFill>
                  <a:srgbClr val="2AC6D1">
                    <a:lumMod val="40000"/>
                    <a:lumOff val="60000"/>
                  </a:srgbClr>
                </a:solidFill>
                <a:latin typeface="Arial" panose="020B0604020202020204" pitchFamily="34" charset="0"/>
                <a:cs typeface="Arial" panose="020B0604020202020204" pitchFamily="34" charset="0"/>
              </a:rPr>
              <a:t>FutureReady</a:t>
            </a:r>
            <a:r>
              <a:rPr lang="en-US" sz="2799" b="1" dirty="0">
                <a:solidFill>
                  <a:srgbClr val="2AC6D1">
                    <a:lumMod val="40000"/>
                    <a:lumOff val="60000"/>
                  </a:srgbClr>
                </a:solidFill>
                <a:latin typeface="Arial" panose="020B0604020202020204" pitchFamily="34" charset="0"/>
                <a:cs typeface="Arial" panose="020B0604020202020204" pitchFamily="34" charset="0"/>
              </a:rPr>
              <a:t> </a:t>
            </a:r>
          </a:p>
          <a:p>
            <a:pPr algn="ctr" defTabSz="914126">
              <a:defRPr/>
            </a:pPr>
            <a:r>
              <a:rPr lang="en-US" sz="19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defTabSz="914126">
              <a:defRPr/>
            </a:pPr>
            <a:r>
              <a:rPr lang="en-US" sz="1999" b="1" spc="100" dirty="0">
                <a:solidFill>
                  <a:srgbClr val="F97700"/>
                </a:solidFill>
                <a:latin typeface="Arial" panose="020B0604020202020204"/>
              </a:rPr>
              <a:t>FREE WEBINARS </a:t>
            </a:r>
          </a:p>
          <a:p>
            <a:pPr defTabSz="914126">
              <a:defRPr/>
            </a:pPr>
            <a:r>
              <a:rPr lang="en-US" sz="16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defTabSz="914126">
              <a:defRPr/>
            </a:pPr>
            <a:r>
              <a:rPr lang="en-US" sz="1799" b="1" dirty="0">
                <a:solidFill>
                  <a:srgbClr val="44546A"/>
                </a:solidFill>
                <a:latin typeface="Arial" panose="020B0604020202020204"/>
              </a:rPr>
              <a:t>Enroll Now!</a:t>
            </a:r>
            <a:endParaRPr lang="en-US" sz="179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57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7054</TotalTime>
  <Words>1678</Words>
  <Application>Microsoft Office PowerPoint</Application>
  <PresentationFormat>Custom</PresentationFormat>
  <Paragraphs>176</Paragraphs>
  <Slides>30</Slides>
  <Notes>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30</vt:i4>
      </vt:variant>
    </vt:vector>
  </HeadingPairs>
  <TitlesOfParts>
    <vt:vector size="42" baseType="lpstr">
      <vt:lpstr>72</vt:lpstr>
      <vt:lpstr>72-Regular</vt:lpstr>
      <vt:lpstr>Amasis MT Pro Black</vt:lpstr>
      <vt:lpstr>Arial</vt:lpstr>
      <vt:lpstr>Arial Black</vt:lpstr>
      <vt:lpstr>Arial-ItalicMT</vt:lpstr>
      <vt:lpstr>Calibri</vt:lpstr>
      <vt:lpstr>Cooper Black</vt:lpstr>
      <vt:lpstr>Segoe UI</vt:lpstr>
      <vt:lpstr>Segoe UI Light</vt:lpstr>
      <vt:lpstr>Wingdings</vt:lpstr>
      <vt:lpstr>Office Theme</vt:lpstr>
      <vt:lpstr>SAP BTP Extension Suite Training</vt:lpstr>
      <vt:lpstr>PowerPoint Presentation</vt:lpstr>
      <vt:lpstr>PowerPoint Presentation</vt:lpstr>
      <vt:lpstr>Agenda</vt:lpstr>
      <vt:lpstr>Environments, Subs, and services</vt:lpstr>
      <vt:lpstr>BTP Subscription Models</vt:lpstr>
      <vt:lpstr>Backing Services in BTP</vt:lpstr>
      <vt:lpstr>Service instance</vt:lpstr>
      <vt:lpstr>Service Catalog &amp; Entitlements</vt:lpstr>
      <vt:lpstr>BTP Use Cases – Build New Applications</vt:lpstr>
      <vt:lpstr>BTP Use Cases – Extend Existing Applications</vt:lpstr>
      <vt:lpstr>BTP Use Cases – Use intelligent Technologies</vt:lpstr>
      <vt:lpstr>BTP Use Cases – SAP Owned Solutions</vt:lpstr>
      <vt:lpstr>Tools to Setup</vt:lpstr>
      <vt:lpstr>Create First Hello World App and Deploy</vt:lpstr>
      <vt:lpstr>Under the hood</vt:lpstr>
      <vt:lpstr>Micro Service Architecture</vt:lpstr>
      <vt:lpstr>Advantage of Microservices</vt:lpstr>
      <vt:lpstr>Uber</vt:lpstr>
      <vt:lpstr>Scalability</vt:lpstr>
      <vt:lpstr>What is Node JS</vt:lpstr>
      <vt:lpstr>Java Script</vt:lpstr>
      <vt:lpstr>Variables</vt:lpstr>
      <vt:lpstr>NPM – Node Package manager</vt:lpstr>
      <vt:lpstr>Hands on: Node JS</vt:lpstr>
      <vt:lpstr>Variables in JS</vt:lpstr>
      <vt:lpstr>Asynchronous Non Blocking IO</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Julian</dc:creator>
  <cp:lastModifiedBy>Anubhav Oberoy</cp:lastModifiedBy>
  <cp:revision>161</cp:revision>
  <dcterms:created xsi:type="dcterms:W3CDTF">2013-09-12T13:05:01Z</dcterms:created>
  <dcterms:modified xsi:type="dcterms:W3CDTF">2026-01-13T08:05:37Z</dcterms:modified>
</cp:coreProperties>
</file>