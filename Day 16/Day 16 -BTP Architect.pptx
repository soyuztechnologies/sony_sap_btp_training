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3" r:id="rId2"/>
  </p:sldMasterIdLst>
  <p:notesMasterIdLst>
    <p:notesMasterId r:id="rId34"/>
  </p:notesMasterIdLst>
  <p:sldIdLst>
    <p:sldId id="276" r:id="rId3"/>
    <p:sldId id="4122" r:id="rId4"/>
    <p:sldId id="277" r:id="rId5"/>
    <p:sldId id="4712" r:id="rId6"/>
    <p:sldId id="4714" r:id="rId7"/>
    <p:sldId id="4713" r:id="rId8"/>
    <p:sldId id="4715" r:id="rId9"/>
    <p:sldId id="4716" r:id="rId10"/>
    <p:sldId id="4717" r:id="rId11"/>
    <p:sldId id="4718" r:id="rId12"/>
    <p:sldId id="4719" r:id="rId13"/>
    <p:sldId id="4720" r:id="rId14"/>
    <p:sldId id="4721" r:id="rId15"/>
    <p:sldId id="4824" r:id="rId16"/>
    <p:sldId id="4825" r:id="rId17"/>
    <p:sldId id="4826" r:id="rId18"/>
    <p:sldId id="4827" r:id="rId19"/>
    <p:sldId id="4828" r:id="rId20"/>
    <p:sldId id="4831" r:id="rId21"/>
    <p:sldId id="4832" r:id="rId22"/>
    <p:sldId id="4840" r:id="rId23"/>
    <p:sldId id="4833" r:id="rId24"/>
    <p:sldId id="4834" r:id="rId25"/>
    <p:sldId id="4835" r:id="rId26"/>
    <p:sldId id="4836" r:id="rId27"/>
    <p:sldId id="4798" r:id="rId28"/>
    <p:sldId id="4787" r:id="rId29"/>
    <p:sldId id="4788" r:id="rId30"/>
    <p:sldId id="282" r:id="rId31"/>
    <p:sldId id="280" r:id="rId32"/>
    <p:sldId id="4711" r:id="rId33"/>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E8E8"/>
    <a:srgbClr val="074D92"/>
    <a:srgbClr val="E0E0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240" autoAdjust="0"/>
    <p:restoredTop sz="95033" autoAdjust="0"/>
  </p:normalViewPr>
  <p:slideViewPr>
    <p:cSldViewPr>
      <p:cViewPr varScale="1">
        <p:scale>
          <a:sx n="102" d="100"/>
          <a:sy n="102" d="100"/>
        </p:scale>
        <p:origin x="640" y="288"/>
      </p:cViewPr>
      <p:guideLst>
        <p:guide orient="horz" pos="2160"/>
        <p:guide pos="383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s>
</file>

<file path=ppt/ink/ink1.xml><?xml version="1.0" encoding="utf-8"?>
<inkml:ink xmlns:inkml="http://www.w3.org/2003/InkML">
  <inkml:definitions>
    <inkml:context xml:id="ctx0">
      <inkml:inkSource xml:id="inkSrc0">
        <inkml:traceFormat>
          <inkml:channel name="X" type="integer" max="2560" units="cm"/>
          <inkml:channel name="Y" type="integer" max="1600" units="cm"/>
          <inkml:channel name="T" type="integer" max="2.14748E9" units="dev"/>
        </inkml:traceFormat>
        <inkml:channelProperties>
          <inkml:channelProperty channel="X" name="resolution" value="74.2029" units="1/cm"/>
          <inkml:channelProperty channel="Y" name="resolution" value="74.4186" units="1/cm"/>
          <inkml:channelProperty channel="T" name="resolution" value="1" units="1/dev"/>
        </inkml:channelProperties>
      </inkml:inkSource>
      <inkml:timestamp xml:id="ts0" timeString="2025-05-16T04:19:56.152"/>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25790 8834 0,'-26'0'47,"12"0"0,-118 14-16,-304-14 0,65 0 0,239 0-31,-225 0 32,-66 0-1,330 13-31,-105 40 16,-225 0 15,-40-14 0,357-25-15,-92-1-1,118 13 1,-39 1 0,119-14-1,-92 53 1,52-53-1,-106 80 1,80-67 0,-92 80-1,78-53 1,54-27 0,13-12-1,-1-1-15,1 40 31,13-40-15,-13 27-16,13-1 16,0 1-1,0 39 1,53 27 15,0-66-15,105 26-1,28-26 17,-107-1-17,40-26 1,13-978 15,53 2010 0,-118-1045-31,171 13 32,158 0-1,-144 40 0,12-40 0,-132-13-15,239 0 0,131 0 15,-118 0 0,-278 0-31,-1 0 16,107 0-1,251 0 17,-119 0-1,-238 0-31,198 0 31,-225 0-31,-39-13 16,158-13 15,-171-27 0,-1 0 1,14-79-1,0-14 0,-40 27 0,0 93-31,-14-67 32,-39-26-1,-26-26 0,39 52 0,-39 1 1,-53 25-1,13 1 0,79 66-31,-105-13 31,-160 13 1,252-13-32,-211-40 31,79 40 0,158 13-31,-105-14 31,-185 14 1,-173 0-1,305 0 0,172 0 0,-53 0 1</inkml:trace>
</inkml:ink>
</file>

<file path=ppt/ink/ink2.xml><?xml version="1.0" encoding="utf-8"?>
<inkml:ink xmlns:inkml="http://www.w3.org/2003/InkML">
  <inkml:definitions>
    <inkml:context xml:id="ctx0">
      <inkml:inkSource xml:id="inkSrc0">
        <inkml:traceFormat>
          <inkml:channel name="X" type="integer" max="2560" units="cm"/>
          <inkml:channel name="Y" type="integer" max="1600" units="cm"/>
          <inkml:channel name="T" type="integer" max="2.14748E9" units="dev"/>
        </inkml:traceFormat>
        <inkml:channelProperties>
          <inkml:channelProperty channel="X" name="resolution" value="74.2029" units="1/cm"/>
          <inkml:channelProperty channel="Y" name="resolution" value="74.4186" units="1/cm"/>
          <inkml:channelProperty channel="T" name="resolution" value="1" units="1/dev"/>
        </inkml:channelProperties>
      </inkml:inkSource>
      <inkml:timestamp xml:id="ts0" timeString="2025-05-16T04:19:58.140"/>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23224 9456 0,'0'0'31,"40"0"47,1402 53-47,383 53-15,-1415-106 31,-701-27-16,-344 1-15,397 26-1,-291 0 1,370 0 0,-238 0 15,239 13-31,-94 40 31,133-40 0,93-13-31,-1 0 32,120 0-17,965 0 17,-899 0-17,158 0 1,-819 27 15,-702-27 16,913 0-47,-397 0 16,662 0-1,198 0 16,-40 0-15,358-53 0,-332 26-1,398 14 1,-265-14 15,-635 27 0,53 0-15,-450 0 0,318 0 15,886 0 16,-106 0-32,727 0 1,-819 0 0,-53 0-16,-80 0 15,-463 0 17,67 0-17,-503 0 1,634 0-1,54 0 1,463 0 15,-173 0-15,133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4:51:41.461"/>
    </inkml:context>
    <inkml:brush xml:id="br0">
      <inkml:brushProperty name="width" value="0.05" units="cm"/>
      <inkml:brushProperty name="height" value="0.05" units="cm"/>
    </inkml:brush>
  </inkml:definitions>
  <inkml:trace contextRef="#ctx0" brushRef="#br0">1 0 24575,'0'0'-8191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4:52:00.027"/>
    </inkml:context>
    <inkml:brush xml:id="br0">
      <inkml:brushProperty name="width" value="0.05" units="cm"/>
      <inkml:brushProperty name="height" value="0.05" units="cm"/>
    </inkml:brush>
  </inkml:definitions>
  <inkml:trace contextRef="#ctx0" brushRef="#br0">13 36 24575,'-13'-2'0,"19"-2"0,24-3 0,649-14 0,-635 20 0,731 1 0,-764 0 0,-5 0 0,0 0 0,0 0 0,-1 0 0,1 1 0,9 2 0,-14-3 0,0 0 0,0 1 0,0-1 0,0 1 0,0-1 0,0 1 0,0 0 0,0-1 0,0 1 0,-1 0 0,1-1 0,0 1 0,0 0 0,-1 0 0,1 0 0,0 0 0,-1 0 0,1 0 0,-1 0 0,1 0 0,-1 0 0,0 0 0,1 0 0,-1 0 0,0 0 0,0 0 0,1 0 0,-1 1 0,0-1 0,0 0 0,0 0 0,-1 0 0,1 0 0,0 1 0,-18 86 0,-2 20 0,6 104 0,-10 88 0,-19-74 0,35-192 0,-3 0 0,0-1 0,-3 0 0,-25 46 0,36-73 0,-1-1 0,0 1 0,0-1 0,0 0 0,0 0 0,-1-1 0,0 0 0,0 1 0,0-2 0,0 1 0,-1 0 0,0-1 0,1 0 0,-1-1 0,0 1 0,0-1 0,-1 0 0,1 0 0,0-1 0,-1 0 0,1 0 0,-1-1 0,1 1 0,-1-2 0,1 1 0,-1 0 0,-8-3 0,-29-6-1365,3-4-5461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4:52:00.539"/>
    </inkml:context>
    <inkml:brush xml:id="br0">
      <inkml:brushProperty name="width" value="0.05" units="cm"/>
      <inkml:brushProperty name="height" value="0.05" units="cm"/>
    </inkml:brush>
  </inkml:definitions>
  <inkml:trace contextRef="#ctx0" brushRef="#br0">0 50 24575,'14'-3'0,"-13"3"0,0 0 0,0-1 0,-1 1 0,1 0 0,0 0 0,0 0 0,-1 0 0,1 0 0,0 0 0,0 0 0,-1 0 0,1 0 0,0 0 0,0 0 0,0 0 0,-1 0 0,1 1 0,0-1 0,-1 0 0,1 0 0,0 1 0,0-1 0,-1 1 0,1-1 0,-1 1 0,1-1 0,0 1 0,-1-1 0,1 1 0,-1-1 0,1 1 0,-1 0 0,0-1 0,1 2 0,4 5 0,0 0 0,0 0 0,-1 1 0,0 0 0,-1 0 0,1 0 0,-2 0 0,3 9 0,12 73 0,-15-72 0,9 70 0,14 73 0,-25-159 0,1 0 0,-1 0 0,1 1 0,0-1 0,0 0 0,0 0 0,0 0 0,0 0 0,0 0 0,0 0 0,1-1 0,2 4 0,-3-4 0,0-1 0,0 1 0,0-1 0,0 0 0,0 0 0,-1 1 0,1-1 0,0 0 0,0 0 0,0 0 0,0 0 0,0 0 0,0 0 0,0 0 0,0 0 0,0-1 0,0 1 0,0 0 0,0 0 0,0-1 0,-1 1 0,1-1 0,0 1 0,0-1 0,0 1 0,-1-1 0,1 1 0,0-1 0,0 0 0,-1 1 0,1-1 0,0-1 0,6-5 0,0-1 0,-1 0 0,0 0 0,0-1 0,-1 0 0,5-11 0,23-60 0,-26 60 0,97-295 0,-99 298-1365,0 6-5461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4:52:01.616"/>
    </inkml:context>
    <inkml:brush xml:id="br0">
      <inkml:brushProperty name="width" value="0.05" units="cm"/>
      <inkml:brushProperty name="height" value="0.05" units="cm"/>
    </inkml:brush>
  </inkml:definitions>
  <inkml:trace contextRef="#ctx0" brushRef="#br0">69 117 24575,'0'-1'0,"0"1"0,0 0 0,0 0 0,0 0 0,1-1 0,-1 1 0,0 0 0,0 0 0,0 0 0,0 0 0,0 0 0,0-1 0,1 1 0,-1 0 0,0 0 0,0 0 0,0 0 0,0 0 0,1 0 0,-1 0 0,0 0 0,0 0 0,0 0 0,1-1 0,-1 1 0,0 0 0,0 0 0,0 0 0,1 0 0,-1 0 0,0 0 0,0 0 0,0 1 0,1-1 0,-1 0 0,0 0 0,0 0 0,0 0 0,0 0 0,1 0 0,-1 0 0,0 0 0,0 0 0,0 0 0,0 1 0,1-1 0,-1 0 0,2 13 0,-6 18 0,4-30 0,-14 100 0,-20 103 0,33-197 0,0-5 0,1 1 0,0-1 0,-1 0 0,1 1 0,-1-1 0,0 0 0,0 1 0,0-1 0,0 0 0,0 0 0,0 0 0,-1 0 0,-2 4 0,4-6 0,-1 0 0,1 0 0,0 0 0,0 0 0,-1 0 0,1 0 0,0 0 0,-1 0 0,1 0 0,0 0 0,0-1 0,-1 1 0,1 0 0,0 0 0,0 0 0,-1 0 0,1 0 0,0 0 0,0-1 0,-1 1 0,1 0 0,0 0 0,0 0 0,0-1 0,-1 1 0,1 0 0,0 0 0,0 0 0,0-1 0,0 1 0,-1 0 0,1 0 0,0-1 0,0 1 0,0 0 0,0-1 0,0 1 0,0 0 0,0 0 0,0-1 0,0 1 0,0 0 0,0-1 0,0 1 0,-2-16 0,2 16 0,0-27 0,1 1 0,2 0 0,1 0 0,1 0 0,12-39 0,-9 36 0,2-8 0,2 1 0,2 0 0,1 0 0,23-38 0,-36 69 0,1 1 0,0-1 0,1 1 0,-1 0 0,7-5 0,-10 8 0,1 1 0,-1-1 0,1 0 0,-1 1 0,1-1 0,0 1 0,-1 0 0,1-1 0,0 1 0,-1 0 0,1-1 0,0 1 0,-1 0 0,1 0 0,0-1 0,0 1 0,-1 0 0,1 0 0,0 0 0,0 0 0,-1 0 0,1 0 0,0 0 0,0 0 0,-1 0 0,1 1 0,0-1 0,-1 0 0,1 0 0,0 1 0,0-1 0,-1 0 0,1 1 0,-1-1 0,1 1 0,0-1 0,-1 1 0,1-1 0,-1 1 0,1-1 0,-1 1 0,1-1 0,-1 1 0,0 0 0,1-1 0,0 2 0,4 11 0,-1 0 0,0 1 0,-1-1 0,-1 1 0,0-1 0,0 1 0,-2 18 0,3 4 0,1 15 0,21 101 0,-25-151 0,1 0 0,-1 1 0,0-1 0,1 0 0,-1 1 0,1-1 0,-1 0 0,1 0 0,-1 1 0,1-1 0,0 0 0,0 0 0,0 0 0,0 0 0,0 0 0,0 0 0,0 0 0,0 0 0,2 1 0,-2-2 0,0 0 0,0 0 0,0-1 0,0 1 0,0 0 0,0 0 0,-1-1 0,1 1 0,0-1 0,0 1 0,0-1 0,0 1 0,0-1 0,-1 0 0,1 1 0,0-1 0,0 0 0,-1 0 0,1 1 0,-1-1 0,1 0 0,-1 0 0,1 0 0,-1 0 0,1 0 0,-1 0 0,1-1 0,18-39 0,18-61 0,-3 8 0,-24 70 0,3-9 0,21-36 0,-30 63 144,-2 7 43,-3 11-1149,1-9 228,-2 12-6092</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4:52:02.518"/>
    </inkml:context>
    <inkml:brush xml:id="br0">
      <inkml:brushProperty name="width" value="0.05" units="cm"/>
      <inkml:brushProperty name="height" value="0.05" units="cm"/>
    </inkml:brush>
  </inkml:definitions>
  <inkml:trace contextRef="#ctx0" brushRef="#br0">5 1 24575,'0'0'0,"0"0"0,0 0 0,1 0 0,-1 1 0,0-1 0,0 0 0,0 0 0,0 0 0,0 0 0,0 0 0,0 1 0,0-1 0,0 0 0,0 0 0,0 0 0,0 0 0,0 1 0,0-1 0,0 0 0,0 0 0,0 0 0,0 0 0,0 1 0,0-1 0,0 0 0,0 0 0,0 0 0,0 0 0,0 1 0,0-1 0,0 0 0,0 0 0,0 0 0,0 0 0,-1 0 0,1 1 0,0-1 0,0 0 0,0 0 0,0 0 0,0 0 0,-1 0 0,1 0 0,0 0 0,0 0 0,0 1 0,0-1 0,0 0 0,-1 0 0,1 0 0,0 0 0,0 0 0,0 0 0,0 0 0,-1 0 0,1 0 0,0 0 0,0 0 0,0 0 0,-1 0 0,1 0 0,0 0 0,0-1 0,0 1 0,-1 0 0,15 8 0,19-5 0,0 0 0,49-4 0,-27 0 0,155 2 0,252-3 0,-242-13 0,-203 19 171,-16-4-164,-1 0 0,0 0-1,1 0 1,-1 1 0,0-1 0,0 0 0,1 0 0,-1 1-1,0-1 1,0 0 0,1 1 0,-1-1 0,0 0-1,0 1 1,0-1 0,1 0 0,-1 1 0,0-1 0,0 0-1,0 1 1,0-1 0,0 0 0,0 1 0,0 0 0,0 0-66,-1 0 0,1-1 0,0 1 0,-1 0 0,1 0 0,-1-1 1,0 1-1,1 0 0,-1-1 0,0 1 0,1 0 0,-1-1 1,0 1-1,0-1 0,1 1 0,-1-1 0,0 0 0,0 1 0,0-1 1,0 0-1,0 1 0,1-1 0,-1 0 0,0 0 0,0 0 1,0 0-1,0 0 0,-2 0 0,-7-1-6767</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4:52:07.052"/>
    </inkml:context>
    <inkml:brush xml:id="br0">
      <inkml:brushProperty name="width" value="0.05" units="cm"/>
      <inkml:brushProperty name="height" value="0.05" units="cm"/>
    </inkml:brush>
  </inkml:definitions>
  <inkml:trace contextRef="#ctx0" brushRef="#br0">212 1 24575,'-56'-1'0,"-62"3"0,116-2 0,1 0 0,-1 0 0,0 0 0,1 0 0,-1 1 0,1-1 0,-1 1 0,1-1 0,-1 1 0,1 0 0,-1 0 0,1 0 0,0-1 0,-1 1 0,1 0 0,0 1 0,0-1 0,-1 0 0,1 0 0,0 0 0,0 1 0,1-1 0,-1 0 0,0 1 0,0-1 0,1 1 0,-1-1 0,0 1 0,1-1 0,0 1 0,-1 0 0,1-1 0,0 1 0,0 0 0,0-1 0,0 1 0,0-1 0,1 4 0,-1 0 0,1-1 0,0 1 0,0-1 0,1 1 0,-1-1 0,1 0 0,0 1 0,0-1 0,1 0 0,-1 0 0,1 0 0,5 5 0,-1-3-231,0 0 0,0-1 0,12 6 0,-17-9-210,13 6-6385</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4:52:26.617"/>
    </inkml:context>
    <inkml:brush xml:id="br0">
      <inkml:brushProperty name="width" value="0.05" units="cm"/>
      <inkml:brushProperty name="height" value="0.05" units="cm"/>
    </inkml:brush>
  </inkml:definitions>
  <inkml:trace contextRef="#ctx0" brushRef="#br0">1 0 24575,'3'3'0,"7"1"0,13 2 0,18 1 0,28-1 0,39-1 0,41-3 0,47 0-1661,48-1 1661,45-4-3095,36-1 3095,27 0-3265,14 0 3265,0 2 0,-12 0 0,-66 1-170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4:52:27.771"/>
    </inkml:context>
    <inkml:brush xml:id="br0">
      <inkml:brushProperty name="width" value="0.05" units="cm"/>
      <inkml:brushProperty name="height" value="0.05" units="cm"/>
    </inkml:brush>
  </inkml:definitions>
  <inkml:trace contextRef="#ctx0" brushRef="#br0">0 29 24575,'25'-10'0,"-10"3"0,-6 5 0,-1-1 0,1 1 0,-1 1 0,1-1 0,0 1 0,0 1 0,0 0 0,0 0 0,12 2 0,-18-1 0,0-1 0,0 1 0,0 0 0,0 0 0,-1 0 0,1 0 0,0 0 0,0 1 0,-1-1 0,1 1 0,-1 0 0,1 0 0,-1-1 0,0 2 0,0-1 0,0 0 0,0 0 0,0 1 0,0-1 0,-1 1 0,1 0 0,-1-1 0,0 1 0,1 0 0,-1 0 0,-1 0 0,1-1 0,0 1 0,-1 0 0,1 7 0,-1-1 0,0 0 0,-1 1 0,0-1 0,-1 1 0,0-1 0,-4 13 0,-26 56 0,19-49 0,-7 17 0,10-27 0,1 1 0,1 1 0,1 0 0,1 0 0,-4 25 0,9-45 12,1 1 0,0 0 0,0-1-1,0 1 1,0-1 0,0 1 0,0-1-1,0 1 1,0-1 0,1 1 0,-1-1-1,0 1 1,1-1 0,0 1 0,-1-1 0,1 0-1,0 1 1,0-1 0,-1 0 0,1 0-1,0 1 1,0-1 0,1 0 0,-1 0-1,0 0 1,0 0 0,0 0 0,3 1 0,-1-1-155,1 0 1,-1 0 0,0 0 0,1-1-1,0 1 1,-1-1 0,1 0 0,-1 0 0,1 0-1,-1 0 1,5-2 0,22-3-6684</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4:52:27.927"/>
    </inkml:context>
    <inkml:brush xml:id="br0">
      <inkml:brushProperty name="width" value="0.05" units="cm"/>
      <inkml:brushProperty name="height" value="0.05" units="cm"/>
    </inkml:brush>
  </inkml:definitions>
  <inkml:trace contextRef="#ctx0" brushRef="#br0">106 46 24575,'-7'-3'0,"-3"-4"0,-8 0 0,-3-3 0,0 1 0,5 1 0,6 6 0,8 3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4:52:28.331"/>
    </inkml:context>
    <inkml:brush xml:id="br0">
      <inkml:brushProperty name="width" value="0.05" units="cm"/>
      <inkml:brushProperty name="height" value="0.05" units="cm"/>
    </inkml:brush>
  </inkml:definitions>
  <inkml:trace contextRef="#ctx0" brushRef="#br0">0 0 24575,'1'4'0,"0"-1"0,0 1 0,0-1 0,0 0 0,1 1 0,-1-1 0,1 0 0,2 4 0,6 13 0,-5-8 0,-1 1 0,-1 0 0,0 0 0,0 0 0,-2 1 0,1-1 0,-2 24 0,-1-27 0,-1 0 0,1-1 0,-1 1 0,-1 0 0,0 0 0,-1-1 0,1 0 0,-2 0 0,1 0 0,-12 16 0,43-64 0,-14 18 0,2 1 0,19-21 0,-25 31 0,81-80 0,-74 76 0,0 1 0,0 1 0,1 1 0,22-12 0,-38 22 0,1 0 0,0 1 0,0-1 0,0 0 0,0 0 0,0 1 0,0-1 0,0 1 0,0 0 0,0 0 0,0-1 0,0 1 0,0 0 0,0 1 0,1-1 0,1 1 0,-3-1 0,1 1 0,-1 0 0,0 0 0,0 0 0,0 0 0,1 0 0,-1 0 0,0 0 0,0 0 0,0 0 0,-1 0 0,1 1 0,0-1 0,0 0 0,-1 1 0,1-1 0,0 0 0,-1 1 0,0-1 0,1 1 0,-1-1 0,0 3 0,2 13 0,-1 0 0,-1 0 0,-1 0 0,0 0 0,-6 27 0,3-30 0,2 0 0,0-1 0,1 1 0,0 0 0,1 0 0,0 0 0,2 0 0,-1 0 0,5 14 0,3-8-1365,2-7-5461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4:52:28.532"/>
    </inkml:context>
    <inkml:brush xml:id="br0">
      <inkml:brushProperty name="width" value="0.05" units="cm"/>
      <inkml:brushProperty name="height" value="0.05" units="cm"/>
    </inkml:brush>
  </inkml:definitions>
  <inkml:trace contextRef="#ctx0" brushRef="#br0">90 59 24575,'10'-31'0,"-10"30"0,0 0 0,1 0 0,-1 0 0,0 0 0,1 0 0,-1 0 0,0 0 0,0 0 0,0 0 0,0 0 0,0 0 0,0-1 0,0 1 0,0 0 0,-1 0 0,1 0 0,0 0 0,-1 0 0,1 0 0,0 0 0,-1 0 0,0 1 0,1-1 0,-1 0 0,0-1 0,0 2 0,0 1 0,0-1 0,0 1 0,0-1 0,0 1 0,1 0 0,-1-1 0,0 1 0,0 0 0,1-1 0,-1 1 0,0 0 0,1 0 0,-1 0 0,1 0 0,-1 0 0,1 0 0,0 0 0,-1-1 0,1 1 0,-1 2 0,0 0 0,-9 23 0,1 0 0,-11 52 0,-2 59 0,19-115 0,-5 55-682,1 81-1,7-129-6143</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4:52:28.860"/>
    </inkml:context>
    <inkml:brush xml:id="br0">
      <inkml:brushProperty name="width" value="0.05" units="cm"/>
      <inkml:brushProperty name="height" value="0.05" units="cm"/>
    </inkml:brush>
  </inkml:definitions>
  <inkml:trace contextRef="#ctx0" brushRef="#br0">1 204 24575,'-1'-6'0,"2"0"0,-1-1 0,1 1 0,-1 0 0,2-1 0,-1 1 0,3-6 0,-3 10 0,0 0 0,0 0 0,0 0 0,0 0 0,1 0 0,-1 1 0,0-1 0,1 0 0,0 1 0,-1-1 0,1 1 0,0 0 0,0-1 0,0 1 0,0 0 0,0 0 0,0 0 0,0 0 0,0 1 0,0-1 0,0 1 0,1-1 0,1 1 0,24-3 0,44 2 0,-43 1 0,40-4 0,-57 3 0,7-1 0,1-2 0,21-6 0,-37 10 0,-1-1 0,1-1 0,-1 1 0,1 0 0,-1-1 0,1 0 0,-1 0 0,0 0 0,0 0 0,0-1 0,0 1 0,0-1 0,-1 1 0,1-1 0,-1 0 0,0 0 0,4-7 0,-5 10 0,-1-1 0,0 0 0,0 0 0,1 0 0,-1 0 0,0 0 0,0 0 0,0 0 0,0 0 0,0 0 0,0 0 0,0 1 0,0-1 0,-1 0 0,1 0 0,0 0 0,0 0 0,-1 0 0,1 0 0,-1 0 0,1 1 0,-1-1 0,1 0 0,-2-1 0,1 0 0,-1 1 0,0-1 0,0 0 0,-1 1 0,1-1 0,0 1 0,0 0 0,-6-2 0,3 1 0,0 0 0,-1 1 0,1-1 0,-1 1 0,1 1 0,-1-1 0,0 1 0,-5 0 0,7 1 0,0 0 0,-1 0 0,1 0 0,0 0 0,0 1 0,1 0 0,-1 0 0,0 0 0,1 0 0,-1 0 0,1 1 0,-1 0 0,-4 5 0,3-3 0,1 1 0,0 0 0,0 0 0,0 0 0,1 0 0,0 1 0,-4 10 0,3-2 0,0 0 0,1 1 0,1-1 0,0 1 0,1-1 0,2 30 0,1-32 49,-1-1 0,2 1 0,-1-1-1,2 0 1,0 1 0,9 19 0,-10-26-163,0 0 0,1-1 0,-1 1 0,1-1 1,0 0-1,1 0 0,-1 0 0,1-1 1,0 0-1,0 0 0,0 0 0,1 0 1,-1-1-1,12 5 0,9 1-6712</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4:52:29.141"/>
    </inkml:context>
    <inkml:brush xml:id="br0">
      <inkml:brushProperty name="width" value="0.05" units="cm"/>
      <inkml:brushProperty name="height" value="0.05" units="cm"/>
    </inkml:brush>
  </inkml:definitions>
  <inkml:trace contextRef="#ctx0" brushRef="#br0">23 182 24575,'-1'-6'0,"1"-1"0,-1 1 0,-1-1 0,1 1 0,-6-11 0,5 11 0,0 0 0,0 0 0,1 0 0,0 0 0,-1-8 0,2 14 0,0 0 0,0 0 0,0 1 0,0-1 0,0 0 0,1 0 0,-1 0 0,0 0 0,0 0 0,0 0 0,0 0 0,0 0 0,1 0 0,-1 0 0,0 0 0,0 0 0,0 0 0,0 0 0,1 0 0,-1 0 0,0 0 0,0 0 0,0 0 0,0 0 0,1 0 0,-1 0 0,0 0 0,0 0 0,0 0 0,0 0 0,0 0 0,1 0 0,-1 0 0,0 0 0,0 0 0,0-1 0,0 1 0,0 0 0,0 0 0,1 0 0,-1 0 0,0 0 0,0 0 0,0-1 0,0 1 0,0 0 0,0 0 0,0 0 0,0 0 0,0 0 0,0-1 0,0 1 0,0 0 0,0 0 0,0 0 0,0 0 0,0-1 0,0 1 0,0 0 0,0 0 0,0 0 0,0-1 0,9 12 0,0 4 0,-1 0 0,-1 0 0,0 1 0,-1 0 0,0 0 0,-2 0 0,0 1 0,0 0 0,-2 0 0,0 0 0,0 21 0,-2-35 0,0 0 0,0 0 0,-1 0 0,1 0 0,-1 0 0,1 0 0,-1-1 0,0 1 0,-1 3 0,0-6 0,2-8 0,2-11 0,5-2 0,2 0 0,0 0 0,1 1 0,1 0 0,1 1 0,1 0 0,0 1 0,1 1 0,1 0 0,1 1 0,1 0 0,0 1 0,0 1 0,27-15 0,-33 23-341,0 1 0,0 0-1,21-6 1,-8 6-6485</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4:52:30.060"/>
    </inkml:context>
    <inkml:brush xml:id="br0">
      <inkml:brushProperty name="width" value="0.05" units="cm"/>
      <inkml:brushProperty name="height" value="0.05" units="cm"/>
    </inkml:brush>
  </inkml:definitions>
  <inkml:trace contextRef="#ctx0" brushRef="#br0">66 395 24575,'-60'-49'0,"60"49"0,0-1 0,0 1 0,0 0 0,0 0 0,0 0 0,0 0 0,0 0 0,0 0 0,0 0 0,0-1 0,0 1 0,-1 0 0,1 0 0,0 0 0,0 0 0,0 0 0,0 0 0,0 0 0,0 0 0,0 0 0,-1 0 0,1-1 0,0 1 0,0 0 0,0 0 0,0 0 0,0 0 0,-1 0 0,1 0 0,0 0 0,0 0 0,0 0 0,0 0 0,0 0 0,-1 0 0,1 0 0,0 0 0,0 1 0,0-1 0,0 0 0,0 0 0,0 0 0,-1 0 0,1 0 0,0 0 0,0 0 0,0 0 0,0 0 0,2 10 0,13 21 0,-9-18 0,1 1 0,-1 1 0,-1 0 0,0 1 0,-1-1 0,0 1 0,-1 0 0,-1 0 0,-1 0 0,0 0 0,-1 1 0,-1-1 0,0 0 0,-1 0 0,-5 16 0,-3-13 0,6-17 0,3-13 0,3-4 0,1-1 0,0 1 0,1 0 0,1 0 0,0 1 0,1-1 0,1 1 0,0 1 0,1-1 0,1 1 0,0 0 0,0 1 0,1 0 0,1 1 0,0 0 0,0 0 0,1 1 0,23-14 0,-31 22 0,-1 0 0,0 0 0,1 1 0,-1 0 0,1-1 0,0 1 0,-1 1 0,1-1 0,0 0 0,0 1 0,0 0 0,-1 0 0,1 0 0,0 0 0,0 1 0,0-1 0,-1 1 0,1 0 0,0 0 0,-1 0 0,1 1 0,4 1 0,-3 1 0,0 0 0,0 0 0,0 0 0,0 0 0,-1 1 0,1 0 0,-1 0 0,-1 0 0,1 0 0,-1 1 0,0-1 0,4 11 0,10 33 0,-15-40 0,0 0 0,1 0 0,0-1 0,0 1 0,1-1 0,0 1 0,1-1 0,0 0 0,8 10 0,-11-16 0,1-1 0,0 1 0,-1-1 0,1 0 0,0 0 0,0 0 0,-1 0 0,1 0 0,0 0 0,0-1 0,0 1 0,0-1 0,0 0 0,0 0 0,0 0 0,0 0 0,0-1 0,0 1 0,0-1 0,0 0 0,0 0 0,3-1 0,7-3 0,1 0 0,-1-1 0,15-9 0,-12 4 0,1-1 0,-2 0 0,0-1 0,0-1 0,-1 0 0,-1-1 0,0-1 0,-1 0 0,-1 0 0,-1-2 0,0 1 0,7-20 0,-14 33 0,-1-1 0,-1 1 0,1-1 0,-1 1 0,0-1 0,0 0 0,1-6 0,-2 10 0,0-1 0,0 1 0,-1 0 0,1 0 0,0 0 0,0 0 0,0 0 0,-1 0 0,1 0 0,-1 0 0,1 0 0,-1 0 0,1 0 0,-1 0 0,0 0 0,1 0 0,-1 0 0,0 0 0,0 1 0,1-1 0,-1 0 0,0 1 0,0-1 0,0 0 0,0 1 0,0-1 0,0 1 0,0-1 0,0 1 0,0 0 0,0-1 0,0 1 0,0 0 0,0 0 0,-1 0 0,1 0 0,-2 0 0,-2 0 0,0 1 0,0-1 0,0 1 0,-1 0 0,1 1 0,0-1 0,1 1 0,-1 0 0,0 0 0,0 0 0,1 1 0,-6 4 0,-4 3 0,0 0 0,-17 19 0,25-23 0,-1 1 0,1 1 0,0-1 0,1 1 0,0 0 0,0 0 0,1 1 0,0 0 0,0-1 0,-4 18 0,7-22 0,0 0 0,0 1 0,1-1 0,0 0 0,0 0 0,0 1 0,0-1 0,1 0 0,-1 0 0,1 0 0,0 0 0,1 0 0,-1 0 0,1 0 0,-1 0 0,1 0 0,0 0 0,1-1 0,-1 1 0,0-1 0,1 0 0,0 1 0,0-1 0,0-1 0,0 1 0,6 4 0,0-2 0,0 0 0,0-1 0,1 0 0,-1 0 0,1-1 0,0 0 0,0 0 0,0-1 0,0-1 0,1 0 0,-1 0 0,0-1 0,21-2 0,-14 0 0,1-1 0,-1-1 0,0 0 0,0-1 0,0-1 0,0 0 0,19-12 0,-26 12 0,0 0 0,-1-1 0,0 0 0,0 0 0,0-1 0,-1 0 0,-1-1 0,1 0 0,-1 0 0,7-12 0,-7 7 0,0 0 0,-1 0 0,-1 0 0,0 0 0,-1-1 0,0 0 0,1-15 0,-2 2 0,-2 0 0,-1-1 0,-1 1 0,-1 0 0,-2 0 0,0 1 0,-18-54 0,20 73 0,-1-1 0,-1 1 0,0 0 0,-8-12 0,11 18 0,0 1 0,0 0 0,0-1 0,0 1 0,0 0 0,0 0 0,0 0 0,-1 0 0,1 0 0,-1 0 0,1 0 0,0 1 0,-1-1 0,-1 0 0,1 1 0,1 0 0,0 0 0,0 0 0,0 0 0,0 0 0,0 0 0,0 0 0,0 1 0,0-1 0,0 0 0,0 1 0,0-1 0,0 1 0,0-1 0,0 1 0,0 0 0,0-1 0,0 1 0,0 0 0,1 0 0,-1-1 0,0 1 0,1 0 0,-2 1 0,-2 5 0,-1 0 0,1 0 0,1 1 0,-1 0 0,1-1 0,1 1 0,0 0 0,0 1 0,0-1 0,0 9 0,-3 87 0,5-98 0,-1 31 114,3 0 0,11 71 0,-11-97-236,1 1 0,0-1 0,1 0 0,0 0 0,0 0 0,2 0 0,-1-1 0,1 0 0,1 0 1,-1 0-1,2-1 0,-1 0 0,13 10 0,-2-5-6704</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4:52:30.214"/>
    </inkml:context>
    <inkml:brush xml:id="br0">
      <inkml:brushProperty name="width" value="0.05" units="cm"/>
      <inkml:brushProperty name="height" value="0.05" units="cm"/>
    </inkml:brush>
  </inkml:definitions>
  <inkml:trace contextRef="#ctx0" brushRef="#br0">11 235 24575,'0'-3'0,"-3"-7"0,-1-4 0,0-3 0,4 1 0,8 0 0,8 1 0,11 2 0,9 1 0,10-1 0,10-1 0,7-2 0,4 3 0,3 0 0,-2 0 0,-9-2 0,-12 3 0,-14 3-8191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AB488F7-1FAC-40D2-BB7E-BA3CE28D8950}" type="datetimeFigureOut">
              <a:rPr lang="en-US" smtClean="0"/>
              <a:pPr/>
              <a:t>2/4/2026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A2D21D1-52E2-420B-B491-CFF6D7BB79FB}" type="slidenum">
              <a:rPr lang="en-US" smtClean="0"/>
              <a:pPr/>
              <a:t>‹#›</a:t>
            </a:fld>
            <a:endParaRPr lang="en-US"/>
          </a:p>
        </p:txBody>
      </p:sp>
    </p:spTree>
    <p:extLst>
      <p:ext uri="{BB962C8B-B14F-4D97-AF65-F5344CB8AC3E}">
        <p14:creationId xmlns:p14="http://schemas.microsoft.com/office/powerpoint/2010/main" val="223947869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6B8D726-D0BC-B240-A677-46F99704B744}" type="slidenum">
              <a:rPr lang="en-US" smtClean="0"/>
              <a:pPr/>
              <a:t>31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slideMaster" Target="../slideMasters/slideMaster2.xml"/><Relationship Id="rId1" Type="http://schemas.openxmlformats.org/officeDocument/2006/relationships/themeOverride" Target="../theme/themeOverride1.xml"/><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solidFill>
        <a:effectLst/>
      </p:bgPr>
    </p:bg>
    <p:spTree>
      <p:nvGrpSpPr>
        <p:cNvPr id="1" name=""/>
        <p:cNvGrpSpPr/>
        <p:nvPr/>
      </p:nvGrpSpPr>
      <p:grpSpPr>
        <a:xfrm>
          <a:off x="0" y="0"/>
          <a:ext cx="0" cy="0"/>
          <a:chOff x="0" y="0"/>
          <a:chExt cx="0" cy="0"/>
        </a:xfrm>
      </p:grpSpPr>
      <p:grpSp>
        <p:nvGrpSpPr>
          <p:cNvPr id="523" name="Group 522">
            <a:extLst>
              <a:ext uri="{FF2B5EF4-FFF2-40B4-BE49-F238E27FC236}">
                <a16:creationId xmlns:a16="http://schemas.microsoft.com/office/drawing/2014/main" id="{2DB38A0F-0598-4BC1-A4B5-6E4C7D1AE1FD}"/>
              </a:ext>
            </a:extLst>
          </p:cNvPr>
          <p:cNvGrpSpPr/>
          <p:nvPr userDrawn="1"/>
        </p:nvGrpSpPr>
        <p:grpSpPr>
          <a:xfrm>
            <a:off x="354110" y="326571"/>
            <a:ext cx="11480605" cy="6204858"/>
            <a:chOff x="354110" y="326571"/>
            <a:chExt cx="11480605" cy="6204858"/>
          </a:xfrm>
          <a:solidFill>
            <a:schemeClr val="accent1">
              <a:lumMod val="90000"/>
              <a:lumOff val="10000"/>
            </a:schemeClr>
          </a:solidFill>
        </p:grpSpPr>
        <p:sp>
          <p:nvSpPr>
            <p:cNvPr id="524" name="Rectangle 5">
              <a:extLst>
                <a:ext uri="{FF2B5EF4-FFF2-40B4-BE49-F238E27FC236}">
                  <a16:creationId xmlns:a16="http://schemas.microsoft.com/office/drawing/2014/main" id="{D0391FF9-0338-4933-99EA-0BC7224F463E}"/>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6">
              <a:extLst>
                <a:ext uri="{FF2B5EF4-FFF2-40B4-BE49-F238E27FC236}">
                  <a16:creationId xmlns:a16="http://schemas.microsoft.com/office/drawing/2014/main" id="{68848005-FF97-4886-AB70-BEAC78E6AF03}"/>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7">
              <a:extLst>
                <a:ext uri="{FF2B5EF4-FFF2-40B4-BE49-F238E27FC236}">
                  <a16:creationId xmlns:a16="http://schemas.microsoft.com/office/drawing/2014/main" id="{A371799C-C91D-4388-B84A-3FB8314160BB}"/>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8">
              <a:extLst>
                <a:ext uri="{FF2B5EF4-FFF2-40B4-BE49-F238E27FC236}">
                  <a16:creationId xmlns:a16="http://schemas.microsoft.com/office/drawing/2014/main" id="{C722B8FD-8C0E-4B48-8849-E0D3A2C9EC70}"/>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9">
              <a:extLst>
                <a:ext uri="{FF2B5EF4-FFF2-40B4-BE49-F238E27FC236}">
                  <a16:creationId xmlns:a16="http://schemas.microsoft.com/office/drawing/2014/main" id="{F690EF81-637B-45E9-B2E4-F6466D3CEA03}"/>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10">
              <a:extLst>
                <a:ext uri="{FF2B5EF4-FFF2-40B4-BE49-F238E27FC236}">
                  <a16:creationId xmlns:a16="http://schemas.microsoft.com/office/drawing/2014/main" id="{93D434AE-D8E1-4B73-97E9-104904735F90}"/>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11">
              <a:extLst>
                <a:ext uri="{FF2B5EF4-FFF2-40B4-BE49-F238E27FC236}">
                  <a16:creationId xmlns:a16="http://schemas.microsoft.com/office/drawing/2014/main" id="{38DB79DD-18E2-4E0B-8C6B-B3170D9E63C6}"/>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12">
              <a:extLst>
                <a:ext uri="{FF2B5EF4-FFF2-40B4-BE49-F238E27FC236}">
                  <a16:creationId xmlns:a16="http://schemas.microsoft.com/office/drawing/2014/main" id="{AA24A7B5-1047-4ED2-8394-1F64840CDD0E}"/>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13">
              <a:extLst>
                <a:ext uri="{FF2B5EF4-FFF2-40B4-BE49-F238E27FC236}">
                  <a16:creationId xmlns:a16="http://schemas.microsoft.com/office/drawing/2014/main" id="{1BF3D7A2-914A-406C-85FE-78F492E20546}"/>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14">
              <a:extLst>
                <a:ext uri="{FF2B5EF4-FFF2-40B4-BE49-F238E27FC236}">
                  <a16:creationId xmlns:a16="http://schemas.microsoft.com/office/drawing/2014/main" id="{EFE4A65D-7D8E-481F-9FD2-EC0C8574248C}"/>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15">
              <a:extLst>
                <a:ext uri="{FF2B5EF4-FFF2-40B4-BE49-F238E27FC236}">
                  <a16:creationId xmlns:a16="http://schemas.microsoft.com/office/drawing/2014/main" id="{6D829585-3C10-4E29-9D87-5A5437E00BCE}"/>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16">
              <a:extLst>
                <a:ext uri="{FF2B5EF4-FFF2-40B4-BE49-F238E27FC236}">
                  <a16:creationId xmlns:a16="http://schemas.microsoft.com/office/drawing/2014/main" id="{2B70A9B8-A62A-4C92-8175-AAC487F5F934}"/>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17">
              <a:extLst>
                <a:ext uri="{FF2B5EF4-FFF2-40B4-BE49-F238E27FC236}">
                  <a16:creationId xmlns:a16="http://schemas.microsoft.com/office/drawing/2014/main" id="{62925939-9955-4AB6-8B7B-2F98C58A94BA}"/>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18">
              <a:extLst>
                <a:ext uri="{FF2B5EF4-FFF2-40B4-BE49-F238E27FC236}">
                  <a16:creationId xmlns:a16="http://schemas.microsoft.com/office/drawing/2014/main" id="{658B8514-8D6B-4F5F-AE70-55B9F4C5056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19">
              <a:extLst>
                <a:ext uri="{FF2B5EF4-FFF2-40B4-BE49-F238E27FC236}">
                  <a16:creationId xmlns:a16="http://schemas.microsoft.com/office/drawing/2014/main" id="{D6780382-758A-41C1-83C0-EB51E004EF9A}"/>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0">
              <a:extLst>
                <a:ext uri="{FF2B5EF4-FFF2-40B4-BE49-F238E27FC236}">
                  <a16:creationId xmlns:a16="http://schemas.microsoft.com/office/drawing/2014/main" id="{9357623D-6D19-46DA-B792-E1A2F32F8F0F}"/>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1">
              <a:extLst>
                <a:ext uri="{FF2B5EF4-FFF2-40B4-BE49-F238E27FC236}">
                  <a16:creationId xmlns:a16="http://schemas.microsoft.com/office/drawing/2014/main" id="{2F00DFB8-11D0-4DF8-A3AD-197C3F3071B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2">
              <a:extLst>
                <a:ext uri="{FF2B5EF4-FFF2-40B4-BE49-F238E27FC236}">
                  <a16:creationId xmlns:a16="http://schemas.microsoft.com/office/drawing/2014/main" id="{57F57754-D964-4CFA-BC83-9AFD46DA5646}"/>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3">
              <a:extLst>
                <a:ext uri="{FF2B5EF4-FFF2-40B4-BE49-F238E27FC236}">
                  <a16:creationId xmlns:a16="http://schemas.microsoft.com/office/drawing/2014/main" id="{CAC9FBA4-D9FC-44DC-9CBC-4AA56F87E83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4">
              <a:extLst>
                <a:ext uri="{FF2B5EF4-FFF2-40B4-BE49-F238E27FC236}">
                  <a16:creationId xmlns:a16="http://schemas.microsoft.com/office/drawing/2014/main" id="{6B5BF42C-E1FB-4B04-8861-8F6834EC8B77}"/>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5">
              <a:extLst>
                <a:ext uri="{FF2B5EF4-FFF2-40B4-BE49-F238E27FC236}">
                  <a16:creationId xmlns:a16="http://schemas.microsoft.com/office/drawing/2014/main" id="{BECAB5D5-0B99-4F52-BDEC-9DEE44451ECA}"/>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6">
              <a:extLst>
                <a:ext uri="{FF2B5EF4-FFF2-40B4-BE49-F238E27FC236}">
                  <a16:creationId xmlns:a16="http://schemas.microsoft.com/office/drawing/2014/main" id="{7F2A058E-DD90-4B9A-BCA3-AAB1E8805F6B}"/>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7">
              <a:extLst>
                <a:ext uri="{FF2B5EF4-FFF2-40B4-BE49-F238E27FC236}">
                  <a16:creationId xmlns:a16="http://schemas.microsoft.com/office/drawing/2014/main" id="{5A511A58-4543-4023-AD40-17185DD316D9}"/>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
              <a:extLst>
                <a:ext uri="{FF2B5EF4-FFF2-40B4-BE49-F238E27FC236}">
                  <a16:creationId xmlns:a16="http://schemas.microsoft.com/office/drawing/2014/main" id="{4FB2F5FA-9E29-4BF4-A565-01F562351925}"/>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9">
              <a:extLst>
                <a:ext uri="{FF2B5EF4-FFF2-40B4-BE49-F238E27FC236}">
                  <a16:creationId xmlns:a16="http://schemas.microsoft.com/office/drawing/2014/main" id="{79033138-2B37-4A7A-BB10-95ED1BC4CE8D}"/>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30">
              <a:extLst>
                <a:ext uri="{FF2B5EF4-FFF2-40B4-BE49-F238E27FC236}">
                  <a16:creationId xmlns:a16="http://schemas.microsoft.com/office/drawing/2014/main" id="{79753DF4-5F75-4419-909E-7C6C912431E9}"/>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32">
              <a:extLst>
                <a:ext uri="{FF2B5EF4-FFF2-40B4-BE49-F238E27FC236}">
                  <a16:creationId xmlns:a16="http://schemas.microsoft.com/office/drawing/2014/main" id="{855DF40C-B6BB-4565-917B-0D68E9A99568}"/>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33">
              <a:extLst>
                <a:ext uri="{FF2B5EF4-FFF2-40B4-BE49-F238E27FC236}">
                  <a16:creationId xmlns:a16="http://schemas.microsoft.com/office/drawing/2014/main" id="{4A966D73-83CF-49BC-B17D-814D08E7082D}"/>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34">
              <a:extLst>
                <a:ext uri="{FF2B5EF4-FFF2-40B4-BE49-F238E27FC236}">
                  <a16:creationId xmlns:a16="http://schemas.microsoft.com/office/drawing/2014/main" id="{C4D3FEF6-5168-4033-87C1-4DE8C0B10D44}"/>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35">
              <a:extLst>
                <a:ext uri="{FF2B5EF4-FFF2-40B4-BE49-F238E27FC236}">
                  <a16:creationId xmlns:a16="http://schemas.microsoft.com/office/drawing/2014/main" id="{8196550C-9075-450D-8381-757B57ACFE83}"/>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36">
              <a:extLst>
                <a:ext uri="{FF2B5EF4-FFF2-40B4-BE49-F238E27FC236}">
                  <a16:creationId xmlns:a16="http://schemas.microsoft.com/office/drawing/2014/main" id="{9DDF2589-A917-47E1-86F2-E9E9D031133F}"/>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37">
              <a:extLst>
                <a:ext uri="{FF2B5EF4-FFF2-40B4-BE49-F238E27FC236}">
                  <a16:creationId xmlns:a16="http://schemas.microsoft.com/office/drawing/2014/main" id="{19AA832E-82CD-495F-9759-311D5CF3C627}"/>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38">
              <a:extLst>
                <a:ext uri="{FF2B5EF4-FFF2-40B4-BE49-F238E27FC236}">
                  <a16:creationId xmlns:a16="http://schemas.microsoft.com/office/drawing/2014/main" id="{E321B9D6-F4D4-4E72-B642-4A20A028DE61}"/>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39">
              <a:extLst>
                <a:ext uri="{FF2B5EF4-FFF2-40B4-BE49-F238E27FC236}">
                  <a16:creationId xmlns:a16="http://schemas.microsoft.com/office/drawing/2014/main" id="{67D8E47E-A97F-495B-9D93-E77F5D991824}"/>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40">
              <a:extLst>
                <a:ext uri="{FF2B5EF4-FFF2-40B4-BE49-F238E27FC236}">
                  <a16:creationId xmlns:a16="http://schemas.microsoft.com/office/drawing/2014/main" id="{A3102978-9FB6-414A-87A2-7447231B782C}"/>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41">
              <a:extLst>
                <a:ext uri="{FF2B5EF4-FFF2-40B4-BE49-F238E27FC236}">
                  <a16:creationId xmlns:a16="http://schemas.microsoft.com/office/drawing/2014/main" id="{52AB6645-416B-4B1A-BDD5-25D20B3DDFF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42">
              <a:extLst>
                <a:ext uri="{FF2B5EF4-FFF2-40B4-BE49-F238E27FC236}">
                  <a16:creationId xmlns:a16="http://schemas.microsoft.com/office/drawing/2014/main" id="{6FC3BBB2-F5AD-4180-9804-3EA9F90C269D}"/>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43">
              <a:extLst>
                <a:ext uri="{FF2B5EF4-FFF2-40B4-BE49-F238E27FC236}">
                  <a16:creationId xmlns:a16="http://schemas.microsoft.com/office/drawing/2014/main" id="{422DB3ED-2BEF-4ED1-BC1B-08CB86C00F99}"/>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44">
              <a:extLst>
                <a:ext uri="{FF2B5EF4-FFF2-40B4-BE49-F238E27FC236}">
                  <a16:creationId xmlns:a16="http://schemas.microsoft.com/office/drawing/2014/main" id="{98D97055-E2FD-4FF0-90DB-E94B1920C4D3}"/>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45">
              <a:extLst>
                <a:ext uri="{FF2B5EF4-FFF2-40B4-BE49-F238E27FC236}">
                  <a16:creationId xmlns:a16="http://schemas.microsoft.com/office/drawing/2014/main" id="{DE4F8DEE-2AD7-48B0-86FE-2FB6CF6E0CC7}"/>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46">
              <a:extLst>
                <a:ext uri="{FF2B5EF4-FFF2-40B4-BE49-F238E27FC236}">
                  <a16:creationId xmlns:a16="http://schemas.microsoft.com/office/drawing/2014/main" id="{ABD952AD-A59A-4124-AAA4-9E35E9D1DAAA}"/>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47">
              <a:extLst>
                <a:ext uri="{FF2B5EF4-FFF2-40B4-BE49-F238E27FC236}">
                  <a16:creationId xmlns:a16="http://schemas.microsoft.com/office/drawing/2014/main" id="{09F53A53-235E-4905-B7A1-4C2487531478}"/>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48">
              <a:extLst>
                <a:ext uri="{FF2B5EF4-FFF2-40B4-BE49-F238E27FC236}">
                  <a16:creationId xmlns:a16="http://schemas.microsoft.com/office/drawing/2014/main" id="{E7B8F62B-F26F-4F16-83DE-DE88E2AC27DD}"/>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49">
              <a:extLst>
                <a:ext uri="{FF2B5EF4-FFF2-40B4-BE49-F238E27FC236}">
                  <a16:creationId xmlns:a16="http://schemas.microsoft.com/office/drawing/2014/main" id="{5A3F2E03-9197-4D87-AEBD-53681C71A0C3}"/>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50">
              <a:extLst>
                <a:ext uri="{FF2B5EF4-FFF2-40B4-BE49-F238E27FC236}">
                  <a16:creationId xmlns:a16="http://schemas.microsoft.com/office/drawing/2014/main" id="{AC48136C-038A-4E15-A432-82CDA3580ED7}"/>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51">
              <a:extLst>
                <a:ext uri="{FF2B5EF4-FFF2-40B4-BE49-F238E27FC236}">
                  <a16:creationId xmlns:a16="http://schemas.microsoft.com/office/drawing/2014/main" id="{A03DB8D5-6A83-4A84-AB18-2030609589D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52">
              <a:extLst>
                <a:ext uri="{FF2B5EF4-FFF2-40B4-BE49-F238E27FC236}">
                  <a16:creationId xmlns:a16="http://schemas.microsoft.com/office/drawing/2014/main" id="{CB4B691A-151E-4AA1-86FD-1DF590C8AD29}"/>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53">
              <a:extLst>
                <a:ext uri="{FF2B5EF4-FFF2-40B4-BE49-F238E27FC236}">
                  <a16:creationId xmlns:a16="http://schemas.microsoft.com/office/drawing/2014/main" id="{8DE17CF6-249D-4F7B-83E2-FD452FE7770B}"/>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54">
              <a:extLst>
                <a:ext uri="{FF2B5EF4-FFF2-40B4-BE49-F238E27FC236}">
                  <a16:creationId xmlns:a16="http://schemas.microsoft.com/office/drawing/2014/main" id="{8AFBC693-95B4-46BF-8458-36EE0C80554E}"/>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55">
              <a:extLst>
                <a:ext uri="{FF2B5EF4-FFF2-40B4-BE49-F238E27FC236}">
                  <a16:creationId xmlns:a16="http://schemas.microsoft.com/office/drawing/2014/main" id="{1B7936E4-C86A-4ECF-9DAA-DD45C61C9B40}"/>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56">
              <a:extLst>
                <a:ext uri="{FF2B5EF4-FFF2-40B4-BE49-F238E27FC236}">
                  <a16:creationId xmlns:a16="http://schemas.microsoft.com/office/drawing/2014/main" id="{07B705CC-7C23-4703-BFCD-DEBFDF5A7E5B}"/>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57">
              <a:extLst>
                <a:ext uri="{FF2B5EF4-FFF2-40B4-BE49-F238E27FC236}">
                  <a16:creationId xmlns:a16="http://schemas.microsoft.com/office/drawing/2014/main" id="{021EAEDF-4795-47A7-9CDF-29BDE7EB4647}"/>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59">
              <a:extLst>
                <a:ext uri="{FF2B5EF4-FFF2-40B4-BE49-F238E27FC236}">
                  <a16:creationId xmlns:a16="http://schemas.microsoft.com/office/drawing/2014/main" id="{C8E25685-5F7D-4F4C-ABCD-4A625A28DA84}"/>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60">
              <a:extLst>
                <a:ext uri="{FF2B5EF4-FFF2-40B4-BE49-F238E27FC236}">
                  <a16:creationId xmlns:a16="http://schemas.microsoft.com/office/drawing/2014/main" id="{F86C1915-F185-4F6E-BC9A-70ED68733204}"/>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61">
              <a:extLst>
                <a:ext uri="{FF2B5EF4-FFF2-40B4-BE49-F238E27FC236}">
                  <a16:creationId xmlns:a16="http://schemas.microsoft.com/office/drawing/2014/main" id="{0A676732-8A69-4B25-9573-F6F90E1CBE82}"/>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62">
              <a:extLst>
                <a:ext uri="{FF2B5EF4-FFF2-40B4-BE49-F238E27FC236}">
                  <a16:creationId xmlns:a16="http://schemas.microsoft.com/office/drawing/2014/main" id="{D4F1F03D-E1AA-4194-B592-BA6FFEF4B89A}"/>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63">
              <a:extLst>
                <a:ext uri="{FF2B5EF4-FFF2-40B4-BE49-F238E27FC236}">
                  <a16:creationId xmlns:a16="http://schemas.microsoft.com/office/drawing/2014/main" id="{3E19A2DA-16F0-4B64-9855-639F78BF95B6}"/>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64">
              <a:extLst>
                <a:ext uri="{FF2B5EF4-FFF2-40B4-BE49-F238E27FC236}">
                  <a16:creationId xmlns:a16="http://schemas.microsoft.com/office/drawing/2014/main" id="{21AA4D67-978D-46FA-9138-C5EF347A093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65">
              <a:extLst>
                <a:ext uri="{FF2B5EF4-FFF2-40B4-BE49-F238E27FC236}">
                  <a16:creationId xmlns:a16="http://schemas.microsoft.com/office/drawing/2014/main" id="{DF7FABC9-0AE5-498D-9DCD-2D0A69DD494F}"/>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66">
              <a:extLst>
                <a:ext uri="{FF2B5EF4-FFF2-40B4-BE49-F238E27FC236}">
                  <a16:creationId xmlns:a16="http://schemas.microsoft.com/office/drawing/2014/main" id="{3B4259AB-BB5C-471B-8BFD-2464967E06EC}"/>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67">
              <a:extLst>
                <a:ext uri="{FF2B5EF4-FFF2-40B4-BE49-F238E27FC236}">
                  <a16:creationId xmlns:a16="http://schemas.microsoft.com/office/drawing/2014/main" id="{4A71AFC4-8245-4F87-8986-BFA7163794AB}"/>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68">
              <a:extLst>
                <a:ext uri="{FF2B5EF4-FFF2-40B4-BE49-F238E27FC236}">
                  <a16:creationId xmlns:a16="http://schemas.microsoft.com/office/drawing/2014/main" id="{AA4DB81E-6CDA-4C15-A84C-6764CA845A64}"/>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69">
              <a:extLst>
                <a:ext uri="{FF2B5EF4-FFF2-40B4-BE49-F238E27FC236}">
                  <a16:creationId xmlns:a16="http://schemas.microsoft.com/office/drawing/2014/main" id="{E6B3071E-6076-4B7A-83B7-92D6A165342E}"/>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70">
              <a:extLst>
                <a:ext uri="{FF2B5EF4-FFF2-40B4-BE49-F238E27FC236}">
                  <a16:creationId xmlns:a16="http://schemas.microsoft.com/office/drawing/2014/main" id="{E8543DB1-652E-4988-9780-2A2133D41D4C}"/>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71">
              <a:extLst>
                <a:ext uri="{FF2B5EF4-FFF2-40B4-BE49-F238E27FC236}">
                  <a16:creationId xmlns:a16="http://schemas.microsoft.com/office/drawing/2014/main" id="{42F0AA6A-4C74-462E-8B1B-F39A0F70FF7A}"/>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72">
              <a:extLst>
                <a:ext uri="{FF2B5EF4-FFF2-40B4-BE49-F238E27FC236}">
                  <a16:creationId xmlns:a16="http://schemas.microsoft.com/office/drawing/2014/main" id="{B33C0D7F-04E1-4844-B90C-3FBE5EEF3A4D}"/>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73">
              <a:extLst>
                <a:ext uri="{FF2B5EF4-FFF2-40B4-BE49-F238E27FC236}">
                  <a16:creationId xmlns:a16="http://schemas.microsoft.com/office/drawing/2014/main" id="{F49B085D-B4DD-458A-826A-3DA24029B88E}"/>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74">
              <a:extLst>
                <a:ext uri="{FF2B5EF4-FFF2-40B4-BE49-F238E27FC236}">
                  <a16:creationId xmlns:a16="http://schemas.microsoft.com/office/drawing/2014/main" id="{A32F9E5F-5111-453D-A333-FB4E1A18673B}"/>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75">
              <a:extLst>
                <a:ext uri="{FF2B5EF4-FFF2-40B4-BE49-F238E27FC236}">
                  <a16:creationId xmlns:a16="http://schemas.microsoft.com/office/drawing/2014/main" id="{47E4D8BD-DEA3-4D27-98E4-F4E7016173D4}"/>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76">
              <a:extLst>
                <a:ext uri="{FF2B5EF4-FFF2-40B4-BE49-F238E27FC236}">
                  <a16:creationId xmlns:a16="http://schemas.microsoft.com/office/drawing/2014/main" id="{BBF03BDD-5E4F-4125-8BBA-793FC2C135B8}"/>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77">
              <a:extLst>
                <a:ext uri="{FF2B5EF4-FFF2-40B4-BE49-F238E27FC236}">
                  <a16:creationId xmlns:a16="http://schemas.microsoft.com/office/drawing/2014/main" id="{F3B4C098-EB45-4815-8269-996D7522ECC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78">
              <a:extLst>
                <a:ext uri="{FF2B5EF4-FFF2-40B4-BE49-F238E27FC236}">
                  <a16:creationId xmlns:a16="http://schemas.microsoft.com/office/drawing/2014/main" id="{B59927F3-4B4B-42A6-8B08-08A49631DE99}"/>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79">
              <a:extLst>
                <a:ext uri="{FF2B5EF4-FFF2-40B4-BE49-F238E27FC236}">
                  <a16:creationId xmlns:a16="http://schemas.microsoft.com/office/drawing/2014/main" id="{A3EF2292-28DC-48A4-AF27-649B5C4586D6}"/>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80">
              <a:extLst>
                <a:ext uri="{FF2B5EF4-FFF2-40B4-BE49-F238E27FC236}">
                  <a16:creationId xmlns:a16="http://schemas.microsoft.com/office/drawing/2014/main" id="{248C3F59-9E32-45A2-A3CC-2CB702255A32}"/>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81">
              <a:extLst>
                <a:ext uri="{FF2B5EF4-FFF2-40B4-BE49-F238E27FC236}">
                  <a16:creationId xmlns:a16="http://schemas.microsoft.com/office/drawing/2014/main" id="{8E4ACB8A-43E4-4093-AE56-AA241704B0B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82">
              <a:extLst>
                <a:ext uri="{FF2B5EF4-FFF2-40B4-BE49-F238E27FC236}">
                  <a16:creationId xmlns:a16="http://schemas.microsoft.com/office/drawing/2014/main" id="{D14F99BB-28D1-464F-BB16-2F2623BBC5A4}"/>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83">
              <a:extLst>
                <a:ext uri="{FF2B5EF4-FFF2-40B4-BE49-F238E27FC236}">
                  <a16:creationId xmlns:a16="http://schemas.microsoft.com/office/drawing/2014/main" id="{A95FA675-3755-4391-B726-68B8FF23ADB3}"/>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84">
              <a:extLst>
                <a:ext uri="{FF2B5EF4-FFF2-40B4-BE49-F238E27FC236}">
                  <a16:creationId xmlns:a16="http://schemas.microsoft.com/office/drawing/2014/main" id="{49925855-02BD-4CA2-9D33-00CA85C3A971}"/>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86">
              <a:extLst>
                <a:ext uri="{FF2B5EF4-FFF2-40B4-BE49-F238E27FC236}">
                  <a16:creationId xmlns:a16="http://schemas.microsoft.com/office/drawing/2014/main" id="{29A0B59B-FDB1-4852-BA6C-06E6417E8DE5}"/>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87">
              <a:extLst>
                <a:ext uri="{FF2B5EF4-FFF2-40B4-BE49-F238E27FC236}">
                  <a16:creationId xmlns:a16="http://schemas.microsoft.com/office/drawing/2014/main" id="{F2291FF5-CA54-458E-8BD1-99B816F40E55}"/>
                </a:ext>
              </a:extLst>
            </p:cNvPr>
            <p:cNvSpPr>
              <a:spLocks noChangeArrowheads="1"/>
            </p:cNvSpPr>
            <p:nvPr/>
          </p:nvSpPr>
          <p:spPr bwMode="auto">
            <a:xfrm>
              <a:off x="80954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88">
              <a:extLst>
                <a:ext uri="{FF2B5EF4-FFF2-40B4-BE49-F238E27FC236}">
                  <a16:creationId xmlns:a16="http://schemas.microsoft.com/office/drawing/2014/main" id="{97EB7D42-19E8-41E2-B5B0-791AA24B51C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89">
              <a:extLst>
                <a:ext uri="{FF2B5EF4-FFF2-40B4-BE49-F238E27FC236}">
                  <a16:creationId xmlns:a16="http://schemas.microsoft.com/office/drawing/2014/main" id="{F11528A1-D5A5-47C3-A78A-BDF885ECD0F6}"/>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90">
              <a:extLst>
                <a:ext uri="{FF2B5EF4-FFF2-40B4-BE49-F238E27FC236}">
                  <a16:creationId xmlns:a16="http://schemas.microsoft.com/office/drawing/2014/main" id="{382D90AE-FED6-4FCA-B477-13F5EC154EA9}"/>
                </a:ext>
              </a:extLst>
            </p:cNvPr>
            <p:cNvSpPr>
              <a:spLocks noChangeArrowheads="1"/>
            </p:cNvSpPr>
            <p:nvPr/>
          </p:nvSpPr>
          <p:spPr bwMode="auto">
            <a:xfrm>
              <a:off x="2173502"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91">
              <a:extLst>
                <a:ext uri="{FF2B5EF4-FFF2-40B4-BE49-F238E27FC236}">
                  <a16:creationId xmlns:a16="http://schemas.microsoft.com/office/drawing/2014/main" id="{32C9B838-AD97-41C2-B167-E2ED06D301D2}"/>
                </a:ext>
              </a:extLst>
            </p:cNvPr>
            <p:cNvSpPr>
              <a:spLocks noChangeArrowheads="1"/>
            </p:cNvSpPr>
            <p:nvPr/>
          </p:nvSpPr>
          <p:spPr bwMode="auto">
            <a:xfrm>
              <a:off x="2628934"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92">
              <a:extLst>
                <a:ext uri="{FF2B5EF4-FFF2-40B4-BE49-F238E27FC236}">
                  <a16:creationId xmlns:a16="http://schemas.microsoft.com/office/drawing/2014/main" id="{17A1E437-F28C-4912-A416-147E734D2A46}"/>
                </a:ext>
              </a:extLst>
            </p:cNvPr>
            <p:cNvSpPr>
              <a:spLocks noChangeArrowheads="1"/>
            </p:cNvSpPr>
            <p:nvPr/>
          </p:nvSpPr>
          <p:spPr bwMode="auto">
            <a:xfrm>
              <a:off x="3083197"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105">
              <a:extLst>
                <a:ext uri="{FF2B5EF4-FFF2-40B4-BE49-F238E27FC236}">
                  <a16:creationId xmlns:a16="http://schemas.microsoft.com/office/drawing/2014/main" id="{DEAE7685-4A38-4785-9605-B19161F69E26}"/>
                </a:ext>
              </a:extLst>
            </p:cNvPr>
            <p:cNvSpPr>
              <a:spLocks noChangeArrowheads="1"/>
            </p:cNvSpPr>
            <p:nvPr/>
          </p:nvSpPr>
          <p:spPr bwMode="auto">
            <a:xfrm>
              <a:off x="8996805"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106">
              <a:extLst>
                <a:ext uri="{FF2B5EF4-FFF2-40B4-BE49-F238E27FC236}">
                  <a16:creationId xmlns:a16="http://schemas.microsoft.com/office/drawing/2014/main" id="{D8D5236E-C6F3-4C15-B112-50979E39B652}"/>
                </a:ext>
              </a:extLst>
            </p:cNvPr>
            <p:cNvSpPr>
              <a:spLocks noChangeArrowheads="1"/>
            </p:cNvSpPr>
            <p:nvPr/>
          </p:nvSpPr>
          <p:spPr bwMode="auto">
            <a:xfrm>
              <a:off x="9451068"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107">
              <a:extLst>
                <a:ext uri="{FF2B5EF4-FFF2-40B4-BE49-F238E27FC236}">
                  <a16:creationId xmlns:a16="http://schemas.microsoft.com/office/drawing/2014/main" id="{EAC78FE3-C094-437A-B445-4F783780233D}"/>
                </a:ext>
              </a:extLst>
            </p:cNvPr>
            <p:cNvSpPr>
              <a:spLocks noChangeArrowheads="1"/>
            </p:cNvSpPr>
            <p:nvPr/>
          </p:nvSpPr>
          <p:spPr bwMode="auto">
            <a:xfrm>
              <a:off x="9906501"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108">
              <a:extLst>
                <a:ext uri="{FF2B5EF4-FFF2-40B4-BE49-F238E27FC236}">
                  <a16:creationId xmlns:a16="http://schemas.microsoft.com/office/drawing/2014/main" id="{E515352F-F56E-4A5E-A366-80D13565A14A}"/>
                </a:ext>
              </a:extLst>
            </p:cNvPr>
            <p:cNvSpPr>
              <a:spLocks noChangeArrowheads="1"/>
            </p:cNvSpPr>
            <p:nvPr/>
          </p:nvSpPr>
          <p:spPr bwMode="auto">
            <a:xfrm>
              <a:off x="10360763"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109">
              <a:extLst>
                <a:ext uri="{FF2B5EF4-FFF2-40B4-BE49-F238E27FC236}">
                  <a16:creationId xmlns:a16="http://schemas.microsoft.com/office/drawing/2014/main" id="{082593FC-9A99-4046-9873-3F17F576F5F2}"/>
                </a:ext>
              </a:extLst>
            </p:cNvPr>
            <p:cNvSpPr>
              <a:spLocks noChangeArrowheads="1"/>
            </p:cNvSpPr>
            <p:nvPr/>
          </p:nvSpPr>
          <p:spPr bwMode="auto">
            <a:xfrm>
              <a:off x="10816197"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110">
              <a:extLst>
                <a:ext uri="{FF2B5EF4-FFF2-40B4-BE49-F238E27FC236}">
                  <a16:creationId xmlns:a16="http://schemas.microsoft.com/office/drawing/2014/main" id="{7BE87C29-956D-4731-9DEF-2472E21D89AD}"/>
                </a:ext>
              </a:extLst>
            </p:cNvPr>
            <p:cNvSpPr>
              <a:spLocks noChangeArrowheads="1"/>
            </p:cNvSpPr>
            <p:nvPr/>
          </p:nvSpPr>
          <p:spPr bwMode="auto">
            <a:xfrm>
              <a:off x="11270460"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111">
              <a:extLst>
                <a:ext uri="{FF2B5EF4-FFF2-40B4-BE49-F238E27FC236}">
                  <a16:creationId xmlns:a16="http://schemas.microsoft.com/office/drawing/2014/main" id="{A3B07365-8B76-4AFB-ABA7-8DD8B6C91F90}"/>
                </a:ext>
              </a:extLst>
            </p:cNvPr>
            <p:cNvSpPr>
              <a:spLocks noChangeArrowheads="1"/>
            </p:cNvSpPr>
            <p:nvPr/>
          </p:nvSpPr>
          <p:spPr bwMode="auto">
            <a:xfrm>
              <a:off x="1172589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113">
              <a:extLst>
                <a:ext uri="{FF2B5EF4-FFF2-40B4-BE49-F238E27FC236}">
                  <a16:creationId xmlns:a16="http://schemas.microsoft.com/office/drawing/2014/main" id="{DC607E7A-BE56-4471-A732-571BF19EBC8C}"/>
                </a:ext>
              </a:extLst>
            </p:cNvPr>
            <p:cNvSpPr>
              <a:spLocks noChangeArrowheads="1"/>
            </p:cNvSpPr>
            <p:nvPr/>
          </p:nvSpPr>
          <p:spPr bwMode="auto">
            <a:xfrm>
              <a:off x="35411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114">
              <a:extLst>
                <a:ext uri="{FF2B5EF4-FFF2-40B4-BE49-F238E27FC236}">
                  <a16:creationId xmlns:a16="http://schemas.microsoft.com/office/drawing/2014/main" id="{AC622CDC-661A-4504-B509-39988A37961B}"/>
                </a:ext>
              </a:extLst>
            </p:cNvPr>
            <p:cNvSpPr>
              <a:spLocks noChangeArrowheads="1"/>
            </p:cNvSpPr>
            <p:nvPr/>
          </p:nvSpPr>
          <p:spPr bwMode="auto">
            <a:xfrm>
              <a:off x="80954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115">
              <a:extLst>
                <a:ext uri="{FF2B5EF4-FFF2-40B4-BE49-F238E27FC236}">
                  <a16:creationId xmlns:a16="http://schemas.microsoft.com/office/drawing/2014/main" id="{62946A9D-9192-4CAD-8F76-974C5FE277D5}"/>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116">
              <a:extLst>
                <a:ext uri="{FF2B5EF4-FFF2-40B4-BE49-F238E27FC236}">
                  <a16:creationId xmlns:a16="http://schemas.microsoft.com/office/drawing/2014/main" id="{98A87D74-26D6-44DE-B8E3-3F1228E833DD}"/>
                </a:ext>
              </a:extLst>
            </p:cNvPr>
            <p:cNvSpPr>
              <a:spLocks noChangeArrowheads="1"/>
            </p:cNvSpPr>
            <p:nvPr/>
          </p:nvSpPr>
          <p:spPr bwMode="auto">
            <a:xfrm>
              <a:off x="1719239"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7">
              <a:extLst>
                <a:ext uri="{FF2B5EF4-FFF2-40B4-BE49-F238E27FC236}">
                  <a16:creationId xmlns:a16="http://schemas.microsoft.com/office/drawing/2014/main" id="{305F2911-EBBC-4A1F-9F27-F5A4D6683343}"/>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8">
              <a:extLst>
                <a:ext uri="{FF2B5EF4-FFF2-40B4-BE49-F238E27FC236}">
                  <a16:creationId xmlns:a16="http://schemas.microsoft.com/office/drawing/2014/main" id="{E3017ED1-C3DB-468D-917A-7D055013E8AA}"/>
                </a:ext>
              </a:extLst>
            </p:cNvPr>
            <p:cNvSpPr>
              <a:spLocks noChangeArrowheads="1"/>
            </p:cNvSpPr>
            <p:nvPr/>
          </p:nvSpPr>
          <p:spPr bwMode="auto">
            <a:xfrm>
              <a:off x="2628934"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19">
              <a:extLst>
                <a:ext uri="{FF2B5EF4-FFF2-40B4-BE49-F238E27FC236}">
                  <a16:creationId xmlns:a16="http://schemas.microsoft.com/office/drawing/2014/main" id="{364A9FBD-1DB7-46D2-80AE-1EF6158FE9A7}"/>
                </a:ext>
              </a:extLst>
            </p:cNvPr>
            <p:cNvSpPr>
              <a:spLocks noChangeArrowheads="1"/>
            </p:cNvSpPr>
            <p:nvPr/>
          </p:nvSpPr>
          <p:spPr bwMode="auto">
            <a:xfrm>
              <a:off x="3083197"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32">
              <a:extLst>
                <a:ext uri="{FF2B5EF4-FFF2-40B4-BE49-F238E27FC236}">
                  <a16:creationId xmlns:a16="http://schemas.microsoft.com/office/drawing/2014/main" id="{5B8F5DA7-A3AB-48C2-A0AA-06DFF2510EBF}"/>
                </a:ext>
              </a:extLst>
            </p:cNvPr>
            <p:cNvSpPr>
              <a:spLocks noChangeArrowheads="1"/>
            </p:cNvSpPr>
            <p:nvPr/>
          </p:nvSpPr>
          <p:spPr bwMode="auto">
            <a:xfrm>
              <a:off x="8996805"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33">
              <a:extLst>
                <a:ext uri="{FF2B5EF4-FFF2-40B4-BE49-F238E27FC236}">
                  <a16:creationId xmlns:a16="http://schemas.microsoft.com/office/drawing/2014/main" id="{B4EEDB8D-D8C1-42F7-816B-88E1F6AC5AF0}"/>
                </a:ext>
              </a:extLst>
            </p:cNvPr>
            <p:cNvSpPr>
              <a:spLocks noChangeArrowheads="1"/>
            </p:cNvSpPr>
            <p:nvPr/>
          </p:nvSpPr>
          <p:spPr bwMode="auto">
            <a:xfrm>
              <a:off x="9451068"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34">
              <a:extLst>
                <a:ext uri="{FF2B5EF4-FFF2-40B4-BE49-F238E27FC236}">
                  <a16:creationId xmlns:a16="http://schemas.microsoft.com/office/drawing/2014/main" id="{E15F1A2D-8731-4042-A5CD-84E3C2F4462A}"/>
                </a:ext>
              </a:extLst>
            </p:cNvPr>
            <p:cNvSpPr>
              <a:spLocks noChangeArrowheads="1"/>
            </p:cNvSpPr>
            <p:nvPr/>
          </p:nvSpPr>
          <p:spPr bwMode="auto">
            <a:xfrm>
              <a:off x="9906501"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35">
              <a:extLst>
                <a:ext uri="{FF2B5EF4-FFF2-40B4-BE49-F238E27FC236}">
                  <a16:creationId xmlns:a16="http://schemas.microsoft.com/office/drawing/2014/main" id="{866AE8F6-A982-4075-88C6-096E183A6392}"/>
                </a:ext>
              </a:extLst>
            </p:cNvPr>
            <p:cNvSpPr>
              <a:spLocks noChangeArrowheads="1"/>
            </p:cNvSpPr>
            <p:nvPr/>
          </p:nvSpPr>
          <p:spPr bwMode="auto">
            <a:xfrm>
              <a:off x="10360763"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136">
              <a:extLst>
                <a:ext uri="{FF2B5EF4-FFF2-40B4-BE49-F238E27FC236}">
                  <a16:creationId xmlns:a16="http://schemas.microsoft.com/office/drawing/2014/main" id="{4E9E8D66-CB5B-45DA-86A6-55504897135B}"/>
                </a:ext>
              </a:extLst>
            </p:cNvPr>
            <p:cNvSpPr>
              <a:spLocks noChangeArrowheads="1"/>
            </p:cNvSpPr>
            <p:nvPr/>
          </p:nvSpPr>
          <p:spPr bwMode="auto">
            <a:xfrm>
              <a:off x="10816197"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137">
              <a:extLst>
                <a:ext uri="{FF2B5EF4-FFF2-40B4-BE49-F238E27FC236}">
                  <a16:creationId xmlns:a16="http://schemas.microsoft.com/office/drawing/2014/main" id="{A22DE3BE-D7D7-4570-BD5B-578C0D546A4B}"/>
                </a:ext>
              </a:extLst>
            </p:cNvPr>
            <p:cNvSpPr>
              <a:spLocks noChangeArrowheads="1"/>
            </p:cNvSpPr>
            <p:nvPr/>
          </p:nvSpPr>
          <p:spPr bwMode="auto">
            <a:xfrm>
              <a:off x="1127046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138">
              <a:extLst>
                <a:ext uri="{FF2B5EF4-FFF2-40B4-BE49-F238E27FC236}">
                  <a16:creationId xmlns:a16="http://schemas.microsoft.com/office/drawing/2014/main" id="{7A6BABE8-DBE8-441A-87BB-BA336C02DC7D}"/>
                </a:ext>
              </a:extLst>
            </p:cNvPr>
            <p:cNvSpPr>
              <a:spLocks noChangeArrowheads="1"/>
            </p:cNvSpPr>
            <p:nvPr/>
          </p:nvSpPr>
          <p:spPr bwMode="auto">
            <a:xfrm>
              <a:off x="1172589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140">
              <a:extLst>
                <a:ext uri="{FF2B5EF4-FFF2-40B4-BE49-F238E27FC236}">
                  <a16:creationId xmlns:a16="http://schemas.microsoft.com/office/drawing/2014/main" id="{E3D2014F-A2E0-433E-904B-8B6961F86454}"/>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141">
              <a:extLst>
                <a:ext uri="{FF2B5EF4-FFF2-40B4-BE49-F238E27FC236}">
                  <a16:creationId xmlns:a16="http://schemas.microsoft.com/office/drawing/2014/main" id="{69E93948-9F67-4652-940D-D296937F99EA}"/>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142">
              <a:extLst>
                <a:ext uri="{FF2B5EF4-FFF2-40B4-BE49-F238E27FC236}">
                  <a16:creationId xmlns:a16="http://schemas.microsoft.com/office/drawing/2014/main" id="{DF77B519-E891-4382-8E18-46FCB0F8C711}"/>
                </a:ext>
              </a:extLst>
            </p:cNvPr>
            <p:cNvSpPr>
              <a:spLocks noChangeArrowheads="1"/>
            </p:cNvSpPr>
            <p:nvPr/>
          </p:nvSpPr>
          <p:spPr bwMode="auto">
            <a:xfrm>
              <a:off x="1263805"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143">
              <a:extLst>
                <a:ext uri="{FF2B5EF4-FFF2-40B4-BE49-F238E27FC236}">
                  <a16:creationId xmlns:a16="http://schemas.microsoft.com/office/drawing/2014/main" id="{D5D17266-EBAA-471D-8E73-01469C4714ED}"/>
                </a:ext>
              </a:extLst>
            </p:cNvPr>
            <p:cNvSpPr>
              <a:spLocks noChangeArrowheads="1"/>
            </p:cNvSpPr>
            <p:nvPr/>
          </p:nvSpPr>
          <p:spPr bwMode="auto">
            <a:xfrm>
              <a:off x="1719239"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44">
              <a:extLst>
                <a:ext uri="{FF2B5EF4-FFF2-40B4-BE49-F238E27FC236}">
                  <a16:creationId xmlns:a16="http://schemas.microsoft.com/office/drawing/2014/main" id="{D44C52C9-4A4D-4A1A-8A29-69726A6A3047}"/>
                </a:ext>
              </a:extLst>
            </p:cNvPr>
            <p:cNvSpPr>
              <a:spLocks noChangeArrowheads="1"/>
            </p:cNvSpPr>
            <p:nvPr/>
          </p:nvSpPr>
          <p:spPr bwMode="auto">
            <a:xfrm>
              <a:off x="2173502"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45">
              <a:extLst>
                <a:ext uri="{FF2B5EF4-FFF2-40B4-BE49-F238E27FC236}">
                  <a16:creationId xmlns:a16="http://schemas.microsoft.com/office/drawing/2014/main" id="{FA87CB27-8CDF-4677-9DF5-DFB94C701152}"/>
                </a:ext>
              </a:extLst>
            </p:cNvPr>
            <p:cNvSpPr>
              <a:spLocks noChangeArrowheads="1"/>
            </p:cNvSpPr>
            <p:nvPr/>
          </p:nvSpPr>
          <p:spPr bwMode="auto">
            <a:xfrm>
              <a:off x="2628934"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6">
              <a:extLst>
                <a:ext uri="{FF2B5EF4-FFF2-40B4-BE49-F238E27FC236}">
                  <a16:creationId xmlns:a16="http://schemas.microsoft.com/office/drawing/2014/main" id="{4AADF530-084D-4ABD-9074-C7575F810C5D}"/>
                </a:ext>
              </a:extLst>
            </p:cNvPr>
            <p:cNvSpPr>
              <a:spLocks noChangeArrowheads="1"/>
            </p:cNvSpPr>
            <p:nvPr/>
          </p:nvSpPr>
          <p:spPr bwMode="auto">
            <a:xfrm>
              <a:off x="3083197"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59">
              <a:extLst>
                <a:ext uri="{FF2B5EF4-FFF2-40B4-BE49-F238E27FC236}">
                  <a16:creationId xmlns:a16="http://schemas.microsoft.com/office/drawing/2014/main" id="{C322B879-3988-4E94-A06A-2E2974CE59CC}"/>
                </a:ext>
              </a:extLst>
            </p:cNvPr>
            <p:cNvSpPr>
              <a:spLocks noChangeArrowheads="1"/>
            </p:cNvSpPr>
            <p:nvPr/>
          </p:nvSpPr>
          <p:spPr bwMode="auto">
            <a:xfrm>
              <a:off x="8996805"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60">
              <a:extLst>
                <a:ext uri="{FF2B5EF4-FFF2-40B4-BE49-F238E27FC236}">
                  <a16:creationId xmlns:a16="http://schemas.microsoft.com/office/drawing/2014/main" id="{1FB2D558-1E2B-4728-B37A-424934B7ADAF}"/>
                </a:ext>
              </a:extLst>
            </p:cNvPr>
            <p:cNvSpPr>
              <a:spLocks noChangeArrowheads="1"/>
            </p:cNvSpPr>
            <p:nvPr/>
          </p:nvSpPr>
          <p:spPr bwMode="auto">
            <a:xfrm>
              <a:off x="9451068"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61">
              <a:extLst>
                <a:ext uri="{FF2B5EF4-FFF2-40B4-BE49-F238E27FC236}">
                  <a16:creationId xmlns:a16="http://schemas.microsoft.com/office/drawing/2014/main" id="{0A804D08-6835-454A-A817-80AFAFA274F8}"/>
                </a:ext>
              </a:extLst>
            </p:cNvPr>
            <p:cNvSpPr>
              <a:spLocks noChangeArrowheads="1"/>
            </p:cNvSpPr>
            <p:nvPr/>
          </p:nvSpPr>
          <p:spPr bwMode="auto">
            <a:xfrm>
              <a:off x="9906501"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62">
              <a:extLst>
                <a:ext uri="{FF2B5EF4-FFF2-40B4-BE49-F238E27FC236}">
                  <a16:creationId xmlns:a16="http://schemas.microsoft.com/office/drawing/2014/main" id="{088B375A-8C1A-4982-9F8E-9B47B9FDCA26}"/>
                </a:ext>
              </a:extLst>
            </p:cNvPr>
            <p:cNvSpPr>
              <a:spLocks noChangeArrowheads="1"/>
            </p:cNvSpPr>
            <p:nvPr/>
          </p:nvSpPr>
          <p:spPr bwMode="auto">
            <a:xfrm>
              <a:off x="10360763"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163">
              <a:extLst>
                <a:ext uri="{FF2B5EF4-FFF2-40B4-BE49-F238E27FC236}">
                  <a16:creationId xmlns:a16="http://schemas.microsoft.com/office/drawing/2014/main" id="{7FDDF96D-95E0-4634-92CA-2BD5749E0D2E}"/>
                </a:ext>
              </a:extLst>
            </p:cNvPr>
            <p:cNvSpPr>
              <a:spLocks noChangeArrowheads="1"/>
            </p:cNvSpPr>
            <p:nvPr/>
          </p:nvSpPr>
          <p:spPr bwMode="auto">
            <a:xfrm>
              <a:off x="10816197"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164">
              <a:extLst>
                <a:ext uri="{FF2B5EF4-FFF2-40B4-BE49-F238E27FC236}">
                  <a16:creationId xmlns:a16="http://schemas.microsoft.com/office/drawing/2014/main" id="{FFAB5B60-AC73-4661-9026-4738F218AA02}"/>
                </a:ext>
              </a:extLst>
            </p:cNvPr>
            <p:cNvSpPr>
              <a:spLocks noChangeArrowheads="1"/>
            </p:cNvSpPr>
            <p:nvPr/>
          </p:nvSpPr>
          <p:spPr bwMode="auto">
            <a:xfrm>
              <a:off x="11270460"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165">
              <a:extLst>
                <a:ext uri="{FF2B5EF4-FFF2-40B4-BE49-F238E27FC236}">
                  <a16:creationId xmlns:a16="http://schemas.microsoft.com/office/drawing/2014/main" id="{55977D1F-AEBB-4C53-9386-D84525085BA2}"/>
                </a:ext>
              </a:extLst>
            </p:cNvPr>
            <p:cNvSpPr>
              <a:spLocks noChangeArrowheads="1"/>
            </p:cNvSpPr>
            <p:nvPr/>
          </p:nvSpPr>
          <p:spPr bwMode="auto">
            <a:xfrm>
              <a:off x="11725892"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167">
              <a:extLst>
                <a:ext uri="{FF2B5EF4-FFF2-40B4-BE49-F238E27FC236}">
                  <a16:creationId xmlns:a16="http://schemas.microsoft.com/office/drawing/2014/main" id="{1DC84208-E766-4580-A861-C3CFC0E372B3}"/>
                </a:ext>
              </a:extLst>
            </p:cNvPr>
            <p:cNvSpPr>
              <a:spLocks noChangeArrowheads="1"/>
            </p:cNvSpPr>
            <p:nvPr/>
          </p:nvSpPr>
          <p:spPr bwMode="auto">
            <a:xfrm>
              <a:off x="35411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168">
              <a:extLst>
                <a:ext uri="{FF2B5EF4-FFF2-40B4-BE49-F238E27FC236}">
                  <a16:creationId xmlns:a16="http://schemas.microsoft.com/office/drawing/2014/main" id="{2325F7E8-2FD3-4BEC-A7B6-AD4FD4B1F52B}"/>
                </a:ext>
              </a:extLst>
            </p:cNvPr>
            <p:cNvSpPr>
              <a:spLocks noChangeArrowheads="1"/>
            </p:cNvSpPr>
            <p:nvPr/>
          </p:nvSpPr>
          <p:spPr bwMode="auto">
            <a:xfrm>
              <a:off x="809542"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169">
              <a:extLst>
                <a:ext uri="{FF2B5EF4-FFF2-40B4-BE49-F238E27FC236}">
                  <a16:creationId xmlns:a16="http://schemas.microsoft.com/office/drawing/2014/main" id="{E25EE725-3FFE-489B-90BB-54AF71067972}"/>
                </a:ext>
              </a:extLst>
            </p:cNvPr>
            <p:cNvSpPr>
              <a:spLocks noChangeArrowheads="1"/>
            </p:cNvSpPr>
            <p:nvPr/>
          </p:nvSpPr>
          <p:spPr bwMode="auto">
            <a:xfrm>
              <a:off x="1263805"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170">
              <a:extLst>
                <a:ext uri="{FF2B5EF4-FFF2-40B4-BE49-F238E27FC236}">
                  <a16:creationId xmlns:a16="http://schemas.microsoft.com/office/drawing/2014/main" id="{5FF69CBE-D1C4-47E2-B021-1A16583B8650}"/>
                </a:ext>
              </a:extLst>
            </p:cNvPr>
            <p:cNvSpPr>
              <a:spLocks noChangeArrowheads="1"/>
            </p:cNvSpPr>
            <p:nvPr/>
          </p:nvSpPr>
          <p:spPr bwMode="auto">
            <a:xfrm>
              <a:off x="1719239"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71">
              <a:extLst>
                <a:ext uri="{FF2B5EF4-FFF2-40B4-BE49-F238E27FC236}">
                  <a16:creationId xmlns:a16="http://schemas.microsoft.com/office/drawing/2014/main" id="{2FD7DC93-4697-49F2-9683-A519993F3DBD}"/>
                </a:ext>
              </a:extLst>
            </p:cNvPr>
            <p:cNvSpPr>
              <a:spLocks noChangeArrowheads="1"/>
            </p:cNvSpPr>
            <p:nvPr/>
          </p:nvSpPr>
          <p:spPr bwMode="auto">
            <a:xfrm>
              <a:off x="2173502"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72">
              <a:extLst>
                <a:ext uri="{FF2B5EF4-FFF2-40B4-BE49-F238E27FC236}">
                  <a16:creationId xmlns:a16="http://schemas.microsoft.com/office/drawing/2014/main" id="{F078C2FC-1AFA-4F34-AEB1-722384C0DD75}"/>
                </a:ext>
              </a:extLst>
            </p:cNvPr>
            <p:cNvSpPr>
              <a:spLocks noChangeArrowheads="1"/>
            </p:cNvSpPr>
            <p:nvPr/>
          </p:nvSpPr>
          <p:spPr bwMode="auto">
            <a:xfrm>
              <a:off x="2628934"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73">
              <a:extLst>
                <a:ext uri="{FF2B5EF4-FFF2-40B4-BE49-F238E27FC236}">
                  <a16:creationId xmlns:a16="http://schemas.microsoft.com/office/drawing/2014/main" id="{B4CD4DEB-6026-4ACE-9EF8-D5BB38BCDBC2}"/>
                </a:ext>
              </a:extLst>
            </p:cNvPr>
            <p:cNvSpPr>
              <a:spLocks noChangeArrowheads="1"/>
            </p:cNvSpPr>
            <p:nvPr/>
          </p:nvSpPr>
          <p:spPr bwMode="auto">
            <a:xfrm>
              <a:off x="3083197"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86">
              <a:extLst>
                <a:ext uri="{FF2B5EF4-FFF2-40B4-BE49-F238E27FC236}">
                  <a16:creationId xmlns:a16="http://schemas.microsoft.com/office/drawing/2014/main" id="{7BFD734A-1348-4955-827A-416C4FCDC6C5}"/>
                </a:ext>
              </a:extLst>
            </p:cNvPr>
            <p:cNvSpPr>
              <a:spLocks noChangeArrowheads="1"/>
            </p:cNvSpPr>
            <p:nvPr/>
          </p:nvSpPr>
          <p:spPr bwMode="auto">
            <a:xfrm>
              <a:off x="8996805"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87">
              <a:extLst>
                <a:ext uri="{FF2B5EF4-FFF2-40B4-BE49-F238E27FC236}">
                  <a16:creationId xmlns:a16="http://schemas.microsoft.com/office/drawing/2014/main" id="{639C0A45-AA0E-4799-9B48-D56FD46E76CB}"/>
                </a:ext>
              </a:extLst>
            </p:cNvPr>
            <p:cNvSpPr>
              <a:spLocks noChangeArrowheads="1"/>
            </p:cNvSpPr>
            <p:nvPr/>
          </p:nvSpPr>
          <p:spPr bwMode="auto">
            <a:xfrm>
              <a:off x="9451068"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88">
              <a:extLst>
                <a:ext uri="{FF2B5EF4-FFF2-40B4-BE49-F238E27FC236}">
                  <a16:creationId xmlns:a16="http://schemas.microsoft.com/office/drawing/2014/main" id="{27B6305A-BDDA-4961-B3ED-4CDE68C9BE7C}"/>
                </a:ext>
              </a:extLst>
            </p:cNvPr>
            <p:cNvSpPr>
              <a:spLocks noChangeArrowheads="1"/>
            </p:cNvSpPr>
            <p:nvPr/>
          </p:nvSpPr>
          <p:spPr bwMode="auto">
            <a:xfrm>
              <a:off x="9906501"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89">
              <a:extLst>
                <a:ext uri="{FF2B5EF4-FFF2-40B4-BE49-F238E27FC236}">
                  <a16:creationId xmlns:a16="http://schemas.microsoft.com/office/drawing/2014/main" id="{DD6CA54E-582F-4C37-9D3A-BFA3E45D2528}"/>
                </a:ext>
              </a:extLst>
            </p:cNvPr>
            <p:cNvSpPr>
              <a:spLocks noChangeArrowheads="1"/>
            </p:cNvSpPr>
            <p:nvPr/>
          </p:nvSpPr>
          <p:spPr bwMode="auto">
            <a:xfrm>
              <a:off x="10360763"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190">
              <a:extLst>
                <a:ext uri="{FF2B5EF4-FFF2-40B4-BE49-F238E27FC236}">
                  <a16:creationId xmlns:a16="http://schemas.microsoft.com/office/drawing/2014/main" id="{14E6965D-E230-4479-A391-3BCD5A2BBBDE}"/>
                </a:ext>
              </a:extLst>
            </p:cNvPr>
            <p:cNvSpPr>
              <a:spLocks noChangeArrowheads="1"/>
            </p:cNvSpPr>
            <p:nvPr/>
          </p:nvSpPr>
          <p:spPr bwMode="auto">
            <a:xfrm>
              <a:off x="10816197"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191">
              <a:extLst>
                <a:ext uri="{FF2B5EF4-FFF2-40B4-BE49-F238E27FC236}">
                  <a16:creationId xmlns:a16="http://schemas.microsoft.com/office/drawing/2014/main" id="{363FE856-8F60-49E3-9E59-695D571F0311}"/>
                </a:ext>
              </a:extLst>
            </p:cNvPr>
            <p:cNvSpPr>
              <a:spLocks noChangeArrowheads="1"/>
            </p:cNvSpPr>
            <p:nvPr/>
          </p:nvSpPr>
          <p:spPr bwMode="auto">
            <a:xfrm>
              <a:off x="1127046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192">
              <a:extLst>
                <a:ext uri="{FF2B5EF4-FFF2-40B4-BE49-F238E27FC236}">
                  <a16:creationId xmlns:a16="http://schemas.microsoft.com/office/drawing/2014/main" id="{2FB0342C-B7FA-47B4-B1FF-6954791FDF74}"/>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194">
              <a:extLst>
                <a:ext uri="{FF2B5EF4-FFF2-40B4-BE49-F238E27FC236}">
                  <a16:creationId xmlns:a16="http://schemas.microsoft.com/office/drawing/2014/main" id="{1122B8B2-F8E5-4A2E-A416-E53AAE197ABA}"/>
                </a:ext>
              </a:extLst>
            </p:cNvPr>
            <p:cNvSpPr>
              <a:spLocks noChangeArrowheads="1"/>
            </p:cNvSpPr>
            <p:nvPr/>
          </p:nvSpPr>
          <p:spPr bwMode="auto">
            <a:xfrm>
              <a:off x="354110"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195">
              <a:extLst>
                <a:ext uri="{FF2B5EF4-FFF2-40B4-BE49-F238E27FC236}">
                  <a16:creationId xmlns:a16="http://schemas.microsoft.com/office/drawing/2014/main" id="{4B87FC86-0D1F-4F15-9C22-AA0B2E2E129C}"/>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196">
              <a:extLst>
                <a:ext uri="{FF2B5EF4-FFF2-40B4-BE49-F238E27FC236}">
                  <a16:creationId xmlns:a16="http://schemas.microsoft.com/office/drawing/2014/main" id="{F8DDBB36-03C4-472F-9030-50E6B3212B8F}"/>
                </a:ext>
              </a:extLst>
            </p:cNvPr>
            <p:cNvSpPr>
              <a:spLocks noChangeArrowheads="1"/>
            </p:cNvSpPr>
            <p:nvPr/>
          </p:nvSpPr>
          <p:spPr bwMode="auto">
            <a:xfrm>
              <a:off x="1263805"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197">
              <a:extLst>
                <a:ext uri="{FF2B5EF4-FFF2-40B4-BE49-F238E27FC236}">
                  <a16:creationId xmlns:a16="http://schemas.microsoft.com/office/drawing/2014/main" id="{E84F816D-E7F7-4FC6-9198-C7A278EDBFC6}"/>
                </a:ext>
              </a:extLst>
            </p:cNvPr>
            <p:cNvSpPr>
              <a:spLocks noChangeArrowheads="1"/>
            </p:cNvSpPr>
            <p:nvPr/>
          </p:nvSpPr>
          <p:spPr bwMode="auto">
            <a:xfrm>
              <a:off x="1719239"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98">
              <a:extLst>
                <a:ext uri="{FF2B5EF4-FFF2-40B4-BE49-F238E27FC236}">
                  <a16:creationId xmlns:a16="http://schemas.microsoft.com/office/drawing/2014/main" id="{8C5E4DCC-4206-42A4-BE08-8E415FF60FB7}"/>
                </a:ext>
              </a:extLst>
            </p:cNvPr>
            <p:cNvSpPr>
              <a:spLocks noChangeArrowheads="1"/>
            </p:cNvSpPr>
            <p:nvPr/>
          </p:nvSpPr>
          <p:spPr bwMode="auto">
            <a:xfrm>
              <a:off x="2173502"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99">
              <a:extLst>
                <a:ext uri="{FF2B5EF4-FFF2-40B4-BE49-F238E27FC236}">
                  <a16:creationId xmlns:a16="http://schemas.microsoft.com/office/drawing/2014/main" id="{3EE8B95F-3C8D-4F9E-84E8-BEA481060C20}"/>
                </a:ext>
              </a:extLst>
            </p:cNvPr>
            <p:cNvSpPr>
              <a:spLocks noChangeArrowheads="1"/>
            </p:cNvSpPr>
            <p:nvPr/>
          </p:nvSpPr>
          <p:spPr bwMode="auto">
            <a:xfrm>
              <a:off x="2628934"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200">
              <a:extLst>
                <a:ext uri="{FF2B5EF4-FFF2-40B4-BE49-F238E27FC236}">
                  <a16:creationId xmlns:a16="http://schemas.microsoft.com/office/drawing/2014/main" id="{5E59882C-157C-443F-9111-16EC7661D405}"/>
                </a:ext>
              </a:extLst>
            </p:cNvPr>
            <p:cNvSpPr>
              <a:spLocks noChangeArrowheads="1"/>
            </p:cNvSpPr>
            <p:nvPr/>
          </p:nvSpPr>
          <p:spPr bwMode="auto">
            <a:xfrm>
              <a:off x="3083197"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214">
              <a:extLst>
                <a:ext uri="{FF2B5EF4-FFF2-40B4-BE49-F238E27FC236}">
                  <a16:creationId xmlns:a16="http://schemas.microsoft.com/office/drawing/2014/main" id="{779BE661-91DF-4B4E-8AF9-45D24F4AD61F}"/>
                </a:ext>
              </a:extLst>
            </p:cNvPr>
            <p:cNvSpPr>
              <a:spLocks noChangeArrowheads="1"/>
            </p:cNvSpPr>
            <p:nvPr/>
          </p:nvSpPr>
          <p:spPr bwMode="auto">
            <a:xfrm>
              <a:off x="8996805"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215">
              <a:extLst>
                <a:ext uri="{FF2B5EF4-FFF2-40B4-BE49-F238E27FC236}">
                  <a16:creationId xmlns:a16="http://schemas.microsoft.com/office/drawing/2014/main" id="{91810401-B6D2-4EA1-B203-697A04323630}"/>
                </a:ext>
              </a:extLst>
            </p:cNvPr>
            <p:cNvSpPr>
              <a:spLocks noChangeArrowheads="1"/>
            </p:cNvSpPr>
            <p:nvPr/>
          </p:nvSpPr>
          <p:spPr bwMode="auto">
            <a:xfrm>
              <a:off x="9451068"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216">
              <a:extLst>
                <a:ext uri="{FF2B5EF4-FFF2-40B4-BE49-F238E27FC236}">
                  <a16:creationId xmlns:a16="http://schemas.microsoft.com/office/drawing/2014/main" id="{CC3BED62-8CA0-4375-AB0A-72617711B089}"/>
                </a:ext>
              </a:extLst>
            </p:cNvPr>
            <p:cNvSpPr>
              <a:spLocks noChangeArrowheads="1"/>
            </p:cNvSpPr>
            <p:nvPr/>
          </p:nvSpPr>
          <p:spPr bwMode="auto">
            <a:xfrm>
              <a:off x="9906502"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217">
              <a:extLst>
                <a:ext uri="{FF2B5EF4-FFF2-40B4-BE49-F238E27FC236}">
                  <a16:creationId xmlns:a16="http://schemas.microsoft.com/office/drawing/2014/main" id="{64B31A64-91AE-4DF4-8D81-94752C7872B7}"/>
                </a:ext>
              </a:extLst>
            </p:cNvPr>
            <p:cNvSpPr>
              <a:spLocks noChangeArrowheads="1"/>
            </p:cNvSpPr>
            <p:nvPr/>
          </p:nvSpPr>
          <p:spPr bwMode="auto">
            <a:xfrm>
              <a:off x="10360764"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18">
              <a:extLst>
                <a:ext uri="{FF2B5EF4-FFF2-40B4-BE49-F238E27FC236}">
                  <a16:creationId xmlns:a16="http://schemas.microsoft.com/office/drawing/2014/main" id="{9ECDDCA8-99C7-4E2C-A3DA-6A39A54613B9}"/>
                </a:ext>
              </a:extLst>
            </p:cNvPr>
            <p:cNvSpPr>
              <a:spLocks noChangeArrowheads="1"/>
            </p:cNvSpPr>
            <p:nvPr/>
          </p:nvSpPr>
          <p:spPr bwMode="auto">
            <a:xfrm>
              <a:off x="10816197"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19">
              <a:extLst>
                <a:ext uri="{FF2B5EF4-FFF2-40B4-BE49-F238E27FC236}">
                  <a16:creationId xmlns:a16="http://schemas.microsoft.com/office/drawing/2014/main" id="{9E610FA0-F583-4C87-9186-97DA3A3F507B}"/>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0">
              <a:extLst>
                <a:ext uri="{FF2B5EF4-FFF2-40B4-BE49-F238E27FC236}">
                  <a16:creationId xmlns:a16="http://schemas.microsoft.com/office/drawing/2014/main" id="{C0181C2A-AC28-493E-9832-9D5782282822}"/>
                </a:ext>
              </a:extLst>
            </p:cNvPr>
            <p:cNvSpPr>
              <a:spLocks noChangeArrowheads="1"/>
            </p:cNvSpPr>
            <p:nvPr/>
          </p:nvSpPr>
          <p:spPr bwMode="auto">
            <a:xfrm>
              <a:off x="11725893"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22">
              <a:extLst>
                <a:ext uri="{FF2B5EF4-FFF2-40B4-BE49-F238E27FC236}">
                  <a16:creationId xmlns:a16="http://schemas.microsoft.com/office/drawing/2014/main" id="{3A65CCD8-DA6B-47D9-BE08-9831358B7F2E}"/>
                </a:ext>
              </a:extLst>
            </p:cNvPr>
            <p:cNvSpPr>
              <a:spLocks noChangeArrowheads="1"/>
            </p:cNvSpPr>
            <p:nvPr/>
          </p:nvSpPr>
          <p:spPr bwMode="auto">
            <a:xfrm>
              <a:off x="35411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23">
              <a:extLst>
                <a:ext uri="{FF2B5EF4-FFF2-40B4-BE49-F238E27FC236}">
                  <a16:creationId xmlns:a16="http://schemas.microsoft.com/office/drawing/2014/main" id="{432DF8DB-2535-4604-A56C-4F411A13AB16}"/>
                </a:ext>
              </a:extLst>
            </p:cNvPr>
            <p:cNvSpPr>
              <a:spLocks noChangeArrowheads="1"/>
            </p:cNvSpPr>
            <p:nvPr/>
          </p:nvSpPr>
          <p:spPr bwMode="auto">
            <a:xfrm>
              <a:off x="80954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224">
              <a:extLst>
                <a:ext uri="{FF2B5EF4-FFF2-40B4-BE49-F238E27FC236}">
                  <a16:creationId xmlns:a16="http://schemas.microsoft.com/office/drawing/2014/main" id="{B585B91F-5190-4F14-B1D1-F49E48A0D846}"/>
                </a:ext>
              </a:extLst>
            </p:cNvPr>
            <p:cNvSpPr>
              <a:spLocks noChangeArrowheads="1"/>
            </p:cNvSpPr>
            <p:nvPr/>
          </p:nvSpPr>
          <p:spPr bwMode="auto">
            <a:xfrm>
              <a:off x="1263806"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225">
              <a:extLst>
                <a:ext uri="{FF2B5EF4-FFF2-40B4-BE49-F238E27FC236}">
                  <a16:creationId xmlns:a16="http://schemas.microsoft.com/office/drawing/2014/main" id="{49F28844-8AC8-4173-B5BB-9FF425A50C64}"/>
                </a:ext>
              </a:extLst>
            </p:cNvPr>
            <p:cNvSpPr>
              <a:spLocks noChangeArrowheads="1"/>
            </p:cNvSpPr>
            <p:nvPr/>
          </p:nvSpPr>
          <p:spPr bwMode="auto">
            <a:xfrm>
              <a:off x="1719239"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226">
              <a:extLst>
                <a:ext uri="{FF2B5EF4-FFF2-40B4-BE49-F238E27FC236}">
                  <a16:creationId xmlns:a16="http://schemas.microsoft.com/office/drawing/2014/main" id="{E750B745-BCDB-4D34-BBB4-107F549419DC}"/>
                </a:ext>
              </a:extLst>
            </p:cNvPr>
            <p:cNvSpPr>
              <a:spLocks noChangeArrowheads="1"/>
            </p:cNvSpPr>
            <p:nvPr/>
          </p:nvSpPr>
          <p:spPr bwMode="auto">
            <a:xfrm>
              <a:off x="2173502"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227">
              <a:extLst>
                <a:ext uri="{FF2B5EF4-FFF2-40B4-BE49-F238E27FC236}">
                  <a16:creationId xmlns:a16="http://schemas.microsoft.com/office/drawing/2014/main" id="{CB843387-A206-4CDB-845C-87952DF4F7C0}"/>
                </a:ext>
              </a:extLst>
            </p:cNvPr>
            <p:cNvSpPr>
              <a:spLocks noChangeArrowheads="1"/>
            </p:cNvSpPr>
            <p:nvPr/>
          </p:nvSpPr>
          <p:spPr bwMode="auto">
            <a:xfrm>
              <a:off x="262893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228">
              <a:extLst>
                <a:ext uri="{FF2B5EF4-FFF2-40B4-BE49-F238E27FC236}">
                  <a16:creationId xmlns:a16="http://schemas.microsoft.com/office/drawing/2014/main" id="{F7012F48-14EA-4A10-B23B-D2DD376FDAFE}"/>
                </a:ext>
              </a:extLst>
            </p:cNvPr>
            <p:cNvSpPr>
              <a:spLocks noChangeArrowheads="1"/>
            </p:cNvSpPr>
            <p:nvPr/>
          </p:nvSpPr>
          <p:spPr bwMode="auto">
            <a:xfrm>
              <a:off x="308319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241">
              <a:extLst>
                <a:ext uri="{FF2B5EF4-FFF2-40B4-BE49-F238E27FC236}">
                  <a16:creationId xmlns:a16="http://schemas.microsoft.com/office/drawing/2014/main" id="{9071865C-5264-4C64-86F2-5F136CDB3D1A}"/>
                </a:ext>
              </a:extLst>
            </p:cNvPr>
            <p:cNvSpPr>
              <a:spLocks noChangeArrowheads="1"/>
            </p:cNvSpPr>
            <p:nvPr/>
          </p:nvSpPr>
          <p:spPr bwMode="auto">
            <a:xfrm>
              <a:off x="899680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242">
              <a:extLst>
                <a:ext uri="{FF2B5EF4-FFF2-40B4-BE49-F238E27FC236}">
                  <a16:creationId xmlns:a16="http://schemas.microsoft.com/office/drawing/2014/main" id="{5FC89895-3E12-4B31-8AC4-F2C571271BAC}"/>
                </a:ext>
              </a:extLst>
            </p:cNvPr>
            <p:cNvSpPr>
              <a:spLocks noChangeArrowheads="1"/>
            </p:cNvSpPr>
            <p:nvPr/>
          </p:nvSpPr>
          <p:spPr bwMode="auto">
            <a:xfrm>
              <a:off x="945106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243">
              <a:extLst>
                <a:ext uri="{FF2B5EF4-FFF2-40B4-BE49-F238E27FC236}">
                  <a16:creationId xmlns:a16="http://schemas.microsoft.com/office/drawing/2014/main" id="{822714A3-365A-4F69-84FD-C7A6C113C1B7}"/>
                </a:ext>
              </a:extLst>
            </p:cNvPr>
            <p:cNvSpPr>
              <a:spLocks noChangeArrowheads="1"/>
            </p:cNvSpPr>
            <p:nvPr/>
          </p:nvSpPr>
          <p:spPr bwMode="auto">
            <a:xfrm>
              <a:off x="9906502"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244">
              <a:extLst>
                <a:ext uri="{FF2B5EF4-FFF2-40B4-BE49-F238E27FC236}">
                  <a16:creationId xmlns:a16="http://schemas.microsoft.com/office/drawing/2014/main" id="{E831580F-B4FA-4FC0-94FF-AD9DB2B2F955}"/>
                </a:ext>
              </a:extLst>
            </p:cNvPr>
            <p:cNvSpPr>
              <a:spLocks noChangeArrowheads="1"/>
            </p:cNvSpPr>
            <p:nvPr/>
          </p:nvSpPr>
          <p:spPr bwMode="auto">
            <a:xfrm>
              <a:off x="10360764"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45">
              <a:extLst>
                <a:ext uri="{FF2B5EF4-FFF2-40B4-BE49-F238E27FC236}">
                  <a16:creationId xmlns:a16="http://schemas.microsoft.com/office/drawing/2014/main" id="{6FC45DDA-F270-4338-BB79-E4F603065B23}"/>
                </a:ext>
              </a:extLst>
            </p:cNvPr>
            <p:cNvSpPr>
              <a:spLocks noChangeArrowheads="1"/>
            </p:cNvSpPr>
            <p:nvPr/>
          </p:nvSpPr>
          <p:spPr bwMode="auto">
            <a:xfrm>
              <a:off x="10816197"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46">
              <a:extLst>
                <a:ext uri="{FF2B5EF4-FFF2-40B4-BE49-F238E27FC236}">
                  <a16:creationId xmlns:a16="http://schemas.microsoft.com/office/drawing/2014/main" id="{DF6A400A-8A10-49DE-A315-385C4794AAFE}"/>
                </a:ext>
              </a:extLst>
            </p:cNvPr>
            <p:cNvSpPr>
              <a:spLocks noChangeArrowheads="1"/>
            </p:cNvSpPr>
            <p:nvPr/>
          </p:nvSpPr>
          <p:spPr bwMode="auto">
            <a:xfrm>
              <a:off x="1127046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47">
              <a:extLst>
                <a:ext uri="{FF2B5EF4-FFF2-40B4-BE49-F238E27FC236}">
                  <a16:creationId xmlns:a16="http://schemas.microsoft.com/office/drawing/2014/main" id="{2EA6C4C3-FE6D-4C45-9F6E-327D1D5637C5}"/>
                </a:ext>
              </a:extLst>
            </p:cNvPr>
            <p:cNvSpPr>
              <a:spLocks noChangeArrowheads="1"/>
            </p:cNvSpPr>
            <p:nvPr/>
          </p:nvSpPr>
          <p:spPr bwMode="auto">
            <a:xfrm>
              <a:off x="1172589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49">
              <a:extLst>
                <a:ext uri="{FF2B5EF4-FFF2-40B4-BE49-F238E27FC236}">
                  <a16:creationId xmlns:a16="http://schemas.microsoft.com/office/drawing/2014/main" id="{9164A3A4-A0CB-4566-AFBE-563D91A10FBA}"/>
                </a:ext>
              </a:extLst>
            </p:cNvPr>
            <p:cNvSpPr>
              <a:spLocks noChangeArrowheads="1"/>
            </p:cNvSpPr>
            <p:nvPr/>
          </p:nvSpPr>
          <p:spPr bwMode="auto">
            <a:xfrm>
              <a:off x="354110"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0">
              <a:extLst>
                <a:ext uri="{FF2B5EF4-FFF2-40B4-BE49-F238E27FC236}">
                  <a16:creationId xmlns:a16="http://schemas.microsoft.com/office/drawing/2014/main" id="{FC689E73-96C3-4DFF-ABAC-A63C4BB15CE7}"/>
                </a:ext>
              </a:extLst>
            </p:cNvPr>
            <p:cNvSpPr>
              <a:spLocks noChangeArrowheads="1"/>
            </p:cNvSpPr>
            <p:nvPr/>
          </p:nvSpPr>
          <p:spPr bwMode="auto">
            <a:xfrm>
              <a:off x="809543"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8" name="Rectangle 251">
              <a:extLst>
                <a:ext uri="{FF2B5EF4-FFF2-40B4-BE49-F238E27FC236}">
                  <a16:creationId xmlns:a16="http://schemas.microsoft.com/office/drawing/2014/main" id="{49DC827D-FB7B-4DC2-A762-F5F17F148510}"/>
                </a:ext>
              </a:extLst>
            </p:cNvPr>
            <p:cNvSpPr>
              <a:spLocks noChangeArrowheads="1"/>
            </p:cNvSpPr>
            <p:nvPr/>
          </p:nvSpPr>
          <p:spPr bwMode="auto">
            <a:xfrm>
              <a:off x="1263806"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9" name="Rectangle 252">
              <a:extLst>
                <a:ext uri="{FF2B5EF4-FFF2-40B4-BE49-F238E27FC236}">
                  <a16:creationId xmlns:a16="http://schemas.microsoft.com/office/drawing/2014/main" id="{C228A320-DB20-438B-A918-A580ACBFC819}"/>
                </a:ext>
              </a:extLst>
            </p:cNvPr>
            <p:cNvSpPr>
              <a:spLocks noChangeArrowheads="1"/>
            </p:cNvSpPr>
            <p:nvPr/>
          </p:nvSpPr>
          <p:spPr bwMode="auto">
            <a:xfrm>
              <a:off x="1719239"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0" name="Rectangle 253">
              <a:extLst>
                <a:ext uri="{FF2B5EF4-FFF2-40B4-BE49-F238E27FC236}">
                  <a16:creationId xmlns:a16="http://schemas.microsoft.com/office/drawing/2014/main" id="{9897219B-EBD5-4581-8A2F-89939367A697}"/>
                </a:ext>
              </a:extLst>
            </p:cNvPr>
            <p:cNvSpPr>
              <a:spLocks noChangeArrowheads="1"/>
            </p:cNvSpPr>
            <p:nvPr/>
          </p:nvSpPr>
          <p:spPr bwMode="auto">
            <a:xfrm>
              <a:off x="2173502"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1" name="Rectangle 254">
              <a:extLst>
                <a:ext uri="{FF2B5EF4-FFF2-40B4-BE49-F238E27FC236}">
                  <a16:creationId xmlns:a16="http://schemas.microsoft.com/office/drawing/2014/main" id="{B8DDB46C-98EC-4AA3-8DC6-3C1937629765}"/>
                </a:ext>
              </a:extLst>
            </p:cNvPr>
            <p:cNvSpPr>
              <a:spLocks noChangeArrowheads="1"/>
            </p:cNvSpPr>
            <p:nvPr/>
          </p:nvSpPr>
          <p:spPr bwMode="auto">
            <a:xfrm>
              <a:off x="262893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2" name="Rectangle 255">
              <a:extLst>
                <a:ext uri="{FF2B5EF4-FFF2-40B4-BE49-F238E27FC236}">
                  <a16:creationId xmlns:a16="http://schemas.microsoft.com/office/drawing/2014/main" id="{808B3D4B-87CC-405D-9F91-FF03DD240C00}"/>
                </a:ext>
              </a:extLst>
            </p:cNvPr>
            <p:cNvSpPr>
              <a:spLocks noChangeArrowheads="1"/>
            </p:cNvSpPr>
            <p:nvPr/>
          </p:nvSpPr>
          <p:spPr bwMode="auto">
            <a:xfrm>
              <a:off x="308319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3" name="Rectangle 268">
              <a:extLst>
                <a:ext uri="{FF2B5EF4-FFF2-40B4-BE49-F238E27FC236}">
                  <a16:creationId xmlns:a16="http://schemas.microsoft.com/office/drawing/2014/main" id="{368C3B92-A8BF-48DA-A49B-DEEB8B156B24}"/>
                </a:ext>
              </a:extLst>
            </p:cNvPr>
            <p:cNvSpPr>
              <a:spLocks noChangeArrowheads="1"/>
            </p:cNvSpPr>
            <p:nvPr/>
          </p:nvSpPr>
          <p:spPr bwMode="auto">
            <a:xfrm>
              <a:off x="899680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4" name="Rectangle 269">
              <a:extLst>
                <a:ext uri="{FF2B5EF4-FFF2-40B4-BE49-F238E27FC236}">
                  <a16:creationId xmlns:a16="http://schemas.microsoft.com/office/drawing/2014/main" id="{C6AE408F-F0A6-4B28-9BE9-0FACFB243E81}"/>
                </a:ext>
              </a:extLst>
            </p:cNvPr>
            <p:cNvSpPr>
              <a:spLocks noChangeArrowheads="1"/>
            </p:cNvSpPr>
            <p:nvPr/>
          </p:nvSpPr>
          <p:spPr bwMode="auto">
            <a:xfrm>
              <a:off x="945106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270">
              <a:extLst>
                <a:ext uri="{FF2B5EF4-FFF2-40B4-BE49-F238E27FC236}">
                  <a16:creationId xmlns:a16="http://schemas.microsoft.com/office/drawing/2014/main" id="{78937A9C-A111-49DA-A588-1C93AD60FC74}"/>
                </a:ext>
              </a:extLst>
            </p:cNvPr>
            <p:cNvSpPr>
              <a:spLocks noChangeArrowheads="1"/>
            </p:cNvSpPr>
            <p:nvPr/>
          </p:nvSpPr>
          <p:spPr bwMode="auto">
            <a:xfrm>
              <a:off x="9906502"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271">
              <a:extLst>
                <a:ext uri="{FF2B5EF4-FFF2-40B4-BE49-F238E27FC236}">
                  <a16:creationId xmlns:a16="http://schemas.microsoft.com/office/drawing/2014/main" id="{89501F7C-3060-4F40-952B-8BEDDCE50CFE}"/>
                </a:ext>
              </a:extLst>
            </p:cNvPr>
            <p:cNvSpPr>
              <a:spLocks noChangeArrowheads="1"/>
            </p:cNvSpPr>
            <p:nvPr/>
          </p:nvSpPr>
          <p:spPr bwMode="auto">
            <a:xfrm>
              <a:off x="10360764"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272">
              <a:extLst>
                <a:ext uri="{FF2B5EF4-FFF2-40B4-BE49-F238E27FC236}">
                  <a16:creationId xmlns:a16="http://schemas.microsoft.com/office/drawing/2014/main" id="{C12674AC-F8DE-4BF0-B819-9E2A2AF2FE50}"/>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273">
              <a:extLst>
                <a:ext uri="{FF2B5EF4-FFF2-40B4-BE49-F238E27FC236}">
                  <a16:creationId xmlns:a16="http://schemas.microsoft.com/office/drawing/2014/main" id="{B7785334-7690-4CF7-9269-7772426EDD7F}"/>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274">
              <a:extLst>
                <a:ext uri="{FF2B5EF4-FFF2-40B4-BE49-F238E27FC236}">
                  <a16:creationId xmlns:a16="http://schemas.microsoft.com/office/drawing/2014/main" id="{1D74AEA1-716D-444E-9FA0-111672E596C6}"/>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276">
              <a:extLst>
                <a:ext uri="{FF2B5EF4-FFF2-40B4-BE49-F238E27FC236}">
                  <a16:creationId xmlns:a16="http://schemas.microsoft.com/office/drawing/2014/main" id="{3438C147-B1A7-4B1E-AE39-DA7715FBB4D4}"/>
                </a:ext>
              </a:extLst>
            </p:cNvPr>
            <p:cNvSpPr>
              <a:spLocks noChangeArrowheads="1"/>
            </p:cNvSpPr>
            <p:nvPr/>
          </p:nvSpPr>
          <p:spPr bwMode="auto">
            <a:xfrm>
              <a:off x="35411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277">
              <a:extLst>
                <a:ext uri="{FF2B5EF4-FFF2-40B4-BE49-F238E27FC236}">
                  <a16:creationId xmlns:a16="http://schemas.microsoft.com/office/drawing/2014/main" id="{84AA6B27-1DF9-4C1A-8EB8-285EAD7752BB}"/>
                </a:ext>
              </a:extLst>
            </p:cNvPr>
            <p:cNvSpPr>
              <a:spLocks noChangeArrowheads="1"/>
            </p:cNvSpPr>
            <p:nvPr/>
          </p:nvSpPr>
          <p:spPr bwMode="auto">
            <a:xfrm>
              <a:off x="80954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278">
              <a:extLst>
                <a:ext uri="{FF2B5EF4-FFF2-40B4-BE49-F238E27FC236}">
                  <a16:creationId xmlns:a16="http://schemas.microsoft.com/office/drawing/2014/main" id="{EC4CD7F9-CEBB-45D2-BC0F-696E95FC1ED0}"/>
                </a:ext>
              </a:extLst>
            </p:cNvPr>
            <p:cNvSpPr>
              <a:spLocks noChangeArrowheads="1"/>
            </p:cNvSpPr>
            <p:nvPr/>
          </p:nvSpPr>
          <p:spPr bwMode="auto">
            <a:xfrm>
              <a:off x="126380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279">
              <a:extLst>
                <a:ext uri="{FF2B5EF4-FFF2-40B4-BE49-F238E27FC236}">
                  <a16:creationId xmlns:a16="http://schemas.microsoft.com/office/drawing/2014/main" id="{25CE44E3-3ADD-478D-A105-8FBE0876C3E3}"/>
                </a:ext>
              </a:extLst>
            </p:cNvPr>
            <p:cNvSpPr>
              <a:spLocks noChangeArrowheads="1"/>
            </p:cNvSpPr>
            <p:nvPr/>
          </p:nvSpPr>
          <p:spPr bwMode="auto">
            <a:xfrm>
              <a:off x="1719239"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80">
              <a:extLst>
                <a:ext uri="{FF2B5EF4-FFF2-40B4-BE49-F238E27FC236}">
                  <a16:creationId xmlns:a16="http://schemas.microsoft.com/office/drawing/2014/main" id="{A8F0BFFE-3D79-4101-821A-4AF5607ECB15}"/>
                </a:ext>
              </a:extLst>
            </p:cNvPr>
            <p:cNvSpPr>
              <a:spLocks noChangeArrowheads="1"/>
            </p:cNvSpPr>
            <p:nvPr/>
          </p:nvSpPr>
          <p:spPr bwMode="auto">
            <a:xfrm>
              <a:off x="2173502"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81">
              <a:extLst>
                <a:ext uri="{FF2B5EF4-FFF2-40B4-BE49-F238E27FC236}">
                  <a16:creationId xmlns:a16="http://schemas.microsoft.com/office/drawing/2014/main" id="{84D419AF-8225-41B8-86F5-75B9A63B28CE}"/>
                </a:ext>
              </a:extLst>
            </p:cNvPr>
            <p:cNvSpPr>
              <a:spLocks noChangeArrowheads="1"/>
            </p:cNvSpPr>
            <p:nvPr/>
          </p:nvSpPr>
          <p:spPr bwMode="auto">
            <a:xfrm>
              <a:off x="262893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82">
              <a:extLst>
                <a:ext uri="{FF2B5EF4-FFF2-40B4-BE49-F238E27FC236}">
                  <a16:creationId xmlns:a16="http://schemas.microsoft.com/office/drawing/2014/main" id="{4E58BD16-2A71-4755-BC85-16C8F3739257}"/>
                </a:ext>
              </a:extLst>
            </p:cNvPr>
            <p:cNvSpPr>
              <a:spLocks noChangeArrowheads="1"/>
            </p:cNvSpPr>
            <p:nvPr/>
          </p:nvSpPr>
          <p:spPr bwMode="auto">
            <a:xfrm>
              <a:off x="308319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83">
              <a:extLst>
                <a:ext uri="{FF2B5EF4-FFF2-40B4-BE49-F238E27FC236}">
                  <a16:creationId xmlns:a16="http://schemas.microsoft.com/office/drawing/2014/main" id="{F56B1EBF-9ACC-4EEA-9794-00E325DCA5C8}"/>
                </a:ext>
              </a:extLst>
            </p:cNvPr>
            <p:cNvSpPr>
              <a:spLocks noChangeArrowheads="1"/>
            </p:cNvSpPr>
            <p:nvPr/>
          </p:nvSpPr>
          <p:spPr bwMode="auto">
            <a:xfrm>
              <a:off x="353863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84">
              <a:extLst>
                <a:ext uri="{FF2B5EF4-FFF2-40B4-BE49-F238E27FC236}">
                  <a16:creationId xmlns:a16="http://schemas.microsoft.com/office/drawing/2014/main" id="{CCFE505E-DEE7-4620-81F5-36AFA872F47C}"/>
                </a:ext>
              </a:extLst>
            </p:cNvPr>
            <p:cNvSpPr>
              <a:spLocks noChangeArrowheads="1"/>
            </p:cNvSpPr>
            <p:nvPr/>
          </p:nvSpPr>
          <p:spPr bwMode="auto">
            <a:xfrm>
              <a:off x="399289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9" name="Rectangle 285">
              <a:extLst>
                <a:ext uri="{FF2B5EF4-FFF2-40B4-BE49-F238E27FC236}">
                  <a16:creationId xmlns:a16="http://schemas.microsoft.com/office/drawing/2014/main" id="{30C4E4C1-9D8B-44EC-8D99-2E618636E26D}"/>
                </a:ext>
              </a:extLst>
            </p:cNvPr>
            <p:cNvSpPr>
              <a:spLocks noChangeArrowheads="1"/>
            </p:cNvSpPr>
            <p:nvPr/>
          </p:nvSpPr>
          <p:spPr bwMode="auto">
            <a:xfrm>
              <a:off x="4448327"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0" name="Rectangle 286">
              <a:extLst>
                <a:ext uri="{FF2B5EF4-FFF2-40B4-BE49-F238E27FC236}">
                  <a16:creationId xmlns:a16="http://schemas.microsoft.com/office/drawing/2014/main" id="{775CBB56-B210-43F2-87E2-DE5A0CA40D46}"/>
                </a:ext>
              </a:extLst>
            </p:cNvPr>
            <p:cNvSpPr>
              <a:spLocks noChangeArrowheads="1"/>
            </p:cNvSpPr>
            <p:nvPr/>
          </p:nvSpPr>
          <p:spPr bwMode="auto">
            <a:xfrm>
              <a:off x="490259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1" name="Rectangle 287">
              <a:extLst>
                <a:ext uri="{FF2B5EF4-FFF2-40B4-BE49-F238E27FC236}">
                  <a16:creationId xmlns:a16="http://schemas.microsoft.com/office/drawing/2014/main" id="{6667B41B-9A3E-4667-A1C7-B7369F01012C}"/>
                </a:ext>
              </a:extLst>
            </p:cNvPr>
            <p:cNvSpPr>
              <a:spLocks noChangeArrowheads="1"/>
            </p:cNvSpPr>
            <p:nvPr/>
          </p:nvSpPr>
          <p:spPr bwMode="auto">
            <a:xfrm>
              <a:off x="5358022"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2" name="Rectangle 288">
              <a:extLst>
                <a:ext uri="{FF2B5EF4-FFF2-40B4-BE49-F238E27FC236}">
                  <a16:creationId xmlns:a16="http://schemas.microsoft.com/office/drawing/2014/main" id="{796F6F02-6043-46B6-ACB2-F0D85A8658E6}"/>
                </a:ext>
              </a:extLst>
            </p:cNvPr>
            <p:cNvSpPr>
              <a:spLocks noChangeArrowheads="1"/>
            </p:cNvSpPr>
            <p:nvPr/>
          </p:nvSpPr>
          <p:spPr bwMode="auto">
            <a:xfrm>
              <a:off x="5812285"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3" name="Rectangle 289">
              <a:extLst>
                <a:ext uri="{FF2B5EF4-FFF2-40B4-BE49-F238E27FC236}">
                  <a16:creationId xmlns:a16="http://schemas.microsoft.com/office/drawing/2014/main" id="{929725D4-ED31-40E2-8AB3-47D0FD5DE573}"/>
                </a:ext>
              </a:extLst>
            </p:cNvPr>
            <p:cNvSpPr>
              <a:spLocks noChangeArrowheads="1"/>
            </p:cNvSpPr>
            <p:nvPr/>
          </p:nvSpPr>
          <p:spPr bwMode="auto">
            <a:xfrm>
              <a:off x="6267718"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4" name="Rectangle 290">
              <a:extLst>
                <a:ext uri="{FF2B5EF4-FFF2-40B4-BE49-F238E27FC236}">
                  <a16:creationId xmlns:a16="http://schemas.microsoft.com/office/drawing/2014/main" id="{6E0AE0BD-ECE4-468E-A5C9-0DE456154DD2}"/>
                </a:ext>
              </a:extLst>
            </p:cNvPr>
            <p:cNvSpPr>
              <a:spLocks noChangeArrowheads="1"/>
            </p:cNvSpPr>
            <p:nvPr/>
          </p:nvSpPr>
          <p:spPr bwMode="auto">
            <a:xfrm>
              <a:off x="6721981"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5" name="Rectangle 291">
              <a:extLst>
                <a:ext uri="{FF2B5EF4-FFF2-40B4-BE49-F238E27FC236}">
                  <a16:creationId xmlns:a16="http://schemas.microsoft.com/office/drawing/2014/main" id="{4400955C-33E1-4C75-9F63-728D8665A91F}"/>
                </a:ext>
              </a:extLst>
            </p:cNvPr>
            <p:cNvSpPr>
              <a:spLocks noChangeArrowheads="1"/>
            </p:cNvSpPr>
            <p:nvPr/>
          </p:nvSpPr>
          <p:spPr bwMode="auto">
            <a:xfrm>
              <a:off x="7177414"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6" name="Rectangle 292">
              <a:extLst>
                <a:ext uri="{FF2B5EF4-FFF2-40B4-BE49-F238E27FC236}">
                  <a16:creationId xmlns:a16="http://schemas.microsoft.com/office/drawing/2014/main" id="{D961C0B6-3B1B-4839-857B-114099F3F192}"/>
                </a:ext>
              </a:extLst>
            </p:cNvPr>
            <p:cNvSpPr>
              <a:spLocks noChangeArrowheads="1"/>
            </p:cNvSpPr>
            <p:nvPr/>
          </p:nvSpPr>
          <p:spPr bwMode="auto">
            <a:xfrm>
              <a:off x="763167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7" name="Rectangle 293">
              <a:extLst>
                <a:ext uri="{FF2B5EF4-FFF2-40B4-BE49-F238E27FC236}">
                  <a16:creationId xmlns:a16="http://schemas.microsoft.com/office/drawing/2014/main" id="{DF5F8018-F3F9-4B6A-961C-FDE42B1ACFD9}"/>
                </a:ext>
              </a:extLst>
            </p:cNvPr>
            <p:cNvSpPr>
              <a:spLocks noChangeArrowheads="1"/>
            </p:cNvSpPr>
            <p:nvPr/>
          </p:nvSpPr>
          <p:spPr bwMode="auto">
            <a:xfrm>
              <a:off x="808711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8" name="Rectangle 294">
              <a:extLst>
                <a:ext uri="{FF2B5EF4-FFF2-40B4-BE49-F238E27FC236}">
                  <a16:creationId xmlns:a16="http://schemas.microsoft.com/office/drawing/2014/main" id="{F9B0F8D9-7724-4ACF-BA7F-110AA4FF0CD6}"/>
                </a:ext>
              </a:extLst>
            </p:cNvPr>
            <p:cNvSpPr>
              <a:spLocks noChangeArrowheads="1"/>
            </p:cNvSpPr>
            <p:nvPr/>
          </p:nvSpPr>
          <p:spPr bwMode="auto">
            <a:xfrm>
              <a:off x="854137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9" name="Rectangle 295">
              <a:extLst>
                <a:ext uri="{FF2B5EF4-FFF2-40B4-BE49-F238E27FC236}">
                  <a16:creationId xmlns:a16="http://schemas.microsoft.com/office/drawing/2014/main" id="{1D3659AF-0565-450F-85E1-3D9707E72F53}"/>
                </a:ext>
              </a:extLst>
            </p:cNvPr>
            <p:cNvSpPr>
              <a:spLocks noChangeArrowheads="1"/>
            </p:cNvSpPr>
            <p:nvPr/>
          </p:nvSpPr>
          <p:spPr bwMode="auto">
            <a:xfrm>
              <a:off x="899680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0" name="Rectangle 296">
              <a:extLst>
                <a:ext uri="{FF2B5EF4-FFF2-40B4-BE49-F238E27FC236}">
                  <a16:creationId xmlns:a16="http://schemas.microsoft.com/office/drawing/2014/main" id="{5FE90139-0B55-4644-A3B5-120193B9A581}"/>
                </a:ext>
              </a:extLst>
            </p:cNvPr>
            <p:cNvSpPr>
              <a:spLocks noChangeArrowheads="1"/>
            </p:cNvSpPr>
            <p:nvPr/>
          </p:nvSpPr>
          <p:spPr bwMode="auto">
            <a:xfrm>
              <a:off x="945106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1" name="Rectangle 297">
              <a:extLst>
                <a:ext uri="{FF2B5EF4-FFF2-40B4-BE49-F238E27FC236}">
                  <a16:creationId xmlns:a16="http://schemas.microsoft.com/office/drawing/2014/main" id="{5C52DEE4-F75A-448E-AC22-D4A8424D605A}"/>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2" name="Rectangle 298">
              <a:extLst>
                <a:ext uri="{FF2B5EF4-FFF2-40B4-BE49-F238E27FC236}">
                  <a16:creationId xmlns:a16="http://schemas.microsoft.com/office/drawing/2014/main" id="{0FAA6019-458E-49C0-82BF-4DA9376EF5EF}"/>
                </a:ext>
              </a:extLst>
            </p:cNvPr>
            <p:cNvSpPr>
              <a:spLocks noChangeArrowheads="1"/>
            </p:cNvSpPr>
            <p:nvPr/>
          </p:nvSpPr>
          <p:spPr bwMode="auto">
            <a:xfrm>
              <a:off x="10360764"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3" name="Rectangle 299">
              <a:extLst>
                <a:ext uri="{FF2B5EF4-FFF2-40B4-BE49-F238E27FC236}">
                  <a16:creationId xmlns:a16="http://schemas.microsoft.com/office/drawing/2014/main" id="{A10BEF18-4D65-4ECD-AD29-9B429488E510}"/>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4" name="Rectangle 300">
              <a:extLst>
                <a:ext uri="{FF2B5EF4-FFF2-40B4-BE49-F238E27FC236}">
                  <a16:creationId xmlns:a16="http://schemas.microsoft.com/office/drawing/2014/main" id="{B5150899-574E-4361-8BD8-908931E2F979}"/>
                </a:ext>
              </a:extLst>
            </p:cNvPr>
            <p:cNvSpPr>
              <a:spLocks noChangeArrowheads="1"/>
            </p:cNvSpPr>
            <p:nvPr/>
          </p:nvSpPr>
          <p:spPr bwMode="auto">
            <a:xfrm>
              <a:off x="1127046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5" name="Rectangle 301">
              <a:extLst>
                <a:ext uri="{FF2B5EF4-FFF2-40B4-BE49-F238E27FC236}">
                  <a16:creationId xmlns:a16="http://schemas.microsoft.com/office/drawing/2014/main" id="{BEA711FE-B1AF-4B37-81CB-C560FA27C379}"/>
                </a:ext>
              </a:extLst>
            </p:cNvPr>
            <p:cNvSpPr>
              <a:spLocks noChangeArrowheads="1"/>
            </p:cNvSpPr>
            <p:nvPr/>
          </p:nvSpPr>
          <p:spPr bwMode="auto">
            <a:xfrm>
              <a:off x="1172589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6" name="Rectangle 303">
              <a:extLst>
                <a:ext uri="{FF2B5EF4-FFF2-40B4-BE49-F238E27FC236}">
                  <a16:creationId xmlns:a16="http://schemas.microsoft.com/office/drawing/2014/main" id="{80E4ED87-41E6-49B3-91BA-686B2B81BE5B}"/>
                </a:ext>
              </a:extLst>
            </p:cNvPr>
            <p:cNvSpPr>
              <a:spLocks noChangeArrowheads="1"/>
            </p:cNvSpPr>
            <p:nvPr/>
          </p:nvSpPr>
          <p:spPr bwMode="auto">
            <a:xfrm>
              <a:off x="35411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7" name="Rectangle 304">
              <a:extLst>
                <a:ext uri="{FF2B5EF4-FFF2-40B4-BE49-F238E27FC236}">
                  <a16:creationId xmlns:a16="http://schemas.microsoft.com/office/drawing/2014/main" id="{4E9BE40A-EE42-4123-8BA0-FF7F0385F340}"/>
                </a:ext>
              </a:extLst>
            </p:cNvPr>
            <p:cNvSpPr>
              <a:spLocks noChangeArrowheads="1"/>
            </p:cNvSpPr>
            <p:nvPr/>
          </p:nvSpPr>
          <p:spPr bwMode="auto">
            <a:xfrm>
              <a:off x="809543"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8" name="Rectangle 305">
              <a:extLst>
                <a:ext uri="{FF2B5EF4-FFF2-40B4-BE49-F238E27FC236}">
                  <a16:creationId xmlns:a16="http://schemas.microsoft.com/office/drawing/2014/main" id="{B611F1C1-8FC2-46A0-9BD2-C302F7B52C75}"/>
                </a:ext>
              </a:extLst>
            </p:cNvPr>
            <p:cNvSpPr>
              <a:spLocks noChangeArrowheads="1"/>
            </p:cNvSpPr>
            <p:nvPr/>
          </p:nvSpPr>
          <p:spPr bwMode="auto">
            <a:xfrm>
              <a:off x="126380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9" name="Rectangle 306">
              <a:extLst>
                <a:ext uri="{FF2B5EF4-FFF2-40B4-BE49-F238E27FC236}">
                  <a16:creationId xmlns:a16="http://schemas.microsoft.com/office/drawing/2014/main" id="{930B6D85-2884-41AB-BDBA-4E324F36B453}"/>
                </a:ext>
              </a:extLst>
            </p:cNvPr>
            <p:cNvSpPr>
              <a:spLocks noChangeArrowheads="1"/>
            </p:cNvSpPr>
            <p:nvPr/>
          </p:nvSpPr>
          <p:spPr bwMode="auto">
            <a:xfrm>
              <a:off x="1719239"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0" name="Rectangle 307">
              <a:extLst>
                <a:ext uri="{FF2B5EF4-FFF2-40B4-BE49-F238E27FC236}">
                  <a16:creationId xmlns:a16="http://schemas.microsoft.com/office/drawing/2014/main" id="{7F9C1F3D-FD52-424C-9FF6-C48477A4981B}"/>
                </a:ext>
              </a:extLst>
            </p:cNvPr>
            <p:cNvSpPr>
              <a:spLocks noChangeArrowheads="1"/>
            </p:cNvSpPr>
            <p:nvPr/>
          </p:nvSpPr>
          <p:spPr bwMode="auto">
            <a:xfrm>
              <a:off x="2173502"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1" name="Rectangle 308">
              <a:extLst>
                <a:ext uri="{FF2B5EF4-FFF2-40B4-BE49-F238E27FC236}">
                  <a16:creationId xmlns:a16="http://schemas.microsoft.com/office/drawing/2014/main" id="{E7486E9D-3A69-4A97-AA5C-AF76EF8F51C6}"/>
                </a:ext>
              </a:extLst>
            </p:cNvPr>
            <p:cNvSpPr>
              <a:spLocks noChangeArrowheads="1"/>
            </p:cNvSpPr>
            <p:nvPr/>
          </p:nvSpPr>
          <p:spPr bwMode="auto">
            <a:xfrm>
              <a:off x="262893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2" name="Rectangle 309">
              <a:extLst>
                <a:ext uri="{FF2B5EF4-FFF2-40B4-BE49-F238E27FC236}">
                  <a16:creationId xmlns:a16="http://schemas.microsoft.com/office/drawing/2014/main" id="{0AA7E796-96DA-498C-93D9-136DDFB2FCF2}"/>
                </a:ext>
              </a:extLst>
            </p:cNvPr>
            <p:cNvSpPr>
              <a:spLocks noChangeArrowheads="1"/>
            </p:cNvSpPr>
            <p:nvPr/>
          </p:nvSpPr>
          <p:spPr bwMode="auto">
            <a:xfrm>
              <a:off x="308319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3" name="Rectangle 310">
              <a:extLst>
                <a:ext uri="{FF2B5EF4-FFF2-40B4-BE49-F238E27FC236}">
                  <a16:creationId xmlns:a16="http://schemas.microsoft.com/office/drawing/2014/main" id="{A66B0CB8-31EE-439B-AC73-841AF9BC5F30}"/>
                </a:ext>
              </a:extLst>
            </p:cNvPr>
            <p:cNvSpPr>
              <a:spLocks noChangeArrowheads="1"/>
            </p:cNvSpPr>
            <p:nvPr/>
          </p:nvSpPr>
          <p:spPr bwMode="auto">
            <a:xfrm>
              <a:off x="353863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4" name="Rectangle 311">
              <a:extLst>
                <a:ext uri="{FF2B5EF4-FFF2-40B4-BE49-F238E27FC236}">
                  <a16:creationId xmlns:a16="http://schemas.microsoft.com/office/drawing/2014/main" id="{3369CA06-5E6E-4F9E-A1F5-CDE8295570AF}"/>
                </a:ext>
              </a:extLst>
            </p:cNvPr>
            <p:cNvSpPr>
              <a:spLocks noChangeArrowheads="1"/>
            </p:cNvSpPr>
            <p:nvPr/>
          </p:nvSpPr>
          <p:spPr bwMode="auto">
            <a:xfrm>
              <a:off x="399289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5" name="Rectangle 312">
              <a:extLst>
                <a:ext uri="{FF2B5EF4-FFF2-40B4-BE49-F238E27FC236}">
                  <a16:creationId xmlns:a16="http://schemas.microsoft.com/office/drawing/2014/main" id="{E99CE921-0DE8-4AB7-AC5C-1424E0C194CF}"/>
                </a:ext>
              </a:extLst>
            </p:cNvPr>
            <p:cNvSpPr>
              <a:spLocks noChangeArrowheads="1"/>
            </p:cNvSpPr>
            <p:nvPr/>
          </p:nvSpPr>
          <p:spPr bwMode="auto">
            <a:xfrm>
              <a:off x="444832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6" name="Rectangle 313">
              <a:extLst>
                <a:ext uri="{FF2B5EF4-FFF2-40B4-BE49-F238E27FC236}">
                  <a16:creationId xmlns:a16="http://schemas.microsoft.com/office/drawing/2014/main" id="{44B0D7FC-1229-4D80-AFFC-1892AC41BCE3}"/>
                </a:ext>
              </a:extLst>
            </p:cNvPr>
            <p:cNvSpPr>
              <a:spLocks noChangeArrowheads="1"/>
            </p:cNvSpPr>
            <p:nvPr/>
          </p:nvSpPr>
          <p:spPr bwMode="auto">
            <a:xfrm>
              <a:off x="490259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7" name="Rectangle 314">
              <a:extLst>
                <a:ext uri="{FF2B5EF4-FFF2-40B4-BE49-F238E27FC236}">
                  <a16:creationId xmlns:a16="http://schemas.microsoft.com/office/drawing/2014/main" id="{9CC127BC-9564-47FC-B62B-448598DBAB57}"/>
                </a:ext>
              </a:extLst>
            </p:cNvPr>
            <p:cNvSpPr>
              <a:spLocks noChangeArrowheads="1"/>
            </p:cNvSpPr>
            <p:nvPr/>
          </p:nvSpPr>
          <p:spPr bwMode="auto">
            <a:xfrm>
              <a:off x="535802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8" name="Rectangle 315">
              <a:extLst>
                <a:ext uri="{FF2B5EF4-FFF2-40B4-BE49-F238E27FC236}">
                  <a16:creationId xmlns:a16="http://schemas.microsoft.com/office/drawing/2014/main" id="{B9AB1F98-2ED9-4FA8-B563-43ABB5173B26}"/>
                </a:ext>
              </a:extLst>
            </p:cNvPr>
            <p:cNvSpPr>
              <a:spLocks noChangeArrowheads="1"/>
            </p:cNvSpPr>
            <p:nvPr/>
          </p:nvSpPr>
          <p:spPr bwMode="auto">
            <a:xfrm>
              <a:off x="5812285"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9" name="Rectangle 316">
              <a:extLst>
                <a:ext uri="{FF2B5EF4-FFF2-40B4-BE49-F238E27FC236}">
                  <a16:creationId xmlns:a16="http://schemas.microsoft.com/office/drawing/2014/main" id="{A6DA074F-063A-4813-AE3D-039A5CEC3F77}"/>
                </a:ext>
              </a:extLst>
            </p:cNvPr>
            <p:cNvSpPr>
              <a:spLocks noChangeArrowheads="1"/>
            </p:cNvSpPr>
            <p:nvPr/>
          </p:nvSpPr>
          <p:spPr bwMode="auto">
            <a:xfrm>
              <a:off x="6267718"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0" name="Rectangle 317">
              <a:extLst>
                <a:ext uri="{FF2B5EF4-FFF2-40B4-BE49-F238E27FC236}">
                  <a16:creationId xmlns:a16="http://schemas.microsoft.com/office/drawing/2014/main" id="{E2D48949-643D-4CD5-94F2-5B81BCC4A407}"/>
                </a:ext>
              </a:extLst>
            </p:cNvPr>
            <p:cNvSpPr>
              <a:spLocks noChangeArrowheads="1"/>
            </p:cNvSpPr>
            <p:nvPr/>
          </p:nvSpPr>
          <p:spPr bwMode="auto">
            <a:xfrm>
              <a:off x="6721981"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1" name="Rectangle 318">
              <a:extLst>
                <a:ext uri="{FF2B5EF4-FFF2-40B4-BE49-F238E27FC236}">
                  <a16:creationId xmlns:a16="http://schemas.microsoft.com/office/drawing/2014/main" id="{00728DC9-776B-49FA-ABFC-CE0772CDA2EE}"/>
                </a:ext>
              </a:extLst>
            </p:cNvPr>
            <p:cNvSpPr>
              <a:spLocks noChangeArrowheads="1"/>
            </p:cNvSpPr>
            <p:nvPr/>
          </p:nvSpPr>
          <p:spPr bwMode="auto">
            <a:xfrm>
              <a:off x="7177414"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2" name="Rectangle 319">
              <a:extLst>
                <a:ext uri="{FF2B5EF4-FFF2-40B4-BE49-F238E27FC236}">
                  <a16:creationId xmlns:a16="http://schemas.microsoft.com/office/drawing/2014/main" id="{F940E1FC-5AC7-4790-9F31-160A60507111}"/>
                </a:ext>
              </a:extLst>
            </p:cNvPr>
            <p:cNvSpPr>
              <a:spLocks noChangeArrowheads="1"/>
            </p:cNvSpPr>
            <p:nvPr/>
          </p:nvSpPr>
          <p:spPr bwMode="auto">
            <a:xfrm>
              <a:off x="763167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3" name="Rectangle 320">
              <a:extLst>
                <a:ext uri="{FF2B5EF4-FFF2-40B4-BE49-F238E27FC236}">
                  <a16:creationId xmlns:a16="http://schemas.microsoft.com/office/drawing/2014/main" id="{9A9BC016-C68C-4EA0-9BAE-277C05D16E62}"/>
                </a:ext>
              </a:extLst>
            </p:cNvPr>
            <p:cNvSpPr>
              <a:spLocks noChangeArrowheads="1"/>
            </p:cNvSpPr>
            <p:nvPr/>
          </p:nvSpPr>
          <p:spPr bwMode="auto">
            <a:xfrm>
              <a:off x="808711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4" name="Rectangle 321">
              <a:extLst>
                <a:ext uri="{FF2B5EF4-FFF2-40B4-BE49-F238E27FC236}">
                  <a16:creationId xmlns:a16="http://schemas.microsoft.com/office/drawing/2014/main" id="{85D72911-CD6D-4223-B9B7-AF8B7667D669}"/>
                </a:ext>
              </a:extLst>
            </p:cNvPr>
            <p:cNvSpPr>
              <a:spLocks noChangeArrowheads="1"/>
            </p:cNvSpPr>
            <p:nvPr/>
          </p:nvSpPr>
          <p:spPr bwMode="auto">
            <a:xfrm>
              <a:off x="854137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5" name="Rectangle 322">
              <a:extLst>
                <a:ext uri="{FF2B5EF4-FFF2-40B4-BE49-F238E27FC236}">
                  <a16:creationId xmlns:a16="http://schemas.microsoft.com/office/drawing/2014/main" id="{44F55F88-B6F7-42F9-A7A0-92FA35616202}"/>
                </a:ext>
              </a:extLst>
            </p:cNvPr>
            <p:cNvSpPr>
              <a:spLocks noChangeArrowheads="1"/>
            </p:cNvSpPr>
            <p:nvPr/>
          </p:nvSpPr>
          <p:spPr bwMode="auto">
            <a:xfrm>
              <a:off x="899680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6" name="Rectangle 323">
              <a:extLst>
                <a:ext uri="{FF2B5EF4-FFF2-40B4-BE49-F238E27FC236}">
                  <a16:creationId xmlns:a16="http://schemas.microsoft.com/office/drawing/2014/main" id="{1FAEF597-1324-4785-A2F5-812B9B7E3CCF}"/>
                </a:ext>
              </a:extLst>
            </p:cNvPr>
            <p:cNvSpPr>
              <a:spLocks noChangeArrowheads="1"/>
            </p:cNvSpPr>
            <p:nvPr/>
          </p:nvSpPr>
          <p:spPr bwMode="auto">
            <a:xfrm>
              <a:off x="945106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7" name="Rectangle 324">
              <a:extLst>
                <a:ext uri="{FF2B5EF4-FFF2-40B4-BE49-F238E27FC236}">
                  <a16:creationId xmlns:a16="http://schemas.microsoft.com/office/drawing/2014/main" id="{547E500B-89FF-4790-A774-7467AA539E03}"/>
                </a:ext>
              </a:extLst>
            </p:cNvPr>
            <p:cNvSpPr>
              <a:spLocks noChangeArrowheads="1"/>
            </p:cNvSpPr>
            <p:nvPr/>
          </p:nvSpPr>
          <p:spPr bwMode="auto">
            <a:xfrm>
              <a:off x="990650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8" name="Rectangle 325">
              <a:extLst>
                <a:ext uri="{FF2B5EF4-FFF2-40B4-BE49-F238E27FC236}">
                  <a16:creationId xmlns:a16="http://schemas.microsoft.com/office/drawing/2014/main" id="{BDE832F9-2CD6-4DA9-8C6D-29D6EF4A68C3}"/>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9" name="Rectangle 326">
              <a:extLst>
                <a:ext uri="{FF2B5EF4-FFF2-40B4-BE49-F238E27FC236}">
                  <a16:creationId xmlns:a16="http://schemas.microsoft.com/office/drawing/2014/main" id="{8F14BE8F-17A2-48D9-99B9-13D9B36CFF51}"/>
                </a:ext>
              </a:extLst>
            </p:cNvPr>
            <p:cNvSpPr>
              <a:spLocks noChangeArrowheads="1"/>
            </p:cNvSpPr>
            <p:nvPr/>
          </p:nvSpPr>
          <p:spPr bwMode="auto">
            <a:xfrm>
              <a:off x="1081619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0" name="Rectangle 327">
              <a:extLst>
                <a:ext uri="{FF2B5EF4-FFF2-40B4-BE49-F238E27FC236}">
                  <a16:creationId xmlns:a16="http://schemas.microsoft.com/office/drawing/2014/main" id="{2CA28AB2-A869-47B1-9798-9E8733980AC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1" name="Rectangle 328">
              <a:extLst>
                <a:ext uri="{FF2B5EF4-FFF2-40B4-BE49-F238E27FC236}">
                  <a16:creationId xmlns:a16="http://schemas.microsoft.com/office/drawing/2014/main" id="{FA45DCC4-369F-4348-B31A-DDD34207D995}"/>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2" name="Rectangle 303">
              <a:extLst>
                <a:ext uri="{FF2B5EF4-FFF2-40B4-BE49-F238E27FC236}">
                  <a16:creationId xmlns:a16="http://schemas.microsoft.com/office/drawing/2014/main" id="{5246F475-6CE9-44EF-B241-5C98A3993F47}"/>
                </a:ext>
              </a:extLst>
            </p:cNvPr>
            <p:cNvSpPr>
              <a:spLocks noChangeArrowheads="1"/>
            </p:cNvSpPr>
            <p:nvPr/>
          </p:nvSpPr>
          <p:spPr bwMode="auto">
            <a:xfrm>
              <a:off x="35411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3" name="Rectangle 304">
              <a:extLst>
                <a:ext uri="{FF2B5EF4-FFF2-40B4-BE49-F238E27FC236}">
                  <a16:creationId xmlns:a16="http://schemas.microsoft.com/office/drawing/2014/main" id="{0212C143-6DDE-4AC2-94C2-CCD6202BFFBB}"/>
                </a:ext>
              </a:extLst>
            </p:cNvPr>
            <p:cNvSpPr>
              <a:spLocks noChangeArrowheads="1"/>
            </p:cNvSpPr>
            <p:nvPr/>
          </p:nvSpPr>
          <p:spPr bwMode="auto">
            <a:xfrm>
              <a:off x="80954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4" name="Rectangle 305">
              <a:extLst>
                <a:ext uri="{FF2B5EF4-FFF2-40B4-BE49-F238E27FC236}">
                  <a16:creationId xmlns:a16="http://schemas.microsoft.com/office/drawing/2014/main" id="{DC9D434B-9E3A-4EBA-8C92-28B96B398B1A}"/>
                </a:ext>
              </a:extLst>
            </p:cNvPr>
            <p:cNvSpPr>
              <a:spLocks noChangeArrowheads="1"/>
            </p:cNvSpPr>
            <p:nvPr/>
          </p:nvSpPr>
          <p:spPr bwMode="auto">
            <a:xfrm>
              <a:off x="126380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5" name="Rectangle 306">
              <a:extLst>
                <a:ext uri="{FF2B5EF4-FFF2-40B4-BE49-F238E27FC236}">
                  <a16:creationId xmlns:a16="http://schemas.microsoft.com/office/drawing/2014/main" id="{C336F0B6-E934-4035-96C1-1890FAB7FC59}"/>
                </a:ext>
              </a:extLst>
            </p:cNvPr>
            <p:cNvSpPr>
              <a:spLocks noChangeArrowheads="1"/>
            </p:cNvSpPr>
            <p:nvPr/>
          </p:nvSpPr>
          <p:spPr bwMode="auto">
            <a:xfrm>
              <a:off x="1719239"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6" name="Rectangle 307">
              <a:extLst>
                <a:ext uri="{FF2B5EF4-FFF2-40B4-BE49-F238E27FC236}">
                  <a16:creationId xmlns:a16="http://schemas.microsoft.com/office/drawing/2014/main" id="{449858E0-3129-497A-A76F-A7B8CCC41D2C}"/>
                </a:ext>
              </a:extLst>
            </p:cNvPr>
            <p:cNvSpPr>
              <a:spLocks noChangeArrowheads="1"/>
            </p:cNvSpPr>
            <p:nvPr/>
          </p:nvSpPr>
          <p:spPr bwMode="auto">
            <a:xfrm>
              <a:off x="2173502"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7" name="Rectangle 308">
              <a:extLst>
                <a:ext uri="{FF2B5EF4-FFF2-40B4-BE49-F238E27FC236}">
                  <a16:creationId xmlns:a16="http://schemas.microsoft.com/office/drawing/2014/main" id="{5E5A0525-E0F7-473B-BF1D-921297C341BA}"/>
                </a:ext>
              </a:extLst>
            </p:cNvPr>
            <p:cNvSpPr>
              <a:spLocks noChangeArrowheads="1"/>
            </p:cNvSpPr>
            <p:nvPr/>
          </p:nvSpPr>
          <p:spPr bwMode="auto">
            <a:xfrm>
              <a:off x="262893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8" name="Rectangle 309">
              <a:extLst>
                <a:ext uri="{FF2B5EF4-FFF2-40B4-BE49-F238E27FC236}">
                  <a16:creationId xmlns:a16="http://schemas.microsoft.com/office/drawing/2014/main" id="{40BA3401-B130-4070-8812-6D1E64DFCA8B}"/>
                </a:ext>
              </a:extLst>
            </p:cNvPr>
            <p:cNvSpPr>
              <a:spLocks noChangeArrowheads="1"/>
            </p:cNvSpPr>
            <p:nvPr/>
          </p:nvSpPr>
          <p:spPr bwMode="auto">
            <a:xfrm>
              <a:off x="3083198"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9" name="Rectangle 310">
              <a:extLst>
                <a:ext uri="{FF2B5EF4-FFF2-40B4-BE49-F238E27FC236}">
                  <a16:creationId xmlns:a16="http://schemas.microsoft.com/office/drawing/2014/main" id="{43428A0F-0399-49CB-B65B-308D799020F2}"/>
                </a:ext>
              </a:extLst>
            </p:cNvPr>
            <p:cNvSpPr>
              <a:spLocks noChangeArrowheads="1"/>
            </p:cNvSpPr>
            <p:nvPr/>
          </p:nvSpPr>
          <p:spPr bwMode="auto">
            <a:xfrm>
              <a:off x="353863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0" name="Rectangle 311">
              <a:extLst>
                <a:ext uri="{FF2B5EF4-FFF2-40B4-BE49-F238E27FC236}">
                  <a16:creationId xmlns:a16="http://schemas.microsoft.com/office/drawing/2014/main" id="{03BCC0FA-5699-431F-8C8A-B7CFDACB8F0D}"/>
                </a:ext>
              </a:extLst>
            </p:cNvPr>
            <p:cNvSpPr>
              <a:spLocks noChangeArrowheads="1"/>
            </p:cNvSpPr>
            <p:nvPr/>
          </p:nvSpPr>
          <p:spPr bwMode="auto">
            <a:xfrm>
              <a:off x="399289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1" name="Rectangle 312">
              <a:extLst>
                <a:ext uri="{FF2B5EF4-FFF2-40B4-BE49-F238E27FC236}">
                  <a16:creationId xmlns:a16="http://schemas.microsoft.com/office/drawing/2014/main" id="{556516AA-1DCD-4F78-A473-1DD49BC9A983}"/>
                </a:ext>
              </a:extLst>
            </p:cNvPr>
            <p:cNvSpPr>
              <a:spLocks noChangeArrowheads="1"/>
            </p:cNvSpPr>
            <p:nvPr/>
          </p:nvSpPr>
          <p:spPr bwMode="auto">
            <a:xfrm>
              <a:off x="4448327"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2" name="Rectangle 313">
              <a:extLst>
                <a:ext uri="{FF2B5EF4-FFF2-40B4-BE49-F238E27FC236}">
                  <a16:creationId xmlns:a16="http://schemas.microsoft.com/office/drawing/2014/main" id="{CA00595A-8F2B-4D73-846B-3B7A9C584FFE}"/>
                </a:ext>
              </a:extLst>
            </p:cNvPr>
            <p:cNvSpPr>
              <a:spLocks noChangeArrowheads="1"/>
            </p:cNvSpPr>
            <p:nvPr/>
          </p:nvSpPr>
          <p:spPr bwMode="auto">
            <a:xfrm>
              <a:off x="490259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3" name="Rectangle 314">
              <a:extLst>
                <a:ext uri="{FF2B5EF4-FFF2-40B4-BE49-F238E27FC236}">
                  <a16:creationId xmlns:a16="http://schemas.microsoft.com/office/drawing/2014/main" id="{76207ABA-2173-41C4-88F3-C94E5346CD7D}"/>
                </a:ext>
              </a:extLst>
            </p:cNvPr>
            <p:cNvSpPr>
              <a:spLocks noChangeArrowheads="1"/>
            </p:cNvSpPr>
            <p:nvPr/>
          </p:nvSpPr>
          <p:spPr bwMode="auto">
            <a:xfrm>
              <a:off x="535802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4" name="Rectangle 315">
              <a:extLst>
                <a:ext uri="{FF2B5EF4-FFF2-40B4-BE49-F238E27FC236}">
                  <a16:creationId xmlns:a16="http://schemas.microsoft.com/office/drawing/2014/main" id="{22D2EBC9-8BFC-4568-9B2E-77642424867E}"/>
                </a:ext>
              </a:extLst>
            </p:cNvPr>
            <p:cNvSpPr>
              <a:spLocks noChangeArrowheads="1"/>
            </p:cNvSpPr>
            <p:nvPr/>
          </p:nvSpPr>
          <p:spPr bwMode="auto">
            <a:xfrm>
              <a:off x="5812285"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5" name="Rectangle 316">
              <a:extLst>
                <a:ext uri="{FF2B5EF4-FFF2-40B4-BE49-F238E27FC236}">
                  <a16:creationId xmlns:a16="http://schemas.microsoft.com/office/drawing/2014/main" id="{BCF3A8ED-BBBB-4991-AF9D-6BECE831C115}"/>
                </a:ext>
              </a:extLst>
            </p:cNvPr>
            <p:cNvSpPr>
              <a:spLocks noChangeArrowheads="1"/>
            </p:cNvSpPr>
            <p:nvPr/>
          </p:nvSpPr>
          <p:spPr bwMode="auto">
            <a:xfrm>
              <a:off x="6267718"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6" name="Rectangle 317">
              <a:extLst>
                <a:ext uri="{FF2B5EF4-FFF2-40B4-BE49-F238E27FC236}">
                  <a16:creationId xmlns:a16="http://schemas.microsoft.com/office/drawing/2014/main" id="{2C735C09-F863-40CC-B903-4E8394118D09}"/>
                </a:ext>
              </a:extLst>
            </p:cNvPr>
            <p:cNvSpPr>
              <a:spLocks noChangeArrowheads="1"/>
            </p:cNvSpPr>
            <p:nvPr/>
          </p:nvSpPr>
          <p:spPr bwMode="auto">
            <a:xfrm>
              <a:off x="6721981"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7" name="Rectangle 318">
              <a:extLst>
                <a:ext uri="{FF2B5EF4-FFF2-40B4-BE49-F238E27FC236}">
                  <a16:creationId xmlns:a16="http://schemas.microsoft.com/office/drawing/2014/main" id="{5B9A0F98-970C-4A0E-A6C7-B55BCE0CEDB0}"/>
                </a:ext>
              </a:extLst>
            </p:cNvPr>
            <p:cNvSpPr>
              <a:spLocks noChangeArrowheads="1"/>
            </p:cNvSpPr>
            <p:nvPr/>
          </p:nvSpPr>
          <p:spPr bwMode="auto">
            <a:xfrm>
              <a:off x="7177414"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8" name="Rectangle 319">
              <a:extLst>
                <a:ext uri="{FF2B5EF4-FFF2-40B4-BE49-F238E27FC236}">
                  <a16:creationId xmlns:a16="http://schemas.microsoft.com/office/drawing/2014/main" id="{19BA8D7A-9A73-4E82-8C3D-2920BAD2FB88}"/>
                </a:ext>
              </a:extLst>
            </p:cNvPr>
            <p:cNvSpPr>
              <a:spLocks noChangeArrowheads="1"/>
            </p:cNvSpPr>
            <p:nvPr/>
          </p:nvSpPr>
          <p:spPr bwMode="auto">
            <a:xfrm>
              <a:off x="763167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9" name="Rectangle 320">
              <a:extLst>
                <a:ext uri="{FF2B5EF4-FFF2-40B4-BE49-F238E27FC236}">
                  <a16:creationId xmlns:a16="http://schemas.microsoft.com/office/drawing/2014/main" id="{15718E9B-0168-4026-9DA9-25FB77F48789}"/>
                </a:ext>
              </a:extLst>
            </p:cNvPr>
            <p:cNvSpPr>
              <a:spLocks noChangeArrowheads="1"/>
            </p:cNvSpPr>
            <p:nvPr/>
          </p:nvSpPr>
          <p:spPr bwMode="auto">
            <a:xfrm>
              <a:off x="808711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0" name="Rectangle 321">
              <a:extLst>
                <a:ext uri="{FF2B5EF4-FFF2-40B4-BE49-F238E27FC236}">
                  <a16:creationId xmlns:a16="http://schemas.microsoft.com/office/drawing/2014/main" id="{66E782F6-03F2-4976-9939-4FFC8A6D9B6C}"/>
                </a:ext>
              </a:extLst>
            </p:cNvPr>
            <p:cNvSpPr>
              <a:spLocks noChangeArrowheads="1"/>
            </p:cNvSpPr>
            <p:nvPr/>
          </p:nvSpPr>
          <p:spPr bwMode="auto">
            <a:xfrm>
              <a:off x="854137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1" name="Rectangle 322">
              <a:extLst>
                <a:ext uri="{FF2B5EF4-FFF2-40B4-BE49-F238E27FC236}">
                  <a16:creationId xmlns:a16="http://schemas.microsoft.com/office/drawing/2014/main" id="{0EFF48D8-9A72-4410-B099-6490C047945F}"/>
                </a:ext>
              </a:extLst>
            </p:cNvPr>
            <p:cNvSpPr>
              <a:spLocks noChangeArrowheads="1"/>
            </p:cNvSpPr>
            <p:nvPr/>
          </p:nvSpPr>
          <p:spPr bwMode="auto">
            <a:xfrm>
              <a:off x="899680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2" name="Rectangle 323">
              <a:extLst>
                <a:ext uri="{FF2B5EF4-FFF2-40B4-BE49-F238E27FC236}">
                  <a16:creationId xmlns:a16="http://schemas.microsoft.com/office/drawing/2014/main" id="{8C821438-F658-42B0-81BE-28EF12CD7F62}"/>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3" name="Rectangle 324">
              <a:extLst>
                <a:ext uri="{FF2B5EF4-FFF2-40B4-BE49-F238E27FC236}">
                  <a16:creationId xmlns:a16="http://schemas.microsoft.com/office/drawing/2014/main" id="{280043D3-9357-4611-AA94-C9B58CB0E681}"/>
                </a:ext>
              </a:extLst>
            </p:cNvPr>
            <p:cNvSpPr>
              <a:spLocks noChangeArrowheads="1"/>
            </p:cNvSpPr>
            <p:nvPr/>
          </p:nvSpPr>
          <p:spPr bwMode="auto">
            <a:xfrm>
              <a:off x="990650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4" name="Rectangle 325">
              <a:extLst>
                <a:ext uri="{FF2B5EF4-FFF2-40B4-BE49-F238E27FC236}">
                  <a16:creationId xmlns:a16="http://schemas.microsoft.com/office/drawing/2014/main" id="{D7287905-0D7C-4A58-ABD6-A6554D1765E8}"/>
                </a:ext>
              </a:extLst>
            </p:cNvPr>
            <p:cNvSpPr>
              <a:spLocks noChangeArrowheads="1"/>
            </p:cNvSpPr>
            <p:nvPr/>
          </p:nvSpPr>
          <p:spPr bwMode="auto">
            <a:xfrm>
              <a:off x="10360764"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5" name="Rectangle 326">
              <a:extLst>
                <a:ext uri="{FF2B5EF4-FFF2-40B4-BE49-F238E27FC236}">
                  <a16:creationId xmlns:a16="http://schemas.microsoft.com/office/drawing/2014/main" id="{1D0E79F1-1AC9-47BF-B7F0-F709B8B444EB}"/>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6" name="Rectangle 327">
              <a:extLst>
                <a:ext uri="{FF2B5EF4-FFF2-40B4-BE49-F238E27FC236}">
                  <a16:creationId xmlns:a16="http://schemas.microsoft.com/office/drawing/2014/main" id="{83AB9594-60A2-4730-A801-A458EEE55EFB}"/>
                </a:ext>
              </a:extLst>
            </p:cNvPr>
            <p:cNvSpPr>
              <a:spLocks noChangeArrowheads="1"/>
            </p:cNvSpPr>
            <p:nvPr/>
          </p:nvSpPr>
          <p:spPr bwMode="auto">
            <a:xfrm>
              <a:off x="1127046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7" name="Rectangle 328">
              <a:extLst>
                <a:ext uri="{FF2B5EF4-FFF2-40B4-BE49-F238E27FC236}">
                  <a16:creationId xmlns:a16="http://schemas.microsoft.com/office/drawing/2014/main" id="{62B13014-86D5-44D0-A96C-D2A34A6B60DE}"/>
                </a:ext>
              </a:extLst>
            </p:cNvPr>
            <p:cNvSpPr>
              <a:spLocks noChangeArrowheads="1"/>
            </p:cNvSpPr>
            <p:nvPr/>
          </p:nvSpPr>
          <p:spPr bwMode="auto">
            <a:xfrm>
              <a:off x="1172589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Title 1"/>
          <p:cNvSpPr>
            <a:spLocks noGrp="1"/>
          </p:cNvSpPr>
          <p:nvPr>
            <p:ph type="ctrTitle"/>
          </p:nvPr>
        </p:nvSpPr>
        <p:spPr>
          <a:xfrm>
            <a:off x="3530893" y="2165593"/>
            <a:ext cx="5086633" cy="1943114"/>
          </a:xfrm>
        </p:spPr>
        <p:txBody>
          <a:bodyPr anchor="ctr">
            <a:noAutofit/>
          </a:bodyPr>
          <a:lstStyle>
            <a:lvl1pPr algn="ctr">
              <a:lnSpc>
                <a:spcPct val="90000"/>
              </a:lnSpc>
              <a:defRPr lang="en-US" sz="6000" b="1" kern="1200" smtClean="0">
                <a:solidFill>
                  <a:schemeClr val="bg1"/>
                </a:solidFill>
                <a:latin typeface="+mn-lt"/>
                <a:ea typeface="Segoe UI Black" panose="020B0A02040204020203" pitchFamily="34" charset="0"/>
                <a:cs typeface="+mj-cs"/>
              </a:defRPr>
            </a:lvl1pPr>
          </a:lstStyle>
          <a:p>
            <a:r>
              <a:rPr lang="en-US" dirty="0"/>
              <a:t>Click to edit</a:t>
            </a:r>
          </a:p>
        </p:txBody>
      </p:sp>
      <p:sp>
        <p:nvSpPr>
          <p:cNvPr id="3" name="Subtitle 2"/>
          <p:cNvSpPr>
            <a:spLocks noGrp="1"/>
          </p:cNvSpPr>
          <p:nvPr>
            <p:ph type="subTitle" idx="1"/>
          </p:nvPr>
        </p:nvSpPr>
        <p:spPr>
          <a:xfrm>
            <a:off x="3530893" y="4593057"/>
            <a:ext cx="5086633" cy="531269"/>
          </a:xfrm>
        </p:spPr>
        <p:txBody>
          <a:bodyPr>
            <a:normAutofit/>
          </a:bodyPr>
          <a:lstStyle>
            <a:lvl1pPr marL="0" indent="0" algn="ctr">
              <a:buNone/>
              <a:defRPr lang="en-US" sz="2400" kern="1200" smtClean="0">
                <a:solidFill>
                  <a:schemeClr val="accent2"/>
                </a:solidFill>
                <a:latin typeface="+mn-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www.anubhavtrainings.com</a:t>
            </a:r>
          </a:p>
        </p:txBody>
      </p:sp>
      <p:cxnSp>
        <p:nvCxnSpPr>
          <p:cNvPr id="263" name="Straight Connector 262">
            <a:extLst>
              <a:ext uri="{FF2B5EF4-FFF2-40B4-BE49-F238E27FC236}">
                <a16:creationId xmlns:a16="http://schemas.microsoft.com/office/drawing/2014/main" id="{2F3DD772-972B-4AAC-A0E6-89474032E07C}"/>
              </a:ext>
            </a:extLst>
          </p:cNvPr>
          <p:cNvCxnSpPr>
            <a:cxnSpLocks/>
          </p:cNvCxnSpPr>
          <p:nvPr userDrawn="1"/>
        </p:nvCxnSpPr>
        <p:spPr>
          <a:xfrm flipV="1">
            <a:off x="3530895" y="1938989"/>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4DEFF758-3B08-4F1C-869F-4C6B6755CFC3}"/>
              </a:ext>
            </a:extLst>
          </p:cNvPr>
          <p:cNvCxnSpPr>
            <a:cxnSpLocks/>
          </p:cNvCxnSpPr>
          <p:nvPr userDrawn="1"/>
        </p:nvCxnSpPr>
        <p:spPr>
          <a:xfrm flipV="1">
            <a:off x="3530895" y="4382337"/>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154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19003832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bout Us">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sp>
        <p:nvSpPr>
          <p:cNvPr id="10" name="Picture Placeholder 9">
            <a:extLst>
              <a:ext uri="{FF2B5EF4-FFF2-40B4-BE49-F238E27FC236}">
                <a16:creationId xmlns:a16="http://schemas.microsoft.com/office/drawing/2014/main" id="{08ACDF83-3992-49FB-93C3-FD7BBB55C915}"/>
              </a:ext>
            </a:extLst>
          </p:cNvPr>
          <p:cNvSpPr>
            <a:spLocks noGrp="1"/>
          </p:cNvSpPr>
          <p:nvPr>
            <p:ph type="pic" sz="quarter" idx="13"/>
          </p:nvPr>
        </p:nvSpPr>
        <p:spPr>
          <a:xfrm>
            <a:off x="4575931" y="607234"/>
            <a:ext cx="6932127" cy="4386230"/>
          </a:xfrm>
          <a:custGeom>
            <a:avLst/>
            <a:gdLst>
              <a:gd name="connsiteX0" fmla="*/ 387523 w 6932127"/>
              <a:gd name="connsiteY0" fmla="*/ 0 h 4386230"/>
              <a:gd name="connsiteX1" fmla="*/ 6544604 w 6932127"/>
              <a:gd name="connsiteY1" fmla="*/ 0 h 4386230"/>
              <a:gd name="connsiteX2" fmla="*/ 6932127 w 6932127"/>
              <a:gd name="connsiteY2" fmla="*/ 387523 h 4386230"/>
              <a:gd name="connsiteX3" fmla="*/ 6932127 w 6932127"/>
              <a:gd name="connsiteY3" fmla="*/ 3998707 h 4386230"/>
              <a:gd name="connsiteX4" fmla="*/ 6544604 w 6932127"/>
              <a:gd name="connsiteY4" fmla="*/ 4386230 h 4386230"/>
              <a:gd name="connsiteX5" fmla="*/ 387523 w 6932127"/>
              <a:gd name="connsiteY5" fmla="*/ 4386230 h 4386230"/>
              <a:gd name="connsiteX6" fmla="*/ 0 w 6932127"/>
              <a:gd name="connsiteY6" fmla="*/ 3998707 h 4386230"/>
              <a:gd name="connsiteX7" fmla="*/ 0 w 6932127"/>
              <a:gd name="connsiteY7" fmla="*/ 387523 h 4386230"/>
              <a:gd name="connsiteX8" fmla="*/ 387523 w 6932127"/>
              <a:gd name="connsiteY8" fmla="*/ 0 h 43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32127" h="4386230">
                <a:moveTo>
                  <a:pt x="387523" y="0"/>
                </a:moveTo>
                <a:lnTo>
                  <a:pt x="6544604" y="0"/>
                </a:lnTo>
                <a:cubicBezTo>
                  <a:pt x="6758627" y="0"/>
                  <a:pt x="6932127" y="173500"/>
                  <a:pt x="6932127" y="387523"/>
                </a:cubicBezTo>
                <a:lnTo>
                  <a:pt x="6932127" y="3998707"/>
                </a:lnTo>
                <a:cubicBezTo>
                  <a:pt x="6932127" y="4212730"/>
                  <a:pt x="6758627" y="4386230"/>
                  <a:pt x="6544604" y="4386230"/>
                </a:cubicBezTo>
                <a:lnTo>
                  <a:pt x="387523" y="4386230"/>
                </a:lnTo>
                <a:cubicBezTo>
                  <a:pt x="173500" y="4386230"/>
                  <a:pt x="0" y="4212730"/>
                  <a:pt x="0" y="3998707"/>
                </a:cubicBezTo>
                <a:lnTo>
                  <a:pt x="0" y="387523"/>
                </a:lnTo>
                <a:cubicBezTo>
                  <a:pt x="0" y="173500"/>
                  <a:pt x="173500" y="0"/>
                  <a:pt x="387523" y="0"/>
                </a:cubicBezTo>
                <a:close/>
              </a:path>
            </a:pathLst>
          </a:custGeom>
          <a:solidFill>
            <a:schemeClr val="accent3"/>
          </a:solidFill>
          <a:effectLst>
            <a:outerShdw blurRad="635000" dist="825500" dir="9600000" algn="tr" rotWithShape="0">
              <a:prstClr val="black">
                <a:alpha val="20000"/>
              </a:prstClr>
            </a:outerShdw>
          </a:effectLst>
        </p:spPr>
        <p:txBody>
          <a:bodyPr wrap="square" anchor="ctr">
            <a:noAutofit/>
          </a:bodyPr>
          <a:lstStyle>
            <a:lvl1pPr marL="0" indent="0" algn="ctr">
              <a:buFontTx/>
              <a:buNone/>
              <a:defRPr>
                <a:solidFill>
                  <a:schemeClr val="bg1"/>
                </a:solidFill>
                <a:latin typeface="+mn-lt"/>
              </a:defRPr>
            </a:lvl1pPr>
          </a:lstStyle>
          <a:p>
            <a:endParaRPr lang="en-IN" dirty="0"/>
          </a:p>
        </p:txBody>
      </p:sp>
    </p:spTree>
    <p:extLst>
      <p:ext uri="{BB962C8B-B14F-4D97-AF65-F5344CB8AC3E}">
        <p14:creationId xmlns:p14="http://schemas.microsoft.com/office/powerpoint/2010/main" val="263090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
        <p:nvSpPr>
          <p:cNvPr id="364" name="Picture Placeholder 2">
            <a:extLst>
              <a:ext uri="{FF2B5EF4-FFF2-40B4-BE49-F238E27FC236}">
                <a16:creationId xmlns:a16="http://schemas.microsoft.com/office/drawing/2014/main" id="{251EF59E-16AF-4781-8288-EC19B9762CAE}"/>
              </a:ext>
            </a:extLst>
          </p:cNvPr>
          <p:cNvSpPr>
            <a:spLocks noGrp="1"/>
          </p:cNvSpPr>
          <p:nvPr>
            <p:ph type="pic" sz="quarter" idx="14"/>
          </p:nvPr>
        </p:nvSpPr>
        <p:spPr>
          <a:xfrm>
            <a:off x="-20540" y="-11151"/>
            <a:ext cx="6784876" cy="5685522"/>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a:solidFill>
            <a:schemeClr val="accent3"/>
          </a:solidFill>
          <a:effectLst>
            <a:outerShdw blurRad="635000" dist="825500" dir="21540000" algn="l" rotWithShape="0">
              <a:prstClr val="black">
                <a:alpha val="20000"/>
              </a:prstClr>
            </a:outerShdw>
          </a:effectLst>
        </p:spPr>
        <p:txBody>
          <a:bodyPr anchor="ctr">
            <a:normAutofit/>
          </a:bodyPr>
          <a:lstStyle>
            <a:lvl1pPr marL="0" indent="0" algn="ctr">
              <a:buFontTx/>
              <a:buNone/>
              <a:defRPr sz="3200">
                <a:solidFill>
                  <a:schemeClr val="bg1"/>
                </a:solidFill>
              </a:defRPr>
            </a:lvl1pPr>
          </a:lstStyle>
          <a:p>
            <a:endParaRPr lang="en-IN"/>
          </a:p>
        </p:txBody>
      </p:sp>
    </p:spTree>
    <p:extLst>
      <p:ext uri="{BB962C8B-B14F-4D97-AF65-F5344CB8AC3E}">
        <p14:creationId xmlns:p14="http://schemas.microsoft.com/office/powerpoint/2010/main" val="531430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ur Team">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a:p>
            <a:endParaRPr lang="en-US" dirty="0"/>
          </a:p>
        </p:txBody>
      </p:sp>
      <p:sp>
        <p:nvSpPr>
          <p:cNvPr id="363" name="Picture Placeholder 13">
            <a:extLst>
              <a:ext uri="{FF2B5EF4-FFF2-40B4-BE49-F238E27FC236}">
                <a16:creationId xmlns:a16="http://schemas.microsoft.com/office/drawing/2014/main" id="{AF7BEAA2-6D2C-4224-A195-391044C69E59}"/>
              </a:ext>
            </a:extLst>
          </p:cNvPr>
          <p:cNvSpPr>
            <a:spLocks noGrp="1"/>
          </p:cNvSpPr>
          <p:nvPr>
            <p:ph type="pic" sz="quarter" idx="13"/>
          </p:nvPr>
        </p:nvSpPr>
        <p:spPr>
          <a:xfrm>
            <a:off x="3286125" y="2297680"/>
            <a:ext cx="1728788" cy="1728787"/>
          </a:xfrm>
          <a:prstGeom prst="ellipse">
            <a:avLst/>
          </a:prstGeom>
          <a:solidFill>
            <a:schemeClr val="bg1">
              <a:lumMod val="95000"/>
            </a:schemeClr>
          </a:solidFill>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5" name="Picture Placeholder 13">
            <a:extLst>
              <a:ext uri="{FF2B5EF4-FFF2-40B4-BE49-F238E27FC236}">
                <a16:creationId xmlns:a16="http://schemas.microsoft.com/office/drawing/2014/main" id="{23BFF80F-B426-466E-B0BF-CF7C190E492D}"/>
              </a:ext>
            </a:extLst>
          </p:cNvPr>
          <p:cNvSpPr>
            <a:spLocks noGrp="1"/>
          </p:cNvSpPr>
          <p:nvPr>
            <p:ph type="pic" sz="quarter" idx="14"/>
          </p:nvPr>
        </p:nvSpPr>
        <p:spPr>
          <a:xfrm>
            <a:off x="6312310" y="1412776"/>
            <a:ext cx="1681778" cy="1681777"/>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6" name="Picture Placeholder 13">
            <a:extLst>
              <a:ext uri="{FF2B5EF4-FFF2-40B4-BE49-F238E27FC236}">
                <a16:creationId xmlns:a16="http://schemas.microsoft.com/office/drawing/2014/main" id="{41BD29D0-2556-4715-91D8-E02770D6F826}"/>
              </a:ext>
            </a:extLst>
          </p:cNvPr>
          <p:cNvSpPr>
            <a:spLocks noGrp="1"/>
          </p:cNvSpPr>
          <p:nvPr>
            <p:ph type="pic" sz="quarter" idx="15"/>
          </p:nvPr>
        </p:nvSpPr>
        <p:spPr>
          <a:xfrm>
            <a:off x="7622663" y="3342563"/>
            <a:ext cx="1302826" cy="1302824"/>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7" name="Picture Placeholder 13">
            <a:extLst>
              <a:ext uri="{FF2B5EF4-FFF2-40B4-BE49-F238E27FC236}">
                <a16:creationId xmlns:a16="http://schemas.microsoft.com/office/drawing/2014/main" id="{4B3928D8-3106-4129-84DA-31AD6A29256F}"/>
              </a:ext>
            </a:extLst>
          </p:cNvPr>
          <p:cNvSpPr>
            <a:spLocks noGrp="1"/>
          </p:cNvSpPr>
          <p:nvPr>
            <p:ph type="pic" sz="quarter" idx="16"/>
          </p:nvPr>
        </p:nvSpPr>
        <p:spPr>
          <a:xfrm>
            <a:off x="5103405" y="3537009"/>
            <a:ext cx="2012950" cy="2012946"/>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80" name="Title 1">
            <a:extLst>
              <a:ext uri="{FF2B5EF4-FFF2-40B4-BE49-F238E27FC236}">
                <a16:creationId xmlns:a16="http://schemas.microsoft.com/office/drawing/2014/main" id="{FEE9D826-2462-4D57-A5DD-57BFA6D51B66}"/>
              </a:ext>
            </a:extLst>
          </p:cNvPr>
          <p:cNvSpPr>
            <a:spLocks noGrp="1"/>
          </p:cNvSpPr>
          <p:nvPr>
            <p:ph type="title"/>
          </p:nvPr>
        </p:nvSpPr>
        <p:spPr>
          <a:xfrm>
            <a:off x="609441" y="274639"/>
            <a:ext cx="10969943" cy="711081"/>
          </a:xfrm>
        </p:spPr>
        <p:txBody>
          <a:bodyPr>
            <a:noAutofit/>
          </a:bodyPr>
          <a:lstStyle>
            <a:lvl1pPr algn="ctr">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92498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esktop Mockup">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81" name="Freeform: Shape 380">
            <a:extLst>
              <a:ext uri="{FF2B5EF4-FFF2-40B4-BE49-F238E27FC236}">
                <a16:creationId xmlns:a16="http://schemas.microsoft.com/office/drawing/2014/main" id="{AE984D29-61FE-4C99-9687-A51CC7822CA6}"/>
              </a:ext>
            </a:extLst>
          </p:cNvPr>
          <p:cNvSpPr/>
          <p:nvPr userDrawn="1"/>
        </p:nvSpPr>
        <p:spPr>
          <a:xfrm>
            <a:off x="5662364" y="1569860"/>
            <a:ext cx="6526461" cy="5288141"/>
          </a:xfrm>
          <a:custGeom>
            <a:avLst/>
            <a:gdLst>
              <a:gd name="connsiteX0" fmla="*/ 393743 w 6526461"/>
              <a:gd name="connsiteY0" fmla="*/ 0 h 5288141"/>
              <a:gd name="connsiteX1" fmla="*/ 6526461 w 6526461"/>
              <a:gd name="connsiteY1" fmla="*/ 0 h 5288141"/>
              <a:gd name="connsiteX2" fmla="*/ 6526461 w 6526461"/>
              <a:gd name="connsiteY2" fmla="*/ 5288141 h 5288141"/>
              <a:gd name="connsiteX3" fmla="*/ 0 w 6526461"/>
              <a:gd name="connsiteY3" fmla="*/ 5288141 h 5288141"/>
              <a:gd name="connsiteX4" fmla="*/ 0 w 6526461"/>
              <a:gd name="connsiteY4" fmla="*/ 393743 h 5288141"/>
              <a:gd name="connsiteX5" fmla="*/ 393743 w 6526461"/>
              <a:gd name="connsiteY5" fmla="*/ 0 h 528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6461" h="5288141">
                <a:moveTo>
                  <a:pt x="393743" y="0"/>
                </a:moveTo>
                <a:lnTo>
                  <a:pt x="6526461" y="0"/>
                </a:lnTo>
                <a:lnTo>
                  <a:pt x="6526461" y="5288141"/>
                </a:lnTo>
                <a:lnTo>
                  <a:pt x="0" y="5288141"/>
                </a:lnTo>
                <a:lnTo>
                  <a:pt x="0" y="393743"/>
                </a:lnTo>
                <a:cubicBezTo>
                  <a:pt x="0" y="176285"/>
                  <a:pt x="176285" y="0"/>
                  <a:pt x="393743" y="0"/>
                </a:cubicBezTo>
                <a:close/>
              </a:path>
            </a:pathLst>
          </a:cu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2" name="Picture Placeholder 381">
            <a:extLst>
              <a:ext uri="{FF2B5EF4-FFF2-40B4-BE49-F238E27FC236}">
                <a16:creationId xmlns:a16="http://schemas.microsoft.com/office/drawing/2014/main" id="{8F59953D-8D34-4876-B098-4D1DAD1918E4}"/>
              </a:ext>
            </a:extLst>
          </p:cNvPr>
          <p:cNvSpPr>
            <a:spLocks noGrp="1"/>
          </p:cNvSpPr>
          <p:nvPr>
            <p:ph type="pic" sz="quarter" idx="13"/>
          </p:nvPr>
        </p:nvSpPr>
        <p:spPr>
          <a:xfrm>
            <a:off x="6266549" y="2111829"/>
            <a:ext cx="5922276" cy="4746172"/>
          </a:xfrm>
          <a:custGeom>
            <a:avLst/>
            <a:gdLst>
              <a:gd name="connsiteX0" fmla="*/ 0 w 5922276"/>
              <a:gd name="connsiteY0" fmla="*/ 0 h 4746172"/>
              <a:gd name="connsiteX1" fmla="*/ 5922276 w 5922276"/>
              <a:gd name="connsiteY1" fmla="*/ 0 h 4746172"/>
              <a:gd name="connsiteX2" fmla="*/ 5922276 w 5922276"/>
              <a:gd name="connsiteY2" fmla="*/ 4746172 h 4746172"/>
              <a:gd name="connsiteX3" fmla="*/ 0 w 5922276"/>
              <a:gd name="connsiteY3" fmla="*/ 4746172 h 4746172"/>
            </a:gdLst>
            <a:ahLst/>
            <a:cxnLst>
              <a:cxn ang="0">
                <a:pos x="connsiteX0" y="connsiteY0"/>
              </a:cxn>
              <a:cxn ang="0">
                <a:pos x="connsiteX1" y="connsiteY1"/>
              </a:cxn>
              <a:cxn ang="0">
                <a:pos x="connsiteX2" y="connsiteY2"/>
              </a:cxn>
              <a:cxn ang="0">
                <a:pos x="connsiteX3" y="connsiteY3"/>
              </a:cxn>
            </a:cxnLst>
            <a:rect l="l" t="t" r="r" b="b"/>
            <a:pathLst>
              <a:path w="5922276" h="4746172">
                <a:moveTo>
                  <a:pt x="0" y="0"/>
                </a:moveTo>
                <a:lnTo>
                  <a:pt x="5922276" y="0"/>
                </a:lnTo>
                <a:lnTo>
                  <a:pt x="5922276" y="4746172"/>
                </a:lnTo>
                <a:lnTo>
                  <a:pt x="0" y="4746172"/>
                </a:lnTo>
                <a:close/>
              </a:path>
            </a:pathLst>
          </a:custGeom>
          <a:solidFill>
            <a:schemeClr val="accent3"/>
          </a:solidFill>
        </p:spPr>
        <p:txBody>
          <a:bodyPr wrap="square" anchor="ctr">
            <a:noAutofit/>
          </a:bodyPr>
          <a:lstStyle>
            <a:lvl1pPr marL="0" indent="0" algn="ctr">
              <a:buNone/>
              <a:defRPr>
                <a:solidFill>
                  <a:schemeClr val="bg1"/>
                </a:solidFill>
              </a:defRPr>
            </a:lvl1pPr>
          </a:lstStyle>
          <a:p>
            <a:endParaRPr lang="en-IN"/>
          </a:p>
        </p:txBody>
      </p:sp>
    </p:spTree>
    <p:extLst>
      <p:ext uri="{BB962C8B-B14F-4D97-AF65-F5344CB8AC3E}">
        <p14:creationId xmlns:p14="http://schemas.microsoft.com/office/powerpoint/2010/main" val="1714369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Tree>
    <p:extLst>
      <p:ext uri="{BB962C8B-B14F-4D97-AF65-F5344CB8AC3E}">
        <p14:creationId xmlns:p14="http://schemas.microsoft.com/office/powerpoint/2010/main" val="1042361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What we do?">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64" name="Rectangle 5">
            <a:extLst>
              <a:ext uri="{FF2B5EF4-FFF2-40B4-BE49-F238E27FC236}">
                <a16:creationId xmlns:a16="http://schemas.microsoft.com/office/drawing/2014/main" id="{1D5D3984-7DC7-4194-AD39-51045112ACA1}"/>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5" name="Rectangle 6">
            <a:extLst>
              <a:ext uri="{FF2B5EF4-FFF2-40B4-BE49-F238E27FC236}">
                <a16:creationId xmlns:a16="http://schemas.microsoft.com/office/drawing/2014/main" id="{C4A1AA13-BC36-4E79-B4E8-CBD99F7B0D87}"/>
              </a:ext>
            </a:extLst>
          </p:cNvPr>
          <p:cNvSpPr>
            <a:spLocks noChangeArrowheads="1"/>
          </p:cNvSpPr>
          <p:nvPr/>
        </p:nvSpPr>
        <p:spPr bwMode="auto">
          <a:xfrm>
            <a:off x="80954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6" name="Rectangle 7">
            <a:extLst>
              <a:ext uri="{FF2B5EF4-FFF2-40B4-BE49-F238E27FC236}">
                <a16:creationId xmlns:a16="http://schemas.microsoft.com/office/drawing/2014/main" id="{064FA383-421A-4408-B960-0EEA4EA6D887}"/>
              </a:ext>
            </a:extLst>
          </p:cNvPr>
          <p:cNvSpPr>
            <a:spLocks noChangeArrowheads="1"/>
          </p:cNvSpPr>
          <p:nvPr/>
        </p:nvSpPr>
        <p:spPr bwMode="auto">
          <a:xfrm>
            <a:off x="126380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7" name="Rectangle 8">
            <a:extLst>
              <a:ext uri="{FF2B5EF4-FFF2-40B4-BE49-F238E27FC236}">
                <a16:creationId xmlns:a16="http://schemas.microsoft.com/office/drawing/2014/main" id="{A749CDFB-EE99-4334-8923-0D518C5B2B12}"/>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8" name="Rectangle 9">
            <a:extLst>
              <a:ext uri="{FF2B5EF4-FFF2-40B4-BE49-F238E27FC236}">
                <a16:creationId xmlns:a16="http://schemas.microsoft.com/office/drawing/2014/main" id="{6E9A5901-7AB9-4355-8A8C-EDEDF74E0D29}"/>
              </a:ext>
            </a:extLst>
          </p:cNvPr>
          <p:cNvSpPr>
            <a:spLocks noChangeArrowheads="1"/>
          </p:cNvSpPr>
          <p:nvPr/>
        </p:nvSpPr>
        <p:spPr bwMode="auto">
          <a:xfrm>
            <a:off x="217350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9" name="Rectangle 10">
            <a:extLst>
              <a:ext uri="{FF2B5EF4-FFF2-40B4-BE49-F238E27FC236}">
                <a16:creationId xmlns:a16="http://schemas.microsoft.com/office/drawing/2014/main" id="{719A89F7-F1DD-434B-B30D-4B32BEFEBDCF}"/>
              </a:ext>
            </a:extLst>
          </p:cNvPr>
          <p:cNvSpPr>
            <a:spLocks noChangeArrowheads="1"/>
          </p:cNvSpPr>
          <p:nvPr/>
        </p:nvSpPr>
        <p:spPr bwMode="auto">
          <a:xfrm>
            <a:off x="262893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0" name="Rectangle 11">
            <a:extLst>
              <a:ext uri="{FF2B5EF4-FFF2-40B4-BE49-F238E27FC236}">
                <a16:creationId xmlns:a16="http://schemas.microsoft.com/office/drawing/2014/main" id="{E2F34566-8F29-46BF-862B-492CFB9F0B97}"/>
              </a:ext>
            </a:extLst>
          </p:cNvPr>
          <p:cNvSpPr>
            <a:spLocks noChangeArrowheads="1"/>
          </p:cNvSpPr>
          <p:nvPr/>
        </p:nvSpPr>
        <p:spPr bwMode="auto">
          <a:xfrm>
            <a:off x="3083197"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1" name="Rectangle 12">
            <a:extLst>
              <a:ext uri="{FF2B5EF4-FFF2-40B4-BE49-F238E27FC236}">
                <a16:creationId xmlns:a16="http://schemas.microsoft.com/office/drawing/2014/main" id="{13B17D5B-B8E7-479A-9557-1DE1F3355D01}"/>
              </a:ext>
            </a:extLst>
          </p:cNvPr>
          <p:cNvSpPr>
            <a:spLocks noChangeArrowheads="1"/>
          </p:cNvSpPr>
          <p:nvPr/>
        </p:nvSpPr>
        <p:spPr bwMode="auto">
          <a:xfrm>
            <a:off x="3538630"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2" name="Rectangle 13">
            <a:extLst>
              <a:ext uri="{FF2B5EF4-FFF2-40B4-BE49-F238E27FC236}">
                <a16:creationId xmlns:a16="http://schemas.microsoft.com/office/drawing/2014/main" id="{648B9A6E-E46B-4E77-8AFC-175F26F71815}"/>
              </a:ext>
            </a:extLst>
          </p:cNvPr>
          <p:cNvSpPr>
            <a:spLocks noChangeArrowheads="1"/>
          </p:cNvSpPr>
          <p:nvPr/>
        </p:nvSpPr>
        <p:spPr bwMode="auto">
          <a:xfrm>
            <a:off x="399289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3" name="Rectangle 14">
            <a:extLst>
              <a:ext uri="{FF2B5EF4-FFF2-40B4-BE49-F238E27FC236}">
                <a16:creationId xmlns:a16="http://schemas.microsoft.com/office/drawing/2014/main" id="{66ED677A-B450-444C-8C05-6164CEFBB230}"/>
              </a:ext>
            </a:extLst>
          </p:cNvPr>
          <p:cNvSpPr>
            <a:spLocks noChangeArrowheads="1"/>
          </p:cNvSpPr>
          <p:nvPr/>
        </p:nvSpPr>
        <p:spPr bwMode="auto">
          <a:xfrm>
            <a:off x="4448326"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4" name="Rectangle 15">
            <a:extLst>
              <a:ext uri="{FF2B5EF4-FFF2-40B4-BE49-F238E27FC236}">
                <a16:creationId xmlns:a16="http://schemas.microsoft.com/office/drawing/2014/main" id="{6B37F876-20AD-4B0B-B794-D98057E31CD1}"/>
              </a:ext>
            </a:extLst>
          </p:cNvPr>
          <p:cNvSpPr>
            <a:spLocks noChangeArrowheads="1"/>
          </p:cNvSpPr>
          <p:nvPr/>
        </p:nvSpPr>
        <p:spPr bwMode="auto">
          <a:xfrm>
            <a:off x="4902589"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5" name="Rectangle 16">
            <a:extLst>
              <a:ext uri="{FF2B5EF4-FFF2-40B4-BE49-F238E27FC236}">
                <a16:creationId xmlns:a16="http://schemas.microsoft.com/office/drawing/2014/main" id="{9EED317B-A291-4834-AF57-5CB5972CF527}"/>
              </a:ext>
            </a:extLst>
          </p:cNvPr>
          <p:cNvSpPr>
            <a:spLocks noChangeArrowheads="1"/>
          </p:cNvSpPr>
          <p:nvPr/>
        </p:nvSpPr>
        <p:spPr bwMode="auto">
          <a:xfrm>
            <a:off x="535802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6" name="Rectangle 17">
            <a:extLst>
              <a:ext uri="{FF2B5EF4-FFF2-40B4-BE49-F238E27FC236}">
                <a16:creationId xmlns:a16="http://schemas.microsoft.com/office/drawing/2014/main" id="{6F10DAB5-CF53-4900-8A89-3398C2031047}"/>
              </a:ext>
            </a:extLst>
          </p:cNvPr>
          <p:cNvSpPr>
            <a:spLocks noChangeArrowheads="1"/>
          </p:cNvSpPr>
          <p:nvPr/>
        </p:nvSpPr>
        <p:spPr bwMode="auto">
          <a:xfrm>
            <a:off x="581228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7" name="Rectangle 18">
            <a:extLst>
              <a:ext uri="{FF2B5EF4-FFF2-40B4-BE49-F238E27FC236}">
                <a16:creationId xmlns:a16="http://schemas.microsoft.com/office/drawing/2014/main" id="{F5888EEF-E323-44C5-9096-B1D8A26B31A0}"/>
              </a:ext>
            </a:extLst>
          </p:cNvPr>
          <p:cNvSpPr>
            <a:spLocks noChangeArrowheads="1"/>
          </p:cNvSpPr>
          <p:nvPr/>
        </p:nvSpPr>
        <p:spPr bwMode="auto">
          <a:xfrm>
            <a:off x="626771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8" name="Rectangle 19">
            <a:extLst>
              <a:ext uri="{FF2B5EF4-FFF2-40B4-BE49-F238E27FC236}">
                <a16:creationId xmlns:a16="http://schemas.microsoft.com/office/drawing/2014/main" id="{9825D3DA-CFCD-4B62-AA3E-6B6A3F6A4D32}"/>
              </a:ext>
            </a:extLst>
          </p:cNvPr>
          <p:cNvSpPr>
            <a:spLocks noChangeArrowheads="1"/>
          </p:cNvSpPr>
          <p:nvPr/>
        </p:nvSpPr>
        <p:spPr bwMode="auto">
          <a:xfrm>
            <a:off x="672198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9" name="Rectangle 20">
            <a:extLst>
              <a:ext uri="{FF2B5EF4-FFF2-40B4-BE49-F238E27FC236}">
                <a16:creationId xmlns:a16="http://schemas.microsoft.com/office/drawing/2014/main" id="{485F1DFD-B6E0-4E81-9E5D-A16F629BFD95}"/>
              </a:ext>
            </a:extLst>
          </p:cNvPr>
          <p:cNvSpPr>
            <a:spLocks noChangeArrowheads="1"/>
          </p:cNvSpPr>
          <p:nvPr/>
        </p:nvSpPr>
        <p:spPr bwMode="auto">
          <a:xfrm>
            <a:off x="717741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0" name="Rectangle 21">
            <a:extLst>
              <a:ext uri="{FF2B5EF4-FFF2-40B4-BE49-F238E27FC236}">
                <a16:creationId xmlns:a16="http://schemas.microsoft.com/office/drawing/2014/main" id="{22C892AF-FE66-492B-8360-9F3902E2D27A}"/>
              </a:ext>
            </a:extLst>
          </p:cNvPr>
          <p:cNvSpPr>
            <a:spLocks noChangeArrowheads="1"/>
          </p:cNvSpPr>
          <p:nvPr/>
        </p:nvSpPr>
        <p:spPr bwMode="auto">
          <a:xfrm>
            <a:off x="7631676"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1" name="Rectangle 22">
            <a:extLst>
              <a:ext uri="{FF2B5EF4-FFF2-40B4-BE49-F238E27FC236}">
                <a16:creationId xmlns:a16="http://schemas.microsoft.com/office/drawing/2014/main" id="{BF8787BC-8DED-4E08-BA9C-0F363C018FE6}"/>
              </a:ext>
            </a:extLst>
          </p:cNvPr>
          <p:cNvSpPr>
            <a:spLocks noChangeArrowheads="1"/>
          </p:cNvSpPr>
          <p:nvPr/>
        </p:nvSpPr>
        <p:spPr bwMode="auto">
          <a:xfrm>
            <a:off x="8087109"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2" name="Rectangle 23">
            <a:extLst>
              <a:ext uri="{FF2B5EF4-FFF2-40B4-BE49-F238E27FC236}">
                <a16:creationId xmlns:a16="http://schemas.microsoft.com/office/drawing/2014/main" id="{ECC6E2E7-5D4C-494A-9957-C74873D73B5C}"/>
              </a:ext>
            </a:extLst>
          </p:cNvPr>
          <p:cNvSpPr>
            <a:spLocks noChangeArrowheads="1"/>
          </p:cNvSpPr>
          <p:nvPr/>
        </p:nvSpPr>
        <p:spPr bwMode="auto">
          <a:xfrm>
            <a:off x="854137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3" name="Rectangle 24">
            <a:extLst>
              <a:ext uri="{FF2B5EF4-FFF2-40B4-BE49-F238E27FC236}">
                <a16:creationId xmlns:a16="http://schemas.microsoft.com/office/drawing/2014/main" id="{619B2CB8-4BD4-49C4-99C7-1EDC4DE98D0E}"/>
              </a:ext>
            </a:extLst>
          </p:cNvPr>
          <p:cNvSpPr>
            <a:spLocks noChangeArrowheads="1"/>
          </p:cNvSpPr>
          <p:nvPr/>
        </p:nvSpPr>
        <p:spPr bwMode="auto">
          <a:xfrm>
            <a:off x="8996805"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4" name="Rectangle 25">
            <a:extLst>
              <a:ext uri="{FF2B5EF4-FFF2-40B4-BE49-F238E27FC236}">
                <a16:creationId xmlns:a16="http://schemas.microsoft.com/office/drawing/2014/main" id="{2BD052E5-B9B7-4DDC-921A-0BA5DC53AFE7}"/>
              </a:ext>
            </a:extLst>
          </p:cNvPr>
          <p:cNvSpPr>
            <a:spLocks noChangeArrowheads="1"/>
          </p:cNvSpPr>
          <p:nvPr/>
        </p:nvSpPr>
        <p:spPr bwMode="auto">
          <a:xfrm>
            <a:off x="9451068"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5" name="Rectangle 26">
            <a:extLst>
              <a:ext uri="{FF2B5EF4-FFF2-40B4-BE49-F238E27FC236}">
                <a16:creationId xmlns:a16="http://schemas.microsoft.com/office/drawing/2014/main" id="{854CCDB5-6DB3-4877-AAD4-2D60BD9045BA}"/>
              </a:ext>
            </a:extLst>
          </p:cNvPr>
          <p:cNvSpPr>
            <a:spLocks noChangeArrowheads="1"/>
          </p:cNvSpPr>
          <p:nvPr/>
        </p:nvSpPr>
        <p:spPr bwMode="auto">
          <a:xfrm>
            <a:off x="9906501"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6" name="Rectangle 27">
            <a:extLst>
              <a:ext uri="{FF2B5EF4-FFF2-40B4-BE49-F238E27FC236}">
                <a16:creationId xmlns:a16="http://schemas.microsoft.com/office/drawing/2014/main" id="{E3701413-7CE4-4A3C-88EA-C6C0B42E4A34}"/>
              </a:ext>
            </a:extLst>
          </p:cNvPr>
          <p:cNvSpPr>
            <a:spLocks noChangeArrowheads="1"/>
          </p:cNvSpPr>
          <p:nvPr/>
        </p:nvSpPr>
        <p:spPr bwMode="auto">
          <a:xfrm>
            <a:off x="1036076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7" name="Rectangle 28">
            <a:extLst>
              <a:ext uri="{FF2B5EF4-FFF2-40B4-BE49-F238E27FC236}">
                <a16:creationId xmlns:a16="http://schemas.microsoft.com/office/drawing/2014/main" id="{BA36D018-6320-417B-8F9E-55683DDC96D5}"/>
              </a:ext>
            </a:extLst>
          </p:cNvPr>
          <p:cNvSpPr>
            <a:spLocks noChangeArrowheads="1"/>
          </p:cNvSpPr>
          <p:nvPr/>
        </p:nvSpPr>
        <p:spPr bwMode="auto">
          <a:xfrm>
            <a:off x="1081619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8" name="Rectangle 29">
            <a:extLst>
              <a:ext uri="{FF2B5EF4-FFF2-40B4-BE49-F238E27FC236}">
                <a16:creationId xmlns:a16="http://schemas.microsoft.com/office/drawing/2014/main" id="{2B1F5663-A83E-4D95-BDF4-EBB44F3CCC3B}"/>
              </a:ext>
            </a:extLst>
          </p:cNvPr>
          <p:cNvSpPr>
            <a:spLocks noChangeArrowheads="1"/>
          </p:cNvSpPr>
          <p:nvPr/>
        </p:nvSpPr>
        <p:spPr bwMode="auto">
          <a:xfrm>
            <a:off x="1127046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9" name="Rectangle 30">
            <a:extLst>
              <a:ext uri="{FF2B5EF4-FFF2-40B4-BE49-F238E27FC236}">
                <a16:creationId xmlns:a16="http://schemas.microsoft.com/office/drawing/2014/main" id="{462D901F-2505-492E-B20E-7B4077FF6D3B}"/>
              </a:ext>
            </a:extLst>
          </p:cNvPr>
          <p:cNvSpPr>
            <a:spLocks noChangeArrowheads="1"/>
          </p:cNvSpPr>
          <p:nvPr/>
        </p:nvSpPr>
        <p:spPr bwMode="auto">
          <a:xfrm>
            <a:off x="1172589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0" name="Rectangle 32">
            <a:extLst>
              <a:ext uri="{FF2B5EF4-FFF2-40B4-BE49-F238E27FC236}">
                <a16:creationId xmlns:a16="http://schemas.microsoft.com/office/drawing/2014/main" id="{FDEA931C-C5A4-4A39-893A-F9D600DAA120}"/>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1" name="Rectangle 33">
            <a:extLst>
              <a:ext uri="{FF2B5EF4-FFF2-40B4-BE49-F238E27FC236}">
                <a16:creationId xmlns:a16="http://schemas.microsoft.com/office/drawing/2014/main" id="{53FAB04F-C814-4903-887C-6B8749BF4873}"/>
              </a:ext>
            </a:extLst>
          </p:cNvPr>
          <p:cNvSpPr>
            <a:spLocks noChangeArrowheads="1"/>
          </p:cNvSpPr>
          <p:nvPr/>
        </p:nvSpPr>
        <p:spPr bwMode="auto">
          <a:xfrm>
            <a:off x="80954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2" name="Rectangle 34">
            <a:extLst>
              <a:ext uri="{FF2B5EF4-FFF2-40B4-BE49-F238E27FC236}">
                <a16:creationId xmlns:a16="http://schemas.microsoft.com/office/drawing/2014/main" id="{E80BB6CA-5007-43DC-9106-9AC1FD8F5F42}"/>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3" name="Rectangle 35">
            <a:extLst>
              <a:ext uri="{FF2B5EF4-FFF2-40B4-BE49-F238E27FC236}">
                <a16:creationId xmlns:a16="http://schemas.microsoft.com/office/drawing/2014/main" id="{3E18C2F1-101D-4393-9918-DE77B3379868}"/>
              </a:ext>
            </a:extLst>
          </p:cNvPr>
          <p:cNvSpPr>
            <a:spLocks noChangeArrowheads="1"/>
          </p:cNvSpPr>
          <p:nvPr/>
        </p:nvSpPr>
        <p:spPr bwMode="auto">
          <a:xfrm>
            <a:off x="171923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4" name="Rectangle 36">
            <a:extLst>
              <a:ext uri="{FF2B5EF4-FFF2-40B4-BE49-F238E27FC236}">
                <a16:creationId xmlns:a16="http://schemas.microsoft.com/office/drawing/2014/main" id="{2EA02F2D-5F5D-4284-953F-D92F8BA89C8B}"/>
              </a:ext>
            </a:extLst>
          </p:cNvPr>
          <p:cNvSpPr>
            <a:spLocks noChangeArrowheads="1"/>
          </p:cNvSpPr>
          <p:nvPr/>
        </p:nvSpPr>
        <p:spPr bwMode="auto">
          <a:xfrm>
            <a:off x="217350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5" name="Rectangle 37">
            <a:extLst>
              <a:ext uri="{FF2B5EF4-FFF2-40B4-BE49-F238E27FC236}">
                <a16:creationId xmlns:a16="http://schemas.microsoft.com/office/drawing/2014/main" id="{B5280DAC-9E73-48E4-A0C0-043ACF981C6E}"/>
              </a:ext>
            </a:extLst>
          </p:cNvPr>
          <p:cNvSpPr>
            <a:spLocks noChangeArrowheads="1"/>
          </p:cNvSpPr>
          <p:nvPr/>
        </p:nvSpPr>
        <p:spPr bwMode="auto">
          <a:xfrm>
            <a:off x="262893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6" name="Rectangle 38">
            <a:extLst>
              <a:ext uri="{FF2B5EF4-FFF2-40B4-BE49-F238E27FC236}">
                <a16:creationId xmlns:a16="http://schemas.microsoft.com/office/drawing/2014/main" id="{60B1EDB9-9DC9-475A-BEBF-49644F4E1F95}"/>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7" name="Rectangle 39">
            <a:extLst>
              <a:ext uri="{FF2B5EF4-FFF2-40B4-BE49-F238E27FC236}">
                <a16:creationId xmlns:a16="http://schemas.microsoft.com/office/drawing/2014/main" id="{820A7A5C-FCE4-4A98-ABAF-F0127EC77F14}"/>
              </a:ext>
            </a:extLst>
          </p:cNvPr>
          <p:cNvSpPr>
            <a:spLocks noChangeArrowheads="1"/>
          </p:cNvSpPr>
          <p:nvPr/>
        </p:nvSpPr>
        <p:spPr bwMode="auto">
          <a:xfrm>
            <a:off x="3538630"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8" name="Rectangle 40">
            <a:extLst>
              <a:ext uri="{FF2B5EF4-FFF2-40B4-BE49-F238E27FC236}">
                <a16:creationId xmlns:a16="http://schemas.microsoft.com/office/drawing/2014/main" id="{7A431B81-7C7C-42A1-8E97-0E59A743EAFF}"/>
              </a:ext>
            </a:extLst>
          </p:cNvPr>
          <p:cNvSpPr>
            <a:spLocks noChangeArrowheads="1"/>
          </p:cNvSpPr>
          <p:nvPr/>
        </p:nvSpPr>
        <p:spPr bwMode="auto">
          <a:xfrm>
            <a:off x="399289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9" name="Rectangle 41">
            <a:extLst>
              <a:ext uri="{FF2B5EF4-FFF2-40B4-BE49-F238E27FC236}">
                <a16:creationId xmlns:a16="http://schemas.microsoft.com/office/drawing/2014/main" id="{F7C18536-4714-447C-B2CD-5CCE34FE6304}"/>
              </a:ext>
            </a:extLst>
          </p:cNvPr>
          <p:cNvSpPr>
            <a:spLocks noChangeArrowheads="1"/>
          </p:cNvSpPr>
          <p:nvPr/>
        </p:nvSpPr>
        <p:spPr bwMode="auto">
          <a:xfrm>
            <a:off x="4448326"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0" name="Rectangle 42">
            <a:extLst>
              <a:ext uri="{FF2B5EF4-FFF2-40B4-BE49-F238E27FC236}">
                <a16:creationId xmlns:a16="http://schemas.microsoft.com/office/drawing/2014/main" id="{A5220EB9-CFCA-4E11-B625-CBA6910EDB8D}"/>
              </a:ext>
            </a:extLst>
          </p:cNvPr>
          <p:cNvSpPr>
            <a:spLocks noChangeArrowheads="1"/>
          </p:cNvSpPr>
          <p:nvPr/>
        </p:nvSpPr>
        <p:spPr bwMode="auto">
          <a:xfrm>
            <a:off x="4902589"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1" name="Rectangle 43">
            <a:extLst>
              <a:ext uri="{FF2B5EF4-FFF2-40B4-BE49-F238E27FC236}">
                <a16:creationId xmlns:a16="http://schemas.microsoft.com/office/drawing/2014/main" id="{C9AB4232-42B9-4172-8F6B-0CCF9E84F564}"/>
              </a:ext>
            </a:extLst>
          </p:cNvPr>
          <p:cNvSpPr>
            <a:spLocks noChangeArrowheads="1"/>
          </p:cNvSpPr>
          <p:nvPr/>
        </p:nvSpPr>
        <p:spPr bwMode="auto">
          <a:xfrm>
            <a:off x="535802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2" name="Rectangle 44">
            <a:extLst>
              <a:ext uri="{FF2B5EF4-FFF2-40B4-BE49-F238E27FC236}">
                <a16:creationId xmlns:a16="http://schemas.microsoft.com/office/drawing/2014/main" id="{77D0A2B3-F2AF-45C0-BC1A-629B0AF4C017}"/>
              </a:ext>
            </a:extLst>
          </p:cNvPr>
          <p:cNvSpPr>
            <a:spLocks noChangeArrowheads="1"/>
          </p:cNvSpPr>
          <p:nvPr/>
        </p:nvSpPr>
        <p:spPr bwMode="auto">
          <a:xfrm>
            <a:off x="5812285"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3" name="Rectangle 45">
            <a:extLst>
              <a:ext uri="{FF2B5EF4-FFF2-40B4-BE49-F238E27FC236}">
                <a16:creationId xmlns:a16="http://schemas.microsoft.com/office/drawing/2014/main" id="{C2A2BCF5-ACB6-4194-9DE7-BE45865F0651}"/>
              </a:ext>
            </a:extLst>
          </p:cNvPr>
          <p:cNvSpPr>
            <a:spLocks noChangeArrowheads="1"/>
          </p:cNvSpPr>
          <p:nvPr/>
        </p:nvSpPr>
        <p:spPr bwMode="auto">
          <a:xfrm>
            <a:off x="626771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4" name="Rectangle 46">
            <a:extLst>
              <a:ext uri="{FF2B5EF4-FFF2-40B4-BE49-F238E27FC236}">
                <a16:creationId xmlns:a16="http://schemas.microsoft.com/office/drawing/2014/main" id="{E5AE97FB-206B-4E16-BB3C-161246A67640}"/>
              </a:ext>
            </a:extLst>
          </p:cNvPr>
          <p:cNvSpPr>
            <a:spLocks noChangeArrowheads="1"/>
          </p:cNvSpPr>
          <p:nvPr/>
        </p:nvSpPr>
        <p:spPr bwMode="auto">
          <a:xfrm>
            <a:off x="672198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5" name="Rectangle 47">
            <a:extLst>
              <a:ext uri="{FF2B5EF4-FFF2-40B4-BE49-F238E27FC236}">
                <a16:creationId xmlns:a16="http://schemas.microsoft.com/office/drawing/2014/main" id="{E2148554-6A62-41A8-B70A-3265589BB172}"/>
              </a:ext>
            </a:extLst>
          </p:cNvPr>
          <p:cNvSpPr>
            <a:spLocks noChangeArrowheads="1"/>
          </p:cNvSpPr>
          <p:nvPr/>
        </p:nvSpPr>
        <p:spPr bwMode="auto">
          <a:xfrm>
            <a:off x="717741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6" name="Rectangle 48">
            <a:extLst>
              <a:ext uri="{FF2B5EF4-FFF2-40B4-BE49-F238E27FC236}">
                <a16:creationId xmlns:a16="http://schemas.microsoft.com/office/drawing/2014/main" id="{1F2DBB84-56F7-4574-B1C3-59A49824B840}"/>
              </a:ext>
            </a:extLst>
          </p:cNvPr>
          <p:cNvSpPr>
            <a:spLocks noChangeArrowheads="1"/>
          </p:cNvSpPr>
          <p:nvPr/>
        </p:nvSpPr>
        <p:spPr bwMode="auto">
          <a:xfrm>
            <a:off x="7631676"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7" name="Rectangle 49">
            <a:extLst>
              <a:ext uri="{FF2B5EF4-FFF2-40B4-BE49-F238E27FC236}">
                <a16:creationId xmlns:a16="http://schemas.microsoft.com/office/drawing/2014/main" id="{3803743A-8621-4AD5-9BEE-D1FBC8D62207}"/>
              </a:ext>
            </a:extLst>
          </p:cNvPr>
          <p:cNvSpPr>
            <a:spLocks noChangeArrowheads="1"/>
          </p:cNvSpPr>
          <p:nvPr/>
        </p:nvSpPr>
        <p:spPr bwMode="auto">
          <a:xfrm>
            <a:off x="808710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8" name="Rectangle 50">
            <a:extLst>
              <a:ext uri="{FF2B5EF4-FFF2-40B4-BE49-F238E27FC236}">
                <a16:creationId xmlns:a16="http://schemas.microsoft.com/office/drawing/2014/main" id="{2940D20D-CE5D-4F7F-87D5-4081213E1F25}"/>
              </a:ext>
            </a:extLst>
          </p:cNvPr>
          <p:cNvSpPr>
            <a:spLocks noChangeArrowheads="1"/>
          </p:cNvSpPr>
          <p:nvPr/>
        </p:nvSpPr>
        <p:spPr bwMode="auto">
          <a:xfrm>
            <a:off x="854137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9" name="Rectangle 51">
            <a:extLst>
              <a:ext uri="{FF2B5EF4-FFF2-40B4-BE49-F238E27FC236}">
                <a16:creationId xmlns:a16="http://schemas.microsoft.com/office/drawing/2014/main" id="{F24365F1-8EF6-4443-AB20-203041B14D4A}"/>
              </a:ext>
            </a:extLst>
          </p:cNvPr>
          <p:cNvSpPr>
            <a:spLocks noChangeArrowheads="1"/>
          </p:cNvSpPr>
          <p:nvPr/>
        </p:nvSpPr>
        <p:spPr bwMode="auto">
          <a:xfrm>
            <a:off x="8996805"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0" name="Rectangle 52">
            <a:extLst>
              <a:ext uri="{FF2B5EF4-FFF2-40B4-BE49-F238E27FC236}">
                <a16:creationId xmlns:a16="http://schemas.microsoft.com/office/drawing/2014/main" id="{43BD6223-42F5-4EA4-BED3-40CDDED810F2}"/>
              </a:ext>
            </a:extLst>
          </p:cNvPr>
          <p:cNvSpPr>
            <a:spLocks noChangeArrowheads="1"/>
          </p:cNvSpPr>
          <p:nvPr/>
        </p:nvSpPr>
        <p:spPr bwMode="auto">
          <a:xfrm>
            <a:off x="9451068"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1" name="Rectangle 53">
            <a:extLst>
              <a:ext uri="{FF2B5EF4-FFF2-40B4-BE49-F238E27FC236}">
                <a16:creationId xmlns:a16="http://schemas.microsoft.com/office/drawing/2014/main" id="{C44C46DF-3231-4732-836F-60E5D9F31465}"/>
              </a:ext>
            </a:extLst>
          </p:cNvPr>
          <p:cNvSpPr>
            <a:spLocks noChangeArrowheads="1"/>
          </p:cNvSpPr>
          <p:nvPr/>
        </p:nvSpPr>
        <p:spPr bwMode="auto">
          <a:xfrm>
            <a:off x="9906501"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2" name="Rectangle 54">
            <a:extLst>
              <a:ext uri="{FF2B5EF4-FFF2-40B4-BE49-F238E27FC236}">
                <a16:creationId xmlns:a16="http://schemas.microsoft.com/office/drawing/2014/main" id="{19478349-0B6B-45A3-A8D0-F9FFADAB4607}"/>
              </a:ext>
            </a:extLst>
          </p:cNvPr>
          <p:cNvSpPr>
            <a:spLocks noChangeArrowheads="1"/>
          </p:cNvSpPr>
          <p:nvPr/>
        </p:nvSpPr>
        <p:spPr bwMode="auto">
          <a:xfrm>
            <a:off x="1036076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3" name="Rectangle 55">
            <a:extLst>
              <a:ext uri="{FF2B5EF4-FFF2-40B4-BE49-F238E27FC236}">
                <a16:creationId xmlns:a16="http://schemas.microsoft.com/office/drawing/2014/main" id="{AECC5927-A5DD-4BD3-91EB-7B58FC036A0F}"/>
              </a:ext>
            </a:extLst>
          </p:cNvPr>
          <p:cNvSpPr>
            <a:spLocks noChangeArrowheads="1"/>
          </p:cNvSpPr>
          <p:nvPr/>
        </p:nvSpPr>
        <p:spPr bwMode="auto">
          <a:xfrm>
            <a:off x="1081619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4" name="Rectangle 56">
            <a:extLst>
              <a:ext uri="{FF2B5EF4-FFF2-40B4-BE49-F238E27FC236}">
                <a16:creationId xmlns:a16="http://schemas.microsoft.com/office/drawing/2014/main" id="{2592B56B-0EE5-44E3-8D4E-C331547A46D6}"/>
              </a:ext>
            </a:extLst>
          </p:cNvPr>
          <p:cNvSpPr>
            <a:spLocks noChangeArrowheads="1"/>
          </p:cNvSpPr>
          <p:nvPr/>
        </p:nvSpPr>
        <p:spPr bwMode="auto">
          <a:xfrm>
            <a:off x="1127046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5" name="Rectangle 57">
            <a:extLst>
              <a:ext uri="{FF2B5EF4-FFF2-40B4-BE49-F238E27FC236}">
                <a16:creationId xmlns:a16="http://schemas.microsoft.com/office/drawing/2014/main" id="{E5B2E8AF-A971-4061-B059-E39A6A85852A}"/>
              </a:ext>
            </a:extLst>
          </p:cNvPr>
          <p:cNvSpPr>
            <a:spLocks noChangeArrowheads="1"/>
          </p:cNvSpPr>
          <p:nvPr/>
        </p:nvSpPr>
        <p:spPr bwMode="auto">
          <a:xfrm>
            <a:off x="1172589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6" name="Rectangle 59">
            <a:extLst>
              <a:ext uri="{FF2B5EF4-FFF2-40B4-BE49-F238E27FC236}">
                <a16:creationId xmlns:a16="http://schemas.microsoft.com/office/drawing/2014/main" id="{63258960-6D1D-4D67-AFE7-6C7417FA7977}"/>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7" name="Rectangle 60">
            <a:extLst>
              <a:ext uri="{FF2B5EF4-FFF2-40B4-BE49-F238E27FC236}">
                <a16:creationId xmlns:a16="http://schemas.microsoft.com/office/drawing/2014/main" id="{CF3B53C2-CA07-4D06-8438-0D7F9828ABAE}"/>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8" name="Rectangle 61">
            <a:extLst>
              <a:ext uri="{FF2B5EF4-FFF2-40B4-BE49-F238E27FC236}">
                <a16:creationId xmlns:a16="http://schemas.microsoft.com/office/drawing/2014/main" id="{D0868746-D1A0-47AC-9F34-0192B3B37043}"/>
              </a:ext>
            </a:extLst>
          </p:cNvPr>
          <p:cNvSpPr>
            <a:spLocks noChangeArrowheads="1"/>
          </p:cNvSpPr>
          <p:nvPr/>
        </p:nvSpPr>
        <p:spPr bwMode="auto">
          <a:xfrm>
            <a:off x="126380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9" name="Rectangle 62">
            <a:extLst>
              <a:ext uri="{FF2B5EF4-FFF2-40B4-BE49-F238E27FC236}">
                <a16:creationId xmlns:a16="http://schemas.microsoft.com/office/drawing/2014/main" id="{009DD5A6-ADDF-48C9-BC16-9426AEC40A6B}"/>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0" name="Rectangle 63">
            <a:extLst>
              <a:ext uri="{FF2B5EF4-FFF2-40B4-BE49-F238E27FC236}">
                <a16:creationId xmlns:a16="http://schemas.microsoft.com/office/drawing/2014/main" id="{2285F7C8-078E-440F-95B4-A367E03BE7E4}"/>
              </a:ext>
            </a:extLst>
          </p:cNvPr>
          <p:cNvSpPr>
            <a:spLocks noChangeArrowheads="1"/>
          </p:cNvSpPr>
          <p:nvPr/>
        </p:nvSpPr>
        <p:spPr bwMode="auto">
          <a:xfrm>
            <a:off x="217350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1" name="Rectangle 64">
            <a:extLst>
              <a:ext uri="{FF2B5EF4-FFF2-40B4-BE49-F238E27FC236}">
                <a16:creationId xmlns:a16="http://schemas.microsoft.com/office/drawing/2014/main" id="{26CCF678-B825-4A9D-AF59-68723A33343A}"/>
              </a:ext>
            </a:extLst>
          </p:cNvPr>
          <p:cNvSpPr>
            <a:spLocks noChangeArrowheads="1"/>
          </p:cNvSpPr>
          <p:nvPr/>
        </p:nvSpPr>
        <p:spPr bwMode="auto">
          <a:xfrm>
            <a:off x="262893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2" name="Rectangle 65">
            <a:extLst>
              <a:ext uri="{FF2B5EF4-FFF2-40B4-BE49-F238E27FC236}">
                <a16:creationId xmlns:a16="http://schemas.microsoft.com/office/drawing/2014/main" id="{ECE3A29D-36C2-447D-BAC8-F721C873D213}"/>
              </a:ext>
            </a:extLst>
          </p:cNvPr>
          <p:cNvSpPr>
            <a:spLocks noChangeArrowheads="1"/>
          </p:cNvSpPr>
          <p:nvPr/>
        </p:nvSpPr>
        <p:spPr bwMode="auto">
          <a:xfrm>
            <a:off x="3083197"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3" name="Rectangle 66">
            <a:extLst>
              <a:ext uri="{FF2B5EF4-FFF2-40B4-BE49-F238E27FC236}">
                <a16:creationId xmlns:a16="http://schemas.microsoft.com/office/drawing/2014/main" id="{3EAFBB34-6EA0-4152-8AD7-5299E7456621}"/>
              </a:ext>
            </a:extLst>
          </p:cNvPr>
          <p:cNvSpPr>
            <a:spLocks noChangeArrowheads="1"/>
          </p:cNvSpPr>
          <p:nvPr/>
        </p:nvSpPr>
        <p:spPr bwMode="auto">
          <a:xfrm>
            <a:off x="3538630"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4" name="Rectangle 67">
            <a:extLst>
              <a:ext uri="{FF2B5EF4-FFF2-40B4-BE49-F238E27FC236}">
                <a16:creationId xmlns:a16="http://schemas.microsoft.com/office/drawing/2014/main" id="{2F86D70C-2640-4E78-9AC8-499F31B082EF}"/>
              </a:ext>
            </a:extLst>
          </p:cNvPr>
          <p:cNvSpPr>
            <a:spLocks noChangeArrowheads="1"/>
          </p:cNvSpPr>
          <p:nvPr/>
        </p:nvSpPr>
        <p:spPr bwMode="auto">
          <a:xfrm>
            <a:off x="399289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5" name="Rectangle 68">
            <a:extLst>
              <a:ext uri="{FF2B5EF4-FFF2-40B4-BE49-F238E27FC236}">
                <a16:creationId xmlns:a16="http://schemas.microsoft.com/office/drawing/2014/main" id="{A275C0EA-73CC-4699-B3C9-4A3708797370}"/>
              </a:ext>
            </a:extLst>
          </p:cNvPr>
          <p:cNvSpPr>
            <a:spLocks noChangeArrowheads="1"/>
          </p:cNvSpPr>
          <p:nvPr/>
        </p:nvSpPr>
        <p:spPr bwMode="auto">
          <a:xfrm>
            <a:off x="4448326"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6" name="Rectangle 69">
            <a:extLst>
              <a:ext uri="{FF2B5EF4-FFF2-40B4-BE49-F238E27FC236}">
                <a16:creationId xmlns:a16="http://schemas.microsoft.com/office/drawing/2014/main" id="{F86BBF02-3C76-4314-A0E0-F7356FA340F1}"/>
              </a:ext>
            </a:extLst>
          </p:cNvPr>
          <p:cNvSpPr>
            <a:spLocks noChangeArrowheads="1"/>
          </p:cNvSpPr>
          <p:nvPr/>
        </p:nvSpPr>
        <p:spPr bwMode="auto">
          <a:xfrm>
            <a:off x="4902589"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7" name="Rectangle 70">
            <a:extLst>
              <a:ext uri="{FF2B5EF4-FFF2-40B4-BE49-F238E27FC236}">
                <a16:creationId xmlns:a16="http://schemas.microsoft.com/office/drawing/2014/main" id="{F2323DB0-CBBB-4827-9FCF-88B352492E24}"/>
              </a:ext>
            </a:extLst>
          </p:cNvPr>
          <p:cNvSpPr>
            <a:spLocks noChangeArrowheads="1"/>
          </p:cNvSpPr>
          <p:nvPr/>
        </p:nvSpPr>
        <p:spPr bwMode="auto">
          <a:xfrm>
            <a:off x="535802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8" name="Rectangle 71">
            <a:extLst>
              <a:ext uri="{FF2B5EF4-FFF2-40B4-BE49-F238E27FC236}">
                <a16:creationId xmlns:a16="http://schemas.microsoft.com/office/drawing/2014/main" id="{6C55D080-856F-44CE-A0EC-C7625E2A2D45}"/>
              </a:ext>
            </a:extLst>
          </p:cNvPr>
          <p:cNvSpPr>
            <a:spLocks noChangeArrowheads="1"/>
          </p:cNvSpPr>
          <p:nvPr/>
        </p:nvSpPr>
        <p:spPr bwMode="auto">
          <a:xfrm>
            <a:off x="581228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9" name="Rectangle 72">
            <a:extLst>
              <a:ext uri="{FF2B5EF4-FFF2-40B4-BE49-F238E27FC236}">
                <a16:creationId xmlns:a16="http://schemas.microsoft.com/office/drawing/2014/main" id="{8BF6FDB3-DFE2-48BE-8E96-9C26D4FD9092}"/>
              </a:ext>
            </a:extLst>
          </p:cNvPr>
          <p:cNvSpPr>
            <a:spLocks noChangeArrowheads="1"/>
          </p:cNvSpPr>
          <p:nvPr/>
        </p:nvSpPr>
        <p:spPr bwMode="auto">
          <a:xfrm>
            <a:off x="626771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 name="Rectangle 73">
            <a:extLst>
              <a:ext uri="{FF2B5EF4-FFF2-40B4-BE49-F238E27FC236}">
                <a16:creationId xmlns:a16="http://schemas.microsoft.com/office/drawing/2014/main" id="{D430B815-9711-421A-B4EE-DC1E51BD09E7}"/>
              </a:ext>
            </a:extLst>
          </p:cNvPr>
          <p:cNvSpPr>
            <a:spLocks noChangeArrowheads="1"/>
          </p:cNvSpPr>
          <p:nvPr/>
        </p:nvSpPr>
        <p:spPr bwMode="auto">
          <a:xfrm>
            <a:off x="672198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1" name="Rectangle 74">
            <a:extLst>
              <a:ext uri="{FF2B5EF4-FFF2-40B4-BE49-F238E27FC236}">
                <a16:creationId xmlns:a16="http://schemas.microsoft.com/office/drawing/2014/main" id="{B8A5CB15-B1A9-4CE5-AD04-579255B67651}"/>
              </a:ext>
            </a:extLst>
          </p:cNvPr>
          <p:cNvSpPr>
            <a:spLocks noChangeArrowheads="1"/>
          </p:cNvSpPr>
          <p:nvPr/>
        </p:nvSpPr>
        <p:spPr bwMode="auto">
          <a:xfrm>
            <a:off x="717741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2" name="Rectangle 75">
            <a:extLst>
              <a:ext uri="{FF2B5EF4-FFF2-40B4-BE49-F238E27FC236}">
                <a16:creationId xmlns:a16="http://schemas.microsoft.com/office/drawing/2014/main" id="{6F6AC38A-D3A1-44B2-8398-DA177502859A}"/>
              </a:ext>
            </a:extLst>
          </p:cNvPr>
          <p:cNvSpPr>
            <a:spLocks noChangeArrowheads="1"/>
          </p:cNvSpPr>
          <p:nvPr/>
        </p:nvSpPr>
        <p:spPr bwMode="auto">
          <a:xfrm>
            <a:off x="7631676"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3" name="Rectangle 76">
            <a:extLst>
              <a:ext uri="{FF2B5EF4-FFF2-40B4-BE49-F238E27FC236}">
                <a16:creationId xmlns:a16="http://schemas.microsoft.com/office/drawing/2014/main" id="{6A4C12CD-07BF-46EB-AC44-6B119866CF4B}"/>
              </a:ext>
            </a:extLst>
          </p:cNvPr>
          <p:cNvSpPr>
            <a:spLocks noChangeArrowheads="1"/>
          </p:cNvSpPr>
          <p:nvPr/>
        </p:nvSpPr>
        <p:spPr bwMode="auto">
          <a:xfrm>
            <a:off x="8087109"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4" name="Rectangle 77">
            <a:extLst>
              <a:ext uri="{FF2B5EF4-FFF2-40B4-BE49-F238E27FC236}">
                <a16:creationId xmlns:a16="http://schemas.microsoft.com/office/drawing/2014/main" id="{5C4A1230-B968-451A-B024-8739FD0C1F93}"/>
              </a:ext>
            </a:extLst>
          </p:cNvPr>
          <p:cNvSpPr>
            <a:spLocks noChangeArrowheads="1"/>
          </p:cNvSpPr>
          <p:nvPr/>
        </p:nvSpPr>
        <p:spPr bwMode="auto">
          <a:xfrm>
            <a:off x="854137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5" name="Rectangle 78">
            <a:extLst>
              <a:ext uri="{FF2B5EF4-FFF2-40B4-BE49-F238E27FC236}">
                <a16:creationId xmlns:a16="http://schemas.microsoft.com/office/drawing/2014/main" id="{D75AC3CE-9734-481C-9D3F-2AF13116EE55}"/>
              </a:ext>
            </a:extLst>
          </p:cNvPr>
          <p:cNvSpPr>
            <a:spLocks noChangeArrowheads="1"/>
          </p:cNvSpPr>
          <p:nvPr/>
        </p:nvSpPr>
        <p:spPr bwMode="auto">
          <a:xfrm>
            <a:off x="8996805"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6" name="Rectangle 79">
            <a:extLst>
              <a:ext uri="{FF2B5EF4-FFF2-40B4-BE49-F238E27FC236}">
                <a16:creationId xmlns:a16="http://schemas.microsoft.com/office/drawing/2014/main" id="{69A12AE9-4D1E-4F86-ABCC-DC9AA3068AA9}"/>
              </a:ext>
            </a:extLst>
          </p:cNvPr>
          <p:cNvSpPr>
            <a:spLocks noChangeArrowheads="1"/>
          </p:cNvSpPr>
          <p:nvPr/>
        </p:nvSpPr>
        <p:spPr bwMode="auto">
          <a:xfrm>
            <a:off x="9451068"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7" name="Rectangle 80">
            <a:extLst>
              <a:ext uri="{FF2B5EF4-FFF2-40B4-BE49-F238E27FC236}">
                <a16:creationId xmlns:a16="http://schemas.microsoft.com/office/drawing/2014/main" id="{30C6E2D2-A01B-4BF9-9EAF-4F62A9AF7214}"/>
              </a:ext>
            </a:extLst>
          </p:cNvPr>
          <p:cNvSpPr>
            <a:spLocks noChangeArrowheads="1"/>
          </p:cNvSpPr>
          <p:nvPr/>
        </p:nvSpPr>
        <p:spPr bwMode="auto">
          <a:xfrm>
            <a:off x="9906501"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8" name="Rectangle 81">
            <a:extLst>
              <a:ext uri="{FF2B5EF4-FFF2-40B4-BE49-F238E27FC236}">
                <a16:creationId xmlns:a16="http://schemas.microsoft.com/office/drawing/2014/main" id="{C9F10DE1-A75B-4DA6-AACE-23581D8E642C}"/>
              </a:ext>
            </a:extLst>
          </p:cNvPr>
          <p:cNvSpPr>
            <a:spLocks noChangeArrowheads="1"/>
          </p:cNvSpPr>
          <p:nvPr/>
        </p:nvSpPr>
        <p:spPr bwMode="auto">
          <a:xfrm>
            <a:off x="1036076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9" name="Rectangle 82">
            <a:extLst>
              <a:ext uri="{FF2B5EF4-FFF2-40B4-BE49-F238E27FC236}">
                <a16:creationId xmlns:a16="http://schemas.microsoft.com/office/drawing/2014/main" id="{0A775802-DD96-46A9-9F60-3C0D0736E331}"/>
              </a:ext>
            </a:extLst>
          </p:cNvPr>
          <p:cNvSpPr>
            <a:spLocks noChangeArrowheads="1"/>
          </p:cNvSpPr>
          <p:nvPr/>
        </p:nvSpPr>
        <p:spPr bwMode="auto">
          <a:xfrm>
            <a:off x="1081619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0" name="Rectangle 83">
            <a:extLst>
              <a:ext uri="{FF2B5EF4-FFF2-40B4-BE49-F238E27FC236}">
                <a16:creationId xmlns:a16="http://schemas.microsoft.com/office/drawing/2014/main" id="{D665EA6F-14AA-4648-AB60-F7117F986461}"/>
              </a:ext>
            </a:extLst>
          </p:cNvPr>
          <p:cNvSpPr>
            <a:spLocks noChangeArrowheads="1"/>
          </p:cNvSpPr>
          <p:nvPr/>
        </p:nvSpPr>
        <p:spPr bwMode="auto">
          <a:xfrm>
            <a:off x="1127046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1" name="Rectangle 84">
            <a:extLst>
              <a:ext uri="{FF2B5EF4-FFF2-40B4-BE49-F238E27FC236}">
                <a16:creationId xmlns:a16="http://schemas.microsoft.com/office/drawing/2014/main" id="{ACB843B8-638E-4047-9D91-8223083C0D1C}"/>
              </a:ext>
            </a:extLst>
          </p:cNvPr>
          <p:cNvSpPr>
            <a:spLocks noChangeArrowheads="1"/>
          </p:cNvSpPr>
          <p:nvPr/>
        </p:nvSpPr>
        <p:spPr bwMode="auto">
          <a:xfrm>
            <a:off x="1172589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2" name="Rectangle 86">
            <a:extLst>
              <a:ext uri="{FF2B5EF4-FFF2-40B4-BE49-F238E27FC236}">
                <a16:creationId xmlns:a16="http://schemas.microsoft.com/office/drawing/2014/main" id="{B7163B2C-02BA-42E9-BFC1-6A12FD59E5B3}"/>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3" name="Rectangle 87">
            <a:extLst>
              <a:ext uri="{FF2B5EF4-FFF2-40B4-BE49-F238E27FC236}">
                <a16:creationId xmlns:a16="http://schemas.microsoft.com/office/drawing/2014/main" id="{0B2288ED-33E4-4DE9-A750-24B68416FDD7}"/>
              </a:ext>
            </a:extLst>
          </p:cNvPr>
          <p:cNvSpPr>
            <a:spLocks noChangeArrowheads="1"/>
          </p:cNvSpPr>
          <p:nvPr/>
        </p:nvSpPr>
        <p:spPr bwMode="auto">
          <a:xfrm>
            <a:off x="80954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4" name="Rectangle 88">
            <a:extLst>
              <a:ext uri="{FF2B5EF4-FFF2-40B4-BE49-F238E27FC236}">
                <a16:creationId xmlns:a16="http://schemas.microsoft.com/office/drawing/2014/main" id="{69096790-3EDA-447C-B893-B58EB23115A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5" name="Rectangle 89">
            <a:extLst>
              <a:ext uri="{FF2B5EF4-FFF2-40B4-BE49-F238E27FC236}">
                <a16:creationId xmlns:a16="http://schemas.microsoft.com/office/drawing/2014/main" id="{CE854A02-0132-4C04-ADC5-9E062CF231BE}"/>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6" name="Rectangle 90">
            <a:extLst>
              <a:ext uri="{FF2B5EF4-FFF2-40B4-BE49-F238E27FC236}">
                <a16:creationId xmlns:a16="http://schemas.microsoft.com/office/drawing/2014/main" id="{E95D99AF-99D5-475B-AE63-90F7E8CC67AF}"/>
              </a:ext>
            </a:extLst>
          </p:cNvPr>
          <p:cNvSpPr>
            <a:spLocks noChangeArrowheads="1"/>
          </p:cNvSpPr>
          <p:nvPr/>
        </p:nvSpPr>
        <p:spPr bwMode="auto">
          <a:xfrm>
            <a:off x="2173502"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7" name="Rectangle 91">
            <a:extLst>
              <a:ext uri="{FF2B5EF4-FFF2-40B4-BE49-F238E27FC236}">
                <a16:creationId xmlns:a16="http://schemas.microsoft.com/office/drawing/2014/main" id="{A34BE509-D4BA-40A3-A4CD-3DF07B9E19D0}"/>
              </a:ext>
            </a:extLst>
          </p:cNvPr>
          <p:cNvSpPr>
            <a:spLocks noChangeArrowheads="1"/>
          </p:cNvSpPr>
          <p:nvPr/>
        </p:nvSpPr>
        <p:spPr bwMode="auto">
          <a:xfrm>
            <a:off x="2628934"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8" name="Rectangle 92">
            <a:extLst>
              <a:ext uri="{FF2B5EF4-FFF2-40B4-BE49-F238E27FC236}">
                <a16:creationId xmlns:a16="http://schemas.microsoft.com/office/drawing/2014/main" id="{A37FB970-0E25-4676-BC34-1A82728AF1D7}"/>
              </a:ext>
            </a:extLst>
          </p:cNvPr>
          <p:cNvSpPr>
            <a:spLocks noChangeArrowheads="1"/>
          </p:cNvSpPr>
          <p:nvPr/>
        </p:nvSpPr>
        <p:spPr bwMode="auto">
          <a:xfrm>
            <a:off x="3083197"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9" name="Rectangle 105">
            <a:extLst>
              <a:ext uri="{FF2B5EF4-FFF2-40B4-BE49-F238E27FC236}">
                <a16:creationId xmlns:a16="http://schemas.microsoft.com/office/drawing/2014/main" id="{970F9FCF-AA68-4E8F-8EA5-AAC4C5810EAB}"/>
              </a:ext>
            </a:extLst>
          </p:cNvPr>
          <p:cNvSpPr>
            <a:spLocks noChangeArrowheads="1"/>
          </p:cNvSpPr>
          <p:nvPr/>
        </p:nvSpPr>
        <p:spPr bwMode="auto">
          <a:xfrm>
            <a:off x="8996805"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0" name="Rectangle 106">
            <a:extLst>
              <a:ext uri="{FF2B5EF4-FFF2-40B4-BE49-F238E27FC236}">
                <a16:creationId xmlns:a16="http://schemas.microsoft.com/office/drawing/2014/main" id="{9D296959-779A-4776-ABF7-2FF2A73C81D2}"/>
              </a:ext>
            </a:extLst>
          </p:cNvPr>
          <p:cNvSpPr>
            <a:spLocks noChangeArrowheads="1"/>
          </p:cNvSpPr>
          <p:nvPr/>
        </p:nvSpPr>
        <p:spPr bwMode="auto">
          <a:xfrm>
            <a:off x="9451068"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1" name="Rectangle 107">
            <a:extLst>
              <a:ext uri="{FF2B5EF4-FFF2-40B4-BE49-F238E27FC236}">
                <a16:creationId xmlns:a16="http://schemas.microsoft.com/office/drawing/2014/main" id="{59855A4C-2548-423F-B57F-42922BC9B572}"/>
              </a:ext>
            </a:extLst>
          </p:cNvPr>
          <p:cNvSpPr>
            <a:spLocks noChangeArrowheads="1"/>
          </p:cNvSpPr>
          <p:nvPr/>
        </p:nvSpPr>
        <p:spPr bwMode="auto">
          <a:xfrm>
            <a:off x="9906501"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2" name="Rectangle 108">
            <a:extLst>
              <a:ext uri="{FF2B5EF4-FFF2-40B4-BE49-F238E27FC236}">
                <a16:creationId xmlns:a16="http://schemas.microsoft.com/office/drawing/2014/main" id="{54509127-BDD5-48E1-BE65-947CAC6B0439}"/>
              </a:ext>
            </a:extLst>
          </p:cNvPr>
          <p:cNvSpPr>
            <a:spLocks noChangeArrowheads="1"/>
          </p:cNvSpPr>
          <p:nvPr/>
        </p:nvSpPr>
        <p:spPr bwMode="auto">
          <a:xfrm>
            <a:off x="10360763"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3" name="Rectangle 109">
            <a:extLst>
              <a:ext uri="{FF2B5EF4-FFF2-40B4-BE49-F238E27FC236}">
                <a16:creationId xmlns:a16="http://schemas.microsoft.com/office/drawing/2014/main" id="{58C13B87-F971-4720-889B-EE6DE93E6B49}"/>
              </a:ext>
            </a:extLst>
          </p:cNvPr>
          <p:cNvSpPr>
            <a:spLocks noChangeArrowheads="1"/>
          </p:cNvSpPr>
          <p:nvPr/>
        </p:nvSpPr>
        <p:spPr bwMode="auto">
          <a:xfrm>
            <a:off x="10816197"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4" name="Rectangle 110">
            <a:extLst>
              <a:ext uri="{FF2B5EF4-FFF2-40B4-BE49-F238E27FC236}">
                <a16:creationId xmlns:a16="http://schemas.microsoft.com/office/drawing/2014/main" id="{681AD0E1-0BA7-4208-8DF7-EAB9E75AECF0}"/>
              </a:ext>
            </a:extLst>
          </p:cNvPr>
          <p:cNvSpPr>
            <a:spLocks noChangeArrowheads="1"/>
          </p:cNvSpPr>
          <p:nvPr/>
        </p:nvSpPr>
        <p:spPr bwMode="auto">
          <a:xfrm>
            <a:off x="11270460"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5" name="Rectangle 111">
            <a:extLst>
              <a:ext uri="{FF2B5EF4-FFF2-40B4-BE49-F238E27FC236}">
                <a16:creationId xmlns:a16="http://schemas.microsoft.com/office/drawing/2014/main" id="{FCBB3D30-B78E-44FC-8174-C95F9A1641DF}"/>
              </a:ext>
            </a:extLst>
          </p:cNvPr>
          <p:cNvSpPr>
            <a:spLocks noChangeArrowheads="1"/>
          </p:cNvSpPr>
          <p:nvPr/>
        </p:nvSpPr>
        <p:spPr bwMode="auto">
          <a:xfrm>
            <a:off x="1172589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6" name="Rectangle 113">
            <a:extLst>
              <a:ext uri="{FF2B5EF4-FFF2-40B4-BE49-F238E27FC236}">
                <a16:creationId xmlns:a16="http://schemas.microsoft.com/office/drawing/2014/main" id="{699FABD8-D290-42AB-87FC-C9A58ADC7A0F}"/>
              </a:ext>
            </a:extLst>
          </p:cNvPr>
          <p:cNvSpPr>
            <a:spLocks noChangeArrowheads="1"/>
          </p:cNvSpPr>
          <p:nvPr/>
        </p:nvSpPr>
        <p:spPr bwMode="auto">
          <a:xfrm>
            <a:off x="35411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7" name="Rectangle 114">
            <a:extLst>
              <a:ext uri="{FF2B5EF4-FFF2-40B4-BE49-F238E27FC236}">
                <a16:creationId xmlns:a16="http://schemas.microsoft.com/office/drawing/2014/main" id="{0B4D148D-F129-4DB7-88C2-471CB37E2DFF}"/>
              </a:ext>
            </a:extLst>
          </p:cNvPr>
          <p:cNvSpPr>
            <a:spLocks noChangeArrowheads="1"/>
          </p:cNvSpPr>
          <p:nvPr/>
        </p:nvSpPr>
        <p:spPr bwMode="auto">
          <a:xfrm>
            <a:off x="80954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8" name="Rectangle 115">
            <a:extLst>
              <a:ext uri="{FF2B5EF4-FFF2-40B4-BE49-F238E27FC236}">
                <a16:creationId xmlns:a16="http://schemas.microsoft.com/office/drawing/2014/main" id="{6DF2FDEE-C085-4999-B8E9-1B5D1D8FDA58}"/>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9" name="Rectangle 116">
            <a:extLst>
              <a:ext uri="{FF2B5EF4-FFF2-40B4-BE49-F238E27FC236}">
                <a16:creationId xmlns:a16="http://schemas.microsoft.com/office/drawing/2014/main" id="{2F001154-22EC-4762-9895-75CD714E3181}"/>
              </a:ext>
            </a:extLst>
          </p:cNvPr>
          <p:cNvSpPr>
            <a:spLocks noChangeArrowheads="1"/>
          </p:cNvSpPr>
          <p:nvPr/>
        </p:nvSpPr>
        <p:spPr bwMode="auto">
          <a:xfrm>
            <a:off x="1719239"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0" name="Rectangle 117">
            <a:extLst>
              <a:ext uri="{FF2B5EF4-FFF2-40B4-BE49-F238E27FC236}">
                <a16:creationId xmlns:a16="http://schemas.microsoft.com/office/drawing/2014/main" id="{8CB1148A-8A8E-4217-B7AD-E1D5D2B0D9EB}"/>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1" name="Rectangle 118">
            <a:extLst>
              <a:ext uri="{FF2B5EF4-FFF2-40B4-BE49-F238E27FC236}">
                <a16:creationId xmlns:a16="http://schemas.microsoft.com/office/drawing/2014/main" id="{20FE1950-CE5A-4D2F-96A0-94186638CA98}"/>
              </a:ext>
            </a:extLst>
          </p:cNvPr>
          <p:cNvSpPr>
            <a:spLocks noChangeArrowheads="1"/>
          </p:cNvSpPr>
          <p:nvPr/>
        </p:nvSpPr>
        <p:spPr bwMode="auto">
          <a:xfrm>
            <a:off x="2628934"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2" name="Rectangle 119">
            <a:extLst>
              <a:ext uri="{FF2B5EF4-FFF2-40B4-BE49-F238E27FC236}">
                <a16:creationId xmlns:a16="http://schemas.microsoft.com/office/drawing/2014/main" id="{83A14354-B3F5-4073-AA5C-F099A82F6A08}"/>
              </a:ext>
            </a:extLst>
          </p:cNvPr>
          <p:cNvSpPr>
            <a:spLocks noChangeArrowheads="1"/>
          </p:cNvSpPr>
          <p:nvPr/>
        </p:nvSpPr>
        <p:spPr bwMode="auto">
          <a:xfrm>
            <a:off x="3083197"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3" name="Rectangle 132">
            <a:extLst>
              <a:ext uri="{FF2B5EF4-FFF2-40B4-BE49-F238E27FC236}">
                <a16:creationId xmlns:a16="http://schemas.microsoft.com/office/drawing/2014/main" id="{76AA0892-AC62-4F6F-833D-458C99E021BD}"/>
              </a:ext>
            </a:extLst>
          </p:cNvPr>
          <p:cNvSpPr>
            <a:spLocks noChangeArrowheads="1"/>
          </p:cNvSpPr>
          <p:nvPr/>
        </p:nvSpPr>
        <p:spPr bwMode="auto">
          <a:xfrm>
            <a:off x="8996805"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4" name="Rectangle 133">
            <a:extLst>
              <a:ext uri="{FF2B5EF4-FFF2-40B4-BE49-F238E27FC236}">
                <a16:creationId xmlns:a16="http://schemas.microsoft.com/office/drawing/2014/main" id="{A9C2DB91-40AA-4597-9B38-C5864CB8F9BE}"/>
              </a:ext>
            </a:extLst>
          </p:cNvPr>
          <p:cNvSpPr>
            <a:spLocks noChangeArrowheads="1"/>
          </p:cNvSpPr>
          <p:nvPr/>
        </p:nvSpPr>
        <p:spPr bwMode="auto">
          <a:xfrm>
            <a:off x="9451068"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5" name="Rectangle 134">
            <a:extLst>
              <a:ext uri="{FF2B5EF4-FFF2-40B4-BE49-F238E27FC236}">
                <a16:creationId xmlns:a16="http://schemas.microsoft.com/office/drawing/2014/main" id="{4C7BF4BD-0F20-4B33-94A1-72CA3EDF2983}"/>
              </a:ext>
            </a:extLst>
          </p:cNvPr>
          <p:cNvSpPr>
            <a:spLocks noChangeArrowheads="1"/>
          </p:cNvSpPr>
          <p:nvPr/>
        </p:nvSpPr>
        <p:spPr bwMode="auto">
          <a:xfrm>
            <a:off x="9906501"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6" name="Rectangle 135">
            <a:extLst>
              <a:ext uri="{FF2B5EF4-FFF2-40B4-BE49-F238E27FC236}">
                <a16:creationId xmlns:a16="http://schemas.microsoft.com/office/drawing/2014/main" id="{06A886E0-5EF6-4EF7-A054-B2E0B10BC970}"/>
              </a:ext>
            </a:extLst>
          </p:cNvPr>
          <p:cNvSpPr>
            <a:spLocks noChangeArrowheads="1"/>
          </p:cNvSpPr>
          <p:nvPr/>
        </p:nvSpPr>
        <p:spPr bwMode="auto">
          <a:xfrm>
            <a:off x="10360763"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7" name="Rectangle 136">
            <a:extLst>
              <a:ext uri="{FF2B5EF4-FFF2-40B4-BE49-F238E27FC236}">
                <a16:creationId xmlns:a16="http://schemas.microsoft.com/office/drawing/2014/main" id="{15585719-9169-4D98-80F3-2CB8A58F3F5E}"/>
              </a:ext>
            </a:extLst>
          </p:cNvPr>
          <p:cNvSpPr>
            <a:spLocks noChangeArrowheads="1"/>
          </p:cNvSpPr>
          <p:nvPr/>
        </p:nvSpPr>
        <p:spPr bwMode="auto">
          <a:xfrm>
            <a:off x="10816197"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8" name="Rectangle 137">
            <a:extLst>
              <a:ext uri="{FF2B5EF4-FFF2-40B4-BE49-F238E27FC236}">
                <a16:creationId xmlns:a16="http://schemas.microsoft.com/office/drawing/2014/main" id="{1528ECA1-B6B5-4F12-B518-F98298404AD8}"/>
              </a:ext>
            </a:extLst>
          </p:cNvPr>
          <p:cNvSpPr>
            <a:spLocks noChangeArrowheads="1"/>
          </p:cNvSpPr>
          <p:nvPr/>
        </p:nvSpPr>
        <p:spPr bwMode="auto">
          <a:xfrm>
            <a:off x="1127046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9" name="Rectangle 138">
            <a:extLst>
              <a:ext uri="{FF2B5EF4-FFF2-40B4-BE49-F238E27FC236}">
                <a16:creationId xmlns:a16="http://schemas.microsoft.com/office/drawing/2014/main" id="{A5E04FCD-9144-4125-B905-01BA90E876FE}"/>
              </a:ext>
            </a:extLst>
          </p:cNvPr>
          <p:cNvSpPr>
            <a:spLocks noChangeArrowheads="1"/>
          </p:cNvSpPr>
          <p:nvPr/>
        </p:nvSpPr>
        <p:spPr bwMode="auto">
          <a:xfrm>
            <a:off x="1172589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0" name="Rectangle 140">
            <a:extLst>
              <a:ext uri="{FF2B5EF4-FFF2-40B4-BE49-F238E27FC236}">
                <a16:creationId xmlns:a16="http://schemas.microsoft.com/office/drawing/2014/main" id="{A3A97D31-5EE8-448D-8A5F-2BFCFB9E7036}"/>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1" name="Rectangle 141">
            <a:extLst>
              <a:ext uri="{FF2B5EF4-FFF2-40B4-BE49-F238E27FC236}">
                <a16:creationId xmlns:a16="http://schemas.microsoft.com/office/drawing/2014/main" id="{D5A6A0D9-0DCB-4C02-B821-ECBB42E71769}"/>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2" name="Rectangle 142">
            <a:extLst>
              <a:ext uri="{FF2B5EF4-FFF2-40B4-BE49-F238E27FC236}">
                <a16:creationId xmlns:a16="http://schemas.microsoft.com/office/drawing/2014/main" id="{E4CFE5B5-7797-4C7B-B3D9-787A3D923EFF}"/>
              </a:ext>
            </a:extLst>
          </p:cNvPr>
          <p:cNvSpPr>
            <a:spLocks noChangeArrowheads="1"/>
          </p:cNvSpPr>
          <p:nvPr/>
        </p:nvSpPr>
        <p:spPr bwMode="auto">
          <a:xfrm>
            <a:off x="1263805"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3" name="Rectangle 143">
            <a:extLst>
              <a:ext uri="{FF2B5EF4-FFF2-40B4-BE49-F238E27FC236}">
                <a16:creationId xmlns:a16="http://schemas.microsoft.com/office/drawing/2014/main" id="{16868543-F08E-4EF2-A138-A5D60AD4C433}"/>
              </a:ext>
            </a:extLst>
          </p:cNvPr>
          <p:cNvSpPr>
            <a:spLocks noChangeArrowheads="1"/>
          </p:cNvSpPr>
          <p:nvPr/>
        </p:nvSpPr>
        <p:spPr bwMode="auto">
          <a:xfrm>
            <a:off x="1719239"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4" name="Rectangle 144">
            <a:extLst>
              <a:ext uri="{FF2B5EF4-FFF2-40B4-BE49-F238E27FC236}">
                <a16:creationId xmlns:a16="http://schemas.microsoft.com/office/drawing/2014/main" id="{7AA615AC-F660-426D-A925-78A832B1F87C}"/>
              </a:ext>
            </a:extLst>
          </p:cNvPr>
          <p:cNvSpPr>
            <a:spLocks noChangeArrowheads="1"/>
          </p:cNvSpPr>
          <p:nvPr/>
        </p:nvSpPr>
        <p:spPr bwMode="auto">
          <a:xfrm>
            <a:off x="2173502"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5" name="Rectangle 145">
            <a:extLst>
              <a:ext uri="{FF2B5EF4-FFF2-40B4-BE49-F238E27FC236}">
                <a16:creationId xmlns:a16="http://schemas.microsoft.com/office/drawing/2014/main" id="{DA02DEE7-518D-4550-A98E-419A429F2830}"/>
              </a:ext>
            </a:extLst>
          </p:cNvPr>
          <p:cNvSpPr>
            <a:spLocks noChangeArrowheads="1"/>
          </p:cNvSpPr>
          <p:nvPr/>
        </p:nvSpPr>
        <p:spPr bwMode="auto">
          <a:xfrm>
            <a:off x="2628934"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6" name="Rectangle 146">
            <a:extLst>
              <a:ext uri="{FF2B5EF4-FFF2-40B4-BE49-F238E27FC236}">
                <a16:creationId xmlns:a16="http://schemas.microsoft.com/office/drawing/2014/main" id="{CF13D66E-ABF4-4967-B8B3-F517D9B3C45C}"/>
              </a:ext>
            </a:extLst>
          </p:cNvPr>
          <p:cNvSpPr>
            <a:spLocks noChangeArrowheads="1"/>
          </p:cNvSpPr>
          <p:nvPr/>
        </p:nvSpPr>
        <p:spPr bwMode="auto">
          <a:xfrm>
            <a:off x="3083197"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7" name="Rectangle 159">
            <a:extLst>
              <a:ext uri="{FF2B5EF4-FFF2-40B4-BE49-F238E27FC236}">
                <a16:creationId xmlns:a16="http://schemas.microsoft.com/office/drawing/2014/main" id="{7B7E4AC4-5592-4DE6-AD9F-62E8E5E7C391}"/>
              </a:ext>
            </a:extLst>
          </p:cNvPr>
          <p:cNvSpPr>
            <a:spLocks noChangeArrowheads="1"/>
          </p:cNvSpPr>
          <p:nvPr/>
        </p:nvSpPr>
        <p:spPr bwMode="auto">
          <a:xfrm>
            <a:off x="8996805"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8" name="Rectangle 160">
            <a:extLst>
              <a:ext uri="{FF2B5EF4-FFF2-40B4-BE49-F238E27FC236}">
                <a16:creationId xmlns:a16="http://schemas.microsoft.com/office/drawing/2014/main" id="{64C2F106-22BF-42DB-B523-838D7919E609}"/>
              </a:ext>
            </a:extLst>
          </p:cNvPr>
          <p:cNvSpPr>
            <a:spLocks noChangeArrowheads="1"/>
          </p:cNvSpPr>
          <p:nvPr/>
        </p:nvSpPr>
        <p:spPr bwMode="auto">
          <a:xfrm>
            <a:off x="9451068"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9" name="Rectangle 161">
            <a:extLst>
              <a:ext uri="{FF2B5EF4-FFF2-40B4-BE49-F238E27FC236}">
                <a16:creationId xmlns:a16="http://schemas.microsoft.com/office/drawing/2014/main" id="{476760DC-3414-46D3-8ED3-E57574242DE7}"/>
              </a:ext>
            </a:extLst>
          </p:cNvPr>
          <p:cNvSpPr>
            <a:spLocks noChangeArrowheads="1"/>
          </p:cNvSpPr>
          <p:nvPr/>
        </p:nvSpPr>
        <p:spPr bwMode="auto">
          <a:xfrm>
            <a:off x="9906501"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0" name="Rectangle 162">
            <a:extLst>
              <a:ext uri="{FF2B5EF4-FFF2-40B4-BE49-F238E27FC236}">
                <a16:creationId xmlns:a16="http://schemas.microsoft.com/office/drawing/2014/main" id="{35BC5B5E-6559-46F0-8351-DB26B20688E7}"/>
              </a:ext>
            </a:extLst>
          </p:cNvPr>
          <p:cNvSpPr>
            <a:spLocks noChangeArrowheads="1"/>
          </p:cNvSpPr>
          <p:nvPr/>
        </p:nvSpPr>
        <p:spPr bwMode="auto">
          <a:xfrm>
            <a:off x="10360763"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1" name="Rectangle 163">
            <a:extLst>
              <a:ext uri="{FF2B5EF4-FFF2-40B4-BE49-F238E27FC236}">
                <a16:creationId xmlns:a16="http://schemas.microsoft.com/office/drawing/2014/main" id="{524E5712-0FF8-47E1-B2AE-812F34F65ED9}"/>
              </a:ext>
            </a:extLst>
          </p:cNvPr>
          <p:cNvSpPr>
            <a:spLocks noChangeArrowheads="1"/>
          </p:cNvSpPr>
          <p:nvPr/>
        </p:nvSpPr>
        <p:spPr bwMode="auto">
          <a:xfrm>
            <a:off x="10816197"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2" name="Rectangle 164">
            <a:extLst>
              <a:ext uri="{FF2B5EF4-FFF2-40B4-BE49-F238E27FC236}">
                <a16:creationId xmlns:a16="http://schemas.microsoft.com/office/drawing/2014/main" id="{617C8CE6-515E-494D-A867-E140F467B681}"/>
              </a:ext>
            </a:extLst>
          </p:cNvPr>
          <p:cNvSpPr>
            <a:spLocks noChangeArrowheads="1"/>
          </p:cNvSpPr>
          <p:nvPr/>
        </p:nvSpPr>
        <p:spPr bwMode="auto">
          <a:xfrm>
            <a:off x="11270460"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3" name="Rectangle 165">
            <a:extLst>
              <a:ext uri="{FF2B5EF4-FFF2-40B4-BE49-F238E27FC236}">
                <a16:creationId xmlns:a16="http://schemas.microsoft.com/office/drawing/2014/main" id="{D8599EDD-A959-45FB-8FD2-64277464E977}"/>
              </a:ext>
            </a:extLst>
          </p:cNvPr>
          <p:cNvSpPr>
            <a:spLocks noChangeArrowheads="1"/>
          </p:cNvSpPr>
          <p:nvPr/>
        </p:nvSpPr>
        <p:spPr bwMode="auto">
          <a:xfrm>
            <a:off x="11725892"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4" name="Rectangle 167">
            <a:extLst>
              <a:ext uri="{FF2B5EF4-FFF2-40B4-BE49-F238E27FC236}">
                <a16:creationId xmlns:a16="http://schemas.microsoft.com/office/drawing/2014/main" id="{0603D8C1-859C-43D4-B068-9EB9FBCE206C}"/>
              </a:ext>
            </a:extLst>
          </p:cNvPr>
          <p:cNvSpPr>
            <a:spLocks noChangeArrowheads="1"/>
          </p:cNvSpPr>
          <p:nvPr/>
        </p:nvSpPr>
        <p:spPr bwMode="auto">
          <a:xfrm>
            <a:off x="35411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5" name="Rectangle 168">
            <a:extLst>
              <a:ext uri="{FF2B5EF4-FFF2-40B4-BE49-F238E27FC236}">
                <a16:creationId xmlns:a16="http://schemas.microsoft.com/office/drawing/2014/main" id="{B93977AF-46E4-45C2-8A01-209FA245E2C2}"/>
              </a:ext>
            </a:extLst>
          </p:cNvPr>
          <p:cNvSpPr>
            <a:spLocks noChangeArrowheads="1"/>
          </p:cNvSpPr>
          <p:nvPr/>
        </p:nvSpPr>
        <p:spPr bwMode="auto">
          <a:xfrm>
            <a:off x="809542"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6" name="Rectangle 169">
            <a:extLst>
              <a:ext uri="{FF2B5EF4-FFF2-40B4-BE49-F238E27FC236}">
                <a16:creationId xmlns:a16="http://schemas.microsoft.com/office/drawing/2014/main" id="{50A4256E-5C7A-4A2F-AB2B-C8EFA85293EA}"/>
              </a:ext>
            </a:extLst>
          </p:cNvPr>
          <p:cNvSpPr>
            <a:spLocks noChangeArrowheads="1"/>
          </p:cNvSpPr>
          <p:nvPr/>
        </p:nvSpPr>
        <p:spPr bwMode="auto">
          <a:xfrm>
            <a:off x="1263805"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7" name="Rectangle 170">
            <a:extLst>
              <a:ext uri="{FF2B5EF4-FFF2-40B4-BE49-F238E27FC236}">
                <a16:creationId xmlns:a16="http://schemas.microsoft.com/office/drawing/2014/main" id="{59DD1AC1-2925-4164-9326-E23F394AFACB}"/>
              </a:ext>
            </a:extLst>
          </p:cNvPr>
          <p:cNvSpPr>
            <a:spLocks noChangeArrowheads="1"/>
          </p:cNvSpPr>
          <p:nvPr/>
        </p:nvSpPr>
        <p:spPr bwMode="auto">
          <a:xfrm>
            <a:off x="1719239"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8" name="Rectangle 171">
            <a:extLst>
              <a:ext uri="{FF2B5EF4-FFF2-40B4-BE49-F238E27FC236}">
                <a16:creationId xmlns:a16="http://schemas.microsoft.com/office/drawing/2014/main" id="{D9BD2BBC-9899-4590-8E1D-9C58972E57A8}"/>
              </a:ext>
            </a:extLst>
          </p:cNvPr>
          <p:cNvSpPr>
            <a:spLocks noChangeArrowheads="1"/>
          </p:cNvSpPr>
          <p:nvPr/>
        </p:nvSpPr>
        <p:spPr bwMode="auto">
          <a:xfrm>
            <a:off x="2173502"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9" name="Rectangle 172">
            <a:extLst>
              <a:ext uri="{FF2B5EF4-FFF2-40B4-BE49-F238E27FC236}">
                <a16:creationId xmlns:a16="http://schemas.microsoft.com/office/drawing/2014/main" id="{A93CAC56-6630-4410-BA23-589CFEF93313}"/>
              </a:ext>
            </a:extLst>
          </p:cNvPr>
          <p:cNvSpPr>
            <a:spLocks noChangeArrowheads="1"/>
          </p:cNvSpPr>
          <p:nvPr/>
        </p:nvSpPr>
        <p:spPr bwMode="auto">
          <a:xfrm>
            <a:off x="2628934"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0" name="Rectangle 173">
            <a:extLst>
              <a:ext uri="{FF2B5EF4-FFF2-40B4-BE49-F238E27FC236}">
                <a16:creationId xmlns:a16="http://schemas.microsoft.com/office/drawing/2014/main" id="{721D7B09-2669-42D7-A71A-2581A0113F13}"/>
              </a:ext>
            </a:extLst>
          </p:cNvPr>
          <p:cNvSpPr>
            <a:spLocks noChangeArrowheads="1"/>
          </p:cNvSpPr>
          <p:nvPr/>
        </p:nvSpPr>
        <p:spPr bwMode="auto">
          <a:xfrm>
            <a:off x="3083197"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1" name="Rectangle 186">
            <a:extLst>
              <a:ext uri="{FF2B5EF4-FFF2-40B4-BE49-F238E27FC236}">
                <a16:creationId xmlns:a16="http://schemas.microsoft.com/office/drawing/2014/main" id="{A024ED31-769A-4A0C-A18B-E09709B473F7}"/>
              </a:ext>
            </a:extLst>
          </p:cNvPr>
          <p:cNvSpPr>
            <a:spLocks noChangeArrowheads="1"/>
          </p:cNvSpPr>
          <p:nvPr/>
        </p:nvSpPr>
        <p:spPr bwMode="auto">
          <a:xfrm>
            <a:off x="8996805"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2" name="Rectangle 187">
            <a:extLst>
              <a:ext uri="{FF2B5EF4-FFF2-40B4-BE49-F238E27FC236}">
                <a16:creationId xmlns:a16="http://schemas.microsoft.com/office/drawing/2014/main" id="{5D25C9B2-51EB-439E-B42C-8439DBE38630}"/>
              </a:ext>
            </a:extLst>
          </p:cNvPr>
          <p:cNvSpPr>
            <a:spLocks noChangeArrowheads="1"/>
          </p:cNvSpPr>
          <p:nvPr/>
        </p:nvSpPr>
        <p:spPr bwMode="auto">
          <a:xfrm>
            <a:off x="9451068"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3" name="Rectangle 188">
            <a:extLst>
              <a:ext uri="{FF2B5EF4-FFF2-40B4-BE49-F238E27FC236}">
                <a16:creationId xmlns:a16="http://schemas.microsoft.com/office/drawing/2014/main" id="{CB51A720-AF45-41F9-BAA4-2D2D9B1A8F06}"/>
              </a:ext>
            </a:extLst>
          </p:cNvPr>
          <p:cNvSpPr>
            <a:spLocks noChangeArrowheads="1"/>
          </p:cNvSpPr>
          <p:nvPr/>
        </p:nvSpPr>
        <p:spPr bwMode="auto">
          <a:xfrm>
            <a:off x="9906501"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4" name="Rectangle 189">
            <a:extLst>
              <a:ext uri="{FF2B5EF4-FFF2-40B4-BE49-F238E27FC236}">
                <a16:creationId xmlns:a16="http://schemas.microsoft.com/office/drawing/2014/main" id="{C79495A3-835C-4974-A319-4B7063E8D511}"/>
              </a:ext>
            </a:extLst>
          </p:cNvPr>
          <p:cNvSpPr>
            <a:spLocks noChangeArrowheads="1"/>
          </p:cNvSpPr>
          <p:nvPr/>
        </p:nvSpPr>
        <p:spPr bwMode="auto">
          <a:xfrm>
            <a:off x="10360763"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5" name="Rectangle 190">
            <a:extLst>
              <a:ext uri="{FF2B5EF4-FFF2-40B4-BE49-F238E27FC236}">
                <a16:creationId xmlns:a16="http://schemas.microsoft.com/office/drawing/2014/main" id="{A635A506-51C2-4991-9EE9-6D4F58B2A78B}"/>
              </a:ext>
            </a:extLst>
          </p:cNvPr>
          <p:cNvSpPr>
            <a:spLocks noChangeArrowheads="1"/>
          </p:cNvSpPr>
          <p:nvPr/>
        </p:nvSpPr>
        <p:spPr bwMode="auto">
          <a:xfrm>
            <a:off x="10816197"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6" name="Rectangle 191">
            <a:extLst>
              <a:ext uri="{FF2B5EF4-FFF2-40B4-BE49-F238E27FC236}">
                <a16:creationId xmlns:a16="http://schemas.microsoft.com/office/drawing/2014/main" id="{08D7A92B-AB5F-4B0A-887C-7D9EBE4B1B93}"/>
              </a:ext>
            </a:extLst>
          </p:cNvPr>
          <p:cNvSpPr>
            <a:spLocks noChangeArrowheads="1"/>
          </p:cNvSpPr>
          <p:nvPr/>
        </p:nvSpPr>
        <p:spPr bwMode="auto">
          <a:xfrm>
            <a:off x="1127046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7" name="Rectangle 192">
            <a:extLst>
              <a:ext uri="{FF2B5EF4-FFF2-40B4-BE49-F238E27FC236}">
                <a16:creationId xmlns:a16="http://schemas.microsoft.com/office/drawing/2014/main" id="{35958760-CFAF-4281-9A3D-2676F1188443}"/>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8" name="Rectangle 194">
            <a:extLst>
              <a:ext uri="{FF2B5EF4-FFF2-40B4-BE49-F238E27FC236}">
                <a16:creationId xmlns:a16="http://schemas.microsoft.com/office/drawing/2014/main" id="{92029F51-881A-43F7-9AA5-93A2ED11CBE1}"/>
              </a:ext>
            </a:extLst>
          </p:cNvPr>
          <p:cNvSpPr>
            <a:spLocks noChangeArrowheads="1"/>
          </p:cNvSpPr>
          <p:nvPr/>
        </p:nvSpPr>
        <p:spPr bwMode="auto">
          <a:xfrm>
            <a:off x="354110"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9" name="Rectangle 195">
            <a:extLst>
              <a:ext uri="{FF2B5EF4-FFF2-40B4-BE49-F238E27FC236}">
                <a16:creationId xmlns:a16="http://schemas.microsoft.com/office/drawing/2014/main" id="{42A3ED3D-6F9D-4F03-B4CA-936ED0F204F2}"/>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0" name="Rectangle 196">
            <a:extLst>
              <a:ext uri="{FF2B5EF4-FFF2-40B4-BE49-F238E27FC236}">
                <a16:creationId xmlns:a16="http://schemas.microsoft.com/office/drawing/2014/main" id="{AC2A2B9C-988E-4A8C-8FAE-5034533F2906}"/>
              </a:ext>
            </a:extLst>
          </p:cNvPr>
          <p:cNvSpPr>
            <a:spLocks noChangeArrowheads="1"/>
          </p:cNvSpPr>
          <p:nvPr/>
        </p:nvSpPr>
        <p:spPr bwMode="auto">
          <a:xfrm>
            <a:off x="1263805"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1" name="Rectangle 197">
            <a:extLst>
              <a:ext uri="{FF2B5EF4-FFF2-40B4-BE49-F238E27FC236}">
                <a16:creationId xmlns:a16="http://schemas.microsoft.com/office/drawing/2014/main" id="{E2C4B438-1F77-4FA1-8C82-F295DAA97AAD}"/>
              </a:ext>
            </a:extLst>
          </p:cNvPr>
          <p:cNvSpPr>
            <a:spLocks noChangeArrowheads="1"/>
          </p:cNvSpPr>
          <p:nvPr/>
        </p:nvSpPr>
        <p:spPr bwMode="auto">
          <a:xfrm>
            <a:off x="1719239"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2" name="Rectangle 198">
            <a:extLst>
              <a:ext uri="{FF2B5EF4-FFF2-40B4-BE49-F238E27FC236}">
                <a16:creationId xmlns:a16="http://schemas.microsoft.com/office/drawing/2014/main" id="{79DC185F-3902-41A7-806F-A84ACBB11EA3}"/>
              </a:ext>
            </a:extLst>
          </p:cNvPr>
          <p:cNvSpPr>
            <a:spLocks noChangeArrowheads="1"/>
          </p:cNvSpPr>
          <p:nvPr/>
        </p:nvSpPr>
        <p:spPr bwMode="auto">
          <a:xfrm>
            <a:off x="2173502"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3" name="Rectangle 199">
            <a:extLst>
              <a:ext uri="{FF2B5EF4-FFF2-40B4-BE49-F238E27FC236}">
                <a16:creationId xmlns:a16="http://schemas.microsoft.com/office/drawing/2014/main" id="{C6E21298-E9AA-4E0A-BD16-901A320D5070}"/>
              </a:ext>
            </a:extLst>
          </p:cNvPr>
          <p:cNvSpPr>
            <a:spLocks noChangeArrowheads="1"/>
          </p:cNvSpPr>
          <p:nvPr/>
        </p:nvSpPr>
        <p:spPr bwMode="auto">
          <a:xfrm>
            <a:off x="2628934"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4" name="Rectangle 200">
            <a:extLst>
              <a:ext uri="{FF2B5EF4-FFF2-40B4-BE49-F238E27FC236}">
                <a16:creationId xmlns:a16="http://schemas.microsoft.com/office/drawing/2014/main" id="{71546F84-807D-4F8E-A64C-9BFECFED6303}"/>
              </a:ext>
            </a:extLst>
          </p:cNvPr>
          <p:cNvSpPr>
            <a:spLocks noChangeArrowheads="1"/>
          </p:cNvSpPr>
          <p:nvPr/>
        </p:nvSpPr>
        <p:spPr bwMode="auto">
          <a:xfrm>
            <a:off x="3083197"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5" name="Rectangle 214">
            <a:extLst>
              <a:ext uri="{FF2B5EF4-FFF2-40B4-BE49-F238E27FC236}">
                <a16:creationId xmlns:a16="http://schemas.microsoft.com/office/drawing/2014/main" id="{CFB4EA3C-FFA6-432E-9174-8C7700EBF454}"/>
              </a:ext>
            </a:extLst>
          </p:cNvPr>
          <p:cNvSpPr>
            <a:spLocks noChangeArrowheads="1"/>
          </p:cNvSpPr>
          <p:nvPr/>
        </p:nvSpPr>
        <p:spPr bwMode="auto">
          <a:xfrm>
            <a:off x="8996805"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6" name="Rectangle 215">
            <a:extLst>
              <a:ext uri="{FF2B5EF4-FFF2-40B4-BE49-F238E27FC236}">
                <a16:creationId xmlns:a16="http://schemas.microsoft.com/office/drawing/2014/main" id="{F8864E38-6F87-4A94-998C-DA1B4D050F30}"/>
              </a:ext>
            </a:extLst>
          </p:cNvPr>
          <p:cNvSpPr>
            <a:spLocks noChangeArrowheads="1"/>
          </p:cNvSpPr>
          <p:nvPr/>
        </p:nvSpPr>
        <p:spPr bwMode="auto">
          <a:xfrm>
            <a:off x="9451068"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7" name="Rectangle 216">
            <a:extLst>
              <a:ext uri="{FF2B5EF4-FFF2-40B4-BE49-F238E27FC236}">
                <a16:creationId xmlns:a16="http://schemas.microsoft.com/office/drawing/2014/main" id="{CE27A9F8-9958-4033-AB44-66F20B12EB24}"/>
              </a:ext>
            </a:extLst>
          </p:cNvPr>
          <p:cNvSpPr>
            <a:spLocks noChangeArrowheads="1"/>
          </p:cNvSpPr>
          <p:nvPr/>
        </p:nvSpPr>
        <p:spPr bwMode="auto">
          <a:xfrm>
            <a:off x="9906502"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8" name="Rectangle 217">
            <a:extLst>
              <a:ext uri="{FF2B5EF4-FFF2-40B4-BE49-F238E27FC236}">
                <a16:creationId xmlns:a16="http://schemas.microsoft.com/office/drawing/2014/main" id="{4B9DD88C-AAF5-42E9-B1D0-E407BBE2562D}"/>
              </a:ext>
            </a:extLst>
          </p:cNvPr>
          <p:cNvSpPr>
            <a:spLocks noChangeArrowheads="1"/>
          </p:cNvSpPr>
          <p:nvPr/>
        </p:nvSpPr>
        <p:spPr bwMode="auto">
          <a:xfrm>
            <a:off x="10360764"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9" name="Rectangle 218">
            <a:extLst>
              <a:ext uri="{FF2B5EF4-FFF2-40B4-BE49-F238E27FC236}">
                <a16:creationId xmlns:a16="http://schemas.microsoft.com/office/drawing/2014/main" id="{19811468-3F50-46A5-9FCC-E142EB047E28}"/>
              </a:ext>
            </a:extLst>
          </p:cNvPr>
          <p:cNvSpPr>
            <a:spLocks noChangeArrowheads="1"/>
          </p:cNvSpPr>
          <p:nvPr/>
        </p:nvSpPr>
        <p:spPr bwMode="auto">
          <a:xfrm>
            <a:off x="10816197"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0" name="Rectangle 219">
            <a:extLst>
              <a:ext uri="{FF2B5EF4-FFF2-40B4-BE49-F238E27FC236}">
                <a16:creationId xmlns:a16="http://schemas.microsoft.com/office/drawing/2014/main" id="{8B7D78B3-2097-4A23-9C3F-1125A291261D}"/>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1" name="Rectangle 220">
            <a:extLst>
              <a:ext uri="{FF2B5EF4-FFF2-40B4-BE49-F238E27FC236}">
                <a16:creationId xmlns:a16="http://schemas.microsoft.com/office/drawing/2014/main" id="{DBB4AA29-F514-41F3-B6B4-9610813E1395}"/>
              </a:ext>
            </a:extLst>
          </p:cNvPr>
          <p:cNvSpPr>
            <a:spLocks noChangeArrowheads="1"/>
          </p:cNvSpPr>
          <p:nvPr/>
        </p:nvSpPr>
        <p:spPr bwMode="auto">
          <a:xfrm>
            <a:off x="11725893"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2" name="Rectangle 222">
            <a:extLst>
              <a:ext uri="{FF2B5EF4-FFF2-40B4-BE49-F238E27FC236}">
                <a16:creationId xmlns:a16="http://schemas.microsoft.com/office/drawing/2014/main" id="{287D0D65-4B00-4631-B5FC-94D7E43E842D}"/>
              </a:ext>
            </a:extLst>
          </p:cNvPr>
          <p:cNvSpPr>
            <a:spLocks noChangeArrowheads="1"/>
          </p:cNvSpPr>
          <p:nvPr/>
        </p:nvSpPr>
        <p:spPr bwMode="auto">
          <a:xfrm>
            <a:off x="35411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3" name="Rectangle 223">
            <a:extLst>
              <a:ext uri="{FF2B5EF4-FFF2-40B4-BE49-F238E27FC236}">
                <a16:creationId xmlns:a16="http://schemas.microsoft.com/office/drawing/2014/main" id="{FBB8768D-6FD5-4CB0-A06E-CF3727089158}"/>
              </a:ext>
            </a:extLst>
          </p:cNvPr>
          <p:cNvSpPr>
            <a:spLocks noChangeArrowheads="1"/>
          </p:cNvSpPr>
          <p:nvPr/>
        </p:nvSpPr>
        <p:spPr bwMode="auto">
          <a:xfrm>
            <a:off x="80954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4" name="Rectangle 224">
            <a:extLst>
              <a:ext uri="{FF2B5EF4-FFF2-40B4-BE49-F238E27FC236}">
                <a16:creationId xmlns:a16="http://schemas.microsoft.com/office/drawing/2014/main" id="{281CA9FD-C68E-46EE-A725-A9F8AA1B82A2}"/>
              </a:ext>
            </a:extLst>
          </p:cNvPr>
          <p:cNvSpPr>
            <a:spLocks noChangeArrowheads="1"/>
          </p:cNvSpPr>
          <p:nvPr/>
        </p:nvSpPr>
        <p:spPr bwMode="auto">
          <a:xfrm>
            <a:off x="1263806"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5" name="Rectangle 225">
            <a:extLst>
              <a:ext uri="{FF2B5EF4-FFF2-40B4-BE49-F238E27FC236}">
                <a16:creationId xmlns:a16="http://schemas.microsoft.com/office/drawing/2014/main" id="{2C929F36-95D0-44EF-A29A-4917FCAA9DC8}"/>
              </a:ext>
            </a:extLst>
          </p:cNvPr>
          <p:cNvSpPr>
            <a:spLocks noChangeArrowheads="1"/>
          </p:cNvSpPr>
          <p:nvPr/>
        </p:nvSpPr>
        <p:spPr bwMode="auto">
          <a:xfrm>
            <a:off x="1719239"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6" name="Rectangle 226">
            <a:extLst>
              <a:ext uri="{FF2B5EF4-FFF2-40B4-BE49-F238E27FC236}">
                <a16:creationId xmlns:a16="http://schemas.microsoft.com/office/drawing/2014/main" id="{358BC528-6DA1-42F6-96D0-4B4BA226AB53}"/>
              </a:ext>
            </a:extLst>
          </p:cNvPr>
          <p:cNvSpPr>
            <a:spLocks noChangeArrowheads="1"/>
          </p:cNvSpPr>
          <p:nvPr/>
        </p:nvSpPr>
        <p:spPr bwMode="auto">
          <a:xfrm>
            <a:off x="2173502"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7" name="Rectangle 227">
            <a:extLst>
              <a:ext uri="{FF2B5EF4-FFF2-40B4-BE49-F238E27FC236}">
                <a16:creationId xmlns:a16="http://schemas.microsoft.com/office/drawing/2014/main" id="{70AA7180-339A-4FFD-AF13-4DDD53BCB65F}"/>
              </a:ext>
            </a:extLst>
          </p:cNvPr>
          <p:cNvSpPr>
            <a:spLocks noChangeArrowheads="1"/>
          </p:cNvSpPr>
          <p:nvPr/>
        </p:nvSpPr>
        <p:spPr bwMode="auto">
          <a:xfrm>
            <a:off x="262893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8" name="Rectangle 228">
            <a:extLst>
              <a:ext uri="{FF2B5EF4-FFF2-40B4-BE49-F238E27FC236}">
                <a16:creationId xmlns:a16="http://schemas.microsoft.com/office/drawing/2014/main" id="{29F2CEBB-46BC-4448-9E54-C7750D8C8F54}"/>
              </a:ext>
            </a:extLst>
          </p:cNvPr>
          <p:cNvSpPr>
            <a:spLocks noChangeArrowheads="1"/>
          </p:cNvSpPr>
          <p:nvPr/>
        </p:nvSpPr>
        <p:spPr bwMode="auto">
          <a:xfrm>
            <a:off x="308319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9" name="Rectangle 241">
            <a:extLst>
              <a:ext uri="{FF2B5EF4-FFF2-40B4-BE49-F238E27FC236}">
                <a16:creationId xmlns:a16="http://schemas.microsoft.com/office/drawing/2014/main" id="{728033F9-6F38-4655-93DC-83583534C14D}"/>
              </a:ext>
            </a:extLst>
          </p:cNvPr>
          <p:cNvSpPr>
            <a:spLocks noChangeArrowheads="1"/>
          </p:cNvSpPr>
          <p:nvPr/>
        </p:nvSpPr>
        <p:spPr bwMode="auto">
          <a:xfrm>
            <a:off x="899680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0" name="Rectangle 242">
            <a:extLst>
              <a:ext uri="{FF2B5EF4-FFF2-40B4-BE49-F238E27FC236}">
                <a16:creationId xmlns:a16="http://schemas.microsoft.com/office/drawing/2014/main" id="{31C757BD-CB68-4FDF-94B8-7CD58F1FB71C}"/>
              </a:ext>
            </a:extLst>
          </p:cNvPr>
          <p:cNvSpPr>
            <a:spLocks noChangeArrowheads="1"/>
          </p:cNvSpPr>
          <p:nvPr/>
        </p:nvSpPr>
        <p:spPr bwMode="auto">
          <a:xfrm>
            <a:off x="945106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1" name="Rectangle 243">
            <a:extLst>
              <a:ext uri="{FF2B5EF4-FFF2-40B4-BE49-F238E27FC236}">
                <a16:creationId xmlns:a16="http://schemas.microsoft.com/office/drawing/2014/main" id="{9B0E4C87-6738-405B-883B-AAE740C4C799}"/>
              </a:ext>
            </a:extLst>
          </p:cNvPr>
          <p:cNvSpPr>
            <a:spLocks noChangeArrowheads="1"/>
          </p:cNvSpPr>
          <p:nvPr/>
        </p:nvSpPr>
        <p:spPr bwMode="auto">
          <a:xfrm>
            <a:off x="9906502"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2" name="Rectangle 244">
            <a:extLst>
              <a:ext uri="{FF2B5EF4-FFF2-40B4-BE49-F238E27FC236}">
                <a16:creationId xmlns:a16="http://schemas.microsoft.com/office/drawing/2014/main" id="{DA32B563-8524-4670-AB69-252BDC266634}"/>
              </a:ext>
            </a:extLst>
          </p:cNvPr>
          <p:cNvSpPr>
            <a:spLocks noChangeArrowheads="1"/>
          </p:cNvSpPr>
          <p:nvPr/>
        </p:nvSpPr>
        <p:spPr bwMode="auto">
          <a:xfrm>
            <a:off x="10360764"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3" name="Rectangle 245">
            <a:extLst>
              <a:ext uri="{FF2B5EF4-FFF2-40B4-BE49-F238E27FC236}">
                <a16:creationId xmlns:a16="http://schemas.microsoft.com/office/drawing/2014/main" id="{6EC4888D-ACC8-4037-B218-9E9421F8C155}"/>
              </a:ext>
            </a:extLst>
          </p:cNvPr>
          <p:cNvSpPr>
            <a:spLocks noChangeArrowheads="1"/>
          </p:cNvSpPr>
          <p:nvPr/>
        </p:nvSpPr>
        <p:spPr bwMode="auto">
          <a:xfrm>
            <a:off x="10816197"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4" name="Rectangle 246">
            <a:extLst>
              <a:ext uri="{FF2B5EF4-FFF2-40B4-BE49-F238E27FC236}">
                <a16:creationId xmlns:a16="http://schemas.microsoft.com/office/drawing/2014/main" id="{E79B4470-BBFB-4BE1-89AB-C7574F8C4983}"/>
              </a:ext>
            </a:extLst>
          </p:cNvPr>
          <p:cNvSpPr>
            <a:spLocks noChangeArrowheads="1"/>
          </p:cNvSpPr>
          <p:nvPr/>
        </p:nvSpPr>
        <p:spPr bwMode="auto">
          <a:xfrm>
            <a:off x="1127046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247">
            <a:extLst>
              <a:ext uri="{FF2B5EF4-FFF2-40B4-BE49-F238E27FC236}">
                <a16:creationId xmlns:a16="http://schemas.microsoft.com/office/drawing/2014/main" id="{2E2BFF5D-548A-437A-838D-19C1F071EED0}"/>
              </a:ext>
            </a:extLst>
          </p:cNvPr>
          <p:cNvSpPr>
            <a:spLocks noChangeArrowheads="1"/>
          </p:cNvSpPr>
          <p:nvPr/>
        </p:nvSpPr>
        <p:spPr bwMode="auto">
          <a:xfrm>
            <a:off x="1172589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249">
            <a:extLst>
              <a:ext uri="{FF2B5EF4-FFF2-40B4-BE49-F238E27FC236}">
                <a16:creationId xmlns:a16="http://schemas.microsoft.com/office/drawing/2014/main" id="{FFCA5316-A321-453C-8CE2-53AF9364363F}"/>
              </a:ext>
            </a:extLst>
          </p:cNvPr>
          <p:cNvSpPr>
            <a:spLocks noChangeArrowheads="1"/>
          </p:cNvSpPr>
          <p:nvPr/>
        </p:nvSpPr>
        <p:spPr bwMode="auto">
          <a:xfrm>
            <a:off x="354110"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250">
            <a:extLst>
              <a:ext uri="{FF2B5EF4-FFF2-40B4-BE49-F238E27FC236}">
                <a16:creationId xmlns:a16="http://schemas.microsoft.com/office/drawing/2014/main" id="{AA681E6A-C814-482F-A76C-24B20AD9D03F}"/>
              </a:ext>
            </a:extLst>
          </p:cNvPr>
          <p:cNvSpPr>
            <a:spLocks noChangeArrowheads="1"/>
          </p:cNvSpPr>
          <p:nvPr/>
        </p:nvSpPr>
        <p:spPr bwMode="auto">
          <a:xfrm>
            <a:off x="809543"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251">
            <a:extLst>
              <a:ext uri="{FF2B5EF4-FFF2-40B4-BE49-F238E27FC236}">
                <a16:creationId xmlns:a16="http://schemas.microsoft.com/office/drawing/2014/main" id="{301C7270-7CAD-49F2-B66B-B28D94E0EF77}"/>
              </a:ext>
            </a:extLst>
          </p:cNvPr>
          <p:cNvSpPr>
            <a:spLocks noChangeArrowheads="1"/>
          </p:cNvSpPr>
          <p:nvPr/>
        </p:nvSpPr>
        <p:spPr bwMode="auto">
          <a:xfrm>
            <a:off x="1263806"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252">
            <a:extLst>
              <a:ext uri="{FF2B5EF4-FFF2-40B4-BE49-F238E27FC236}">
                <a16:creationId xmlns:a16="http://schemas.microsoft.com/office/drawing/2014/main" id="{979CEB10-3E83-4407-BEDC-D49144AA153C}"/>
              </a:ext>
            </a:extLst>
          </p:cNvPr>
          <p:cNvSpPr>
            <a:spLocks noChangeArrowheads="1"/>
          </p:cNvSpPr>
          <p:nvPr/>
        </p:nvSpPr>
        <p:spPr bwMode="auto">
          <a:xfrm>
            <a:off x="1719239"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253">
            <a:extLst>
              <a:ext uri="{FF2B5EF4-FFF2-40B4-BE49-F238E27FC236}">
                <a16:creationId xmlns:a16="http://schemas.microsoft.com/office/drawing/2014/main" id="{2F6B505E-6719-4385-8C9E-80108E1D7F7B}"/>
              </a:ext>
            </a:extLst>
          </p:cNvPr>
          <p:cNvSpPr>
            <a:spLocks noChangeArrowheads="1"/>
          </p:cNvSpPr>
          <p:nvPr/>
        </p:nvSpPr>
        <p:spPr bwMode="auto">
          <a:xfrm>
            <a:off x="2173502"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254">
            <a:extLst>
              <a:ext uri="{FF2B5EF4-FFF2-40B4-BE49-F238E27FC236}">
                <a16:creationId xmlns:a16="http://schemas.microsoft.com/office/drawing/2014/main" id="{032E3D58-EF2F-47C1-84FC-FFC2C3C663F7}"/>
              </a:ext>
            </a:extLst>
          </p:cNvPr>
          <p:cNvSpPr>
            <a:spLocks noChangeArrowheads="1"/>
          </p:cNvSpPr>
          <p:nvPr/>
        </p:nvSpPr>
        <p:spPr bwMode="auto">
          <a:xfrm>
            <a:off x="262893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255">
            <a:extLst>
              <a:ext uri="{FF2B5EF4-FFF2-40B4-BE49-F238E27FC236}">
                <a16:creationId xmlns:a16="http://schemas.microsoft.com/office/drawing/2014/main" id="{AE4B524B-159B-4639-80B1-B1298E934946}"/>
              </a:ext>
            </a:extLst>
          </p:cNvPr>
          <p:cNvSpPr>
            <a:spLocks noChangeArrowheads="1"/>
          </p:cNvSpPr>
          <p:nvPr/>
        </p:nvSpPr>
        <p:spPr bwMode="auto">
          <a:xfrm>
            <a:off x="308319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268">
            <a:extLst>
              <a:ext uri="{FF2B5EF4-FFF2-40B4-BE49-F238E27FC236}">
                <a16:creationId xmlns:a16="http://schemas.microsoft.com/office/drawing/2014/main" id="{F44A1C49-7120-46FC-ADFE-3126D15DCC8B}"/>
              </a:ext>
            </a:extLst>
          </p:cNvPr>
          <p:cNvSpPr>
            <a:spLocks noChangeArrowheads="1"/>
          </p:cNvSpPr>
          <p:nvPr/>
        </p:nvSpPr>
        <p:spPr bwMode="auto">
          <a:xfrm>
            <a:off x="899680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269">
            <a:extLst>
              <a:ext uri="{FF2B5EF4-FFF2-40B4-BE49-F238E27FC236}">
                <a16:creationId xmlns:a16="http://schemas.microsoft.com/office/drawing/2014/main" id="{E81048C2-AD36-49EE-9F83-DE219A886273}"/>
              </a:ext>
            </a:extLst>
          </p:cNvPr>
          <p:cNvSpPr>
            <a:spLocks noChangeArrowheads="1"/>
          </p:cNvSpPr>
          <p:nvPr/>
        </p:nvSpPr>
        <p:spPr bwMode="auto">
          <a:xfrm>
            <a:off x="945106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270">
            <a:extLst>
              <a:ext uri="{FF2B5EF4-FFF2-40B4-BE49-F238E27FC236}">
                <a16:creationId xmlns:a16="http://schemas.microsoft.com/office/drawing/2014/main" id="{1C51B872-4D89-44AD-BEC3-889DD85942BD}"/>
              </a:ext>
            </a:extLst>
          </p:cNvPr>
          <p:cNvSpPr>
            <a:spLocks noChangeArrowheads="1"/>
          </p:cNvSpPr>
          <p:nvPr/>
        </p:nvSpPr>
        <p:spPr bwMode="auto">
          <a:xfrm>
            <a:off x="9906502"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271">
            <a:extLst>
              <a:ext uri="{FF2B5EF4-FFF2-40B4-BE49-F238E27FC236}">
                <a16:creationId xmlns:a16="http://schemas.microsoft.com/office/drawing/2014/main" id="{9DA5806A-0222-4504-B311-47FFFE9AE4A6}"/>
              </a:ext>
            </a:extLst>
          </p:cNvPr>
          <p:cNvSpPr>
            <a:spLocks noChangeArrowheads="1"/>
          </p:cNvSpPr>
          <p:nvPr/>
        </p:nvSpPr>
        <p:spPr bwMode="auto">
          <a:xfrm>
            <a:off x="10360764"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272">
            <a:extLst>
              <a:ext uri="{FF2B5EF4-FFF2-40B4-BE49-F238E27FC236}">
                <a16:creationId xmlns:a16="http://schemas.microsoft.com/office/drawing/2014/main" id="{6B98E2B9-61AD-4E8B-8BCB-EB7830DF08DC}"/>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273">
            <a:extLst>
              <a:ext uri="{FF2B5EF4-FFF2-40B4-BE49-F238E27FC236}">
                <a16:creationId xmlns:a16="http://schemas.microsoft.com/office/drawing/2014/main" id="{4B0DA759-2C7B-4700-8A97-72281E91C804}"/>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74">
            <a:extLst>
              <a:ext uri="{FF2B5EF4-FFF2-40B4-BE49-F238E27FC236}">
                <a16:creationId xmlns:a16="http://schemas.microsoft.com/office/drawing/2014/main" id="{908809DC-2628-4896-B87F-004226030EBC}"/>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76">
            <a:extLst>
              <a:ext uri="{FF2B5EF4-FFF2-40B4-BE49-F238E27FC236}">
                <a16:creationId xmlns:a16="http://schemas.microsoft.com/office/drawing/2014/main" id="{623F1777-4E55-4093-B250-548D46D62488}"/>
              </a:ext>
            </a:extLst>
          </p:cNvPr>
          <p:cNvSpPr>
            <a:spLocks noChangeArrowheads="1"/>
          </p:cNvSpPr>
          <p:nvPr/>
        </p:nvSpPr>
        <p:spPr bwMode="auto">
          <a:xfrm>
            <a:off x="35411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77">
            <a:extLst>
              <a:ext uri="{FF2B5EF4-FFF2-40B4-BE49-F238E27FC236}">
                <a16:creationId xmlns:a16="http://schemas.microsoft.com/office/drawing/2014/main" id="{2515C3B5-603D-401D-A531-447BA1E7FDD7}"/>
              </a:ext>
            </a:extLst>
          </p:cNvPr>
          <p:cNvSpPr>
            <a:spLocks noChangeArrowheads="1"/>
          </p:cNvSpPr>
          <p:nvPr/>
        </p:nvSpPr>
        <p:spPr bwMode="auto">
          <a:xfrm>
            <a:off x="80954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78">
            <a:extLst>
              <a:ext uri="{FF2B5EF4-FFF2-40B4-BE49-F238E27FC236}">
                <a16:creationId xmlns:a16="http://schemas.microsoft.com/office/drawing/2014/main" id="{DE5E7D55-A437-437C-A5CD-CE16F8BDC721}"/>
              </a:ext>
            </a:extLst>
          </p:cNvPr>
          <p:cNvSpPr>
            <a:spLocks noChangeArrowheads="1"/>
          </p:cNvSpPr>
          <p:nvPr/>
        </p:nvSpPr>
        <p:spPr bwMode="auto">
          <a:xfrm>
            <a:off x="126380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79">
            <a:extLst>
              <a:ext uri="{FF2B5EF4-FFF2-40B4-BE49-F238E27FC236}">
                <a16:creationId xmlns:a16="http://schemas.microsoft.com/office/drawing/2014/main" id="{6867695A-35E0-4E03-955E-5542EBF0247E}"/>
              </a:ext>
            </a:extLst>
          </p:cNvPr>
          <p:cNvSpPr>
            <a:spLocks noChangeArrowheads="1"/>
          </p:cNvSpPr>
          <p:nvPr/>
        </p:nvSpPr>
        <p:spPr bwMode="auto">
          <a:xfrm>
            <a:off x="1719239"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80">
            <a:extLst>
              <a:ext uri="{FF2B5EF4-FFF2-40B4-BE49-F238E27FC236}">
                <a16:creationId xmlns:a16="http://schemas.microsoft.com/office/drawing/2014/main" id="{4E871617-5158-41C5-BB14-EBADA1396FA2}"/>
              </a:ext>
            </a:extLst>
          </p:cNvPr>
          <p:cNvSpPr>
            <a:spLocks noChangeArrowheads="1"/>
          </p:cNvSpPr>
          <p:nvPr/>
        </p:nvSpPr>
        <p:spPr bwMode="auto">
          <a:xfrm>
            <a:off x="2173502"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81">
            <a:extLst>
              <a:ext uri="{FF2B5EF4-FFF2-40B4-BE49-F238E27FC236}">
                <a16:creationId xmlns:a16="http://schemas.microsoft.com/office/drawing/2014/main" id="{4E2D5191-ECDB-4D1B-A3F5-436A79475BF7}"/>
              </a:ext>
            </a:extLst>
          </p:cNvPr>
          <p:cNvSpPr>
            <a:spLocks noChangeArrowheads="1"/>
          </p:cNvSpPr>
          <p:nvPr/>
        </p:nvSpPr>
        <p:spPr bwMode="auto">
          <a:xfrm>
            <a:off x="262893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82">
            <a:extLst>
              <a:ext uri="{FF2B5EF4-FFF2-40B4-BE49-F238E27FC236}">
                <a16:creationId xmlns:a16="http://schemas.microsoft.com/office/drawing/2014/main" id="{71BE142B-C02B-4FD1-A332-6902B7131A16}"/>
              </a:ext>
            </a:extLst>
          </p:cNvPr>
          <p:cNvSpPr>
            <a:spLocks noChangeArrowheads="1"/>
          </p:cNvSpPr>
          <p:nvPr/>
        </p:nvSpPr>
        <p:spPr bwMode="auto">
          <a:xfrm>
            <a:off x="308319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3">
            <a:extLst>
              <a:ext uri="{FF2B5EF4-FFF2-40B4-BE49-F238E27FC236}">
                <a16:creationId xmlns:a16="http://schemas.microsoft.com/office/drawing/2014/main" id="{1C1A90F5-08ED-4AB6-9F35-63A8866025D0}"/>
              </a:ext>
            </a:extLst>
          </p:cNvPr>
          <p:cNvSpPr>
            <a:spLocks noChangeArrowheads="1"/>
          </p:cNvSpPr>
          <p:nvPr/>
        </p:nvSpPr>
        <p:spPr bwMode="auto">
          <a:xfrm>
            <a:off x="353863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84">
            <a:extLst>
              <a:ext uri="{FF2B5EF4-FFF2-40B4-BE49-F238E27FC236}">
                <a16:creationId xmlns:a16="http://schemas.microsoft.com/office/drawing/2014/main" id="{163D79BB-8C1C-4D0D-AFDD-A8EEE07F4DC4}"/>
              </a:ext>
            </a:extLst>
          </p:cNvPr>
          <p:cNvSpPr>
            <a:spLocks noChangeArrowheads="1"/>
          </p:cNvSpPr>
          <p:nvPr/>
        </p:nvSpPr>
        <p:spPr bwMode="auto">
          <a:xfrm>
            <a:off x="399289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285">
            <a:extLst>
              <a:ext uri="{FF2B5EF4-FFF2-40B4-BE49-F238E27FC236}">
                <a16:creationId xmlns:a16="http://schemas.microsoft.com/office/drawing/2014/main" id="{1B2DF357-EFD3-403D-A136-E53ACA518239}"/>
              </a:ext>
            </a:extLst>
          </p:cNvPr>
          <p:cNvSpPr>
            <a:spLocks noChangeArrowheads="1"/>
          </p:cNvSpPr>
          <p:nvPr/>
        </p:nvSpPr>
        <p:spPr bwMode="auto">
          <a:xfrm>
            <a:off x="4448327"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286">
            <a:extLst>
              <a:ext uri="{FF2B5EF4-FFF2-40B4-BE49-F238E27FC236}">
                <a16:creationId xmlns:a16="http://schemas.microsoft.com/office/drawing/2014/main" id="{99BE0D0E-EECE-441B-9B0B-10138A8DC6DD}"/>
              </a:ext>
            </a:extLst>
          </p:cNvPr>
          <p:cNvSpPr>
            <a:spLocks noChangeArrowheads="1"/>
          </p:cNvSpPr>
          <p:nvPr/>
        </p:nvSpPr>
        <p:spPr bwMode="auto">
          <a:xfrm>
            <a:off x="490259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287">
            <a:extLst>
              <a:ext uri="{FF2B5EF4-FFF2-40B4-BE49-F238E27FC236}">
                <a16:creationId xmlns:a16="http://schemas.microsoft.com/office/drawing/2014/main" id="{5F8922A9-01DD-4E8E-A435-E9368C30AC56}"/>
              </a:ext>
            </a:extLst>
          </p:cNvPr>
          <p:cNvSpPr>
            <a:spLocks noChangeArrowheads="1"/>
          </p:cNvSpPr>
          <p:nvPr/>
        </p:nvSpPr>
        <p:spPr bwMode="auto">
          <a:xfrm>
            <a:off x="5358022"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288">
            <a:extLst>
              <a:ext uri="{FF2B5EF4-FFF2-40B4-BE49-F238E27FC236}">
                <a16:creationId xmlns:a16="http://schemas.microsoft.com/office/drawing/2014/main" id="{BE148054-6735-4808-92F8-53F3E0FF27FD}"/>
              </a:ext>
            </a:extLst>
          </p:cNvPr>
          <p:cNvSpPr>
            <a:spLocks noChangeArrowheads="1"/>
          </p:cNvSpPr>
          <p:nvPr/>
        </p:nvSpPr>
        <p:spPr bwMode="auto">
          <a:xfrm>
            <a:off x="5812285"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289">
            <a:extLst>
              <a:ext uri="{FF2B5EF4-FFF2-40B4-BE49-F238E27FC236}">
                <a16:creationId xmlns:a16="http://schemas.microsoft.com/office/drawing/2014/main" id="{83EF7D19-EE81-4C8B-BB74-1EBFE79A10D4}"/>
              </a:ext>
            </a:extLst>
          </p:cNvPr>
          <p:cNvSpPr>
            <a:spLocks noChangeArrowheads="1"/>
          </p:cNvSpPr>
          <p:nvPr/>
        </p:nvSpPr>
        <p:spPr bwMode="auto">
          <a:xfrm>
            <a:off x="6267718"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290">
            <a:extLst>
              <a:ext uri="{FF2B5EF4-FFF2-40B4-BE49-F238E27FC236}">
                <a16:creationId xmlns:a16="http://schemas.microsoft.com/office/drawing/2014/main" id="{4F511F31-AAA8-4436-8486-592CB8944FC3}"/>
              </a:ext>
            </a:extLst>
          </p:cNvPr>
          <p:cNvSpPr>
            <a:spLocks noChangeArrowheads="1"/>
          </p:cNvSpPr>
          <p:nvPr/>
        </p:nvSpPr>
        <p:spPr bwMode="auto">
          <a:xfrm>
            <a:off x="6721981"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291">
            <a:extLst>
              <a:ext uri="{FF2B5EF4-FFF2-40B4-BE49-F238E27FC236}">
                <a16:creationId xmlns:a16="http://schemas.microsoft.com/office/drawing/2014/main" id="{369EBF34-9826-4B91-A306-5839D20C49EC}"/>
              </a:ext>
            </a:extLst>
          </p:cNvPr>
          <p:cNvSpPr>
            <a:spLocks noChangeArrowheads="1"/>
          </p:cNvSpPr>
          <p:nvPr/>
        </p:nvSpPr>
        <p:spPr bwMode="auto">
          <a:xfrm>
            <a:off x="7177414"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292">
            <a:extLst>
              <a:ext uri="{FF2B5EF4-FFF2-40B4-BE49-F238E27FC236}">
                <a16:creationId xmlns:a16="http://schemas.microsoft.com/office/drawing/2014/main" id="{859A171A-D946-4682-BEB2-E7822CAF95FD}"/>
              </a:ext>
            </a:extLst>
          </p:cNvPr>
          <p:cNvSpPr>
            <a:spLocks noChangeArrowheads="1"/>
          </p:cNvSpPr>
          <p:nvPr/>
        </p:nvSpPr>
        <p:spPr bwMode="auto">
          <a:xfrm>
            <a:off x="763167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293">
            <a:extLst>
              <a:ext uri="{FF2B5EF4-FFF2-40B4-BE49-F238E27FC236}">
                <a16:creationId xmlns:a16="http://schemas.microsoft.com/office/drawing/2014/main" id="{AF93A40B-14CA-4CA7-9133-C7B48DAC4152}"/>
              </a:ext>
            </a:extLst>
          </p:cNvPr>
          <p:cNvSpPr>
            <a:spLocks noChangeArrowheads="1"/>
          </p:cNvSpPr>
          <p:nvPr/>
        </p:nvSpPr>
        <p:spPr bwMode="auto">
          <a:xfrm>
            <a:off x="808711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294">
            <a:extLst>
              <a:ext uri="{FF2B5EF4-FFF2-40B4-BE49-F238E27FC236}">
                <a16:creationId xmlns:a16="http://schemas.microsoft.com/office/drawing/2014/main" id="{30BB7367-2D64-40A9-8FC2-6664A0872F69}"/>
              </a:ext>
            </a:extLst>
          </p:cNvPr>
          <p:cNvSpPr>
            <a:spLocks noChangeArrowheads="1"/>
          </p:cNvSpPr>
          <p:nvPr/>
        </p:nvSpPr>
        <p:spPr bwMode="auto">
          <a:xfrm>
            <a:off x="854137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295">
            <a:extLst>
              <a:ext uri="{FF2B5EF4-FFF2-40B4-BE49-F238E27FC236}">
                <a16:creationId xmlns:a16="http://schemas.microsoft.com/office/drawing/2014/main" id="{14A42AB5-CCB0-416F-85D7-152BACA427FC}"/>
              </a:ext>
            </a:extLst>
          </p:cNvPr>
          <p:cNvSpPr>
            <a:spLocks noChangeArrowheads="1"/>
          </p:cNvSpPr>
          <p:nvPr/>
        </p:nvSpPr>
        <p:spPr bwMode="auto">
          <a:xfrm>
            <a:off x="899680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296">
            <a:extLst>
              <a:ext uri="{FF2B5EF4-FFF2-40B4-BE49-F238E27FC236}">
                <a16:creationId xmlns:a16="http://schemas.microsoft.com/office/drawing/2014/main" id="{31700671-BD7D-40A1-81C9-CF9CE4C2A725}"/>
              </a:ext>
            </a:extLst>
          </p:cNvPr>
          <p:cNvSpPr>
            <a:spLocks noChangeArrowheads="1"/>
          </p:cNvSpPr>
          <p:nvPr/>
        </p:nvSpPr>
        <p:spPr bwMode="auto">
          <a:xfrm>
            <a:off x="945106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297">
            <a:extLst>
              <a:ext uri="{FF2B5EF4-FFF2-40B4-BE49-F238E27FC236}">
                <a16:creationId xmlns:a16="http://schemas.microsoft.com/office/drawing/2014/main" id="{1C490051-C4F6-4F21-9CBD-DFB84514AD2B}"/>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298">
            <a:extLst>
              <a:ext uri="{FF2B5EF4-FFF2-40B4-BE49-F238E27FC236}">
                <a16:creationId xmlns:a16="http://schemas.microsoft.com/office/drawing/2014/main" id="{14B47FB0-304B-408C-AA3F-0F5BB6A5AA3F}"/>
              </a:ext>
            </a:extLst>
          </p:cNvPr>
          <p:cNvSpPr>
            <a:spLocks noChangeArrowheads="1"/>
          </p:cNvSpPr>
          <p:nvPr/>
        </p:nvSpPr>
        <p:spPr bwMode="auto">
          <a:xfrm>
            <a:off x="10360764"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299">
            <a:extLst>
              <a:ext uri="{FF2B5EF4-FFF2-40B4-BE49-F238E27FC236}">
                <a16:creationId xmlns:a16="http://schemas.microsoft.com/office/drawing/2014/main" id="{9AE02871-B6BC-490F-A388-280843B2B1F3}"/>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300">
            <a:extLst>
              <a:ext uri="{FF2B5EF4-FFF2-40B4-BE49-F238E27FC236}">
                <a16:creationId xmlns:a16="http://schemas.microsoft.com/office/drawing/2014/main" id="{BCA5BD2F-9032-4907-8901-2774F8E56D47}"/>
              </a:ext>
            </a:extLst>
          </p:cNvPr>
          <p:cNvSpPr>
            <a:spLocks noChangeArrowheads="1"/>
          </p:cNvSpPr>
          <p:nvPr/>
        </p:nvSpPr>
        <p:spPr bwMode="auto">
          <a:xfrm>
            <a:off x="1127046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301">
            <a:extLst>
              <a:ext uri="{FF2B5EF4-FFF2-40B4-BE49-F238E27FC236}">
                <a16:creationId xmlns:a16="http://schemas.microsoft.com/office/drawing/2014/main" id="{36189607-33CC-47D6-88FA-F4CD1D7D1954}"/>
              </a:ext>
            </a:extLst>
          </p:cNvPr>
          <p:cNvSpPr>
            <a:spLocks noChangeArrowheads="1"/>
          </p:cNvSpPr>
          <p:nvPr/>
        </p:nvSpPr>
        <p:spPr bwMode="auto">
          <a:xfrm>
            <a:off x="1172589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303">
            <a:extLst>
              <a:ext uri="{FF2B5EF4-FFF2-40B4-BE49-F238E27FC236}">
                <a16:creationId xmlns:a16="http://schemas.microsoft.com/office/drawing/2014/main" id="{7926FB0B-1EC7-42B6-A9AF-4F352A02DE93}"/>
              </a:ext>
            </a:extLst>
          </p:cNvPr>
          <p:cNvSpPr>
            <a:spLocks noChangeArrowheads="1"/>
          </p:cNvSpPr>
          <p:nvPr/>
        </p:nvSpPr>
        <p:spPr bwMode="auto">
          <a:xfrm>
            <a:off x="35411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304">
            <a:extLst>
              <a:ext uri="{FF2B5EF4-FFF2-40B4-BE49-F238E27FC236}">
                <a16:creationId xmlns:a16="http://schemas.microsoft.com/office/drawing/2014/main" id="{C6CE7582-1C15-40D6-A04B-3AB4A11174B4}"/>
              </a:ext>
            </a:extLst>
          </p:cNvPr>
          <p:cNvSpPr>
            <a:spLocks noChangeArrowheads="1"/>
          </p:cNvSpPr>
          <p:nvPr/>
        </p:nvSpPr>
        <p:spPr bwMode="auto">
          <a:xfrm>
            <a:off x="809543"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305">
            <a:extLst>
              <a:ext uri="{FF2B5EF4-FFF2-40B4-BE49-F238E27FC236}">
                <a16:creationId xmlns:a16="http://schemas.microsoft.com/office/drawing/2014/main" id="{1A4C7EDE-CAE5-4A0E-A085-D115521EE112}"/>
              </a:ext>
            </a:extLst>
          </p:cNvPr>
          <p:cNvSpPr>
            <a:spLocks noChangeArrowheads="1"/>
          </p:cNvSpPr>
          <p:nvPr/>
        </p:nvSpPr>
        <p:spPr bwMode="auto">
          <a:xfrm>
            <a:off x="126380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306">
            <a:extLst>
              <a:ext uri="{FF2B5EF4-FFF2-40B4-BE49-F238E27FC236}">
                <a16:creationId xmlns:a16="http://schemas.microsoft.com/office/drawing/2014/main" id="{A45537C6-B529-4B21-AD2D-EF53D7A3A687}"/>
              </a:ext>
            </a:extLst>
          </p:cNvPr>
          <p:cNvSpPr>
            <a:spLocks noChangeArrowheads="1"/>
          </p:cNvSpPr>
          <p:nvPr/>
        </p:nvSpPr>
        <p:spPr bwMode="auto">
          <a:xfrm>
            <a:off x="1719239"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307">
            <a:extLst>
              <a:ext uri="{FF2B5EF4-FFF2-40B4-BE49-F238E27FC236}">
                <a16:creationId xmlns:a16="http://schemas.microsoft.com/office/drawing/2014/main" id="{BD7156AF-407F-4067-A722-2F7D5A6CBD41}"/>
              </a:ext>
            </a:extLst>
          </p:cNvPr>
          <p:cNvSpPr>
            <a:spLocks noChangeArrowheads="1"/>
          </p:cNvSpPr>
          <p:nvPr/>
        </p:nvSpPr>
        <p:spPr bwMode="auto">
          <a:xfrm>
            <a:off x="2173502"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308">
            <a:extLst>
              <a:ext uri="{FF2B5EF4-FFF2-40B4-BE49-F238E27FC236}">
                <a16:creationId xmlns:a16="http://schemas.microsoft.com/office/drawing/2014/main" id="{DB5E4949-C1A1-462A-A907-81360D68C1D5}"/>
              </a:ext>
            </a:extLst>
          </p:cNvPr>
          <p:cNvSpPr>
            <a:spLocks noChangeArrowheads="1"/>
          </p:cNvSpPr>
          <p:nvPr/>
        </p:nvSpPr>
        <p:spPr bwMode="auto">
          <a:xfrm>
            <a:off x="262893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309">
            <a:extLst>
              <a:ext uri="{FF2B5EF4-FFF2-40B4-BE49-F238E27FC236}">
                <a16:creationId xmlns:a16="http://schemas.microsoft.com/office/drawing/2014/main" id="{FAD5200A-AC76-4A0D-9277-A1C8E4D69729}"/>
              </a:ext>
            </a:extLst>
          </p:cNvPr>
          <p:cNvSpPr>
            <a:spLocks noChangeArrowheads="1"/>
          </p:cNvSpPr>
          <p:nvPr/>
        </p:nvSpPr>
        <p:spPr bwMode="auto">
          <a:xfrm>
            <a:off x="308319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310">
            <a:extLst>
              <a:ext uri="{FF2B5EF4-FFF2-40B4-BE49-F238E27FC236}">
                <a16:creationId xmlns:a16="http://schemas.microsoft.com/office/drawing/2014/main" id="{B10E8F52-7FCD-4B17-964A-1A97E2CB0669}"/>
              </a:ext>
            </a:extLst>
          </p:cNvPr>
          <p:cNvSpPr>
            <a:spLocks noChangeArrowheads="1"/>
          </p:cNvSpPr>
          <p:nvPr/>
        </p:nvSpPr>
        <p:spPr bwMode="auto">
          <a:xfrm>
            <a:off x="353863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311">
            <a:extLst>
              <a:ext uri="{FF2B5EF4-FFF2-40B4-BE49-F238E27FC236}">
                <a16:creationId xmlns:a16="http://schemas.microsoft.com/office/drawing/2014/main" id="{199F53BC-5327-4C34-A560-B7D93F5F951E}"/>
              </a:ext>
            </a:extLst>
          </p:cNvPr>
          <p:cNvSpPr>
            <a:spLocks noChangeArrowheads="1"/>
          </p:cNvSpPr>
          <p:nvPr/>
        </p:nvSpPr>
        <p:spPr bwMode="auto">
          <a:xfrm>
            <a:off x="399289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312">
            <a:extLst>
              <a:ext uri="{FF2B5EF4-FFF2-40B4-BE49-F238E27FC236}">
                <a16:creationId xmlns:a16="http://schemas.microsoft.com/office/drawing/2014/main" id="{2FC7F96E-2AA5-4430-8933-303E0E254435}"/>
              </a:ext>
            </a:extLst>
          </p:cNvPr>
          <p:cNvSpPr>
            <a:spLocks noChangeArrowheads="1"/>
          </p:cNvSpPr>
          <p:nvPr/>
        </p:nvSpPr>
        <p:spPr bwMode="auto">
          <a:xfrm>
            <a:off x="444832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313">
            <a:extLst>
              <a:ext uri="{FF2B5EF4-FFF2-40B4-BE49-F238E27FC236}">
                <a16:creationId xmlns:a16="http://schemas.microsoft.com/office/drawing/2014/main" id="{6F48430D-4266-4379-B0B9-939C11A824B5}"/>
              </a:ext>
            </a:extLst>
          </p:cNvPr>
          <p:cNvSpPr>
            <a:spLocks noChangeArrowheads="1"/>
          </p:cNvSpPr>
          <p:nvPr/>
        </p:nvSpPr>
        <p:spPr bwMode="auto">
          <a:xfrm>
            <a:off x="490259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314">
            <a:extLst>
              <a:ext uri="{FF2B5EF4-FFF2-40B4-BE49-F238E27FC236}">
                <a16:creationId xmlns:a16="http://schemas.microsoft.com/office/drawing/2014/main" id="{E96290E6-15F2-4B8D-BD72-D47344F70D55}"/>
              </a:ext>
            </a:extLst>
          </p:cNvPr>
          <p:cNvSpPr>
            <a:spLocks noChangeArrowheads="1"/>
          </p:cNvSpPr>
          <p:nvPr/>
        </p:nvSpPr>
        <p:spPr bwMode="auto">
          <a:xfrm>
            <a:off x="535802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315">
            <a:extLst>
              <a:ext uri="{FF2B5EF4-FFF2-40B4-BE49-F238E27FC236}">
                <a16:creationId xmlns:a16="http://schemas.microsoft.com/office/drawing/2014/main" id="{FBC8EBAB-9D6C-48D6-BE00-C2F53C03F66A}"/>
              </a:ext>
            </a:extLst>
          </p:cNvPr>
          <p:cNvSpPr>
            <a:spLocks noChangeArrowheads="1"/>
          </p:cNvSpPr>
          <p:nvPr/>
        </p:nvSpPr>
        <p:spPr bwMode="auto">
          <a:xfrm>
            <a:off x="5812285"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316">
            <a:extLst>
              <a:ext uri="{FF2B5EF4-FFF2-40B4-BE49-F238E27FC236}">
                <a16:creationId xmlns:a16="http://schemas.microsoft.com/office/drawing/2014/main" id="{2E89C0F2-BC8E-4CA4-A11F-96B5B0E77AA2}"/>
              </a:ext>
            </a:extLst>
          </p:cNvPr>
          <p:cNvSpPr>
            <a:spLocks noChangeArrowheads="1"/>
          </p:cNvSpPr>
          <p:nvPr/>
        </p:nvSpPr>
        <p:spPr bwMode="auto">
          <a:xfrm>
            <a:off x="6267718"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317">
            <a:extLst>
              <a:ext uri="{FF2B5EF4-FFF2-40B4-BE49-F238E27FC236}">
                <a16:creationId xmlns:a16="http://schemas.microsoft.com/office/drawing/2014/main" id="{ABB2F2E5-0B78-4924-8C02-91133456E04E}"/>
              </a:ext>
            </a:extLst>
          </p:cNvPr>
          <p:cNvSpPr>
            <a:spLocks noChangeArrowheads="1"/>
          </p:cNvSpPr>
          <p:nvPr/>
        </p:nvSpPr>
        <p:spPr bwMode="auto">
          <a:xfrm>
            <a:off x="6721981"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318">
            <a:extLst>
              <a:ext uri="{FF2B5EF4-FFF2-40B4-BE49-F238E27FC236}">
                <a16:creationId xmlns:a16="http://schemas.microsoft.com/office/drawing/2014/main" id="{8A77E39A-3439-42E5-864E-07050A9B949A}"/>
              </a:ext>
            </a:extLst>
          </p:cNvPr>
          <p:cNvSpPr>
            <a:spLocks noChangeArrowheads="1"/>
          </p:cNvSpPr>
          <p:nvPr/>
        </p:nvSpPr>
        <p:spPr bwMode="auto">
          <a:xfrm>
            <a:off x="7177414"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319">
            <a:extLst>
              <a:ext uri="{FF2B5EF4-FFF2-40B4-BE49-F238E27FC236}">
                <a16:creationId xmlns:a16="http://schemas.microsoft.com/office/drawing/2014/main" id="{25EAA1C5-3174-4F4B-BFF3-90C5CCB903EC}"/>
              </a:ext>
            </a:extLst>
          </p:cNvPr>
          <p:cNvSpPr>
            <a:spLocks noChangeArrowheads="1"/>
          </p:cNvSpPr>
          <p:nvPr/>
        </p:nvSpPr>
        <p:spPr bwMode="auto">
          <a:xfrm>
            <a:off x="763167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320">
            <a:extLst>
              <a:ext uri="{FF2B5EF4-FFF2-40B4-BE49-F238E27FC236}">
                <a16:creationId xmlns:a16="http://schemas.microsoft.com/office/drawing/2014/main" id="{1F2DB9F1-C65F-4052-A053-3F8F3AF0F08F}"/>
              </a:ext>
            </a:extLst>
          </p:cNvPr>
          <p:cNvSpPr>
            <a:spLocks noChangeArrowheads="1"/>
          </p:cNvSpPr>
          <p:nvPr/>
        </p:nvSpPr>
        <p:spPr bwMode="auto">
          <a:xfrm>
            <a:off x="808711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321">
            <a:extLst>
              <a:ext uri="{FF2B5EF4-FFF2-40B4-BE49-F238E27FC236}">
                <a16:creationId xmlns:a16="http://schemas.microsoft.com/office/drawing/2014/main" id="{AFFB727D-B40C-4F86-915F-7329F028339A}"/>
              </a:ext>
            </a:extLst>
          </p:cNvPr>
          <p:cNvSpPr>
            <a:spLocks noChangeArrowheads="1"/>
          </p:cNvSpPr>
          <p:nvPr/>
        </p:nvSpPr>
        <p:spPr bwMode="auto">
          <a:xfrm>
            <a:off x="854137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322">
            <a:extLst>
              <a:ext uri="{FF2B5EF4-FFF2-40B4-BE49-F238E27FC236}">
                <a16:creationId xmlns:a16="http://schemas.microsoft.com/office/drawing/2014/main" id="{584872F2-AD23-451B-B00B-D48843FDC2F0}"/>
              </a:ext>
            </a:extLst>
          </p:cNvPr>
          <p:cNvSpPr>
            <a:spLocks noChangeArrowheads="1"/>
          </p:cNvSpPr>
          <p:nvPr/>
        </p:nvSpPr>
        <p:spPr bwMode="auto">
          <a:xfrm>
            <a:off x="899680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323">
            <a:extLst>
              <a:ext uri="{FF2B5EF4-FFF2-40B4-BE49-F238E27FC236}">
                <a16:creationId xmlns:a16="http://schemas.microsoft.com/office/drawing/2014/main" id="{59E7ABF1-EA01-439C-89DC-4066F7684B5B}"/>
              </a:ext>
            </a:extLst>
          </p:cNvPr>
          <p:cNvSpPr>
            <a:spLocks noChangeArrowheads="1"/>
          </p:cNvSpPr>
          <p:nvPr/>
        </p:nvSpPr>
        <p:spPr bwMode="auto">
          <a:xfrm>
            <a:off x="945106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324">
            <a:extLst>
              <a:ext uri="{FF2B5EF4-FFF2-40B4-BE49-F238E27FC236}">
                <a16:creationId xmlns:a16="http://schemas.microsoft.com/office/drawing/2014/main" id="{F5673CC4-BA29-4135-9BA9-AED7EAA77A45}"/>
              </a:ext>
            </a:extLst>
          </p:cNvPr>
          <p:cNvSpPr>
            <a:spLocks noChangeArrowheads="1"/>
          </p:cNvSpPr>
          <p:nvPr/>
        </p:nvSpPr>
        <p:spPr bwMode="auto">
          <a:xfrm>
            <a:off x="990650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325">
            <a:extLst>
              <a:ext uri="{FF2B5EF4-FFF2-40B4-BE49-F238E27FC236}">
                <a16:creationId xmlns:a16="http://schemas.microsoft.com/office/drawing/2014/main" id="{06B3D335-F1DF-4E26-A5A1-31E9CD919EA6}"/>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326">
            <a:extLst>
              <a:ext uri="{FF2B5EF4-FFF2-40B4-BE49-F238E27FC236}">
                <a16:creationId xmlns:a16="http://schemas.microsoft.com/office/drawing/2014/main" id="{834239CB-0B66-488B-B963-CD4BC4A66C7E}"/>
              </a:ext>
            </a:extLst>
          </p:cNvPr>
          <p:cNvSpPr>
            <a:spLocks noChangeArrowheads="1"/>
          </p:cNvSpPr>
          <p:nvPr/>
        </p:nvSpPr>
        <p:spPr bwMode="auto">
          <a:xfrm>
            <a:off x="1081619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327">
            <a:extLst>
              <a:ext uri="{FF2B5EF4-FFF2-40B4-BE49-F238E27FC236}">
                <a16:creationId xmlns:a16="http://schemas.microsoft.com/office/drawing/2014/main" id="{5DF8D3AD-C701-45DA-A09C-0B72B8B4D06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328">
            <a:extLst>
              <a:ext uri="{FF2B5EF4-FFF2-40B4-BE49-F238E27FC236}">
                <a16:creationId xmlns:a16="http://schemas.microsoft.com/office/drawing/2014/main" id="{4A5BD061-AFE7-47F7-A037-4635A1719163}"/>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303">
            <a:extLst>
              <a:ext uri="{FF2B5EF4-FFF2-40B4-BE49-F238E27FC236}">
                <a16:creationId xmlns:a16="http://schemas.microsoft.com/office/drawing/2014/main" id="{72E47367-DB80-4AEF-B453-F2874E290804}"/>
              </a:ext>
            </a:extLst>
          </p:cNvPr>
          <p:cNvSpPr>
            <a:spLocks noChangeArrowheads="1"/>
          </p:cNvSpPr>
          <p:nvPr/>
        </p:nvSpPr>
        <p:spPr bwMode="auto">
          <a:xfrm>
            <a:off x="35411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304">
            <a:extLst>
              <a:ext uri="{FF2B5EF4-FFF2-40B4-BE49-F238E27FC236}">
                <a16:creationId xmlns:a16="http://schemas.microsoft.com/office/drawing/2014/main" id="{A5D11ACD-18C7-4BD8-97B9-7564D82EECED}"/>
              </a:ext>
            </a:extLst>
          </p:cNvPr>
          <p:cNvSpPr>
            <a:spLocks noChangeArrowheads="1"/>
          </p:cNvSpPr>
          <p:nvPr/>
        </p:nvSpPr>
        <p:spPr bwMode="auto">
          <a:xfrm>
            <a:off x="80954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305">
            <a:extLst>
              <a:ext uri="{FF2B5EF4-FFF2-40B4-BE49-F238E27FC236}">
                <a16:creationId xmlns:a16="http://schemas.microsoft.com/office/drawing/2014/main" id="{7304767C-0411-429C-B5FC-DE14E770D4E3}"/>
              </a:ext>
            </a:extLst>
          </p:cNvPr>
          <p:cNvSpPr>
            <a:spLocks noChangeArrowheads="1"/>
          </p:cNvSpPr>
          <p:nvPr/>
        </p:nvSpPr>
        <p:spPr bwMode="auto">
          <a:xfrm>
            <a:off x="126380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306">
            <a:extLst>
              <a:ext uri="{FF2B5EF4-FFF2-40B4-BE49-F238E27FC236}">
                <a16:creationId xmlns:a16="http://schemas.microsoft.com/office/drawing/2014/main" id="{D74BCE79-1C15-40ED-A6B2-30D89DC13305}"/>
              </a:ext>
            </a:extLst>
          </p:cNvPr>
          <p:cNvSpPr>
            <a:spLocks noChangeArrowheads="1"/>
          </p:cNvSpPr>
          <p:nvPr/>
        </p:nvSpPr>
        <p:spPr bwMode="auto">
          <a:xfrm>
            <a:off x="1719239"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307">
            <a:extLst>
              <a:ext uri="{FF2B5EF4-FFF2-40B4-BE49-F238E27FC236}">
                <a16:creationId xmlns:a16="http://schemas.microsoft.com/office/drawing/2014/main" id="{4966B602-0BC1-433A-A6DC-60644E5D1576}"/>
              </a:ext>
            </a:extLst>
          </p:cNvPr>
          <p:cNvSpPr>
            <a:spLocks noChangeArrowheads="1"/>
          </p:cNvSpPr>
          <p:nvPr/>
        </p:nvSpPr>
        <p:spPr bwMode="auto">
          <a:xfrm>
            <a:off x="2173502"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308">
            <a:extLst>
              <a:ext uri="{FF2B5EF4-FFF2-40B4-BE49-F238E27FC236}">
                <a16:creationId xmlns:a16="http://schemas.microsoft.com/office/drawing/2014/main" id="{5FA73E87-F9E1-4922-AB56-257040A0C260}"/>
              </a:ext>
            </a:extLst>
          </p:cNvPr>
          <p:cNvSpPr>
            <a:spLocks noChangeArrowheads="1"/>
          </p:cNvSpPr>
          <p:nvPr/>
        </p:nvSpPr>
        <p:spPr bwMode="auto">
          <a:xfrm>
            <a:off x="262893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309">
            <a:extLst>
              <a:ext uri="{FF2B5EF4-FFF2-40B4-BE49-F238E27FC236}">
                <a16:creationId xmlns:a16="http://schemas.microsoft.com/office/drawing/2014/main" id="{3523D0D6-BF5C-4992-89BC-D80F4B65DDA7}"/>
              </a:ext>
            </a:extLst>
          </p:cNvPr>
          <p:cNvSpPr>
            <a:spLocks noChangeArrowheads="1"/>
          </p:cNvSpPr>
          <p:nvPr/>
        </p:nvSpPr>
        <p:spPr bwMode="auto">
          <a:xfrm>
            <a:off x="3083198"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310">
            <a:extLst>
              <a:ext uri="{FF2B5EF4-FFF2-40B4-BE49-F238E27FC236}">
                <a16:creationId xmlns:a16="http://schemas.microsoft.com/office/drawing/2014/main" id="{5D76C7BC-28B0-4D32-B952-79C61B9622E0}"/>
              </a:ext>
            </a:extLst>
          </p:cNvPr>
          <p:cNvSpPr>
            <a:spLocks noChangeArrowheads="1"/>
          </p:cNvSpPr>
          <p:nvPr/>
        </p:nvSpPr>
        <p:spPr bwMode="auto">
          <a:xfrm>
            <a:off x="353863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311">
            <a:extLst>
              <a:ext uri="{FF2B5EF4-FFF2-40B4-BE49-F238E27FC236}">
                <a16:creationId xmlns:a16="http://schemas.microsoft.com/office/drawing/2014/main" id="{02B04400-D266-4DBE-913D-B08E3CF680B4}"/>
              </a:ext>
            </a:extLst>
          </p:cNvPr>
          <p:cNvSpPr>
            <a:spLocks noChangeArrowheads="1"/>
          </p:cNvSpPr>
          <p:nvPr/>
        </p:nvSpPr>
        <p:spPr bwMode="auto">
          <a:xfrm>
            <a:off x="399289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312">
            <a:extLst>
              <a:ext uri="{FF2B5EF4-FFF2-40B4-BE49-F238E27FC236}">
                <a16:creationId xmlns:a16="http://schemas.microsoft.com/office/drawing/2014/main" id="{7B93B4CC-C4D7-437E-A267-7391A7627D42}"/>
              </a:ext>
            </a:extLst>
          </p:cNvPr>
          <p:cNvSpPr>
            <a:spLocks noChangeArrowheads="1"/>
          </p:cNvSpPr>
          <p:nvPr/>
        </p:nvSpPr>
        <p:spPr bwMode="auto">
          <a:xfrm>
            <a:off x="4448327"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313">
            <a:extLst>
              <a:ext uri="{FF2B5EF4-FFF2-40B4-BE49-F238E27FC236}">
                <a16:creationId xmlns:a16="http://schemas.microsoft.com/office/drawing/2014/main" id="{4B2581D9-C04D-4A48-A51B-2934BA88C105}"/>
              </a:ext>
            </a:extLst>
          </p:cNvPr>
          <p:cNvSpPr>
            <a:spLocks noChangeArrowheads="1"/>
          </p:cNvSpPr>
          <p:nvPr/>
        </p:nvSpPr>
        <p:spPr bwMode="auto">
          <a:xfrm>
            <a:off x="490259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314">
            <a:extLst>
              <a:ext uri="{FF2B5EF4-FFF2-40B4-BE49-F238E27FC236}">
                <a16:creationId xmlns:a16="http://schemas.microsoft.com/office/drawing/2014/main" id="{6F9A094D-9E36-418E-BD81-0BED0CA37542}"/>
              </a:ext>
            </a:extLst>
          </p:cNvPr>
          <p:cNvSpPr>
            <a:spLocks noChangeArrowheads="1"/>
          </p:cNvSpPr>
          <p:nvPr/>
        </p:nvSpPr>
        <p:spPr bwMode="auto">
          <a:xfrm>
            <a:off x="535802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315">
            <a:extLst>
              <a:ext uri="{FF2B5EF4-FFF2-40B4-BE49-F238E27FC236}">
                <a16:creationId xmlns:a16="http://schemas.microsoft.com/office/drawing/2014/main" id="{99CE1A4E-E309-4173-B637-E7FA8780A5B0}"/>
              </a:ext>
            </a:extLst>
          </p:cNvPr>
          <p:cNvSpPr>
            <a:spLocks noChangeArrowheads="1"/>
          </p:cNvSpPr>
          <p:nvPr/>
        </p:nvSpPr>
        <p:spPr bwMode="auto">
          <a:xfrm>
            <a:off x="5812285"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316">
            <a:extLst>
              <a:ext uri="{FF2B5EF4-FFF2-40B4-BE49-F238E27FC236}">
                <a16:creationId xmlns:a16="http://schemas.microsoft.com/office/drawing/2014/main" id="{35908A89-8ABE-4EA6-AB07-7C6C075084C7}"/>
              </a:ext>
            </a:extLst>
          </p:cNvPr>
          <p:cNvSpPr>
            <a:spLocks noChangeArrowheads="1"/>
          </p:cNvSpPr>
          <p:nvPr/>
        </p:nvSpPr>
        <p:spPr bwMode="auto">
          <a:xfrm>
            <a:off x="6267718"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317">
            <a:extLst>
              <a:ext uri="{FF2B5EF4-FFF2-40B4-BE49-F238E27FC236}">
                <a16:creationId xmlns:a16="http://schemas.microsoft.com/office/drawing/2014/main" id="{52D7FC56-1108-4D22-9631-D0A08F954F2D}"/>
              </a:ext>
            </a:extLst>
          </p:cNvPr>
          <p:cNvSpPr>
            <a:spLocks noChangeArrowheads="1"/>
          </p:cNvSpPr>
          <p:nvPr/>
        </p:nvSpPr>
        <p:spPr bwMode="auto">
          <a:xfrm>
            <a:off x="6721981"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318">
            <a:extLst>
              <a:ext uri="{FF2B5EF4-FFF2-40B4-BE49-F238E27FC236}">
                <a16:creationId xmlns:a16="http://schemas.microsoft.com/office/drawing/2014/main" id="{E6B3457F-C39E-40F4-B8B4-741981759F9C}"/>
              </a:ext>
            </a:extLst>
          </p:cNvPr>
          <p:cNvSpPr>
            <a:spLocks noChangeArrowheads="1"/>
          </p:cNvSpPr>
          <p:nvPr/>
        </p:nvSpPr>
        <p:spPr bwMode="auto">
          <a:xfrm>
            <a:off x="7177414"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319">
            <a:extLst>
              <a:ext uri="{FF2B5EF4-FFF2-40B4-BE49-F238E27FC236}">
                <a16:creationId xmlns:a16="http://schemas.microsoft.com/office/drawing/2014/main" id="{08E774A7-E1DE-46A1-A6F9-D13721437291}"/>
              </a:ext>
            </a:extLst>
          </p:cNvPr>
          <p:cNvSpPr>
            <a:spLocks noChangeArrowheads="1"/>
          </p:cNvSpPr>
          <p:nvPr/>
        </p:nvSpPr>
        <p:spPr bwMode="auto">
          <a:xfrm>
            <a:off x="763167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320">
            <a:extLst>
              <a:ext uri="{FF2B5EF4-FFF2-40B4-BE49-F238E27FC236}">
                <a16:creationId xmlns:a16="http://schemas.microsoft.com/office/drawing/2014/main" id="{7B8BB479-CE5F-4C3D-9C65-414F6B72D38F}"/>
              </a:ext>
            </a:extLst>
          </p:cNvPr>
          <p:cNvSpPr>
            <a:spLocks noChangeArrowheads="1"/>
          </p:cNvSpPr>
          <p:nvPr/>
        </p:nvSpPr>
        <p:spPr bwMode="auto">
          <a:xfrm>
            <a:off x="808711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321">
            <a:extLst>
              <a:ext uri="{FF2B5EF4-FFF2-40B4-BE49-F238E27FC236}">
                <a16:creationId xmlns:a16="http://schemas.microsoft.com/office/drawing/2014/main" id="{2E97BD59-5139-4C10-8550-C855D2D1FEC1}"/>
              </a:ext>
            </a:extLst>
          </p:cNvPr>
          <p:cNvSpPr>
            <a:spLocks noChangeArrowheads="1"/>
          </p:cNvSpPr>
          <p:nvPr/>
        </p:nvSpPr>
        <p:spPr bwMode="auto">
          <a:xfrm>
            <a:off x="854137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322">
            <a:extLst>
              <a:ext uri="{FF2B5EF4-FFF2-40B4-BE49-F238E27FC236}">
                <a16:creationId xmlns:a16="http://schemas.microsoft.com/office/drawing/2014/main" id="{3AA2DF57-9830-4A49-9748-4ADE27F46F6D}"/>
              </a:ext>
            </a:extLst>
          </p:cNvPr>
          <p:cNvSpPr>
            <a:spLocks noChangeArrowheads="1"/>
          </p:cNvSpPr>
          <p:nvPr/>
        </p:nvSpPr>
        <p:spPr bwMode="auto">
          <a:xfrm>
            <a:off x="899680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323">
            <a:extLst>
              <a:ext uri="{FF2B5EF4-FFF2-40B4-BE49-F238E27FC236}">
                <a16:creationId xmlns:a16="http://schemas.microsoft.com/office/drawing/2014/main" id="{01A36D7F-15E1-44B8-9B0F-4F2DAABB6669}"/>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324">
            <a:extLst>
              <a:ext uri="{FF2B5EF4-FFF2-40B4-BE49-F238E27FC236}">
                <a16:creationId xmlns:a16="http://schemas.microsoft.com/office/drawing/2014/main" id="{716C32D4-81F1-4B63-9A1A-24136249381B}"/>
              </a:ext>
            </a:extLst>
          </p:cNvPr>
          <p:cNvSpPr>
            <a:spLocks noChangeArrowheads="1"/>
          </p:cNvSpPr>
          <p:nvPr/>
        </p:nvSpPr>
        <p:spPr bwMode="auto">
          <a:xfrm>
            <a:off x="990650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325">
            <a:extLst>
              <a:ext uri="{FF2B5EF4-FFF2-40B4-BE49-F238E27FC236}">
                <a16:creationId xmlns:a16="http://schemas.microsoft.com/office/drawing/2014/main" id="{6341F2A0-638B-4AEC-A1C2-759E1F2E1FE8}"/>
              </a:ext>
            </a:extLst>
          </p:cNvPr>
          <p:cNvSpPr>
            <a:spLocks noChangeArrowheads="1"/>
          </p:cNvSpPr>
          <p:nvPr/>
        </p:nvSpPr>
        <p:spPr bwMode="auto">
          <a:xfrm>
            <a:off x="10360764"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326">
            <a:extLst>
              <a:ext uri="{FF2B5EF4-FFF2-40B4-BE49-F238E27FC236}">
                <a16:creationId xmlns:a16="http://schemas.microsoft.com/office/drawing/2014/main" id="{AC3BBC0F-0B8D-458F-94A7-D77F591B6038}"/>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327">
            <a:extLst>
              <a:ext uri="{FF2B5EF4-FFF2-40B4-BE49-F238E27FC236}">
                <a16:creationId xmlns:a16="http://schemas.microsoft.com/office/drawing/2014/main" id="{2BCB09AE-15F7-4D67-9547-C60DDCB0CEA6}"/>
              </a:ext>
            </a:extLst>
          </p:cNvPr>
          <p:cNvSpPr>
            <a:spLocks noChangeArrowheads="1"/>
          </p:cNvSpPr>
          <p:nvPr/>
        </p:nvSpPr>
        <p:spPr bwMode="auto">
          <a:xfrm>
            <a:off x="1127046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328">
            <a:extLst>
              <a:ext uri="{FF2B5EF4-FFF2-40B4-BE49-F238E27FC236}">
                <a16:creationId xmlns:a16="http://schemas.microsoft.com/office/drawing/2014/main" id="{19811182-AAD5-444A-AEBF-DA4474795936}"/>
              </a:ext>
            </a:extLst>
          </p:cNvPr>
          <p:cNvSpPr>
            <a:spLocks noChangeArrowheads="1"/>
          </p:cNvSpPr>
          <p:nvPr/>
        </p:nvSpPr>
        <p:spPr bwMode="auto">
          <a:xfrm>
            <a:off x="1172589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91">
            <a:extLst>
              <a:ext uri="{FF2B5EF4-FFF2-40B4-BE49-F238E27FC236}">
                <a16:creationId xmlns:a16="http://schemas.microsoft.com/office/drawing/2014/main" id="{F5F1C36C-3F5F-453A-8021-577AF8102B7D}"/>
              </a:ext>
            </a:extLst>
          </p:cNvPr>
          <p:cNvSpPr>
            <a:spLocks noChangeArrowheads="1"/>
          </p:cNvSpPr>
          <p:nvPr userDrawn="1"/>
        </p:nvSpPr>
        <p:spPr bwMode="auto">
          <a:xfrm>
            <a:off x="3538630" y="18627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92">
            <a:extLst>
              <a:ext uri="{FF2B5EF4-FFF2-40B4-BE49-F238E27FC236}">
                <a16:creationId xmlns:a16="http://schemas.microsoft.com/office/drawing/2014/main" id="{B68E0835-F6A9-4C24-80BC-2C4982644A6B}"/>
              </a:ext>
            </a:extLst>
          </p:cNvPr>
          <p:cNvSpPr>
            <a:spLocks noChangeArrowheads="1"/>
          </p:cNvSpPr>
          <p:nvPr userDrawn="1"/>
        </p:nvSpPr>
        <p:spPr bwMode="auto">
          <a:xfrm>
            <a:off x="3992893" y="18627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8">
            <a:extLst>
              <a:ext uri="{FF2B5EF4-FFF2-40B4-BE49-F238E27FC236}">
                <a16:creationId xmlns:a16="http://schemas.microsoft.com/office/drawing/2014/main" id="{C7E8024E-9FFB-4AFF-946C-F32504357775}"/>
              </a:ext>
            </a:extLst>
          </p:cNvPr>
          <p:cNvSpPr>
            <a:spLocks noChangeArrowheads="1"/>
          </p:cNvSpPr>
          <p:nvPr userDrawn="1"/>
        </p:nvSpPr>
        <p:spPr bwMode="auto">
          <a:xfrm>
            <a:off x="3538630" y="23711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9">
            <a:extLst>
              <a:ext uri="{FF2B5EF4-FFF2-40B4-BE49-F238E27FC236}">
                <a16:creationId xmlns:a16="http://schemas.microsoft.com/office/drawing/2014/main" id="{542FA810-66E0-4E5C-A29B-2F35550C8B07}"/>
              </a:ext>
            </a:extLst>
          </p:cNvPr>
          <p:cNvSpPr>
            <a:spLocks noChangeArrowheads="1"/>
          </p:cNvSpPr>
          <p:nvPr userDrawn="1"/>
        </p:nvSpPr>
        <p:spPr bwMode="auto">
          <a:xfrm>
            <a:off x="3992893" y="23711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45">
            <a:extLst>
              <a:ext uri="{FF2B5EF4-FFF2-40B4-BE49-F238E27FC236}">
                <a16:creationId xmlns:a16="http://schemas.microsoft.com/office/drawing/2014/main" id="{E3ADD3A0-60F3-4CCF-A787-C83FEFD7452B}"/>
              </a:ext>
            </a:extLst>
          </p:cNvPr>
          <p:cNvSpPr>
            <a:spLocks noChangeArrowheads="1"/>
          </p:cNvSpPr>
          <p:nvPr userDrawn="1"/>
        </p:nvSpPr>
        <p:spPr bwMode="auto">
          <a:xfrm>
            <a:off x="3538630" y="28783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46">
            <a:extLst>
              <a:ext uri="{FF2B5EF4-FFF2-40B4-BE49-F238E27FC236}">
                <a16:creationId xmlns:a16="http://schemas.microsoft.com/office/drawing/2014/main" id="{03B5D2C0-D46F-4CA6-BB0C-7E966C3AB9DB}"/>
              </a:ext>
            </a:extLst>
          </p:cNvPr>
          <p:cNvSpPr>
            <a:spLocks noChangeArrowheads="1"/>
          </p:cNvSpPr>
          <p:nvPr userDrawn="1"/>
        </p:nvSpPr>
        <p:spPr bwMode="auto">
          <a:xfrm>
            <a:off x="3992893" y="28783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72">
            <a:extLst>
              <a:ext uri="{FF2B5EF4-FFF2-40B4-BE49-F238E27FC236}">
                <a16:creationId xmlns:a16="http://schemas.microsoft.com/office/drawing/2014/main" id="{A5A79340-EBE4-4E04-AF35-EAB781F1CA7F}"/>
              </a:ext>
            </a:extLst>
          </p:cNvPr>
          <p:cNvSpPr>
            <a:spLocks noChangeArrowheads="1"/>
          </p:cNvSpPr>
          <p:nvPr userDrawn="1"/>
        </p:nvSpPr>
        <p:spPr bwMode="auto">
          <a:xfrm>
            <a:off x="3538630" y="338679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73">
            <a:extLst>
              <a:ext uri="{FF2B5EF4-FFF2-40B4-BE49-F238E27FC236}">
                <a16:creationId xmlns:a16="http://schemas.microsoft.com/office/drawing/2014/main" id="{A3D2A4FF-3DD1-4D92-A192-6C0C4D36720E}"/>
              </a:ext>
            </a:extLst>
          </p:cNvPr>
          <p:cNvSpPr>
            <a:spLocks noChangeArrowheads="1"/>
          </p:cNvSpPr>
          <p:nvPr userDrawn="1"/>
        </p:nvSpPr>
        <p:spPr bwMode="auto">
          <a:xfrm>
            <a:off x="3992893" y="338679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99">
            <a:extLst>
              <a:ext uri="{FF2B5EF4-FFF2-40B4-BE49-F238E27FC236}">
                <a16:creationId xmlns:a16="http://schemas.microsoft.com/office/drawing/2014/main" id="{F8123DF8-9385-4180-994E-0FB3C83AB056}"/>
              </a:ext>
            </a:extLst>
          </p:cNvPr>
          <p:cNvSpPr>
            <a:spLocks noChangeArrowheads="1"/>
          </p:cNvSpPr>
          <p:nvPr userDrawn="1"/>
        </p:nvSpPr>
        <p:spPr bwMode="auto">
          <a:xfrm>
            <a:off x="3538630" y="38951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200">
            <a:extLst>
              <a:ext uri="{FF2B5EF4-FFF2-40B4-BE49-F238E27FC236}">
                <a16:creationId xmlns:a16="http://schemas.microsoft.com/office/drawing/2014/main" id="{35B83622-CCF4-4468-AC64-CB149002826E}"/>
              </a:ext>
            </a:extLst>
          </p:cNvPr>
          <p:cNvSpPr>
            <a:spLocks noChangeArrowheads="1"/>
          </p:cNvSpPr>
          <p:nvPr userDrawn="1"/>
        </p:nvSpPr>
        <p:spPr bwMode="auto">
          <a:xfrm>
            <a:off x="3992893" y="38951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227">
            <a:extLst>
              <a:ext uri="{FF2B5EF4-FFF2-40B4-BE49-F238E27FC236}">
                <a16:creationId xmlns:a16="http://schemas.microsoft.com/office/drawing/2014/main" id="{BFBE24A8-7F94-482E-85C3-410179531E60}"/>
              </a:ext>
            </a:extLst>
          </p:cNvPr>
          <p:cNvSpPr>
            <a:spLocks noChangeArrowheads="1"/>
          </p:cNvSpPr>
          <p:nvPr userDrawn="1"/>
        </p:nvSpPr>
        <p:spPr bwMode="auto">
          <a:xfrm>
            <a:off x="3538631" y="44035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228">
            <a:extLst>
              <a:ext uri="{FF2B5EF4-FFF2-40B4-BE49-F238E27FC236}">
                <a16:creationId xmlns:a16="http://schemas.microsoft.com/office/drawing/2014/main" id="{7BB41F2F-EDE1-4BB3-B582-2B31560A4BBC}"/>
              </a:ext>
            </a:extLst>
          </p:cNvPr>
          <p:cNvSpPr>
            <a:spLocks noChangeArrowheads="1"/>
          </p:cNvSpPr>
          <p:nvPr userDrawn="1"/>
        </p:nvSpPr>
        <p:spPr bwMode="auto">
          <a:xfrm>
            <a:off x="3992894" y="44035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254">
            <a:extLst>
              <a:ext uri="{FF2B5EF4-FFF2-40B4-BE49-F238E27FC236}">
                <a16:creationId xmlns:a16="http://schemas.microsoft.com/office/drawing/2014/main" id="{B7B10579-D69C-4FCC-AF11-0E5789DC7BAB}"/>
              </a:ext>
            </a:extLst>
          </p:cNvPr>
          <p:cNvSpPr>
            <a:spLocks noChangeArrowheads="1"/>
          </p:cNvSpPr>
          <p:nvPr userDrawn="1"/>
        </p:nvSpPr>
        <p:spPr bwMode="auto">
          <a:xfrm>
            <a:off x="3538631" y="49107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255">
            <a:extLst>
              <a:ext uri="{FF2B5EF4-FFF2-40B4-BE49-F238E27FC236}">
                <a16:creationId xmlns:a16="http://schemas.microsoft.com/office/drawing/2014/main" id="{A4A3592F-5BAF-4960-8617-39A5A4418C41}"/>
              </a:ext>
            </a:extLst>
          </p:cNvPr>
          <p:cNvSpPr>
            <a:spLocks noChangeArrowheads="1"/>
          </p:cNvSpPr>
          <p:nvPr userDrawn="1"/>
        </p:nvSpPr>
        <p:spPr bwMode="auto">
          <a:xfrm>
            <a:off x="3992894" y="49107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91">
            <a:extLst>
              <a:ext uri="{FF2B5EF4-FFF2-40B4-BE49-F238E27FC236}">
                <a16:creationId xmlns:a16="http://schemas.microsoft.com/office/drawing/2014/main" id="{D185731F-D098-4E64-B7BB-077680516CB5}"/>
              </a:ext>
            </a:extLst>
          </p:cNvPr>
          <p:cNvSpPr>
            <a:spLocks noChangeArrowheads="1"/>
          </p:cNvSpPr>
          <p:nvPr userDrawn="1"/>
        </p:nvSpPr>
        <p:spPr bwMode="auto">
          <a:xfrm>
            <a:off x="4448326" y="18548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92">
            <a:extLst>
              <a:ext uri="{FF2B5EF4-FFF2-40B4-BE49-F238E27FC236}">
                <a16:creationId xmlns:a16="http://schemas.microsoft.com/office/drawing/2014/main" id="{C9CCA8BE-3357-4F70-B832-4B61283439F8}"/>
              </a:ext>
            </a:extLst>
          </p:cNvPr>
          <p:cNvSpPr>
            <a:spLocks noChangeArrowheads="1"/>
          </p:cNvSpPr>
          <p:nvPr userDrawn="1"/>
        </p:nvSpPr>
        <p:spPr bwMode="auto">
          <a:xfrm>
            <a:off x="4902589" y="18548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18">
            <a:extLst>
              <a:ext uri="{FF2B5EF4-FFF2-40B4-BE49-F238E27FC236}">
                <a16:creationId xmlns:a16="http://schemas.microsoft.com/office/drawing/2014/main" id="{E455E6B1-820F-4874-9998-3F33FDF6762A}"/>
              </a:ext>
            </a:extLst>
          </p:cNvPr>
          <p:cNvSpPr>
            <a:spLocks noChangeArrowheads="1"/>
          </p:cNvSpPr>
          <p:nvPr userDrawn="1"/>
        </p:nvSpPr>
        <p:spPr bwMode="auto">
          <a:xfrm>
            <a:off x="4448326" y="23632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19">
            <a:extLst>
              <a:ext uri="{FF2B5EF4-FFF2-40B4-BE49-F238E27FC236}">
                <a16:creationId xmlns:a16="http://schemas.microsoft.com/office/drawing/2014/main" id="{A5878F30-11F9-4620-BB7C-A20308D54D2A}"/>
              </a:ext>
            </a:extLst>
          </p:cNvPr>
          <p:cNvSpPr>
            <a:spLocks noChangeArrowheads="1"/>
          </p:cNvSpPr>
          <p:nvPr userDrawn="1"/>
        </p:nvSpPr>
        <p:spPr bwMode="auto">
          <a:xfrm>
            <a:off x="4902589" y="23632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5">
            <a:extLst>
              <a:ext uri="{FF2B5EF4-FFF2-40B4-BE49-F238E27FC236}">
                <a16:creationId xmlns:a16="http://schemas.microsoft.com/office/drawing/2014/main" id="{282B328E-96DE-404A-8A33-DD08463AA16C}"/>
              </a:ext>
            </a:extLst>
          </p:cNvPr>
          <p:cNvSpPr>
            <a:spLocks noChangeArrowheads="1"/>
          </p:cNvSpPr>
          <p:nvPr userDrawn="1"/>
        </p:nvSpPr>
        <p:spPr bwMode="auto">
          <a:xfrm>
            <a:off x="4448326" y="28704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46">
            <a:extLst>
              <a:ext uri="{FF2B5EF4-FFF2-40B4-BE49-F238E27FC236}">
                <a16:creationId xmlns:a16="http://schemas.microsoft.com/office/drawing/2014/main" id="{6B4AC90D-580B-4B11-8435-170433BF37CE}"/>
              </a:ext>
            </a:extLst>
          </p:cNvPr>
          <p:cNvSpPr>
            <a:spLocks noChangeArrowheads="1"/>
          </p:cNvSpPr>
          <p:nvPr userDrawn="1"/>
        </p:nvSpPr>
        <p:spPr bwMode="auto">
          <a:xfrm>
            <a:off x="4902589" y="28704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72">
            <a:extLst>
              <a:ext uri="{FF2B5EF4-FFF2-40B4-BE49-F238E27FC236}">
                <a16:creationId xmlns:a16="http://schemas.microsoft.com/office/drawing/2014/main" id="{9FF1A1F4-2E5F-4786-B499-D60DC75B214B}"/>
              </a:ext>
            </a:extLst>
          </p:cNvPr>
          <p:cNvSpPr>
            <a:spLocks noChangeArrowheads="1"/>
          </p:cNvSpPr>
          <p:nvPr userDrawn="1"/>
        </p:nvSpPr>
        <p:spPr bwMode="auto">
          <a:xfrm>
            <a:off x="4448326" y="337886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73">
            <a:extLst>
              <a:ext uri="{FF2B5EF4-FFF2-40B4-BE49-F238E27FC236}">
                <a16:creationId xmlns:a16="http://schemas.microsoft.com/office/drawing/2014/main" id="{0F1C8560-0B43-4D98-ADB6-195504D71D3D}"/>
              </a:ext>
            </a:extLst>
          </p:cNvPr>
          <p:cNvSpPr>
            <a:spLocks noChangeArrowheads="1"/>
          </p:cNvSpPr>
          <p:nvPr userDrawn="1"/>
        </p:nvSpPr>
        <p:spPr bwMode="auto">
          <a:xfrm>
            <a:off x="4902589" y="337886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99">
            <a:extLst>
              <a:ext uri="{FF2B5EF4-FFF2-40B4-BE49-F238E27FC236}">
                <a16:creationId xmlns:a16="http://schemas.microsoft.com/office/drawing/2014/main" id="{A4D091FA-192E-4111-9D0A-1154813D182B}"/>
              </a:ext>
            </a:extLst>
          </p:cNvPr>
          <p:cNvSpPr>
            <a:spLocks noChangeArrowheads="1"/>
          </p:cNvSpPr>
          <p:nvPr userDrawn="1"/>
        </p:nvSpPr>
        <p:spPr bwMode="auto">
          <a:xfrm>
            <a:off x="4448326" y="38872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200">
            <a:extLst>
              <a:ext uri="{FF2B5EF4-FFF2-40B4-BE49-F238E27FC236}">
                <a16:creationId xmlns:a16="http://schemas.microsoft.com/office/drawing/2014/main" id="{2456DB9E-FD91-4F1E-8D75-71C5A435799A}"/>
              </a:ext>
            </a:extLst>
          </p:cNvPr>
          <p:cNvSpPr>
            <a:spLocks noChangeArrowheads="1"/>
          </p:cNvSpPr>
          <p:nvPr userDrawn="1"/>
        </p:nvSpPr>
        <p:spPr bwMode="auto">
          <a:xfrm>
            <a:off x="4902589" y="38872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227">
            <a:extLst>
              <a:ext uri="{FF2B5EF4-FFF2-40B4-BE49-F238E27FC236}">
                <a16:creationId xmlns:a16="http://schemas.microsoft.com/office/drawing/2014/main" id="{82ADDEB8-4944-41EC-9927-6FCED6B44E0F}"/>
              </a:ext>
            </a:extLst>
          </p:cNvPr>
          <p:cNvSpPr>
            <a:spLocks noChangeArrowheads="1"/>
          </p:cNvSpPr>
          <p:nvPr userDrawn="1"/>
        </p:nvSpPr>
        <p:spPr bwMode="auto">
          <a:xfrm>
            <a:off x="4448327" y="43956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228">
            <a:extLst>
              <a:ext uri="{FF2B5EF4-FFF2-40B4-BE49-F238E27FC236}">
                <a16:creationId xmlns:a16="http://schemas.microsoft.com/office/drawing/2014/main" id="{3E7F6ABB-32D8-4D9F-8019-5A6F21704275}"/>
              </a:ext>
            </a:extLst>
          </p:cNvPr>
          <p:cNvSpPr>
            <a:spLocks noChangeArrowheads="1"/>
          </p:cNvSpPr>
          <p:nvPr userDrawn="1"/>
        </p:nvSpPr>
        <p:spPr bwMode="auto">
          <a:xfrm>
            <a:off x="4902590" y="43956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254">
            <a:extLst>
              <a:ext uri="{FF2B5EF4-FFF2-40B4-BE49-F238E27FC236}">
                <a16:creationId xmlns:a16="http://schemas.microsoft.com/office/drawing/2014/main" id="{FF3C13CA-9CE5-4787-9D9F-6F33F6D7219E}"/>
              </a:ext>
            </a:extLst>
          </p:cNvPr>
          <p:cNvSpPr>
            <a:spLocks noChangeArrowheads="1"/>
          </p:cNvSpPr>
          <p:nvPr userDrawn="1"/>
        </p:nvSpPr>
        <p:spPr bwMode="auto">
          <a:xfrm>
            <a:off x="4448327" y="49028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255">
            <a:extLst>
              <a:ext uri="{FF2B5EF4-FFF2-40B4-BE49-F238E27FC236}">
                <a16:creationId xmlns:a16="http://schemas.microsoft.com/office/drawing/2014/main" id="{F45F3084-D5DF-4E2A-9FD2-8FADA756F908}"/>
              </a:ext>
            </a:extLst>
          </p:cNvPr>
          <p:cNvSpPr>
            <a:spLocks noChangeArrowheads="1"/>
          </p:cNvSpPr>
          <p:nvPr userDrawn="1"/>
        </p:nvSpPr>
        <p:spPr bwMode="auto">
          <a:xfrm>
            <a:off x="4902590" y="49028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91">
            <a:extLst>
              <a:ext uri="{FF2B5EF4-FFF2-40B4-BE49-F238E27FC236}">
                <a16:creationId xmlns:a16="http://schemas.microsoft.com/office/drawing/2014/main" id="{C8C188D8-825C-491C-B927-12A86B68F9C8}"/>
              </a:ext>
            </a:extLst>
          </p:cNvPr>
          <p:cNvSpPr>
            <a:spLocks noChangeArrowheads="1"/>
          </p:cNvSpPr>
          <p:nvPr userDrawn="1"/>
        </p:nvSpPr>
        <p:spPr bwMode="auto">
          <a:xfrm>
            <a:off x="5358022" y="18304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92">
            <a:extLst>
              <a:ext uri="{FF2B5EF4-FFF2-40B4-BE49-F238E27FC236}">
                <a16:creationId xmlns:a16="http://schemas.microsoft.com/office/drawing/2014/main" id="{F1A1CAD1-7E2F-491A-A2F7-752577008BAE}"/>
              </a:ext>
            </a:extLst>
          </p:cNvPr>
          <p:cNvSpPr>
            <a:spLocks noChangeArrowheads="1"/>
          </p:cNvSpPr>
          <p:nvPr userDrawn="1"/>
        </p:nvSpPr>
        <p:spPr bwMode="auto">
          <a:xfrm>
            <a:off x="5812285" y="18304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18">
            <a:extLst>
              <a:ext uri="{FF2B5EF4-FFF2-40B4-BE49-F238E27FC236}">
                <a16:creationId xmlns:a16="http://schemas.microsoft.com/office/drawing/2014/main" id="{C9F7170B-09CB-4F23-B86C-E3C5A5A9526F}"/>
              </a:ext>
            </a:extLst>
          </p:cNvPr>
          <p:cNvSpPr>
            <a:spLocks noChangeArrowheads="1"/>
          </p:cNvSpPr>
          <p:nvPr userDrawn="1"/>
        </p:nvSpPr>
        <p:spPr bwMode="auto">
          <a:xfrm>
            <a:off x="5358022" y="23388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19">
            <a:extLst>
              <a:ext uri="{FF2B5EF4-FFF2-40B4-BE49-F238E27FC236}">
                <a16:creationId xmlns:a16="http://schemas.microsoft.com/office/drawing/2014/main" id="{91FF46E2-A356-45DF-9FE0-6D68E8BBB82B}"/>
              </a:ext>
            </a:extLst>
          </p:cNvPr>
          <p:cNvSpPr>
            <a:spLocks noChangeArrowheads="1"/>
          </p:cNvSpPr>
          <p:nvPr userDrawn="1"/>
        </p:nvSpPr>
        <p:spPr bwMode="auto">
          <a:xfrm>
            <a:off x="5812285" y="23388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45">
            <a:extLst>
              <a:ext uri="{FF2B5EF4-FFF2-40B4-BE49-F238E27FC236}">
                <a16:creationId xmlns:a16="http://schemas.microsoft.com/office/drawing/2014/main" id="{233DF4C6-7DB2-4DEC-965E-4E0FD1AE2F7E}"/>
              </a:ext>
            </a:extLst>
          </p:cNvPr>
          <p:cNvSpPr>
            <a:spLocks noChangeArrowheads="1"/>
          </p:cNvSpPr>
          <p:nvPr userDrawn="1"/>
        </p:nvSpPr>
        <p:spPr bwMode="auto">
          <a:xfrm>
            <a:off x="5358022" y="28460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46">
            <a:extLst>
              <a:ext uri="{FF2B5EF4-FFF2-40B4-BE49-F238E27FC236}">
                <a16:creationId xmlns:a16="http://schemas.microsoft.com/office/drawing/2014/main" id="{BA0EBE02-0FF5-4E5F-B07E-C74F70CB3BB6}"/>
              </a:ext>
            </a:extLst>
          </p:cNvPr>
          <p:cNvSpPr>
            <a:spLocks noChangeArrowheads="1"/>
          </p:cNvSpPr>
          <p:nvPr userDrawn="1"/>
        </p:nvSpPr>
        <p:spPr bwMode="auto">
          <a:xfrm>
            <a:off x="5812285" y="28460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72">
            <a:extLst>
              <a:ext uri="{FF2B5EF4-FFF2-40B4-BE49-F238E27FC236}">
                <a16:creationId xmlns:a16="http://schemas.microsoft.com/office/drawing/2014/main" id="{C1FFCEB5-7D01-4DF1-AE5C-13AA614FBB24}"/>
              </a:ext>
            </a:extLst>
          </p:cNvPr>
          <p:cNvSpPr>
            <a:spLocks noChangeArrowheads="1"/>
          </p:cNvSpPr>
          <p:nvPr userDrawn="1"/>
        </p:nvSpPr>
        <p:spPr bwMode="auto">
          <a:xfrm>
            <a:off x="5358022" y="335444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73">
            <a:extLst>
              <a:ext uri="{FF2B5EF4-FFF2-40B4-BE49-F238E27FC236}">
                <a16:creationId xmlns:a16="http://schemas.microsoft.com/office/drawing/2014/main" id="{4E743A8D-CDF1-43FE-9A64-273018A788F5}"/>
              </a:ext>
            </a:extLst>
          </p:cNvPr>
          <p:cNvSpPr>
            <a:spLocks noChangeArrowheads="1"/>
          </p:cNvSpPr>
          <p:nvPr userDrawn="1"/>
        </p:nvSpPr>
        <p:spPr bwMode="auto">
          <a:xfrm>
            <a:off x="5812285" y="335444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99">
            <a:extLst>
              <a:ext uri="{FF2B5EF4-FFF2-40B4-BE49-F238E27FC236}">
                <a16:creationId xmlns:a16="http://schemas.microsoft.com/office/drawing/2014/main" id="{5816494B-7CF7-4661-9520-ECF2157C306A}"/>
              </a:ext>
            </a:extLst>
          </p:cNvPr>
          <p:cNvSpPr>
            <a:spLocks noChangeArrowheads="1"/>
          </p:cNvSpPr>
          <p:nvPr userDrawn="1"/>
        </p:nvSpPr>
        <p:spPr bwMode="auto">
          <a:xfrm>
            <a:off x="5358022" y="38628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200">
            <a:extLst>
              <a:ext uri="{FF2B5EF4-FFF2-40B4-BE49-F238E27FC236}">
                <a16:creationId xmlns:a16="http://schemas.microsoft.com/office/drawing/2014/main" id="{D5F4C1D4-E8FC-483F-82E0-C314B4887C06}"/>
              </a:ext>
            </a:extLst>
          </p:cNvPr>
          <p:cNvSpPr>
            <a:spLocks noChangeArrowheads="1"/>
          </p:cNvSpPr>
          <p:nvPr userDrawn="1"/>
        </p:nvSpPr>
        <p:spPr bwMode="auto">
          <a:xfrm>
            <a:off x="5812285" y="38628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227">
            <a:extLst>
              <a:ext uri="{FF2B5EF4-FFF2-40B4-BE49-F238E27FC236}">
                <a16:creationId xmlns:a16="http://schemas.microsoft.com/office/drawing/2014/main" id="{1DE23893-72CE-44E4-9514-E4A35927AD0D}"/>
              </a:ext>
            </a:extLst>
          </p:cNvPr>
          <p:cNvSpPr>
            <a:spLocks noChangeArrowheads="1"/>
          </p:cNvSpPr>
          <p:nvPr userDrawn="1"/>
        </p:nvSpPr>
        <p:spPr bwMode="auto">
          <a:xfrm>
            <a:off x="5358023" y="43712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228">
            <a:extLst>
              <a:ext uri="{FF2B5EF4-FFF2-40B4-BE49-F238E27FC236}">
                <a16:creationId xmlns:a16="http://schemas.microsoft.com/office/drawing/2014/main" id="{FDAE80AB-A18F-4777-8A7E-3AF3817C0054}"/>
              </a:ext>
            </a:extLst>
          </p:cNvPr>
          <p:cNvSpPr>
            <a:spLocks noChangeArrowheads="1"/>
          </p:cNvSpPr>
          <p:nvPr userDrawn="1"/>
        </p:nvSpPr>
        <p:spPr bwMode="auto">
          <a:xfrm>
            <a:off x="5812286" y="43712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254">
            <a:extLst>
              <a:ext uri="{FF2B5EF4-FFF2-40B4-BE49-F238E27FC236}">
                <a16:creationId xmlns:a16="http://schemas.microsoft.com/office/drawing/2014/main" id="{057CEA97-FB2D-4753-85A3-0C33E822D3CE}"/>
              </a:ext>
            </a:extLst>
          </p:cNvPr>
          <p:cNvSpPr>
            <a:spLocks noChangeArrowheads="1"/>
          </p:cNvSpPr>
          <p:nvPr userDrawn="1"/>
        </p:nvSpPr>
        <p:spPr bwMode="auto">
          <a:xfrm>
            <a:off x="5358023" y="48784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255">
            <a:extLst>
              <a:ext uri="{FF2B5EF4-FFF2-40B4-BE49-F238E27FC236}">
                <a16:creationId xmlns:a16="http://schemas.microsoft.com/office/drawing/2014/main" id="{79420A4A-5528-4EC0-987F-DF7C0EEB41F6}"/>
              </a:ext>
            </a:extLst>
          </p:cNvPr>
          <p:cNvSpPr>
            <a:spLocks noChangeArrowheads="1"/>
          </p:cNvSpPr>
          <p:nvPr userDrawn="1"/>
        </p:nvSpPr>
        <p:spPr bwMode="auto">
          <a:xfrm>
            <a:off x="5812286" y="48784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91">
            <a:extLst>
              <a:ext uri="{FF2B5EF4-FFF2-40B4-BE49-F238E27FC236}">
                <a16:creationId xmlns:a16="http://schemas.microsoft.com/office/drawing/2014/main" id="{DBC80B5A-0476-410E-B60C-6450F79B3E0B}"/>
              </a:ext>
            </a:extLst>
          </p:cNvPr>
          <p:cNvSpPr>
            <a:spLocks noChangeArrowheads="1"/>
          </p:cNvSpPr>
          <p:nvPr userDrawn="1"/>
        </p:nvSpPr>
        <p:spPr bwMode="auto">
          <a:xfrm>
            <a:off x="6267716" y="18429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92">
            <a:extLst>
              <a:ext uri="{FF2B5EF4-FFF2-40B4-BE49-F238E27FC236}">
                <a16:creationId xmlns:a16="http://schemas.microsoft.com/office/drawing/2014/main" id="{65FABB81-DBF4-42B4-8D90-A98EC802144F}"/>
              </a:ext>
            </a:extLst>
          </p:cNvPr>
          <p:cNvSpPr>
            <a:spLocks noChangeArrowheads="1"/>
          </p:cNvSpPr>
          <p:nvPr userDrawn="1"/>
        </p:nvSpPr>
        <p:spPr bwMode="auto">
          <a:xfrm>
            <a:off x="6721979" y="18429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18">
            <a:extLst>
              <a:ext uri="{FF2B5EF4-FFF2-40B4-BE49-F238E27FC236}">
                <a16:creationId xmlns:a16="http://schemas.microsoft.com/office/drawing/2014/main" id="{A6202184-9808-4043-9640-D0544AB5D404}"/>
              </a:ext>
            </a:extLst>
          </p:cNvPr>
          <p:cNvSpPr>
            <a:spLocks noChangeArrowheads="1"/>
          </p:cNvSpPr>
          <p:nvPr userDrawn="1"/>
        </p:nvSpPr>
        <p:spPr bwMode="auto">
          <a:xfrm>
            <a:off x="6267716" y="23513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19">
            <a:extLst>
              <a:ext uri="{FF2B5EF4-FFF2-40B4-BE49-F238E27FC236}">
                <a16:creationId xmlns:a16="http://schemas.microsoft.com/office/drawing/2014/main" id="{FEED1DE3-7FCB-412B-AD9F-396C8AFC0B44}"/>
              </a:ext>
            </a:extLst>
          </p:cNvPr>
          <p:cNvSpPr>
            <a:spLocks noChangeArrowheads="1"/>
          </p:cNvSpPr>
          <p:nvPr userDrawn="1"/>
        </p:nvSpPr>
        <p:spPr bwMode="auto">
          <a:xfrm>
            <a:off x="6721979" y="23513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145">
            <a:extLst>
              <a:ext uri="{FF2B5EF4-FFF2-40B4-BE49-F238E27FC236}">
                <a16:creationId xmlns:a16="http://schemas.microsoft.com/office/drawing/2014/main" id="{E3D106F5-B3BA-48C7-BB89-5F7A7B3FD30F}"/>
              </a:ext>
            </a:extLst>
          </p:cNvPr>
          <p:cNvSpPr>
            <a:spLocks noChangeArrowheads="1"/>
          </p:cNvSpPr>
          <p:nvPr userDrawn="1"/>
        </p:nvSpPr>
        <p:spPr bwMode="auto">
          <a:xfrm>
            <a:off x="6267716" y="28585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146">
            <a:extLst>
              <a:ext uri="{FF2B5EF4-FFF2-40B4-BE49-F238E27FC236}">
                <a16:creationId xmlns:a16="http://schemas.microsoft.com/office/drawing/2014/main" id="{98A5D359-1B62-4D55-856B-6A4D9015C636}"/>
              </a:ext>
            </a:extLst>
          </p:cNvPr>
          <p:cNvSpPr>
            <a:spLocks noChangeArrowheads="1"/>
          </p:cNvSpPr>
          <p:nvPr userDrawn="1"/>
        </p:nvSpPr>
        <p:spPr bwMode="auto">
          <a:xfrm>
            <a:off x="6721979" y="28585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172">
            <a:extLst>
              <a:ext uri="{FF2B5EF4-FFF2-40B4-BE49-F238E27FC236}">
                <a16:creationId xmlns:a16="http://schemas.microsoft.com/office/drawing/2014/main" id="{8AEB6855-7DCA-4BAB-B081-5EAFB1014586}"/>
              </a:ext>
            </a:extLst>
          </p:cNvPr>
          <p:cNvSpPr>
            <a:spLocks noChangeArrowheads="1"/>
          </p:cNvSpPr>
          <p:nvPr userDrawn="1"/>
        </p:nvSpPr>
        <p:spPr bwMode="auto">
          <a:xfrm>
            <a:off x="6267716" y="3366974"/>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173">
            <a:extLst>
              <a:ext uri="{FF2B5EF4-FFF2-40B4-BE49-F238E27FC236}">
                <a16:creationId xmlns:a16="http://schemas.microsoft.com/office/drawing/2014/main" id="{18A0DCB0-4E9E-42D7-ABF1-2CB0A069240A}"/>
              </a:ext>
            </a:extLst>
          </p:cNvPr>
          <p:cNvSpPr>
            <a:spLocks noChangeArrowheads="1"/>
          </p:cNvSpPr>
          <p:nvPr userDrawn="1"/>
        </p:nvSpPr>
        <p:spPr bwMode="auto">
          <a:xfrm>
            <a:off x="6721979" y="3366974"/>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199">
            <a:extLst>
              <a:ext uri="{FF2B5EF4-FFF2-40B4-BE49-F238E27FC236}">
                <a16:creationId xmlns:a16="http://schemas.microsoft.com/office/drawing/2014/main" id="{C94A534B-EDB6-41CC-BFD6-C8E5C64E30CF}"/>
              </a:ext>
            </a:extLst>
          </p:cNvPr>
          <p:cNvSpPr>
            <a:spLocks noChangeArrowheads="1"/>
          </p:cNvSpPr>
          <p:nvPr userDrawn="1"/>
        </p:nvSpPr>
        <p:spPr bwMode="auto">
          <a:xfrm>
            <a:off x="6267716" y="38753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00">
            <a:extLst>
              <a:ext uri="{FF2B5EF4-FFF2-40B4-BE49-F238E27FC236}">
                <a16:creationId xmlns:a16="http://schemas.microsoft.com/office/drawing/2014/main" id="{D3305D9B-7E5D-4A06-B20C-705E7AADA0EE}"/>
              </a:ext>
            </a:extLst>
          </p:cNvPr>
          <p:cNvSpPr>
            <a:spLocks noChangeArrowheads="1"/>
          </p:cNvSpPr>
          <p:nvPr userDrawn="1"/>
        </p:nvSpPr>
        <p:spPr bwMode="auto">
          <a:xfrm>
            <a:off x="6721979" y="38753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27">
            <a:extLst>
              <a:ext uri="{FF2B5EF4-FFF2-40B4-BE49-F238E27FC236}">
                <a16:creationId xmlns:a16="http://schemas.microsoft.com/office/drawing/2014/main" id="{10DC9989-B0C3-40E8-9A23-4DD46B61F186}"/>
              </a:ext>
            </a:extLst>
          </p:cNvPr>
          <p:cNvSpPr>
            <a:spLocks noChangeArrowheads="1"/>
          </p:cNvSpPr>
          <p:nvPr userDrawn="1"/>
        </p:nvSpPr>
        <p:spPr bwMode="auto">
          <a:xfrm>
            <a:off x="6267717" y="43837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8">
            <a:extLst>
              <a:ext uri="{FF2B5EF4-FFF2-40B4-BE49-F238E27FC236}">
                <a16:creationId xmlns:a16="http://schemas.microsoft.com/office/drawing/2014/main" id="{802DD19F-ACAF-462C-9EF0-03BED7E8C2A2}"/>
              </a:ext>
            </a:extLst>
          </p:cNvPr>
          <p:cNvSpPr>
            <a:spLocks noChangeArrowheads="1"/>
          </p:cNvSpPr>
          <p:nvPr userDrawn="1"/>
        </p:nvSpPr>
        <p:spPr bwMode="auto">
          <a:xfrm>
            <a:off x="6721980" y="43837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54">
            <a:extLst>
              <a:ext uri="{FF2B5EF4-FFF2-40B4-BE49-F238E27FC236}">
                <a16:creationId xmlns:a16="http://schemas.microsoft.com/office/drawing/2014/main" id="{B675BA60-6E6B-4897-B172-3FEB85B0A6BE}"/>
              </a:ext>
            </a:extLst>
          </p:cNvPr>
          <p:cNvSpPr>
            <a:spLocks noChangeArrowheads="1"/>
          </p:cNvSpPr>
          <p:nvPr userDrawn="1"/>
        </p:nvSpPr>
        <p:spPr bwMode="auto">
          <a:xfrm>
            <a:off x="6267717" y="48909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55">
            <a:extLst>
              <a:ext uri="{FF2B5EF4-FFF2-40B4-BE49-F238E27FC236}">
                <a16:creationId xmlns:a16="http://schemas.microsoft.com/office/drawing/2014/main" id="{90EC0740-4B58-4786-864F-D6202316E36B}"/>
              </a:ext>
            </a:extLst>
          </p:cNvPr>
          <p:cNvSpPr>
            <a:spLocks noChangeArrowheads="1"/>
          </p:cNvSpPr>
          <p:nvPr userDrawn="1"/>
        </p:nvSpPr>
        <p:spPr bwMode="auto">
          <a:xfrm>
            <a:off x="6721980" y="48909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91">
            <a:extLst>
              <a:ext uri="{FF2B5EF4-FFF2-40B4-BE49-F238E27FC236}">
                <a16:creationId xmlns:a16="http://schemas.microsoft.com/office/drawing/2014/main" id="{6F4C6DA5-9C32-43AB-9B2B-D5F64DCD5B48}"/>
              </a:ext>
            </a:extLst>
          </p:cNvPr>
          <p:cNvSpPr>
            <a:spLocks noChangeArrowheads="1"/>
          </p:cNvSpPr>
          <p:nvPr userDrawn="1"/>
        </p:nvSpPr>
        <p:spPr bwMode="auto">
          <a:xfrm>
            <a:off x="7177412"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92">
            <a:extLst>
              <a:ext uri="{FF2B5EF4-FFF2-40B4-BE49-F238E27FC236}">
                <a16:creationId xmlns:a16="http://schemas.microsoft.com/office/drawing/2014/main" id="{2E98FFFB-1367-4885-A347-2B10A92AF779}"/>
              </a:ext>
            </a:extLst>
          </p:cNvPr>
          <p:cNvSpPr>
            <a:spLocks noChangeArrowheads="1"/>
          </p:cNvSpPr>
          <p:nvPr userDrawn="1"/>
        </p:nvSpPr>
        <p:spPr bwMode="auto">
          <a:xfrm>
            <a:off x="7631675"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118">
            <a:extLst>
              <a:ext uri="{FF2B5EF4-FFF2-40B4-BE49-F238E27FC236}">
                <a16:creationId xmlns:a16="http://schemas.microsoft.com/office/drawing/2014/main" id="{B0EE3A07-2F28-4D28-AD64-4E71640B185F}"/>
              </a:ext>
            </a:extLst>
          </p:cNvPr>
          <p:cNvSpPr>
            <a:spLocks noChangeArrowheads="1"/>
          </p:cNvSpPr>
          <p:nvPr userDrawn="1"/>
        </p:nvSpPr>
        <p:spPr bwMode="auto">
          <a:xfrm>
            <a:off x="7177412"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119">
            <a:extLst>
              <a:ext uri="{FF2B5EF4-FFF2-40B4-BE49-F238E27FC236}">
                <a16:creationId xmlns:a16="http://schemas.microsoft.com/office/drawing/2014/main" id="{CCE2A03B-C80B-42F1-9230-C10251D1238C}"/>
              </a:ext>
            </a:extLst>
          </p:cNvPr>
          <p:cNvSpPr>
            <a:spLocks noChangeArrowheads="1"/>
          </p:cNvSpPr>
          <p:nvPr userDrawn="1"/>
        </p:nvSpPr>
        <p:spPr bwMode="auto">
          <a:xfrm>
            <a:off x="7631675"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145">
            <a:extLst>
              <a:ext uri="{FF2B5EF4-FFF2-40B4-BE49-F238E27FC236}">
                <a16:creationId xmlns:a16="http://schemas.microsoft.com/office/drawing/2014/main" id="{87375277-0EF5-4601-B688-CC287F3E6A48}"/>
              </a:ext>
            </a:extLst>
          </p:cNvPr>
          <p:cNvSpPr>
            <a:spLocks noChangeArrowheads="1"/>
          </p:cNvSpPr>
          <p:nvPr userDrawn="1"/>
        </p:nvSpPr>
        <p:spPr bwMode="auto">
          <a:xfrm>
            <a:off x="7177412"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146">
            <a:extLst>
              <a:ext uri="{FF2B5EF4-FFF2-40B4-BE49-F238E27FC236}">
                <a16:creationId xmlns:a16="http://schemas.microsoft.com/office/drawing/2014/main" id="{19099545-7878-4215-9ADA-69237497B88B}"/>
              </a:ext>
            </a:extLst>
          </p:cNvPr>
          <p:cNvSpPr>
            <a:spLocks noChangeArrowheads="1"/>
          </p:cNvSpPr>
          <p:nvPr userDrawn="1"/>
        </p:nvSpPr>
        <p:spPr bwMode="auto">
          <a:xfrm>
            <a:off x="7631675"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172">
            <a:extLst>
              <a:ext uri="{FF2B5EF4-FFF2-40B4-BE49-F238E27FC236}">
                <a16:creationId xmlns:a16="http://schemas.microsoft.com/office/drawing/2014/main" id="{13AB64CA-71E8-4F3D-8A8F-48ADB8EE76DD}"/>
              </a:ext>
            </a:extLst>
          </p:cNvPr>
          <p:cNvSpPr>
            <a:spLocks noChangeArrowheads="1"/>
          </p:cNvSpPr>
          <p:nvPr userDrawn="1"/>
        </p:nvSpPr>
        <p:spPr bwMode="auto">
          <a:xfrm>
            <a:off x="7177412"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173">
            <a:extLst>
              <a:ext uri="{FF2B5EF4-FFF2-40B4-BE49-F238E27FC236}">
                <a16:creationId xmlns:a16="http://schemas.microsoft.com/office/drawing/2014/main" id="{E6E68EB4-8B4F-4659-85F0-F33EB0681EAB}"/>
              </a:ext>
            </a:extLst>
          </p:cNvPr>
          <p:cNvSpPr>
            <a:spLocks noChangeArrowheads="1"/>
          </p:cNvSpPr>
          <p:nvPr userDrawn="1"/>
        </p:nvSpPr>
        <p:spPr bwMode="auto">
          <a:xfrm>
            <a:off x="7631675"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199">
            <a:extLst>
              <a:ext uri="{FF2B5EF4-FFF2-40B4-BE49-F238E27FC236}">
                <a16:creationId xmlns:a16="http://schemas.microsoft.com/office/drawing/2014/main" id="{FD5D2EFE-78D7-47A0-B41B-A6D123F33258}"/>
              </a:ext>
            </a:extLst>
          </p:cNvPr>
          <p:cNvSpPr>
            <a:spLocks noChangeArrowheads="1"/>
          </p:cNvSpPr>
          <p:nvPr userDrawn="1"/>
        </p:nvSpPr>
        <p:spPr bwMode="auto">
          <a:xfrm>
            <a:off x="7177412"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00">
            <a:extLst>
              <a:ext uri="{FF2B5EF4-FFF2-40B4-BE49-F238E27FC236}">
                <a16:creationId xmlns:a16="http://schemas.microsoft.com/office/drawing/2014/main" id="{43DD1F99-EF92-4FA7-A688-DFB8CA0428A2}"/>
              </a:ext>
            </a:extLst>
          </p:cNvPr>
          <p:cNvSpPr>
            <a:spLocks noChangeArrowheads="1"/>
          </p:cNvSpPr>
          <p:nvPr userDrawn="1"/>
        </p:nvSpPr>
        <p:spPr bwMode="auto">
          <a:xfrm>
            <a:off x="7631675"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27">
            <a:extLst>
              <a:ext uri="{FF2B5EF4-FFF2-40B4-BE49-F238E27FC236}">
                <a16:creationId xmlns:a16="http://schemas.microsoft.com/office/drawing/2014/main" id="{61B66908-9A89-4CAA-82BB-1B0CBBA7121D}"/>
              </a:ext>
            </a:extLst>
          </p:cNvPr>
          <p:cNvSpPr>
            <a:spLocks noChangeArrowheads="1"/>
          </p:cNvSpPr>
          <p:nvPr userDrawn="1"/>
        </p:nvSpPr>
        <p:spPr bwMode="auto">
          <a:xfrm>
            <a:off x="7177413"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28">
            <a:extLst>
              <a:ext uri="{FF2B5EF4-FFF2-40B4-BE49-F238E27FC236}">
                <a16:creationId xmlns:a16="http://schemas.microsoft.com/office/drawing/2014/main" id="{A25ADF27-53D5-47C3-A679-6359C6A587B3}"/>
              </a:ext>
            </a:extLst>
          </p:cNvPr>
          <p:cNvSpPr>
            <a:spLocks noChangeArrowheads="1"/>
          </p:cNvSpPr>
          <p:nvPr userDrawn="1"/>
        </p:nvSpPr>
        <p:spPr bwMode="auto">
          <a:xfrm>
            <a:off x="7631676"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54">
            <a:extLst>
              <a:ext uri="{FF2B5EF4-FFF2-40B4-BE49-F238E27FC236}">
                <a16:creationId xmlns:a16="http://schemas.microsoft.com/office/drawing/2014/main" id="{3571E780-2740-4415-A8FC-0A7B70032679}"/>
              </a:ext>
            </a:extLst>
          </p:cNvPr>
          <p:cNvSpPr>
            <a:spLocks noChangeArrowheads="1"/>
          </p:cNvSpPr>
          <p:nvPr userDrawn="1"/>
        </p:nvSpPr>
        <p:spPr bwMode="auto">
          <a:xfrm>
            <a:off x="7177413"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5">
            <a:extLst>
              <a:ext uri="{FF2B5EF4-FFF2-40B4-BE49-F238E27FC236}">
                <a16:creationId xmlns:a16="http://schemas.microsoft.com/office/drawing/2014/main" id="{D4DFF327-57BB-4D9E-A2B7-F0DD5B949776}"/>
              </a:ext>
            </a:extLst>
          </p:cNvPr>
          <p:cNvSpPr>
            <a:spLocks noChangeArrowheads="1"/>
          </p:cNvSpPr>
          <p:nvPr userDrawn="1"/>
        </p:nvSpPr>
        <p:spPr bwMode="auto">
          <a:xfrm>
            <a:off x="7631676"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91">
            <a:extLst>
              <a:ext uri="{FF2B5EF4-FFF2-40B4-BE49-F238E27FC236}">
                <a16:creationId xmlns:a16="http://schemas.microsoft.com/office/drawing/2014/main" id="{8A3B7425-E369-4F53-BA6F-5242DA61BF30}"/>
              </a:ext>
            </a:extLst>
          </p:cNvPr>
          <p:cNvSpPr>
            <a:spLocks noChangeArrowheads="1"/>
          </p:cNvSpPr>
          <p:nvPr userDrawn="1"/>
        </p:nvSpPr>
        <p:spPr bwMode="auto">
          <a:xfrm>
            <a:off x="8087107"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92">
            <a:extLst>
              <a:ext uri="{FF2B5EF4-FFF2-40B4-BE49-F238E27FC236}">
                <a16:creationId xmlns:a16="http://schemas.microsoft.com/office/drawing/2014/main" id="{4E6A839F-6FCF-4E31-8BD0-E16864EEE062}"/>
              </a:ext>
            </a:extLst>
          </p:cNvPr>
          <p:cNvSpPr>
            <a:spLocks noChangeArrowheads="1"/>
          </p:cNvSpPr>
          <p:nvPr userDrawn="1"/>
        </p:nvSpPr>
        <p:spPr bwMode="auto">
          <a:xfrm>
            <a:off x="8541370"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118">
            <a:extLst>
              <a:ext uri="{FF2B5EF4-FFF2-40B4-BE49-F238E27FC236}">
                <a16:creationId xmlns:a16="http://schemas.microsoft.com/office/drawing/2014/main" id="{E30405E0-3BAF-415C-962D-57EEE5D59061}"/>
              </a:ext>
            </a:extLst>
          </p:cNvPr>
          <p:cNvSpPr>
            <a:spLocks noChangeArrowheads="1"/>
          </p:cNvSpPr>
          <p:nvPr userDrawn="1"/>
        </p:nvSpPr>
        <p:spPr bwMode="auto">
          <a:xfrm>
            <a:off x="8087107"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119">
            <a:extLst>
              <a:ext uri="{FF2B5EF4-FFF2-40B4-BE49-F238E27FC236}">
                <a16:creationId xmlns:a16="http://schemas.microsoft.com/office/drawing/2014/main" id="{2F0D6E87-BA13-4616-837F-44E6418D2BE9}"/>
              </a:ext>
            </a:extLst>
          </p:cNvPr>
          <p:cNvSpPr>
            <a:spLocks noChangeArrowheads="1"/>
          </p:cNvSpPr>
          <p:nvPr userDrawn="1"/>
        </p:nvSpPr>
        <p:spPr bwMode="auto">
          <a:xfrm>
            <a:off x="8541370"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145">
            <a:extLst>
              <a:ext uri="{FF2B5EF4-FFF2-40B4-BE49-F238E27FC236}">
                <a16:creationId xmlns:a16="http://schemas.microsoft.com/office/drawing/2014/main" id="{6E4DC2C7-60E2-4E39-A040-33E1148C84D5}"/>
              </a:ext>
            </a:extLst>
          </p:cNvPr>
          <p:cNvSpPr>
            <a:spLocks noChangeArrowheads="1"/>
          </p:cNvSpPr>
          <p:nvPr userDrawn="1"/>
        </p:nvSpPr>
        <p:spPr bwMode="auto">
          <a:xfrm>
            <a:off x="8087107"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146">
            <a:extLst>
              <a:ext uri="{FF2B5EF4-FFF2-40B4-BE49-F238E27FC236}">
                <a16:creationId xmlns:a16="http://schemas.microsoft.com/office/drawing/2014/main" id="{966097DC-FD1B-4AB8-9270-D63BF4F1A3CB}"/>
              </a:ext>
            </a:extLst>
          </p:cNvPr>
          <p:cNvSpPr>
            <a:spLocks noChangeArrowheads="1"/>
          </p:cNvSpPr>
          <p:nvPr userDrawn="1"/>
        </p:nvSpPr>
        <p:spPr bwMode="auto">
          <a:xfrm>
            <a:off x="8541370"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172">
            <a:extLst>
              <a:ext uri="{FF2B5EF4-FFF2-40B4-BE49-F238E27FC236}">
                <a16:creationId xmlns:a16="http://schemas.microsoft.com/office/drawing/2014/main" id="{F9963C2C-FE13-4B53-9E0A-33833EBFF4BC}"/>
              </a:ext>
            </a:extLst>
          </p:cNvPr>
          <p:cNvSpPr>
            <a:spLocks noChangeArrowheads="1"/>
          </p:cNvSpPr>
          <p:nvPr userDrawn="1"/>
        </p:nvSpPr>
        <p:spPr bwMode="auto">
          <a:xfrm>
            <a:off x="8087107"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173">
            <a:extLst>
              <a:ext uri="{FF2B5EF4-FFF2-40B4-BE49-F238E27FC236}">
                <a16:creationId xmlns:a16="http://schemas.microsoft.com/office/drawing/2014/main" id="{E25FDE01-0116-404D-AED3-856484360C6A}"/>
              </a:ext>
            </a:extLst>
          </p:cNvPr>
          <p:cNvSpPr>
            <a:spLocks noChangeArrowheads="1"/>
          </p:cNvSpPr>
          <p:nvPr userDrawn="1"/>
        </p:nvSpPr>
        <p:spPr bwMode="auto">
          <a:xfrm>
            <a:off x="8541370"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199">
            <a:extLst>
              <a:ext uri="{FF2B5EF4-FFF2-40B4-BE49-F238E27FC236}">
                <a16:creationId xmlns:a16="http://schemas.microsoft.com/office/drawing/2014/main" id="{6301786C-8F5C-45F8-9EBB-5C24E924F8FB}"/>
              </a:ext>
            </a:extLst>
          </p:cNvPr>
          <p:cNvSpPr>
            <a:spLocks noChangeArrowheads="1"/>
          </p:cNvSpPr>
          <p:nvPr userDrawn="1"/>
        </p:nvSpPr>
        <p:spPr bwMode="auto">
          <a:xfrm>
            <a:off x="8087107"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00">
            <a:extLst>
              <a:ext uri="{FF2B5EF4-FFF2-40B4-BE49-F238E27FC236}">
                <a16:creationId xmlns:a16="http://schemas.microsoft.com/office/drawing/2014/main" id="{5F732FBA-FE3A-4BD8-BBC1-9C523E6253B3}"/>
              </a:ext>
            </a:extLst>
          </p:cNvPr>
          <p:cNvSpPr>
            <a:spLocks noChangeArrowheads="1"/>
          </p:cNvSpPr>
          <p:nvPr userDrawn="1"/>
        </p:nvSpPr>
        <p:spPr bwMode="auto">
          <a:xfrm>
            <a:off x="8541370"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27">
            <a:extLst>
              <a:ext uri="{FF2B5EF4-FFF2-40B4-BE49-F238E27FC236}">
                <a16:creationId xmlns:a16="http://schemas.microsoft.com/office/drawing/2014/main" id="{C637BBAC-97AA-4D18-AA59-2A7536613F5A}"/>
              </a:ext>
            </a:extLst>
          </p:cNvPr>
          <p:cNvSpPr>
            <a:spLocks noChangeArrowheads="1"/>
          </p:cNvSpPr>
          <p:nvPr userDrawn="1"/>
        </p:nvSpPr>
        <p:spPr bwMode="auto">
          <a:xfrm>
            <a:off x="8087108"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28">
            <a:extLst>
              <a:ext uri="{FF2B5EF4-FFF2-40B4-BE49-F238E27FC236}">
                <a16:creationId xmlns:a16="http://schemas.microsoft.com/office/drawing/2014/main" id="{6065E043-00A0-4681-9A2D-6DCA1E6EF993}"/>
              </a:ext>
            </a:extLst>
          </p:cNvPr>
          <p:cNvSpPr>
            <a:spLocks noChangeArrowheads="1"/>
          </p:cNvSpPr>
          <p:nvPr userDrawn="1"/>
        </p:nvSpPr>
        <p:spPr bwMode="auto">
          <a:xfrm>
            <a:off x="8541371"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54">
            <a:extLst>
              <a:ext uri="{FF2B5EF4-FFF2-40B4-BE49-F238E27FC236}">
                <a16:creationId xmlns:a16="http://schemas.microsoft.com/office/drawing/2014/main" id="{CE169FB0-5491-4F5D-BC9E-C9846ADDC0B8}"/>
              </a:ext>
            </a:extLst>
          </p:cNvPr>
          <p:cNvSpPr>
            <a:spLocks noChangeArrowheads="1"/>
          </p:cNvSpPr>
          <p:nvPr userDrawn="1"/>
        </p:nvSpPr>
        <p:spPr bwMode="auto">
          <a:xfrm>
            <a:off x="8087108"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55">
            <a:extLst>
              <a:ext uri="{FF2B5EF4-FFF2-40B4-BE49-F238E27FC236}">
                <a16:creationId xmlns:a16="http://schemas.microsoft.com/office/drawing/2014/main" id="{2057D317-5E06-487E-8C29-ACF2FBFDAD7B}"/>
              </a:ext>
            </a:extLst>
          </p:cNvPr>
          <p:cNvSpPr>
            <a:spLocks noChangeArrowheads="1"/>
          </p:cNvSpPr>
          <p:nvPr userDrawn="1"/>
        </p:nvSpPr>
        <p:spPr bwMode="auto">
          <a:xfrm>
            <a:off x="8541371"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8652853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3283"/>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3882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4553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45539"/>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225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2251"/>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577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50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6763"/>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nvGrpSpPr>
          <p:cNvPr id="7" name="Group 6">
            <a:extLst>
              <a:ext uri="{FF2B5EF4-FFF2-40B4-BE49-F238E27FC236}">
                <a16:creationId xmlns:a16="http://schemas.microsoft.com/office/drawing/2014/main" id="{27DA42D9-3528-406D-A6F9-46DF735F0B1B}"/>
              </a:ext>
            </a:extLst>
          </p:cNvPr>
          <p:cNvGrpSpPr/>
          <p:nvPr userDrawn="1"/>
        </p:nvGrpSpPr>
        <p:grpSpPr>
          <a:xfrm>
            <a:off x="354110" y="6402442"/>
            <a:ext cx="11480604" cy="109990"/>
            <a:chOff x="354110" y="6402442"/>
            <a:chExt cx="11480604" cy="109990"/>
          </a:xfrm>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Date Placeholder 1"/>
          <p:cNvSpPr>
            <a:spLocks noGrp="1"/>
          </p:cNvSpPr>
          <p:nvPr userDrawn="1">
            <p:ph type="dt" sz="half" idx="10"/>
          </p:nvPr>
        </p:nvSpPr>
        <p:spPr/>
        <p:txBody>
          <a:bodyPr/>
          <a:lstStyle/>
          <a:p>
            <a:fld id="{425404F2-BE9A-4460-8815-8F645183555F}" type="datetimeFigureOut">
              <a:rPr lang="en-US" smtClean="0"/>
              <a:pPr/>
              <a:t>2/4/2026</a:t>
            </a:fld>
            <a:endParaRPr lang="en-US"/>
          </a:p>
        </p:txBody>
      </p:sp>
      <p:sp>
        <p:nvSpPr>
          <p:cNvPr id="3" name="Footer Placeholder 2"/>
          <p:cNvSpPr>
            <a:spLocks noGrp="1"/>
          </p:cNvSpPr>
          <p:nvPr userDrawn="1">
            <p:ph type="ftr" sz="quarter" idx="11"/>
          </p:nvPr>
        </p:nvSpPr>
        <p:spPr/>
        <p:txBody>
          <a:bodyPr/>
          <a:lstStyle/>
          <a:p>
            <a:endParaRPr lang="en-US"/>
          </a:p>
        </p:txBody>
      </p:sp>
      <p:sp>
        <p:nvSpPr>
          <p:cNvPr id="4" name="Slide Number Placeholder 3"/>
          <p:cNvSpPr>
            <a:spLocks noGrp="1"/>
          </p:cNvSpPr>
          <p:nvPr userDrawn="1">
            <p:ph type="sldNum" sz="quarter" idx="12"/>
          </p:nvPr>
        </p:nvSpPr>
        <p:spPr/>
        <p:txBody>
          <a:bodyPr/>
          <a:lstStyle/>
          <a:p>
            <a:r>
              <a:rPr lang="en-US" dirty="0"/>
              <a:t>www.anubhavtrainings.com</a:t>
            </a:r>
          </a:p>
        </p:txBody>
      </p:sp>
      <p:grpSp>
        <p:nvGrpSpPr>
          <p:cNvPr id="618" name="Group 617">
            <a:extLst>
              <a:ext uri="{FF2B5EF4-FFF2-40B4-BE49-F238E27FC236}">
                <a16:creationId xmlns:a16="http://schemas.microsoft.com/office/drawing/2014/main" id="{B5B99429-15CB-4646-807F-6B01F4253B13}"/>
              </a:ext>
            </a:extLst>
          </p:cNvPr>
          <p:cNvGrpSpPr/>
          <p:nvPr userDrawn="1"/>
        </p:nvGrpSpPr>
        <p:grpSpPr>
          <a:xfrm>
            <a:off x="354110" y="5904602"/>
            <a:ext cx="11480604" cy="109990"/>
            <a:chOff x="354110" y="6402442"/>
            <a:chExt cx="11480604" cy="109990"/>
          </a:xfrm>
        </p:grpSpPr>
        <p:sp>
          <p:nvSpPr>
            <p:cNvPr id="619" name="Rectangle 59">
              <a:extLst>
                <a:ext uri="{FF2B5EF4-FFF2-40B4-BE49-F238E27FC236}">
                  <a16:creationId xmlns:a16="http://schemas.microsoft.com/office/drawing/2014/main" id="{624494D0-607C-4971-A357-ED99F45D7C21}"/>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60">
              <a:extLst>
                <a:ext uri="{FF2B5EF4-FFF2-40B4-BE49-F238E27FC236}">
                  <a16:creationId xmlns:a16="http://schemas.microsoft.com/office/drawing/2014/main" id="{22FD15BA-8E62-417D-8392-658E5E86C2FF}"/>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61">
              <a:extLst>
                <a:ext uri="{FF2B5EF4-FFF2-40B4-BE49-F238E27FC236}">
                  <a16:creationId xmlns:a16="http://schemas.microsoft.com/office/drawing/2014/main" id="{C665A07F-2AFB-49CF-8EE0-C81377FC2A54}"/>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62">
              <a:extLst>
                <a:ext uri="{FF2B5EF4-FFF2-40B4-BE49-F238E27FC236}">
                  <a16:creationId xmlns:a16="http://schemas.microsoft.com/office/drawing/2014/main" id="{74997C49-7ACC-4BCC-BC8D-58EBD77EE72A}"/>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63">
              <a:extLst>
                <a:ext uri="{FF2B5EF4-FFF2-40B4-BE49-F238E27FC236}">
                  <a16:creationId xmlns:a16="http://schemas.microsoft.com/office/drawing/2014/main" id="{E3CDD2FB-079B-43EA-89D5-5FD9D7644AC4}"/>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64">
              <a:extLst>
                <a:ext uri="{FF2B5EF4-FFF2-40B4-BE49-F238E27FC236}">
                  <a16:creationId xmlns:a16="http://schemas.microsoft.com/office/drawing/2014/main" id="{9C1479D9-3647-44C4-99E1-C660E2C8E306}"/>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65">
              <a:extLst>
                <a:ext uri="{FF2B5EF4-FFF2-40B4-BE49-F238E27FC236}">
                  <a16:creationId xmlns:a16="http://schemas.microsoft.com/office/drawing/2014/main" id="{AA8F3E10-CD9D-49C0-B0AE-24ABBF3BDC07}"/>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66">
              <a:extLst>
                <a:ext uri="{FF2B5EF4-FFF2-40B4-BE49-F238E27FC236}">
                  <a16:creationId xmlns:a16="http://schemas.microsoft.com/office/drawing/2014/main" id="{9C3B6F09-A4DD-4A26-B213-51E23205497E}"/>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67">
              <a:extLst>
                <a:ext uri="{FF2B5EF4-FFF2-40B4-BE49-F238E27FC236}">
                  <a16:creationId xmlns:a16="http://schemas.microsoft.com/office/drawing/2014/main" id="{2BA14941-5A2D-4CDB-9C2E-79C930D22256}"/>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68">
              <a:extLst>
                <a:ext uri="{FF2B5EF4-FFF2-40B4-BE49-F238E27FC236}">
                  <a16:creationId xmlns:a16="http://schemas.microsoft.com/office/drawing/2014/main" id="{6C5B2E84-85D6-4DD5-88FE-F8495F5E3CA2}"/>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69">
              <a:extLst>
                <a:ext uri="{FF2B5EF4-FFF2-40B4-BE49-F238E27FC236}">
                  <a16:creationId xmlns:a16="http://schemas.microsoft.com/office/drawing/2014/main" id="{1987B595-96EB-427F-8E00-533CBBEB5E6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70">
              <a:extLst>
                <a:ext uri="{FF2B5EF4-FFF2-40B4-BE49-F238E27FC236}">
                  <a16:creationId xmlns:a16="http://schemas.microsoft.com/office/drawing/2014/main" id="{99D33392-C824-498D-AF8A-7AF58A9F3321}"/>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71">
              <a:extLst>
                <a:ext uri="{FF2B5EF4-FFF2-40B4-BE49-F238E27FC236}">
                  <a16:creationId xmlns:a16="http://schemas.microsoft.com/office/drawing/2014/main" id="{6D1CAD59-FE6E-48A2-AE71-1BB80553F20C}"/>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72">
              <a:extLst>
                <a:ext uri="{FF2B5EF4-FFF2-40B4-BE49-F238E27FC236}">
                  <a16:creationId xmlns:a16="http://schemas.microsoft.com/office/drawing/2014/main" id="{BD936CE6-00F6-4CAF-A200-A693710C89B3}"/>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73">
              <a:extLst>
                <a:ext uri="{FF2B5EF4-FFF2-40B4-BE49-F238E27FC236}">
                  <a16:creationId xmlns:a16="http://schemas.microsoft.com/office/drawing/2014/main" id="{10329E52-6B3F-4897-BFBC-A6C4F2D2695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74">
              <a:extLst>
                <a:ext uri="{FF2B5EF4-FFF2-40B4-BE49-F238E27FC236}">
                  <a16:creationId xmlns:a16="http://schemas.microsoft.com/office/drawing/2014/main" id="{B9A5FD8E-2005-457D-B36F-5BD162CB6407}"/>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75">
              <a:extLst>
                <a:ext uri="{FF2B5EF4-FFF2-40B4-BE49-F238E27FC236}">
                  <a16:creationId xmlns:a16="http://schemas.microsoft.com/office/drawing/2014/main" id="{2C1FBF6B-A7C3-4F83-AD53-33D9E848D4A4}"/>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76">
              <a:extLst>
                <a:ext uri="{FF2B5EF4-FFF2-40B4-BE49-F238E27FC236}">
                  <a16:creationId xmlns:a16="http://schemas.microsoft.com/office/drawing/2014/main" id="{964A4B57-1B27-4010-9A9F-F2BCD2530127}"/>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77">
              <a:extLst>
                <a:ext uri="{FF2B5EF4-FFF2-40B4-BE49-F238E27FC236}">
                  <a16:creationId xmlns:a16="http://schemas.microsoft.com/office/drawing/2014/main" id="{D961087D-A1D8-48DD-8BD9-550D63557439}"/>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78">
              <a:extLst>
                <a:ext uri="{FF2B5EF4-FFF2-40B4-BE49-F238E27FC236}">
                  <a16:creationId xmlns:a16="http://schemas.microsoft.com/office/drawing/2014/main" id="{64FADA1C-663B-4FF6-8D80-B311B8ABCD02}"/>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79">
              <a:extLst>
                <a:ext uri="{FF2B5EF4-FFF2-40B4-BE49-F238E27FC236}">
                  <a16:creationId xmlns:a16="http://schemas.microsoft.com/office/drawing/2014/main" id="{E96330D1-4BBF-4D0A-B45F-77999C5C74D6}"/>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80">
              <a:extLst>
                <a:ext uri="{FF2B5EF4-FFF2-40B4-BE49-F238E27FC236}">
                  <a16:creationId xmlns:a16="http://schemas.microsoft.com/office/drawing/2014/main" id="{78AFE672-0739-4A26-8B51-D71BAD6A4326}"/>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81">
              <a:extLst>
                <a:ext uri="{FF2B5EF4-FFF2-40B4-BE49-F238E27FC236}">
                  <a16:creationId xmlns:a16="http://schemas.microsoft.com/office/drawing/2014/main" id="{AA3E4254-137D-4797-BF52-FAB6866F0F05}"/>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82">
              <a:extLst>
                <a:ext uri="{FF2B5EF4-FFF2-40B4-BE49-F238E27FC236}">
                  <a16:creationId xmlns:a16="http://schemas.microsoft.com/office/drawing/2014/main" id="{81844ED9-0C33-41B9-8D6C-0C959F9E0F48}"/>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83">
              <a:extLst>
                <a:ext uri="{FF2B5EF4-FFF2-40B4-BE49-F238E27FC236}">
                  <a16:creationId xmlns:a16="http://schemas.microsoft.com/office/drawing/2014/main" id="{69541354-1FEF-4A05-8852-E0866C02411F}"/>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84">
              <a:extLst>
                <a:ext uri="{FF2B5EF4-FFF2-40B4-BE49-F238E27FC236}">
                  <a16:creationId xmlns:a16="http://schemas.microsoft.com/office/drawing/2014/main" id="{22323587-A6E2-4D2C-9D71-B6D0B4DAF0A2}"/>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1002194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144841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88825"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3644077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2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367662" y="1498600"/>
            <a:ext cx="7008574" cy="711200"/>
          </a:xfrm>
          <a:prstGeom prst="rect">
            <a:avLst/>
          </a:prstGeom>
        </p:spPr>
        <p:txBody>
          <a:bodyPr vert="horz" lIns="91440" tIns="45720" rIns="91440" bIns="45720" rtlCol="0" anchor="ctr">
            <a:noAutofit/>
          </a:bodyPr>
          <a:lstStyle>
            <a:lvl1pPr algn="r">
              <a:defRPr lang="en-US" sz="4799" dirty="0"/>
            </a:lvl1pPr>
          </a:lstStyle>
          <a:p>
            <a:pPr lvl="0"/>
            <a:r>
              <a:rPr lang="en-US" dirty="0"/>
              <a:t>Click to edit title</a:t>
            </a:r>
          </a:p>
        </p:txBody>
      </p:sp>
      <p:sp>
        <p:nvSpPr>
          <p:cNvPr id="3" name="Subtitle 2"/>
          <p:cNvSpPr>
            <a:spLocks noGrp="1"/>
          </p:cNvSpPr>
          <p:nvPr>
            <p:ph type="subTitle" idx="1"/>
          </p:nvPr>
        </p:nvSpPr>
        <p:spPr>
          <a:xfrm>
            <a:off x="4367662" y="2209800"/>
            <a:ext cx="7008574" cy="1219200"/>
          </a:xfrm>
        </p:spPr>
        <p:txBody>
          <a:bodyPr/>
          <a:lstStyle>
            <a:lvl1pPr marL="0" indent="0" algn="r">
              <a:buNone/>
              <a:defRPr>
                <a:solidFill>
                  <a:schemeClr val="bg1">
                    <a:lumMod val="50000"/>
                  </a:schemeClr>
                </a:solidFill>
                <a:effectLst/>
              </a:defRPr>
            </a:lvl1pPr>
            <a:lvl2pPr marL="609448" indent="0" algn="ctr">
              <a:buNone/>
              <a:defRPr>
                <a:solidFill>
                  <a:schemeClr val="tx1">
                    <a:tint val="75000"/>
                  </a:schemeClr>
                </a:solidFill>
              </a:defRPr>
            </a:lvl2pPr>
            <a:lvl3pPr marL="1218895" indent="0" algn="ctr">
              <a:buNone/>
              <a:defRPr>
                <a:solidFill>
                  <a:schemeClr val="tx1">
                    <a:tint val="75000"/>
                  </a:schemeClr>
                </a:solidFill>
              </a:defRPr>
            </a:lvl3pPr>
            <a:lvl4pPr marL="1828343" indent="0" algn="ctr">
              <a:buNone/>
              <a:defRPr>
                <a:solidFill>
                  <a:schemeClr val="tx1">
                    <a:tint val="75000"/>
                  </a:schemeClr>
                </a:solidFill>
              </a:defRPr>
            </a:lvl4pPr>
            <a:lvl5pPr marL="2437790" indent="0" algn="ctr">
              <a:buNone/>
              <a:defRPr>
                <a:solidFill>
                  <a:schemeClr val="tx1">
                    <a:tint val="75000"/>
                  </a:schemeClr>
                </a:solidFill>
              </a:defRPr>
            </a:lvl5pPr>
            <a:lvl6pPr marL="3047238" indent="0" algn="ctr">
              <a:buNone/>
              <a:defRPr>
                <a:solidFill>
                  <a:schemeClr val="tx1">
                    <a:tint val="75000"/>
                  </a:schemeClr>
                </a:solidFill>
              </a:defRPr>
            </a:lvl6pPr>
            <a:lvl7pPr marL="3656686" indent="0" algn="ctr">
              <a:buNone/>
              <a:defRPr>
                <a:solidFill>
                  <a:schemeClr val="tx1">
                    <a:tint val="75000"/>
                  </a:schemeClr>
                </a:solidFill>
              </a:defRPr>
            </a:lvl7pPr>
            <a:lvl8pPr marL="4266133" indent="0" algn="ctr">
              <a:buNone/>
              <a:defRPr>
                <a:solidFill>
                  <a:schemeClr val="tx1">
                    <a:tint val="75000"/>
                  </a:schemeClr>
                </a:solidFill>
              </a:defRPr>
            </a:lvl8pPr>
            <a:lvl9pPr marL="4875581"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7" name="Picture 6" descr="A yellow circle with black letters and a black background&#10;&#10;Description automatically generated">
            <a:extLst>
              <a:ext uri="{FF2B5EF4-FFF2-40B4-BE49-F238E27FC236}">
                <a16:creationId xmlns:a16="http://schemas.microsoft.com/office/drawing/2014/main" id="{BA5CE939-B381-3A45-13A6-F58CC000B482}"/>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35421984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www.anubhavtrainings.com</a:t>
            </a:r>
          </a:p>
        </p:txBody>
      </p:sp>
      <p:sp>
        <p:nvSpPr>
          <p:cNvPr id="6" name="Slide Number Placeholder 5"/>
          <p:cNvSpPr>
            <a:spLocks noGrp="1"/>
          </p:cNvSpPr>
          <p:nvPr>
            <p:ph type="sldNum" sz="quarter" idx="12"/>
          </p:nvPr>
        </p:nvSpPr>
        <p:spPr>
          <a:xfrm>
            <a:off x="609441" y="6356351"/>
            <a:ext cx="2844059" cy="365125"/>
          </a:xfrm>
        </p:spPr>
        <p:txBody>
          <a:bodyPr/>
          <a:lstStyle>
            <a:lvl1pPr algn="l">
              <a:defRPr/>
            </a:lvl1pPr>
          </a:lstStyle>
          <a:p>
            <a:fld id="{B6F15528-21DE-4FAA-801E-634DDDAF4B2B}" type="slidenum">
              <a:rPr lang="en-US" smtClean="0"/>
              <a:pPr/>
              <a:t>‹#›</a:t>
            </a:fld>
            <a:endParaRPr lang="en-US"/>
          </a:p>
        </p:txBody>
      </p:sp>
      <p:sp>
        <p:nvSpPr>
          <p:cNvPr id="8" name="Title 1"/>
          <p:cNvSpPr>
            <a:spLocks noGrp="1"/>
          </p:cNvSpPr>
          <p:nvPr>
            <p:ph type="title" hasCustomPrompt="1"/>
          </p:nvPr>
        </p:nvSpPr>
        <p:spPr>
          <a:xfrm>
            <a:off x="609441" y="584201"/>
            <a:ext cx="10969943" cy="711201"/>
          </a:xfrm>
          <a:prstGeom prst="rect">
            <a:avLst/>
          </a:prstGeom>
        </p:spPr>
        <p:txBody>
          <a:bodyPr/>
          <a:lstStyle>
            <a:lvl1pPr>
              <a:defRPr sz="3732">
                <a:gradFill>
                  <a:gsLst>
                    <a:gs pos="0">
                      <a:srgbClr val="002060"/>
                    </a:gs>
                    <a:gs pos="100000">
                      <a:srgbClr val="0070C0"/>
                    </a:gs>
                  </a:gsLst>
                  <a:lin ang="5400000" scaled="0"/>
                </a:gradFill>
              </a:defRPr>
            </a:lvl1pPr>
          </a:lstStyle>
          <a:p>
            <a:r>
              <a:rPr lang="en-US" dirty="0"/>
              <a:t>Click to edit title style</a:t>
            </a:r>
          </a:p>
        </p:txBody>
      </p:sp>
      <p:pic>
        <p:nvPicPr>
          <p:cNvPr id="2" name="Picture 1" descr="A yellow circle with black letters and a black background&#10;&#10;Description automatically generated">
            <a:extLst>
              <a:ext uri="{FF2B5EF4-FFF2-40B4-BE49-F238E27FC236}">
                <a16:creationId xmlns:a16="http://schemas.microsoft.com/office/drawing/2014/main" id="{BE9035D6-1EB0-67FD-788E-258B941A5BB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8312760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62833" y="4406901"/>
            <a:ext cx="10360501" cy="1362075"/>
          </a:xfrm>
          <a:prstGeom prst="rect">
            <a:avLst/>
          </a:prstGeom>
        </p:spPr>
        <p:txBody>
          <a:bodyPr anchor="t"/>
          <a:lstStyle>
            <a:lvl1pPr algn="l">
              <a:defRPr sz="4266" b="1" cap="none"/>
            </a:lvl1pPr>
          </a:lstStyle>
          <a:p>
            <a:r>
              <a:rPr lang="en-US"/>
              <a:t>Click to edit title style</a:t>
            </a:r>
            <a:endParaRPr lang="en-US" dirty="0"/>
          </a:p>
        </p:txBody>
      </p:sp>
      <p:sp>
        <p:nvSpPr>
          <p:cNvPr id="3" name="Text Placeholder 2"/>
          <p:cNvSpPr>
            <a:spLocks noGrp="1"/>
          </p:cNvSpPr>
          <p:nvPr>
            <p:ph type="body" idx="1"/>
          </p:nvPr>
        </p:nvSpPr>
        <p:spPr>
          <a:xfrm>
            <a:off x="962833" y="2906713"/>
            <a:ext cx="10360501" cy="1500187"/>
          </a:xfrm>
        </p:spPr>
        <p:txBody>
          <a:bodyPr anchor="b"/>
          <a:lstStyle>
            <a:lvl1pPr marL="0" indent="0">
              <a:buNone/>
              <a:defRPr sz="2666">
                <a:solidFill>
                  <a:schemeClr val="tx1">
                    <a:tint val="75000"/>
                  </a:schemeClr>
                </a:solidFill>
              </a:defRPr>
            </a:lvl1pPr>
            <a:lvl2pPr marL="609448" indent="0">
              <a:buNone/>
              <a:defRPr sz="2399">
                <a:solidFill>
                  <a:schemeClr val="tx1">
                    <a:tint val="75000"/>
                  </a:schemeClr>
                </a:solidFill>
              </a:defRPr>
            </a:lvl2pPr>
            <a:lvl3pPr marL="1218895" indent="0">
              <a:buNone/>
              <a:defRPr sz="2133">
                <a:solidFill>
                  <a:schemeClr val="tx1">
                    <a:tint val="75000"/>
                  </a:schemeClr>
                </a:solidFill>
              </a:defRPr>
            </a:lvl3pPr>
            <a:lvl4pPr marL="1828343" indent="0">
              <a:buNone/>
              <a:defRPr sz="1866">
                <a:solidFill>
                  <a:schemeClr val="tx1">
                    <a:tint val="75000"/>
                  </a:schemeClr>
                </a:solidFill>
              </a:defRPr>
            </a:lvl4pPr>
            <a:lvl5pPr marL="2437790" indent="0">
              <a:buNone/>
              <a:defRPr sz="1866">
                <a:solidFill>
                  <a:schemeClr val="tx1">
                    <a:tint val="75000"/>
                  </a:schemeClr>
                </a:solidFill>
              </a:defRPr>
            </a:lvl5pPr>
            <a:lvl6pPr marL="3047238" indent="0">
              <a:buNone/>
              <a:defRPr sz="1866">
                <a:solidFill>
                  <a:schemeClr val="tx1">
                    <a:tint val="75000"/>
                  </a:schemeClr>
                </a:solidFill>
              </a:defRPr>
            </a:lvl6pPr>
            <a:lvl7pPr marL="3656686" indent="0">
              <a:buNone/>
              <a:defRPr sz="1866">
                <a:solidFill>
                  <a:schemeClr val="tx1">
                    <a:tint val="75000"/>
                  </a:schemeClr>
                </a:solidFill>
              </a:defRPr>
            </a:lvl7pPr>
            <a:lvl8pPr marL="4266133" indent="0">
              <a:buNone/>
              <a:defRPr sz="1866">
                <a:solidFill>
                  <a:schemeClr val="tx1">
                    <a:tint val="75000"/>
                  </a:schemeClr>
                </a:solidFill>
              </a:defRPr>
            </a:lvl8pPr>
            <a:lvl9pPr marL="4875581" indent="0">
              <a:buNone/>
              <a:defRPr sz="1866">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r>
              <a:rPr lang="en-US" dirty="0"/>
              <a:t>www.anubhavtrainings.com</a:t>
            </a:r>
          </a:p>
        </p:txBody>
      </p:sp>
      <p:sp>
        <p:nvSpPr>
          <p:cNvPr id="6" name="Slide Number Placeholder 5"/>
          <p:cNvSpPr>
            <a:spLocks noGrp="1"/>
          </p:cNvSpPr>
          <p:nvPr>
            <p:ph type="sldNum" sz="quarter" idx="12"/>
          </p:nvPr>
        </p:nvSpPr>
        <p:spPr>
          <a:xfrm>
            <a:off x="304721" y="6356351"/>
            <a:ext cx="2844059" cy="365125"/>
          </a:xfrm>
        </p:spPr>
        <p:txBody>
          <a:bodyPr/>
          <a:lstStyle>
            <a:lvl1pPr algn="l">
              <a:defRPr/>
            </a:lvl1pPr>
          </a:lstStyle>
          <a:p>
            <a:fld id="{B6F15528-21DE-4FAA-801E-634DDDAF4B2B}" type="slidenum">
              <a:rPr lang="en-US" smtClean="0"/>
              <a:pPr/>
              <a:t>‹#›</a:t>
            </a:fld>
            <a:endParaRPr lang="en-US"/>
          </a:p>
        </p:txBody>
      </p:sp>
      <p:pic>
        <p:nvPicPr>
          <p:cNvPr id="7" name="Picture 6" descr="A yellow circle with black letters and a black background&#10;&#10;Description automatically generated">
            <a:extLst>
              <a:ext uri="{FF2B5EF4-FFF2-40B4-BE49-F238E27FC236}">
                <a16:creationId xmlns:a16="http://schemas.microsoft.com/office/drawing/2014/main" id="{19859E39-C1F4-F452-A609-81C93B9864E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35737351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441" y="76201"/>
            <a:ext cx="10969943" cy="812801"/>
          </a:xfrm>
          <a:prstGeom prst="rect">
            <a:avLst/>
          </a:prstGeom>
        </p:spPr>
        <p:txBody>
          <a:bodyPr/>
          <a:lstStyle/>
          <a:p>
            <a:r>
              <a:rPr lang="en-US" dirty="0"/>
              <a:t>Click to edit title style</a:t>
            </a:r>
          </a:p>
        </p:txBody>
      </p:sp>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3"/>
          </p:nvPr>
        </p:nvSpPr>
        <p:spPr>
          <a:xfrm>
            <a:off x="609441" y="1295400"/>
            <a:ext cx="5383398" cy="4876800"/>
          </a:xfrm>
        </p:spPr>
        <p:txBody>
          <a:bodyPr>
            <a:normAutofit/>
          </a:bodyPr>
          <a:lstStyle>
            <a:lvl1pPr marL="0" indent="0">
              <a:buFont typeface="Arial" pitchFamily="34" charset="0"/>
              <a:buNone/>
              <a:defRPr sz="1866"/>
            </a:lvl1pPr>
            <a:lvl2pPr>
              <a:defRPr sz="1600"/>
            </a:lvl2pPr>
            <a:lvl3pPr>
              <a:defRPr sz="1466"/>
            </a:lvl3pPr>
            <a:lvl4pPr>
              <a:defRPr sz="1466"/>
            </a:lvl4pPr>
            <a:lvl5pPr>
              <a:defRPr sz="146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8"/>
          <p:cNvSpPr>
            <a:spLocks noGrp="1"/>
          </p:cNvSpPr>
          <p:nvPr>
            <p:ph sz="quarter" idx="14"/>
          </p:nvPr>
        </p:nvSpPr>
        <p:spPr>
          <a:xfrm>
            <a:off x="6195986" y="1295400"/>
            <a:ext cx="5383398" cy="4876800"/>
          </a:xfrm>
        </p:spPr>
        <p:txBody>
          <a:bodyPr>
            <a:normAutofit/>
          </a:bodyPr>
          <a:lstStyle>
            <a:lvl1pPr marL="0" indent="0">
              <a:buNone/>
              <a:defRPr sz="1866"/>
            </a:lvl1pPr>
            <a:lvl2pPr>
              <a:defRPr sz="1600"/>
            </a:lvl2pPr>
            <a:lvl3pPr>
              <a:defRPr sz="1466"/>
            </a:lvl3pPr>
            <a:lvl4pPr>
              <a:defRPr sz="1466"/>
            </a:lvl4pPr>
            <a:lvl5pPr>
              <a:defRPr sz="146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descr="A yellow circle with black letters and a black background&#10;&#10;Description automatically generated">
            <a:extLst>
              <a:ext uri="{FF2B5EF4-FFF2-40B4-BE49-F238E27FC236}">
                <a16:creationId xmlns:a16="http://schemas.microsoft.com/office/drawing/2014/main" id="{361F23F3-4276-7AC6-FA37-CDC6351B9F7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1206302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3"/>
          </p:nvPr>
        </p:nvSpPr>
        <p:spPr>
          <a:xfrm>
            <a:off x="609441" y="1295400"/>
            <a:ext cx="3555074" cy="4876800"/>
          </a:xfrm>
        </p:spPr>
        <p:txBody>
          <a:bodyPr>
            <a:normAutofit/>
          </a:bodyPr>
          <a:lstStyle>
            <a:lvl1pPr marL="0" indent="0">
              <a:buFont typeface="Arial" pitchFamily="34" charset="0"/>
              <a:buNone/>
              <a:defRPr sz="1866"/>
            </a:lvl1pPr>
            <a:lvl2pPr>
              <a:defRPr sz="1600"/>
            </a:lvl2pPr>
            <a:lvl3pPr>
              <a:defRPr sz="1466"/>
            </a:lvl3pPr>
            <a:lvl4pPr>
              <a:defRPr sz="1466"/>
            </a:lvl4pPr>
            <a:lvl5pPr>
              <a:defRPr sz="146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8"/>
          <p:cNvSpPr>
            <a:spLocks noGrp="1"/>
          </p:cNvSpPr>
          <p:nvPr>
            <p:ph sz="quarter" idx="14"/>
          </p:nvPr>
        </p:nvSpPr>
        <p:spPr>
          <a:xfrm>
            <a:off x="4316876" y="1295400"/>
            <a:ext cx="3555074" cy="4876800"/>
          </a:xfrm>
        </p:spPr>
        <p:txBody>
          <a:bodyPr>
            <a:normAutofit/>
          </a:bodyPr>
          <a:lstStyle>
            <a:lvl1pPr marL="0" indent="0">
              <a:buFont typeface="Arial" pitchFamily="34" charset="0"/>
              <a:buNone/>
              <a:defRPr sz="1866"/>
            </a:lvl1pPr>
            <a:lvl2pPr>
              <a:defRPr sz="1600"/>
            </a:lvl2pPr>
            <a:lvl3pPr>
              <a:defRPr sz="1466"/>
            </a:lvl3pPr>
            <a:lvl4pPr>
              <a:defRPr sz="1466"/>
            </a:lvl4pPr>
            <a:lvl5pPr>
              <a:defRPr sz="146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8"/>
          <p:cNvSpPr>
            <a:spLocks noGrp="1"/>
          </p:cNvSpPr>
          <p:nvPr>
            <p:ph sz="quarter" idx="15"/>
          </p:nvPr>
        </p:nvSpPr>
        <p:spPr>
          <a:xfrm>
            <a:off x="8024310" y="1295400"/>
            <a:ext cx="3555074" cy="4876800"/>
          </a:xfrm>
        </p:spPr>
        <p:txBody>
          <a:bodyPr>
            <a:normAutofit/>
          </a:bodyPr>
          <a:lstStyle>
            <a:lvl1pPr marL="0" indent="0">
              <a:buFont typeface="Arial" pitchFamily="34" charset="0"/>
              <a:buNone/>
              <a:defRPr sz="1866"/>
            </a:lvl1pPr>
            <a:lvl2pPr>
              <a:defRPr sz="1600"/>
            </a:lvl2pPr>
            <a:lvl3pPr>
              <a:defRPr sz="1466"/>
            </a:lvl3pPr>
            <a:lvl4pPr>
              <a:defRPr sz="1466"/>
            </a:lvl4pPr>
            <a:lvl5pPr>
              <a:defRPr sz="146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1"/>
          <p:cNvSpPr>
            <a:spLocks noGrp="1"/>
          </p:cNvSpPr>
          <p:nvPr>
            <p:ph type="title" hasCustomPrompt="1"/>
          </p:nvPr>
        </p:nvSpPr>
        <p:spPr>
          <a:xfrm>
            <a:off x="609441" y="584201"/>
            <a:ext cx="10969943" cy="711201"/>
          </a:xfrm>
          <a:prstGeom prst="rect">
            <a:avLst/>
          </a:prstGeom>
        </p:spPr>
        <p:txBody>
          <a:bodyPr/>
          <a:lstStyle>
            <a:lvl1pPr>
              <a:defRPr sz="3732">
                <a:gradFill>
                  <a:gsLst>
                    <a:gs pos="0">
                      <a:srgbClr val="002060"/>
                    </a:gs>
                    <a:gs pos="100000">
                      <a:srgbClr val="0070C0"/>
                    </a:gs>
                  </a:gsLst>
                  <a:lin ang="5400000" scaled="0"/>
                </a:gradFill>
              </a:defRPr>
            </a:lvl1pPr>
          </a:lstStyle>
          <a:p>
            <a:r>
              <a:rPr lang="en-US" dirty="0"/>
              <a:t>Click to edit title style</a:t>
            </a:r>
          </a:p>
        </p:txBody>
      </p:sp>
      <p:pic>
        <p:nvPicPr>
          <p:cNvPr id="2" name="Picture 1" descr="A yellow circle with black letters and a black background&#10;&#10;Description automatically generated">
            <a:extLst>
              <a:ext uri="{FF2B5EF4-FFF2-40B4-BE49-F238E27FC236}">
                <a16:creationId xmlns:a16="http://schemas.microsoft.com/office/drawing/2014/main" id="{5FDBF0D3-6CF9-4440-94E9-AA4A7421695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30300600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_Two Content">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3"/>
          </p:nvPr>
        </p:nvSpPr>
        <p:spPr>
          <a:xfrm>
            <a:off x="609441" y="1295400"/>
            <a:ext cx="3555074" cy="4876800"/>
          </a:xfrm>
        </p:spPr>
        <p:txBody>
          <a:bodyPr>
            <a:normAutofit/>
          </a:bodyPr>
          <a:lstStyle>
            <a:lvl1pPr marL="0" indent="0">
              <a:buFont typeface="Arial" pitchFamily="34" charset="0"/>
              <a:buNone/>
              <a:defRPr sz="1866"/>
            </a:lvl1pPr>
            <a:lvl2pPr>
              <a:defRPr sz="1600"/>
            </a:lvl2pPr>
            <a:lvl3pPr>
              <a:defRPr sz="1466"/>
            </a:lvl3pPr>
            <a:lvl4pPr>
              <a:defRPr sz="1466"/>
            </a:lvl4pPr>
            <a:lvl5pPr>
              <a:defRPr sz="146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8"/>
          <p:cNvSpPr>
            <a:spLocks noGrp="1"/>
          </p:cNvSpPr>
          <p:nvPr>
            <p:ph sz="quarter" idx="14"/>
          </p:nvPr>
        </p:nvSpPr>
        <p:spPr>
          <a:xfrm>
            <a:off x="4316876" y="1295400"/>
            <a:ext cx="3555074" cy="4876800"/>
          </a:xfrm>
        </p:spPr>
        <p:txBody>
          <a:bodyPr>
            <a:normAutofit/>
          </a:bodyPr>
          <a:lstStyle>
            <a:lvl1pPr marL="0" indent="0">
              <a:buFont typeface="Arial" pitchFamily="34" charset="0"/>
              <a:buNone/>
              <a:defRPr sz="1866"/>
            </a:lvl1pPr>
            <a:lvl2pPr>
              <a:defRPr sz="1600"/>
            </a:lvl2pPr>
            <a:lvl3pPr>
              <a:defRPr sz="1466"/>
            </a:lvl3pPr>
            <a:lvl4pPr>
              <a:defRPr sz="1466"/>
            </a:lvl4pPr>
            <a:lvl5pPr>
              <a:defRPr sz="146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1"/>
          <p:cNvSpPr>
            <a:spLocks noGrp="1"/>
          </p:cNvSpPr>
          <p:nvPr>
            <p:ph type="title" hasCustomPrompt="1"/>
          </p:nvPr>
        </p:nvSpPr>
        <p:spPr>
          <a:xfrm>
            <a:off x="609441" y="584201"/>
            <a:ext cx="10969943" cy="711201"/>
          </a:xfrm>
          <a:prstGeom prst="rect">
            <a:avLst/>
          </a:prstGeom>
        </p:spPr>
        <p:txBody>
          <a:bodyPr/>
          <a:lstStyle>
            <a:lvl1pPr>
              <a:defRPr sz="3732">
                <a:gradFill>
                  <a:gsLst>
                    <a:gs pos="0">
                      <a:srgbClr val="002060"/>
                    </a:gs>
                    <a:gs pos="100000">
                      <a:srgbClr val="0070C0"/>
                    </a:gs>
                  </a:gsLst>
                  <a:lin ang="5400000" scaled="0"/>
                </a:gradFill>
              </a:defRPr>
            </a:lvl1pPr>
          </a:lstStyle>
          <a:p>
            <a:r>
              <a:rPr lang="en-US" dirty="0"/>
              <a:t>Click to edit title style</a:t>
            </a:r>
          </a:p>
        </p:txBody>
      </p:sp>
      <p:pic>
        <p:nvPicPr>
          <p:cNvPr id="2" name="Picture 1" descr="A yellow circle with black letters and a black background&#10;&#10;Description automatically generated">
            <a:extLst>
              <a:ext uri="{FF2B5EF4-FFF2-40B4-BE49-F238E27FC236}">
                <a16:creationId xmlns:a16="http://schemas.microsoft.com/office/drawing/2014/main" id="{CB3935A3-C998-9B3D-079E-B7BC7E8C2A3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33649059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www.anubhavtrainings.com</a:t>
            </a:r>
          </a:p>
        </p:txBody>
      </p:sp>
      <p:sp>
        <p:nvSpPr>
          <p:cNvPr id="5" name="Slide Number Placeholder 4"/>
          <p:cNvSpPr>
            <a:spLocks noGrp="1"/>
          </p:cNvSpPr>
          <p:nvPr>
            <p:ph type="sldNum" sz="quarter" idx="12"/>
          </p:nvPr>
        </p:nvSpPr>
        <p:spPr>
          <a:xfrm>
            <a:off x="203147" y="6375400"/>
            <a:ext cx="2844059" cy="365125"/>
          </a:xfrm>
        </p:spPr>
        <p:txBody>
          <a:bodyPr/>
          <a:lstStyle>
            <a:lvl1pPr algn="l">
              <a:defRPr/>
            </a:lvl1pPr>
          </a:lstStyle>
          <a:p>
            <a:fld id="{B6F15528-21DE-4FAA-801E-634DDDAF4B2B}" type="slidenum">
              <a:rPr lang="en-US" smtClean="0"/>
              <a:pPr/>
              <a:t>‹#›</a:t>
            </a:fld>
            <a:endParaRPr lang="en-US"/>
          </a:p>
        </p:txBody>
      </p:sp>
      <p:sp>
        <p:nvSpPr>
          <p:cNvPr id="6" name="Title 1"/>
          <p:cNvSpPr>
            <a:spLocks noGrp="1"/>
          </p:cNvSpPr>
          <p:nvPr>
            <p:ph type="title" hasCustomPrompt="1"/>
          </p:nvPr>
        </p:nvSpPr>
        <p:spPr>
          <a:xfrm>
            <a:off x="222045" y="279401"/>
            <a:ext cx="10969943" cy="711201"/>
          </a:xfrm>
          <a:prstGeom prst="rect">
            <a:avLst/>
          </a:prstGeom>
        </p:spPr>
        <p:txBody>
          <a:bodyPr/>
          <a:lstStyle>
            <a:lvl1pPr>
              <a:defRPr sz="3466">
                <a:gradFill>
                  <a:gsLst>
                    <a:gs pos="0">
                      <a:srgbClr val="002060"/>
                    </a:gs>
                    <a:gs pos="100000">
                      <a:srgbClr val="0070C0"/>
                    </a:gs>
                  </a:gsLst>
                  <a:lin ang="5400000" scaled="0"/>
                </a:gradFill>
                <a:latin typeface="Cooper Black" panose="0208090404030B020404" pitchFamily="18" charset="0"/>
              </a:defRPr>
            </a:lvl1pPr>
          </a:lstStyle>
          <a:p>
            <a:r>
              <a:rPr lang="en-US" dirty="0"/>
              <a:t>Click to edit title style</a:t>
            </a:r>
          </a:p>
        </p:txBody>
      </p:sp>
      <p:pic>
        <p:nvPicPr>
          <p:cNvPr id="8" name="Picture 7" descr="A yellow circle with black letters and a black background&#10;&#10;Description automatically generated">
            <a:extLst>
              <a:ext uri="{FF2B5EF4-FFF2-40B4-BE49-F238E27FC236}">
                <a16:creationId xmlns:a16="http://schemas.microsoft.com/office/drawing/2014/main" id="{547D5447-D822-E114-D105-30608DBB5E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77810" y="76201"/>
            <a:ext cx="658210" cy="650287"/>
          </a:xfrm>
          <a:prstGeom prst="rect">
            <a:avLst/>
          </a:prstGeom>
        </p:spPr>
      </p:pic>
    </p:spTree>
    <p:extLst>
      <p:ext uri="{BB962C8B-B14F-4D97-AF65-F5344CB8AC3E}">
        <p14:creationId xmlns:p14="http://schemas.microsoft.com/office/powerpoint/2010/main" val="16351548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www.anubhavtrainings.com</a:t>
            </a:r>
          </a:p>
        </p:txBody>
      </p:sp>
      <p:sp>
        <p:nvSpPr>
          <p:cNvPr id="4" name="Slide Number Placeholder 3"/>
          <p:cNvSpPr>
            <a:spLocks noGrp="1"/>
          </p:cNvSpPr>
          <p:nvPr>
            <p:ph type="sldNum" sz="quarter" idx="12"/>
          </p:nvPr>
        </p:nvSpPr>
        <p:spPr>
          <a:xfrm>
            <a:off x="203147" y="6356351"/>
            <a:ext cx="2844059" cy="365125"/>
          </a:xfrm>
        </p:spPr>
        <p:txBody>
          <a:bodyPr/>
          <a:lstStyle>
            <a:lvl1pPr algn="l">
              <a:defRPr/>
            </a:lvl1pPr>
          </a:lstStyle>
          <a:p>
            <a:fld id="{B6F15528-21DE-4FAA-801E-634DDDAF4B2B}" type="slidenum">
              <a:rPr lang="en-US" smtClean="0"/>
              <a:pPr/>
              <a:t>‹#›</a:t>
            </a:fld>
            <a:endParaRPr lang="en-US"/>
          </a:p>
        </p:txBody>
      </p:sp>
      <p:pic>
        <p:nvPicPr>
          <p:cNvPr id="5" name="Picture 4" descr="A yellow circle with black letters and a black background&#10;&#10;Description automatically generated">
            <a:extLst>
              <a:ext uri="{FF2B5EF4-FFF2-40B4-BE49-F238E27FC236}">
                <a16:creationId xmlns:a16="http://schemas.microsoft.com/office/drawing/2014/main" id="{BFC459EA-C247-C5E7-6491-AEF2B5F94E2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33004723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443" y="1092200"/>
            <a:ext cx="4010039" cy="1162051"/>
          </a:xfrm>
          <a:prstGeom prst="rect">
            <a:avLst/>
          </a:prstGeom>
        </p:spPr>
        <p:txBody>
          <a:bodyPr anchor="b"/>
          <a:lstStyle>
            <a:lvl1pPr algn="l">
              <a:defRPr sz="2666" b="1"/>
            </a:lvl1pPr>
          </a:lstStyle>
          <a:p>
            <a:r>
              <a:rPr lang="en-US"/>
              <a:t>Click to edit Master title style</a:t>
            </a:r>
          </a:p>
        </p:txBody>
      </p:sp>
      <p:sp>
        <p:nvSpPr>
          <p:cNvPr id="3" name="Content Placeholder 2"/>
          <p:cNvSpPr>
            <a:spLocks noGrp="1"/>
          </p:cNvSpPr>
          <p:nvPr>
            <p:ph idx="1"/>
          </p:nvPr>
        </p:nvSpPr>
        <p:spPr>
          <a:xfrm>
            <a:off x="4765492" y="1092201"/>
            <a:ext cx="6813892" cy="5033964"/>
          </a:xfrm>
        </p:spPr>
        <p:txBody>
          <a:bodyPr>
            <a:normAutofit/>
          </a:bodyPr>
          <a:lstStyle>
            <a:lvl1pPr>
              <a:defRPr sz="3199"/>
            </a:lvl1pPr>
            <a:lvl2pPr>
              <a:defRPr sz="2666"/>
            </a:lvl2pPr>
            <a:lvl3pPr>
              <a:defRPr sz="2399"/>
            </a:lvl3pPr>
            <a:lvl4pPr>
              <a:defRPr sz="2133"/>
            </a:lvl4pPr>
            <a:lvl5pPr>
              <a:defRPr sz="2133"/>
            </a:lvl5pPr>
            <a:lvl6pPr>
              <a:defRPr sz="2666"/>
            </a:lvl6pPr>
            <a:lvl7pPr>
              <a:defRPr sz="2666"/>
            </a:lvl7pPr>
            <a:lvl8pPr>
              <a:defRPr sz="2666"/>
            </a:lvl8pPr>
            <a:lvl9pPr>
              <a:defRPr sz="2666"/>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09443" y="2311401"/>
            <a:ext cx="4010039" cy="3814764"/>
          </a:xfrm>
        </p:spPr>
        <p:txBody>
          <a:bodyPr/>
          <a:lstStyle>
            <a:lvl1pPr marL="0" indent="0">
              <a:buNone/>
              <a:defRPr sz="1866"/>
            </a:lvl1pPr>
            <a:lvl2pPr marL="609448" indent="0">
              <a:buNone/>
              <a:defRPr sz="1600"/>
            </a:lvl2pPr>
            <a:lvl3pPr marL="1218895" indent="0">
              <a:buNone/>
              <a:defRPr sz="1333"/>
            </a:lvl3pPr>
            <a:lvl4pPr marL="1828343" indent="0">
              <a:buNone/>
              <a:defRPr sz="1200"/>
            </a:lvl4pPr>
            <a:lvl5pPr marL="2437790" indent="0">
              <a:buNone/>
              <a:defRPr sz="1200"/>
            </a:lvl5pPr>
            <a:lvl6pPr marL="3047238" indent="0">
              <a:buNone/>
              <a:defRPr sz="1200"/>
            </a:lvl6pPr>
            <a:lvl7pPr marL="3656686" indent="0">
              <a:buNone/>
              <a:defRPr sz="1200"/>
            </a:lvl7pPr>
            <a:lvl8pPr marL="4266133" indent="0">
              <a:buNone/>
              <a:defRPr sz="1200"/>
            </a:lvl8pPr>
            <a:lvl9pPr marL="4875581" indent="0">
              <a:buNone/>
              <a:defRPr sz="12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pic>
        <p:nvPicPr>
          <p:cNvPr id="8" name="Picture 7" descr="A yellow circle with black letters and a black background&#10;&#10;Description automatically generated">
            <a:extLst>
              <a:ext uri="{FF2B5EF4-FFF2-40B4-BE49-F238E27FC236}">
                <a16:creationId xmlns:a16="http://schemas.microsoft.com/office/drawing/2014/main" id="{40C7AE83-204E-A484-7237-A7EA3EBC4DA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107032943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095" y="4800600"/>
            <a:ext cx="7313295" cy="566739"/>
          </a:xfrm>
          <a:prstGeom prst="rect">
            <a:avLst/>
          </a:prstGeom>
        </p:spPr>
        <p:txBody>
          <a:bodyPr anchor="b"/>
          <a:lstStyle>
            <a:lvl1pPr algn="l">
              <a:defRPr sz="2666" b="1"/>
            </a:lvl1pPr>
          </a:lstStyle>
          <a:p>
            <a:r>
              <a:rPr lang="en-US"/>
              <a:t>Click to edit Master title style</a:t>
            </a:r>
          </a:p>
        </p:txBody>
      </p:sp>
      <p:sp>
        <p:nvSpPr>
          <p:cNvPr id="3" name="Picture Placeholder 2"/>
          <p:cNvSpPr>
            <a:spLocks noGrp="1"/>
          </p:cNvSpPr>
          <p:nvPr>
            <p:ph type="pic" idx="1"/>
          </p:nvPr>
        </p:nvSpPr>
        <p:spPr>
          <a:xfrm>
            <a:off x="2389095" y="1193799"/>
            <a:ext cx="7313295" cy="3533775"/>
          </a:xfrm>
        </p:spPr>
        <p:txBody>
          <a:bodyPr/>
          <a:lstStyle>
            <a:lvl1pPr marL="0" indent="0">
              <a:buNone/>
              <a:defRPr sz="4266"/>
            </a:lvl1pPr>
            <a:lvl2pPr marL="609448" indent="0">
              <a:buNone/>
              <a:defRPr sz="3732"/>
            </a:lvl2pPr>
            <a:lvl3pPr marL="1218895" indent="0">
              <a:buNone/>
              <a:defRPr sz="3199"/>
            </a:lvl3pPr>
            <a:lvl4pPr marL="1828343" indent="0">
              <a:buNone/>
              <a:defRPr sz="2666"/>
            </a:lvl4pPr>
            <a:lvl5pPr marL="2437790" indent="0">
              <a:buNone/>
              <a:defRPr sz="2666"/>
            </a:lvl5pPr>
            <a:lvl6pPr marL="3047238" indent="0">
              <a:buNone/>
              <a:defRPr sz="2666"/>
            </a:lvl6pPr>
            <a:lvl7pPr marL="3656686" indent="0">
              <a:buNone/>
              <a:defRPr sz="2666"/>
            </a:lvl7pPr>
            <a:lvl8pPr marL="4266133" indent="0">
              <a:buNone/>
              <a:defRPr sz="2666"/>
            </a:lvl8pPr>
            <a:lvl9pPr marL="4875581" indent="0">
              <a:buNone/>
              <a:defRPr sz="2666"/>
            </a:lvl9pPr>
          </a:lstStyle>
          <a:p>
            <a:endParaRPr lang="en-US"/>
          </a:p>
        </p:txBody>
      </p:sp>
      <p:sp>
        <p:nvSpPr>
          <p:cNvPr id="4" name="Text Placeholder 3"/>
          <p:cNvSpPr>
            <a:spLocks noGrp="1"/>
          </p:cNvSpPr>
          <p:nvPr>
            <p:ph type="body" sz="half" idx="2"/>
          </p:nvPr>
        </p:nvSpPr>
        <p:spPr>
          <a:xfrm>
            <a:off x="2389095" y="5367338"/>
            <a:ext cx="7313295" cy="804863"/>
          </a:xfrm>
        </p:spPr>
        <p:txBody>
          <a:bodyPr/>
          <a:lstStyle>
            <a:lvl1pPr marL="0" indent="0">
              <a:buNone/>
              <a:defRPr sz="1866"/>
            </a:lvl1pPr>
            <a:lvl2pPr marL="609448" indent="0">
              <a:buNone/>
              <a:defRPr sz="1600"/>
            </a:lvl2pPr>
            <a:lvl3pPr marL="1218895" indent="0">
              <a:buNone/>
              <a:defRPr sz="1333"/>
            </a:lvl3pPr>
            <a:lvl4pPr marL="1828343" indent="0">
              <a:buNone/>
              <a:defRPr sz="1200"/>
            </a:lvl4pPr>
            <a:lvl5pPr marL="2437790" indent="0">
              <a:buNone/>
              <a:defRPr sz="1200"/>
            </a:lvl5pPr>
            <a:lvl6pPr marL="3047238" indent="0">
              <a:buNone/>
              <a:defRPr sz="1200"/>
            </a:lvl6pPr>
            <a:lvl7pPr marL="3656686" indent="0">
              <a:buNone/>
              <a:defRPr sz="1200"/>
            </a:lvl7pPr>
            <a:lvl8pPr marL="4266133" indent="0">
              <a:buNone/>
              <a:defRPr sz="1200"/>
            </a:lvl8pPr>
            <a:lvl9pPr marL="4875581" indent="0">
              <a:buNone/>
              <a:defRPr sz="12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pic>
        <p:nvPicPr>
          <p:cNvPr id="8" name="Picture 7" descr="A yellow circle with black letters and a black background&#10;&#10;Description automatically generated">
            <a:extLst>
              <a:ext uri="{FF2B5EF4-FFF2-40B4-BE49-F238E27FC236}">
                <a16:creationId xmlns:a16="http://schemas.microsoft.com/office/drawing/2014/main" id="{23DAEE89-C03B-1705-0782-CE3B90349AF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259587833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www.anubhavtrainings.com</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Title 1"/>
          <p:cNvSpPr>
            <a:spLocks noGrp="1"/>
          </p:cNvSpPr>
          <p:nvPr>
            <p:ph type="title" hasCustomPrompt="1"/>
          </p:nvPr>
        </p:nvSpPr>
        <p:spPr>
          <a:xfrm>
            <a:off x="609441" y="584201"/>
            <a:ext cx="10969943" cy="711201"/>
          </a:xfrm>
          <a:prstGeom prst="rect">
            <a:avLst/>
          </a:prstGeom>
        </p:spPr>
        <p:txBody>
          <a:bodyPr/>
          <a:lstStyle>
            <a:lvl1pPr>
              <a:defRPr sz="3732">
                <a:gradFill>
                  <a:gsLst>
                    <a:gs pos="0">
                      <a:srgbClr val="002060"/>
                    </a:gs>
                    <a:gs pos="100000">
                      <a:srgbClr val="0070C0"/>
                    </a:gs>
                  </a:gsLst>
                  <a:lin ang="5400000" scaled="0"/>
                </a:gradFill>
              </a:defRPr>
            </a:lvl1pPr>
          </a:lstStyle>
          <a:p>
            <a:r>
              <a:rPr lang="en-US" dirty="0"/>
              <a:t>Click to edit title style</a:t>
            </a:r>
          </a:p>
        </p:txBody>
      </p:sp>
      <p:pic>
        <p:nvPicPr>
          <p:cNvPr id="2" name="Picture 1" descr="A yellow circle with black letters and a black background&#10;&#10;Description automatically generated">
            <a:extLst>
              <a:ext uri="{FF2B5EF4-FFF2-40B4-BE49-F238E27FC236}">
                <a16:creationId xmlns:a16="http://schemas.microsoft.com/office/drawing/2014/main" id="{FDBE062A-C013-A203-17DC-F9C61DBF2E3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136770423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nvPr>
        </p:nvSpPr>
        <p:spPr>
          <a:xfrm>
            <a:off x="8836898" y="1396999"/>
            <a:ext cx="2742486" cy="4729164"/>
          </a:xfrm>
          <a:prstGeom prst="rect">
            <a:avLst/>
          </a:prstGeom>
        </p:spPr>
        <p:txBody>
          <a:bodyPr vert="eaVert"/>
          <a:lstStyle/>
          <a:p>
            <a:r>
              <a:rPr lang="en-US" dirty="0"/>
              <a:t>Click to edit title style</a:t>
            </a:r>
          </a:p>
        </p:txBody>
      </p:sp>
      <p:sp>
        <p:nvSpPr>
          <p:cNvPr id="3" name="Vertical Text Placeholder 2"/>
          <p:cNvSpPr>
            <a:spLocks noGrp="1"/>
          </p:cNvSpPr>
          <p:nvPr>
            <p:ph type="body" orient="vert" idx="1"/>
          </p:nvPr>
        </p:nvSpPr>
        <p:spPr>
          <a:xfrm>
            <a:off x="609441" y="1396999"/>
            <a:ext cx="8024310" cy="472916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www.anubhavtrainings.com</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7" name="Picture 6" descr="A yellow circle with black letters and a black background&#10;&#10;Description automatically generated">
            <a:extLst>
              <a:ext uri="{FF2B5EF4-FFF2-40B4-BE49-F238E27FC236}">
                <a16:creationId xmlns:a16="http://schemas.microsoft.com/office/drawing/2014/main" id="{CA6DBE16-F08A-6A41-329C-56621EE5368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295769335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1_Title Slide">
    <p:bg>
      <p:bgPr>
        <a:blipFill dpi="0" rotWithShape="1">
          <a:blip r:embed="rId3">
            <a:lum/>
          </a:blip>
          <a:srcRect/>
          <a:stretch>
            <a:fillRect b="-20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09441" y="1803400"/>
            <a:ext cx="10969943" cy="1727200"/>
          </a:xfrm>
          <a:prstGeom prst="rect">
            <a:avLst/>
          </a:prstGeom>
        </p:spPr>
        <p:txBody>
          <a:bodyPr/>
          <a:lstStyle>
            <a:lvl1pPr algn="l">
              <a:defRPr sz="7998" b="1">
                <a:gradFill flip="none" rotWithShape="1">
                  <a:gsLst>
                    <a:gs pos="0">
                      <a:srgbClr val="0070C0"/>
                    </a:gs>
                    <a:gs pos="100000">
                      <a:srgbClr val="00B0F0"/>
                    </a:gs>
                  </a:gsLst>
                  <a:lin ang="16200000" scaled="1"/>
                  <a:tileRect/>
                </a:gradFill>
                <a:effectLst/>
              </a:defRPr>
            </a:lvl1pPr>
          </a:lstStyle>
          <a:p>
            <a:r>
              <a:rPr lang="en-US"/>
              <a:t>Thank You</a:t>
            </a:r>
            <a:endParaRPr lang="en-US" dirty="0"/>
          </a:p>
        </p:txBody>
      </p:sp>
      <p:sp>
        <p:nvSpPr>
          <p:cNvPr id="3" name="Subtitle 2"/>
          <p:cNvSpPr>
            <a:spLocks noGrp="1"/>
          </p:cNvSpPr>
          <p:nvPr>
            <p:ph type="subTitle" idx="1" hasCustomPrompt="1"/>
          </p:nvPr>
        </p:nvSpPr>
        <p:spPr>
          <a:xfrm>
            <a:off x="609441" y="3530600"/>
            <a:ext cx="10969943" cy="1219200"/>
          </a:xfrm>
        </p:spPr>
        <p:txBody>
          <a:bodyPr/>
          <a:lstStyle>
            <a:lvl1pPr marL="0" indent="0" algn="l">
              <a:buNone/>
              <a:defRPr>
                <a:solidFill>
                  <a:schemeClr val="tx1">
                    <a:lumMod val="85000"/>
                    <a:lumOff val="15000"/>
                  </a:schemeClr>
                </a:solidFill>
                <a:effectLst/>
              </a:defRPr>
            </a:lvl1pPr>
            <a:lvl2pPr marL="609448" indent="0" algn="ctr">
              <a:buNone/>
              <a:defRPr>
                <a:solidFill>
                  <a:schemeClr val="tx1">
                    <a:tint val="75000"/>
                  </a:schemeClr>
                </a:solidFill>
              </a:defRPr>
            </a:lvl2pPr>
            <a:lvl3pPr marL="1218895" indent="0" algn="ctr">
              <a:buNone/>
              <a:defRPr>
                <a:solidFill>
                  <a:schemeClr val="tx1">
                    <a:tint val="75000"/>
                  </a:schemeClr>
                </a:solidFill>
              </a:defRPr>
            </a:lvl3pPr>
            <a:lvl4pPr marL="1828343" indent="0" algn="ctr">
              <a:buNone/>
              <a:defRPr>
                <a:solidFill>
                  <a:schemeClr val="tx1">
                    <a:tint val="75000"/>
                  </a:schemeClr>
                </a:solidFill>
              </a:defRPr>
            </a:lvl4pPr>
            <a:lvl5pPr marL="2437790" indent="0" algn="ctr">
              <a:buNone/>
              <a:defRPr>
                <a:solidFill>
                  <a:schemeClr val="tx1">
                    <a:tint val="75000"/>
                  </a:schemeClr>
                </a:solidFill>
              </a:defRPr>
            </a:lvl5pPr>
            <a:lvl6pPr marL="3047238" indent="0" algn="ctr">
              <a:buNone/>
              <a:defRPr>
                <a:solidFill>
                  <a:schemeClr val="tx1">
                    <a:tint val="75000"/>
                  </a:schemeClr>
                </a:solidFill>
              </a:defRPr>
            </a:lvl6pPr>
            <a:lvl7pPr marL="3656686" indent="0" algn="ctr">
              <a:buNone/>
              <a:defRPr>
                <a:solidFill>
                  <a:schemeClr val="tx1">
                    <a:tint val="75000"/>
                  </a:schemeClr>
                </a:solidFill>
              </a:defRPr>
            </a:lvl7pPr>
            <a:lvl8pPr marL="4266133" indent="0" algn="ctr">
              <a:buNone/>
              <a:defRPr>
                <a:solidFill>
                  <a:schemeClr val="tx1">
                    <a:tint val="75000"/>
                  </a:schemeClr>
                </a:solidFill>
              </a:defRPr>
            </a:lvl8pPr>
            <a:lvl9pPr marL="4875581" indent="0" algn="ctr">
              <a:buNone/>
              <a:defRPr>
                <a:solidFill>
                  <a:schemeClr val="tx1">
                    <a:tint val="75000"/>
                  </a:schemeClr>
                </a:solidFill>
              </a:defRPr>
            </a:lvl9pPr>
          </a:lstStyle>
          <a:p>
            <a:r>
              <a:rPr lang="en-US"/>
              <a:t>Contact Information</a:t>
            </a:r>
            <a:endParaRPr lang="en-US" dirty="0"/>
          </a:p>
        </p:txBody>
      </p:sp>
      <p:pic>
        <p:nvPicPr>
          <p:cNvPr id="4" name="Picture 3" descr="A yellow circle with black letters and a black background&#10;&#10;Description automatically generated">
            <a:extLst>
              <a:ext uri="{FF2B5EF4-FFF2-40B4-BE49-F238E27FC236}">
                <a16:creationId xmlns:a16="http://schemas.microsoft.com/office/drawing/2014/main" id="{624E307F-BC23-D6AD-3DDE-45757A637AC3}"/>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678133272"/>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2.jp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dirty="0"/>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2/4/2026</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r>
              <a:rPr lang="en-US" dirty="0"/>
              <a:t>www.anubhavtrainings.com</a:t>
            </a:r>
          </a:p>
        </p:txBody>
      </p:sp>
      <p:pic>
        <p:nvPicPr>
          <p:cNvPr id="7" name="Picture 4">
            <a:extLst>
              <a:ext uri="{FF2B5EF4-FFF2-40B4-BE49-F238E27FC236}">
                <a16:creationId xmlns:a16="http://schemas.microsoft.com/office/drawing/2014/main" id="{3DEB2B14-6477-2927-E581-527B2BB61E12}"/>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350996" y="78420"/>
            <a:ext cx="652887" cy="644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4508044"/>
      </p:ext>
    </p:extLst>
  </p:cSld>
  <p:clrMap bg1="lt1" tx1="dk1" bg2="lt2" tx2="dk2" accent1="accent1" accent2="accent2" accent3="accent3" accent4="accent4" accent5="accent5" accent6="accent6" hlink="hlink" folHlink="folHlink"/>
  <p:sldLayoutIdLst>
    <p:sldLayoutId id="2147483661" r:id="rId1"/>
    <p:sldLayoutId id="2147483664" r:id="rId2"/>
    <p:sldLayoutId id="2147483663" r:id="rId3"/>
    <p:sldLayoutId id="2147483666" r:id="rId4"/>
    <p:sldLayoutId id="2147483668" r:id="rId5"/>
    <p:sldLayoutId id="2147483669" r:id="rId6"/>
    <p:sldLayoutId id="2147483667" r:id="rId7"/>
    <p:sldLayoutId id="2147483670" r:id="rId8"/>
    <p:sldLayoutId id="2147483665" r:id="rId9"/>
    <p:sldLayoutId id="2147483671" r:id="rId10"/>
    <p:sldLayoutId id="2147483672" r:id="rId11"/>
  </p:sldLayoutIdLst>
  <p:txStyles>
    <p:titleStyle>
      <a:lvl1pPr algn="l" defTabSz="1218987" rtl="0" eaLnBrk="1" latinLnBrk="0" hangingPunct="1">
        <a:spcBef>
          <a:spcPct val="0"/>
        </a:spcBef>
        <a:buNone/>
        <a:defRPr sz="3600" b="1" kern="1200">
          <a:solidFill>
            <a:schemeClr val="tx1"/>
          </a:solidFill>
          <a:latin typeface="+mn-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441" y="1295401"/>
            <a:ext cx="10969943" cy="483076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940CB006-912F-44E1-9560-9CBFEBE946EF}" type="datetime4">
              <a:rPr lang="en-US" smtClean="0"/>
              <a:t>February 4, 2026</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r>
              <a:rPr lang="en-US"/>
              <a:t>slidemodel.com</a:t>
            </a:r>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251604001"/>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hf hdr="0"/>
  <p:txStyles>
    <p:titleStyle>
      <a:lvl1pPr algn="l" defTabSz="1218895" rtl="0" eaLnBrk="1" latinLnBrk="0" hangingPunct="1">
        <a:spcBef>
          <a:spcPct val="0"/>
        </a:spcBef>
        <a:buNone/>
        <a:defRPr lang="en-US" sz="3732" b="1" kern="1200" dirty="0">
          <a:gradFill flip="none" rotWithShape="1">
            <a:gsLst>
              <a:gs pos="0">
                <a:srgbClr val="26588D"/>
              </a:gs>
              <a:gs pos="100000">
                <a:srgbClr val="4197C6"/>
              </a:gs>
            </a:gsLst>
            <a:lin ang="16200000" scaled="1"/>
            <a:tileRect/>
          </a:gradFill>
          <a:latin typeface="Arial" pitchFamily="34" charset="0"/>
          <a:ea typeface="+mj-ea"/>
          <a:cs typeface="Arial" pitchFamily="34" charset="0"/>
        </a:defRPr>
      </a:lvl1pPr>
    </p:titleStyle>
    <p:bodyStyle>
      <a:lvl1pPr marL="457086" indent="-457086" algn="l" defTabSz="1218895" rtl="0" eaLnBrk="1" latinLnBrk="0" hangingPunct="1">
        <a:spcBef>
          <a:spcPct val="20000"/>
        </a:spcBef>
        <a:buFont typeface="Arial" pitchFamily="34" charset="0"/>
        <a:buChar char="•"/>
        <a:defRPr sz="3199" kern="1200">
          <a:solidFill>
            <a:schemeClr val="tx1"/>
          </a:solidFill>
          <a:latin typeface="+mn-lt"/>
          <a:ea typeface="+mn-ea"/>
          <a:cs typeface="+mn-cs"/>
        </a:defRPr>
      </a:lvl1pPr>
      <a:lvl2pPr marL="990352" indent="-380905" algn="l" defTabSz="1218895" rtl="0" eaLnBrk="1" latinLnBrk="0" hangingPunct="1">
        <a:spcBef>
          <a:spcPct val="20000"/>
        </a:spcBef>
        <a:buFont typeface="Arial" pitchFamily="34" charset="0"/>
        <a:buChar char="–"/>
        <a:defRPr sz="2666" kern="1200">
          <a:solidFill>
            <a:schemeClr val="tx1"/>
          </a:solidFill>
          <a:latin typeface="+mn-lt"/>
          <a:ea typeface="+mn-ea"/>
          <a:cs typeface="+mn-cs"/>
        </a:defRPr>
      </a:lvl2pPr>
      <a:lvl3pPr marL="1523619" indent="-304724" algn="l" defTabSz="1218895" rtl="0" eaLnBrk="1" latinLnBrk="0" hangingPunct="1">
        <a:spcBef>
          <a:spcPct val="20000"/>
        </a:spcBef>
        <a:buFont typeface="Arial" pitchFamily="34" charset="0"/>
        <a:buChar char="•"/>
        <a:defRPr sz="2399" kern="1200">
          <a:solidFill>
            <a:schemeClr val="tx1"/>
          </a:solidFill>
          <a:latin typeface="+mn-lt"/>
          <a:ea typeface="+mn-ea"/>
          <a:cs typeface="+mn-cs"/>
        </a:defRPr>
      </a:lvl3pPr>
      <a:lvl4pPr marL="2133067" indent="-304724" algn="l" defTabSz="1218895" rtl="0" eaLnBrk="1" latinLnBrk="0" hangingPunct="1">
        <a:spcBef>
          <a:spcPct val="20000"/>
        </a:spcBef>
        <a:buFont typeface="Arial" pitchFamily="34" charset="0"/>
        <a:buChar char="–"/>
        <a:defRPr sz="2133" kern="1200">
          <a:solidFill>
            <a:schemeClr val="tx1"/>
          </a:solidFill>
          <a:latin typeface="+mn-lt"/>
          <a:ea typeface="+mn-ea"/>
          <a:cs typeface="+mn-cs"/>
        </a:defRPr>
      </a:lvl4pPr>
      <a:lvl5pPr marL="2742514" indent="-304724" algn="l" defTabSz="1218895" rtl="0" eaLnBrk="1" latinLnBrk="0" hangingPunct="1">
        <a:spcBef>
          <a:spcPct val="20000"/>
        </a:spcBef>
        <a:buFont typeface="Arial" pitchFamily="34" charset="0"/>
        <a:buChar char="»"/>
        <a:defRPr sz="2133" kern="1200">
          <a:solidFill>
            <a:schemeClr val="tx1"/>
          </a:solidFill>
          <a:latin typeface="+mn-lt"/>
          <a:ea typeface="+mn-ea"/>
          <a:cs typeface="+mn-cs"/>
        </a:defRPr>
      </a:lvl5pPr>
      <a:lvl6pPr marL="3351962" indent="-304724" algn="l" defTabSz="1218895" rtl="0" eaLnBrk="1" latinLnBrk="0" hangingPunct="1">
        <a:spcBef>
          <a:spcPct val="20000"/>
        </a:spcBef>
        <a:buFont typeface="Arial" pitchFamily="34" charset="0"/>
        <a:buChar char="•"/>
        <a:defRPr sz="2666" kern="1200">
          <a:solidFill>
            <a:schemeClr val="tx1"/>
          </a:solidFill>
          <a:latin typeface="+mn-lt"/>
          <a:ea typeface="+mn-ea"/>
          <a:cs typeface="+mn-cs"/>
        </a:defRPr>
      </a:lvl6pPr>
      <a:lvl7pPr marL="3961409" indent="-304724" algn="l" defTabSz="1218895" rtl="0" eaLnBrk="1" latinLnBrk="0" hangingPunct="1">
        <a:spcBef>
          <a:spcPct val="20000"/>
        </a:spcBef>
        <a:buFont typeface="Arial" pitchFamily="34" charset="0"/>
        <a:buChar char="•"/>
        <a:defRPr sz="2666" kern="1200">
          <a:solidFill>
            <a:schemeClr val="tx1"/>
          </a:solidFill>
          <a:latin typeface="+mn-lt"/>
          <a:ea typeface="+mn-ea"/>
          <a:cs typeface="+mn-cs"/>
        </a:defRPr>
      </a:lvl7pPr>
      <a:lvl8pPr marL="4570857" indent="-304724" algn="l" defTabSz="1218895" rtl="0" eaLnBrk="1" latinLnBrk="0" hangingPunct="1">
        <a:spcBef>
          <a:spcPct val="20000"/>
        </a:spcBef>
        <a:buFont typeface="Arial" pitchFamily="34" charset="0"/>
        <a:buChar char="•"/>
        <a:defRPr sz="2666" kern="1200">
          <a:solidFill>
            <a:schemeClr val="tx1"/>
          </a:solidFill>
          <a:latin typeface="+mn-lt"/>
          <a:ea typeface="+mn-ea"/>
          <a:cs typeface="+mn-cs"/>
        </a:defRPr>
      </a:lvl8pPr>
      <a:lvl9pPr marL="5180305" indent="-304724" algn="l" defTabSz="1218895" rtl="0" eaLnBrk="1" latinLnBrk="0" hangingPunct="1">
        <a:spcBef>
          <a:spcPct val="20000"/>
        </a:spcBef>
        <a:buFont typeface="Arial" pitchFamily="34" charset="0"/>
        <a:buChar char="•"/>
        <a:defRPr sz="2666" kern="1200">
          <a:solidFill>
            <a:schemeClr val="tx1"/>
          </a:solidFill>
          <a:latin typeface="+mn-lt"/>
          <a:ea typeface="+mn-ea"/>
          <a:cs typeface="+mn-cs"/>
        </a:defRPr>
      </a:lvl9pPr>
    </p:bodyStyle>
    <p:otherStyle>
      <a:defPPr>
        <a:defRPr lang="en-US"/>
      </a:defPPr>
      <a:lvl1pPr marL="0" algn="l" defTabSz="1218895" rtl="0" eaLnBrk="1" latinLnBrk="0" hangingPunct="1">
        <a:defRPr sz="2399" kern="1200">
          <a:solidFill>
            <a:schemeClr val="tx1"/>
          </a:solidFill>
          <a:latin typeface="+mn-lt"/>
          <a:ea typeface="+mn-ea"/>
          <a:cs typeface="+mn-cs"/>
        </a:defRPr>
      </a:lvl1pPr>
      <a:lvl2pPr marL="609448" algn="l" defTabSz="1218895" rtl="0" eaLnBrk="1" latinLnBrk="0" hangingPunct="1">
        <a:defRPr sz="2399" kern="1200">
          <a:solidFill>
            <a:schemeClr val="tx1"/>
          </a:solidFill>
          <a:latin typeface="+mn-lt"/>
          <a:ea typeface="+mn-ea"/>
          <a:cs typeface="+mn-cs"/>
        </a:defRPr>
      </a:lvl2pPr>
      <a:lvl3pPr marL="1218895" algn="l" defTabSz="1218895" rtl="0" eaLnBrk="1" latinLnBrk="0" hangingPunct="1">
        <a:defRPr sz="2399" kern="1200">
          <a:solidFill>
            <a:schemeClr val="tx1"/>
          </a:solidFill>
          <a:latin typeface="+mn-lt"/>
          <a:ea typeface="+mn-ea"/>
          <a:cs typeface="+mn-cs"/>
        </a:defRPr>
      </a:lvl3pPr>
      <a:lvl4pPr marL="1828343" algn="l" defTabSz="1218895" rtl="0" eaLnBrk="1" latinLnBrk="0" hangingPunct="1">
        <a:defRPr sz="2399" kern="1200">
          <a:solidFill>
            <a:schemeClr val="tx1"/>
          </a:solidFill>
          <a:latin typeface="+mn-lt"/>
          <a:ea typeface="+mn-ea"/>
          <a:cs typeface="+mn-cs"/>
        </a:defRPr>
      </a:lvl4pPr>
      <a:lvl5pPr marL="2437790" algn="l" defTabSz="1218895" rtl="0" eaLnBrk="1" latinLnBrk="0" hangingPunct="1">
        <a:defRPr sz="2399" kern="1200">
          <a:solidFill>
            <a:schemeClr val="tx1"/>
          </a:solidFill>
          <a:latin typeface="+mn-lt"/>
          <a:ea typeface="+mn-ea"/>
          <a:cs typeface="+mn-cs"/>
        </a:defRPr>
      </a:lvl5pPr>
      <a:lvl6pPr marL="3047238" algn="l" defTabSz="1218895" rtl="0" eaLnBrk="1" latinLnBrk="0" hangingPunct="1">
        <a:defRPr sz="2399" kern="1200">
          <a:solidFill>
            <a:schemeClr val="tx1"/>
          </a:solidFill>
          <a:latin typeface="+mn-lt"/>
          <a:ea typeface="+mn-ea"/>
          <a:cs typeface="+mn-cs"/>
        </a:defRPr>
      </a:lvl6pPr>
      <a:lvl7pPr marL="3656686" algn="l" defTabSz="1218895" rtl="0" eaLnBrk="1" latinLnBrk="0" hangingPunct="1">
        <a:defRPr sz="2399" kern="1200">
          <a:solidFill>
            <a:schemeClr val="tx1"/>
          </a:solidFill>
          <a:latin typeface="+mn-lt"/>
          <a:ea typeface="+mn-ea"/>
          <a:cs typeface="+mn-cs"/>
        </a:defRPr>
      </a:lvl7pPr>
      <a:lvl8pPr marL="4266133" algn="l" defTabSz="1218895" rtl="0" eaLnBrk="1" latinLnBrk="0" hangingPunct="1">
        <a:defRPr sz="2399" kern="1200">
          <a:solidFill>
            <a:schemeClr val="tx1"/>
          </a:solidFill>
          <a:latin typeface="+mn-lt"/>
          <a:ea typeface="+mn-ea"/>
          <a:cs typeface="+mn-cs"/>
        </a:defRPr>
      </a:lvl8pPr>
      <a:lvl9pPr marL="4875581" algn="l" defTabSz="1218895" rtl="0" eaLnBrk="1" latinLnBrk="0" hangingPunct="1">
        <a:defRPr sz="239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8.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5.jpeg"/><Relationship Id="rId1" Type="http://schemas.openxmlformats.org/officeDocument/2006/relationships/slideLayout" Target="../slideLayouts/slideLayout18.xml"/><Relationship Id="rId6" Type="http://schemas.openxmlformats.org/officeDocument/2006/relationships/image" Target="../media/image17.png"/><Relationship Id="rId5" Type="http://schemas.openxmlformats.org/officeDocument/2006/relationships/customXml" Target="../ink/ink2.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hyperlink" Target="https://api.sap.com/" TargetMode="Externa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customXml" Target="../ink/ink8.xml"/><Relationship Id="rId18" Type="http://schemas.openxmlformats.org/officeDocument/2006/relationships/image" Target="../media/image30.png"/><Relationship Id="rId26" Type="http://schemas.openxmlformats.org/officeDocument/2006/relationships/image" Target="../media/image34.png"/><Relationship Id="rId3" Type="http://schemas.openxmlformats.org/officeDocument/2006/relationships/customXml" Target="../ink/ink3.xml"/><Relationship Id="rId21" Type="http://schemas.openxmlformats.org/officeDocument/2006/relationships/customXml" Target="../ink/ink12.xml"/><Relationship Id="rId7" Type="http://schemas.openxmlformats.org/officeDocument/2006/relationships/customXml" Target="../ink/ink5.xml"/><Relationship Id="rId12" Type="http://schemas.openxmlformats.org/officeDocument/2006/relationships/image" Target="../media/image27.png"/><Relationship Id="rId17" Type="http://schemas.openxmlformats.org/officeDocument/2006/relationships/customXml" Target="../ink/ink10.xml"/><Relationship Id="rId25" Type="http://schemas.openxmlformats.org/officeDocument/2006/relationships/customXml" Target="../ink/ink14.xml"/><Relationship Id="rId2" Type="http://schemas.openxmlformats.org/officeDocument/2006/relationships/image" Target="../media/image22.png"/><Relationship Id="rId16" Type="http://schemas.openxmlformats.org/officeDocument/2006/relationships/image" Target="../media/image29.png"/><Relationship Id="rId20" Type="http://schemas.openxmlformats.org/officeDocument/2006/relationships/image" Target="../media/image31.png"/><Relationship Id="rId29" Type="http://schemas.openxmlformats.org/officeDocument/2006/relationships/customXml" Target="../ink/ink16.xml"/><Relationship Id="rId1" Type="http://schemas.openxmlformats.org/officeDocument/2006/relationships/slideLayout" Target="../slideLayouts/slideLayout2.xml"/><Relationship Id="rId6" Type="http://schemas.openxmlformats.org/officeDocument/2006/relationships/image" Target="../media/image24.png"/><Relationship Id="rId11" Type="http://schemas.openxmlformats.org/officeDocument/2006/relationships/customXml" Target="../ink/ink7.xml"/><Relationship Id="rId24" Type="http://schemas.openxmlformats.org/officeDocument/2006/relationships/image" Target="../media/image33.png"/><Relationship Id="rId32" Type="http://schemas.openxmlformats.org/officeDocument/2006/relationships/image" Target="../media/image37.png"/><Relationship Id="rId5" Type="http://schemas.openxmlformats.org/officeDocument/2006/relationships/customXml" Target="../ink/ink4.xml"/><Relationship Id="rId15" Type="http://schemas.openxmlformats.org/officeDocument/2006/relationships/customXml" Target="../ink/ink9.xml"/><Relationship Id="rId23" Type="http://schemas.openxmlformats.org/officeDocument/2006/relationships/customXml" Target="../ink/ink13.xml"/><Relationship Id="rId28" Type="http://schemas.openxmlformats.org/officeDocument/2006/relationships/image" Target="../media/image35.png"/><Relationship Id="rId10" Type="http://schemas.openxmlformats.org/officeDocument/2006/relationships/image" Target="../media/image26.png"/><Relationship Id="rId19" Type="http://schemas.openxmlformats.org/officeDocument/2006/relationships/customXml" Target="../ink/ink11.xml"/><Relationship Id="rId31" Type="http://schemas.openxmlformats.org/officeDocument/2006/relationships/customXml" Target="../ink/ink17.xml"/><Relationship Id="rId4" Type="http://schemas.openxmlformats.org/officeDocument/2006/relationships/image" Target="../media/image23.png"/><Relationship Id="rId9" Type="http://schemas.openxmlformats.org/officeDocument/2006/relationships/customXml" Target="../ink/ink6.xml"/><Relationship Id="rId14" Type="http://schemas.openxmlformats.org/officeDocument/2006/relationships/image" Target="../media/image28.png"/><Relationship Id="rId22" Type="http://schemas.openxmlformats.org/officeDocument/2006/relationships/image" Target="../media/image32.png"/><Relationship Id="rId27" Type="http://schemas.openxmlformats.org/officeDocument/2006/relationships/customXml" Target="../ink/ink15.xml"/><Relationship Id="rId30" Type="http://schemas.openxmlformats.org/officeDocument/2006/relationships/image" Target="../media/image36.png"/></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sap.github.io/cloud-sdk/docs/js/getting-started"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9.xml"/><Relationship Id="rId5" Type="http://schemas.openxmlformats.org/officeDocument/2006/relationships/image" Target="../media/image38.png"/><Relationship Id="rId4" Type="http://schemas.openxmlformats.org/officeDocument/2006/relationships/hyperlink" Target="http://www.dribbble.com/" TargetMode="External"/></Relationships>
</file>

<file path=ppt/slides/_rels/slide31.xml.rels><?xml version="1.0" encoding="UTF-8" standalone="yes"?>
<Relationships xmlns="http://schemas.openxmlformats.org/package/2006/relationships"><Relationship Id="rId8" Type="http://schemas.openxmlformats.org/officeDocument/2006/relationships/image" Target="../media/image44.jpeg"/><Relationship Id="rId3" Type="http://schemas.openxmlformats.org/officeDocument/2006/relationships/image" Target="../media/image39.jpeg"/><Relationship Id="rId7" Type="http://schemas.openxmlformats.org/officeDocument/2006/relationships/image" Target="../media/image43.tiff"/><Relationship Id="rId2" Type="http://schemas.openxmlformats.org/officeDocument/2006/relationships/notesSlide" Target="../notesSlides/notesSlide1.xml"/><Relationship Id="rId1" Type="http://schemas.openxmlformats.org/officeDocument/2006/relationships/slideLayout" Target="../slideLayouts/slideLayout11.xml"/><Relationship Id="rId6" Type="http://schemas.openxmlformats.org/officeDocument/2006/relationships/image" Target="../media/image42.tiff"/><Relationship Id="rId5" Type="http://schemas.openxmlformats.org/officeDocument/2006/relationships/image" Target="../media/image41.tiff"/><Relationship Id="rId4" Type="http://schemas.openxmlformats.org/officeDocument/2006/relationships/image" Target="../media/image40.tiff"/><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36" name="Title 735">
            <a:extLst>
              <a:ext uri="{FF2B5EF4-FFF2-40B4-BE49-F238E27FC236}">
                <a16:creationId xmlns:a16="http://schemas.microsoft.com/office/drawing/2014/main" id="{CE57EBF5-7CB4-4746-AB9E-3E8717897D0F}"/>
              </a:ext>
            </a:extLst>
          </p:cNvPr>
          <p:cNvSpPr>
            <a:spLocks noGrp="1"/>
          </p:cNvSpPr>
          <p:nvPr>
            <p:ph type="ctrTitle"/>
          </p:nvPr>
        </p:nvSpPr>
        <p:spPr>
          <a:xfrm>
            <a:off x="3530893" y="2601545"/>
            <a:ext cx="5086633" cy="827455"/>
          </a:xfrm>
        </p:spPr>
        <p:txBody>
          <a:bodyPr anchor="ctr"/>
          <a:lstStyle/>
          <a:p>
            <a:r>
              <a:rPr lang="en-US" sz="4800" dirty="0">
                <a:solidFill>
                  <a:schemeClr val="bg1"/>
                </a:solidFill>
                <a:latin typeface="Arial Black" panose="020B0A04020102020204" pitchFamily="34" charset="0"/>
              </a:rPr>
              <a:t>SAP BTP Extension Suite Training</a:t>
            </a:r>
            <a:endParaRPr lang="en-IN" dirty="0">
              <a:solidFill>
                <a:schemeClr val="bg1"/>
              </a:solidFill>
              <a:latin typeface="Arial Black" panose="020B0A04020102020204" pitchFamily="34" charset="0"/>
            </a:endParaRPr>
          </a:p>
        </p:txBody>
      </p:sp>
      <p:sp>
        <p:nvSpPr>
          <p:cNvPr id="737" name="Subtitle 736">
            <a:extLst>
              <a:ext uri="{FF2B5EF4-FFF2-40B4-BE49-F238E27FC236}">
                <a16:creationId xmlns:a16="http://schemas.microsoft.com/office/drawing/2014/main" id="{700EA347-9CC8-4879-9255-16687B0BED48}"/>
              </a:ext>
            </a:extLst>
          </p:cNvPr>
          <p:cNvSpPr>
            <a:spLocks noGrp="1"/>
          </p:cNvSpPr>
          <p:nvPr>
            <p:ph type="subTitle" idx="1"/>
          </p:nvPr>
        </p:nvSpPr>
        <p:spPr/>
        <p:txBody>
          <a:bodyPr/>
          <a:lstStyle/>
          <a:p>
            <a:r>
              <a:rPr lang="en-IN" spc="100" dirty="0">
                <a:latin typeface="Cooper Black" panose="0208090404030B020404" pitchFamily="18" charset="0"/>
              </a:rPr>
              <a:t>www.AnubhavTrainings.com</a:t>
            </a:r>
          </a:p>
        </p:txBody>
      </p:sp>
      <p:sp>
        <p:nvSpPr>
          <p:cNvPr id="4" name="Subtitle 736">
            <a:extLst>
              <a:ext uri="{FF2B5EF4-FFF2-40B4-BE49-F238E27FC236}">
                <a16:creationId xmlns:a16="http://schemas.microsoft.com/office/drawing/2014/main" id="{3F065217-DE63-4532-8B57-61ED049613CD}"/>
              </a:ext>
            </a:extLst>
          </p:cNvPr>
          <p:cNvSpPr txBox="1">
            <a:spLocks/>
          </p:cNvSpPr>
          <p:nvPr/>
        </p:nvSpPr>
        <p:spPr>
          <a:xfrm>
            <a:off x="3296764" y="3933056"/>
            <a:ext cx="5595296" cy="531269"/>
          </a:xfrm>
          <a:prstGeom prst="rect">
            <a:avLst/>
          </a:prstGeom>
        </p:spPr>
        <p:txBody>
          <a:bodyPr vert="horz" lIns="0" tIns="60949" rIns="0" bIns="60949" rtlCol="0">
            <a:normAutofit/>
          </a:bodyPr>
          <a:lstStyle>
            <a:lvl1pPr marL="0" indent="0" algn="ctr" defTabSz="1218987" rtl="0" eaLnBrk="1" latinLnBrk="0" hangingPunct="1">
              <a:spcBef>
                <a:spcPct val="20000"/>
              </a:spcBef>
              <a:buFont typeface="Arial" pitchFamily="34" charset="0"/>
              <a:buNone/>
              <a:defRPr lang="en-US" sz="2400" kern="1200" smtClean="0">
                <a:solidFill>
                  <a:schemeClr val="accent2"/>
                </a:solidFill>
                <a:latin typeface="+mn-lt"/>
                <a:ea typeface="+mj-ea"/>
                <a:cs typeface="+mj-cs"/>
              </a:defRPr>
            </a:lvl1pPr>
            <a:lvl2pPr marL="609468" indent="0" algn="ctr" defTabSz="1218987" rtl="0" eaLnBrk="1" latinLnBrk="0" hangingPunct="1">
              <a:spcBef>
                <a:spcPct val="20000"/>
              </a:spcBef>
              <a:buFont typeface="Arial" pitchFamily="34" charset="0"/>
              <a:buNone/>
              <a:defRPr sz="3200" kern="1200">
                <a:solidFill>
                  <a:schemeClr val="tx1">
                    <a:tint val="75000"/>
                  </a:schemeClr>
                </a:solidFill>
                <a:latin typeface="+mj-lt"/>
                <a:ea typeface="+mn-ea"/>
                <a:cs typeface="+mn-cs"/>
              </a:defRPr>
            </a:lvl2pPr>
            <a:lvl3pPr marL="1218936" indent="0" algn="ctr" defTabSz="1218987"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3pPr>
            <a:lvl4pPr marL="1828404"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4pPr>
            <a:lvl5pPr marL="2437872"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5pPr>
            <a:lvl6pPr marL="3047340"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6808"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275"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5744"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r>
              <a:rPr lang="en-IN" sz="2000" dirty="0">
                <a:solidFill>
                  <a:srgbClr val="00B0F0"/>
                </a:solidFill>
                <a:latin typeface="Amasis MT Pro Black" panose="02040A04050005020304" pitchFamily="18" charset="0"/>
              </a:rPr>
              <a:t>Anubhav Oberoy</a:t>
            </a:r>
          </a:p>
        </p:txBody>
      </p:sp>
      <p:sp>
        <p:nvSpPr>
          <p:cNvPr id="2" name="TextBox 1">
            <a:extLst>
              <a:ext uri="{FF2B5EF4-FFF2-40B4-BE49-F238E27FC236}">
                <a16:creationId xmlns:a16="http://schemas.microsoft.com/office/drawing/2014/main" id="{66565992-7E12-89E4-D7DB-B3B44A1FB17D}"/>
              </a:ext>
            </a:extLst>
          </p:cNvPr>
          <p:cNvSpPr txBox="1"/>
          <p:nvPr/>
        </p:nvSpPr>
        <p:spPr>
          <a:xfrm>
            <a:off x="5230316" y="4968381"/>
            <a:ext cx="3963274" cy="338554"/>
          </a:xfrm>
          <a:prstGeom prst="rect">
            <a:avLst/>
          </a:prstGeom>
          <a:noFill/>
        </p:spPr>
        <p:txBody>
          <a:bodyPr wrap="square" rtlCol="0">
            <a:spAutoFit/>
          </a:bodyPr>
          <a:lstStyle/>
          <a:p>
            <a:r>
              <a:rPr lang="en-US" sz="1600" dirty="0">
                <a:solidFill>
                  <a:srgbClr val="FFFF00"/>
                </a:solidFill>
              </a:rPr>
              <a:t>Follow excellence with sheer passion</a:t>
            </a:r>
          </a:p>
        </p:txBody>
      </p:sp>
      <p:sp>
        <p:nvSpPr>
          <p:cNvPr id="3" name="Rectangle 2">
            <a:extLst>
              <a:ext uri="{FF2B5EF4-FFF2-40B4-BE49-F238E27FC236}">
                <a16:creationId xmlns:a16="http://schemas.microsoft.com/office/drawing/2014/main" id="{2BBA527F-59AB-2E34-6331-8D67B5F5CA3E}"/>
              </a:ext>
            </a:extLst>
          </p:cNvPr>
          <p:cNvSpPr/>
          <p:nvPr/>
        </p:nvSpPr>
        <p:spPr>
          <a:xfrm>
            <a:off x="3530893" y="1196752"/>
            <a:ext cx="2059463" cy="648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accent2">
                    <a:lumMod val="50000"/>
                  </a:schemeClr>
                </a:solidFill>
              </a:rPr>
              <a:t>Day 16</a:t>
            </a:r>
          </a:p>
        </p:txBody>
      </p:sp>
    </p:spTree>
    <p:extLst>
      <p:ext uri="{BB962C8B-B14F-4D97-AF65-F5344CB8AC3E}">
        <p14:creationId xmlns:p14="http://schemas.microsoft.com/office/powerpoint/2010/main" val="686416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1587" y="-13391"/>
            <a:ext cx="12185651" cy="7589135"/>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a:endParaRPr>
          </a:p>
        </p:txBody>
      </p:sp>
      <p:sp>
        <p:nvSpPr>
          <p:cNvPr id="6" name="Rectangle 5"/>
          <p:cNvSpPr/>
          <p:nvPr/>
        </p:nvSpPr>
        <p:spPr>
          <a:xfrm>
            <a:off x="1587" y="3190483"/>
            <a:ext cx="12185651" cy="250963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7" name="Rectangle 6"/>
          <p:cNvSpPr/>
          <p:nvPr/>
        </p:nvSpPr>
        <p:spPr>
          <a:xfrm>
            <a:off x="1587" y="3362982"/>
            <a:ext cx="12185651" cy="212776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3840714" y="3436579"/>
            <a:ext cx="4507397" cy="646163"/>
          </a:xfrm>
          <a:prstGeom prst="rect">
            <a:avLst/>
          </a:prstGeom>
          <a:noFill/>
          <a:ln>
            <a:noFill/>
          </a:ln>
        </p:spPr>
        <p:txBody>
          <a:bodyPr wrap="square" rtlCol="0">
            <a:spAutoFit/>
          </a:bodyPr>
          <a:lstStyle/>
          <a:p>
            <a:pPr algn="ctr" defTabSz="913943">
              <a:defRPr/>
            </a:pPr>
            <a:r>
              <a:rPr lang="en-IN" sz="35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3299" spc="150"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442020" y="4059852"/>
            <a:ext cx="11304786" cy="1200016"/>
          </a:xfrm>
          <a:prstGeom prst="rect">
            <a:avLst/>
          </a:prstGeom>
          <a:noFill/>
          <a:ln>
            <a:noFill/>
          </a:ln>
        </p:spPr>
        <p:txBody>
          <a:bodyPr wrap="square" rtlCol="0">
            <a:spAutoFit/>
          </a:bodyPr>
          <a:lstStyle/>
          <a:p>
            <a:pPr algn="ctr" defTabSz="913943">
              <a:defRPr/>
            </a:pPr>
            <a:r>
              <a:rPr lang="en-IN" sz="23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46940" y="0"/>
            <a:ext cx="1173316" cy="11588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3191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3" name="Title 22">
            <a:extLst>
              <a:ext uri="{FF2B5EF4-FFF2-40B4-BE49-F238E27FC236}">
                <a16:creationId xmlns:a16="http://schemas.microsoft.com/office/drawing/2014/main" id="{C261B0E4-159A-4067-AFE4-41EEF3B38F9B}"/>
              </a:ext>
            </a:extLst>
          </p:cNvPr>
          <p:cNvSpPr>
            <a:spLocks noGrp="1"/>
          </p:cNvSpPr>
          <p:nvPr>
            <p:ph type="title"/>
          </p:nvPr>
        </p:nvSpPr>
        <p:spPr/>
        <p:txBody>
          <a:bodyPr/>
          <a:lstStyle/>
          <a:p>
            <a:pPr algn="l"/>
            <a:r>
              <a:rPr lang="en-US" dirty="0">
                <a:solidFill>
                  <a:schemeClr val="bg1"/>
                </a:solidFill>
                <a:latin typeface="Cooper Black" panose="0208090404030B020404" pitchFamily="18" charset="0"/>
              </a:rPr>
              <a:t>Agenda – </a:t>
            </a:r>
            <a:r>
              <a:rPr lang="en-US">
                <a:solidFill>
                  <a:schemeClr val="bg1"/>
                </a:solidFill>
                <a:latin typeface="Cooper Black" panose="0208090404030B020404" pitchFamily="18" charset="0"/>
              </a:rPr>
              <a:t>Day 16</a:t>
            </a:r>
            <a:endParaRPr lang="en-IN" dirty="0">
              <a:solidFill>
                <a:schemeClr val="bg1"/>
              </a:solidFill>
              <a:latin typeface="Cooper Black" panose="0208090404030B020404" pitchFamily="18" charset="0"/>
            </a:endParaRPr>
          </a:p>
        </p:txBody>
      </p:sp>
      <p:sp>
        <p:nvSpPr>
          <p:cNvPr id="5" name="Rectangle: Rounded Corners 4">
            <a:extLst>
              <a:ext uri="{FF2B5EF4-FFF2-40B4-BE49-F238E27FC236}">
                <a16:creationId xmlns:a16="http://schemas.microsoft.com/office/drawing/2014/main" id="{8EE791A1-2958-78B0-ECDD-F89DDE02F4B6}"/>
              </a:ext>
            </a:extLst>
          </p:cNvPr>
          <p:cNvSpPr/>
          <p:nvPr/>
        </p:nvSpPr>
        <p:spPr>
          <a:xfrm>
            <a:off x="3453886" y="1313238"/>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Rounded Corners 5">
            <a:extLst>
              <a:ext uri="{FF2B5EF4-FFF2-40B4-BE49-F238E27FC236}">
                <a16:creationId xmlns:a16="http://schemas.microsoft.com/office/drawing/2014/main" id="{5B89E801-E285-EBED-06F5-7E2B1B8E1E7A}"/>
              </a:ext>
            </a:extLst>
          </p:cNvPr>
          <p:cNvSpPr/>
          <p:nvPr/>
        </p:nvSpPr>
        <p:spPr>
          <a:xfrm>
            <a:off x="3453886" y="3068960"/>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Rounded Corners 6">
            <a:extLst>
              <a:ext uri="{FF2B5EF4-FFF2-40B4-BE49-F238E27FC236}">
                <a16:creationId xmlns:a16="http://schemas.microsoft.com/office/drawing/2014/main" id="{ABAB72EB-5FE6-B5CA-C654-D15CE54000E9}"/>
              </a:ext>
            </a:extLst>
          </p:cNvPr>
          <p:cNvSpPr/>
          <p:nvPr/>
        </p:nvSpPr>
        <p:spPr>
          <a:xfrm>
            <a:off x="3453886" y="4824683"/>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8" name="Group 7">
            <a:extLst>
              <a:ext uri="{FF2B5EF4-FFF2-40B4-BE49-F238E27FC236}">
                <a16:creationId xmlns:a16="http://schemas.microsoft.com/office/drawing/2014/main" id="{1A27EE0E-9853-D0E9-E5A8-87BE731920EA}"/>
              </a:ext>
            </a:extLst>
          </p:cNvPr>
          <p:cNvGrpSpPr/>
          <p:nvPr/>
        </p:nvGrpSpPr>
        <p:grpSpPr>
          <a:xfrm>
            <a:off x="4118571" y="1566251"/>
            <a:ext cx="4359562" cy="922336"/>
            <a:chOff x="1395616" y="871285"/>
            <a:chExt cx="3825734" cy="1064137"/>
          </a:xfrm>
        </p:grpSpPr>
        <p:sp>
          <p:nvSpPr>
            <p:cNvPr id="9" name="TextBox 8">
              <a:extLst>
                <a:ext uri="{FF2B5EF4-FFF2-40B4-BE49-F238E27FC236}">
                  <a16:creationId xmlns:a16="http://schemas.microsoft.com/office/drawing/2014/main" id="{8B429D3B-7C38-B33E-067B-835764291C87}"/>
                </a:ext>
              </a:extLst>
            </p:cNvPr>
            <p:cNvSpPr txBox="1"/>
            <p:nvPr/>
          </p:nvSpPr>
          <p:spPr>
            <a:xfrm>
              <a:off x="2984420" y="1243566"/>
              <a:ext cx="2236930" cy="319585"/>
            </a:xfrm>
            <a:prstGeom prst="rect">
              <a:avLst/>
            </a:prstGeom>
            <a:noFill/>
          </p:spPr>
          <p:txBody>
            <a:bodyPr wrap="square" lIns="0" tIns="0" rIns="0" bIns="0" rtlCol="0" anchor="ctr">
              <a:spAutoFit/>
            </a:bodyPr>
            <a:lstStyle/>
            <a:p>
              <a:r>
                <a:rPr lang="en-US" sz="1800" dirty="0">
                  <a:solidFill>
                    <a:schemeClr val="bg1"/>
                  </a:solidFill>
                  <a:latin typeface="Segoe UI" panose="020B0502040204020203" pitchFamily="34" charset="0"/>
                  <a:ea typeface="Calibri Light" charset="0"/>
                  <a:cs typeface="Segoe UI" panose="020B0502040204020203" pitchFamily="34" charset="0"/>
                </a:rPr>
                <a:t>What is Clean Core</a:t>
              </a:r>
            </a:p>
          </p:txBody>
        </p:sp>
        <p:sp>
          <p:nvSpPr>
            <p:cNvPr id="10" name="TextBox 9">
              <a:extLst>
                <a:ext uri="{FF2B5EF4-FFF2-40B4-BE49-F238E27FC236}">
                  <a16:creationId xmlns:a16="http://schemas.microsoft.com/office/drawing/2014/main" id="{118C39A3-CA2B-146F-D772-D14998B4D672}"/>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01</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1" name="Group 10">
            <a:extLst>
              <a:ext uri="{FF2B5EF4-FFF2-40B4-BE49-F238E27FC236}">
                <a16:creationId xmlns:a16="http://schemas.microsoft.com/office/drawing/2014/main" id="{F7773B0C-4C36-F5CF-6049-15A22D3353B9}"/>
              </a:ext>
            </a:extLst>
          </p:cNvPr>
          <p:cNvGrpSpPr/>
          <p:nvPr/>
        </p:nvGrpSpPr>
        <p:grpSpPr>
          <a:xfrm>
            <a:off x="4118571" y="3321970"/>
            <a:ext cx="4431570" cy="922336"/>
            <a:chOff x="1395616" y="871285"/>
            <a:chExt cx="3825734" cy="1064137"/>
          </a:xfrm>
        </p:grpSpPr>
        <p:sp>
          <p:nvSpPr>
            <p:cNvPr id="12" name="TextBox 11">
              <a:extLst>
                <a:ext uri="{FF2B5EF4-FFF2-40B4-BE49-F238E27FC236}">
                  <a16:creationId xmlns:a16="http://schemas.microsoft.com/office/drawing/2014/main" id="{58BB80F5-BF50-C0D2-25DF-59F695C70420}"/>
                </a:ext>
              </a:extLst>
            </p:cNvPr>
            <p:cNvSpPr txBox="1"/>
            <p:nvPr/>
          </p:nvSpPr>
          <p:spPr>
            <a:xfrm>
              <a:off x="2984420" y="1243562"/>
              <a:ext cx="2236930" cy="319585"/>
            </a:xfrm>
            <a:prstGeom prst="rect">
              <a:avLst/>
            </a:prstGeom>
            <a:noFill/>
          </p:spPr>
          <p:txBody>
            <a:bodyPr wrap="square" lIns="0" tIns="0" rIns="0" bIns="0" rtlCol="0" anchor="ctr">
              <a:spAutoFit/>
            </a:bodyPr>
            <a:lstStyle/>
            <a:p>
              <a:r>
                <a:rPr lang="en-US" sz="1800" dirty="0">
                  <a:solidFill>
                    <a:srgbClr val="FFFFFF"/>
                  </a:solidFill>
                  <a:effectLst/>
                  <a:latin typeface="Segoe UI" panose="020B0502040204020203" pitchFamily="34" charset="0"/>
                  <a:ea typeface="Calibri Light" panose="020F0302020204030204" pitchFamily="34" charset="0"/>
                  <a:cs typeface="Segoe UI" panose="020B0502040204020203" pitchFamily="34" charset="0"/>
                </a:rPr>
                <a:t>Extensibility Model</a:t>
              </a:r>
              <a:endParaRPr lang="en-US" sz="1800" dirty="0">
                <a:solidFill>
                  <a:schemeClr val="bg1"/>
                </a:solidFill>
                <a:latin typeface="Segoe UI" panose="020B0502040204020203" pitchFamily="34" charset="0"/>
                <a:ea typeface="Calibri Light" charset="0"/>
                <a:cs typeface="Segoe UI" panose="020B0502040204020203" pitchFamily="34" charset="0"/>
              </a:endParaRPr>
            </a:p>
          </p:txBody>
        </p:sp>
        <p:sp>
          <p:nvSpPr>
            <p:cNvPr id="13" name="TextBox 12">
              <a:extLst>
                <a:ext uri="{FF2B5EF4-FFF2-40B4-BE49-F238E27FC236}">
                  <a16:creationId xmlns:a16="http://schemas.microsoft.com/office/drawing/2014/main" id="{6824D9CE-F522-A342-1387-CC55E9C4494E}"/>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02</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4" name="Group 13">
            <a:extLst>
              <a:ext uri="{FF2B5EF4-FFF2-40B4-BE49-F238E27FC236}">
                <a16:creationId xmlns:a16="http://schemas.microsoft.com/office/drawing/2014/main" id="{51BD1B35-A18B-68D7-E07B-1A1A9AD2E859}"/>
              </a:ext>
            </a:extLst>
          </p:cNvPr>
          <p:cNvGrpSpPr/>
          <p:nvPr/>
        </p:nvGrpSpPr>
        <p:grpSpPr>
          <a:xfrm>
            <a:off x="4118571" y="5077693"/>
            <a:ext cx="4431570" cy="922336"/>
            <a:chOff x="1395616" y="871285"/>
            <a:chExt cx="4290329" cy="1064137"/>
          </a:xfrm>
        </p:grpSpPr>
        <p:sp>
          <p:nvSpPr>
            <p:cNvPr id="15" name="TextBox 14">
              <a:extLst>
                <a:ext uri="{FF2B5EF4-FFF2-40B4-BE49-F238E27FC236}">
                  <a16:creationId xmlns:a16="http://schemas.microsoft.com/office/drawing/2014/main" id="{2BEC2032-A77D-A0B0-E149-A23467DC1CAA}"/>
                </a:ext>
              </a:extLst>
            </p:cNvPr>
            <p:cNvSpPr txBox="1"/>
            <p:nvPr/>
          </p:nvSpPr>
          <p:spPr>
            <a:xfrm>
              <a:off x="2984420" y="1243560"/>
              <a:ext cx="2701525" cy="319585"/>
            </a:xfrm>
            <a:prstGeom prst="rect">
              <a:avLst/>
            </a:prstGeom>
            <a:noFill/>
          </p:spPr>
          <p:txBody>
            <a:bodyPr wrap="square" lIns="0" tIns="0" rIns="0" bIns="0" rtlCol="0" anchor="ctr">
              <a:spAutoFit/>
            </a:bodyPr>
            <a:lstStyle/>
            <a:p>
              <a:r>
                <a:rPr lang="en-US" sz="1800" kern="0" dirty="0">
                  <a:solidFill>
                    <a:schemeClr val="bg1"/>
                  </a:solidFill>
                  <a:latin typeface="Segoe UI" panose="020B0502040204020203" pitchFamily="34" charset="0"/>
                  <a:ea typeface="Calibri Light" charset="0"/>
                  <a:cs typeface="Segoe UI" panose="020B0502040204020203" pitchFamily="34" charset="0"/>
                </a:rPr>
                <a:t>Connect S/4HANA</a:t>
              </a:r>
              <a:endParaRPr lang="en-US" sz="1800" dirty="0">
                <a:solidFill>
                  <a:schemeClr val="bg1"/>
                </a:solidFill>
                <a:latin typeface="Segoe UI" panose="020B0502040204020203" pitchFamily="34" charset="0"/>
                <a:ea typeface="Calibri Light" charset="0"/>
                <a:cs typeface="Segoe UI" panose="020B0502040204020203" pitchFamily="34" charset="0"/>
              </a:endParaRPr>
            </a:p>
          </p:txBody>
        </p:sp>
        <p:sp>
          <p:nvSpPr>
            <p:cNvPr id="16" name="TextBox 15">
              <a:extLst>
                <a:ext uri="{FF2B5EF4-FFF2-40B4-BE49-F238E27FC236}">
                  <a16:creationId xmlns:a16="http://schemas.microsoft.com/office/drawing/2014/main" id="{C60195D9-2B81-A5CA-17AA-E418FAD1D320}"/>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03</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spTree>
    <p:extLst>
      <p:ext uri="{BB962C8B-B14F-4D97-AF65-F5344CB8AC3E}">
        <p14:creationId xmlns:p14="http://schemas.microsoft.com/office/powerpoint/2010/main" val="3976199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28BABE-0AA6-8150-20C6-04FE530EF927}"/>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16688663-05EA-574D-7D06-B9BA22E9105B}"/>
              </a:ext>
            </a:extLst>
          </p:cNvPr>
          <p:cNvSpPr>
            <a:spLocks noGrp="1"/>
          </p:cNvSpPr>
          <p:nvPr>
            <p:ph type="ftr" sz="quarter" idx="11"/>
          </p:nvPr>
        </p:nvSpPr>
        <p:spPr/>
        <p:txBody>
          <a:bodyPr/>
          <a:lstStyle/>
          <a:p>
            <a:pPr defTabSz="1218895"/>
            <a:r>
              <a:rPr lang="en-US" dirty="0">
                <a:solidFill>
                  <a:prstClr val="black">
                    <a:tint val="75000"/>
                  </a:prstClr>
                </a:solidFill>
                <a:latin typeface="Calibri"/>
              </a:rPr>
              <a:t>www.anubhavtrainings.com</a:t>
            </a:r>
          </a:p>
        </p:txBody>
      </p:sp>
      <p:sp>
        <p:nvSpPr>
          <p:cNvPr id="4" name="Slide Number Placeholder 3">
            <a:extLst>
              <a:ext uri="{FF2B5EF4-FFF2-40B4-BE49-F238E27FC236}">
                <a16:creationId xmlns:a16="http://schemas.microsoft.com/office/drawing/2014/main" id="{90527F5B-EEFE-511B-0D48-3ADAA8735421}"/>
              </a:ext>
            </a:extLst>
          </p:cNvPr>
          <p:cNvSpPr>
            <a:spLocks noGrp="1"/>
          </p:cNvSpPr>
          <p:nvPr>
            <p:ph type="sldNum" sz="quarter" idx="12"/>
          </p:nvPr>
        </p:nvSpPr>
        <p:spPr>
          <a:xfrm>
            <a:off x="204683" y="6373867"/>
            <a:ext cx="609283" cy="364936"/>
          </a:xfrm>
        </p:spPr>
        <p:txBody>
          <a:bodyPr/>
          <a:lstStyle/>
          <a:p>
            <a:pPr defTabSz="1218895"/>
            <a:fld id="{B6F15528-21DE-4FAA-801E-634DDDAF4B2B}" type="slidenum">
              <a:rPr lang="en-US">
                <a:solidFill>
                  <a:prstClr val="black">
                    <a:tint val="75000"/>
                  </a:prstClr>
                </a:solidFill>
                <a:latin typeface="Calibri"/>
              </a:rPr>
              <a:pPr defTabSz="1218895"/>
              <a:t>4</a:t>
            </a:fld>
            <a:endParaRPr lang="en-US" dirty="0">
              <a:solidFill>
                <a:prstClr val="black">
                  <a:tint val="75000"/>
                </a:prstClr>
              </a:solidFill>
              <a:latin typeface="Calibri"/>
            </a:endParaRPr>
          </a:p>
        </p:txBody>
      </p:sp>
      <p:sp>
        <p:nvSpPr>
          <p:cNvPr id="5" name="Title 4">
            <a:extLst>
              <a:ext uri="{FF2B5EF4-FFF2-40B4-BE49-F238E27FC236}">
                <a16:creationId xmlns:a16="http://schemas.microsoft.com/office/drawing/2014/main" id="{3EA034B1-2CE0-E3E4-A6EB-D7B4A1348139}"/>
              </a:ext>
            </a:extLst>
          </p:cNvPr>
          <p:cNvSpPr>
            <a:spLocks noGrp="1"/>
          </p:cNvSpPr>
          <p:nvPr>
            <p:ph type="title"/>
          </p:nvPr>
        </p:nvSpPr>
        <p:spPr>
          <a:xfrm>
            <a:off x="103135" y="179493"/>
            <a:ext cx="10967086" cy="710831"/>
          </a:xfrm>
        </p:spPr>
        <p:txBody>
          <a:bodyPr/>
          <a:lstStyle/>
          <a:p>
            <a:r>
              <a:rPr lang="en-IN" sz="3333" dirty="0"/>
              <a:t>Welcome to the new world</a:t>
            </a:r>
          </a:p>
        </p:txBody>
      </p:sp>
      <p:pic>
        <p:nvPicPr>
          <p:cNvPr id="2" name="Picture 1">
            <a:extLst>
              <a:ext uri="{FF2B5EF4-FFF2-40B4-BE49-F238E27FC236}">
                <a16:creationId xmlns:a16="http://schemas.microsoft.com/office/drawing/2014/main" id="{428570B2-0C2B-9FB1-3655-39F0F2B02D06}"/>
              </a:ext>
            </a:extLst>
          </p:cNvPr>
          <p:cNvPicPr>
            <a:picLocks noChangeAspect="1"/>
          </p:cNvPicPr>
          <p:nvPr/>
        </p:nvPicPr>
        <p:blipFill>
          <a:blip r:embed="rId2"/>
          <a:stretch>
            <a:fillRect/>
          </a:stretch>
        </p:blipFill>
        <p:spPr>
          <a:xfrm>
            <a:off x="103135" y="1778042"/>
            <a:ext cx="11967420" cy="3689830"/>
          </a:xfrm>
          <a:prstGeom prst="rect">
            <a:avLst/>
          </a:prstGeom>
        </p:spPr>
      </p:pic>
    </p:spTree>
    <p:extLst>
      <p:ext uri="{BB962C8B-B14F-4D97-AF65-F5344CB8AC3E}">
        <p14:creationId xmlns:p14="http://schemas.microsoft.com/office/powerpoint/2010/main" val="33397617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38C5F-9053-AE6F-F95E-BE7CAD6169C7}"/>
            </a:ext>
          </a:extLst>
        </p:cNvPr>
        <p:cNvGrpSpPr/>
        <p:nvPr/>
      </p:nvGrpSpPr>
      <p:grpSpPr>
        <a:xfrm>
          <a:off x="0" y="0"/>
          <a:ext cx="0" cy="0"/>
          <a:chOff x="0" y="0"/>
          <a:chExt cx="0" cy="0"/>
        </a:xfrm>
      </p:grpSpPr>
      <p:sp>
        <p:nvSpPr>
          <p:cNvPr id="13" name="Rectangle: Rounded Corners 12">
            <a:extLst>
              <a:ext uri="{FF2B5EF4-FFF2-40B4-BE49-F238E27FC236}">
                <a16:creationId xmlns:a16="http://schemas.microsoft.com/office/drawing/2014/main" id="{386B15E0-93CA-7B8A-B7E0-12E7E264A343}"/>
              </a:ext>
            </a:extLst>
          </p:cNvPr>
          <p:cNvSpPr/>
          <p:nvPr/>
        </p:nvSpPr>
        <p:spPr>
          <a:xfrm>
            <a:off x="8421526" y="1334448"/>
            <a:ext cx="3239516" cy="4391344"/>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defTabSz="1218895"/>
            <a:endParaRPr lang="en-IN" sz="1800">
              <a:solidFill>
                <a:prstClr val="black"/>
              </a:solidFill>
              <a:latin typeface="Calibri"/>
            </a:endParaRPr>
          </a:p>
        </p:txBody>
      </p:sp>
      <p:sp>
        <p:nvSpPr>
          <p:cNvPr id="12" name="Rectangle: Rounded Corners 11">
            <a:extLst>
              <a:ext uri="{FF2B5EF4-FFF2-40B4-BE49-F238E27FC236}">
                <a16:creationId xmlns:a16="http://schemas.microsoft.com/office/drawing/2014/main" id="{A6897B2A-3067-C765-50C6-F4925AD4439E}"/>
              </a:ext>
            </a:extLst>
          </p:cNvPr>
          <p:cNvSpPr/>
          <p:nvPr/>
        </p:nvSpPr>
        <p:spPr>
          <a:xfrm>
            <a:off x="4766071" y="1341312"/>
            <a:ext cx="3239516" cy="4391344"/>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defTabSz="1218895"/>
            <a:endParaRPr lang="en-IN" sz="1800">
              <a:solidFill>
                <a:prstClr val="black"/>
              </a:solidFill>
              <a:latin typeface="Calibri"/>
            </a:endParaRPr>
          </a:p>
        </p:txBody>
      </p:sp>
      <p:sp>
        <p:nvSpPr>
          <p:cNvPr id="11" name="Rectangle: Rounded Corners 10">
            <a:extLst>
              <a:ext uri="{FF2B5EF4-FFF2-40B4-BE49-F238E27FC236}">
                <a16:creationId xmlns:a16="http://schemas.microsoft.com/office/drawing/2014/main" id="{4116373E-9EB6-D0D3-C007-6832C717176B}"/>
              </a:ext>
            </a:extLst>
          </p:cNvPr>
          <p:cNvSpPr/>
          <p:nvPr/>
        </p:nvSpPr>
        <p:spPr>
          <a:xfrm>
            <a:off x="1127154" y="1341312"/>
            <a:ext cx="3239516" cy="4391344"/>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defTabSz="1218895"/>
            <a:endParaRPr lang="en-IN" sz="1800">
              <a:solidFill>
                <a:prstClr val="black"/>
              </a:solidFill>
              <a:latin typeface="Calibri"/>
            </a:endParaRPr>
          </a:p>
        </p:txBody>
      </p:sp>
      <p:sp>
        <p:nvSpPr>
          <p:cNvPr id="3" name="Footer Placeholder 2">
            <a:extLst>
              <a:ext uri="{FF2B5EF4-FFF2-40B4-BE49-F238E27FC236}">
                <a16:creationId xmlns:a16="http://schemas.microsoft.com/office/drawing/2014/main" id="{8F917924-C113-6A1B-CE98-70115B6A6ECE}"/>
              </a:ext>
            </a:extLst>
          </p:cNvPr>
          <p:cNvSpPr>
            <a:spLocks noGrp="1"/>
          </p:cNvSpPr>
          <p:nvPr>
            <p:ph type="ftr" sz="quarter" idx="11"/>
          </p:nvPr>
        </p:nvSpPr>
        <p:spPr/>
        <p:txBody>
          <a:bodyPr/>
          <a:lstStyle/>
          <a:p>
            <a:pPr defTabSz="1218895"/>
            <a:r>
              <a:rPr lang="en-US" dirty="0">
                <a:solidFill>
                  <a:prstClr val="black">
                    <a:tint val="75000"/>
                  </a:prstClr>
                </a:solidFill>
                <a:latin typeface="Calibri"/>
              </a:rPr>
              <a:t>www.anubhavtrainings.com</a:t>
            </a:r>
          </a:p>
        </p:txBody>
      </p:sp>
      <p:sp>
        <p:nvSpPr>
          <p:cNvPr id="4" name="Slide Number Placeholder 3">
            <a:extLst>
              <a:ext uri="{FF2B5EF4-FFF2-40B4-BE49-F238E27FC236}">
                <a16:creationId xmlns:a16="http://schemas.microsoft.com/office/drawing/2014/main" id="{706E3146-BEAA-4402-B035-310F2A6635D6}"/>
              </a:ext>
            </a:extLst>
          </p:cNvPr>
          <p:cNvSpPr>
            <a:spLocks noGrp="1"/>
          </p:cNvSpPr>
          <p:nvPr>
            <p:ph type="sldNum" sz="quarter" idx="12"/>
          </p:nvPr>
        </p:nvSpPr>
        <p:spPr>
          <a:xfrm>
            <a:off x="204683" y="6373867"/>
            <a:ext cx="609283" cy="364936"/>
          </a:xfrm>
        </p:spPr>
        <p:txBody>
          <a:bodyPr/>
          <a:lstStyle/>
          <a:p>
            <a:pPr defTabSz="1218895"/>
            <a:fld id="{B6F15528-21DE-4FAA-801E-634DDDAF4B2B}" type="slidenum">
              <a:rPr lang="en-US">
                <a:solidFill>
                  <a:prstClr val="black">
                    <a:tint val="75000"/>
                  </a:prstClr>
                </a:solidFill>
                <a:latin typeface="Calibri"/>
              </a:rPr>
              <a:pPr defTabSz="1218895"/>
              <a:t>5</a:t>
            </a:fld>
            <a:endParaRPr lang="en-US" dirty="0">
              <a:solidFill>
                <a:prstClr val="black">
                  <a:tint val="75000"/>
                </a:prstClr>
              </a:solidFill>
              <a:latin typeface="Calibri"/>
            </a:endParaRPr>
          </a:p>
        </p:txBody>
      </p:sp>
      <p:sp>
        <p:nvSpPr>
          <p:cNvPr id="5" name="Title 4">
            <a:extLst>
              <a:ext uri="{FF2B5EF4-FFF2-40B4-BE49-F238E27FC236}">
                <a16:creationId xmlns:a16="http://schemas.microsoft.com/office/drawing/2014/main" id="{0E1F4AE1-8C4B-D24F-9FA8-872C5D4F2740}"/>
              </a:ext>
            </a:extLst>
          </p:cNvPr>
          <p:cNvSpPr>
            <a:spLocks noGrp="1"/>
          </p:cNvSpPr>
          <p:nvPr>
            <p:ph type="title"/>
          </p:nvPr>
        </p:nvSpPr>
        <p:spPr>
          <a:xfrm>
            <a:off x="103135" y="179493"/>
            <a:ext cx="10967086" cy="710831"/>
          </a:xfrm>
        </p:spPr>
        <p:txBody>
          <a:bodyPr/>
          <a:lstStyle/>
          <a:p>
            <a:r>
              <a:rPr lang="en-IN" sz="3333" dirty="0"/>
              <a:t>Looming Threats</a:t>
            </a:r>
          </a:p>
        </p:txBody>
      </p:sp>
      <p:pic>
        <p:nvPicPr>
          <p:cNvPr id="6" name="Picture 5">
            <a:extLst>
              <a:ext uri="{FF2B5EF4-FFF2-40B4-BE49-F238E27FC236}">
                <a16:creationId xmlns:a16="http://schemas.microsoft.com/office/drawing/2014/main" id="{C5BE58F5-695F-B83A-C07A-659002044ACE}"/>
              </a:ext>
            </a:extLst>
          </p:cNvPr>
          <p:cNvPicPr>
            <a:picLocks noChangeAspect="1"/>
          </p:cNvPicPr>
          <p:nvPr/>
        </p:nvPicPr>
        <p:blipFill>
          <a:blip r:embed="rId2"/>
          <a:stretch>
            <a:fillRect/>
          </a:stretch>
        </p:blipFill>
        <p:spPr>
          <a:xfrm>
            <a:off x="1271133" y="1557280"/>
            <a:ext cx="2958481" cy="2793416"/>
          </a:xfrm>
          <a:prstGeom prst="rect">
            <a:avLst/>
          </a:prstGeom>
        </p:spPr>
      </p:pic>
      <p:pic>
        <p:nvPicPr>
          <p:cNvPr id="8" name="Picture 7">
            <a:extLst>
              <a:ext uri="{FF2B5EF4-FFF2-40B4-BE49-F238E27FC236}">
                <a16:creationId xmlns:a16="http://schemas.microsoft.com/office/drawing/2014/main" id="{7629A8A3-B4E3-1360-6795-5BDCD8A170B6}"/>
              </a:ext>
            </a:extLst>
          </p:cNvPr>
          <p:cNvPicPr>
            <a:picLocks noChangeAspect="1"/>
          </p:cNvPicPr>
          <p:nvPr/>
        </p:nvPicPr>
        <p:blipFill>
          <a:blip r:embed="rId3"/>
          <a:stretch>
            <a:fillRect/>
          </a:stretch>
        </p:blipFill>
        <p:spPr>
          <a:xfrm>
            <a:off x="4900241" y="1557280"/>
            <a:ext cx="2971179" cy="2806113"/>
          </a:xfrm>
          <a:prstGeom prst="rect">
            <a:avLst/>
          </a:prstGeom>
        </p:spPr>
      </p:pic>
      <p:pic>
        <p:nvPicPr>
          <p:cNvPr id="10" name="Picture 9">
            <a:extLst>
              <a:ext uri="{FF2B5EF4-FFF2-40B4-BE49-F238E27FC236}">
                <a16:creationId xmlns:a16="http://schemas.microsoft.com/office/drawing/2014/main" id="{DE700108-8C70-558C-9876-AA22CFEAA7C8}"/>
              </a:ext>
            </a:extLst>
          </p:cNvPr>
          <p:cNvPicPr>
            <a:picLocks noChangeAspect="1"/>
          </p:cNvPicPr>
          <p:nvPr/>
        </p:nvPicPr>
        <p:blipFill>
          <a:blip r:embed="rId4"/>
          <a:stretch>
            <a:fillRect/>
          </a:stretch>
        </p:blipFill>
        <p:spPr>
          <a:xfrm>
            <a:off x="8542047" y="1544583"/>
            <a:ext cx="2971179" cy="2793416"/>
          </a:xfrm>
          <a:prstGeom prst="rect">
            <a:avLst/>
          </a:prstGeom>
        </p:spPr>
      </p:pic>
      <p:sp>
        <p:nvSpPr>
          <p:cNvPr id="14" name="TextBox 13">
            <a:extLst>
              <a:ext uri="{FF2B5EF4-FFF2-40B4-BE49-F238E27FC236}">
                <a16:creationId xmlns:a16="http://schemas.microsoft.com/office/drawing/2014/main" id="{12A2D827-0E57-35C6-CD56-DC708EB80327}"/>
              </a:ext>
            </a:extLst>
          </p:cNvPr>
          <p:cNvSpPr txBox="1"/>
          <p:nvPr/>
        </p:nvSpPr>
        <p:spPr>
          <a:xfrm>
            <a:off x="1415111" y="4652817"/>
            <a:ext cx="2591613" cy="953851"/>
          </a:xfrm>
          <a:prstGeom prst="rect">
            <a:avLst/>
          </a:prstGeom>
          <a:noFill/>
        </p:spPr>
        <p:txBody>
          <a:bodyPr wrap="square" rtlCol="0">
            <a:spAutoFit/>
          </a:bodyPr>
          <a:lstStyle/>
          <a:p>
            <a:pPr algn="ctr" defTabSz="1218895"/>
            <a:r>
              <a:rPr lang="en-IN" sz="2799" dirty="0">
                <a:solidFill>
                  <a:prstClr val="black"/>
                </a:solidFill>
                <a:latin typeface="ADLaM Display" panose="02010000000000000000" pitchFamily="2" charset="0"/>
                <a:ea typeface="ADLaM Display" panose="02010000000000000000" pitchFamily="2" charset="0"/>
                <a:cs typeface="ADLaM Display" panose="02010000000000000000" pitchFamily="2" charset="0"/>
              </a:rPr>
              <a:t>Geopolitical</a:t>
            </a:r>
          </a:p>
          <a:p>
            <a:pPr algn="ctr" defTabSz="1218895"/>
            <a:r>
              <a:rPr lang="en-IN" sz="2799" dirty="0">
                <a:solidFill>
                  <a:prstClr val="black"/>
                </a:solidFill>
                <a:latin typeface="ADLaM Display" panose="02010000000000000000" pitchFamily="2" charset="0"/>
                <a:ea typeface="ADLaM Display" panose="02010000000000000000" pitchFamily="2" charset="0"/>
                <a:cs typeface="ADLaM Display" panose="02010000000000000000" pitchFamily="2" charset="0"/>
              </a:rPr>
              <a:t>Instability </a:t>
            </a:r>
          </a:p>
        </p:txBody>
      </p:sp>
      <p:sp>
        <p:nvSpPr>
          <p:cNvPr id="15" name="TextBox 14">
            <a:extLst>
              <a:ext uri="{FF2B5EF4-FFF2-40B4-BE49-F238E27FC236}">
                <a16:creationId xmlns:a16="http://schemas.microsoft.com/office/drawing/2014/main" id="{A11D0D34-A56E-3842-71EE-29084BB56C47}"/>
              </a:ext>
            </a:extLst>
          </p:cNvPr>
          <p:cNvSpPr txBox="1"/>
          <p:nvPr/>
        </p:nvSpPr>
        <p:spPr>
          <a:xfrm>
            <a:off x="5014573" y="4649531"/>
            <a:ext cx="2591613" cy="953851"/>
          </a:xfrm>
          <a:prstGeom prst="rect">
            <a:avLst/>
          </a:prstGeom>
          <a:noFill/>
        </p:spPr>
        <p:txBody>
          <a:bodyPr wrap="square" rtlCol="0">
            <a:spAutoFit/>
          </a:bodyPr>
          <a:lstStyle/>
          <a:p>
            <a:pPr algn="ctr" defTabSz="1218895"/>
            <a:r>
              <a:rPr lang="en-IN" sz="2799" dirty="0">
                <a:solidFill>
                  <a:prstClr val="black"/>
                </a:solidFill>
                <a:latin typeface="ADLaM Display" panose="02010000000000000000" pitchFamily="2" charset="0"/>
                <a:ea typeface="ADLaM Display" panose="02010000000000000000" pitchFamily="2" charset="0"/>
                <a:cs typeface="ADLaM Display" panose="02010000000000000000" pitchFamily="2" charset="0"/>
              </a:rPr>
              <a:t>Economic Uncertainties</a:t>
            </a:r>
          </a:p>
        </p:txBody>
      </p:sp>
      <p:sp>
        <p:nvSpPr>
          <p:cNvPr id="16" name="TextBox 15">
            <a:extLst>
              <a:ext uri="{FF2B5EF4-FFF2-40B4-BE49-F238E27FC236}">
                <a16:creationId xmlns:a16="http://schemas.microsoft.com/office/drawing/2014/main" id="{2B1E4614-4B0F-9F65-81C5-2738FE2F3A86}"/>
              </a:ext>
            </a:extLst>
          </p:cNvPr>
          <p:cNvSpPr txBox="1"/>
          <p:nvPr/>
        </p:nvSpPr>
        <p:spPr>
          <a:xfrm>
            <a:off x="8731829" y="4569693"/>
            <a:ext cx="2591613" cy="953851"/>
          </a:xfrm>
          <a:prstGeom prst="rect">
            <a:avLst/>
          </a:prstGeom>
          <a:noFill/>
        </p:spPr>
        <p:txBody>
          <a:bodyPr wrap="square" rtlCol="0">
            <a:spAutoFit/>
          </a:bodyPr>
          <a:lstStyle/>
          <a:p>
            <a:pPr algn="ctr" defTabSz="1218895"/>
            <a:r>
              <a:rPr lang="en-IN" sz="2799" dirty="0">
                <a:solidFill>
                  <a:prstClr val="black"/>
                </a:solidFill>
                <a:latin typeface="ADLaM Display" panose="02010000000000000000" pitchFamily="2" charset="0"/>
                <a:ea typeface="ADLaM Display" panose="02010000000000000000" pitchFamily="2" charset="0"/>
                <a:cs typeface="ADLaM Display" panose="02010000000000000000" pitchFamily="2" charset="0"/>
              </a:rPr>
              <a:t>Disruptive Technologies</a:t>
            </a:r>
          </a:p>
        </p:txBody>
      </p:sp>
    </p:spTree>
    <p:extLst>
      <p:ext uri="{BB962C8B-B14F-4D97-AF65-F5344CB8AC3E}">
        <p14:creationId xmlns:p14="http://schemas.microsoft.com/office/powerpoint/2010/main" val="7299325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 calcmode="lin" valueType="num">
                                      <p:cBhvr additive="base">
                                        <p:cTn id="15" dur="500" fill="hold"/>
                                        <p:tgtEl>
                                          <p:spTgt spid="14"/>
                                        </p:tgtEl>
                                        <p:attrNameLst>
                                          <p:attrName>ppt_x</p:attrName>
                                        </p:attrNameLst>
                                      </p:cBhvr>
                                      <p:tavLst>
                                        <p:tav tm="0">
                                          <p:val>
                                            <p:strVal val="#ppt_x"/>
                                          </p:val>
                                        </p:tav>
                                        <p:tav tm="100000">
                                          <p:val>
                                            <p:strVal val="#ppt_x"/>
                                          </p:val>
                                        </p:tav>
                                      </p:tavLst>
                                    </p:anim>
                                    <p:anim calcmode="lin" valueType="num">
                                      <p:cBhvr additive="base">
                                        <p:cTn id="16"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 calcmode="lin" valueType="num">
                                      <p:cBhvr additive="base">
                                        <p:cTn id="21" dur="500" fill="hold"/>
                                        <p:tgtEl>
                                          <p:spTgt spid="12"/>
                                        </p:tgtEl>
                                        <p:attrNameLst>
                                          <p:attrName>ppt_x</p:attrName>
                                        </p:attrNameLst>
                                      </p:cBhvr>
                                      <p:tavLst>
                                        <p:tav tm="0">
                                          <p:val>
                                            <p:strVal val="#ppt_x"/>
                                          </p:val>
                                        </p:tav>
                                        <p:tav tm="100000">
                                          <p:val>
                                            <p:strVal val="#ppt_x"/>
                                          </p:val>
                                        </p:tav>
                                      </p:tavLst>
                                    </p:anim>
                                    <p:anim calcmode="lin" valueType="num">
                                      <p:cBhvr additive="base">
                                        <p:cTn id="22" dur="500" fill="hold"/>
                                        <p:tgtEl>
                                          <p:spTgt spid="12"/>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anim calcmode="lin" valueType="num">
                                      <p:cBhvr additive="base">
                                        <p:cTn id="29" dur="500" fill="hold"/>
                                        <p:tgtEl>
                                          <p:spTgt spid="15"/>
                                        </p:tgtEl>
                                        <p:attrNameLst>
                                          <p:attrName>ppt_x</p:attrName>
                                        </p:attrNameLst>
                                      </p:cBhvr>
                                      <p:tavLst>
                                        <p:tav tm="0">
                                          <p:val>
                                            <p:strVal val="#ppt_x"/>
                                          </p:val>
                                        </p:tav>
                                        <p:tav tm="100000">
                                          <p:val>
                                            <p:strVal val="#ppt_x"/>
                                          </p:val>
                                        </p:tav>
                                      </p:tavLst>
                                    </p:anim>
                                    <p:anim calcmode="lin" valueType="num">
                                      <p:cBhvr additive="base">
                                        <p:cTn id="30"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 calcmode="lin" valueType="num">
                                      <p:cBhvr additive="base">
                                        <p:cTn id="35" dur="500" fill="hold"/>
                                        <p:tgtEl>
                                          <p:spTgt spid="13"/>
                                        </p:tgtEl>
                                        <p:attrNameLst>
                                          <p:attrName>ppt_x</p:attrName>
                                        </p:attrNameLst>
                                      </p:cBhvr>
                                      <p:tavLst>
                                        <p:tav tm="0">
                                          <p:val>
                                            <p:strVal val="#ppt_x"/>
                                          </p:val>
                                        </p:tav>
                                        <p:tav tm="100000">
                                          <p:val>
                                            <p:strVal val="#ppt_x"/>
                                          </p:val>
                                        </p:tav>
                                      </p:tavLst>
                                    </p:anim>
                                    <p:anim calcmode="lin" valueType="num">
                                      <p:cBhvr additive="base">
                                        <p:cTn id="36" dur="500" fill="hold"/>
                                        <p:tgtEl>
                                          <p:spTgt spid="13"/>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0"/>
                                        </p:tgtEl>
                                        <p:attrNameLst>
                                          <p:attrName>style.visibility</p:attrName>
                                        </p:attrNameLst>
                                      </p:cBhvr>
                                      <p:to>
                                        <p:strVal val="visible"/>
                                      </p:to>
                                    </p:set>
                                    <p:anim calcmode="lin" valueType="num">
                                      <p:cBhvr additive="base">
                                        <p:cTn id="39" dur="500" fill="hold"/>
                                        <p:tgtEl>
                                          <p:spTgt spid="10"/>
                                        </p:tgtEl>
                                        <p:attrNameLst>
                                          <p:attrName>ppt_x</p:attrName>
                                        </p:attrNameLst>
                                      </p:cBhvr>
                                      <p:tavLst>
                                        <p:tav tm="0">
                                          <p:val>
                                            <p:strVal val="#ppt_x"/>
                                          </p:val>
                                        </p:tav>
                                        <p:tav tm="100000">
                                          <p:val>
                                            <p:strVal val="#ppt_x"/>
                                          </p:val>
                                        </p:tav>
                                      </p:tavLst>
                                    </p:anim>
                                    <p:anim calcmode="lin" valueType="num">
                                      <p:cBhvr additive="base">
                                        <p:cTn id="40" dur="500" fill="hold"/>
                                        <p:tgtEl>
                                          <p:spTgt spid="10"/>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 calcmode="lin" valueType="num">
                                      <p:cBhvr additive="base">
                                        <p:cTn id="43" dur="500" fill="hold"/>
                                        <p:tgtEl>
                                          <p:spTgt spid="16"/>
                                        </p:tgtEl>
                                        <p:attrNameLst>
                                          <p:attrName>ppt_x</p:attrName>
                                        </p:attrNameLst>
                                      </p:cBhvr>
                                      <p:tavLst>
                                        <p:tav tm="0">
                                          <p:val>
                                            <p:strVal val="#ppt_x"/>
                                          </p:val>
                                        </p:tav>
                                        <p:tav tm="100000">
                                          <p:val>
                                            <p:strVal val="#ppt_x"/>
                                          </p:val>
                                        </p:tav>
                                      </p:tavLst>
                                    </p:anim>
                                    <p:anim calcmode="lin" valueType="num">
                                      <p:cBhvr additive="base">
                                        <p:cTn id="44"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2" grpId="0" animBg="1"/>
      <p:bldP spid="11" grpId="0" animBg="1"/>
      <p:bldP spid="14" grpId="0"/>
      <p:bldP spid="15" grpId="0"/>
      <p:bldP spid="1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596F17-313F-2D13-FE2C-D4C2F9F0A95A}"/>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390A70B7-32DD-64EB-4E0A-8C454F3C283F}"/>
              </a:ext>
            </a:extLst>
          </p:cNvPr>
          <p:cNvSpPr>
            <a:spLocks noGrp="1"/>
          </p:cNvSpPr>
          <p:nvPr>
            <p:ph type="ftr" sz="quarter" idx="11"/>
          </p:nvPr>
        </p:nvSpPr>
        <p:spPr/>
        <p:txBody>
          <a:bodyPr/>
          <a:lstStyle/>
          <a:p>
            <a:pPr defTabSz="1218895"/>
            <a:r>
              <a:rPr lang="en-US" dirty="0">
                <a:solidFill>
                  <a:prstClr val="black">
                    <a:tint val="75000"/>
                  </a:prstClr>
                </a:solidFill>
                <a:latin typeface="Calibri"/>
              </a:rPr>
              <a:t>www.anubhavtrainings.com</a:t>
            </a:r>
          </a:p>
        </p:txBody>
      </p:sp>
      <p:sp>
        <p:nvSpPr>
          <p:cNvPr id="4" name="Slide Number Placeholder 3">
            <a:extLst>
              <a:ext uri="{FF2B5EF4-FFF2-40B4-BE49-F238E27FC236}">
                <a16:creationId xmlns:a16="http://schemas.microsoft.com/office/drawing/2014/main" id="{9CBB9239-13C2-BA56-B028-A7C37A8AF7DA}"/>
              </a:ext>
            </a:extLst>
          </p:cNvPr>
          <p:cNvSpPr>
            <a:spLocks noGrp="1"/>
          </p:cNvSpPr>
          <p:nvPr>
            <p:ph type="sldNum" sz="quarter" idx="12"/>
          </p:nvPr>
        </p:nvSpPr>
        <p:spPr>
          <a:xfrm>
            <a:off x="204683" y="6373867"/>
            <a:ext cx="609283" cy="364936"/>
          </a:xfrm>
        </p:spPr>
        <p:txBody>
          <a:bodyPr/>
          <a:lstStyle/>
          <a:p>
            <a:pPr defTabSz="1218895"/>
            <a:fld id="{B6F15528-21DE-4FAA-801E-634DDDAF4B2B}" type="slidenum">
              <a:rPr lang="en-US">
                <a:solidFill>
                  <a:prstClr val="black">
                    <a:tint val="75000"/>
                  </a:prstClr>
                </a:solidFill>
                <a:latin typeface="Calibri"/>
              </a:rPr>
              <a:pPr defTabSz="1218895"/>
              <a:t>6</a:t>
            </a:fld>
            <a:endParaRPr lang="en-US" dirty="0">
              <a:solidFill>
                <a:prstClr val="black">
                  <a:tint val="75000"/>
                </a:prstClr>
              </a:solidFill>
              <a:latin typeface="Calibri"/>
            </a:endParaRPr>
          </a:p>
        </p:txBody>
      </p:sp>
      <p:sp>
        <p:nvSpPr>
          <p:cNvPr id="5" name="Title 4">
            <a:extLst>
              <a:ext uri="{FF2B5EF4-FFF2-40B4-BE49-F238E27FC236}">
                <a16:creationId xmlns:a16="http://schemas.microsoft.com/office/drawing/2014/main" id="{973F2214-7475-AFE1-98E6-5C2619AAA3E1}"/>
              </a:ext>
            </a:extLst>
          </p:cNvPr>
          <p:cNvSpPr>
            <a:spLocks noGrp="1"/>
          </p:cNvSpPr>
          <p:nvPr>
            <p:ph type="title"/>
          </p:nvPr>
        </p:nvSpPr>
        <p:spPr>
          <a:xfrm>
            <a:off x="103135" y="179493"/>
            <a:ext cx="10967086" cy="710831"/>
          </a:xfrm>
        </p:spPr>
        <p:txBody>
          <a:bodyPr/>
          <a:lstStyle/>
          <a:p>
            <a:r>
              <a:rPr lang="en-IN" sz="3333" dirty="0"/>
              <a:t>Everything is code</a:t>
            </a:r>
          </a:p>
        </p:txBody>
      </p:sp>
      <p:pic>
        <p:nvPicPr>
          <p:cNvPr id="2" name="Picture 1">
            <a:extLst>
              <a:ext uri="{FF2B5EF4-FFF2-40B4-BE49-F238E27FC236}">
                <a16:creationId xmlns:a16="http://schemas.microsoft.com/office/drawing/2014/main" id="{0651ADC9-69E7-71C5-A244-ECEA6BAEEF83}"/>
              </a:ext>
            </a:extLst>
          </p:cNvPr>
          <p:cNvPicPr>
            <a:picLocks noChangeAspect="1"/>
          </p:cNvPicPr>
          <p:nvPr/>
        </p:nvPicPr>
        <p:blipFill>
          <a:blip r:embed="rId2"/>
          <a:stretch>
            <a:fillRect/>
          </a:stretch>
        </p:blipFill>
        <p:spPr>
          <a:xfrm>
            <a:off x="1457" y="1773248"/>
            <a:ext cx="12182965" cy="4355411"/>
          </a:xfrm>
          <a:prstGeom prst="rect">
            <a:avLst/>
          </a:prstGeom>
          <a:noFill/>
        </p:spPr>
      </p:pic>
    </p:spTree>
    <p:extLst>
      <p:ext uri="{BB962C8B-B14F-4D97-AF65-F5344CB8AC3E}">
        <p14:creationId xmlns:p14="http://schemas.microsoft.com/office/powerpoint/2010/main" val="40969904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6028F3-D58C-2FDC-98EF-3B2AF23A6AB0}"/>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209DD97D-86CC-D4AF-196E-57BD1BE9469B}"/>
              </a:ext>
            </a:extLst>
          </p:cNvPr>
          <p:cNvSpPr>
            <a:spLocks noGrp="1"/>
          </p:cNvSpPr>
          <p:nvPr>
            <p:ph type="ftr" sz="quarter" idx="11"/>
          </p:nvPr>
        </p:nvSpPr>
        <p:spPr/>
        <p:txBody>
          <a:bodyPr/>
          <a:lstStyle/>
          <a:p>
            <a:pPr defTabSz="1218895"/>
            <a:r>
              <a:rPr lang="en-US" dirty="0">
                <a:solidFill>
                  <a:prstClr val="black">
                    <a:tint val="75000"/>
                  </a:prstClr>
                </a:solidFill>
                <a:latin typeface="Calibri"/>
              </a:rPr>
              <a:t>www.anubhavtrainings.com</a:t>
            </a:r>
          </a:p>
        </p:txBody>
      </p:sp>
      <p:sp>
        <p:nvSpPr>
          <p:cNvPr id="4" name="Slide Number Placeholder 3">
            <a:extLst>
              <a:ext uri="{FF2B5EF4-FFF2-40B4-BE49-F238E27FC236}">
                <a16:creationId xmlns:a16="http://schemas.microsoft.com/office/drawing/2014/main" id="{82D65795-2D02-CEB1-BB93-27A64000089A}"/>
              </a:ext>
            </a:extLst>
          </p:cNvPr>
          <p:cNvSpPr>
            <a:spLocks noGrp="1"/>
          </p:cNvSpPr>
          <p:nvPr>
            <p:ph type="sldNum" sz="quarter" idx="12"/>
          </p:nvPr>
        </p:nvSpPr>
        <p:spPr>
          <a:xfrm>
            <a:off x="204683" y="6373867"/>
            <a:ext cx="609283" cy="364936"/>
          </a:xfrm>
        </p:spPr>
        <p:txBody>
          <a:bodyPr/>
          <a:lstStyle/>
          <a:p>
            <a:pPr defTabSz="1218895"/>
            <a:fld id="{B6F15528-21DE-4FAA-801E-634DDDAF4B2B}" type="slidenum">
              <a:rPr lang="en-US">
                <a:solidFill>
                  <a:prstClr val="black">
                    <a:tint val="75000"/>
                  </a:prstClr>
                </a:solidFill>
                <a:latin typeface="Calibri"/>
              </a:rPr>
              <a:pPr defTabSz="1218895"/>
              <a:t>7</a:t>
            </a:fld>
            <a:endParaRPr lang="en-US" dirty="0">
              <a:solidFill>
                <a:prstClr val="black">
                  <a:tint val="75000"/>
                </a:prstClr>
              </a:solidFill>
              <a:latin typeface="Calibri"/>
            </a:endParaRPr>
          </a:p>
        </p:txBody>
      </p:sp>
      <p:sp>
        <p:nvSpPr>
          <p:cNvPr id="5" name="Title 4">
            <a:extLst>
              <a:ext uri="{FF2B5EF4-FFF2-40B4-BE49-F238E27FC236}">
                <a16:creationId xmlns:a16="http://schemas.microsoft.com/office/drawing/2014/main" id="{342C458B-6C5B-9E8C-8D9B-19D337C0AC69}"/>
              </a:ext>
            </a:extLst>
          </p:cNvPr>
          <p:cNvSpPr>
            <a:spLocks noGrp="1"/>
          </p:cNvSpPr>
          <p:nvPr>
            <p:ph type="title"/>
          </p:nvPr>
        </p:nvSpPr>
        <p:spPr>
          <a:xfrm>
            <a:off x="103135" y="179493"/>
            <a:ext cx="10967086" cy="710831"/>
          </a:xfrm>
        </p:spPr>
        <p:txBody>
          <a:bodyPr/>
          <a:lstStyle/>
          <a:p>
            <a:r>
              <a:rPr lang="en-IN" sz="3333" dirty="0"/>
              <a:t>How to be fast</a:t>
            </a:r>
          </a:p>
        </p:txBody>
      </p:sp>
      <p:pic>
        <p:nvPicPr>
          <p:cNvPr id="2" name="Picture 1">
            <a:extLst>
              <a:ext uri="{FF2B5EF4-FFF2-40B4-BE49-F238E27FC236}">
                <a16:creationId xmlns:a16="http://schemas.microsoft.com/office/drawing/2014/main" id="{0D672D90-084F-5FF4-3D5E-FA7272A9CEB9}"/>
              </a:ext>
            </a:extLst>
          </p:cNvPr>
          <p:cNvPicPr>
            <a:picLocks noChangeAspect="1"/>
          </p:cNvPicPr>
          <p:nvPr/>
        </p:nvPicPr>
        <p:blipFill>
          <a:blip r:embed="rId2"/>
          <a:srcRect t="2172"/>
          <a:stretch/>
        </p:blipFill>
        <p:spPr>
          <a:xfrm>
            <a:off x="172241" y="1989215"/>
            <a:ext cx="11844345" cy="3815430"/>
          </a:xfrm>
          <a:prstGeom prst="rect">
            <a:avLst/>
          </a:prstGeom>
        </p:spPr>
      </p:pic>
    </p:spTree>
    <p:extLst>
      <p:ext uri="{BB962C8B-B14F-4D97-AF65-F5344CB8AC3E}">
        <p14:creationId xmlns:p14="http://schemas.microsoft.com/office/powerpoint/2010/main" val="33126452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57EB1-B732-DC5A-C936-51E1BC5C9CE0}"/>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A359E693-B195-B641-0168-F93E8761A9D8}"/>
              </a:ext>
            </a:extLst>
          </p:cNvPr>
          <p:cNvSpPr>
            <a:spLocks noGrp="1"/>
          </p:cNvSpPr>
          <p:nvPr>
            <p:ph type="ftr" sz="quarter" idx="11"/>
          </p:nvPr>
        </p:nvSpPr>
        <p:spPr/>
        <p:txBody>
          <a:bodyPr/>
          <a:lstStyle/>
          <a:p>
            <a:pPr defTabSz="1218895"/>
            <a:r>
              <a:rPr lang="en-US" dirty="0">
                <a:solidFill>
                  <a:prstClr val="black">
                    <a:tint val="75000"/>
                  </a:prstClr>
                </a:solidFill>
                <a:latin typeface="Calibri"/>
              </a:rPr>
              <a:t>www.anubhavtrainings.com</a:t>
            </a:r>
          </a:p>
        </p:txBody>
      </p:sp>
      <p:sp>
        <p:nvSpPr>
          <p:cNvPr id="4" name="Slide Number Placeholder 3">
            <a:extLst>
              <a:ext uri="{FF2B5EF4-FFF2-40B4-BE49-F238E27FC236}">
                <a16:creationId xmlns:a16="http://schemas.microsoft.com/office/drawing/2014/main" id="{33F8C66A-D919-7463-4150-CB34A9FEF3A4}"/>
              </a:ext>
            </a:extLst>
          </p:cNvPr>
          <p:cNvSpPr>
            <a:spLocks noGrp="1"/>
          </p:cNvSpPr>
          <p:nvPr>
            <p:ph type="sldNum" sz="quarter" idx="12"/>
          </p:nvPr>
        </p:nvSpPr>
        <p:spPr>
          <a:xfrm>
            <a:off x="204683" y="6373867"/>
            <a:ext cx="609283" cy="364936"/>
          </a:xfrm>
        </p:spPr>
        <p:txBody>
          <a:bodyPr/>
          <a:lstStyle/>
          <a:p>
            <a:pPr defTabSz="1218895"/>
            <a:fld id="{B6F15528-21DE-4FAA-801E-634DDDAF4B2B}" type="slidenum">
              <a:rPr lang="en-US">
                <a:solidFill>
                  <a:prstClr val="black">
                    <a:tint val="75000"/>
                  </a:prstClr>
                </a:solidFill>
                <a:latin typeface="Calibri"/>
              </a:rPr>
              <a:pPr defTabSz="1218895"/>
              <a:t>8</a:t>
            </a:fld>
            <a:endParaRPr lang="en-US" dirty="0">
              <a:solidFill>
                <a:prstClr val="black">
                  <a:tint val="75000"/>
                </a:prstClr>
              </a:solidFill>
              <a:latin typeface="Calibri"/>
            </a:endParaRPr>
          </a:p>
        </p:txBody>
      </p:sp>
      <p:sp>
        <p:nvSpPr>
          <p:cNvPr id="5" name="Title 4">
            <a:extLst>
              <a:ext uri="{FF2B5EF4-FFF2-40B4-BE49-F238E27FC236}">
                <a16:creationId xmlns:a16="http://schemas.microsoft.com/office/drawing/2014/main" id="{90D15BC4-0B83-F78E-B355-855BD3E47386}"/>
              </a:ext>
            </a:extLst>
          </p:cNvPr>
          <p:cNvSpPr>
            <a:spLocks noGrp="1"/>
          </p:cNvSpPr>
          <p:nvPr>
            <p:ph type="title"/>
          </p:nvPr>
        </p:nvSpPr>
        <p:spPr>
          <a:xfrm>
            <a:off x="103135" y="179493"/>
            <a:ext cx="10967086" cy="710831"/>
          </a:xfrm>
        </p:spPr>
        <p:txBody>
          <a:bodyPr/>
          <a:lstStyle/>
          <a:p>
            <a:r>
              <a:rPr lang="en-IN" sz="3333" dirty="0"/>
              <a:t>The Clean Core</a:t>
            </a:r>
          </a:p>
        </p:txBody>
      </p:sp>
      <p:sp>
        <p:nvSpPr>
          <p:cNvPr id="2" name="TextBox 1">
            <a:extLst>
              <a:ext uri="{FF2B5EF4-FFF2-40B4-BE49-F238E27FC236}">
                <a16:creationId xmlns:a16="http://schemas.microsoft.com/office/drawing/2014/main" id="{BDDFBD62-18F7-B468-92E5-D45191750654}"/>
              </a:ext>
            </a:extLst>
          </p:cNvPr>
          <p:cNvSpPr txBox="1"/>
          <p:nvPr/>
        </p:nvSpPr>
        <p:spPr>
          <a:xfrm>
            <a:off x="1588" y="1485292"/>
            <a:ext cx="11483853" cy="2277492"/>
          </a:xfrm>
          <a:prstGeom prst="rect">
            <a:avLst/>
          </a:prstGeom>
          <a:noFill/>
        </p:spPr>
        <p:txBody>
          <a:bodyPr wrap="square" lIns="121867" tIns="60933" rIns="121867" bIns="60933" rtlCol="0">
            <a:spAutoFit/>
          </a:bodyPr>
          <a:lstStyle/>
          <a:p>
            <a:pPr defTabSz="1218895"/>
            <a:r>
              <a:rPr lang="en-IN" sz="2000" dirty="0">
                <a:solidFill>
                  <a:prstClr val="black"/>
                </a:solidFill>
                <a:latin typeface="Calibri"/>
              </a:rPr>
              <a:t>Clean means up-to-date, documented, unmodified, consistent, efficient and upgrade ready. </a:t>
            </a:r>
          </a:p>
          <a:p>
            <a:pPr defTabSz="1218895"/>
            <a:r>
              <a:rPr lang="en-IN" sz="2000" dirty="0">
                <a:solidFill>
                  <a:prstClr val="black"/>
                </a:solidFill>
                <a:latin typeface="Calibri"/>
              </a:rPr>
              <a:t>S/4HANA Cloud Private Edition =&gt; S/4HANA On-premise – GUI Access, Full Control on system, upgrade when customer want, postpone upgrades, SPRO Access, Full access to system code like ECC – 85-90%</a:t>
            </a:r>
          </a:p>
          <a:p>
            <a:pPr defTabSz="1218895"/>
            <a:r>
              <a:rPr lang="en-IN" sz="2000" dirty="0">
                <a:solidFill>
                  <a:prstClr val="black"/>
                </a:solidFill>
                <a:latin typeface="Calibri"/>
              </a:rPr>
              <a:t>S/4HANA Cloud Public Edition =&gt; Shared environment, Infra is owned by SAP, not have full control and code, No SAPGUI access, only through browser, Force upgrade (always up to date) -10~15%</a:t>
            </a:r>
          </a:p>
          <a:p>
            <a:pPr defTabSz="1218895"/>
            <a:r>
              <a:rPr lang="en-IN" sz="2000" dirty="0">
                <a:solidFill>
                  <a:prstClr val="black"/>
                </a:solidFill>
                <a:latin typeface="Calibri"/>
              </a:rPr>
              <a:t>Capabilities of clean core depend on Software stack.</a:t>
            </a:r>
          </a:p>
          <a:p>
            <a:pPr defTabSz="1218895"/>
            <a:r>
              <a:rPr lang="en-IN" sz="2000" dirty="0">
                <a:solidFill>
                  <a:prstClr val="black"/>
                </a:solidFill>
                <a:latin typeface="Calibri"/>
              </a:rPr>
              <a:t>Bundle for Rise/Grow with SAP – ERP (Core S/4HANA), BTP (BTPEA), SAC, DS…</a:t>
            </a:r>
          </a:p>
        </p:txBody>
      </p:sp>
    </p:spTree>
    <p:extLst>
      <p:ext uri="{BB962C8B-B14F-4D97-AF65-F5344CB8AC3E}">
        <p14:creationId xmlns:p14="http://schemas.microsoft.com/office/powerpoint/2010/main" val="17832668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6E7B5-87F9-7850-9594-5CE52FAB8A90}"/>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09674249-864A-7999-2755-39ACE917CDD2}"/>
              </a:ext>
            </a:extLst>
          </p:cNvPr>
          <p:cNvSpPr>
            <a:spLocks noGrp="1"/>
          </p:cNvSpPr>
          <p:nvPr>
            <p:ph type="ftr" sz="quarter" idx="11"/>
          </p:nvPr>
        </p:nvSpPr>
        <p:spPr/>
        <p:txBody>
          <a:bodyPr/>
          <a:lstStyle/>
          <a:p>
            <a:pPr defTabSz="1218895"/>
            <a:r>
              <a:rPr lang="en-US" dirty="0">
                <a:solidFill>
                  <a:prstClr val="black">
                    <a:tint val="75000"/>
                  </a:prstClr>
                </a:solidFill>
                <a:latin typeface="Calibri"/>
              </a:rPr>
              <a:t>www.anubhavtrainings.com</a:t>
            </a:r>
          </a:p>
        </p:txBody>
      </p:sp>
      <p:sp>
        <p:nvSpPr>
          <p:cNvPr id="4" name="Slide Number Placeholder 3">
            <a:extLst>
              <a:ext uri="{FF2B5EF4-FFF2-40B4-BE49-F238E27FC236}">
                <a16:creationId xmlns:a16="http://schemas.microsoft.com/office/drawing/2014/main" id="{78E2E1BC-9E59-F37C-3CE6-20402AC4F0DF}"/>
              </a:ext>
            </a:extLst>
          </p:cNvPr>
          <p:cNvSpPr>
            <a:spLocks noGrp="1"/>
          </p:cNvSpPr>
          <p:nvPr>
            <p:ph type="sldNum" sz="quarter" idx="12"/>
          </p:nvPr>
        </p:nvSpPr>
        <p:spPr>
          <a:xfrm>
            <a:off x="204683" y="6373867"/>
            <a:ext cx="609283" cy="364936"/>
          </a:xfrm>
        </p:spPr>
        <p:txBody>
          <a:bodyPr/>
          <a:lstStyle/>
          <a:p>
            <a:pPr defTabSz="1218895"/>
            <a:fld id="{B6F15528-21DE-4FAA-801E-634DDDAF4B2B}" type="slidenum">
              <a:rPr lang="en-US">
                <a:solidFill>
                  <a:prstClr val="black">
                    <a:tint val="75000"/>
                  </a:prstClr>
                </a:solidFill>
                <a:latin typeface="Calibri"/>
              </a:rPr>
              <a:pPr defTabSz="1218895"/>
              <a:t>9</a:t>
            </a:fld>
            <a:endParaRPr lang="en-US" dirty="0">
              <a:solidFill>
                <a:prstClr val="black">
                  <a:tint val="75000"/>
                </a:prstClr>
              </a:solidFill>
              <a:latin typeface="Calibri"/>
            </a:endParaRPr>
          </a:p>
        </p:txBody>
      </p:sp>
      <p:sp>
        <p:nvSpPr>
          <p:cNvPr id="5" name="Title 4">
            <a:extLst>
              <a:ext uri="{FF2B5EF4-FFF2-40B4-BE49-F238E27FC236}">
                <a16:creationId xmlns:a16="http://schemas.microsoft.com/office/drawing/2014/main" id="{B1AB0207-61FB-EE5C-2F6A-BBAEBCD994FF}"/>
              </a:ext>
            </a:extLst>
          </p:cNvPr>
          <p:cNvSpPr>
            <a:spLocks noGrp="1"/>
          </p:cNvSpPr>
          <p:nvPr>
            <p:ph type="title"/>
          </p:nvPr>
        </p:nvSpPr>
        <p:spPr>
          <a:xfrm>
            <a:off x="103135" y="179493"/>
            <a:ext cx="10967086" cy="710831"/>
          </a:xfrm>
        </p:spPr>
        <p:txBody>
          <a:bodyPr/>
          <a:lstStyle/>
          <a:p>
            <a:r>
              <a:rPr lang="en-IN" sz="3333" dirty="0"/>
              <a:t>Benefits of Clean Core</a:t>
            </a:r>
          </a:p>
        </p:txBody>
      </p:sp>
      <p:sp>
        <p:nvSpPr>
          <p:cNvPr id="2" name="TextBox 1">
            <a:extLst>
              <a:ext uri="{FF2B5EF4-FFF2-40B4-BE49-F238E27FC236}">
                <a16:creationId xmlns:a16="http://schemas.microsoft.com/office/drawing/2014/main" id="{EA0BD020-D27F-6AA9-013D-E783BB0AD14B}"/>
              </a:ext>
            </a:extLst>
          </p:cNvPr>
          <p:cNvSpPr txBox="1"/>
          <p:nvPr/>
        </p:nvSpPr>
        <p:spPr>
          <a:xfrm>
            <a:off x="82581" y="1485291"/>
            <a:ext cx="11483853" cy="2893045"/>
          </a:xfrm>
          <a:prstGeom prst="rect">
            <a:avLst/>
          </a:prstGeom>
          <a:noFill/>
        </p:spPr>
        <p:txBody>
          <a:bodyPr wrap="square" lIns="121867" tIns="60933" rIns="121867" bIns="60933" rtlCol="0">
            <a:spAutoFit/>
          </a:bodyPr>
          <a:lstStyle/>
          <a:p>
            <a:pPr defTabSz="1218895"/>
            <a:r>
              <a:rPr lang="en-IN" sz="1800" dirty="0">
                <a:solidFill>
                  <a:prstClr val="black"/>
                </a:solidFill>
                <a:latin typeface="Calibri"/>
              </a:rPr>
              <a:t>Access to Innovation – all the latest S/4HANA features can be accessed faster because since you don’t have dependency on custom code, you can upgrade in short time, agile to decide. SAP partners can offer upgrade at fix price.</a:t>
            </a:r>
          </a:p>
          <a:p>
            <a:pPr defTabSz="1218895"/>
            <a:r>
              <a:rPr lang="en-IN" sz="1800" dirty="0">
                <a:solidFill>
                  <a:prstClr val="black"/>
                </a:solidFill>
                <a:latin typeface="Calibri"/>
              </a:rPr>
              <a:t>Upgrade Simplicity – You can apply upgrades stress free.</a:t>
            </a:r>
          </a:p>
          <a:p>
            <a:pPr defTabSz="1218895"/>
            <a:r>
              <a:rPr lang="en-IN" sz="1800" dirty="0">
                <a:solidFill>
                  <a:prstClr val="black"/>
                </a:solidFill>
                <a:latin typeface="Calibri"/>
              </a:rPr>
              <a:t>Lower TCO – Since we follow clean core, we actually use upgrade safe APIs to develop our custom apps. This remains stable release-on-release.</a:t>
            </a:r>
          </a:p>
          <a:p>
            <a:pPr defTabSz="1218895"/>
            <a:r>
              <a:rPr lang="en-IN" sz="1800" dirty="0">
                <a:solidFill>
                  <a:prstClr val="black"/>
                </a:solidFill>
                <a:latin typeface="Calibri"/>
              </a:rPr>
              <a:t>Enhanced security – secure your data and applications which are exposed in cloud.</a:t>
            </a:r>
          </a:p>
          <a:p>
            <a:pPr defTabSz="1218895"/>
            <a:r>
              <a:rPr lang="en-IN" sz="1800" dirty="0">
                <a:solidFill>
                  <a:prstClr val="black"/>
                </a:solidFill>
                <a:latin typeface="Calibri"/>
              </a:rPr>
              <a:t>Improved performance – core is clean, it doesn’t have to interact with lots of custom code, store custom code hence increase the speed.</a:t>
            </a:r>
          </a:p>
          <a:p>
            <a:pPr defTabSz="1218895"/>
            <a:r>
              <a:rPr lang="en-IN" sz="1800" dirty="0">
                <a:solidFill>
                  <a:prstClr val="black"/>
                </a:solidFill>
                <a:latin typeface="Calibri"/>
              </a:rPr>
              <a:t>Data Simplification – which data is privates, which data is public.</a:t>
            </a:r>
          </a:p>
          <a:p>
            <a:pPr defTabSz="1218895"/>
            <a:endParaRPr lang="en-IN" sz="1800" dirty="0">
              <a:solidFill>
                <a:prstClr val="black"/>
              </a:solidFill>
              <a:latin typeface="Calibri"/>
            </a:endParaRPr>
          </a:p>
        </p:txBody>
      </p:sp>
    </p:spTree>
    <p:extLst>
      <p:ext uri="{BB962C8B-B14F-4D97-AF65-F5344CB8AC3E}">
        <p14:creationId xmlns:p14="http://schemas.microsoft.com/office/powerpoint/2010/main" val="29359314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8D369F-1C3A-AA2B-81ED-9ED18256726E}"/>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EC4017C4-6E1C-38DE-7317-B1CB377E144D}"/>
              </a:ext>
            </a:extLst>
          </p:cNvPr>
          <p:cNvSpPr>
            <a:spLocks noGrp="1"/>
          </p:cNvSpPr>
          <p:nvPr>
            <p:ph type="ftr" sz="quarter" idx="11"/>
          </p:nvPr>
        </p:nvSpPr>
        <p:spPr/>
        <p:txBody>
          <a:bodyPr/>
          <a:lstStyle/>
          <a:p>
            <a:pPr defTabSz="1218895"/>
            <a:r>
              <a:rPr lang="en-US" dirty="0">
                <a:solidFill>
                  <a:prstClr val="black">
                    <a:tint val="75000"/>
                  </a:prstClr>
                </a:solidFill>
                <a:latin typeface="Calibri"/>
              </a:rPr>
              <a:t>www.anubhavtrainings.com</a:t>
            </a:r>
          </a:p>
        </p:txBody>
      </p:sp>
      <p:sp>
        <p:nvSpPr>
          <p:cNvPr id="4" name="Slide Number Placeholder 3">
            <a:extLst>
              <a:ext uri="{FF2B5EF4-FFF2-40B4-BE49-F238E27FC236}">
                <a16:creationId xmlns:a16="http://schemas.microsoft.com/office/drawing/2014/main" id="{3E478FEA-EF6D-178F-D2AA-4FF46F755D36}"/>
              </a:ext>
            </a:extLst>
          </p:cNvPr>
          <p:cNvSpPr>
            <a:spLocks noGrp="1"/>
          </p:cNvSpPr>
          <p:nvPr>
            <p:ph type="sldNum" sz="quarter" idx="12"/>
          </p:nvPr>
        </p:nvSpPr>
        <p:spPr>
          <a:xfrm>
            <a:off x="204683" y="6373867"/>
            <a:ext cx="609283" cy="364936"/>
          </a:xfrm>
        </p:spPr>
        <p:txBody>
          <a:bodyPr/>
          <a:lstStyle/>
          <a:p>
            <a:pPr defTabSz="1218895"/>
            <a:fld id="{B6F15528-21DE-4FAA-801E-634DDDAF4B2B}" type="slidenum">
              <a:rPr lang="en-US">
                <a:solidFill>
                  <a:prstClr val="black">
                    <a:tint val="75000"/>
                  </a:prstClr>
                </a:solidFill>
                <a:latin typeface="Calibri"/>
              </a:rPr>
              <a:pPr defTabSz="1218895"/>
              <a:t>10</a:t>
            </a:fld>
            <a:endParaRPr lang="en-US" dirty="0">
              <a:solidFill>
                <a:prstClr val="black">
                  <a:tint val="75000"/>
                </a:prstClr>
              </a:solidFill>
              <a:latin typeface="Calibri"/>
            </a:endParaRPr>
          </a:p>
        </p:txBody>
      </p:sp>
      <p:sp>
        <p:nvSpPr>
          <p:cNvPr id="5" name="Title 4">
            <a:extLst>
              <a:ext uri="{FF2B5EF4-FFF2-40B4-BE49-F238E27FC236}">
                <a16:creationId xmlns:a16="http://schemas.microsoft.com/office/drawing/2014/main" id="{E476247E-46BC-3A52-BAA8-A23943C2DC3A}"/>
              </a:ext>
            </a:extLst>
          </p:cNvPr>
          <p:cNvSpPr>
            <a:spLocks noGrp="1"/>
          </p:cNvSpPr>
          <p:nvPr>
            <p:ph type="title"/>
          </p:nvPr>
        </p:nvSpPr>
        <p:spPr>
          <a:xfrm>
            <a:off x="103135" y="179493"/>
            <a:ext cx="10967086" cy="710831"/>
          </a:xfrm>
        </p:spPr>
        <p:txBody>
          <a:bodyPr/>
          <a:lstStyle/>
          <a:p>
            <a:r>
              <a:rPr lang="en-IN" sz="3333" dirty="0"/>
              <a:t>Elements of Clean Core</a:t>
            </a:r>
          </a:p>
        </p:txBody>
      </p:sp>
      <p:pic>
        <p:nvPicPr>
          <p:cNvPr id="2" name="Picture 2">
            <a:extLst>
              <a:ext uri="{FF2B5EF4-FFF2-40B4-BE49-F238E27FC236}">
                <a16:creationId xmlns:a16="http://schemas.microsoft.com/office/drawing/2014/main" id="{5AF01ECD-2C54-7162-5872-CE80CC5F19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6028" y="889403"/>
            <a:ext cx="10282800" cy="55846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1709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45E47-94D3-751A-8A40-6165E9883B9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8241D78B-0DF3-7BE3-4412-AD47218A6EEB}"/>
              </a:ext>
            </a:extLst>
          </p:cNvPr>
          <p:cNvSpPr>
            <a:spLocks noGrp="1"/>
          </p:cNvSpPr>
          <p:nvPr>
            <p:ph type="ftr" sz="quarter" idx="11"/>
          </p:nvPr>
        </p:nvSpPr>
        <p:spPr/>
        <p:txBody>
          <a:bodyPr/>
          <a:lstStyle/>
          <a:p>
            <a:pPr defTabSz="1218895"/>
            <a:r>
              <a:rPr lang="en-US" dirty="0">
                <a:solidFill>
                  <a:prstClr val="black">
                    <a:tint val="75000"/>
                  </a:prstClr>
                </a:solidFill>
                <a:latin typeface="Calibri"/>
              </a:rPr>
              <a:t>www.anubhavtrainings.com</a:t>
            </a:r>
          </a:p>
        </p:txBody>
      </p:sp>
      <p:sp>
        <p:nvSpPr>
          <p:cNvPr id="4" name="Slide Number Placeholder 3">
            <a:extLst>
              <a:ext uri="{FF2B5EF4-FFF2-40B4-BE49-F238E27FC236}">
                <a16:creationId xmlns:a16="http://schemas.microsoft.com/office/drawing/2014/main" id="{5ED815F8-EB7E-4D62-A1A0-738179B8F4C1}"/>
              </a:ext>
            </a:extLst>
          </p:cNvPr>
          <p:cNvSpPr>
            <a:spLocks noGrp="1"/>
          </p:cNvSpPr>
          <p:nvPr>
            <p:ph type="sldNum" sz="quarter" idx="12"/>
          </p:nvPr>
        </p:nvSpPr>
        <p:spPr>
          <a:xfrm>
            <a:off x="204683" y="6373867"/>
            <a:ext cx="609283" cy="364936"/>
          </a:xfrm>
        </p:spPr>
        <p:txBody>
          <a:bodyPr/>
          <a:lstStyle/>
          <a:p>
            <a:pPr defTabSz="1218895"/>
            <a:fld id="{B6F15528-21DE-4FAA-801E-634DDDAF4B2B}" type="slidenum">
              <a:rPr lang="en-US">
                <a:solidFill>
                  <a:prstClr val="black">
                    <a:tint val="75000"/>
                  </a:prstClr>
                </a:solidFill>
                <a:latin typeface="Calibri"/>
              </a:rPr>
              <a:pPr defTabSz="1218895"/>
              <a:t>11</a:t>
            </a:fld>
            <a:endParaRPr lang="en-US" dirty="0">
              <a:solidFill>
                <a:prstClr val="black">
                  <a:tint val="75000"/>
                </a:prstClr>
              </a:solidFill>
              <a:latin typeface="Calibri"/>
            </a:endParaRPr>
          </a:p>
        </p:txBody>
      </p:sp>
      <p:sp>
        <p:nvSpPr>
          <p:cNvPr id="5" name="Title 4">
            <a:extLst>
              <a:ext uri="{FF2B5EF4-FFF2-40B4-BE49-F238E27FC236}">
                <a16:creationId xmlns:a16="http://schemas.microsoft.com/office/drawing/2014/main" id="{E2C694CF-F5C5-BD9C-E562-12A4C4A4547A}"/>
              </a:ext>
            </a:extLst>
          </p:cNvPr>
          <p:cNvSpPr>
            <a:spLocks noGrp="1"/>
          </p:cNvSpPr>
          <p:nvPr>
            <p:ph type="title"/>
          </p:nvPr>
        </p:nvSpPr>
        <p:spPr>
          <a:xfrm>
            <a:off x="103135" y="179493"/>
            <a:ext cx="10967086" cy="710831"/>
          </a:xfrm>
        </p:spPr>
        <p:txBody>
          <a:bodyPr/>
          <a:lstStyle/>
          <a:p>
            <a:r>
              <a:rPr lang="en-IN" sz="3333" dirty="0"/>
              <a:t>High level guidance</a:t>
            </a:r>
          </a:p>
        </p:txBody>
      </p:sp>
      <p:pic>
        <p:nvPicPr>
          <p:cNvPr id="2" name="Picture 2">
            <a:extLst>
              <a:ext uri="{FF2B5EF4-FFF2-40B4-BE49-F238E27FC236}">
                <a16:creationId xmlns:a16="http://schemas.microsoft.com/office/drawing/2014/main" id="{41CA9ED7-D501-07D2-D014-4577D89402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655" y="1194330"/>
            <a:ext cx="11913865" cy="517953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D410A147-FDD0-A3CA-8270-22C8037B9136}"/>
                  </a:ext>
                </a:extLst>
              </p14:cNvPr>
              <p14:cNvContentPartPr/>
              <p14:nvPr/>
            </p14:nvContentPartPr>
            <p14:xfrm>
              <a:off x="7760880" y="3180240"/>
              <a:ext cx="2038320" cy="509760"/>
            </p14:xfrm>
          </p:contentPart>
        </mc:Choice>
        <mc:Fallback xmlns="">
          <p:pic>
            <p:nvPicPr>
              <p:cNvPr id="6" name="Ink 5">
                <a:extLst>
                  <a:ext uri="{FF2B5EF4-FFF2-40B4-BE49-F238E27FC236}">
                    <a16:creationId xmlns:a16="http://schemas.microsoft.com/office/drawing/2014/main" id="{D410A147-FDD0-A3CA-8270-22C8037B9136}"/>
                  </a:ext>
                </a:extLst>
              </p:cNvPr>
              <p:cNvPicPr/>
              <p:nvPr/>
            </p:nvPicPr>
            <p:blipFill>
              <a:blip r:embed="rId4"/>
              <a:stretch>
                <a:fillRect/>
              </a:stretch>
            </p:blipFill>
            <p:spPr>
              <a:xfrm>
                <a:off x="7745040" y="3116880"/>
                <a:ext cx="2069640" cy="6364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F9860DC1-FF35-44FA-802B-B4915AC583E8}"/>
                  </a:ext>
                </a:extLst>
              </p14:cNvPr>
              <p14:cNvContentPartPr/>
              <p14:nvPr/>
            </p14:nvContentPartPr>
            <p14:xfrm>
              <a:off x="8289360" y="3404160"/>
              <a:ext cx="1409760" cy="76680"/>
            </p14:xfrm>
          </p:contentPart>
        </mc:Choice>
        <mc:Fallback xmlns="">
          <p:pic>
            <p:nvPicPr>
              <p:cNvPr id="7" name="Ink 6">
                <a:extLst>
                  <a:ext uri="{FF2B5EF4-FFF2-40B4-BE49-F238E27FC236}">
                    <a16:creationId xmlns:a16="http://schemas.microsoft.com/office/drawing/2014/main" id="{F9860DC1-FF35-44FA-802B-B4915AC583E8}"/>
                  </a:ext>
                </a:extLst>
              </p:cNvPr>
              <p:cNvPicPr/>
              <p:nvPr/>
            </p:nvPicPr>
            <p:blipFill>
              <a:blip r:embed="rId6"/>
              <a:stretch>
                <a:fillRect/>
              </a:stretch>
            </p:blipFill>
            <p:spPr>
              <a:xfrm>
                <a:off x="8273520" y="3340800"/>
                <a:ext cx="1441080" cy="203400"/>
              </a:xfrm>
              <a:prstGeom prst="rect">
                <a:avLst/>
              </a:prstGeom>
            </p:spPr>
          </p:pic>
        </mc:Fallback>
      </mc:AlternateContent>
    </p:spTree>
    <p:extLst>
      <p:ext uri="{BB962C8B-B14F-4D97-AF65-F5344CB8AC3E}">
        <p14:creationId xmlns:p14="http://schemas.microsoft.com/office/powerpoint/2010/main" val="764769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E03EF-78C5-D4AF-8C2B-3FD8C712057F}"/>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42DD04BE-F15E-170B-A292-B78CF33E06C4}"/>
              </a:ext>
            </a:extLst>
          </p:cNvPr>
          <p:cNvSpPr>
            <a:spLocks noGrp="1"/>
          </p:cNvSpPr>
          <p:nvPr>
            <p:ph type="ftr" sz="quarter" idx="11"/>
          </p:nvPr>
        </p:nvSpPr>
        <p:spPr/>
        <p:txBody>
          <a:bodyPr/>
          <a:lstStyle/>
          <a:p>
            <a:pPr defTabSz="1218895"/>
            <a:r>
              <a:rPr lang="en-US" dirty="0">
                <a:solidFill>
                  <a:prstClr val="black">
                    <a:tint val="75000"/>
                  </a:prstClr>
                </a:solidFill>
                <a:latin typeface="Calibri"/>
              </a:rPr>
              <a:t>www.anubhavtrainings.com</a:t>
            </a:r>
          </a:p>
        </p:txBody>
      </p:sp>
      <p:sp>
        <p:nvSpPr>
          <p:cNvPr id="4" name="Slide Number Placeholder 3">
            <a:extLst>
              <a:ext uri="{FF2B5EF4-FFF2-40B4-BE49-F238E27FC236}">
                <a16:creationId xmlns:a16="http://schemas.microsoft.com/office/drawing/2014/main" id="{B2485A25-FF4B-7CAF-9990-D4C2FF5044EA}"/>
              </a:ext>
            </a:extLst>
          </p:cNvPr>
          <p:cNvSpPr>
            <a:spLocks noGrp="1"/>
          </p:cNvSpPr>
          <p:nvPr>
            <p:ph type="sldNum" sz="quarter" idx="12"/>
          </p:nvPr>
        </p:nvSpPr>
        <p:spPr>
          <a:xfrm>
            <a:off x="204683" y="6373867"/>
            <a:ext cx="609283" cy="364936"/>
          </a:xfrm>
        </p:spPr>
        <p:txBody>
          <a:bodyPr/>
          <a:lstStyle/>
          <a:p>
            <a:pPr defTabSz="1218895"/>
            <a:fld id="{B6F15528-21DE-4FAA-801E-634DDDAF4B2B}" type="slidenum">
              <a:rPr lang="en-US">
                <a:solidFill>
                  <a:prstClr val="black">
                    <a:tint val="75000"/>
                  </a:prstClr>
                </a:solidFill>
                <a:latin typeface="Calibri"/>
              </a:rPr>
              <a:pPr defTabSz="1218895"/>
              <a:t>12</a:t>
            </a:fld>
            <a:endParaRPr lang="en-US" dirty="0">
              <a:solidFill>
                <a:prstClr val="black">
                  <a:tint val="75000"/>
                </a:prstClr>
              </a:solidFill>
              <a:latin typeface="Calibri"/>
            </a:endParaRPr>
          </a:p>
        </p:txBody>
      </p:sp>
      <p:sp>
        <p:nvSpPr>
          <p:cNvPr id="5" name="Title 4">
            <a:extLst>
              <a:ext uri="{FF2B5EF4-FFF2-40B4-BE49-F238E27FC236}">
                <a16:creationId xmlns:a16="http://schemas.microsoft.com/office/drawing/2014/main" id="{B3B16C7B-FAFD-4458-32AF-B5ACE170881F}"/>
              </a:ext>
            </a:extLst>
          </p:cNvPr>
          <p:cNvSpPr>
            <a:spLocks noGrp="1"/>
          </p:cNvSpPr>
          <p:nvPr>
            <p:ph type="title"/>
          </p:nvPr>
        </p:nvSpPr>
        <p:spPr>
          <a:xfrm>
            <a:off x="103135" y="179493"/>
            <a:ext cx="10967086" cy="710831"/>
          </a:xfrm>
        </p:spPr>
        <p:txBody>
          <a:bodyPr/>
          <a:lstStyle/>
          <a:p>
            <a:r>
              <a:rPr lang="en-IN" sz="3333" dirty="0"/>
              <a:t>SAP Extensibility Model</a:t>
            </a:r>
          </a:p>
        </p:txBody>
      </p:sp>
      <p:pic>
        <p:nvPicPr>
          <p:cNvPr id="2" name="Picture 2">
            <a:extLst>
              <a:ext uri="{FF2B5EF4-FFF2-40B4-BE49-F238E27FC236}">
                <a16:creationId xmlns:a16="http://schemas.microsoft.com/office/drawing/2014/main" id="{6F821740-2D09-9854-FAF3-DFD4DB1123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8990" y="1070678"/>
            <a:ext cx="11239739" cy="52246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5339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9CFEFB-2E02-260F-15AE-52E9D16C4288}"/>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6EFD82C1-0E2D-A070-84C4-D98862B62F4D}"/>
              </a:ext>
            </a:extLst>
          </p:cNvPr>
          <p:cNvSpPr>
            <a:spLocks noGrp="1"/>
          </p:cNvSpPr>
          <p:nvPr>
            <p:ph type="ftr" sz="quarter" idx="11"/>
          </p:nvPr>
        </p:nvSpPr>
        <p:spPr/>
        <p:txBody>
          <a:bodyPr/>
          <a:lstStyle/>
          <a:p>
            <a:pPr defTabSz="1218895"/>
            <a:r>
              <a:rPr lang="en-US" dirty="0">
                <a:solidFill>
                  <a:prstClr val="black">
                    <a:tint val="75000"/>
                  </a:prstClr>
                </a:solidFill>
                <a:latin typeface="Calibri"/>
              </a:rPr>
              <a:t>www.anubhavtrainings.com</a:t>
            </a:r>
          </a:p>
        </p:txBody>
      </p:sp>
      <p:sp>
        <p:nvSpPr>
          <p:cNvPr id="4" name="Slide Number Placeholder 3">
            <a:extLst>
              <a:ext uri="{FF2B5EF4-FFF2-40B4-BE49-F238E27FC236}">
                <a16:creationId xmlns:a16="http://schemas.microsoft.com/office/drawing/2014/main" id="{3F7A0B55-C4EC-FCF9-0B1A-1A61973B49D3}"/>
              </a:ext>
            </a:extLst>
          </p:cNvPr>
          <p:cNvSpPr>
            <a:spLocks noGrp="1"/>
          </p:cNvSpPr>
          <p:nvPr>
            <p:ph type="sldNum" sz="quarter" idx="12"/>
          </p:nvPr>
        </p:nvSpPr>
        <p:spPr>
          <a:xfrm>
            <a:off x="204683" y="6373867"/>
            <a:ext cx="609283" cy="364936"/>
          </a:xfrm>
        </p:spPr>
        <p:txBody>
          <a:bodyPr/>
          <a:lstStyle/>
          <a:p>
            <a:pPr defTabSz="1218895"/>
            <a:fld id="{B6F15528-21DE-4FAA-801E-634DDDAF4B2B}" type="slidenum">
              <a:rPr lang="en-US">
                <a:solidFill>
                  <a:prstClr val="black">
                    <a:tint val="75000"/>
                  </a:prstClr>
                </a:solidFill>
                <a:latin typeface="Calibri"/>
              </a:rPr>
              <a:pPr defTabSz="1218895"/>
              <a:t>13</a:t>
            </a:fld>
            <a:endParaRPr lang="en-US" dirty="0">
              <a:solidFill>
                <a:prstClr val="black">
                  <a:tint val="75000"/>
                </a:prstClr>
              </a:solidFill>
              <a:latin typeface="Calibri"/>
            </a:endParaRPr>
          </a:p>
        </p:txBody>
      </p:sp>
      <p:sp>
        <p:nvSpPr>
          <p:cNvPr id="5" name="Title 4">
            <a:extLst>
              <a:ext uri="{FF2B5EF4-FFF2-40B4-BE49-F238E27FC236}">
                <a16:creationId xmlns:a16="http://schemas.microsoft.com/office/drawing/2014/main" id="{A5A288A9-FCA8-91E7-3A9A-77579535929A}"/>
              </a:ext>
            </a:extLst>
          </p:cNvPr>
          <p:cNvSpPr>
            <a:spLocks noGrp="1"/>
          </p:cNvSpPr>
          <p:nvPr>
            <p:ph type="title"/>
          </p:nvPr>
        </p:nvSpPr>
        <p:spPr>
          <a:xfrm>
            <a:off x="103135" y="179493"/>
            <a:ext cx="10967086" cy="710831"/>
          </a:xfrm>
        </p:spPr>
        <p:txBody>
          <a:bodyPr/>
          <a:lstStyle/>
          <a:p>
            <a:r>
              <a:rPr lang="en-IN" sz="3333" dirty="0"/>
              <a:t>SAP Business Accelerator HUB</a:t>
            </a:r>
          </a:p>
        </p:txBody>
      </p:sp>
      <p:sp>
        <p:nvSpPr>
          <p:cNvPr id="9" name="TextBox 8">
            <a:extLst>
              <a:ext uri="{FF2B5EF4-FFF2-40B4-BE49-F238E27FC236}">
                <a16:creationId xmlns:a16="http://schemas.microsoft.com/office/drawing/2014/main" id="{719B5E92-A2F6-7CE9-7E20-0D16990E7FC2}"/>
              </a:ext>
            </a:extLst>
          </p:cNvPr>
          <p:cNvSpPr txBox="1"/>
          <p:nvPr/>
        </p:nvSpPr>
        <p:spPr>
          <a:xfrm>
            <a:off x="103694" y="1557280"/>
            <a:ext cx="11749858" cy="3416320"/>
          </a:xfrm>
          <a:prstGeom prst="rect">
            <a:avLst/>
          </a:prstGeom>
          <a:noFill/>
        </p:spPr>
        <p:txBody>
          <a:bodyPr wrap="square">
            <a:spAutoFit/>
          </a:bodyPr>
          <a:lstStyle/>
          <a:p>
            <a:pPr algn="just" defTabSz="1218895"/>
            <a:r>
              <a:rPr lang="en-US" sz="1800" dirty="0">
                <a:solidFill>
                  <a:prstClr val="black"/>
                </a:solidFill>
                <a:latin typeface="Calibri"/>
              </a:rPr>
              <a:t>The SAP Business Accelerator Hub (formerly known as SAP API Business Hub) is a central, cloud-based platform provided by SAP that offers access to a wide range of APIs, pre-packaged integrations, and business services. Located at </a:t>
            </a:r>
            <a:r>
              <a:rPr lang="en-US" sz="1800" dirty="0">
                <a:solidFill>
                  <a:prstClr val="black"/>
                </a:solidFill>
                <a:latin typeface="Calibri"/>
                <a:hlinkClick r:id="rId2"/>
              </a:rPr>
              <a:t>https://api.sap.com</a:t>
            </a:r>
            <a:r>
              <a:rPr lang="en-US" sz="1800" dirty="0">
                <a:solidFill>
                  <a:prstClr val="black"/>
                </a:solidFill>
                <a:latin typeface="Calibri"/>
              </a:rPr>
              <a:t> , it serves as a comprehensive catalog for developers, partners, and enterprises looking to explore, test, and adopt SAP's digital capabilities. The hub provides resources that span various SAP products like S/4HANA, SuccessFactors, Ariba, and more, enabling seamless integration into SAP and non-SAP systems through standardized APIs and events.</a:t>
            </a:r>
          </a:p>
          <a:p>
            <a:pPr algn="just" defTabSz="1218895"/>
            <a:endParaRPr lang="en-US" sz="1800" dirty="0">
              <a:solidFill>
                <a:prstClr val="black"/>
              </a:solidFill>
              <a:latin typeface="Calibri"/>
            </a:endParaRPr>
          </a:p>
          <a:p>
            <a:pPr algn="just" defTabSz="1218895"/>
            <a:r>
              <a:rPr lang="en-US" sz="1800" dirty="0">
                <a:solidFill>
                  <a:prstClr val="black"/>
                </a:solidFill>
                <a:latin typeface="Calibri"/>
              </a:rPr>
              <a:t>Users of the SAP Business Accelerator Hub can interact with APIs in a live sandbox environment, download pre-configured integration packages, and access detailed documentation and code snippets. The platform supports both SAP BTP (Business Technology Platform) and third-party development, accelerating innovation and reducing time to value. It is an essential tool for enterprises undergoing digital transformation, allowing for rapid prototyping, scalable integration, and efficient development across a variety of business domains.</a:t>
            </a:r>
          </a:p>
        </p:txBody>
      </p:sp>
    </p:spTree>
    <p:extLst>
      <p:ext uri="{BB962C8B-B14F-4D97-AF65-F5344CB8AC3E}">
        <p14:creationId xmlns:p14="http://schemas.microsoft.com/office/powerpoint/2010/main" val="2531931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9FFB1-B477-7234-7772-C52F2881B973}"/>
              </a:ext>
            </a:extLst>
          </p:cNvPr>
          <p:cNvSpPr>
            <a:spLocks noGrp="1"/>
          </p:cNvSpPr>
          <p:nvPr>
            <p:ph type="title"/>
          </p:nvPr>
        </p:nvSpPr>
        <p:spPr/>
        <p:txBody>
          <a:bodyPr/>
          <a:lstStyle/>
          <a:p>
            <a:r>
              <a:rPr lang="en-US" dirty="0"/>
              <a:t>What is Extensibility</a:t>
            </a:r>
          </a:p>
        </p:txBody>
      </p:sp>
      <p:sp>
        <p:nvSpPr>
          <p:cNvPr id="4" name="TextBox 3">
            <a:extLst>
              <a:ext uri="{FF2B5EF4-FFF2-40B4-BE49-F238E27FC236}">
                <a16:creationId xmlns:a16="http://schemas.microsoft.com/office/drawing/2014/main" id="{418EE39F-0396-D3D1-87DE-CAB8F7B1126E}"/>
              </a:ext>
            </a:extLst>
          </p:cNvPr>
          <p:cNvSpPr txBox="1"/>
          <p:nvPr/>
        </p:nvSpPr>
        <p:spPr>
          <a:xfrm>
            <a:off x="189755" y="772349"/>
            <a:ext cx="11609405" cy="4524315"/>
          </a:xfrm>
          <a:prstGeom prst="rect">
            <a:avLst/>
          </a:prstGeom>
          <a:noFill/>
        </p:spPr>
        <p:txBody>
          <a:bodyPr wrap="square">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BentonSansRegular"/>
                <a:ea typeface="+mn-ea"/>
                <a:cs typeface="+mn-cs"/>
              </a:rPr>
              <a:t>Extensibility is a key capability of SAP ECC and SAP S/4HANA. It enables customers to create a competitive advantage by customizing their business processes and allows partners to enrich core ECC or S/4HANA with tailor-made solutions</a:t>
            </a:r>
          </a:p>
          <a:p>
            <a:pPr marL="0" marR="0" lvl="0" indent="0" algn="l" defTabSz="121898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BentonSansRegular"/>
              <a:ea typeface="+mn-ea"/>
              <a:cs typeface="+mn-cs"/>
            </a:endParaRP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BentonSansRegular"/>
                <a:ea typeface="+mn-ea"/>
                <a:cs typeface="+mn-cs"/>
              </a:rPr>
              <a:t>During the last decades SAP’s on-premise customers and partners have mainly used classic ABAP extensibility to extend their ERP solution. Classic extensibility allows ABAP developers to use and even to modify all SAP objects. Although, classic extensibility is very powerful and flexible, it is no longer a good option in today’s cloud world.</a:t>
            </a:r>
          </a:p>
          <a:p>
            <a:pPr marL="0" marR="0" lvl="0" indent="0" algn="l" defTabSz="121898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BentonSansRegular"/>
              <a:ea typeface="+mn-ea"/>
              <a:cs typeface="+mn-cs"/>
            </a:endParaRP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BentonSansRegular"/>
                <a:ea typeface="+mn-ea"/>
                <a:cs typeface="+mn-cs"/>
              </a:rPr>
              <a:t>In-lined with cloud strategy, SAP S/4HANA provides a new </a:t>
            </a:r>
            <a:r>
              <a:rPr kumimoji="0" lang="en-US" sz="2400" b="1" i="0" u="none" strike="noStrike" kern="1200" cap="none" spc="0" normalizeH="0" baseline="0" noProof="0" dirty="0">
                <a:ln>
                  <a:noFill/>
                </a:ln>
                <a:solidFill>
                  <a:prstClr val="white"/>
                </a:solidFill>
                <a:effectLst/>
                <a:uLnTx/>
                <a:uFillTx/>
                <a:latin typeface="BentonSansRegular"/>
                <a:ea typeface="+mn-ea"/>
                <a:cs typeface="+mn-cs"/>
              </a:rPr>
              <a:t>upgrade-stable cloud extensibility model</a:t>
            </a:r>
            <a:r>
              <a:rPr kumimoji="0" lang="en-US" sz="2400" b="0" i="0" u="none" strike="noStrike" kern="1200" cap="none" spc="0" normalizeH="0" baseline="0" noProof="0" dirty="0">
                <a:ln>
                  <a:noFill/>
                </a:ln>
                <a:solidFill>
                  <a:prstClr val="white"/>
                </a:solidFill>
                <a:effectLst/>
                <a:uLnTx/>
                <a:uFillTx/>
                <a:latin typeface="BentonSansRegular"/>
                <a:ea typeface="+mn-ea"/>
                <a:cs typeface="+mn-cs"/>
              </a:rPr>
              <a:t> that clearly separates SAP code and extensions via public SAP APIs and SAP extension points.</a:t>
            </a:r>
          </a:p>
        </p:txBody>
      </p:sp>
    </p:spTree>
    <p:extLst>
      <p:ext uri="{BB962C8B-B14F-4D97-AF65-F5344CB8AC3E}">
        <p14:creationId xmlns:p14="http://schemas.microsoft.com/office/powerpoint/2010/main" val="473876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2" end="2"/>
                                            </p:txEl>
                                          </p:spTgt>
                                        </p:tgtEl>
                                        <p:attrNameLst>
                                          <p:attrName>style.visibility</p:attrName>
                                        </p:attrNameLst>
                                      </p:cBhvr>
                                      <p:to>
                                        <p:strVal val="visible"/>
                                      </p:to>
                                    </p:set>
                                    <p:animEffect transition="in" filter="fade">
                                      <p:cBhvr>
                                        <p:cTn id="14" dur="1000"/>
                                        <p:tgtEl>
                                          <p:spTgt spid="4">
                                            <p:txEl>
                                              <p:pRg st="2" end="2"/>
                                            </p:txEl>
                                          </p:spTgt>
                                        </p:tgtEl>
                                      </p:cBhvr>
                                    </p:animEffect>
                                    <p:anim calcmode="lin" valueType="num">
                                      <p:cBhvr>
                                        <p:cTn id="15"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Effect transition="in" filter="fade">
                                      <p:cBhvr>
                                        <p:cTn id="21" dur="1000"/>
                                        <p:tgtEl>
                                          <p:spTgt spid="4">
                                            <p:txEl>
                                              <p:pRg st="4" end="4"/>
                                            </p:txEl>
                                          </p:spTgt>
                                        </p:tgtEl>
                                      </p:cBhvr>
                                    </p:animEffect>
                                    <p:anim calcmode="lin" valueType="num">
                                      <p:cBhvr>
                                        <p:cTn id="22"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95177-32D4-C1F2-3C4B-EB42C8AA5B10}"/>
              </a:ext>
            </a:extLst>
          </p:cNvPr>
          <p:cNvSpPr>
            <a:spLocks noGrp="1"/>
          </p:cNvSpPr>
          <p:nvPr>
            <p:ph type="title"/>
          </p:nvPr>
        </p:nvSpPr>
        <p:spPr/>
        <p:txBody>
          <a:bodyPr/>
          <a:lstStyle/>
          <a:p>
            <a:r>
              <a:rPr lang="en-US" dirty="0"/>
              <a:t>What is Extension?</a:t>
            </a:r>
          </a:p>
        </p:txBody>
      </p:sp>
      <p:sp>
        <p:nvSpPr>
          <p:cNvPr id="4" name="TextBox 3">
            <a:extLst>
              <a:ext uri="{FF2B5EF4-FFF2-40B4-BE49-F238E27FC236}">
                <a16:creationId xmlns:a16="http://schemas.microsoft.com/office/drawing/2014/main" id="{2B94EE42-CB71-6633-5128-C0A8DEE9BFF5}"/>
              </a:ext>
            </a:extLst>
          </p:cNvPr>
          <p:cNvSpPr txBox="1"/>
          <p:nvPr/>
        </p:nvSpPr>
        <p:spPr>
          <a:xfrm>
            <a:off x="155449" y="908720"/>
            <a:ext cx="11809312" cy="1938992"/>
          </a:xfrm>
          <a:prstGeom prst="rect">
            <a:avLst/>
          </a:prstGeom>
          <a:noFill/>
        </p:spPr>
        <p:txBody>
          <a:bodyPr wrap="square">
            <a:spAutoFit/>
          </a:bodyPr>
          <a:lstStyle/>
          <a:p>
            <a:pPr marL="0" marR="0" lvl="0" indent="0" algn="just"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BentonSansRegular"/>
                <a:ea typeface="+mn-ea"/>
                <a:cs typeface="+mn-cs"/>
              </a:rPr>
              <a:t>We all know that standard SAP software doesn’t cover the scope of all the company business processes. There is always a need for a new app, a new report, or a new functionality. SAP partners and customers have been traditionally building extensions on SAP ECC system using ABAP code. However, with SAP S/4HANA and customer’s digital transformation journey towards cloud, we need a more robust yet loosely coupled extensibility model.</a:t>
            </a:r>
            <a:endParaRPr kumimoji="0" lang="en-US" sz="2400" b="0" i="0" u="none" strike="noStrike" kern="1200" cap="none" spc="0" normalizeH="0" baseline="0" noProof="0" dirty="0">
              <a:ln>
                <a:noFill/>
              </a:ln>
              <a:solidFill>
                <a:prstClr val="white"/>
              </a:solidFill>
              <a:effectLst/>
              <a:uLnTx/>
              <a:uFillTx/>
              <a:latin typeface="Segoe UI"/>
              <a:ea typeface="+mn-ea"/>
              <a:cs typeface="+mn-cs"/>
            </a:endParaRPr>
          </a:p>
        </p:txBody>
      </p:sp>
      <p:pic>
        <p:nvPicPr>
          <p:cNvPr id="1026" name="Picture 2">
            <a:extLst>
              <a:ext uri="{FF2B5EF4-FFF2-40B4-BE49-F238E27FC236}">
                <a16:creationId xmlns:a16="http://schemas.microsoft.com/office/drawing/2014/main" id="{EEBE6DA0-D33D-FA0A-8A42-15C9DA31747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38028" y="3284984"/>
            <a:ext cx="5950397" cy="32200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92541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DBD95-E4A8-1108-687D-1331CF485436}"/>
              </a:ext>
            </a:extLst>
          </p:cNvPr>
          <p:cNvSpPr>
            <a:spLocks noGrp="1"/>
          </p:cNvSpPr>
          <p:nvPr>
            <p:ph type="title"/>
          </p:nvPr>
        </p:nvSpPr>
        <p:spPr/>
        <p:txBody>
          <a:bodyPr/>
          <a:lstStyle/>
          <a:p>
            <a:r>
              <a:rPr lang="en-US" dirty="0"/>
              <a:t>Classic Extensions and Challenges</a:t>
            </a:r>
          </a:p>
        </p:txBody>
      </p:sp>
      <p:sp>
        <p:nvSpPr>
          <p:cNvPr id="4" name="TextBox 3">
            <a:extLst>
              <a:ext uri="{FF2B5EF4-FFF2-40B4-BE49-F238E27FC236}">
                <a16:creationId xmlns:a16="http://schemas.microsoft.com/office/drawing/2014/main" id="{94CAA23E-FAAE-FEE5-8D19-38B98E54D8C9}"/>
              </a:ext>
            </a:extLst>
          </p:cNvPr>
          <p:cNvSpPr txBox="1"/>
          <p:nvPr/>
        </p:nvSpPr>
        <p:spPr>
          <a:xfrm>
            <a:off x="189756" y="818614"/>
            <a:ext cx="11809312" cy="2554545"/>
          </a:xfrm>
          <a:prstGeom prst="rect">
            <a:avLst/>
          </a:prstGeom>
          <a:noFill/>
        </p:spPr>
        <p:txBody>
          <a:bodyPr wrap="square">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BentonSansRegular"/>
                <a:ea typeface="+mn-ea"/>
                <a:cs typeface="+mn-cs"/>
              </a:rPr>
              <a:t>Traditionally, SAP partners and customers have been using classic ABAP extensibility to extend their ERP solution.</a:t>
            </a:r>
          </a:p>
          <a:p>
            <a:pPr marL="0" marR="0" lvl="0" indent="0" algn="l"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white"/>
              </a:solidFill>
              <a:effectLst/>
              <a:uLnTx/>
              <a:uFillTx/>
              <a:latin typeface="BentonSansRegular"/>
              <a:ea typeface="+mn-ea"/>
              <a:cs typeface="+mn-cs"/>
            </a:endParaRP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BentonSansRegular"/>
                <a:ea typeface="+mn-ea"/>
                <a:cs typeface="+mn-cs"/>
              </a:rPr>
              <a:t>Classic Extensibility (aka classic ABAP custom development) in SAP S/4HANA (or in SAP ECC):</a:t>
            </a:r>
          </a:p>
          <a:p>
            <a:pPr marL="0" marR="0" lvl="0" indent="0" algn="l"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white"/>
              </a:solidFill>
              <a:effectLst/>
              <a:uLnTx/>
              <a:uFillTx/>
              <a:latin typeface="BentonSansRegular"/>
              <a:ea typeface="+mn-ea"/>
              <a:cs typeface="+mn-cs"/>
            </a:endParaRPr>
          </a:p>
          <a:p>
            <a:pPr marL="0" marR="0" lvl="0" indent="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FF0000"/>
                </a:solidFill>
                <a:effectLst/>
                <a:uLnTx/>
                <a:uFillTx/>
                <a:latin typeface="BentonSansRegular"/>
                <a:ea typeface="+mn-ea"/>
                <a:cs typeface="+mn-cs"/>
              </a:rPr>
              <a:t>Allows you to use </a:t>
            </a:r>
            <a:r>
              <a:rPr kumimoji="0" lang="en-US" sz="2000" b="1" i="0" u="none" strike="noStrike" kern="1200" cap="none" spc="0" normalizeH="0" baseline="0" noProof="0" dirty="0">
                <a:ln>
                  <a:noFill/>
                </a:ln>
                <a:solidFill>
                  <a:srgbClr val="FF0000"/>
                </a:solidFill>
                <a:effectLst/>
                <a:uLnTx/>
                <a:uFillTx/>
                <a:latin typeface="BentonSansRegular"/>
                <a:ea typeface="+mn-ea"/>
                <a:cs typeface="+mn-cs"/>
              </a:rPr>
              <a:t>classic development tools and techniques </a:t>
            </a:r>
            <a:r>
              <a:rPr kumimoji="0" lang="en-US" sz="2000" b="0" i="0" u="none" strike="noStrike" kern="1200" cap="none" spc="0" normalizeH="0" baseline="0" noProof="0" dirty="0">
                <a:ln>
                  <a:noFill/>
                </a:ln>
                <a:solidFill>
                  <a:srgbClr val="FF0000"/>
                </a:solidFill>
                <a:effectLst/>
                <a:uLnTx/>
                <a:uFillTx/>
                <a:latin typeface="BentonSansRegular"/>
                <a:ea typeface="+mn-ea"/>
                <a:cs typeface="+mn-cs"/>
              </a:rPr>
              <a:t>(e.g., transaction SE80, Eclipse IDE, BAdIs etc.)</a:t>
            </a:r>
          </a:p>
          <a:p>
            <a:pPr marL="0" marR="0" lvl="0" indent="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FF0000"/>
                </a:solidFill>
                <a:effectLst/>
                <a:uLnTx/>
                <a:uFillTx/>
                <a:latin typeface="BentonSansRegular"/>
                <a:ea typeface="+mn-ea"/>
                <a:cs typeface="+mn-cs"/>
              </a:rPr>
              <a:t>Very rich of features and functions.</a:t>
            </a:r>
          </a:p>
          <a:p>
            <a:pPr marL="0" marR="0" lvl="0" indent="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FF0000"/>
                </a:solidFill>
                <a:effectLst/>
                <a:uLnTx/>
                <a:uFillTx/>
                <a:latin typeface="BentonSansRegular"/>
                <a:ea typeface="+mn-ea"/>
                <a:cs typeface="+mn-cs"/>
              </a:rPr>
              <a:t>Extremely flexible and even allows you to modify SAP code itself.</a:t>
            </a:r>
          </a:p>
        </p:txBody>
      </p:sp>
      <p:sp>
        <p:nvSpPr>
          <p:cNvPr id="6" name="TextBox 5">
            <a:extLst>
              <a:ext uri="{FF2B5EF4-FFF2-40B4-BE49-F238E27FC236}">
                <a16:creationId xmlns:a16="http://schemas.microsoft.com/office/drawing/2014/main" id="{2B5E60DF-34BA-807F-484D-3CC77D659947}"/>
              </a:ext>
            </a:extLst>
          </p:cNvPr>
          <p:cNvSpPr txBox="1"/>
          <p:nvPr/>
        </p:nvSpPr>
        <p:spPr>
          <a:xfrm>
            <a:off x="203873" y="3729747"/>
            <a:ext cx="11593288" cy="2862322"/>
          </a:xfrm>
          <a:prstGeom prst="rect">
            <a:avLst/>
          </a:prstGeom>
          <a:noFill/>
        </p:spPr>
        <p:txBody>
          <a:bodyPr wrap="square">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BentonSansRegular"/>
                <a:ea typeface="+mn-ea"/>
                <a:cs typeface="+mn-cs"/>
              </a:rPr>
              <a:t>Although, being very powerful, flexible, and popular, classic extensibility has some major drawbacks.</a:t>
            </a: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BentonSansRegular"/>
                <a:ea typeface="+mn-ea"/>
                <a:cs typeface="+mn-cs"/>
              </a:rPr>
              <a:t>One of them is </a:t>
            </a:r>
            <a:r>
              <a:rPr kumimoji="0" lang="en-US" sz="1800" b="1" i="0" u="none" strike="noStrike" kern="1200" cap="none" spc="0" normalizeH="0" baseline="0" noProof="0" dirty="0">
                <a:ln>
                  <a:noFill/>
                </a:ln>
                <a:solidFill>
                  <a:prstClr val="white"/>
                </a:solidFill>
                <a:effectLst/>
                <a:uLnTx/>
                <a:uFillTx/>
                <a:latin typeface="BentonSansRegular"/>
                <a:ea typeface="+mn-ea"/>
                <a:cs typeface="+mn-cs"/>
              </a:rPr>
              <a:t>High Upgrade Efforts</a:t>
            </a:r>
            <a:r>
              <a:rPr kumimoji="0" lang="en-US" sz="1800" b="0" i="0" u="none" strike="noStrike" kern="1200" cap="none" spc="0" normalizeH="0" baseline="0" noProof="0" dirty="0">
                <a:ln>
                  <a:noFill/>
                </a:ln>
                <a:solidFill>
                  <a:prstClr val="white"/>
                </a:solidFill>
                <a:effectLst/>
                <a:uLnTx/>
                <a:uFillTx/>
                <a:latin typeface="BentonSansRegular"/>
                <a:ea typeface="+mn-ea"/>
                <a:cs typeface="+mn-cs"/>
              </a:rPr>
              <a:t>!</a:t>
            </a:r>
          </a:p>
          <a:p>
            <a:pPr marL="0" marR="0" lvl="0" indent="0" algn="l" defTabSz="121898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BentonSansRegular"/>
              <a:ea typeface="+mn-ea"/>
              <a:cs typeface="+mn-cs"/>
            </a:endParaRP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BentonSansRegular"/>
                <a:ea typeface="+mn-ea"/>
                <a:cs typeface="+mn-cs"/>
              </a:rPr>
              <a:t>The missing clear interface between SAP code and extensions might lead to issues in the extensions during upgrades. As a result, </a:t>
            </a:r>
            <a:r>
              <a:rPr kumimoji="0" lang="en-US" sz="1800" b="1" i="0" u="none" strike="noStrike" kern="1200" cap="none" spc="0" normalizeH="0" baseline="0" noProof="0" dirty="0">
                <a:ln>
                  <a:noFill/>
                </a:ln>
                <a:solidFill>
                  <a:prstClr val="white"/>
                </a:solidFill>
                <a:effectLst/>
                <a:uLnTx/>
                <a:uFillTx/>
                <a:latin typeface="BentonSansRegular"/>
                <a:ea typeface="+mn-ea"/>
                <a:cs typeface="+mn-cs"/>
              </a:rPr>
              <a:t>upgrades require high planning, regression test, and adaption efforts</a:t>
            </a:r>
            <a:r>
              <a:rPr kumimoji="0" lang="en-US" sz="1800" b="0" i="0" u="none" strike="noStrike" kern="1200" cap="none" spc="0" normalizeH="0" baseline="0" noProof="0" dirty="0">
                <a:ln>
                  <a:noFill/>
                </a:ln>
                <a:solidFill>
                  <a:prstClr val="white"/>
                </a:solidFill>
                <a:effectLst/>
                <a:uLnTx/>
                <a:uFillTx/>
                <a:latin typeface="BentonSansRegular"/>
                <a:ea typeface="+mn-ea"/>
                <a:cs typeface="+mn-cs"/>
              </a:rPr>
              <a:t>, which is one of the reasons why customers delay upgrades.</a:t>
            </a:r>
          </a:p>
          <a:p>
            <a:pPr marL="0" marR="0" lvl="0" indent="0" algn="l" defTabSz="121898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BentonSansRegular"/>
              <a:ea typeface="+mn-ea"/>
              <a:cs typeface="+mn-cs"/>
            </a:endParaRP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BentonSansRegular"/>
                <a:ea typeface="+mn-ea"/>
                <a:cs typeface="+mn-cs"/>
              </a:rPr>
              <a:t>Example:</a:t>
            </a:r>
            <a:endParaRPr kumimoji="0" lang="en-US" sz="1800" b="0" i="0" u="none" strike="noStrike" kern="1200" cap="none" spc="0" normalizeH="0" baseline="0" noProof="0" dirty="0">
              <a:ln>
                <a:noFill/>
              </a:ln>
              <a:solidFill>
                <a:prstClr val="white"/>
              </a:solidFill>
              <a:effectLst/>
              <a:uLnTx/>
              <a:uFillTx/>
              <a:latin typeface="BentonSansRegular"/>
              <a:ea typeface="+mn-ea"/>
              <a:cs typeface="+mn-cs"/>
            </a:endParaRP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BentonSansRegular"/>
                <a:ea typeface="+mn-ea"/>
                <a:cs typeface="+mn-cs"/>
              </a:rPr>
              <a:t>You have used an SAP object that is </a:t>
            </a:r>
            <a:r>
              <a:rPr kumimoji="0" lang="en-US" sz="1800" b="1" i="0" u="none" strike="noStrike" kern="1200" cap="none" spc="0" normalizeH="0" baseline="0" noProof="0" dirty="0">
                <a:ln>
                  <a:noFill/>
                </a:ln>
                <a:solidFill>
                  <a:prstClr val="white"/>
                </a:solidFill>
                <a:effectLst/>
                <a:uLnTx/>
                <a:uFillTx/>
                <a:latin typeface="BentonSansRegular"/>
                <a:ea typeface="+mn-ea"/>
                <a:cs typeface="+mn-cs"/>
              </a:rPr>
              <a:t>not whitelisted by SAP </a:t>
            </a:r>
            <a:r>
              <a:rPr kumimoji="0" lang="en-US" sz="1800" b="0" i="0" u="none" strike="noStrike" kern="1200" cap="none" spc="0" normalizeH="0" baseline="0" noProof="0" dirty="0">
                <a:ln>
                  <a:noFill/>
                </a:ln>
                <a:solidFill>
                  <a:prstClr val="white"/>
                </a:solidFill>
                <a:effectLst/>
                <a:uLnTx/>
                <a:uFillTx/>
                <a:latin typeface="BentonSansRegular"/>
                <a:ea typeface="+mn-ea"/>
                <a:cs typeface="+mn-cs"/>
              </a:rPr>
              <a:t>in your extension. After an upgrade the used SAP Object has been changed or deleted. Now you will have to </a:t>
            </a:r>
            <a:r>
              <a:rPr kumimoji="0" lang="en-US" sz="1800" b="1" i="0" u="none" strike="noStrike" kern="1200" cap="none" spc="0" normalizeH="0" baseline="0" noProof="0" dirty="0">
                <a:ln>
                  <a:noFill/>
                </a:ln>
                <a:solidFill>
                  <a:prstClr val="white"/>
                </a:solidFill>
                <a:effectLst/>
                <a:uLnTx/>
                <a:uFillTx/>
                <a:latin typeface="BentonSansRegular"/>
                <a:ea typeface="+mn-ea"/>
                <a:cs typeface="+mn-cs"/>
              </a:rPr>
              <a:t>adjust the extension </a:t>
            </a:r>
            <a:r>
              <a:rPr kumimoji="0" lang="en-US" sz="1800" b="0" i="0" u="none" strike="noStrike" kern="1200" cap="none" spc="0" normalizeH="0" baseline="0" noProof="0" dirty="0">
                <a:ln>
                  <a:noFill/>
                </a:ln>
                <a:solidFill>
                  <a:prstClr val="white"/>
                </a:solidFill>
                <a:effectLst/>
                <a:uLnTx/>
                <a:uFillTx/>
                <a:latin typeface="BentonSansRegular"/>
                <a:ea typeface="+mn-ea"/>
                <a:cs typeface="+mn-cs"/>
              </a:rPr>
              <a:t>thus </a:t>
            </a:r>
            <a:r>
              <a:rPr kumimoji="0" lang="en-US" sz="1800" b="1" i="0" u="none" strike="noStrike" kern="1200" cap="none" spc="0" normalizeH="0" baseline="0" noProof="0" dirty="0">
                <a:ln>
                  <a:noFill/>
                </a:ln>
                <a:solidFill>
                  <a:prstClr val="white"/>
                </a:solidFill>
                <a:effectLst/>
                <a:uLnTx/>
                <a:uFillTx/>
                <a:latin typeface="BentonSansRegular"/>
                <a:ea typeface="+mn-ea"/>
                <a:cs typeface="+mn-cs"/>
              </a:rPr>
              <a:t>upgrade is delayed</a:t>
            </a:r>
            <a:r>
              <a:rPr kumimoji="0" lang="en-US" sz="1800" b="0" i="0" u="none" strike="noStrike" kern="1200" cap="none" spc="0" normalizeH="0" baseline="0" noProof="0" dirty="0">
                <a:ln>
                  <a:noFill/>
                </a:ln>
                <a:solidFill>
                  <a:prstClr val="white"/>
                </a:solidFill>
                <a:effectLst/>
                <a:uLnTx/>
                <a:uFillTx/>
                <a:latin typeface="BentonSansRegular"/>
                <a:ea typeface="+mn-ea"/>
                <a:cs typeface="+mn-cs"/>
              </a:rPr>
              <a:t>.</a:t>
            </a:r>
          </a:p>
        </p:txBody>
      </p:sp>
    </p:spTree>
    <p:extLst>
      <p:ext uri="{BB962C8B-B14F-4D97-AF65-F5344CB8AC3E}">
        <p14:creationId xmlns:p14="http://schemas.microsoft.com/office/powerpoint/2010/main" val="1994322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1000"/>
                                        <p:tgtEl>
                                          <p:spTgt spid="4">
                                            <p:txEl>
                                              <p:pRg st="2" end="2"/>
                                            </p:txEl>
                                          </p:spTgt>
                                        </p:tgtEl>
                                      </p:cBhvr>
                                    </p:animEffect>
                                    <p:anim calcmode="lin" valueType="num">
                                      <p:cBhvr>
                                        <p:cTn id="13"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animEffect transition="in" filter="fade">
                                      <p:cBhvr>
                                        <p:cTn id="19" dur="1000"/>
                                        <p:tgtEl>
                                          <p:spTgt spid="4">
                                            <p:txEl>
                                              <p:pRg st="4" end="4"/>
                                            </p:txEl>
                                          </p:spTgt>
                                        </p:tgtEl>
                                      </p:cBhvr>
                                    </p:animEffect>
                                    <p:anim calcmode="lin" valueType="num">
                                      <p:cBhvr>
                                        <p:cTn id="20"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21"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4">
                                            <p:txEl>
                                              <p:pRg st="5" end="5"/>
                                            </p:txEl>
                                          </p:spTgt>
                                        </p:tgtEl>
                                        <p:attrNameLst>
                                          <p:attrName>style.visibility</p:attrName>
                                        </p:attrNameLst>
                                      </p:cBhvr>
                                      <p:to>
                                        <p:strVal val="visible"/>
                                      </p:to>
                                    </p:set>
                                    <p:animEffect transition="in" filter="fade">
                                      <p:cBhvr>
                                        <p:cTn id="26" dur="1000"/>
                                        <p:tgtEl>
                                          <p:spTgt spid="4">
                                            <p:txEl>
                                              <p:pRg st="5" end="5"/>
                                            </p:txEl>
                                          </p:spTgt>
                                        </p:tgtEl>
                                      </p:cBhvr>
                                    </p:animEffect>
                                    <p:anim calcmode="lin" valueType="num">
                                      <p:cBhvr>
                                        <p:cTn id="27"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28"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4">
                                            <p:txEl>
                                              <p:pRg st="6" end="6"/>
                                            </p:txEl>
                                          </p:spTgt>
                                        </p:tgtEl>
                                        <p:attrNameLst>
                                          <p:attrName>style.visibility</p:attrName>
                                        </p:attrNameLst>
                                      </p:cBhvr>
                                      <p:to>
                                        <p:strVal val="visible"/>
                                      </p:to>
                                    </p:set>
                                    <p:animEffect transition="in" filter="fade">
                                      <p:cBhvr>
                                        <p:cTn id="33" dur="1000"/>
                                        <p:tgtEl>
                                          <p:spTgt spid="4">
                                            <p:txEl>
                                              <p:pRg st="6" end="6"/>
                                            </p:txEl>
                                          </p:spTgt>
                                        </p:tgtEl>
                                      </p:cBhvr>
                                    </p:animEffect>
                                    <p:anim calcmode="lin" valueType="num">
                                      <p:cBhvr>
                                        <p:cTn id="34"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35"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6"/>
                                        </p:tgtEl>
                                        <p:attrNameLst>
                                          <p:attrName>style.visibility</p:attrName>
                                        </p:attrNameLst>
                                      </p:cBhvr>
                                      <p:to>
                                        <p:strVal val="visible"/>
                                      </p:to>
                                    </p:set>
                                    <p:anim calcmode="lin" valueType="num">
                                      <p:cBhvr additive="base">
                                        <p:cTn id="40" dur="500" fill="hold"/>
                                        <p:tgtEl>
                                          <p:spTgt spid="6"/>
                                        </p:tgtEl>
                                        <p:attrNameLst>
                                          <p:attrName>ppt_x</p:attrName>
                                        </p:attrNameLst>
                                      </p:cBhvr>
                                      <p:tavLst>
                                        <p:tav tm="0">
                                          <p:val>
                                            <p:strVal val="#ppt_x"/>
                                          </p:val>
                                        </p:tav>
                                        <p:tav tm="100000">
                                          <p:val>
                                            <p:strVal val="#ppt_x"/>
                                          </p:val>
                                        </p:tav>
                                      </p:tavLst>
                                    </p:anim>
                                    <p:anim calcmode="lin" valueType="num">
                                      <p:cBhvr additive="base">
                                        <p:cTn id="41"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A7F54-4532-E4E8-9F0B-6BA6890ABE1C}"/>
              </a:ext>
            </a:extLst>
          </p:cNvPr>
          <p:cNvSpPr>
            <a:spLocks noGrp="1"/>
          </p:cNvSpPr>
          <p:nvPr>
            <p:ph type="title"/>
          </p:nvPr>
        </p:nvSpPr>
        <p:spPr/>
        <p:txBody>
          <a:bodyPr/>
          <a:lstStyle/>
          <a:p>
            <a:r>
              <a:rPr lang="en-US" dirty="0"/>
              <a:t>Clean Core and Benefits</a:t>
            </a:r>
          </a:p>
        </p:txBody>
      </p:sp>
      <p:sp>
        <p:nvSpPr>
          <p:cNvPr id="4" name="TextBox 3">
            <a:extLst>
              <a:ext uri="{FF2B5EF4-FFF2-40B4-BE49-F238E27FC236}">
                <a16:creationId xmlns:a16="http://schemas.microsoft.com/office/drawing/2014/main" id="{4673BCDB-880F-6184-2294-474D78AC2377}"/>
              </a:ext>
            </a:extLst>
          </p:cNvPr>
          <p:cNvSpPr txBox="1"/>
          <p:nvPr/>
        </p:nvSpPr>
        <p:spPr>
          <a:xfrm>
            <a:off x="117749" y="692696"/>
            <a:ext cx="12071076" cy="2862322"/>
          </a:xfrm>
          <a:prstGeom prst="rect">
            <a:avLst/>
          </a:prstGeom>
          <a:noFill/>
        </p:spPr>
        <p:txBody>
          <a:bodyPr wrap="square">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BentonSansRegular"/>
                <a:ea typeface="+mn-ea"/>
                <a:cs typeface="+mn-cs"/>
              </a:rPr>
              <a:t>Clean core is an </a:t>
            </a:r>
            <a:r>
              <a:rPr kumimoji="0" lang="en-US" sz="1800" b="1" i="0" u="none" strike="noStrike" kern="1200" cap="none" spc="0" normalizeH="0" baseline="0" noProof="0" dirty="0">
                <a:ln>
                  <a:noFill/>
                </a:ln>
                <a:solidFill>
                  <a:prstClr val="white"/>
                </a:solidFill>
                <a:effectLst/>
                <a:uLnTx/>
                <a:uFillTx/>
                <a:latin typeface="BentonSansRegular"/>
                <a:ea typeface="+mn-ea"/>
                <a:cs typeface="+mn-cs"/>
              </a:rPr>
              <a:t>extension methodology</a:t>
            </a:r>
            <a:r>
              <a:rPr kumimoji="0" lang="en-US" sz="1800" b="0" i="0" u="none" strike="noStrike" kern="1200" cap="none" spc="0" normalizeH="0" baseline="0" noProof="0" dirty="0">
                <a:ln>
                  <a:noFill/>
                </a:ln>
                <a:solidFill>
                  <a:prstClr val="white"/>
                </a:solidFill>
                <a:effectLst/>
                <a:uLnTx/>
                <a:uFillTx/>
                <a:latin typeface="BentonSansRegular"/>
                <a:ea typeface="+mn-ea"/>
                <a:cs typeface="+mn-cs"/>
              </a:rPr>
              <a:t> in which</a:t>
            </a:r>
          </a:p>
          <a:p>
            <a:pPr marL="0" marR="0" lvl="0" indent="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BentonSansRegular"/>
                <a:ea typeface="+mn-ea"/>
                <a:cs typeface="+mn-cs"/>
              </a:rPr>
              <a:t>Extensions are kept </a:t>
            </a:r>
            <a:r>
              <a:rPr kumimoji="0" lang="en-US" sz="1800" b="1" i="0" u="none" strike="noStrike" kern="1200" cap="none" spc="0" normalizeH="0" baseline="0" noProof="0" dirty="0">
                <a:ln>
                  <a:noFill/>
                </a:ln>
                <a:solidFill>
                  <a:prstClr val="white"/>
                </a:solidFill>
                <a:effectLst/>
                <a:uLnTx/>
                <a:uFillTx/>
                <a:latin typeface="BentonSansRegular"/>
                <a:ea typeface="+mn-ea"/>
                <a:cs typeface="+mn-cs"/>
              </a:rPr>
              <a:t>strictly separate </a:t>
            </a:r>
            <a:r>
              <a:rPr kumimoji="0" lang="en-US" sz="1800" b="0" i="0" u="none" strike="noStrike" kern="1200" cap="none" spc="0" normalizeH="0" baseline="0" noProof="0" dirty="0">
                <a:ln>
                  <a:noFill/>
                </a:ln>
                <a:solidFill>
                  <a:prstClr val="white"/>
                </a:solidFill>
                <a:effectLst/>
                <a:uLnTx/>
                <a:uFillTx/>
                <a:latin typeface="BentonSansRegular"/>
                <a:ea typeface="+mn-ea"/>
                <a:cs typeface="+mn-cs"/>
              </a:rPr>
              <a:t>from the SAP application.</a:t>
            </a:r>
          </a:p>
          <a:p>
            <a:pPr marL="0" marR="0" lvl="0" indent="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BentonSansRegular"/>
                <a:ea typeface="+mn-ea"/>
                <a:cs typeface="+mn-cs"/>
              </a:rPr>
              <a:t>Extensions access SAP business objects </a:t>
            </a:r>
            <a:r>
              <a:rPr kumimoji="0" lang="en-US" sz="1800" b="1" i="0" u="none" strike="noStrike" kern="1200" cap="none" spc="0" normalizeH="0" baseline="0" noProof="0" dirty="0">
                <a:ln>
                  <a:noFill/>
                </a:ln>
                <a:solidFill>
                  <a:prstClr val="white"/>
                </a:solidFill>
                <a:effectLst/>
                <a:uLnTx/>
                <a:uFillTx/>
                <a:latin typeface="BentonSansRegular"/>
                <a:ea typeface="+mn-ea"/>
                <a:cs typeface="+mn-cs"/>
              </a:rPr>
              <a:t>only through well defined, upgrade-stable interfaces</a:t>
            </a:r>
            <a:endParaRPr kumimoji="0" lang="en-US" sz="1800" b="0" i="0" u="none" strike="noStrike" kern="1200" cap="none" spc="0" normalizeH="0" baseline="0" noProof="0" dirty="0">
              <a:ln>
                <a:noFill/>
              </a:ln>
              <a:solidFill>
                <a:prstClr val="white"/>
              </a:solidFill>
              <a:effectLst/>
              <a:uLnTx/>
              <a:uFillTx/>
              <a:latin typeface="BentonSansRegular"/>
              <a:ea typeface="+mn-ea"/>
              <a:cs typeface="+mn-cs"/>
            </a:endParaRP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BentonSansRegular"/>
                <a:ea typeface="+mn-ea"/>
                <a:cs typeface="+mn-cs"/>
              </a:rPr>
              <a:t> </a:t>
            </a:r>
            <a:endParaRPr kumimoji="0" lang="en-US" sz="1800" b="0" i="0" u="none" strike="noStrike" kern="1200" cap="none" spc="0" normalizeH="0" baseline="0" noProof="0" dirty="0">
              <a:ln>
                <a:noFill/>
              </a:ln>
              <a:solidFill>
                <a:prstClr val="white"/>
              </a:solidFill>
              <a:effectLst/>
              <a:uLnTx/>
              <a:uFillTx/>
              <a:latin typeface="BentonSansRegular"/>
              <a:ea typeface="+mn-ea"/>
              <a:cs typeface="+mn-cs"/>
            </a:endParaRP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BentonSansRegular"/>
                <a:ea typeface="+mn-ea"/>
                <a:cs typeface="+mn-cs"/>
              </a:rPr>
              <a:t>By following clean core paradigm, you make sure that</a:t>
            </a:r>
          </a:p>
          <a:p>
            <a:pPr marL="0" marR="0" lvl="0" indent="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prstClr val="white"/>
                </a:solidFill>
                <a:effectLst/>
                <a:uLnTx/>
                <a:uFillTx/>
                <a:latin typeface="BentonSansRegular"/>
                <a:ea typeface="+mn-ea"/>
                <a:cs typeface="+mn-cs"/>
              </a:rPr>
              <a:t>Extensions do not break an upgrade </a:t>
            </a:r>
            <a:r>
              <a:rPr kumimoji="0" lang="en-US" sz="1800" b="0" i="0" u="none" strike="noStrike" kern="1200" cap="none" spc="0" normalizeH="0" baseline="0" noProof="0" dirty="0">
                <a:ln>
                  <a:noFill/>
                </a:ln>
                <a:solidFill>
                  <a:prstClr val="white"/>
                </a:solidFill>
                <a:effectLst/>
                <a:uLnTx/>
                <a:uFillTx/>
                <a:latin typeface="BentonSansRegular"/>
                <a:ea typeface="+mn-ea"/>
                <a:cs typeface="+mn-cs"/>
              </a:rPr>
              <a:t>and </a:t>
            </a:r>
            <a:r>
              <a:rPr kumimoji="0" lang="en-US" sz="1800" b="1" i="0" u="none" strike="noStrike" kern="1200" cap="none" spc="0" normalizeH="0" baseline="0" noProof="0" dirty="0">
                <a:ln>
                  <a:noFill/>
                </a:ln>
                <a:solidFill>
                  <a:prstClr val="white"/>
                </a:solidFill>
                <a:effectLst/>
                <a:uLnTx/>
                <a:uFillTx/>
                <a:latin typeface="BentonSansRegular"/>
                <a:ea typeface="+mn-ea"/>
                <a:cs typeface="+mn-cs"/>
              </a:rPr>
              <a:t>upgrades do not break an extension.</a:t>
            </a:r>
            <a:endParaRPr kumimoji="0" lang="en-US" sz="1800" b="0" i="0" u="none" strike="noStrike" kern="1200" cap="none" spc="0" normalizeH="0" baseline="0" noProof="0" dirty="0">
              <a:ln>
                <a:noFill/>
              </a:ln>
              <a:solidFill>
                <a:prstClr val="white"/>
              </a:solidFill>
              <a:effectLst/>
              <a:uLnTx/>
              <a:uFillTx/>
              <a:latin typeface="BentonSansRegular"/>
              <a:ea typeface="+mn-ea"/>
              <a:cs typeface="+mn-cs"/>
            </a:endParaRPr>
          </a:p>
          <a:p>
            <a:pPr marL="0" marR="0" lvl="0" indent="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BentonSansRegular"/>
                <a:ea typeface="+mn-ea"/>
                <a:cs typeface="+mn-cs"/>
              </a:rPr>
              <a:t>Extensions do not create a problem when you </a:t>
            </a:r>
            <a:r>
              <a:rPr kumimoji="0" lang="en-US" sz="1800" b="1" i="0" u="none" strike="noStrike" kern="1200" cap="none" spc="0" normalizeH="0" baseline="0" noProof="0" dirty="0">
                <a:ln>
                  <a:noFill/>
                </a:ln>
                <a:solidFill>
                  <a:prstClr val="white"/>
                </a:solidFill>
                <a:effectLst/>
                <a:uLnTx/>
                <a:uFillTx/>
                <a:latin typeface="BentonSansRegular"/>
                <a:ea typeface="+mn-ea"/>
                <a:cs typeface="+mn-cs"/>
              </a:rPr>
              <a:t>migrate from SAP S/4HANA on-Premise to SAP S/4HANA Cloud</a:t>
            </a:r>
            <a:endParaRPr kumimoji="0" lang="en-US" sz="1800" b="0" i="0" u="none" strike="noStrike" kern="1200" cap="none" spc="0" normalizeH="0" baseline="0" noProof="0" dirty="0">
              <a:ln>
                <a:noFill/>
              </a:ln>
              <a:solidFill>
                <a:prstClr val="white"/>
              </a:solidFill>
              <a:effectLst/>
              <a:uLnTx/>
              <a:uFillTx/>
              <a:latin typeface="BentonSansRegular"/>
              <a:ea typeface="+mn-ea"/>
              <a:cs typeface="+mn-cs"/>
            </a:endParaRP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BentonSansRegular"/>
                <a:ea typeface="+mn-ea"/>
                <a:cs typeface="+mn-cs"/>
              </a:rPr>
              <a:t> </a:t>
            </a: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BentonSansRegular"/>
                <a:ea typeface="+mn-ea"/>
                <a:cs typeface="+mn-cs"/>
              </a:rPr>
              <a:t>SAP’s rationale behind the “clean core” paradigm is simple – </a:t>
            </a:r>
            <a:r>
              <a:rPr kumimoji="0" lang="en-US" sz="1800" b="1" i="0" u="none" strike="noStrike" kern="1200" cap="none" spc="0" normalizeH="0" baseline="0" noProof="0" dirty="0">
                <a:ln>
                  <a:noFill/>
                </a:ln>
                <a:solidFill>
                  <a:prstClr val="white"/>
                </a:solidFill>
                <a:effectLst/>
                <a:uLnTx/>
                <a:uFillTx/>
                <a:latin typeface="BentonSansRegular"/>
                <a:ea typeface="+mn-ea"/>
                <a:cs typeface="+mn-cs"/>
              </a:rPr>
              <a:t>Allow customers to extend their SAP S/4HANA software while making the software updates eventually non-events.</a:t>
            </a:r>
            <a:endParaRPr kumimoji="0" lang="en-US" sz="1800" b="0" i="0" u="none" strike="noStrike" kern="1200" cap="none" spc="0" normalizeH="0" baseline="0" noProof="0" dirty="0">
              <a:ln>
                <a:noFill/>
              </a:ln>
              <a:solidFill>
                <a:prstClr val="white"/>
              </a:solidFill>
              <a:effectLst/>
              <a:uLnTx/>
              <a:uFillTx/>
              <a:latin typeface="BentonSansRegular"/>
              <a:ea typeface="+mn-ea"/>
              <a:cs typeface="+mn-cs"/>
            </a:endParaRPr>
          </a:p>
        </p:txBody>
      </p:sp>
      <p:sp>
        <p:nvSpPr>
          <p:cNvPr id="6" name="TextBox 5">
            <a:extLst>
              <a:ext uri="{FF2B5EF4-FFF2-40B4-BE49-F238E27FC236}">
                <a16:creationId xmlns:a16="http://schemas.microsoft.com/office/drawing/2014/main" id="{CB2D9146-83D1-360E-B486-F4E512580012}"/>
              </a:ext>
            </a:extLst>
          </p:cNvPr>
          <p:cNvSpPr txBox="1"/>
          <p:nvPr/>
        </p:nvSpPr>
        <p:spPr>
          <a:xfrm>
            <a:off x="119263" y="3555018"/>
            <a:ext cx="11762555" cy="3139321"/>
          </a:xfrm>
          <a:prstGeom prst="rect">
            <a:avLst/>
          </a:prstGeom>
          <a:noFill/>
        </p:spPr>
        <p:txBody>
          <a:bodyPr wrap="square">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BentonSansRegular"/>
                <a:ea typeface="+mn-ea"/>
                <a:cs typeface="+mn-cs"/>
              </a:rPr>
              <a:t>Clean core paradigm is the back-bone of S/4HANA new extensibility model. It provides following benefits</a:t>
            </a: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BentonSansRegular"/>
                <a:ea typeface="+mn-ea"/>
                <a:cs typeface="+mn-cs"/>
              </a:rPr>
              <a:t>Reduce TCO</a:t>
            </a:r>
            <a:endParaRPr kumimoji="0" lang="en-US" sz="1800" b="0" i="0" u="none" strike="noStrike" kern="1200" cap="none" spc="0" normalizeH="0" baseline="0" noProof="0" dirty="0">
              <a:ln>
                <a:noFill/>
              </a:ln>
              <a:solidFill>
                <a:prstClr val="white"/>
              </a:solidFill>
              <a:effectLst/>
              <a:uLnTx/>
              <a:uFillTx/>
              <a:latin typeface="BentonSansRegular"/>
              <a:ea typeface="+mn-ea"/>
              <a:cs typeface="+mn-cs"/>
            </a:endParaRPr>
          </a:p>
          <a:p>
            <a:pPr marL="0" marR="0" lvl="0" indent="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BentonSansRegular"/>
                <a:ea typeface="+mn-ea"/>
                <a:cs typeface="+mn-cs"/>
              </a:rPr>
              <a:t>Make upgrades non-events from a custom code point of view</a:t>
            </a:r>
          </a:p>
          <a:p>
            <a:pPr marL="0" marR="0" lvl="0" indent="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BentonSansRegular"/>
                <a:ea typeface="+mn-ea"/>
                <a:cs typeface="+mn-cs"/>
              </a:rPr>
              <a:t>Reduce test efforts for business users</a:t>
            </a:r>
          </a:p>
          <a:p>
            <a:pPr marL="0" marR="0" lvl="0" indent="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BentonSansRegular"/>
                <a:ea typeface="+mn-ea"/>
                <a:cs typeface="+mn-cs"/>
              </a:rPr>
              <a:t>Reduce adaption efforts for developers</a:t>
            </a:r>
          </a:p>
          <a:p>
            <a:pPr marL="0" marR="0" lvl="0" indent="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BentonSansRegular"/>
                <a:ea typeface="+mn-ea"/>
                <a:cs typeface="+mn-cs"/>
              </a:rPr>
              <a:t>IT service providers can offer upgrade projects at a fixed price</a:t>
            </a: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BentonSansRegular"/>
                <a:ea typeface="+mn-ea"/>
                <a:cs typeface="+mn-cs"/>
              </a:rPr>
              <a:t>Speed and Innovation</a:t>
            </a:r>
            <a:endParaRPr kumimoji="0" lang="en-US" sz="1800" b="0" i="0" u="none" strike="noStrike" kern="1200" cap="none" spc="0" normalizeH="0" baseline="0" noProof="0" dirty="0">
              <a:ln>
                <a:noFill/>
              </a:ln>
              <a:solidFill>
                <a:prstClr val="white"/>
              </a:solidFill>
              <a:effectLst/>
              <a:uLnTx/>
              <a:uFillTx/>
              <a:latin typeface="BentonSansRegular"/>
              <a:ea typeface="+mn-ea"/>
              <a:cs typeface="+mn-cs"/>
            </a:endParaRPr>
          </a:p>
          <a:p>
            <a:pPr marL="0" marR="0" lvl="0" indent="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BentonSansRegular"/>
                <a:ea typeface="+mn-ea"/>
                <a:cs typeface="+mn-cs"/>
              </a:rPr>
              <a:t>Absorb innovation delivered by SAP at a faster rate</a:t>
            </a:r>
          </a:p>
          <a:p>
            <a:pPr marL="0" marR="0" lvl="0" indent="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BentonSansRegular"/>
                <a:ea typeface="+mn-ea"/>
                <a:cs typeface="+mn-cs"/>
              </a:rPr>
              <a:t>React fast on changing business requirements</a:t>
            </a: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BentonSansRegular"/>
                <a:ea typeface="+mn-ea"/>
                <a:cs typeface="+mn-cs"/>
              </a:rPr>
              <a:t>Be cloud ready</a:t>
            </a:r>
            <a:endParaRPr kumimoji="0" lang="en-US" sz="1800" b="0" i="0" u="none" strike="noStrike" kern="1200" cap="none" spc="0" normalizeH="0" baseline="0" noProof="0" dirty="0">
              <a:ln>
                <a:noFill/>
              </a:ln>
              <a:solidFill>
                <a:prstClr val="white"/>
              </a:solidFill>
              <a:effectLst/>
              <a:uLnTx/>
              <a:uFillTx/>
              <a:latin typeface="BentonSansRegular"/>
              <a:ea typeface="+mn-ea"/>
              <a:cs typeface="+mn-cs"/>
            </a:endParaRPr>
          </a:p>
          <a:p>
            <a:pPr marL="0" marR="0" lvl="0" indent="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BentonSansRegular"/>
                <a:ea typeface="+mn-ea"/>
                <a:cs typeface="+mn-cs"/>
              </a:rPr>
              <a:t>Lay the foundation today to move to the cloud from a custom extension perspective</a:t>
            </a:r>
          </a:p>
        </p:txBody>
      </p:sp>
      <p:pic>
        <p:nvPicPr>
          <p:cNvPr id="2050" name="Picture 2">
            <a:extLst>
              <a:ext uri="{FF2B5EF4-FFF2-40B4-BE49-F238E27FC236}">
                <a16:creationId xmlns:a16="http://schemas.microsoft.com/office/drawing/2014/main" id="{CBE2907E-90CC-62F6-BB3F-AA2D2CC25AA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542684" y="4234047"/>
            <a:ext cx="3011273" cy="22048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0004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9FFB1-B477-7234-7772-C52F2881B973}"/>
              </a:ext>
            </a:extLst>
          </p:cNvPr>
          <p:cNvSpPr>
            <a:spLocks noGrp="1"/>
          </p:cNvSpPr>
          <p:nvPr>
            <p:ph type="title"/>
          </p:nvPr>
        </p:nvSpPr>
        <p:spPr/>
        <p:txBody>
          <a:bodyPr/>
          <a:lstStyle/>
          <a:p>
            <a:r>
              <a:rPr lang="en-US" dirty="0"/>
              <a:t>Approaches for Side-by-Side Extension</a:t>
            </a:r>
          </a:p>
        </p:txBody>
      </p:sp>
      <p:pic>
        <p:nvPicPr>
          <p:cNvPr id="3074" name="Picture 2" descr="SAP S/4HANA Cloud – Side-by-Side Extensibility">
            <a:extLst>
              <a:ext uri="{FF2B5EF4-FFF2-40B4-BE49-F238E27FC236}">
                <a16:creationId xmlns:a16="http://schemas.microsoft.com/office/drawing/2014/main" id="{7B0B7C3B-89C6-47A4-847A-BA69F0483AA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59193"/>
          <a:stretch/>
        </p:blipFill>
        <p:spPr bwMode="auto">
          <a:xfrm>
            <a:off x="1291331" y="1340767"/>
            <a:ext cx="4155009" cy="4581525"/>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SAP S/4HANA Cloud – Side-by-Side Extensibility">
            <a:extLst>
              <a:ext uri="{FF2B5EF4-FFF2-40B4-BE49-F238E27FC236}">
                <a16:creationId xmlns:a16="http://schemas.microsoft.com/office/drawing/2014/main" id="{6E513C64-2F56-8EC2-7918-30C233CFD30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4144"/>
          <a:stretch/>
        </p:blipFill>
        <p:spPr bwMode="auto">
          <a:xfrm>
            <a:off x="7750596" y="1340767"/>
            <a:ext cx="3650953" cy="4581525"/>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SAP S/4HANA Cloud – Side-by-Side Extensibility">
            <a:extLst>
              <a:ext uri="{FF2B5EF4-FFF2-40B4-BE49-F238E27FC236}">
                <a16:creationId xmlns:a16="http://schemas.microsoft.com/office/drawing/2014/main" id="{49B2C87F-AC51-B2CE-847D-CCB5FE988B1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1514" r="35856"/>
          <a:stretch/>
        </p:blipFill>
        <p:spPr bwMode="auto">
          <a:xfrm>
            <a:off x="5446340" y="1340768"/>
            <a:ext cx="2304256" cy="4581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2319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45" presetClass="entr" presetSubtype="0" fill="hold" nodeType="clickEffect">
                                  <p:stCondLst>
                                    <p:cond delay="0"/>
                                  </p:stCondLst>
                                  <p:childTnLst>
                                    <p:set>
                                      <p:cBhvr>
                                        <p:cTn id="14" dur="1" fill="hold">
                                          <p:stCondLst>
                                            <p:cond delay="0"/>
                                          </p:stCondLst>
                                        </p:cTn>
                                        <p:tgtEl>
                                          <p:spTgt spid="3078"/>
                                        </p:tgtEl>
                                        <p:attrNameLst>
                                          <p:attrName>style.visibility</p:attrName>
                                        </p:attrNameLst>
                                      </p:cBhvr>
                                      <p:to>
                                        <p:strVal val="visible"/>
                                      </p:to>
                                    </p:set>
                                    <p:animEffect transition="in" filter="fade">
                                      <p:cBhvr>
                                        <p:cTn id="15" dur="2000"/>
                                        <p:tgtEl>
                                          <p:spTgt spid="3078"/>
                                        </p:tgtEl>
                                      </p:cBhvr>
                                    </p:animEffect>
                                    <p:anim calcmode="lin" valueType="num">
                                      <p:cBhvr>
                                        <p:cTn id="16" dur="2000" fill="hold"/>
                                        <p:tgtEl>
                                          <p:spTgt spid="3078"/>
                                        </p:tgtEl>
                                        <p:attrNameLst>
                                          <p:attrName>ppt_w</p:attrName>
                                        </p:attrNameLst>
                                      </p:cBhvr>
                                      <p:tavLst>
                                        <p:tav tm="0" fmla="#ppt_w*sin(2.5*pi*$)">
                                          <p:val>
                                            <p:fltVal val="0"/>
                                          </p:val>
                                        </p:tav>
                                        <p:tav tm="100000">
                                          <p:val>
                                            <p:fltVal val="1"/>
                                          </p:val>
                                        </p:tav>
                                      </p:tavLst>
                                    </p:anim>
                                    <p:anim calcmode="lin" valueType="num">
                                      <p:cBhvr>
                                        <p:cTn id="17" dur="2000" fill="hold"/>
                                        <p:tgtEl>
                                          <p:spTgt spid="307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A7F54-4532-E4E8-9F0B-6BA6890ABE1C}"/>
              </a:ext>
            </a:extLst>
          </p:cNvPr>
          <p:cNvSpPr>
            <a:spLocks noGrp="1"/>
          </p:cNvSpPr>
          <p:nvPr>
            <p:ph type="title"/>
          </p:nvPr>
        </p:nvSpPr>
        <p:spPr/>
        <p:txBody>
          <a:bodyPr/>
          <a:lstStyle/>
          <a:p>
            <a:r>
              <a:rPr lang="en-US" dirty="0"/>
              <a:t>Scenario 1: UI Extensibility </a:t>
            </a:r>
          </a:p>
        </p:txBody>
      </p:sp>
      <p:pic>
        <p:nvPicPr>
          <p:cNvPr id="5122" name="Picture 2" descr="Solution%20Diagram">
            <a:extLst>
              <a:ext uri="{FF2B5EF4-FFF2-40B4-BE49-F238E27FC236}">
                <a16:creationId xmlns:a16="http://schemas.microsoft.com/office/drawing/2014/main" id="{CA945781-1D56-EEF3-83EC-7FE5D0E53E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9836" y="980728"/>
            <a:ext cx="10126861" cy="5506596"/>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D606FEBD-213F-94BF-E304-8F5BC352F997}"/>
                  </a:ext>
                </a:extLst>
              </p14:cNvPr>
              <p14:cNvContentPartPr/>
              <p14:nvPr/>
            </p14:nvContentPartPr>
            <p14:xfrm>
              <a:off x="4765838" y="1647143"/>
              <a:ext cx="360" cy="360"/>
            </p14:xfrm>
          </p:contentPart>
        </mc:Choice>
        <mc:Fallback xmlns="">
          <p:pic>
            <p:nvPicPr>
              <p:cNvPr id="3" name="Ink 2">
                <a:extLst>
                  <a:ext uri="{FF2B5EF4-FFF2-40B4-BE49-F238E27FC236}">
                    <a16:creationId xmlns:a16="http://schemas.microsoft.com/office/drawing/2014/main" id="{D606FEBD-213F-94BF-E304-8F5BC352F997}"/>
                  </a:ext>
                </a:extLst>
              </p:cNvPr>
              <p:cNvPicPr/>
              <p:nvPr/>
            </p:nvPicPr>
            <p:blipFill>
              <a:blip r:embed="rId4"/>
              <a:stretch>
                <a:fillRect/>
              </a:stretch>
            </p:blipFill>
            <p:spPr>
              <a:xfrm>
                <a:off x="4757198" y="163814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3" name="Ink 22">
                <a:extLst>
                  <a:ext uri="{FF2B5EF4-FFF2-40B4-BE49-F238E27FC236}">
                    <a16:creationId xmlns:a16="http://schemas.microsoft.com/office/drawing/2014/main" id="{641BDAAD-E995-170B-A63A-A9CD2550FC65}"/>
                  </a:ext>
                </a:extLst>
              </p14:cNvPr>
              <p14:cNvContentPartPr/>
              <p14:nvPr/>
            </p14:nvContentPartPr>
            <p14:xfrm>
              <a:off x="7786598" y="2629943"/>
              <a:ext cx="578880" cy="453600"/>
            </p14:xfrm>
          </p:contentPart>
        </mc:Choice>
        <mc:Fallback xmlns="">
          <p:pic>
            <p:nvPicPr>
              <p:cNvPr id="23" name="Ink 22">
                <a:extLst>
                  <a:ext uri="{FF2B5EF4-FFF2-40B4-BE49-F238E27FC236}">
                    <a16:creationId xmlns:a16="http://schemas.microsoft.com/office/drawing/2014/main" id="{641BDAAD-E995-170B-A63A-A9CD2550FC65}"/>
                  </a:ext>
                </a:extLst>
              </p:cNvPr>
              <p:cNvPicPr/>
              <p:nvPr/>
            </p:nvPicPr>
            <p:blipFill>
              <a:blip r:embed="rId6"/>
              <a:stretch>
                <a:fillRect/>
              </a:stretch>
            </p:blipFill>
            <p:spPr>
              <a:xfrm>
                <a:off x="7777598" y="2621303"/>
                <a:ext cx="596520" cy="4712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4" name="Ink 23">
                <a:extLst>
                  <a:ext uri="{FF2B5EF4-FFF2-40B4-BE49-F238E27FC236}">
                    <a16:creationId xmlns:a16="http://schemas.microsoft.com/office/drawing/2014/main" id="{31C99718-7ADB-D2B3-D846-DA213E8F2EF4}"/>
                  </a:ext>
                </a:extLst>
              </p14:cNvPr>
              <p14:cNvContentPartPr/>
              <p14:nvPr/>
            </p14:nvContentPartPr>
            <p14:xfrm>
              <a:off x="7828718" y="2750183"/>
              <a:ext cx="135360" cy="188280"/>
            </p14:xfrm>
          </p:contentPart>
        </mc:Choice>
        <mc:Fallback xmlns="">
          <p:pic>
            <p:nvPicPr>
              <p:cNvPr id="24" name="Ink 23">
                <a:extLst>
                  <a:ext uri="{FF2B5EF4-FFF2-40B4-BE49-F238E27FC236}">
                    <a16:creationId xmlns:a16="http://schemas.microsoft.com/office/drawing/2014/main" id="{31C99718-7ADB-D2B3-D846-DA213E8F2EF4}"/>
                  </a:ext>
                </a:extLst>
              </p:cNvPr>
              <p:cNvPicPr/>
              <p:nvPr/>
            </p:nvPicPr>
            <p:blipFill>
              <a:blip r:embed="rId8"/>
              <a:stretch>
                <a:fillRect/>
              </a:stretch>
            </p:blipFill>
            <p:spPr>
              <a:xfrm>
                <a:off x="7819718" y="2741543"/>
                <a:ext cx="153000" cy="2059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6" name="Ink 25">
                <a:extLst>
                  <a:ext uri="{FF2B5EF4-FFF2-40B4-BE49-F238E27FC236}">
                    <a16:creationId xmlns:a16="http://schemas.microsoft.com/office/drawing/2014/main" id="{A00508A9-C602-79CA-9F89-23739EB2ACA9}"/>
                  </a:ext>
                </a:extLst>
              </p14:cNvPr>
              <p14:cNvContentPartPr/>
              <p14:nvPr/>
            </p14:nvContentPartPr>
            <p14:xfrm>
              <a:off x="8073158" y="2763863"/>
              <a:ext cx="153720" cy="182520"/>
            </p14:xfrm>
          </p:contentPart>
        </mc:Choice>
        <mc:Fallback xmlns="">
          <p:pic>
            <p:nvPicPr>
              <p:cNvPr id="26" name="Ink 25">
                <a:extLst>
                  <a:ext uri="{FF2B5EF4-FFF2-40B4-BE49-F238E27FC236}">
                    <a16:creationId xmlns:a16="http://schemas.microsoft.com/office/drawing/2014/main" id="{A00508A9-C602-79CA-9F89-23739EB2ACA9}"/>
                  </a:ext>
                </a:extLst>
              </p:cNvPr>
              <p:cNvPicPr/>
              <p:nvPr/>
            </p:nvPicPr>
            <p:blipFill>
              <a:blip r:embed="rId10"/>
              <a:stretch>
                <a:fillRect/>
              </a:stretch>
            </p:blipFill>
            <p:spPr>
              <a:xfrm>
                <a:off x="8064518" y="2755223"/>
                <a:ext cx="171360" cy="2001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7" name="Ink 26">
                <a:extLst>
                  <a:ext uri="{FF2B5EF4-FFF2-40B4-BE49-F238E27FC236}">
                    <a16:creationId xmlns:a16="http://schemas.microsoft.com/office/drawing/2014/main" id="{A7BECEB9-CFE4-30C6-62D5-6D53DB8F3A22}"/>
                  </a:ext>
                </a:extLst>
              </p14:cNvPr>
              <p14:cNvContentPartPr/>
              <p14:nvPr/>
            </p14:nvContentPartPr>
            <p14:xfrm>
              <a:off x="8302838" y="2874383"/>
              <a:ext cx="407520" cy="10080"/>
            </p14:xfrm>
          </p:contentPart>
        </mc:Choice>
        <mc:Fallback xmlns="">
          <p:pic>
            <p:nvPicPr>
              <p:cNvPr id="27" name="Ink 26">
                <a:extLst>
                  <a:ext uri="{FF2B5EF4-FFF2-40B4-BE49-F238E27FC236}">
                    <a16:creationId xmlns:a16="http://schemas.microsoft.com/office/drawing/2014/main" id="{A7BECEB9-CFE4-30C6-62D5-6D53DB8F3A22}"/>
                  </a:ext>
                </a:extLst>
              </p:cNvPr>
              <p:cNvPicPr/>
              <p:nvPr/>
            </p:nvPicPr>
            <p:blipFill>
              <a:blip r:embed="rId12"/>
              <a:stretch>
                <a:fillRect/>
              </a:stretch>
            </p:blipFill>
            <p:spPr>
              <a:xfrm>
                <a:off x="8293838" y="2865743"/>
                <a:ext cx="425160" cy="277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30" name="Ink 29">
                <a:extLst>
                  <a:ext uri="{FF2B5EF4-FFF2-40B4-BE49-F238E27FC236}">
                    <a16:creationId xmlns:a16="http://schemas.microsoft.com/office/drawing/2014/main" id="{858D73CE-1887-2866-99FE-8CAC9388D6F0}"/>
                  </a:ext>
                </a:extLst>
              </p14:cNvPr>
              <p14:cNvContentPartPr/>
              <p14:nvPr/>
            </p14:nvContentPartPr>
            <p14:xfrm>
              <a:off x="7708478" y="2636423"/>
              <a:ext cx="76320" cy="52920"/>
            </p14:xfrm>
          </p:contentPart>
        </mc:Choice>
        <mc:Fallback xmlns="">
          <p:pic>
            <p:nvPicPr>
              <p:cNvPr id="30" name="Ink 29">
                <a:extLst>
                  <a:ext uri="{FF2B5EF4-FFF2-40B4-BE49-F238E27FC236}">
                    <a16:creationId xmlns:a16="http://schemas.microsoft.com/office/drawing/2014/main" id="{858D73CE-1887-2866-99FE-8CAC9388D6F0}"/>
                  </a:ext>
                </a:extLst>
              </p:cNvPr>
              <p:cNvPicPr/>
              <p:nvPr/>
            </p:nvPicPr>
            <p:blipFill>
              <a:blip r:embed="rId14"/>
              <a:stretch>
                <a:fillRect/>
              </a:stretch>
            </p:blipFill>
            <p:spPr>
              <a:xfrm>
                <a:off x="7699838" y="2627423"/>
                <a:ext cx="93960" cy="7056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51" name="Ink 50">
                <a:extLst>
                  <a:ext uri="{FF2B5EF4-FFF2-40B4-BE49-F238E27FC236}">
                    <a16:creationId xmlns:a16="http://schemas.microsoft.com/office/drawing/2014/main" id="{B9F3DD44-9960-4876-AE93-BB61B93FC4FE}"/>
                  </a:ext>
                </a:extLst>
              </p14:cNvPr>
              <p14:cNvContentPartPr/>
              <p14:nvPr/>
            </p14:nvContentPartPr>
            <p14:xfrm>
              <a:off x="2523758" y="2273543"/>
              <a:ext cx="1146240" cy="13320"/>
            </p14:xfrm>
          </p:contentPart>
        </mc:Choice>
        <mc:Fallback xmlns="">
          <p:pic>
            <p:nvPicPr>
              <p:cNvPr id="51" name="Ink 50">
                <a:extLst>
                  <a:ext uri="{FF2B5EF4-FFF2-40B4-BE49-F238E27FC236}">
                    <a16:creationId xmlns:a16="http://schemas.microsoft.com/office/drawing/2014/main" id="{B9F3DD44-9960-4876-AE93-BB61B93FC4FE}"/>
                  </a:ext>
                </a:extLst>
              </p:cNvPr>
              <p:cNvPicPr/>
              <p:nvPr/>
            </p:nvPicPr>
            <p:blipFill>
              <a:blip r:embed="rId16"/>
              <a:stretch>
                <a:fillRect/>
              </a:stretch>
            </p:blipFill>
            <p:spPr>
              <a:xfrm>
                <a:off x="2515118" y="2264543"/>
                <a:ext cx="1163880" cy="30960"/>
              </a:xfrm>
              <a:prstGeom prst="rect">
                <a:avLst/>
              </a:prstGeom>
            </p:spPr>
          </p:pic>
        </mc:Fallback>
      </mc:AlternateContent>
      <p:grpSp>
        <p:nvGrpSpPr>
          <p:cNvPr id="60" name="Group 59">
            <a:extLst>
              <a:ext uri="{FF2B5EF4-FFF2-40B4-BE49-F238E27FC236}">
                <a16:creationId xmlns:a16="http://schemas.microsoft.com/office/drawing/2014/main" id="{6F35B4AA-A780-74D4-897F-EC129659EE49}"/>
              </a:ext>
            </a:extLst>
          </p:cNvPr>
          <p:cNvGrpSpPr/>
          <p:nvPr/>
        </p:nvGrpSpPr>
        <p:grpSpPr>
          <a:xfrm>
            <a:off x="1966478" y="1223063"/>
            <a:ext cx="1307160" cy="279000"/>
            <a:chOff x="1966478" y="1223063"/>
            <a:chExt cx="1307160" cy="279000"/>
          </a:xfrm>
        </p:grpSpPr>
        <mc:AlternateContent xmlns:mc="http://schemas.openxmlformats.org/markup-compatibility/2006" xmlns:p14="http://schemas.microsoft.com/office/powerpoint/2010/main">
          <mc:Choice Requires="p14">
            <p:contentPart p14:bwMode="auto" r:id="rId17">
              <p14:nvContentPartPr>
                <p14:cNvPr id="52" name="Ink 51">
                  <a:extLst>
                    <a:ext uri="{FF2B5EF4-FFF2-40B4-BE49-F238E27FC236}">
                      <a16:creationId xmlns:a16="http://schemas.microsoft.com/office/drawing/2014/main" id="{92136755-1585-9086-9096-087B1B61D454}"/>
                    </a:ext>
                  </a:extLst>
                </p14:cNvPr>
                <p14:cNvContentPartPr/>
                <p14:nvPr/>
              </p14:nvContentPartPr>
              <p14:xfrm>
                <a:off x="1966478" y="1323503"/>
                <a:ext cx="72720" cy="178560"/>
              </p14:xfrm>
            </p:contentPart>
          </mc:Choice>
          <mc:Fallback xmlns="">
            <p:pic>
              <p:nvPicPr>
                <p:cNvPr id="52" name="Ink 51">
                  <a:extLst>
                    <a:ext uri="{FF2B5EF4-FFF2-40B4-BE49-F238E27FC236}">
                      <a16:creationId xmlns:a16="http://schemas.microsoft.com/office/drawing/2014/main" id="{92136755-1585-9086-9096-087B1B61D454}"/>
                    </a:ext>
                  </a:extLst>
                </p:cNvPr>
                <p:cNvPicPr/>
                <p:nvPr/>
              </p:nvPicPr>
              <p:blipFill>
                <a:blip r:embed="rId18"/>
                <a:stretch>
                  <a:fillRect/>
                </a:stretch>
              </p:blipFill>
              <p:spPr>
                <a:xfrm>
                  <a:off x="1957478" y="1314863"/>
                  <a:ext cx="90360" cy="1962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53" name="Ink 52">
                  <a:extLst>
                    <a:ext uri="{FF2B5EF4-FFF2-40B4-BE49-F238E27FC236}">
                      <a16:creationId xmlns:a16="http://schemas.microsoft.com/office/drawing/2014/main" id="{7AF9DBC0-8551-3C74-7FA2-AD7F54DF89D5}"/>
                    </a:ext>
                  </a:extLst>
                </p14:cNvPr>
                <p14:cNvContentPartPr/>
                <p14:nvPr/>
              </p14:nvContentPartPr>
              <p14:xfrm>
                <a:off x="2003918" y="1236023"/>
                <a:ext cx="38160" cy="16920"/>
              </p14:xfrm>
            </p:contentPart>
          </mc:Choice>
          <mc:Fallback xmlns="">
            <p:pic>
              <p:nvPicPr>
                <p:cNvPr id="53" name="Ink 52">
                  <a:extLst>
                    <a:ext uri="{FF2B5EF4-FFF2-40B4-BE49-F238E27FC236}">
                      <a16:creationId xmlns:a16="http://schemas.microsoft.com/office/drawing/2014/main" id="{7AF9DBC0-8551-3C74-7FA2-AD7F54DF89D5}"/>
                    </a:ext>
                  </a:extLst>
                </p:cNvPr>
                <p:cNvPicPr/>
                <p:nvPr/>
              </p:nvPicPr>
              <p:blipFill>
                <a:blip r:embed="rId20"/>
                <a:stretch>
                  <a:fillRect/>
                </a:stretch>
              </p:blipFill>
              <p:spPr>
                <a:xfrm>
                  <a:off x="1995278" y="1227023"/>
                  <a:ext cx="55800" cy="3456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54" name="Ink 53">
                  <a:extLst>
                    <a:ext uri="{FF2B5EF4-FFF2-40B4-BE49-F238E27FC236}">
                      <a16:creationId xmlns:a16="http://schemas.microsoft.com/office/drawing/2014/main" id="{58F6FEC4-88FA-2DEA-5709-5D35BC3A130B}"/>
                    </a:ext>
                  </a:extLst>
                </p14:cNvPr>
                <p14:cNvContentPartPr/>
                <p14:nvPr/>
              </p14:nvContentPartPr>
              <p14:xfrm>
                <a:off x="2129558" y="1365263"/>
                <a:ext cx="130320" cy="125280"/>
              </p14:xfrm>
            </p:contentPart>
          </mc:Choice>
          <mc:Fallback xmlns="">
            <p:pic>
              <p:nvPicPr>
                <p:cNvPr id="54" name="Ink 53">
                  <a:extLst>
                    <a:ext uri="{FF2B5EF4-FFF2-40B4-BE49-F238E27FC236}">
                      <a16:creationId xmlns:a16="http://schemas.microsoft.com/office/drawing/2014/main" id="{58F6FEC4-88FA-2DEA-5709-5D35BC3A130B}"/>
                    </a:ext>
                  </a:extLst>
                </p:cNvPr>
                <p:cNvPicPr/>
                <p:nvPr/>
              </p:nvPicPr>
              <p:blipFill>
                <a:blip r:embed="rId22"/>
                <a:stretch>
                  <a:fillRect/>
                </a:stretch>
              </p:blipFill>
              <p:spPr>
                <a:xfrm>
                  <a:off x="2120558" y="1356263"/>
                  <a:ext cx="147960" cy="14292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55" name="Ink 54">
                  <a:extLst>
                    <a:ext uri="{FF2B5EF4-FFF2-40B4-BE49-F238E27FC236}">
                      <a16:creationId xmlns:a16="http://schemas.microsoft.com/office/drawing/2014/main" id="{FF1C1859-63AC-D20B-83D1-BEB929C908C0}"/>
                    </a:ext>
                  </a:extLst>
                </p14:cNvPr>
                <p14:cNvContentPartPr/>
                <p14:nvPr/>
              </p14:nvContentPartPr>
              <p14:xfrm>
                <a:off x="2341238" y="1243943"/>
                <a:ext cx="36720" cy="207000"/>
              </p14:xfrm>
            </p:contentPart>
          </mc:Choice>
          <mc:Fallback xmlns="">
            <p:pic>
              <p:nvPicPr>
                <p:cNvPr id="55" name="Ink 54">
                  <a:extLst>
                    <a:ext uri="{FF2B5EF4-FFF2-40B4-BE49-F238E27FC236}">
                      <a16:creationId xmlns:a16="http://schemas.microsoft.com/office/drawing/2014/main" id="{FF1C1859-63AC-D20B-83D1-BEB929C908C0}"/>
                    </a:ext>
                  </a:extLst>
                </p:cNvPr>
                <p:cNvPicPr/>
                <p:nvPr/>
              </p:nvPicPr>
              <p:blipFill>
                <a:blip r:embed="rId24"/>
                <a:stretch>
                  <a:fillRect/>
                </a:stretch>
              </p:blipFill>
              <p:spPr>
                <a:xfrm>
                  <a:off x="2332598" y="1235303"/>
                  <a:ext cx="54360" cy="22464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56" name="Ink 55">
                  <a:extLst>
                    <a:ext uri="{FF2B5EF4-FFF2-40B4-BE49-F238E27FC236}">
                      <a16:creationId xmlns:a16="http://schemas.microsoft.com/office/drawing/2014/main" id="{7FB9DD68-26F3-4808-DA67-C0C928C8C167}"/>
                    </a:ext>
                  </a:extLst>
                </p14:cNvPr>
                <p14:cNvContentPartPr/>
                <p14:nvPr/>
              </p14:nvContentPartPr>
              <p14:xfrm>
                <a:off x="2348438" y="1341863"/>
                <a:ext cx="144720" cy="150480"/>
              </p14:xfrm>
            </p:contentPart>
          </mc:Choice>
          <mc:Fallback xmlns="">
            <p:pic>
              <p:nvPicPr>
                <p:cNvPr id="56" name="Ink 55">
                  <a:extLst>
                    <a:ext uri="{FF2B5EF4-FFF2-40B4-BE49-F238E27FC236}">
                      <a16:creationId xmlns:a16="http://schemas.microsoft.com/office/drawing/2014/main" id="{7FB9DD68-26F3-4808-DA67-C0C928C8C167}"/>
                    </a:ext>
                  </a:extLst>
                </p:cNvPr>
                <p:cNvPicPr/>
                <p:nvPr/>
              </p:nvPicPr>
              <p:blipFill>
                <a:blip r:embed="rId26"/>
                <a:stretch>
                  <a:fillRect/>
                </a:stretch>
              </p:blipFill>
              <p:spPr>
                <a:xfrm>
                  <a:off x="2339438" y="1333223"/>
                  <a:ext cx="162360" cy="16812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57" name="Ink 56">
                  <a:extLst>
                    <a:ext uri="{FF2B5EF4-FFF2-40B4-BE49-F238E27FC236}">
                      <a16:creationId xmlns:a16="http://schemas.microsoft.com/office/drawing/2014/main" id="{5E9867E9-2E3A-9400-B6D9-01BA3EA46A1A}"/>
                    </a:ext>
                  </a:extLst>
                </p14:cNvPr>
                <p14:cNvContentPartPr/>
                <p14:nvPr/>
              </p14:nvContentPartPr>
              <p14:xfrm>
                <a:off x="2540678" y="1324943"/>
                <a:ext cx="138240" cy="123480"/>
              </p14:xfrm>
            </p:contentPart>
          </mc:Choice>
          <mc:Fallback xmlns="">
            <p:pic>
              <p:nvPicPr>
                <p:cNvPr id="57" name="Ink 56">
                  <a:extLst>
                    <a:ext uri="{FF2B5EF4-FFF2-40B4-BE49-F238E27FC236}">
                      <a16:creationId xmlns:a16="http://schemas.microsoft.com/office/drawing/2014/main" id="{5E9867E9-2E3A-9400-B6D9-01BA3EA46A1A}"/>
                    </a:ext>
                  </a:extLst>
                </p:cNvPr>
                <p:cNvPicPr/>
                <p:nvPr/>
              </p:nvPicPr>
              <p:blipFill>
                <a:blip r:embed="rId28"/>
                <a:stretch>
                  <a:fillRect/>
                </a:stretch>
              </p:blipFill>
              <p:spPr>
                <a:xfrm>
                  <a:off x="2532038" y="1316303"/>
                  <a:ext cx="155880" cy="14112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58" name="Ink 57">
                  <a:extLst>
                    <a:ext uri="{FF2B5EF4-FFF2-40B4-BE49-F238E27FC236}">
                      <a16:creationId xmlns:a16="http://schemas.microsoft.com/office/drawing/2014/main" id="{7F662F99-BB22-5FC3-5528-9030085E4AA3}"/>
                    </a:ext>
                  </a:extLst>
                </p14:cNvPr>
                <p14:cNvContentPartPr/>
                <p14:nvPr/>
              </p14:nvContentPartPr>
              <p14:xfrm>
                <a:off x="2706998" y="1223063"/>
                <a:ext cx="368640" cy="241560"/>
              </p14:xfrm>
            </p:contentPart>
          </mc:Choice>
          <mc:Fallback xmlns="">
            <p:pic>
              <p:nvPicPr>
                <p:cNvPr id="58" name="Ink 57">
                  <a:extLst>
                    <a:ext uri="{FF2B5EF4-FFF2-40B4-BE49-F238E27FC236}">
                      <a16:creationId xmlns:a16="http://schemas.microsoft.com/office/drawing/2014/main" id="{7F662F99-BB22-5FC3-5528-9030085E4AA3}"/>
                    </a:ext>
                  </a:extLst>
                </p:cNvPr>
                <p:cNvPicPr/>
                <p:nvPr/>
              </p:nvPicPr>
              <p:blipFill>
                <a:blip r:embed="rId30"/>
                <a:stretch>
                  <a:fillRect/>
                </a:stretch>
              </p:blipFill>
              <p:spPr>
                <a:xfrm>
                  <a:off x="2698358" y="1214423"/>
                  <a:ext cx="386280" cy="2592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59" name="Ink 58">
                  <a:extLst>
                    <a:ext uri="{FF2B5EF4-FFF2-40B4-BE49-F238E27FC236}">
                      <a16:creationId xmlns:a16="http://schemas.microsoft.com/office/drawing/2014/main" id="{3D46CC66-838E-3961-29A5-FDC050CFDB58}"/>
                    </a:ext>
                  </a:extLst>
                </p14:cNvPr>
                <p14:cNvContentPartPr/>
                <p14:nvPr/>
              </p14:nvContentPartPr>
              <p14:xfrm>
                <a:off x="3058718" y="1280663"/>
                <a:ext cx="214920" cy="84600"/>
              </p14:xfrm>
            </p:contentPart>
          </mc:Choice>
          <mc:Fallback xmlns="">
            <p:pic>
              <p:nvPicPr>
                <p:cNvPr id="59" name="Ink 58">
                  <a:extLst>
                    <a:ext uri="{FF2B5EF4-FFF2-40B4-BE49-F238E27FC236}">
                      <a16:creationId xmlns:a16="http://schemas.microsoft.com/office/drawing/2014/main" id="{3D46CC66-838E-3961-29A5-FDC050CFDB58}"/>
                    </a:ext>
                  </a:extLst>
                </p:cNvPr>
                <p:cNvPicPr/>
                <p:nvPr/>
              </p:nvPicPr>
              <p:blipFill>
                <a:blip r:embed="rId32"/>
                <a:stretch>
                  <a:fillRect/>
                </a:stretch>
              </p:blipFill>
              <p:spPr>
                <a:xfrm>
                  <a:off x="3049718" y="1272023"/>
                  <a:ext cx="232560" cy="102240"/>
                </a:xfrm>
                <a:prstGeom prst="rect">
                  <a:avLst/>
                </a:prstGeom>
              </p:spPr>
            </p:pic>
          </mc:Fallback>
        </mc:AlternateContent>
      </p:grpSp>
    </p:spTree>
    <p:extLst>
      <p:ext uri="{BB962C8B-B14F-4D97-AF65-F5344CB8AC3E}">
        <p14:creationId xmlns:p14="http://schemas.microsoft.com/office/powerpoint/2010/main" val="12247276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A7F54-4532-E4E8-9F0B-6BA6890ABE1C}"/>
              </a:ext>
            </a:extLst>
          </p:cNvPr>
          <p:cNvSpPr>
            <a:spLocks noGrp="1"/>
          </p:cNvSpPr>
          <p:nvPr>
            <p:ph type="title"/>
          </p:nvPr>
        </p:nvSpPr>
        <p:spPr/>
        <p:txBody>
          <a:bodyPr/>
          <a:lstStyle/>
          <a:p>
            <a:r>
              <a:rPr lang="en-US" dirty="0"/>
              <a:t>Scenario 1: UI Extensibility </a:t>
            </a:r>
          </a:p>
        </p:txBody>
      </p:sp>
      <p:pic>
        <p:nvPicPr>
          <p:cNvPr id="5122" name="Picture 2" descr="Solution%20Diagram">
            <a:extLst>
              <a:ext uri="{FF2B5EF4-FFF2-40B4-BE49-F238E27FC236}">
                <a16:creationId xmlns:a16="http://schemas.microsoft.com/office/drawing/2014/main" id="{CA945781-1D56-EEF3-83EC-7FE5D0E53E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9836" y="980728"/>
            <a:ext cx="10126861" cy="55065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09846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9FFB1-B477-7234-7772-C52F2881B973}"/>
              </a:ext>
            </a:extLst>
          </p:cNvPr>
          <p:cNvSpPr>
            <a:spLocks noGrp="1"/>
          </p:cNvSpPr>
          <p:nvPr>
            <p:ph type="title"/>
          </p:nvPr>
        </p:nvSpPr>
        <p:spPr>
          <a:xfrm>
            <a:off x="189756" y="332656"/>
            <a:ext cx="10969943" cy="711081"/>
          </a:xfrm>
        </p:spPr>
        <p:txBody>
          <a:bodyPr/>
          <a:lstStyle/>
          <a:p>
            <a:r>
              <a:rPr lang="en-US" dirty="0"/>
              <a:t>Hands on: Create Display like App for Sales Order</a:t>
            </a:r>
          </a:p>
        </p:txBody>
      </p:sp>
      <p:sp>
        <p:nvSpPr>
          <p:cNvPr id="4" name="TextBox 3">
            <a:extLst>
              <a:ext uri="{FF2B5EF4-FFF2-40B4-BE49-F238E27FC236}">
                <a16:creationId xmlns:a16="http://schemas.microsoft.com/office/drawing/2014/main" id="{E2D4CB00-16D0-210C-CA38-8E01C8CC8797}"/>
              </a:ext>
            </a:extLst>
          </p:cNvPr>
          <p:cNvSpPr txBox="1"/>
          <p:nvPr/>
        </p:nvSpPr>
        <p:spPr>
          <a:xfrm>
            <a:off x="189756" y="1412776"/>
            <a:ext cx="11665296" cy="2308324"/>
          </a:xfrm>
          <a:prstGeom prst="rect">
            <a:avLst/>
          </a:prstGeom>
          <a:noFill/>
        </p:spPr>
        <p:txBody>
          <a:bodyPr wrap="square">
            <a:spAutoFit/>
          </a:bodyPr>
          <a:lstStyle/>
          <a:p>
            <a:pPr algn="l">
              <a:buFont typeface="Arial" panose="020B0604020202020204" pitchFamily="34" charset="0"/>
              <a:buChar char="•"/>
            </a:pPr>
            <a:r>
              <a:rPr lang="en-US" b="0" i="0" dirty="0">
                <a:solidFill>
                  <a:schemeClr val="bg1"/>
                </a:solidFill>
                <a:effectLst/>
                <a:latin typeface="BentonSansRegular"/>
              </a:rPr>
              <a:t> Enabling an OData API on SAP S/4HANA</a:t>
            </a:r>
          </a:p>
          <a:p>
            <a:pPr algn="l">
              <a:buFont typeface="Arial" panose="020B0604020202020204" pitchFamily="34" charset="0"/>
              <a:buChar char="•"/>
            </a:pPr>
            <a:r>
              <a:rPr lang="en-US" b="0" i="0" dirty="0">
                <a:solidFill>
                  <a:schemeClr val="bg1"/>
                </a:solidFill>
                <a:effectLst/>
                <a:latin typeface="BentonSansRegular"/>
              </a:rPr>
              <a:t> Setting up SAP Cloud Connector and S/4HANA for principal propagation</a:t>
            </a:r>
          </a:p>
          <a:p>
            <a:pPr algn="l">
              <a:buFont typeface="Arial" panose="020B0604020202020204" pitchFamily="34" charset="0"/>
              <a:buChar char="•"/>
            </a:pPr>
            <a:r>
              <a:rPr lang="en-US" b="0" i="0" dirty="0">
                <a:solidFill>
                  <a:schemeClr val="bg1"/>
                </a:solidFill>
                <a:effectLst/>
                <a:latin typeface="BentonSansRegular"/>
              </a:rPr>
              <a:t> Setting up an SAP BTP BAS Subscription</a:t>
            </a:r>
          </a:p>
          <a:p>
            <a:pPr algn="l">
              <a:buFont typeface="Arial" panose="020B0604020202020204" pitchFamily="34" charset="0"/>
              <a:buChar char="•"/>
            </a:pPr>
            <a:r>
              <a:rPr lang="en-US" b="0" i="0" dirty="0">
                <a:solidFill>
                  <a:schemeClr val="bg1"/>
                </a:solidFill>
                <a:effectLst/>
                <a:latin typeface="BentonSansRegular"/>
              </a:rPr>
              <a:t> Developing of a simple Fiori Application with the SAP Business Application Studio</a:t>
            </a:r>
          </a:p>
          <a:p>
            <a:pPr algn="l">
              <a:buFont typeface="Arial" panose="020B0604020202020204" pitchFamily="34" charset="0"/>
              <a:buChar char="•"/>
            </a:pPr>
            <a:r>
              <a:rPr lang="en-US" b="0" i="0" dirty="0">
                <a:solidFill>
                  <a:schemeClr val="bg1"/>
                </a:solidFill>
                <a:effectLst/>
                <a:latin typeface="BentonSansRegular"/>
              </a:rPr>
              <a:t> Deploying the application to the HTLM5 repository service</a:t>
            </a:r>
          </a:p>
          <a:p>
            <a:pPr algn="l">
              <a:buFont typeface="Arial" panose="020B0604020202020204" pitchFamily="34" charset="0"/>
              <a:buChar char="•"/>
            </a:pPr>
            <a:r>
              <a:rPr lang="en-US" b="0" i="0" dirty="0">
                <a:solidFill>
                  <a:schemeClr val="bg1"/>
                </a:solidFill>
                <a:effectLst/>
                <a:latin typeface="BentonSansRegular"/>
              </a:rPr>
              <a:t> Integrating he application into the Launchpad service</a:t>
            </a:r>
          </a:p>
        </p:txBody>
      </p:sp>
      <p:sp>
        <p:nvSpPr>
          <p:cNvPr id="5" name="TextBox 4">
            <a:extLst>
              <a:ext uri="{FF2B5EF4-FFF2-40B4-BE49-F238E27FC236}">
                <a16:creationId xmlns:a16="http://schemas.microsoft.com/office/drawing/2014/main" id="{E72DF0D5-C121-4FFF-7DE9-147BC61F721F}"/>
              </a:ext>
            </a:extLst>
          </p:cNvPr>
          <p:cNvSpPr txBox="1"/>
          <p:nvPr/>
        </p:nvSpPr>
        <p:spPr>
          <a:xfrm>
            <a:off x="117748" y="4005064"/>
            <a:ext cx="11809312" cy="2246769"/>
          </a:xfrm>
          <a:prstGeom prst="rect">
            <a:avLst/>
          </a:prstGeom>
          <a:noFill/>
        </p:spPr>
        <p:txBody>
          <a:bodyPr wrap="square" rtlCol="0">
            <a:spAutoFit/>
          </a:bodyPr>
          <a:lstStyle/>
          <a:p>
            <a:pPr marL="457200" indent="-457200">
              <a:buAutoNum type="arabicPeriod"/>
            </a:pPr>
            <a:r>
              <a:rPr lang="en-US" sz="2000" dirty="0">
                <a:solidFill>
                  <a:schemeClr val="bg1"/>
                </a:solidFill>
              </a:rPr>
              <a:t>Destination service – to read the destination from SAP BTP at runtime for the purpose of connection</a:t>
            </a:r>
          </a:p>
          <a:p>
            <a:pPr marL="457200" indent="-457200">
              <a:buAutoNum type="arabicPeriod"/>
            </a:pPr>
            <a:r>
              <a:rPr lang="en-US" sz="2000" dirty="0">
                <a:solidFill>
                  <a:schemeClr val="bg1"/>
                </a:solidFill>
              </a:rPr>
              <a:t>Connectivity service – once the destination is read, it will use connectivity service to connect to our </a:t>
            </a:r>
            <a:r>
              <a:rPr lang="en-US" sz="2000" dirty="0" err="1">
                <a:solidFill>
                  <a:schemeClr val="bg1"/>
                </a:solidFill>
              </a:rPr>
              <a:t>oData</a:t>
            </a:r>
            <a:r>
              <a:rPr lang="en-US" sz="2000" dirty="0">
                <a:solidFill>
                  <a:schemeClr val="bg1"/>
                </a:solidFill>
              </a:rPr>
              <a:t> source</a:t>
            </a:r>
          </a:p>
          <a:p>
            <a:pPr marL="457200" indent="-457200">
              <a:buAutoNum type="arabicPeriod"/>
            </a:pPr>
            <a:r>
              <a:rPr lang="en-US" sz="2000" dirty="0">
                <a:solidFill>
                  <a:schemeClr val="bg1"/>
                </a:solidFill>
              </a:rPr>
              <a:t>HTML5 deployer – this will be used to deploy our app to HTML5 repository.</a:t>
            </a:r>
          </a:p>
          <a:p>
            <a:pPr marL="457200" indent="-457200">
              <a:buAutoNum type="arabicPeriod"/>
            </a:pPr>
            <a:r>
              <a:rPr lang="en-US" sz="2000" dirty="0">
                <a:solidFill>
                  <a:schemeClr val="bg1"/>
                </a:solidFill>
              </a:rPr>
              <a:t>HTML5 Repo Runtime – Will load the Fiori app when requested at runtime.</a:t>
            </a:r>
          </a:p>
          <a:p>
            <a:pPr marL="457200" indent="-457200">
              <a:buAutoNum type="arabicPeriod"/>
            </a:pPr>
            <a:r>
              <a:rPr lang="en-US" sz="2000" dirty="0">
                <a:solidFill>
                  <a:schemeClr val="bg1"/>
                </a:solidFill>
              </a:rPr>
              <a:t>Fiori launchpad service – which displays Fiori apps as a tile.</a:t>
            </a:r>
            <a:endParaRPr lang="en-IN" sz="2000" dirty="0">
              <a:solidFill>
                <a:schemeClr val="bg1"/>
              </a:solidFill>
            </a:endParaRPr>
          </a:p>
        </p:txBody>
      </p:sp>
    </p:spTree>
    <p:extLst>
      <p:ext uri="{BB962C8B-B14F-4D97-AF65-F5344CB8AC3E}">
        <p14:creationId xmlns:p14="http://schemas.microsoft.com/office/powerpoint/2010/main" val="12644723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A7F54-4532-E4E8-9F0B-6BA6890ABE1C}"/>
              </a:ext>
            </a:extLst>
          </p:cNvPr>
          <p:cNvSpPr>
            <a:spLocks noGrp="1"/>
          </p:cNvSpPr>
          <p:nvPr>
            <p:ph type="title"/>
          </p:nvPr>
        </p:nvSpPr>
        <p:spPr/>
        <p:txBody>
          <a:bodyPr/>
          <a:lstStyle/>
          <a:p>
            <a:r>
              <a:rPr lang="en-US" dirty="0"/>
              <a:t>Scenario 2: </a:t>
            </a:r>
          </a:p>
        </p:txBody>
      </p:sp>
      <p:sp>
        <p:nvSpPr>
          <p:cNvPr id="27" name="Rectangle 26">
            <a:extLst>
              <a:ext uri="{FF2B5EF4-FFF2-40B4-BE49-F238E27FC236}">
                <a16:creationId xmlns:a16="http://schemas.microsoft.com/office/drawing/2014/main" id="{3DEDE388-1C69-F73B-2341-9A5162010CCC}"/>
              </a:ext>
            </a:extLst>
          </p:cNvPr>
          <p:cNvSpPr/>
          <p:nvPr/>
        </p:nvSpPr>
        <p:spPr>
          <a:xfrm>
            <a:off x="9046740" y="1916832"/>
            <a:ext cx="2592288" cy="1944216"/>
          </a:xfrm>
          <a:prstGeom prst="rect">
            <a:avLst/>
          </a:prstGeom>
          <a:solidFill>
            <a:srgbClr val="202B50"/>
          </a:solidFill>
          <a:ln w="25400" cap="flat" cmpd="sng" algn="ctr">
            <a:solidFill>
              <a:schemeClr val="bg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SAP or Non SAP API OData which we want to reuse</a:t>
            </a:r>
          </a:p>
        </p:txBody>
      </p:sp>
      <p:sp>
        <p:nvSpPr>
          <p:cNvPr id="28" name="Rectangle 27">
            <a:extLst>
              <a:ext uri="{FF2B5EF4-FFF2-40B4-BE49-F238E27FC236}">
                <a16:creationId xmlns:a16="http://schemas.microsoft.com/office/drawing/2014/main" id="{A6D99C49-CFD9-3CE2-8C2B-3299E8CADDC4}"/>
              </a:ext>
            </a:extLst>
          </p:cNvPr>
          <p:cNvSpPr/>
          <p:nvPr/>
        </p:nvSpPr>
        <p:spPr>
          <a:xfrm>
            <a:off x="3718148" y="2276872"/>
            <a:ext cx="3744416" cy="1224136"/>
          </a:xfrm>
          <a:prstGeom prst="rect">
            <a:avLst/>
          </a:prstGeom>
          <a:solidFill>
            <a:srgbClr val="202B50"/>
          </a:solidFill>
          <a:ln w="25400" cap="flat" cmpd="sng" algn="ctr">
            <a:solidFill>
              <a:schemeClr val="bg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CAPM App</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Middleware</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white"/>
                </a:solidFill>
                <a:effectLst/>
                <a:uLnTx/>
                <a:uFillTx/>
                <a:latin typeface="Segoe UI"/>
                <a:ea typeface="+mn-ea"/>
                <a:cs typeface="+mn-cs"/>
              </a:rPr>
              <a:t>Data manipulation, enrichment, Security, automation, movement, proxy</a:t>
            </a:r>
          </a:p>
        </p:txBody>
      </p:sp>
      <p:cxnSp>
        <p:nvCxnSpPr>
          <p:cNvPr id="29" name="Straight Arrow Connector 28">
            <a:extLst>
              <a:ext uri="{FF2B5EF4-FFF2-40B4-BE49-F238E27FC236}">
                <a16:creationId xmlns:a16="http://schemas.microsoft.com/office/drawing/2014/main" id="{BDD867DC-C05A-C396-96F6-E7297E14844B}"/>
              </a:ext>
            </a:extLst>
          </p:cNvPr>
          <p:cNvCxnSpPr>
            <a:stCxn id="28" idx="3"/>
            <a:endCxn id="27" idx="1"/>
          </p:cNvCxnSpPr>
          <p:nvPr/>
        </p:nvCxnSpPr>
        <p:spPr>
          <a:xfrm>
            <a:off x="7462564" y="2888940"/>
            <a:ext cx="1584176" cy="0"/>
          </a:xfrm>
          <a:prstGeom prst="straightConnector1">
            <a:avLst/>
          </a:prstGeom>
          <a:noFill/>
          <a:ln w="9525" cap="flat" cmpd="sng" algn="ctr">
            <a:solidFill>
              <a:schemeClr val="bg1"/>
            </a:solidFill>
            <a:prstDash val="solid"/>
            <a:headEnd type="triangle"/>
            <a:tailEnd type="triangle"/>
          </a:ln>
          <a:effectLst/>
        </p:spPr>
      </p:cxnSp>
      <p:sp>
        <p:nvSpPr>
          <p:cNvPr id="30" name="Rectangle 29">
            <a:extLst>
              <a:ext uri="{FF2B5EF4-FFF2-40B4-BE49-F238E27FC236}">
                <a16:creationId xmlns:a16="http://schemas.microsoft.com/office/drawing/2014/main" id="{855E0D34-71EA-9DC5-8463-A646BB0B45D2}"/>
              </a:ext>
            </a:extLst>
          </p:cNvPr>
          <p:cNvSpPr/>
          <p:nvPr/>
        </p:nvSpPr>
        <p:spPr>
          <a:xfrm>
            <a:off x="4726260" y="4149080"/>
            <a:ext cx="1512168" cy="792088"/>
          </a:xfrm>
          <a:prstGeom prst="rect">
            <a:avLst/>
          </a:prstGeom>
          <a:solidFill>
            <a:srgbClr val="202B50"/>
          </a:solidFill>
          <a:ln w="25400" cap="flat" cmpd="sng" algn="ctr">
            <a:solidFill>
              <a:schemeClr val="bg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HANA</a:t>
            </a:r>
          </a:p>
        </p:txBody>
      </p:sp>
      <p:sp>
        <p:nvSpPr>
          <p:cNvPr id="31" name="Arrow: Down 30">
            <a:extLst>
              <a:ext uri="{FF2B5EF4-FFF2-40B4-BE49-F238E27FC236}">
                <a16:creationId xmlns:a16="http://schemas.microsoft.com/office/drawing/2014/main" id="{12FC8EE1-CF00-157D-2D7E-BC12CDB70012}"/>
              </a:ext>
            </a:extLst>
          </p:cNvPr>
          <p:cNvSpPr/>
          <p:nvPr/>
        </p:nvSpPr>
        <p:spPr>
          <a:xfrm>
            <a:off x="4726260" y="3573016"/>
            <a:ext cx="504056" cy="504056"/>
          </a:xfrm>
          <a:prstGeom prst="downArrow">
            <a:avLst/>
          </a:prstGeom>
          <a:solidFill>
            <a:srgbClr val="202B50"/>
          </a:solidFill>
          <a:ln w="25400" cap="flat" cmpd="sng" algn="ctr">
            <a:solidFill>
              <a:schemeClr val="bg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Segoe UI"/>
              <a:ea typeface="+mn-ea"/>
              <a:cs typeface="+mn-cs"/>
            </a:endParaRPr>
          </a:p>
        </p:txBody>
      </p:sp>
      <p:sp>
        <p:nvSpPr>
          <p:cNvPr id="32" name="Arrow: Down 31">
            <a:extLst>
              <a:ext uri="{FF2B5EF4-FFF2-40B4-BE49-F238E27FC236}">
                <a16:creationId xmlns:a16="http://schemas.microsoft.com/office/drawing/2014/main" id="{D2B1FAC0-1C04-B82A-A7A6-015191B7C784}"/>
              </a:ext>
            </a:extLst>
          </p:cNvPr>
          <p:cNvSpPr/>
          <p:nvPr/>
        </p:nvSpPr>
        <p:spPr>
          <a:xfrm rot="10800000">
            <a:off x="5590356" y="3559869"/>
            <a:ext cx="504056" cy="504056"/>
          </a:xfrm>
          <a:prstGeom prst="downArrow">
            <a:avLst/>
          </a:prstGeom>
          <a:solidFill>
            <a:srgbClr val="202B50"/>
          </a:solidFill>
          <a:ln w="25400" cap="flat" cmpd="sng" algn="ctr">
            <a:solidFill>
              <a:schemeClr val="bg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Segoe UI"/>
              <a:ea typeface="+mn-ea"/>
              <a:cs typeface="+mn-cs"/>
            </a:endParaRPr>
          </a:p>
        </p:txBody>
      </p:sp>
      <p:sp>
        <p:nvSpPr>
          <p:cNvPr id="33" name="Rectangle 32">
            <a:extLst>
              <a:ext uri="{FF2B5EF4-FFF2-40B4-BE49-F238E27FC236}">
                <a16:creationId xmlns:a16="http://schemas.microsoft.com/office/drawing/2014/main" id="{913B93FE-659E-CEB6-6EEB-7A2BA2DCB497}"/>
              </a:ext>
            </a:extLst>
          </p:cNvPr>
          <p:cNvSpPr/>
          <p:nvPr/>
        </p:nvSpPr>
        <p:spPr>
          <a:xfrm>
            <a:off x="4366220" y="908720"/>
            <a:ext cx="2448272" cy="720080"/>
          </a:xfrm>
          <a:prstGeom prst="rect">
            <a:avLst/>
          </a:prstGeom>
          <a:solidFill>
            <a:srgbClr val="202B50"/>
          </a:solidFill>
          <a:ln w="25400" cap="flat" cmpd="sng" algn="ctr">
            <a:solidFill>
              <a:schemeClr val="bg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Own Fiori App</a:t>
            </a:r>
          </a:p>
        </p:txBody>
      </p:sp>
      <p:cxnSp>
        <p:nvCxnSpPr>
          <p:cNvPr id="34" name="Straight Arrow Connector 33">
            <a:extLst>
              <a:ext uri="{FF2B5EF4-FFF2-40B4-BE49-F238E27FC236}">
                <a16:creationId xmlns:a16="http://schemas.microsoft.com/office/drawing/2014/main" id="{A6298F06-C247-4BA9-CF6F-22C72B2A487B}"/>
              </a:ext>
            </a:extLst>
          </p:cNvPr>
          <p:cNvCxnSpPr>
            <a:stCxn id="33" idx="2"/>
            <a:endCxn id="28" idx="0"/>
          </p:cNvCxnSpPr>
          <p:nvPr/>
        </p:nvCxnSpPr>
        <p:spPr>
          <a:xfrm>
            <a:off x="5590356" y="1628800"/>
            <a:ext cx="0" cy="648072"/>
          </a:xfrm>
          <a:prstGeom prst="straightConnector1">
            <a:avLst/>
          </a:prstGeom>
          <a:noFill/>
          <a:ln w="9525" cap="flat" cmpd="sng" algn="ctr">
            <a:solidFill>
              <a:schemeClr val="bg1"/>
            </a:solidFill>
            <a:prstDash val="solid"/>
            <a:headEnd type="triangle"/>
            <a:tailEnd type="triangle"/>
          </a:ln>
          <a:effectLst/>
        </p:spPr>
      </p:cxnSp>
      <p:sp>
        <p:nvSpPr>
          <p:cNvPr id="35" name="Arrow: Right 34">
            <a:extLst>
              <a:ext uri="{FF2B5EF4-FFF2-40B4-BE49-F238E27FC236}">
                <a16:creationId xmlns:a16="http://schemas.microsoft.com/office/drawing/2014/main" id="{10DFE58B-C58F-5FCB-5DC2-E2B7A641EF99}"/>
              </a:ext>
            </a:extLst>
          </p:cNvPr>
          <p:cNvSpPr/>
          <p:nvPr/>
        </p:nvSpPr>
        <p:spPr>
          <a:xfrm>
            <a:off x="1989956" y="2420888"/>
            <a:ext cx="1584176" cy="307777"/>
          </a:xfrm>
          <a:prstGeom prst="rightArrow">
            <a:avLst/>
          </a:prstGeom>
          <a:solidFill>
            <a:srgbClr val="202B50"/>
          </a:solidFill>
          <a:ln w="25400" cap="flat" cmpd="sng" algn="ctr">
            <a:solidFill>
              <a:schemeClr val="bg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Segoe UI"/>
              <a:ea typeface="+mn-ea"/>
              <a:cs typeface="+mn-cs"/>
            </a:endParaRPr>
          </a:p>
        </p:txBody>
      </p:sp>
      <p:sp>
        <p:nvSpPr>
          <p:cNvPr id="36" name="Arrow: Right 35">
            <a:extLst>
              <a:ext uri="{FF2B5EF4-FFF2-40B4-BE49-F238E27FC236}">
                <a16:creationId xmlns:a16="http://schemas.microsoft.com/office/drawing/2014/main" id="{CE4759A3-7ED1-1123-1CD9-2B2B55223900}"/>
              </a:ext>
            </a:extLst>
          </p:cNvPr>
          <p:cNvSpPr/>
          <p:nvPr/>
        </p:nvSpPr>
        <p:spPr>
          <a:xfrm rot="10800000">
            <a:off x="1989956" y="2855170"/>
            <a:ext cx="1584176" cy="307777"/>
          </a:xfrm>
          <a:prstGeom prst="rightArrow">
            <a:avLst/>
          </a:prstGeom>
          <a:solidFill>
            <a:srgbClr val="202B50"/>
          </a:solidFill>
          <a:ln w="25400" cap="flat" cmpd="sng" algn="ctr">
            <a:solidFill>
              <a:schemeClr val="bg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Segoe UI"/>
              <a:ea typeface="+mn-ea"/>
              <a:cs typeface="+mn-cs"/>
            </a:endParaRPr>
          </a:p>
        </p:txBody>
      </p:sp>
      <p:sp>
        <p:nvSpPr>
          <p:cNvPr id="37" name="Rectangle 36">
            <a:extLst>
              <a:ext uri="{FF2B5EF4-FFF2-40B4-BE49-F238E27FC236}">
                <a16:creationId xmlns:a16="http://schemas.microsoft.com/office/drawing/2014/main" id="{A440883C-2D2F-2F80-6B0F-3A997CA1FE9B}"/>
              </a:ext>
            </a:extLst>
          </p:cNvPr>
          <p:cNvSpPr/>
          <p:nvPr/>
        </p:nvSpPr>
        <p:spPr>
          <a:xfrm>
            <a:off x="261761" y="2132856"/>
            <a:ext cx="1584177" cy="1440160"/>
          </a:xfrm>
          <a:prstGeom prst="rect">
            <a:avLst/>
          </a:prstGeom>
          <a:solidFill>
            <a:srgbClr val="202B50"/>
          </a:solidFill>
          <a:ln w="25400" cap="flat" cmpd="sng" algn="ctr">
            <a:solidFill>
              <a:schemeClr val="bg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Android App</a:t>
            </a:r>
          </a:p>
          <a:p>
            <a:pPr marL="0" marR="0" lvl="0" indent="0" algn="ctr" defTabSz="914400" eaLnBrk="1" fontAlgn="auto" latinLnBrk="0" hangingPunct="1">
              <a:lnSpc>
                <a:spcPct val="100000"/>
              </a:lnSpc>
              <a:spcBef>
                <a:spcPts val="0"/>
              </a:spcBef>
              <a:spcAft>
                <a:spcPts val="0"/>
              </a:spcAft>
              <a:buClrTx/>
              <a:buSzTx/>
              <a:buFontTx/>
              <a:buNone/>
              <a:tabLst/>
              <a:defRPr/>
            </a:pPr>
            <a:r>
              <a:rPr lang="en-US" sz="1800" kern="0" dirty="0">
                <a:solidFill>
                  <a:prstClr val="white"/>
                </a:solidFill>
                <a:latin typeface="Segoe UI"/>
              </a:rPr>
              <a:t>SAP UI5 App</a:t>
            </a:r>
            <a:endParaRPr kumimoji="0" lang="en-US" sz="1800" b="0" i="0" u="none" strike="noStrike" kern="0" cap="none" spc="0" normalizeH="0" baseline="0" noProof="0" dirty="0">
              <a:ln>
                <a:noFill/>
              </a:ln>
              <a:solidFill>
                <a:prstClr val="white"/>
              </a:solidFill>
              <a:effectLst/>
              <a:uLnTx/>
              <a:uFillTx/>
              <a:latin typeface="Segoe UI"/>
              <a:ea typeface="+mn-ea"/>
              <a:cs typeface="+mn-cs"/>
            </a:endParaRPr>
          </a:p>
        </p:txBody>
      </p:sp>
    </p:spTree>
    <p:extLst>
      <p:ext uri="{BB962C8B-B14F-4D97-AF65-F5344CB8AC3E}">
        <p14:creationId xmlns:p14="http://schemas.microsoft.com/office/powerpoint/2010/main" val="11227299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9FFB1-B477-7234-7772-C52F2881B973}"/>
              </a:ext>
            </a:extLst>
          </p:cNvPr>
          <p:cNvSpPr>
            <a:spLocks noGrp="1"/>
          </p:cNvSpPr>
          <p:nvPr>
            <p:ph type="title"/>
          </p:nvPr>
        </p:nvSpPr>
        <p:spPr/>
        <p:txBody>
          <a:bodyPr/>
          <a:lstStyle/>
          <a:p>
            <a:r>
              <a:rPr lang="en-US" dirty="0"/>
              <a:t>Hands on: Initialize CAPM Extension</a:t>
            </a:r>
          </a:p>
        </p:txBody>
      </p:sp>
      <p:sp>
        <p:nvSpPr>
          <p:cNvPr id="5" name="TextBox 4">
            <a:extLst>
              <a:ext uri="{FF2B5EF4-FFF2-40B4-BE49-F238E27FC236}">
                <a16:creationId xmlns:a16="http://schemas.microsoft.com/office/drawing/2014/main" id="{2F2B31D3-E342-461D-7674-04DB2CC57CA4}"/>
              </a:ext>
            </a:extLst>
          </p:cNvPr>
          <p:cNvSpPr txBox="1"/>
          <p:nvPr/>
        </p:nvSpPr>
        <p:spPr>
          <a:xfrm>
            <a:off x="189756" y="874455"/>
            <a:ext cx="11809312" cy="2554545"/>
          </a:xfrm>
          <a:prstGeom prst="rect">
            <a:avLst/>
          </a:prstGeom>
          <a:noFill/>
        </p:spPr>
        <p:txBody>
          <a:bodyPr wrap="square" rtlCol="0">
            <a:spAutoFit/>
          </a:bodyPr>
          <a:lstStyle/>
          <a:p>
            <a:pPr marL="457200" indent="-457200">
              <a:buAutoNum type="arabicPeriod"/>
            </a:pPr>
            <a:r>
              <a:rPr lang="en-US" sz="2000" dirty="0">
                <a:solidFill>
                  <a:schemeClr val="bg1"/>
                </a:solidFill>
              </a:rPr>
              <a:t>Create a new cap project with </a:t>
            </a:r>
            <a:r>
              <a:rPr lang="en-US" sz="2000" b="1" dirty="0" err="1">
                <a:solidFill>
                  <a:schemeClr val="bg1"/>
                </a:solidFill>
              </a:rPr>
              <a:t>cds</a:t>
            </a:r>
            <a:r>
              <a:rPr lang="en-US" sz="2000" b="1" dirty="0">
                <a:solidFill>
                  <a:schemeClr val="bg1"/>
                </a:solidFill>
              </a:rPr>
              <a:t> </a:t>
            </a:r>
            <a:r>
              <a:rPr lang="en-US" sz="2000" b="1" dirty="0" err="1">
                <a:solidFill>
                  <a:schemeClr val="bg1"/>
                </a:solidFill>
              </a:rPr>
              <a:t>init</a:t>
            </a:r>
            <a:endParaRPr lang="en-US" sz="2000" dirty="0">
              <a:solidFill>
                <a:schemeClr val="bg1"/>
              </a:solidFill>
            </a:endParaRPr>
          </a:p>
          <a:p>
            <a:pPr marL="457200" indent="-457200">
              <a:buAutoNum type="arabicPeriod"/>
            </a:pPr>
            <a:r>
              <a:rPr lang="en-US" sz="2000" dirty="0">
                <a:solidFill>
                  <a:schemeClr val="bg1"/>
                </a:solidFill>
              </a:rPr>
              <a:t>Drag drop </a:t>
            </a:r>
            <a:r>
              <a:rPr lang="en-US" sz="2000" dirty="0" err="1">
                <a:solidFill>
                  <a:schemeClr val="bg1"/>
                </a:solidFill>
              </a:rPr>
              <a:t>edmx</a:t>
            </a:r>
            <a:r>
              <a:rPr lang="en-US" sz="2000" dirty="0">
                <a:solidFill>
                  <a:schemeClr val="bg1"/>
                </a:solidFill>
              </a:rPr>
              <a:t> file downloaded from API hub and perform </a:t>
            </a:r>
            <a:r>
              <a:rPr lang="en-US" sz="2000" b="1" dirty="0" err="1">
                <a:solidFill>
                  <a:schemeClr val="bg1"/>
                </a:solidFill>
              </a:rPr>
              <a:t>cds</a:t>
            </a:r>
            <a:r>
              <a:rPr lang="en-US" sz="2000" b="1" dirty="0">
                <a:solidFill>
                  <a:schemeClr val="bg1"/>
                </a:solidFill>
              </a:rPr>
              <a:t> import </a:t>
            </a:r>
            <a:r>
              <a:rPr lang="en-US" sz="2000" dirty="0">
                <a:solidFill>
                  <a:schemeClr val="bg1"/>
                </a:solidFill>
              </a:rPr>
              <a:t>PATH_OF_EDMX</a:t>
            </a:r>
          </a:p>
          <a:p>
            <a:pPr marL="457200" indent="-457200">
              <a:buAutoNum type="arabicPeriod"/>
            </a:pPr>
            <a:r>
              <a:rPr lang="en-US" sz="2000" dirty="0">
                <a:solidFill>
                  <a:schemeClr val="bg1"/>
                </a:solidFill>
              </a:rPr>
              <a:t>Add a new </a:t>
            </a:r>
            <a:r>
              <a:rPr lang="en-US" sz="2000" dirty="0" err="1">
                <a:solidFill>
                  <a:schemeClr val="bg1"/>
                </a:solidFill>
              </a:rPr>
              <a:t>CatalogService.cds</a:t>
            </a:r>
            <a:r>
              <a:rPr lang="en-US" sz="2000" dirty="0">
                <a:solidFill>
                  <a:schemeClr val="bg1"/>
                </a:solidFill>
              </a:rPr>
              <a:t> and CatalogService.js</a:t>
            </a:r>
          </a:p>
          <a:p>
            <a:pPr marL="457200" indent="-457200">
              <a:buAutoNum type="arabicPeriod"/>
            </a:pPr>
            <a:r>
              <a:rPr lang="en-US" sz="2000" dirty="0">
                <a:solidFill>
                  <a:srgbClr val="0000FF"/>
                </a:solidFill>
                <a:hlinkClick r:id="rId2">
                  <a:extLst>
                    <a:ext uri="{A12FA001-AC4F-418D-AE19-62706E023703}">
                      <ahyp:hlinkClr xmlns:ahyp="http://schemas.microsoft.com/office/drawing/2018/hyperlinkcolor" val="tx"/>
                    </a:ext>
                  </a:extLst>
                </a:hlinkClick>
              </a:rPr>
              <a:t>S4HANA cloud </a:t>
            </a:r>
            <a:r>
              <a:rPr lang="en-US" sz="2000" dirty="0" err="1">
                <a:solidFill>
                  <a:srgbClr val="0000FF"/>
                </a:solidFill>
                <a:hlinkClick r:id="rId2">
                  <a:extLst>
                    <a:ext uri="{A12FA001-AC4F-418D-AE19-62706E023703}">
                      <ahyp:hlinkClr xmlns:ahyp="http://schemas.microsoft.com/office/drawing/2018/hyperlinkcolor" val="tx"/>
                    </a:ext>
                  </a:extLst>
                </a:hlinkClick>
              </a:rPr>
              <a:t>sdk</a:t>
            </a:r>
            <a:r>
              <a:rPr lang="en-US" sz="2000" dirty="0">
                <a:solidFill>
                  <a:schemeClr val="bg1"/>
                </a:solidFill>
                <a:hlinkClick r:id="rId2">
                  <a:extLst>
                    <a:ext uri="{A12FA001-AC4F-418D-AE19-62706E023703}">
                      <ahyp:hlinkClr xmlns:ahyp="http://schemas.microsoft.com/office/drawing/2018/hyperlinkcolor" val="tx"/>
                    </a:ext>
                  </a:extLst>
                </a:hlinkClick>
              </a:rPr>
              <a:t> </a:t>
            </a:r>
            <a:r>
              <a:rPr lang="en-US" sz="2000" dirty="0">
                <a:solidFill>
                  <a:schemeClr val="bg1"/>
                </a:solidFill>
              </a:rPr>
              <a:t>is SAP’s portfolio of all the type safe API (node modules) to communicate to SAP APIs.</a:t>
            </a:r>
          </a:p>
          <a:p>
            <a:pPr marL="457200" indent="-457200">
              <a:buAutoNum type="arabicPeriod"/>
            </a:pPr>
            <a:r>
              <a:rPr lang="en-IN" sz="2000" dirty="0">
                <a:solidFill>
                  <a:schemeClr val="bg1"/>
                </a:solidFill>
              </a:rPr>
              <a:t>Install the node module @sap/cloud-sdk-vdm-sales-order-service</a:t>
            </a:r>
          </a:p>
          <a:p>
            <a:pPr marL="457200" indent="-457200">
              <a:buAutoNum type="arabicPeriod"/>
            </a:pPr>
            <a:r>
              <a:rPr lang="en-IN" sz="2000" dirty="0">
                <a:solidFill>
                  <a:schemeClr val="bg1"/>
                </a:solidFill>
              </a:rPr>
              <a:t>Add the configuration to test our </a:t>
            </a:r>
            <a:r>
              <a:rPr lang="en-IN" sz="2000" dirty="0" err="1">
                <a:solidFill>
                  <a:schemeClr val="bg1"/>
                </a:solidFill>
              </a:rPr>
              <a:t>api</a:t>
            </a:r>
            <a:r>
              <a:rPr lang="en-IN" sz="2000" dirty="0">
                <a:solidFill>
                  <a:schemeClr val="bg1"/>
                </a:solidFill>
              </a:rPr>
              <a:t> locally – credentials </a:t>
            </a:r>
          </a:p>
          <a:p>
            <a:pPr marL="457200" indent="-457200">
              <a:buAutoNum type="arabicPeriod"/>
            </a:pPr>
            <a:endParaRPr lang="en-IN" sz="2000" dirty="0">
              <a:solidFill>
                <a:schemeClr val="bg1"/>
              </a:solidFill>
            </a:endParaRPr>
          </a:p>
        </p:txBody>
      </p:sp>
    </p:spTree>
    <p:extLst>
      <p:ext uri="{BB962C8B-B14F-4D97-AF65-F5344CB8AC3E}">
        <p14:creationId xmlns:p14="http://schemas.microsoft.com/office/powerpoint/2010/main" val="6983464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A7F54-4532-E4E8-9F0B-6BA6890ABE1C}"/>
              </a:ext>
            </a:extLst>
          </p:cNvPr>
          <p:cNvSpPr>
            <a:spLocks noGrp="1"/>
          </p:cNvSpPr>
          <p:nvPr>
            <p:ph type="title"/>
          </p:nvPr>
        </p:nvSpPr>
        <p:spPr/>
        <p:txBody>
          <a:bodyPr/>
          <a:lstStyle/>
          <a:p>
            <a:r>
              <a:rPr lang="en-US" dirty="0"/>
              <a:t>Hands on: Initialize CAPM Extension</a:t>
            </a:r>
          </a:p>
        </p:txBody>
      </p:sp>
      <p:sp>
        <p:nvSpPr>
          <p:cNvPr id="3" name="TextBox 2">
            <a:extLst>
              <a:ext uri="{FF2B5EF4-FFF2-40B4-BE49-F238E27FC236}">
                <a16:creationId xmlns:a16="http://schemas.microsoft.com/office/drawing/2014/main" id="{69E7517E-7184-B854-6DC3-2C27B9924D1A}"/>
              </a:ext>
            </a:extLst>
          </p:cNvPr>
          <p:cNvSpPr txBox="1"/>
          <p:nvPr/>
        </p:nvSpPr>
        <p:spPr>
          <a:xfrm>
            <a:off x="189756" y="980728"/>
            <a:ext cx="11809312" cy="5324535"/>
          </a:xfrm>
          <a:prstGeom prst="rect">
            <a:avLst/>
          </a:prstGeom>
          <a:noFill/>
        </p:spPr>
        <p:txBody>
          <a:bodyPr wrap="square" rtlCol="0">
            <a:spAutoFit/>
          </a:bodyPr>
          <a:lstStyle/>
          <a:p>
            <a:pPr marL="457200" indent="-457200">
              <a:buAutoNum type="arabicPeriod"/>
            </a:pPr>
            <a:r>
              <a:rPr lang="en-US" sz="2000" dirty="0">
                <a:solidFill>
                  <a:schemeClr val="bg1"/>
                </a:solidFill>
              </a:rPr>
              <a:t>Create a new folder and initialize cap project using </a:t>
            </a:r>
            <a:r>
              <a:rPr lang="en-US" sz="2000" b="1" dirty="0" err="1">
                <a:solidFill>
                  <a:schemeClr val="bg1"/>
                </a:solidFill>
              </a:rPr>
              <a:t>cds</a:t>
            </a:r>
            <a:r>
              <a:rPr lang="en-US" sz="2000" b="1" dirty="0">
                <a:solidFill>
                  <a:schemeClr val="bg1"/>
                </a:solidFill>
              </a:rPr>
              <a:t> </a:t>
            </a:r>
            <a:r>
              <a:rPr lang="en-US" sz="2000" b="1" dirty="0" err="1">
                <a:solidFill>
                  <a:schemeClr val="bg1"/>
                </a:solidFill>
              </a:rPr>
              <a:t>init</a:t>
            </a:r>
            <a:endParaRPr lang="en-US" sz="2000" b="1" dirty="0">
              <a:solidFill>
                <a:schemeClr val="bg1"/>
              </a:solidFill>
            </a:endParaRPr>
          </a:p>
          <a:p>
            <a:pPr marL="457200" indent="-457200">
              <a:buAutoNum type="arabicPeriod"/>
            </a:pPr>
            <a:r>
              <a:rPr lang="en-US" sz="2000" dirty="0">
                <a:solidFill>
                  <a:schemeClr val="bg1"/>
                </a:solidFill>
              </a:rPr>
              <a:t>Go inside project and install following modules</a:t>
            </a:r>
          </a:p>
          <a:p>
            <a:pPr lvl="1"/>
            <a:r>
              <a:rPr lang="en-IN" sz="2000" dirty="0">
                <a:solidFill>
                  <a:schemeClr val="bg1"/>
                </a:solidFill>
              </a:rPr>
              <a:t>2.1 Cloud Foundry Security - @sap/xssec, @sap/xsenv, passport</a:t>
            </a:r>
          </a:p>
          <a:p>
            <a:pPr lvl="1"/>
            <a:r>
              <a:rPr lang="en-IN" sz="2000" dirty="0">
                <a:solidFill>
                  <a:schemeClr val="bg1"/>
                </a:solidFill>
              </a:rPr>
              <a:t>2.2 OData V2 @sap/cds-odata-v2-adapter-proxy</a:t>
            </a:r>
          </a:p>
          <a:p>
            <a:pPr lvl="1"/>
            <a:r>
              <a:rPr lang="en-IN" sz="2000" dirty="0">
                <a:solidFill>
                  <a:schemeClr val="bg1"/>
                </a:solidFill>
              </a:rPr>
              <a:t>2.3 Serving </a:t>
            </a:r>
            <a:r>
              <a:rPr lang="en-IN" sz="2000" dirty="0" err="1">
                <a:solidFill>
                  <a:schemeClr val="bg1"/>
                </a:solidFill>
              </a:rPr>
              <a:t>odata</a:t>
            </a:r>
            <a:r>
              <a:rPr lang="en-IN" sz="2000" dirty="0">
                <a:solidFill>
                  <a:schemeClr val="bg1"/>
                </a:solidFill>
              </a:rPr>
              <a:t> v2 over cloud </a:t>
            </a:r>
            <a:r>
              <a:rPr lang="en-IN" sz="2000" dirty="0" err="1">
                <a:solidFill>
                  <a:schemeClr val="bg1"/>
                </a:solidFill>
              </a:rPr>
              <a:t>sdk</a:t>
            </a:r>
            <a:r>
              <a:rPr lang="en-IN" sz="2000" dirty="0">
                <a:solidFill>
                  <a:schemeClr val="bg1"/>
                </a:solidFill>
              </a:rPr>
              <a:t> - @sap-cloud-sdk/odata-v2</a:t>
            </a:r>
          </a:p>
          <a:p>
            <a:pPr lvl="1"/>
            <a:r>
              <a:rPr lang="en-IN" sz="2000" dirty="0">
                <a:solidFill>
                  <a:schemeClr val="bg1"/>
                </a:solidFill>
              </a:rPr>
              <a:t>2.4 To generate the service code in node </a:t>
            </a:r>
            <a:r>
              <a:rPr lang="en-IN" sz="2000" dirty="0" err="1">
                <a:solidFill>
                  <a:schemeClr val="bg1"/>
                </a:solidFill>
              </a:rPr>
              <a:t>js</a:t>
            </a:r>
            <a:r>
              <a:rPr lang="en-IN" sz="2000" dirty="0">
                <a:solidFill>
                  <a:schemeClr val="bg1"/>
                </a:solidFill>
              </a:rPr>
              <a:t>, install cloud </a:t>
            </a:r>
            <a:r>
              <a:rPr lang="en-IN" sz="2000" dirty="0" err="1">
                <a:solidFill>
                  <a:schemeClr val="bg1"/>
                </a:solidFill>
              </a:rPr>
              <a:t>sdk</a:t>
            </a:r>
            <a:r>
              <a:rPr lang="en-IN" sz="2000" dirty="0">
                <a:solidFill>
                  <a:schemeClr val="bg1"/>
                </a:solidFill>
              </a:rPr>
              <a:t> generator module using @sap-cloud-sdk/generator</a:t>
            </a:r>
          </a:p>
          <a:p>
            <a:r>
              <a:rPr lang="en-IN" sz="2000" dirty="0">
                <a:solidFill>
                  <a:schemeClr val="bg1"/>
                </a:solidFill>
              </a:rPr>
              <a:t>3. Create a new folder service-spec, and </a:t>
            </a:r>
            <a:r>
              <a:rPr lang="en-IN" sz="2000" dirty="0" err="1">
                <a:solidFill>
                  <a:schemeClr val="bg1"/>
                </a:solidFill>
              </a:rPr>
              <a:t>cds</a:t>
            </a:r>
            <a:r>
              <a:rPr lang="en-IN" sz="2000" dirty="0">
                <a:solidFill>
                  <a:schemeClr val="bg1"/>
                </a:solidFill>
              </a:rPr>
              <a:t> watch, after that drag drop the </a:t>
            </a:r>
            <a:r>
              <a:rPr lang="en-IN" sz="2000" dirty="0" err="1">
                <a:solidFill>
                  <a:schemeClr val="bg1"/>
                </a:solidFill>
              </a:rPr>
              <a:t>edmx</a:t>
            </a:r>
            <a:r>
              <a:rPr lang="en-IN" sz="2000" dirty="0">
                <a:solidFill>
                  <a:schemeClr val="bg1"/>
                </a:solidFill>
              </a:rPr>
              <a:t> file of our service to the folder. It will create external folder</a:t>
            </a:r>
          </a:p>
          <a:p>
            <a:r>
              <a:rPr lang="en-IN" sz="2000" dirty="0">
                <a:solidFill>
                  <a:schemeClr val="bg1"/>
                </a:solidFill>
              </a:rPr>
              <a:t>4. Generate the JS code to automatically get all the calls which will call the service</a:t>
            </a:r>
          </a:p>
          <a:p>
            <a:r>
              <a:rPr lang="en-IN" sz="2000" b="1" dirty="0" err="1">
                <a:solidFill>
                  <a:schemeClr val="accent4">
                    <a:lumMod val="60000"/>
                    <a:lumOff val="40000"/>
                  </a:schemeClr>
                </a:solidFill>
              </a:rPr>
              <a:t>npx</a:t>
            </a:r>
            <a:r>
              <a:rPr lang="en-IN" sz="2000" b="1" dirty="0">
                <a:solidFill>
                  <a:schemeClr val="accent4">
                    <a:lumMod val="60000"/>
                    <a:lumOff val="40000"/>
                  </a:schemeClr>
                </a:solidFill>
              </a:rPr>
              <a:t> generate-</a:t>
            </a:r>
            <a:r>
              <a:rPr lang="en-IN" sz="2000" b="1" dirty="0" err="1">
                <a:solidFill>
                  <a:schemeClr val="accent4">
                    <a:lumMod val="60000"/>
                    <a:lumOff val="40000"/>
                  </a:schemeClr>
                </a:solidFill>
              </a:rPr>
              <a:t>odata</a:t>
            </a:r>
            <a:r>
              <a:rPr lang="en-IN" sz="2000" b="1" dirty="0">
                <a:solidFill>
                  <a:schemeClr val="accent4">
                    <a:lumMod val="60000"/>
                    <a:lumOff val="40000"/>
                  </a:schemeClr>
                </a:solidFill>
              </a:rPr>
              <a:t>-client --input ./service-spec --</a:t>
            </a:r>
            <a:r>
              <a:rPr lang="en-IN" sz="2000" b="1" dirty="0" err="1">
                <a:solidFill>
                  <a:schemeClr val="accent4">
                    <a:lumMod val="60000"/>
                    <a:lumOff val="40000"/>
                  </a:schemeClr>
                </a:solidFill>
              </a:rPr>
              <a:t>outputDir</a:t>
            </a:r>
            <a:r>
              <a:rPr lang="en-IN" sz="2000" b="1" dirty="0">
                <a:solidFill>
                  <a:schemeClr val="accent4">
                    <a:lumMod val="60000"/>
                    <a:lumOff val="40000"/>
                  </a:schemeClr>
                </a:solidFill>
              </a:rPr>
              <a:t> ./</a:t>
            </a:r>
            <a:r>
              <a:rPr lang="en-IN" sz="2000" b="1" dirty="0" err="1">
                <a:solidFill>
                  <a:schemeClr val="accent4">
                    <a:lumMod val="60000"/>
                    <a:lumOff val="40000"/>
                  </a:schemeClr>
                </a:solidFill>
              </a:rPr>
              <a:t>srv</a:t>
            </a:r>
            <a:r>
              <a:rPr lang="en-IN" sz="2000" b="1" dirty="0">
                <a:solidFill>
                  <a:schemeClr val="accent4">
                    <a:lumMod val="60000"/>
                    <a:lumOff val="40000"/>
                  </a:schemeClr>
                </a:solidFill>
              </a:rPr>
              <a:t>/sales-order-</a:t>
            </a:r>
            <a:r>
              <a:rPr lang="en-IN" sz="2000" b="1" dirty="0" err="1">
                <a:solidFill>
                  <a:schemeClr val="accent4">
                    <a:lumMod val="60000"/>
                    <a:lumOff val="40000"/>
                  </a:schemeClr>
                </a:solidFill>
              </a:rPr>
              <a:t>api</a:t>
            </a:r>
            <a:endParaRPr lang="en-IN" sz="2000" b="1" dirty="0">
              <a:solidFill>
                <a:schemeClr val="accent4">
                  <a:lumMod val="60000"/>
                  <a:lumOff val="40000"/>
                </a:schemeClr>
              </a:solidFill>
            </a:endParaRPr>
          </a:p>
          <a:p>
            <a:r>
              <a:rPr lang="en-IN" sz="2000" dirty="0">
                <a:solidFill>
                  <a:schemeClr val="bg1"/>
                </a:solidFill>
              </a:rPr>
              <a:t>Give the folder path, not the </a:t>
            </a:r>
            <a:r>
              <a:rPr lang="en-IN" sz="2000" dirty="0" err="1">
                <a:solidFill>
                  <a:schemeClr val="bg1"/>
                </a:solidFill>
              </a:rPr>
              <a:t>edmx</a:t>
            </a:r>
            <a:r>
              <a:rPr lang="en-IN" sz="2000" dirty="0">
                <a:solidFill>
                  <a:schemeClr val="bg1"/>
                </a:solidFill>
              </a:rPr>
              <a:t> file path</a:t>
            </a:r>
          </a:p>
          <a:p>
            <a:r>
              <a:rPr lang="en-IN" sz="2000" dirty="0">
                <a:solidFill>
                  <a:schemeClr val="bg1"/>
                </a:solidFill>
              </a:rPr>
              <a:t>5. Define the service definition in </a:t>
            </a:r>
            <a:r>
              <a:rPr lang="en-IN" sz="2000" dirty="0" err="1">
                <a:solidFill>
                  <a:schemeClr val="bg1"/>
                </a:solidFill>
              </a:rPr>
              <a:t>CatalogService.cds</a:t>
            </a:r>
            <a:r>
              <a:rPr lang="en-IN" sz="2000" dirty="0">
                <a:solidFill>
                  <a:schemeClr val="bg1"/>
                </a:solidFill>
              </a:rPr>
              <a:t> file by referencing from </a:t>
            </a:r>
            <a:r>
              <a:rPr lang="en-IN" sz="2000" dirty="0" err="1">
                <a:solidFill>
                  <a:schemeClr val="bg1"/>
                </a:solidFill>
              </a:rPr>
              <a:t>csn</a:t>
            </a:r>
            <a:r>
              <a:rPr lang="en-IN" sz="2000" dirty="0">
                <a:solidFill>
                  <a:schemeClr val="bg1"/>
                </a:solidFill>
              </a:rPr>
              <a:t> file generated based on SAP OData</a:t>
            </a:r>
          </a:p>
          <a:p>
            <a:r>
              <a:rPr lang="en-IN" sz="2000" dirty="0">
                <a:solidFill>
                  <a:schemeClr val="bg1"/>
                </a:solidFill>
              </a:rPr>
              <a:t>6. Define the service implementation CatalogService.js file and write the code to use the generated type script modules which will act like bridge to communicate to our SAP OData Business API.</a:t>
            </a:r>
          </a:p>
          <a:p>
            <a:r>
              <a:rPr lang="en-IN" sz="2000" dirty="0">
                <a:solidFill>
                  <a:schemeClr val="bg1"/>
                </a:solidFill>
              </a:rPr>
              <a:t>7. Generate a Fiori application using free style with local cap project. </a:t>
            </a:r>
          </a:p>
        </p:txBody>
      </p:sp>
    </p:spTree>
    <p:extLst>
      <p:ext uri="{BB962C8B-B14F-4D97-AF65-F5344CB8AC3E}">
        <p14:creationId xmlns:p14="http://schemas.microsoft.com/office/powerpoint/2010/main" val="36665808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9FFB1-B477-7234-7772-C52F2881B973}"/>
              </a:ext>
            </a:extLst>
          </p:cNvPr>
          <p:cNvSpPr>
            <a:spLocks noGrp="1"/>
          </p:cNvSpPr>
          <p:nvPr>
            <p:ph type="title"/>
          </p:nvPr>
        </p:nvSpPr>
        <p:spPr/>
        <p:txBody>
          <a:bodyPr/>
          <a:lstStyle/>
          <a:p>
            <a:r>
              <a:rPr lang="en-US" dirty="0"/>
              <a:t>Hands on Cloud Extension</a:t>
            </a:r>
          </a:p>
        </p:txBody>
      </p:sp>
      <p:sp>
        <p:nvSpPr>
          <p:cNvPr id="3" name="TextBox 2">
            <a:extLst>
              <a:ext uri="{FF2B5EF4-FFF2-40B4-BE49-F238E27FC236}">
                <a16:creationId xmlns:a16="http://schemas.microsoft.com/office/drawing/2014/main" id="{9B7C5E39-64FC-6595-A253-13AA437144EA}"/>
              </a:ext>
            </a:extLst>
          </p:cNvPr>
          <p:cNvSpPr txBox="1"/>
          <p:nvPr/>
        </p:nvSpPr>
        <p:spPr>
          <a:xfrm>
            <a:off x="189756" y="908720"/>
            <a:ext cx="11809312" cy="3785652"/>
          </a:xfrm>
          <a:prstGeom prst="rect">
            <a:avLst/>
          </a:prstGeom>
          <a:noFill/>
        </p:spPr>
        <p:txBody>
          <a:bodyPr wrap="square" rtlCol="0">
            <a:spAutoFit/>
          </a:bodyPr>
          <a:lstStyle/>
          <a:p>
            <a:r>
              <a:rPr lang="en-US" sz="2000" dirty="0">
                <a:solidFill>
                  <a:schemeClr val="bg1"/>
                </a:solidFill>
              </a:rPr>
              <a:t>8. Replace hardcoded credentials with destination</a:t>
            </a:r>
          </a:p>
          <a:p>
            <a:r>
              <a:rPr lang="en-US" sz="2000" dirty="0">
                <a:solidFill>
                  <a:schemeClr val="bg1"/>
                </a:solidFill>
              </a:rPr>
              <a:t>9. Create a destination service and maintain destination with name S4HANA because the same we used in our code.</a:t>
            </a:r>
          </a:p>
          <a:p>
            <a:r>
              <a:rPr lang="en-US" sz="2000" dirty="0">
                <a:solidFill>
                  <a:schemeClr val="bg1"/>
                </a:solidFill>
              </a:rPr>
              <a:t>10. Create </a:t>
            </a:r>
            <a:r>
              <a:rPr lang="en-US" sz="2000" dirty="0" err="1">
                <a:solidFill>
                  <a:schemeClr val="bg1"/>
                </a:solidFill>
              </a:rPr>
              <a:t>mta.yaml</a:t>
            </a:r>
            <a:r>
              <a:rPr lang="en-US" sz="2000" dirty="0">
                <a:solidFill>
                  <a:schemeClr val="bg1"/>
                </a:solidFill>
              </a:rPr>
              <a:t> file for deployment</a:t>
            </a:r>
          </a:p>
          <a:p>
            <a:r>
              <a:rPr lang="en-US" sz="2000" dirty="0">
                <a:solidFill>
                  <a:schemeClr val="bg1"/>
                </a:solidFill>
              </a:rPr>
              <a:t>11. Add the modules, both </a:t>
            </a:r>
            <a:r>
              <a:rPr lang="en-US" sz="2000" dirty="0" err="1">
                <a:solidFill>
                  <a:schemeClr val="bg1"/>
                </a:solidFill>
              </a:rPr>
              <a:t>srv</a:t>
            </a:r>
            <a:r>
              <a:rPr lang="en-US" sz="2000" dirty="0">
                <a:solidFill>
                  <a:schemeClr val="bg1"/>
                </a:solidFill>
              </a:rPr>
              <a:t> and </a:t>
            </a:r>
            <a:r>
              <a:rPr lang="en-US" sz="2000" dirty="0" err="1">
                <a:solidFill>
                  <a:schemeClr val="bg1"/>
                </a:solidFill>
              </a:rPr>
              <a:t>ui</a:t>
            </a:r>
            <a:r>
              <a:rPr lang="en-US" sz="2000" dirty="0">
                <a:solidFill>
                  <a:schemeClr val="bg1"/>
                </a:solidFill>
              </a:rPr>
              <a:t> module. </a:t>
            </a:r>
          </a:p>
          <a:p>
            <a:r>
              <a:rPr lang="en-US" sz="2000" dirty="0">
                <a:solidFill>
                  <a:schemeClr val="bg1"/>
                </a:solidFill>
              </a:rPr>
              <a:t>12. Add Resources as destination and </a:t>
            </a:r>
            <a:r>
              <a:rPr lang="en-US" sz="2000" dirty="0" err="1">
                <a:solidFill>
                  <a:schemeClr val="bg1"/>
                </a:solidFill>
              </a:rPr>
              <a:t>xsuaa</a:t>
            </a:r>
            <a:r>
              <a:rPr lang="en-US" sz="2000" dirty="0">
                <a:solidFill>
                  <a:schemeClr val="bg1"/>
                </a:solidFill>
              </a:rPr>
              <a:t>. Maintain the </a:t>
            </a:r>
            <a:r>
              <a:rPr lang="en-US" sz="2000" dirty="0" err="1">
                <a:solidFill>
                  <a:schemeClr val="bg1"/>
                </a:solidFill>
              </a:rPr>
              <a:t>xs-security.json</a:t>
            </a:r>
            <a:r>
              <a:rPr lang="en-US" sz="2000" dirty="0">
                <a:solidFill>
                  <a:schemeClr val="bg1"/>
                </a:solidFill>
              </a:rPr>
              <a:t> file</a:t>
            </a:r>
          </a:p>
          <a:p>
            <a:r>
              <a:rPr lang="en-US" sz="2000" dirty="0">
                <a:solidFill>
                  <a:schemeClr val="bg1"/>
                </a:solidFill>
              </a:rPr>
              <a:t>13. Get the package </a:t>
            </a:r>
            <a:r>
              <a:rPr lang="en-US" sz="2000" dirty="0" err="1">
                <a:solidFill>
                  <a:schemeClr val="bg1"/>
                </a:solidFill>
              </a:rPr>
              <a:t>json</a:t>
            </a:r>
            <a:r>
              <a:rPr lang="en-US" sz="2000" dirty="0">
                <a:solidFill>
                  <a:schemeClr val="bg1"/>
                </a:solidFill>
              </a:rPr>
              <a:t> in app folder from </a:t>
            </a:r>
            <a:r>
              <a:rPr lang="en-US" sz="2000" dirty="0" err="1">
                <a:solidFill>
                  <a:schemeClr val="bg1"/>
                </a:solidFill>
              </a:rPr>
              <a:t>ui</a:t>
            </a:r>
            <a:r>
              <a:rPr lang="en-US" sz="2000" dirty="0">
                <a:solidFill>
                  <a:schemeClr val="bg1"/>
                </a:solidFill>
              </a:rPr>
              <a:t> project, Add the app router module @sap/approuter and include start script.</a:t>
            </a:r>
          </a:p>
          <a:p>
            <a:r>
              <a:rPr lang="en-US" sz="2000" dirty="0">
                <a:solidFill>
                  <a:schemeClr val="bg1"/>
                </a:solidFill>
              </a:rPr>
              <a:t>14. </a:t>
            </a:r>
            <a:r>
              <a:rPr lang="en-US" sz="2000" dirty="0" err="1">
                <a:solidFill>
                  <a:schemeClr val="bg1"/>
                </a:solidFill>
              </a:rPr>
              <a:t>xs-app.json</a:t>
            </a:r>
            <a:r>
              <a:rPr lang="en-US" sz="2000" dirty="0">
                <a:solidFill>
                  <a:schemeClr val="bg1"/>
                </a:solidFill>
              </a:rPr>
              <a:t> file for routing paths</a:t>
            </a:r>
          </a:p>
          <a:p>
            <a:r>
              <a:rPr lang="en-US" sz="2000" dirty="0">
                <a:solidFill>
                  <a:schemeClr val="bg1"/>
                </a:solidFill>
              </a:rPr>
              <a:t>15. Push the code to the </a:t>
            </a:r>
            <a:r>
              <a:rPr lang="en-US" sz="2000" dirty="0" err="1">
                <a:solidFill>
                  <a:schemeClr val="bg1"/>
                </a:solidFill>
              </a:rPr>
              <a:t>github</a:t>
            </a:r>
            <a:endParaRPr lang="en-US" sz="2000" dirty="0">
              <a:solidFill>
                <a:schemeClr val="bg1"/>
              </a:solidFill>
            </a:endParaRPr>
          </a:p>
          <a:p>
            <a:r>
              <a:rPr lang="en-US" sz="2000" dirty="0">
                <a:solidFill>
                  <a:schemeClr val="bg1"/>
                </a:solidFill>
              </a:rPr>
              <a:t>16. You can pull the app in BAS tool, Right click on </a:t>
            </a:r>
            <a:r>
              <a:rPr lang="en-US" sz="2000" dirty="0" err="1">
                <a:solidFill>
                  <a:schemeClr val="bg1"/>
                </a:solidFill>
              </a:rPr>
              <a:t>mta.yaml</a:t>
            </a:r>
            <a:r>
              <a:rPr lang="en-US" sz="2000" dirty="0">
                <a:solidFill>
                  <a:schemeClr val="bg1"/>
                </a:solidFill>
              </a:rPr>
              <a:t> and build MTA </a:t>
            </a:r>
            <a:r>
              <a:rPr lang="en-US" sz="2000" dirty="0" err="1">
                <a:solidFill>
                  <a:schemeClr val="bg1"/>
                </a:solidFill>
              </a:rPr>
              <a:t>Archieve</a:t>
            </a:r>
            <a:endParaRPr lang="en-US" sz="2000" dirty="0">
              <a:solidFill>
                <a:schemeClr val="bg1"/>
              </a:solidFill>
            </a:endParaRPr>
          </a:p>
          <a:p>
            <a:r>
              <a:rPr lang="en-US" sz="2000" dirty="0">
                <a:solidFill>
                  <a:schemeClr val="bg1"/>
                </a:solidFill>
              </a:rPr>
              <a:t>17. Once done, right click and deploy </a:t>
            </a:r>
            <a:r>
              <a:rPr lang="en-US" sz="2000" dirty="0" err="1">
                <a:solidFill>
                  <a:schemeClr val="bg1"/>
                </a:solidFill>
              </a:rPr>
              <a:t>MTA_Archieve</a:t>
            </a:r>
            <a:r>
              <a:rPr lang="en-US" sz="2000" dirty="0">
                <a:solidFill>
                  <a:schemeClr val="bg1"/>
                </a:solidFill>
              </a:rPr>
              <a:t> to SAP BTP</a:t>
            </a:r>
            <a:endParaRPr lang="en-IN" sz="2000" dirty="0">
              <a:solidFill>
                <a:schemeClr val="bg1"/>
              </a:solidFill>
            </a:endParaRPr>
          </a:p>
        </p:txBody>
      </p:sp>
    </p:spTree>
    <p:extLst>
      <p:ext uri="{BB962C8B-B14F-4D97-AF65-F5344CB8AC3E}">
        <p14:creationId xmlns:p14="http://schemas.microsoft.com/office/powerpoint/2010/main" val="29619720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9FFB1-B477-7234-7772-C52F2881B973}"/>
              </a:ext>
            </a:extLst>
          </p:cNvPr>
          <p:cNvSpPr>
            <a:spLocks noGrp="1"/>
          </p:cNvSpPr>
          <p:nvPr>
            <p:ph type="title"/>
          </p:nvPr>
        </p:nvSpPr>
        <p:spPr/>
        <p:txBody>
          <a:bodyPr/>
          <a:lstStyle/>
          <a:p>
            <a:r>
              <a:rPr lang="en-US" dirty="0"/>
              <a:t>Hands on Cloud Extension</a:t>
            </a:r>
          </a:p>
        </p:txBody>
      </p:sp>
      <p:sp>
        <p:nvSpPr>
          <p:cNvPr id="3" name="TextBox 2">
            <a:extLst>
              <a:ext uri="{FF2B5EF4-FFF2-40B4-BE49-F238E27FC236}">
                <a16:creationId xmlns:a16="http://schemas.microsoft.com/office/drawing/2014/main" id="{9B7C5E39-64FC-6595-A253-13AA437144EA}"/>
              </a:ext>
            </a:extLst>
          </p:cNvPr>
          <p:cNvSpPr txBox="1"/>
          <p:nvPr/>
        </p:nvSpPr>
        <p:spPr>
          <a:xfrm>
            <a:off x="189756" y="908720"/>
            <a:ext cx="11809312" cy="3785652"/>
          </a:xfrm>
          <a:prstGeom prst="rect">
            <a:avLst/>
          </a:prstGeom>
          <a:noFill/>
        </p:spPr>
        <p:txBody>
          <a:bodyPr wrap="square" rtlCol="0">
            <a:spAutoFit/>
          </a:bodyPr>
          <a:lstStyle/>
          <a:p>
            <a:r>
              <a:rPr lang="en-US" sz="2000" dirty="0">
                <a:solidFill>
                  <a:schemeClr val="bg1"/>
                </a:solidFill>
              </a:rPr>
              <a:t>8. Replace hardcoded credentials with destination</a:t>
            </a:r>
          </a:p>
          <a:p>
            <a:r>
              <a:rPr lang="en-US" sz="2000" dirty="0">
                <a:solidFill>
                  <a:schemeClr val="bg1"/>
                </a:solidFill>
              </a:rPr>
              <a:t>9. Create a destination service and maintain destination with name S4HANA because the same we used in our code.</a:t>
            </a:r>
          </a:p>
          <a:p>
            <a:r>
              <a:rPr lang="en-US" sz="2000" dirty="0">
                <a:solidFill>
                  <a:schemeClr val="bg1"/>
                </a:solidFill>
              </a:rPr>
              <a:t>10. Create </a:t>
            </a:r>
            <a:r>
              <a:rPr lang="en-US" sz="2000" dirty="0" err="1">
                <a:solidFill>
                  <a:schemeClr val="bg1"/>
                </a:solidFill>
              </a:rPr>
              <a:t>mta.yaml</a:t>
            </a:r>
            <a:r>
              <a:rPr lang="en-US" sz="2000" dirty="0">
                <a:solidFill>
                  <a:schemeClr val="bg1"/>
                </a:solidFill>
              </a:rPr>
              <a:t> file for deployment</a:t>
            </a:r>
          </a:p>
          <a:p>
            <a:r>
              <a:rPr lang="en-US" sz="2000" dirty="0">
                <a:solidFill>
                  <a:schemeClr val="bg1"/>
                </a:solidFill>
              </a:rPr>
              <a:t>11. Add the modules, both </a:t>
            </a:r>
            <a:r>
              <a:rPr lang="en-US" sz="2000" dirty="0" err="1">
                <a:solidFill>
                  <a:schemeClr val="bg1"/>
                </a:solidFill>
              </a:rPr>
              <a:t>srv</a:t>
            </a:r>
            <a:r>
              <a:rPr lang="en-US" sz="2000" dirty="0">
                <a:solidFill>
                  <a:schemeClr val="bg1"/>
                </a:solidFill>
              </a:rPr>
              <a:t> and </a:t>
            </a:r>
            <a:r>
              <a:rPr lang="en-US" sz="2000" dirty="0" err="1">
                <a:solidFill>
                  <a:schemeClr val="bg1"/>
                </a:solidFill>
              </a:rPr>
              <a:t>ui</a:t>
            </a:r>
            <a:r>
              <a:rPr lang="en-US" sz="2000" dirty="0">
                <a:solidFill>
                  <a:schemeClr val="bg1"/>
                </a:solidFill>
              </a:rPr>
              <a:t> module. </a:t>
            </a:r>
          </a:p>
          <a:p>
            <a:r>
              <a:rPr lang="en-US" sz="2000" dirty="0">
                <a:solidFill>
                  <a:schemeClr val="bg1"/>
                </a:solidFill>
              </a:rPr>
              <a:t>12. Add Resources as destination and </a:t>
            </a:r>
            <a:r>
              <a:rPr lang="en-US" sz="2000" dirty="0" err="1">
                <a:solidFill>
                  <a:schemeClr val="bg1"/>
                </a:solidFill>
              </a:rPr>
              <a:t>xsuaa</a:t>
            </a:r>
            <a:r>
              <a:rPr lang="en-US" sz="2000" dirty="0">
                <a:solidFill>
                  <a:schemeClr val="bg1"/>
                </a:solidFill>
              </a:rPr>
              <a:t>. Maintain the </a:t>
            </a:r>
            <a:r>
              <a:rPr lang="en-US" sz="2000" dirty="0" err="1">
                <a:solidFill>
                  <a:schemeClr val="bg1"/>
                </a:solidFill>
              </a:rPr>
              <a:t>xs-security.json</a:t>
            </a:r>
            <a:r>
              <a:rPr lang="en-US" sz="2000" dirty="0">
                <a:solidFill>
                  <a:schemeClr val="bg1"/>
                </a:solidFill>
              </a:rPr>
              <a:t> file</a:t>
            </a:r>
          </a:p>
          <a:p>
            <a:r>
              <a:rPr lang="en-US" sz="2000" dirty="0">
                <a:solidFill>
                  <a:schemeClr val="bg1"/>
                </a:solidFill>
              </a:rPr>
              <a:t>13. Get the package </a:t>
            </a:r>
            <a:r>
              <a:rPr lang="en-US" sz="2000" dirty="0" err="1">
                <a:solidFill>
                  <a:schemeClr val="bg1"/>
                </a:solidFill>
              </a:rPr>
              <a:t>json</a:t>
            </a:r>
            <a:r>
              <a:rPr lang="en-US" sz="2000" dirty="0">
                <a:solidFill>
                  <a:schemeClr val="bg1"/>
                </a:solidFill>
              </a:rPr>
              <a:t> in app folder from </a:t>
            </a:r>
            <a:r>
              <a:rPr lang="en-US" sz="2000" dirty="0" err="1">
                <a:solidFill>
                  <a:schemeClr val="bg1"/>
                </a:solidFill>
              </a:rPr>
              <a:t>ui</a:t>
            </a:r>
            <a:r>
              <a:rPr lang="en-US" sz="2000" dirty="0">
                <a:solidFill>
                  <a:schemeClr val="bg1"/>
                </a:solidFill>
              </a:rPr>
              <a:t> project, Add the app router module @sap/approuter and include start script.</a:t>
            </a:r>
          </a:p>
          <a:p>
            <a:r>
              <a:rPr lang="en-US" sz="2000" dirty="0">
                <a:solidFill>
                  <a:schemeClr val="bg1"/>
                </a:solidFill>
              </a:rPr>
              <a:t>14. </a:t>
            </a:r>
            <a:r>
              <a:rPr lang="en-US" sz="2000" dirty="0" err="1">
                <a:solidFill>
                  <a:schemeClr val="bg1"/>
                </a:solidFill>
              </a:rPr>
              <a:t>xs-app.json</a:t>
            </a:r>
            <a:r>
              <a:rPr lang="en-US" sz="2000" dirty="0">
                <a:solidFill>
                  <a:schemeClr val="bg1"/>
                </a:solidFill>
              </a:rPr>
              <a:t> file for routing paths</a:t>
            </a:r>
          </a:p>
          <a:p>
            <a:r>
              <a:rPr lang="en-US" sz="2000" dirty="0">
                <a:solidFill>
                  <a:schemeClr val="bg1"/>
                </a:solidFill>
              </a:rPr>
              <a:t>15. Push the code to the </a:t>
            </a:r>
            <a:r>
              <a:rPr lang="en-US" sz="2000" dirty="0" err="1">
                <a:solidFill>
                  <a:schemeClr val="bg1"/>
                </a:solidFill>
              </a:rPr>
              <a:t>github</a:t>
            </a:r>
            <a:endParaRPr lang="en-US" sz="2000" dirty="0">
              <a:solidFill>
                <a:schemeClr val="bg1"/>
              </a:solidFill>
            </a:endParaRPr>
          </a:p>
          <a:p>
            <a:r>
              <a:rPr lang="en-US" sz="2000" dirty="0">
                <a:solidFill>
                  <a:schemeClr val="bg1"/>
                </a:solidFill>
              </a:rPr>
              <a:t>16. You can pull the app in BAS tool, Right click on </a:t>
            </a:r>
            <a:r>
              <a:rPr lang="en-US" sz="2000" dirty="0" err="1">
                <a:solidFill>
                  <a:schemeClr val="bg1"/>
                </a:solidFill>
              </a:rPr>
              <a:t>mta.yaml</a:t>
            </a:r>
            <a:r>
              <a:rPr lang="en-US" sz="2000" dirty="0">
                <a:solidFill>
                  <a:schemeClr val="bg1"/>
                </a:solidFill>
              </a:rPr>
              <a:t> and build MTA </a:t>
            </a:r>
            <a:r>
              <a:rPr lang="en-US" sz="2000" dirty="0" err="1">
                <a:solidFill>
                  <a:schemeClr val="bg1"/>
                </a:solidFill>
              </a:rPr>
              <a:t>Archieve</a:t>
            </a:r>
            <a:endParaRPr lang="en-US" sz="2000" dirty="0">
              <a:solidFill>
                <a:schemeClr val="bg1"/>
              </a:solidFill>
            </a:endParaRPr>
          </a:p>
          <a:p>
            <a:r>
              <a:rPr lang="en-US" sz="2000" dirty="0">
                <a:solidFill>
                  <a:schemeClr val="bg1"/>
                </a:solidFill>
              </a:rPr>
              <a:t>17. Once done, right click and deploy </a:t>
            </a:r>
            <a:r>
              <a:rPr lang="en-US" sz="2000" dirty="0" err="1">
                <a:solidFill>
                  <a:schemeClr val="bg1"/>
                </a:solidFill>
              </a:rPr>
              <a:t>MTA_Archieve</a:t>
            </a:r>
            <a:r>
              <a:rPr lang="en-US" sz="2000" dirty="0">
                <a:solidFill>
                  <a:schemeClr val="bg1"/>
                </a:solidFill>
              </a:rPr>
              <a:t> to SAP BTP</a:t>
            </a:r>
            <a:endParaRPr lang="en-IN" sz="2000" dirty="0">
              <a:solidFill>
                <a:schemeClr val="bg1"/>
              </a:solidFill>
            </a:endParaRPr>
          </a:p>
        </p:txBody>
      </p:sp>
    </p:spTree>
    <p:extLst>
      <p:ext uri="{BB962C8B-B14F-4D97-AF65-F5344CB8AC3E}">
        <p14:creationId xmlns:p14="http://schemas.microsoft.com/office/powerpoint/2010/main" val="10932779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64D82-70AA-2D55-B8BE-4C85B34A86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5AD693-4654-2F3D-E4B0-13F998871213}"/>
              </a:ext>
            </a:extLst>
          </p:cNvPr>
          <p:cNvSpPr>
            <a:spLocks noGrp="1"/>
          </p:cNvSpPr>
          <p:nvPr>
            <p:ph type="title"/>
          </p:nvPr>
        </p:nvSpPr>
        <p:spPr/>
        <p:txBody>
          <a:bodyPr/>
          <a:lstStyle/>
          <a:p>
            <a:endParaRPr lang="en-IN"/>
          </a:p>
        </p:txBody>
      </p:sp>
    </p:spTree>
    <p:extLst>
      <p:ext uri="{BB962C8B-B14F-4D97-AF65-F5344CB8AC3E}">
        <p14:creationId xmlns:p14="http://schemas.microsoft.com/office/powerpoint/2010/main" val="21747299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5984C-7FDF-0A54-F147-9C740DC5C5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9DA7F2-5068-B234-96CA-9AACF8FFAAE0}"/>
              </a:ext>
            </a:extLst>
          </p:cNvPr>
          <p:cNvSpPr>
            <a:spLocks noGrp="1"/>
          </p:cNvSpPr>
          <p:nvPr>
            <p:ph type="title"/>
          </p:nvPr>
        </p:nvSpPr>
        <p:spPr/>
        <p:txBody>
          <a:bodyPr/>
          <a:lstStyle/>
          <a:p>
            <a:endParaRPr lang="en-IN"/>
          </a:p>
        </p:txBody>
      </p:sp>
    </p:spTree>
    <p:extLst>
      <p:ext uri="{BB962C8B-B14F-4D97-AF65-F5344CB8AC3E}">
        <p14:creationId xmlns:p14="http://schemas.microsoft.com/office/powerpoint/2010/main" val="20785370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a:extLst>
              <a:ext uri="{FF2B5EF4-FFF2-40B4-BE49-F238E27FC236}">
                <a16:creationId xmlns:a16="http://schemas.microsoft.com/office/drawing/2014/main" id="{420F5850-2D59-4C25-ADFF-E9013C5A6AAE}"/>
              </a:ext>
            </a:extLst>
          </p:cNvPr>
          <p:cNvPicPr>
            <a:picLocks noGrp="1" noChangeAspect="1"/>
          </p:cNvPicPr>
          <p:nvPr>
            <p:ph type="pic" sz="quarter" idx="14"/>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rcRect l="10185" r="10185"/>
          <a:stretch>
            <a:fillRect/>
          </a:stretch>
        </p:blipFill>
        <p:spPr/>
      </p:pic>
      <p:sp>
        <p:nvSpPr>
          <p:cNvPr id="4" name="Rectangle: Rounded Corners 3">
            <a:extLst>
              <a:ext uri="{FF2B5EF4-FFF2-40B4-BE49-F238E27FC236}">
                <a16:creationId xmlns:a16="http://schemas.microsoft.com/office/drawing/2014/main" id="{4DCA9A03-C201-42B6-AF8D-AB31333C8852}"/>
              </a:ext>
            </a:extLst>
          </p:cNvPr>
          <p:cNvSpPr/>
          <p:nvPr/>
        </p:nvSpPr>
        <p:spPr>
          <a:xfrm>
            <a:off x="6065406" y="980728"/>
            <a:ext cx="5298342" cy="2776268"/>
          </a:xfrm>
          <a:prstGeom prst="roundRect">
            <a:avLst>
              <a:gd name="adj" fmla="val 8835"/>
            </a:avLst>
          </a:pr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4B09D3EC-7881-4341-8189-469046CA259E}"/>
              </a:ext>
            </a:extLst>
          </p:cNvPr>
          <p:cNvSpPr txBox="1"/>
          <p:nvPr/>
        </p:nvSpPr>
        <p:spPr>
          <a:xfrm>
            <a:off x="6641014" y="1389517"/>
            <a:ext cx="4239950" cy="615553"/>
          </a:xfrm>
          <a:prstGeom prst="rect">
            <a:avLst/>
          </a:prstGeom>
          <a:noFill/>
        </p:spPr>
        <p:txBody>
          <a:bodyPr wrap="square" lIns="0" tIns="0" rIns="0" bIns="0" rtlCol="0">
            <a:spAutoFit/>
          </a:bodyPr>
          <a:lstStyle/>
          <a:p>
            <a:r>
              <a:rPr lang="en-IN" sz="4000" b="1" i="0" dirty="0">
                <a:solidFill>
                  <a:schemeClr val="accent3"/>
                </a:solidFill>
                <a:effectLst/>
              </a:rPr>
              <a:t>What We</a:t>
            </a:r>
            <a:r>
              <a:rPr lang="en-IN" sz="4000" b="1" i="0" dirty="0">
                <a:solidFill>
                  <a:schemeClr val="accent1"/>
                </a:solidFill>
                <a:effectLst/>
              </a:rPr>
              <a:t> </a:t>
            </a:r>
            <a:r>
              <a:rPr lang="en-IN" sz="4000" b="1" i="0" dirty="0">
                <a:solidFill>
                  <a:schemeClr val="accent2"/>
                </a:solidFill>
                <a:effectLst/>
                <a:latin typeface="Segoe UI Light" panose="020B0502040204020203" pitchFamily="34" charset="0"/>
                <a:cs typeface="Segoe UI Light" panose="020B0502040204020203" pitchFamily="34" charset="0"/>
              </a:rPr>
              <a:t>Did</a:t>
            </a:r>
            <a:endParaRPr lang="en-IN" sz="4000" b="1" dirty="0">
              <a:solidFill>
                <a:schemeClr val="accent2"/>
              </a:solidFill>
              <a:latin typeface="Segoe UI Light" panose="020B0502040204020203" pitchFamily="34" charset="0"/>
              <a:cs typeface="Segoe UI Light" panose="020B0502040204020203" pitchFamily="34" charset="0"/>
            </a:endParaRPr>
          </a:p>
        </p:txBody>
      </p:sp>
      <p:sp>
        <p:nvSpPr>
          <p:cNvPr id="6" name="TextBox 5">
            <a:extLst>
              <a:ext uri="{FF2B5EF4-FFF2-40B4-BE49-F238E27FC236}">
                <a16:creationId xmlns:a16="http://schemas.microsoft.com/office/drawing/2014/main" id="{A0CBE2D0-9475-4BE8-AC62-B9A03DC275C3}"/>
              </a:ext>
            </a:extLst>
          </p:cNvPr>
          <p:cNvSpPr txBox="1"/>
          <p:nvPr/>
        </p:nvSpPr>
        <p:spPr>
          <a:xfrm>
            <a:off x="6641014" y="2147518"/>
            <a:ext cx="4239950" cy="615553"/>
          </a:xfrm>
          <a:prstGeom prst="rect">
            <a:avLst/>
          </a:prstGeom>
          <a:noFill/>
        </p:spPr>
        <p:txBody>
          <a:bodyPr wrap="square" lIns="0" tIns="0" rIns="0" bIns="0" rtlCol="0" anchor="t">
            <a:spAutoFit/>
          </a:bodyPr>
          <a:lstStyle/>
          <a:p>
            <a:r>
              <a:rPr lang="en-US" sz="4000" kern="0" dirty="0">
                <a:solidFill>
                  <a:schemeClr val="tx1">
                    <a:lumMod val="75000"/>
                    <a:lumOff val="25000"/>
                  </a:schemeClr>
                </a:solidFill>
                <a:latin typeface="Segoe UI" panose="020B0502040204020203" pitchFamily="34" charset="0"/>
                <a:ea typeface="Calibri Light" charset="0"/>
                <a:cs typeface="Segoe UI" panose="020B0502040204020203" pitchFamily="34" charset="0"/>
              </a:rPr>
              <a:t>Let’s Summarize</a:t>
            </a:r>
            <a:endParaRPr lang="en-US" sz="4000" dirty="0">
              <a:solidFill>
                <a:schemeClr val="tx1">
                  <a:lumMod val="75000"/>
                  <a:lumOff val="25000"/>
                </a:schemeClr>
              </a:solidFill>
              <a:latin typeface="Segoe UI" panose="020B0502040204020203" pitchFamily="34" charset="0"/>
              <a:ea typeface="Calibri Light" charset="0"/>
              <a:cs typeface="Segoe UI" panose="020B0502040204020203" pitchFamily="34" charset="0"/>
            </a:endParaRPr>
          </a:p>
        </p:txBody>
      </p:sp>
      <p:grpSp>
        <p:nvGrpSpPr>
          <p:cNvPr id="7" name="Group 6">
            <a:extLst>
              <a:ext uri="{FF2B5EF4-FFF2-40B4-BE49-F238E27FC236}">
                <a16:creationId xmlns:a16="http://schemas.microsoft.com/office/drawing/2014/main" id="{CBADDFA3-0336-41F5-81AE-B9456B828C2C}"/>
              </a:ext>
            </a:extLst>
          </p:cNvPr>
          <p:cNvGrpSpPr/>
          <p:nvPr/>
        </p:nvGrpSpPr>
        <p:grpSpPr>
          <a:xfrm>
            <a:off x="6664269" y="3161139"/>
            <a:ext cx="617354" cy="109990"/>
            <a:chOff x="6006451" y="5603130"/>
            <a:chExt cx="617354" cy="109990"/>
          </a:xfrm>
        </p:grpSpPr>
        <p:sp>
          <p:nvSpPr>
            <p:cNvPr id="8" name="Rectangle 5">
              <a:extLst>
                <a:ext uri="{FF2B5EF4-FFF2-40B4-BE49-F238E27FC236}">
                  <a16:creationId xmlns:a16="http://schemas.microsoft.com/office/drawing/2014/main" id="{EF42471A-33F9-4E04-8306-66A59FCEE04D}"/>
                </a:ext>
              </a:extLst>
            </p:cNvPr>
            <p:cNvSpPr>
              <a:spLocks noChangeArrowheads="1"/>
            </p:cNvSpPr>
            <p:nvPr/>
          </p:nvSpPr>
          <p:spPr bwMode="auto">
            <a:xfrm>
              <a:off x="6006451" y="5603130"/>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 name="Rectangle 5">
              <a:extLst>
                <a:ext uri="{FF2B5EF4-FFF2-40B4-BE49-F238E27FC236}">
                  <a16:creationId xmlns:a16="http://schemas.microsoft.com/office/drawing/2014/main" id="{C99CB4F6-0149-49F4-8A24-BEB708A29F1A}"/>
                </a:ext>
              </a:extLst>
            </p:cNvPr>
            <p:cNvSpPr>
              <a:spLocks noChangeArrowheads="1"/>
            </p:cNvSpPr>
            <p:nvPr/>
          </p:nvSpPr>
          <p:spPr bwMode="auto">
            <a:xfrm>
              <a:off x="6260132" y="5603130"/>
              <a:ext cx="109992" cy="109990"/>
            </a:xfrm>
            <a:prstGeom prst="rect">
              <a:avLst/>
            </a:prstGeom>
            <a:solidFill>
              <a:schemeClr val="accent2">
                <a:lumMod val="75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 name="Rectangle 5">
              <a:extLst>
                <a:ext uri="{FF2B5EF4-FFF2-40B4-BE49-F238E27FC236}">
                  <a16:creationId xmlns:a16="http://schemas.microsoft.com/office/drawing/2014/main" id="{8BED369E-8B8A-45FD-8B5A-703CE09C2946}"/>
                </a:ext>
              </a:extLst>
            </p:cNvPr>
            <p:cNvSpPr>
              <a:spLocks noChangeArrowheads="1"/>
            </p:cNvSpPr>
            <p:nvPr/>
          </p:nvSpPr>
          <p:spPr bwMode="auto">
            <a:xfrm>
              <a:off x="6513813" y="5603130"/>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771561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BB0BAE-F023-4B67-BE79-3E1A8ACA9361}"/>
              </a:ext>
            </a:extLst>
          </p:cNvPr>
          <p:cNvSpPr txBox="1"/>
          <p:nvPr/>
        </p:nvSpPr>
        <p:spPr>
          <a:xfrm>
            <a:off x="1260763" y="3440863"/>
            <a:ext cx="5583381" cy="923330"/>
          </a:xfrm>
          <a:prstGeom prst="rect">
            <a:avLst/>
          </a:prstGeom>
          <a:noFill/>
        </p:spPr>
        <p:txBody>
          <a:bodyPr wrap="square" lIns="0" tIns="0" rIns="0" bIns="0" rtlCol="0">
            <a:spAutoFit/>
          </a:bodyPr>
          <a:lstStyle/>
          <a:p>
            <a:r>
              <a:rPr lang="en-IN" sz="6000" b="1" i="0" dirty="0">
                <a:solidFill>
                  <a:schemeClr val="bg1"/>
                </a:solidFill>
                <a:effectLst/>
              </a:rPr>
              <a:t>Thank</a:t>
            </a:r>
            <a:r>
              <a:rPr lang="en-IN" sz="6000" b="1" i="0" dirty="0">
                <a:solidFill>
                  <a:schemeClr val="accent1"/>
                </a:solidFill>
                <a:effectLst/>
              </a:rPr>
              <a:t> </a:t>
            </a:r>
            <a:r>
              <a:rPr lang="en-IN" sz="6000" b="1" dirty="0">
                <a:solidFill>
                  <a:schemeClr val="accent2"/>
                </a:solidFill>
                <a:latin typeface="Segoe UI Light" panose="020B0502040204020203" pitchFamily="34" charset="0"/>
                <a:cs typeface="Segoe UI Light" panose="020B0502040204020203" pitchFamily="34" charset="0"/>
              </a:rPr>
              <a:t>You</a:t>
            </a:r>
            <a:endParaRPr lang="en-IN" sz="6000" dirty="0">
              <a:solidFill>
                <a:schemeClr val="accent2"/>
              </a:solidFill>
              <a:latin typeface="Segoe UI Light" panose="020B0502040204020203" pitchFamily="34" charset="0"/>
              <a:cs typeface="Segoe UI Light" panose="020B0502040204020203" pitchFamily="34" charset="0"/>
            </a:endParaRPr>
          </a:p>
        </p:txBody>
      </p:sp>
      <p:sp>
        <p:nvSpPr>
          <p:cNvPr id="4" name="TextBox 3">
            <a:extLst>
              <a:ext uri="{FF2B5EF4-FFF2-40B4-BE49-F238E27FC236}">
                <a16:creationId xmlns:a16="http://schemas.microsoft.com/office/drawing/2014/main" id="{CCD57203-1FF5-432E-8E3E-4DFC442AA54C}"/>
              </a:ext>
            </a:extLst>
          </p:cNvPr>
          <p:cNvSpPr txBox="1"/>
          <p:nvPr/>
        </p:nvSpPr>
        <p:spPr>
          <a:xfrm>
            <a:off x="1260763" y="4581128"/>
            <a:ext cx="5583381" cy="830997"/>
          </a:xfrm>
          <a:prstGeom prst="rect">
            <a:avLst/>
          </a:prstGeom>
          <a:noFill/>
        </p:spPr>
        <p:txBody>
          <a:bodyPr wrap="square" lIns="0" tIns="0" rIns="0" bIns="0" rtlCol="0" anchor="t">
            <a:spAutoFit/>
          </a:bodyPr>
          <a:lstStyle/>
          <a:p>
            <a:r>
              <a:rPr lang="en-US" sz="5400" b="1" kern="0" dirty="0">
                <a:solidFill>
                  <a:schemeClr val="accent2"/>
                </a:solidFill>
                <a:latin typeface="Segoe UI" panose="020B0502040204020203" pitchFamily="34" charset="0"/>
                <a:ea typeface="Calibri Light" charset="0"/>
                <a:cs typeface="Segoe UI" panose="020B0502040204020203" pitchFamily="34" charset="0"/>
              </a:rPr>
              <a:t>End of Day 17</a:t>
            </a:r>
            <a:endParaRPr lang="en-US" sz="5400" b="1" dirty="0">
              <a:solidFill>
                <a:schemeClr val="accent2"/>
              </a:solidFill>
              <a:latin typeface="Segoe UI" panose="020B0502040204020203" pitchFamily="34" charset="0"/>
              <a:ea typeface="Calibri Light" charset="0"/>
              <a:cs typeface="Segoe UI" panose="020B0502040204020203" pitchFamily="34" charset="0"/>
            </a:endParaRPr>
          </a:p>
        </p:txBody>
      </p:sp>
      <p:cxnSp>
        <p:nvCxnSpPr>
          <p:cNvPr id="6" name="Straight Connector 5">
            <a:extLst>
              <a:ext uri="{FF2B5EF4-FFF2-40B4-BE49-F238E27FC236}">
                <a16:creationId xmlns:a16="http://schemas.microsoft.com/office/drawing/2014/main" id="{3CB110C8-9FFD-4804-BDCA-1C9EB581BD4D}"/>
              </a:ext>
            </a:extLst>
          </p:cNvPr>
          <p:cNvCxnSpPr>
            <a:cxnSpLocks/>
          </p:cNvCxnSpPr>
          <p:nvPr/>
        </p:nvCxnSpPr>
        <p:spPr>
          <a:xfrm flipV="1">
            <a:off x="1300694" y="-21772"/>
            <a:ext cx="0" cy="3284984"/>
          </a:xfrm>
          <a:prstGeom prst="line">
            <a:avLst/>
          </a:prstGeom>
          <a:ln w="63500" cap="rnd">
            <a:gradFill flip="none" rotWithShape="1">
              <a:gsLst>
                <a:gs pos="0">
                  <a:schemeClr val="accent2"/>
                </a:gs>
                <a:gs pos="100000">
                  <a:schemeClr val="accent3"/>
                </a:gs>
              </a:gsLst>
              <a:lin ang="16200000" scaled="1"/>
              <a:tileRect/>
            </a:gra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E98CF33A-90E6-4EA2-B3D7-0B26F42FF079}"/>
              </a:ext>
            </a:extLst>
          </p:cNvPr>
          <p:cNvGrpSpPr/>
          <p:nvPr/>
        </p:nvGrpSpPr>
        <p:grpSpPr>
          <a:xfrm>
            <a:off x="1260763" y="5662865"/>
            <a:ext cx="1311594" cy="371301"/>
            <a:chOff x="1162522" y="5662865"/>
            <a:chExt cx="1311594" cy="371301"/>
          </a:xfrm>
        </p:grpSpPr>
        <p:sp>
          <p:nvSpPr>
            <p:cNvPr id="14" name="Oval 13">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2" name="Oval 11">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0" name="Oval 9">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grpSp>
      <p:pic>
        <p:nvPicPr>
          <p:cNvPr id="16" name="Picture 2" descr="E:\cloud\drive\websites\slidemodel\logo\sebastian\slidemodel-logo-trans.png">
            <a:extLst>
              <a:ext uri="{FF2B5EF4-FFF2-40B4-BE49-F238E27FC236}">
                <a16:creationId xmlns:a16="http://schemas.microsoft.com/office/drawing/2014/main" id="{59E8070B-51C3-4A5F-B241-A7744B4F61D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638418" y="6398156"/>
            <a:ext cx="1432658" cy="27120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DE739AA3-A794-9F54-6A5A-CA2C7ED598BB}"/>
              </a:ext>
            </a:extLst>
          </p:cNvPr>
          <p:cNvSpPr/>
          <p:nvPr/>
        </p:nvSpPr>
        <p:spPr>
          <a:xfrm>
            <a:off x="1300694" y="2272374"/>
            <a:ext cx="5297771" cy="986340"/>
          </a:xfrm>
          <a:prstGeom prst="rect">
            <a:avLst/>
          </a:prstGeom>
          <a:ln>
            <a:solidFill>
              <a:schemeClr val="accent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www.anubhavtrainings.com</a:t>
            </a:r>
          </a:p>
        </p:txBody>
      </p:sp>
    </p:spTree>
    <p:extLst>
      <p:ext uri="{BB962C8B-B14F-4D97-AF65-F5344CB8AC3E}">
        <p14:creationId xmlns:p14="http://schemas.microsoft.com/office/powerpoint/2010/main" val="1842044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29488" y="2339447"/>
            <a:ext cx="9159332" cy="4517660"/>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a:solidFill>
                <a:srgbClr val="FFFFFF"/>
              </a:solidFill>
              <a:latin typeface="Arial" panose="020B0604020202020204"/>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 y="892"/>
            <a:ext cx="12188825" cy="487666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6" y="892"/>
            <a:ext cx="12185652" cy="487666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5" y="-9395"/>
            <a:ext cx="12184064" cy="4886954"/>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pitchFamily="34" charset="0"/>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568" y="5992010"/>
            <a:ext cx="3553364" cy="646163"/>
          </a:xfrm>
          <a:prstGeom prst="rect">
            <a:avLst/>
          </a:prstGeom>
        </p:spPr>
        <p:txBody>
          <a:bodyPr wrap="square">
            <a:spAutoFit/>
          </a:bodyPr>
          <a:lstStyle/>
          <a:p>
            <a:pPr defTabSz="913943">
              <a:defRPr/>
            </a:pPr>
            <a:r>
              <a:rPr lang="en-US" sz="1799" b="1" dirty="0">
                <a:solidFill>
                  <a:srgbClr val="44546A"/>
                </a:solidFill>
                <a:latin typeface="Arial" panose="020B0604020202020204" pitchFamily="34" charset="0"/>
                <a:cs typeface="Arial" panose="020B0604020202020204" pitchFamily="34" charset="0"/>
              </a:rPr>
              <a:t>Contact us today!</a:t>
            </a:r>
          </a:p>
          <a:p>
            <a:pPr defTabSz="913943">
              <a:defRPr/>
            </a:pPr>
            <a:r>
              <a:rPr lang="en-US" sz="1799" dirty="0">
                <a:solidFill>
                  <a:srgbClr val="44546A"/>
                </a:solidFill>
                <a:latin typeface="Arial" panose="020B0604020202020204"/>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78219" y="2926031"/>
            <a:ext cx="3229442" cy="276927"/>
          </a:xfrm>
          <a:prstGeom prst="rect">
            <a:avLst/>
          </a:prstGeom>
        </p:spPr>
        <p:txBody>
          <a:bodyPr wrap="square">
            <a:spAutoFit/>
          </a:bodyPr>
          <a:lstStyle/>
          <a:p>
            <a:pPr algn="ctr" defTabSz="914126">
              <a:defRPr/>
            </a:pPr>
            <a:r>
              <a:rPr lang="en-IN" sz="1200" spc="50" dirty="0">
                <a:solidFill>
                  <a:srgbClr val="FFFFFF">
                    <a:lumMod val="95000"/>
                  </a:srgbClr>
                </a:solidFill>
                <a:latin typeface="Arial" panose="020B0604020202020204" pitchFamily="34" charset="0"/>
                <a:cs typeface="Arial" panose="020B0604020202020204" pitchFamily="34" charset="0"/>
              </a:rPr>
              <a:t>We build the workforce of the future.</a:t>
            </a:r>
            <a:endParaRPr lang="en-US" sz="1200" spc="50" dirty="0">
              <a:solidFill>
                <a:srgbClr val="FFFFFF">
                  <a:lumMod val="95000"/>
                </a:srgbClr>
              </a:solidFill>
              <a:latin typeface="Arial" panose="020B0604020202020204" pitchFamily="34" charset="0"/>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676" y="3113856"/>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260+ </a:t>
            </a:r>
          </a:p>
          <a:p>
            <a:pPr algn="ctr" defTabSz="914126">
              <a:defRPr/>
            </a:pPr>
            <a:r>
              <a:rPr lang="en-US" sz="1200" dirty="0">
                <a:solidFill>
                  <a:srgbClr val="FFFFFF"/>
                </a:solidFill>
                <a:latin typeface="Arial" panose="020B0604020202020204"/>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143" y="3113856"/>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60,000+</a:t>
            </a:r>
          </a:p>
          <a:p>
            <a:pPr algn="ctr" defTabSz="914126">
              <a:defRPr/>
            </a:pPr>
            <a:r>
              <a:rPr lang="en-US" sz="1200" dirty="0">
                <a:solidFill>
                  <a:srgbClr val="FFFFFF"/>
                </a:solidFill>
                <a:latin typeface="Arial" panose="020B0604020202020204"/>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5429" y="3111497"/>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26000+ </a:t>
            </a:r>
          </a:p>
          <a:p>
            <a:pPr algn="ctr" defTabSz="914126">
              <a:defRPr/>
            </a:pPr>
            <a:r>
              <a:rPr lang="en-US" sz="1200" dirty="0">
                <a:solidFill>
                  <a:srgbClr val="FFFFFF"/>
                </a:solidFill>
                <a:latin typeface="Arial" panose="020B0604020202020204"/>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127" y="2279841"/>
            <a:ext cx="640059" cy="640059"/>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5530" y="2272765"/>
            <a:ext cx="671928" cy="671928"/>
          </a:xfrm>
          <a:prstGeom prst="rect">
            <a:avLst/>
          </a:prstGeom>
        </p:spPr>
      </p:pic>
      <p:sp>
        <p:nvSpPr>
          <p:cNvPr id="48" name="Rectangle 47"/>
          <p:cNvSpPr/>
          <p:nvPr/>
        </p:nvSpPr>
        <p:spPr>
          <a:xfrm>
            <a:off x="632520" y="692233"/>
            <a:ext cx="6570959" cy="1138476"/>
          </a:xfrm>
          <a:prstGeom prst="rect">
            <a:avLst/>
          </a:prstGeom>
        </p:spPr>
        <p:txBody>
          <a:bodyPr wrap="square">
            <a:spAutoFit/>
          </a:bodyPr>
          <a:lstStyle/>
          <a:p>
            <a:pPr algn="ctr" defTabSz="914126">
              <a:defRPr/>
            </a:pPr>
            <a:r>
              <a:rPr lang="en-US" sz="1999" b="1" dirty="0">
                <a:solidFill>
                  <a:srgbClr val="FFFFFF"/>
                </a:solidFill>
                <a:latin typeface="Arial" panose="020B0604020202020204" pitchFamily="34" charset="0"/>
                <a:cs typeface="Arial" panose="020B0604020202020204" pitchFamily="34" charset="0"/>
              </a:rPr>
              <a:t>We’re committed to empower you to be</a:t>
            </a:r>
          </a:p>
          <a:p>
            <a:pPr algn="ctr" defTabSz="914126">
              <a:defRPr/>
            </a:pPr>
            <a:r>
              <a:rPr lang="en-US" sz="1999" b="1" dirty="0">
                <a:solidFill>
                  <a:srgbClr val="FFFFFF"/>
                </a:solidFill>
                <a:latin typeface="Arial" panose="020B0604020202020204" pitchFamily="34" charset="0"/>
                <a:cs typeface="Arial" panose="020B0604020202020204" pitchFamily="34" charset="0"/>
              </a:rPr>
              <a:t> </a:t>
            </a:r>
            <a:r>
              <a:rPr lang="en-US" sz="2799" b="1" dirty="0">
                <a:solidFill>
                  <a:srgbClr val="2AC6D1">
                    <a:lumMod val="40000"/>
                    <a:lumOff val="60000"/>
                  </a:srgbClr>
                </a:solidFill>
                <a:latin typeface="Arial" panose="020B0604020202020204" pitchFamily="34" charset="0"/>
                <a:cs typeface="Arial" panose="020B0604020202020204" pitchFamily="34" charset="0"/>
              </a:rPr>
              <a:t>#</a:t>
            </a:r>
            <a:r>
              <a:rPr lang="en-US" sz="2799" b="1" dirty="0" err="1">
                <a:solidFill>
                  <a:srgbClr val="2AC6D1">
                    <a:lumMod val="40000"/>
                    <a:lumOff val="60000"/>
                  </a:srgbClr>
                </a:solidFill>
                <a:latin typeface="Arial" panose="020B0604020202020204" pitchFamily="34" charset="0"/>
                <a:cs typeface="Arial" panose="020B0604020202020204" pitchFamily="34" charset="0"/>
              </a:rPr>
              <a:t>FutureReady</a:t>
            </a:r>
            <a:r>
              <a:rPr lang="en-US" sz="2799" b="1" dirty="0">
                <a:solidFill>
                  <a:srgbClr val="2AC6D1">
                    <a:lumMod val="40000"/>
                    <a:lumOff val="60000"/>
                  </a:srgbClr>
                </a:solidFill>
                <a:latin typeface="Arial" panose="020B0604020202020204" pitchFamily="34" charset="0"/>
                <a:cs typeface="Arial" panose="020B0604020202020204" pitchFamily="34" charset="0"/>
              </a:rPr>
              <a:t> </a:t>
            </a:r>
          </a:p>
          <a:p>
            <a:pPr algn="ctr" defTabSz="914126">
              <a:defRPr/>
            </a:pPr>
            <a:r>
              <a:rPr lang="en-US" sz="1999" b="1" dirty="0">
                <a:solidFill>
                  <a:srgbClr val="FFFFFF"/>
                </a:solidFill>
                <a:latin typeface="Arial" panose="020B0604020202020204" pitchFamily="34" charset="0"/>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569" y="4998498"/>
            <a:ext cx="3900557" cy="892320"/>
          </a:xfrm>
          <a:prstGeom prst="rect">
            <a:avLst/>
          </a:prstGeom>
        </p:spPr>
        <p:txBody>
          <a:bodyPr wrap="square">
            <a:spAutoFit/>
          </a:bodyPr>
          <a:lstStyle/>
          <a:p>
            <a:pPr defTabSz="914126">
              <a:defRPr/>
            </a:pPr>
            <a:r>
              <a:rPr lang="en-US" sz="1999" b="1" spc="100" dirty="0">
                <a:solidFill>
                  <a:srgbClr val="F97700"/>
                </a:solidFill>
                <a:latin typeface="Arial" panose="020B0604020202020204"/>
              </a:rPr>
              <a:t>FREE WEBINARS </a:t>
            </a:r>
          </a:p>
          <a:p>
            <a:pPr defTabSz="914126">
              <a:defRPr/>
            </a:pPr>
            <a:r>
              <a:rPr lang="en-US" sz="1600" i="1" dirty="0">
                <a:solidFill>
                  <a:srgbClr val="F97700"/>
                </a:solidFill>
                <a:latin typeface="Arial" panose="020B0604020202020204"/>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1451" y="2194693"/>
            <a:ext cx="851865" cy="851865"/>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7598" y="3369121"/>
            <a:ext cx="5611184" cy="3380860"/>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2569" y="5574754"/>
            <a:ext cx="2196235" cy="5473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a:solidFill>
                <a:srgbClr val="FFFFFF"/>
              </a:solidFill>
              <a:latin typeface="Arial" panose="020B0604020202020204"/>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4399734" y="5490332"/>
            <a:ext cx="2196235" cy="54735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dirty="0">
              <a:solidFill>
                <a:srgbClr val="FFFFFF"/>
              </a:solidFill>
              <a:latin typeface="Arial" panose="020B0604020202020204"/>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2969" y="5590298"/>
            <a:ext cx="1466686" cy="369236"/>
          </a:xfrm>
          <a:prstGeom prst="rect">
            <a:avLst/>
          </a:prstGeom>
        </p:spPr>
        <p:txBody>
          <a:bodyPr wrap="none">
            <a:spAutoFit/>
          </a:bodyPr>
          <a:lstStyle/>
          <a:p>
            <a:pPr defTabSz="914126">
              <a:defRPr/>
            </a:pPr>
            <a:r>
              <a:rPr lang="en-US" sz="1799" b="1" dirty="0">
                <a:solidFill>
                  <a:srgbClr val="44546A"/>
                </a:solidFill>
                <a:latin typeface="Arial" panose="020B0604020202020204"/>
              </a:rPr>
              <a:t>Enroll Now!</a:t>
            </a:r>
            <a:endParaRPr lang="en-US" sz="1799" b="1" dirty="0">
              <a:solidFill>
                <a:srgbClr val="000000"/>
              </a:solidFill>
              <a:latin typeface="Arial" panose="020B0604020202020204"/>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82236" y="444130"/>
            <a:ext cx="2323495" cy="2294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6572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Custom 618">
      <a:dk1>
        <a:sysClr val="windowText" lastClr="000000"/>
      </a:dk1>
      <a:lt1>
        <a:sysClr val="window" lastClr="FFFFFF"/>
      </a:lt1>
      <a:dk2>
        <a:srgbClr val="1F497D"/>
      </a:dk2>
      <a:lt2>
        <a:srgbClr val="EEECE1"/>
      </a:lt2>
      <a:accent1>
        <a:srgbClr val="151C2B"/>
      </a:accent1>
      <a:accent2>
        <a:srgbClr val="CAC4F7"/>
      </a:accent2>
      <a:accent3>
        <a:srgbClr val="1C21E4"/>
      </a:accent3>
      <a:accent4>
        <a:srgbClr val="5FB7A2"/>
      </a:accent4>
      <a:accent5>
        <a:srgbClr val="3081AC"/>
      </a:accent5>
      <a:accent6>
        <a:srgbClr val="A5A5A5"/>
      </a:accent6>
      <a:hlink>
        <a:srgbClr val="0000FF"/>
      </a:hlink>
      <a:folHlink>
        <a:srgbClr val="800080"/>
      </a:folHlink>
    </a:clrScheme>
    <a:fontScheme name="Custom 2">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8133</TotalTime>
  <Words>2116</Words>
  <Application>Microsoft Office PowerPoint</Application>
  <PresentationFormat>Custom</PresentationFormat>
  <Paragraphs>194</Paragraphs>
  <Slides>31</Slides>
  <Notes>1</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31</vt:i4>
      </vt:variant>
    </vt:vector>
  </HeadingPairs>
  <TitlesOfParts>
    <vt:vector size="42" baseType="lpstr">
      <vt:lpstr>ADLaM Display</vt:lpstr>
      <vt:lpstr>Amasis MT Pro Black</vt:lpstr>
      <vt:lpstr>Arial</vt:lpstr>
      <vt:lpstr>Arial Black</vt:lpstr>
      <vt:lpstr>BentonSansRegular</vt:lpstr>
      <vt:lpstr>Calibri</vt:lpstr>
      <vt:lpstr>Cooper Black</vt:lpstr>
      <vt:lpstr>Segoe UI</vt:lpstr>
      <vt:lpstr>Segoe UI Light</vt:lpstr>
      <vt:lpstr>Office Theme</vt:lpstr>
      <vt:lpstr>1_Office Theme</vt:lpstr>
      <vt:lpstr>SAP BTP Extension Suite Training</vt:lpstr>
      <vt:lpstr>PowerPoint Presentation</vt:lpstr>
      <vt:lpstr>Agenda – Day 16</vt:lpstr>
      <vt:lpstr>Welcome to the new world</vt:lpstr>
      <vt:lpstr>Looming Threats</vt:lpstr>
      <vt:lpstr>Everything is code</vt:lpstr>
      <vt:lpstr>How to be fast</vt:lpstr>
      <vt:lpstr>The Clean Core</vt:lpstr>
      <vt:lpstr>Benefits of Clean Core</vt:lpstr>
      <vt:lpstr>Elements of Clean Core</vt:lpstr>
      <vt:lpstr>High level guidance</vt:lpstr>
      <vt:lpstr>SAP Extensibility Model</vt:lpstr>
      <vt:lpstr>SAP Business Accelerator HUB</vt:lpstr>
      <vt:lpstr>What is Extensibility</vt:lpstr>
      <vt:lpstr>What is Extension?</vt:lpstr>
      <vt:lpstr>Classic Extensions and Challenges</vt:lpstr>
      <vt:lpstr>Clean Core and Benefits</vt:lpstr>
      <vt:lpstr>Approaches for Side-by-Side Extension</vt:lpstr>
      <vt:lpstr>Scenario 1: UI Extensibility </vt:lpstr>
      <vt:lpstr>Scenario 1: UI Extensibility </vt:lpstr>
      <vt:lpstr>Hands on: Create Display like App for Sales Order</vt:lpstr>
      <vt:lpstr>Scenario 2: </vt:lpstr>
      <vt:lpstr>Hands on: Initialize CAPM Extension</vt:lpstr>
      <vt:lpstr>Hands on: Initialize CAPM Extension</vt:lpstr>
      <vt:lpstr>Hands on Cloud Extension</vt:lpstr>
      <vt:lpstr>Hands on Cloud Extension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Julian</dc:creator>
  <cp:lastModifiedBy>Anubhav Oberoy</cp:lastModifiedBy>
  <cp:revision>315</cp:revision>
  <dcterms:created xsi:type="dcterms:W3CDTF">2013-09-12T13:05:01Z</dcterms:created>
  <dcterms:modified xsi:type="dcterms:W3CDTF">2026-02-04T08:04:58Z</dcterms:modified>
</cp:coreProperties>
</file>