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76" r:id="rId2"/>
    <p:sldId id="4122" r:id="rId3"/>
    <p:sldId id="277" r:id="rId4"/>
    <p:sldId id="4840" r:id="rId5"/>
    <p:sldId id="4833" r:id="rId6"/>
    <p:sldId id="4841" r:id="rId7"/>
    <p:sldId id="4842" r:id="rId8"/>
    <p:sldId id="4843" r:id="rId9"/>
    <p:sldId id="4834" r:id="rId10"/>
    <p:sldId id="4835" r:id="rId11"/>
    <p:sldId id="4836" r:id="rId12"/>
    <p:sldId id="4798" r:id="rId13"/>
    <p:sldId id="4787" r:id="rId14"/>
    <p:sldId id="4788" r:id="rId15"/>
    <p:sldId id="282" r:id="rId16"/>
    <p:sldId id="280" r:id="rId17"/>
    <p:sldId id="4711" r:id="rId18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  <a:srgbClr val="074D92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40" autoAdjust="0"/>
    <p:restoredTop sz="95033" autoAdjust="0"/>
  </p:normalViewPr>
  <p:slideViewPr>
    <p:cSldViewPr>
      <p:cViewPr varScale="1">
        <p:scale>
          <a:sx n="102" d="100"/>
          <a:sy n="102" d="100"/>
        </p:scale>
        <p:origin x="640" y="28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37:33.6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6963 1728 24575,'2'0'0,"-1"0"0,0 0 0,1-1 0,-1 1 0,1 0 0,-1-1 0,0 1 0,1-1 0,-1 0 0,0 0 0,0 1 0,1-1 0,-1 0 0,0 0 0,0 0 0,0 0 0,0 0 0,0 0 0,0 0 0,0-1 0,-1 1 0,1 0 0,0 0 0,-1-1 0,1 1 0,-1 0 0,1-1 0,-1 1 0,1-1 0,-1 1 0,0-1 0,0 1 0,0 0 0,0-1 0,0-1 0,0-7 0,0 1 0,0-1 0,-1 0 0,-3-10 0,-2-5 0,-1 1 0,-1 0 0,-1 1 0,-1 0 0,-21-35 0,1 10 0,-52-63 0,26 46 0,-3 3 0,-2 2 0,-103-76 0,-227-125 0,303 210 0,-2 5 0,-2 3 0,-144-44 0,87 44 0,-243-37 0,84 23 0,33 5 0,152 32-26,-828-112-687,-32 86 713,-4 46 0,497 3 0,393-5 0,-155-23 0,227 21 7,-193-21 387,192 24-345,0 1-1,-1 1 0,1 2 0,0 0 1,0 2-1,-32 10 0,47-11-218,0 1-1,1 1 0,0-1 1,0 2-1,1-1 0,0 2 1,-11 9-1,6-5-6655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37:34.6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351 5 24575,'0'-1'0,"-1"1"0,0-1 0,1 1 0,-1-1 0,1 1 0,-1 0 0,0-1 0,0 1 0,1 0 0,-1 0 0,0 0 0,1-1 0,-1 1 0,0 0 0,0 0 0,1 0 0,-1 0 0,0 0 0,0 0 0,-1 1 0,-20-1 0,21 0 0,-25 2 0,1 1 0,-1 1 0,1 2 0,-32 10 0,46-12 0,0 0 0,1 1 0,0 0 0,0 0 0,0 1 0,1 0 0,-1 1 0,2 0 0,-1 1 0,1 0 0,0 0 0,-9 13 0,14-17 0,0 0 0,1 0 0,0 0 0,0 0 0,0 0 0,0 0 0,1 1 0,0-1 0,0 1 0,0-1 0,0 1 0,0-1 0,1 1 0,0-1 0,0 1 0,0-1 0,1 1 0,0-1 0,0 1 0,0-1 0,0 1 0,0-1 0,1 0 0,3 7 0,-1-5 0,0-1 0,1 1 0,-1 0 0,1-1 0,0 0 0,0 0 0,1-1 0,0 1 0,-1-1 0,2 0 0,-1-1 0,0 1 0,1-1 0,-1-1 0,9 3 0,20 5 114,1-2 0,57 6 0,74-5-1821,-125-8-5119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37:39.0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42 0 24575,'1'0'0,"0"0"0,1 1 0,-1-1 0,0 0 0,0 1 0,1-1 0,-1 1 0,0-1 0,0 1 0,0-1 0,0 1 0,0 0 0,0-1 0,0 1 0,0 0 0,0 0 0,0 0 0,0 0 0,0 0 0,0 0 0,-1 0 0,1 0 0,0 0 0,-1 0 0,1 1 0,-1-1 0,0 0 0,1 0 0,-1 0 0,1 2 0,0 6 0,1 0 0,-1 0 0,0 13 0,-1-9 0,-3 328 0,-27 0 0,-6 271 0,36-586 148,1-5-652,-1 0-1,-3 24 1,0-26-6322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37:40.0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121 0 24575,'-3'0'0,"-4"3"0,-7 7 0,-3 7 0,0 5 0,1 0 0,0 7 0,-1 0 0,4-4-8191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37:40.6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24575,'3'0'0,"4"0"0,10 0 0,7 6 0,6 4 0,4 5 0,2 4 0,-2 0 0,-5-1 0,-3 3 0,-3 1 0,-4-1 0,0-1 0,-2 0 0,-3-2 0,-2-3 0,-2-4-8191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37:45.5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30 24575,'5'-3'0,"9"-4"0,8-1 0,2 1 0,-2 2-8191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37:46.2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56 24575,'3'0'0,"3"0"0,8 0 0,4 0 0,7-3 0,6-4 0,4-1 0,4-2 0,-1 1 0,-2-1 0,-6 1-8191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37:46.8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17 24575,'12'0'0,"10"-3"0,4-1 0,3 0 0,0 1 0,-4 1-8191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37:47.3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24575,'3'0'0,"4"0"0,6 0 0,8 0 0,2 0 0,4 0 0,3 0 0,0 0 0,-3 0 0,3 0 0,-1 0 0,-5 0-8191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37:47.7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58 24575,'6'3'0,"11"0"0,20 1 0,22-1 0,21-10 0,18-9 0,1-3 0,-13 3 0,-21 4-8191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37:51.2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120 0 24575,'0'9'0,"0"15"0,0 15 0,0 18 0,0 36 0,0 31 0,-12 36 0,-6 32 0,-7 5-819,1-15 819,5-31 0,6-44 0,4-42-7372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37:52.0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77 24575,'33'40'0,"133"182"0,-164-218 0,1-1 0,-1 0 0,1 0 0,0 0 0,0 0 0,1 0 0,-1 0 0,0-1 0,1 1 0,0-1 0,-1 0 0,1 0 0,0-1 0,8 3 0,-8-3 0,0-1 0,0 0 0,0 0 0,0-1 0,0 1 0,0-1 0,0 0 0,0 0 0,0 0 0,0 0 0,0-1 0,0 1 0,-1-1 0,1 0 0,6-5 0,5-4 0,0 0 0,-1-2 0,0 1 0,-1-2 0,16-19 0,52-84 0,-9 11 0,-68 101-227,1 0-1,-1 0 1,1 0-1,0 1 1,9-7-1,0 3-6598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37:52.6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0 134 24575,'3'-3'0,"13"-10"0,19-6 0,17-2 0,7 2 0,-5 5 0,-10 1 0,-11 0 0,-7 2 0,-9 4-8191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37:53.5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96 24575,'3'0'0,"25"0"0,25-5 0,18-3 0,15-5 0,11-1 0,3-1 0,-6 2 0,-13 4 0,-18 3 0,-10 2 0,-12 2 0,-6 2 0,-7-3 0,-7 0-8191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38:03.5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0 440 24575,'3'0'0,"10"0"0,6 3 0,8 1 0,3 0 0,4-1 0,4-1 0,18-21 0,14-17 0,17-20 0,2-9 0,-14 4 0,-9 6 0,1 0 0,-12 7 0,-13 12 0,-13 11-8191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2:34.2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6638 1507 24575,'2'0'0,"0"0"0,-1 0 0,1 0 0,0-1 0,-1 1 0,1 0 0,0-1 0,-1 0 0,1 1 0,-1-1 0,1 0 0,-1 0 0,1 0 0,-1 0 0,1 0 0,-1 0 0,0 0 0,1 0 0,-1 0 0,0-1 0,0 1 0,0-1 0,0 1 0,0 0 0,-1-1 0,1 0 0,1-2 0,0-4 0,0-1 0,0 1 0,0-1 0,0-12 0,4-119-62,-18-228 0,-19 94-561,22 220 624,-4 0 0,-37-103 1,44 140-2,-2 1 0,0 0 0,-1 1 0,-1-1 0,0 2 0,-1-1 0,0 2 0,-19-18 0,18 20 0,-1 2 0,1-1 0,-2 2 0,1 0 0,-1 0 0,-1 1 0,1 1 0,-1 1 0,-27-7 0,-1 3 0,-89-5 1,-47 11-3,38 1-141,-571-52-320,-30 0-133,577 50 498,-1 8 1,-242 37-1,267-13 98,1 6 0,2 6 0,1 6 0,3 6 0,-144 78 0,86-24 0,5 8 0,-289 233 0,324-219 0,5 7 0,7 7 0,6 5 0,-224 321 0,206-232 0,-223 468 0,304-539 0,7 3 0,7 3 0,-66 351 0,111-441-90,3 1-1,4 1 1,6 93 0,2-127 38,3 0 0,2-1 1,2 0-1,2-1 1,2 0-1,34 74 0,-21-69 52,2-1 0,3-2 0,1-1 0,3-2 0,1-1 0,72 66 0,-44-54 0,1-3 0,4-4 0,143 81 0,-136-93-82,2-2-1,1-5 0,133 35 0,-103-42-159,0-4-1,145 6 0,-94-21-121,162-15 0,155-47 33,-169-1 107,-2-14 0,-3-13 0,386-162 0,138-154-26,-645 293 139,-5-8 0,215-183 0,-293 210 111,-4-4 0,-4-4 0,-4-4 0,-5-4 0,133-223 0,-161 228 0,-5-3 0,-4-1 0,-5-3 0,-4-1 0,-6-1 0,-4-2 0,17-148 0,-34 156 54,-4-1 0,-5 1 0,-12-111-1,4 159-12,-2-1 0,-2 1 0,-3 0-1,-2 1 1,-3 1 0,-2 1 0,-35-64-1,37 84 77,-2 1 0,-1 1-1,-2 2 1,-1 0 0,-1 1-1,-1 1 1,-1 2 0,-1 1-1,-1 1 1,-2 2 0,0 1-1,-43-19 1,21 15 387,-1 2 1,0 3-1,-2 2 0,0 3 1,-1 2-1,0 3 0,-62-1 1,103 8-822,0 1 1,-28 4-1,23 1-6458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0:04.0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433 385 24575,'0'-27'0,"0"-10"0,0 28 0,-1 12 0,-4 24 0,-1 0 0,-15 41 0,3-10 0,-76 393 0,37 9 0,32-241 0,-90 670 0,27-254 0,88-635 0,-1 5 0,0 0 0,1 0 0,0-1 0,-1 1 0,2 0 0,0 6 0,-1-11 0,0 1 0,0 0 0,1 0 0,-1 0 0,0 0 0,1-1 0,-1 1 0,1 0 0,-1 0 0,1-1 0,0 1 0,-1-1 0,1 1 0,-1 0 0,1-1 0,0 1 0,0-1 0,-1 1 0,1-1 0,0 0 0,0 1 0,0-1 0,-1 0 0,1 1 0,0-1 0,0 0 0,0 0 0,0 0 0,0 0 0,0 0 0,-1 0 0,1 0 0,0 0 0,0 0 0,0 0 0,0 0 0,0-1 0,-1 1 0,1 0 0,1-1 0,210-64 0,-12 4 0,330-52-1487,10 36 0,590-26 97,4 50 0,-520 39-58,493-27 2903,-1077 39-493,-16 2-514,-1 0 0,1-2 0,-1 0 0,0 0 0,0-1 0,19-7 0,-31 10-423,0-1 0,1 1 0,-1-1 0,0 0 0,0 1-1,0-1 1,0 0 0,0 0 0,0 0 0,0 0 0,0 0 0,-1 0 0,1 0-1,0 0 1,0 0 0,-1 0 0,1 0 0,-1 0 0,1 0 0,-1-1-1,1 1 1,-1 0 0,0 0 0,1-1 0,-1 1 0,0 0 0,0 0 0,0-1-1,0 1 1,0 0 0,0-1 0,-1 1 0,1 0 0,-1-2 0,-2-5 104,0 1 1,0-1 0,-1 1 0,-7-12 0,-3-6-1,9 13-129,1 0 0,1 0 0,0 0 0,1-1 0,0 1 0,1-1 0,0-16 0,9-92 0,-3 80 0,37-441-113,100-895-451,-135 1332 734,-3 1-1,-1 0 0,-4-58 0,0 98-169,1 1 0,-1-1 0,0 1 0,0-1 0,-1 1 0,1-1 0,-1 1 0,1 0 0,-1-1 0,0 1 0,-1 0 0,1 0 0,0 1 0,-1-1 0,1 0 0,-1 1 0,0-1 0,0 1 0,0 0 0,0 0 0,0 0 0,-1 1 0,1-1 0,-4-1 0,-9-2 0,-1 0 0,1 1 0,-1 1 0,-16-1 0,21 2 0,-536-39 0,483 38 0,-900-30-1187,-1 48-1,162 66 2179,109-7 25,492-67-739,-43 3-186,191-5-91,0 3 0,-61 17 0,54-9 0,-1-2 0,-1-3 0,-127 5 0,186-16 29,0 0-1,0 0 1,0 1-1,0-1 0,1 1 1,-1 0-1,0 1 1,0-1-1,1 1 1,-1 0-1,-7 4 1,7-2-219,1 0 0,-1 1 1,1-1-1,0 1 0,0 0 1,0 0-1,0 0 1,-4 10-1,0-2-6636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0:06.4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470 90 24575,'0'0'0,"1"0"0,-1 0 0,1 0 0,-1 0 0,1 0 0,-1 0 0,1 0 0,-1 0 0,1 0 0,-1 0 0,1 0 0,0 0 0,-1 0 0,1-1 0,-1 1 0,0 0 0,1 0 0,-1-1 0,1 1 0,-1 0 0,1-1 0,-1 1 0,0 0 0,1-1 0,-1 1 0,1-1 0,-1 1 0,0 0 0,0-1 0,1 1 0,-1-2 0,0 1 0,0 0 0,0-1 0,0 1 0,0 0 0,0 0 0,-1 0 0,1-1 0,0 1 0,-1 0 0,1 0 0,-1 0 0,1 0 0,-2-2 0,-1-2 0,0 1 0,-1-1 0,0 0 0,-8-7 0,6 8 0,-2 0 0,1 0 0,0 0 0,-1 1 0,0 0 0,1 1 0,-1-1 0,0 1 0,0 1 0,-1 0 0,1 0 0,0 0 0,-15 2 0,-1 1 0,1 1 0,0 1 0,-37 11 0,45-11 0,1 1 0,0 1 0,0 1 0,-22 13 0,32-18 0,1 0 0,-1 1 0,0-1 0,1 1 0,0 0 0,0 0 0,0 0 0,0 0 0,0 1 0,0 0 0,1-1 0,0 1 0,0 0 0,0 0 0,0 0 0,0 0 0,1 0 0,0 0 0,0 1 0,-1 7 0,3-7 0,0 0 0,0-1 0,0 1 0,0 0 0,1-1 0,0 1 0,0-1 0,0 0 0,1 1 0,-1-1 0,1 0 0,0-1 0,0 1 0,1 0 0,-1-1 0,8 6 0,7 6 0,1-2 0,23 14 0,-31-21 0,28 16 0,-12-7 0,27 21 0,-47-32 0,0 2 0,-1-1 0,0 1 0,-1 0 0,1 0 0,-1 0 0,0 1 0,0 0 0,3 7 0,-6-10 0,-1-1 0,1 1 0,-1-1 0,0 1 0,0 0 0,-1-1 0,1 1 0,-1 0 0,0 0 0,0-1 0,0 1 0,0 0 0,-1-1 0,1 1 0,-3 7 0,1-5 0,-1 0 0,0 0 0,0-1 0,0 1 0,-1-1 0,1 0 0,-1 0 0,-8 8 0,-4 1 0,-1-1 0,0 0 0,-1-1 0,-30 14 0,20-12-341,-1-1 0,0-2-1,-58 15 1,40-16-6485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0:06.6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121 14 24575,'0'-2'0,"0"-5"0,-3 2 0,-4 5 0,-1 9 0,-2 8 0,-2 10 0,-2 10 0,2 7 0,-1 8 0,2 7 0,0 5 0,2 4 0,3-1 0,2-12-8191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0:07.1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384 373 24575,'1'0'0,"0"-1"0,0 1 0,-1-1 0,1 0 0,-1 1 0,1-1 0,-1 0 0,1 0 0,-1 0 0,1 1 0,-1-1 0,0 0 0,1 0 0,-1 0 0,0 0 0,0 0 0,1 1 0,-1-1 0,0 0 0,0 0 0,0 0 0,0 0 0,0 0 0,0 0 0,-1 0 0,1 0 0,0-1 0,-1 1 0,-1-1 0,1 0 0,0 1 0,0-1 0,-1 1 0,1-1 0,0 1 0,-1-1 0,0 1 0,1 0 0,-4-2 0,-3-1 0,1 0 0,-1 1 0,0 0 0,-16-3 0,12 4 0,-1 0 0,0 1 0,0 1 0,0 0 0,0 1 0,0 0 0,1 1 0,-1 1 0,0 0 0,1 0 0,0 1 0,0 1 0,-15 7 0,18-7 0,0 0 0,1 1 0,-1 0 0,1 0 0,0 1 0,1 0 0,0 0 0,0 1 0,0 0 0,1 0 0,0 1 0,1 0 0,0 0 0,0 0 0,1 0 0,0 1 0,-3 11 0,6-17 0,0 0 0,0 1 0,0-1 0,1 0 0,-1 1 0,1-1 0,0 1 0,0-1 0,1 1 0,0-1 0,-1 0 0,1 1 0,1-1 0,2 8 0,-2-9 0,0 0 0,0-1 0,0 1 0,0-1 0,0 1 0,1-1 0,-1 0 0,1 0 0,-1 0 0,1 0 0,0 0 0,0-1 0,0 1 0,0-1 0,0 0 0,0 0 0,0 0 0,0 0 0,0 0 0,7 0 0,0-1 0,1 0 0,0 0 0,0-1 0,-1 0 0,1-1 0,0 0 0,-1-1 0,0 0 0,0-1 0,0 0 0,0 0 0,15-10 0,-3 0 0,-1 0 0,0-2 0,-1 0 0,21-23 0,-27 24 0,-1 0 0,-1-1 0,0-1 0,-1 0 0,-1 0 0,-1-1 0,0 0 0,-2-1 0,9-28 0,-10 21 0,0 0 0,-2 0 0,-1 0 0,-1-1 0,-2 1 0,-4-47 0,4 70 0,-1 0 0,1 0 0,-1 0 0,0 0 0,0 0 0,0 0 0,-3-5 0,4 7 0,0 1 0,0 0 0,0 0 0,0 0 0,0-1 0,-1 1 0,1 0 0,0 0 0,0 0 0,0 0 0,0-1 0,-1 1 0,1 0 0,0 0 0,0 0 0,0 0 0,-1 0 0,1 0 0,0 0 0,0-1 0,-1 1 0,1 0 0,0 0 0,0 0 0,-1 0 0,1 0 0,0 0 0,0 0 0,-1 0 0,1 0 0,0 0 0,0 0 0,-1 1 0,1-1 0,-9 14 0,0 20 0,1 1 0,1-1 0,-3 63 0,5-48 0,-7 155-1365,12-166-5461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0:07.5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0 114 24575,'0'3'0,"3"1"0,7 0 0,11-4 0,13-4 0,13-6 0,10-3 0,8-2 0,4-2 0,2 2 0,-4 0 0,-9 1 0,-11 1 0,-13 5-8191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0:08.3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238 692 24575,'31'-46'0,"-1"-1"0,-3 0 0,-2-2 0,-2-2 0,-3 0 0,25-92 0,-42 132 0,17-95 0,-19 95 0,0 0 0,0 1 0,-1-1 0,-1 0 0,0 1 0,0-1 0,-6-18 0,7 27 0,-1 0 0,0 0 0,1 0 0,-1 0 0,0 0 0,0 0 0,-1 0 0,1 0 0,0 0 0,0 0 0,-1 1 0,1-1 0,-1 1 0,0-1 0,1 1 0,-1-1 0,0 1 0,-3-2 0,3 3 0,1-1 0,-1 1 0,0 0 0,0 0 0,0-1 0,0 1 0,0 0 0,0 1 0,0-1 0,0 0 0,0 0 0,0 1 0,0 0 0,0-1 0,1 1 0,-4 1 0,-4 3 0,0 1 0,1 0 0,0 0 0,0 1 0,1 0 0,-11 13 0,-5 9 0,1 1 0,2 2 0,0 0 0,3 1 0,1 0 0,-19 56 0,6 3 0,-22 127 0,-13 273 178,41-261-1721,17-185-5283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0:08.4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1 182 24575,'3'-5'0,"4"-6"0,6-7 0,8-2 0,5-2 0,5 4 0,6 1 0,2 1 0,4 3 0,3 1 0,0 2 0,1 4 0,-2-2 0,-8 2-8191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0:09.0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77 24575,'2'-3'0,"0"0"0,0 0 0,-1 0 0,1 0 0,-1-1 0,0 1 0,1 0 0,-2-1 0,1 1 0,0 0 0,0-5 0,1-25 0,-2 33 0,0 88 0,1 2 0,-18 153 0,18-333 0,6 43 0,1 1 0,3 0 0,17-46 0,-25 83 0,0 1 0,1 0 0,0 0 0,1 1 0,5-9 0,-9 15 0,-1 0 0,1 0 0,0 0 0,-1 0 0,1 0 0,0 0 0,0 0 0,0 0 0,0 0 0,0 0 0,0 1 0,0-1 0,0 0 0,0 1 0,0-1 0,1 1 0,-1-1 0,0 1 0,0 0 0,0-1 0,1 1 0,-1 0 0,0 0 0,0 0 0,1 0 0,-1 0 0,0 0 0,0 0 0,1 0 0,-1 1 0,0-1 0,0 0 0,1 1 0,-1-1 0,0 1 0,0-1 0,0 1 0,0 0 0,0-1 0,0 1 0,0 0 0,0 0 0,0 0 0,0 0 0,1 1 0,2 3 0,0 1 0,-1-1 0,1 1 0,-1 0 0,0 0 0,-1 0 0,1 0 0,0 6 0,12 58 0,-5-19 0,-6-33 0,-3-14 0,-1 1 0,1-1 0,0 1 0,1 0 0,-1-1 0,1 0 0,0 1 0,0-1 0,0 0 0,0 0 0,6 7 0,-7-11 0,0 1 0,0-1 0,-1 1 0,1-1 0,0 0 0,0 0 0,-1 1 0,1-1 0,0 0 0,0 0 0,0 0 0,-1 0 0,1 0 0,0 0 0,0 0 0,0 0 0,-1 0 0,1 0 0,0 0 0,0-1 0,-1 1 0,1 0 0,0-1 0,0 1 0,-1 0 0,1-1 0,0 1 0,-1-1 0,1 1 0,0-1 0,21-21 0,-19 19 0,57-72 0,-39 48 0,0 0 0,2 2 0,0 1 0,29-23 0,-50 45 0,0 1 0,0-1 0,0 1 0,0-1 0,1 1 0,-1 0 0,0 0 0,1 0 0,-1 0 0,1 1 0,-1-1 0,1 1 0,-1-1 0,1 1 0,-1 0 0,1 0 0,-1 0 0,1 0 0,-1 0 0,1 1 0,0-1 0,3 2 0,-2 0 0,-1 0 0,0 0 0,0 0 0,1 1 0,-1-1 0,-1 1 0,1 0 0,0-1 0,-1 1 0,1 1 0,-1-1 0,0 0 0,0 0 0,2 5 0,23 63 0,-22-56 0,0 1 0,2-1 0,0 0 0,13 23 0,-19-37 0,0 1 0,0-1 0,0 0 0,0 0 0,0 1 0,0-1 0,0 0 0,0 0 0,0 0 0,1 0 0,-1 0 0,0-1 0,1 1 0,-1 0 0,0-1 0,1 1 0,-1 0 0,1-1 0,-1 0 0,1 1 0,-1-1 0,1 0 0,-1 0 0,1 0 0,0 0 0,-1 0 0,1 0 0,-1 0 0,1-1 0,-1 1 0,1 0 0,-1-1 0,1 1 0,-1-1 0,1 0 0,-1 0 0,0 1 0,1-1 0,-1 0 0,0 0 0,0 0 0,0 0 0,2-3 0,5-4 0,0-1 0,-1 0 0,0 0 0,9-17 0,-14 23 0,25-46-1365,-15 28-5461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0:20.2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90 0 24575,'-11'48'0,"0"-5"0,-14 114 171,-5 163 0,18 158-1878,12-376-5119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0:20.4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24575,'0'27'0,"-1"62"0,4-1 0,23 144 0,-7-141 0,22 127 0,-34-166 0,-2 1 0,-2 64 0,-28 129 0,0-12 0,23-166-1365,1-8-5461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0:20.5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228 0 24575,'-3'18'0,"-4"23"0,-4 23 0,-5 21 0,-4 14 0,-4 8 0,0 6 0,-3 2 0,0-1 0,2-2 0,6-2 0,5-6 0,5-2 0,8-1 0,3-17-8191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0:20.7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0 24575,'0'18'0,"0"23"0,0 23 0,0 21 0,0 11 0,0 7 0,-3 0 0,-1-2 0,-2-3 0,-4-4 0,0-18-8191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0:21.0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537 0 24575,'-140'395'0,"110"-285"0,-28 189 0,6 178 0,-36 246 0,-31-120-136,87-445-1093,15-73-5597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0:22.0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59 41 24575,'-3'-28'0,"-3"16"0,6 12 0,0 0 0,0 0 0,-1 0 0,1 0 0,0 0 0,0 0 0,-1 0 0,1 0 0,0 0 0,0 0 0,-1 0 0,1 0 0,0 0 0,0 0 0,-1 0 0,1 0 0,0 0 0,0 0 0,-1 0 0,1 0 0,0 0 0,0 0 0,-1 1 0,1-1 0,0 0 0,0 0 0,-1 0 0,1 0 0,0 1 0,0-1 0,0 0 0,0 0 0,-1 0 0,1 1 0,0-1 0,0 0 0,0 0 0,0 1 0,0-1 0,0 0 0,-3 7 0,0-1 0,1 1 0,-1 0 0,2 0 0,-1 0 0,1 0 0,0 0 0,0 0 0,1 9 0,-2 7 0,-17 221-338,15 333-1,26-255-913,-9-178-5010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0:22.2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121 0 24575,'-6'18'0,"-5"20"0,-6 19 0,-4 12 0,0 17 0,2 3 0,5-4 0,5-6 0,7-6 0,6-8 0,6-2 0,4-4 0,3 1 0,1 1 0,1 6 0,0 3 0,-4 4 0,-4-10-8191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0:22.3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191 1 24575,'-4'65'0,"-3"0"0,-28 124 0,14-90 0,-74 468 342,78-417-1196,6 271 1,15-342-5973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0:26.7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102 341 24575,'-8'-21'0,"2"15"0,6 6 0,0 0 0,0 0 0,-1 0 0,1 1 0,0-1 0,0 0 0,-1 0 0,1 1 0,0-1 0,0 0 0,-1 1 0,1-1 0,0 0 0,0 1 0,0-1 0,0 0 0,0 1 0,0-1 0,0 0 0,0 1 0,0-1 0,-1 0 0,1 1 0,1-1 0,-1 1 0,0-1 0,0 1 0,-4 134 0,1-10 0,1-102 0,0 17 0,-2-1 0,-16 74 0,19-110 0,0 0 0,0 0 0,0-1 0,0 1 0,-1-1 0,1 1 0,-1-1 0,-2 3 0,4-4 0,0-1 0,-1 0 0,1 0 0,0 1 0,0-1 0,-1 0 0,1 0 0,0 0 0,0 1 0,-1-1 0,1 0 0,0 0 0,-1 0 0,1 0 0,0 0 0,-1 0 0,1 0 0,0 0 0,-1 0 0,1 0 0,0 0 0,-1 0 0,1 0 0,0 0 0,-1 0 0,1 0 0,-1 0 0,1-1 0,-1 1 0,0-1 0,1 0 0,-1 1 0,0-1 0,1 0 0,-1 0 0,1 1 0,-1-1 0,1 0 0,0 0 0,-1 0 0,1 0 0,0 0 0,-1-1 0,-4-19 0,0-1 0,2 0 0,0 0 0,1 0 0,2 0 0,3-39 0,4 4 0,20-80 0,-15 93 0,1 0 0,29-62 0,-31 82 0,1 1 0,1 1 0,1 0 0,1 1 0,33-36 0,-41 50 0,1 0 0,-1 1 0,1-1 0,1 1 0,-1 1 0,1 0 0,18-8 0,-23 11 0,0 1 0,1 0 0,-1 0 0,1 0 0,-1 0 0,1 1 0,0-1 0,-1 1 0,1 0 0,0 1 0,-1-1 0,1 1 0,-1 0 0,1 0 0,-1 1 0,1-1 0,-1 1 0,0 0 0,5 3 0,-2-1 0,-1 1 0,0 0 0,-1 0 0,1 0 0,-1 1 0,0 0 0,0 0 0,-1 0 0,0 1 0,0-1 0,0 1 0,-1 0 0,0 0 0,0 0 0,-1 1 0,0-1 0,0 0 0,-1 1 0,0 0 0,1 10 0,-2-1 0,0-1 0,-1 1 0,-1 0 0,0-1 0,-1 1 0,-1-1 0,-1 0 0,-9 23 0,3-14 0,-2-2 0,0 1 0,-2-2 0,0 0 0,-2-1 0,-36 38 0,21-31 0,0-1 0,-1-1 0,-63 36 0,33-23 0,58-32 0,11-4 0,17-4 0,-18 1 0,37-3 86,-1 1-1,1 3 0,55 7 1,-83-6-208,-1 1 0,1 0 0,0 1 0,-1 0 0,0 1 0,0 0 0,0 1 0,-1 1 0,0 0 1,0 1-1,-1 0 0,0 0 0,18 19 0,-10-3-6704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0:27.5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139 430 24575,'-30'98'0,"4"2"0,-22 194 0,16 208 0,30-74 0,38-3 0,-34-411 0,0 1 0,0-1 0,1 1 0,6 15 0,-9-27 0,1 0 0,0-1 0,1 1 0,-1 0 0,0-1 0,1 1 0,-1-1 0,1 0 0,0 1 0,0-1 0,0 0 0,0 0 0,0 0 0,1 0 0,-1-1 0,0 1 0,1-1 0,-1 1 0,1-1 0,0 0 0,5 2 0,1-2 0,1-1 0,0 0 0,0-1 0,0 0 0,0 0 0,-1-1 0,1-1 0,0 1 0,-1-1 0,13-7 0,8 0 0,132-38-359,1 8 0,2 7 0,255-18 0,509 26-1174,-886 25 1528,906 3-493,-928-3 474,141-4-72,-127 1 149,1-1 1,46-12 0,-78 16 46,0-2 0,0 1 0,0 0 0,0-1 0,0 0 0,0 0 0,0 0 0,-1 0 0,1 0 0,4-5 0,-7 6-21,0-1 1,1 1-1,-1-1 1,0 0-1,0 0 1,0 0-1,-1 0 1,1 0-1,0 0 0,-1 0 1,1 0-1,-1 0 1,1 0-1,-1 0 1,0 0-1,0 0 1,0 0-1,0 0 1,0 0-1,-1 0 1,0-4-1,-11-40 126,-22-51 1,-5-22-34,19 34-226,4-2 0,4 1-1,3-2 1,5 1 0,10-146 0,5 120-28,6 2 1,4 0-1,69-210 1,-31 176 81,1-6 0,-57 145 17,-1 0 1,0-1-1,-1 1 0,0-1 0,0 0 1,0 0-1,-1 1 0,0-1 0,0 0 1,-2-7-1,1 10 3,0 0-1,0 0 1,-1 0-1,1 0 1,-1 1 0,0-1-1,0 1 1,-1-1-1,1 1 1,-1 0 0,1 0-1,-1 0 1,0 0-1,0 0 1,-1 1 0,1-1-1,-7-3 1,-7-3-1,-1 1 0,0 1 1,-1 0-1,1 1 1,-1 1-1,-33-5 0,-125-4-46,170 14 27,-383 1-676,-4 22-621,382-22 1259,-1807 221-2293,1683-195 1348,-220 72-1,259-61-898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0:27.9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1 103 24575,'3'-8'0,"1"-1"0,-1 0 0,-1 0 0,2-11 0,-2 12 0,0-1 0,0 0 0,6-12 0,-3 63 0,-4 11 0,8 280 0,-4-232-1365,-3-62-5461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0:28.0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47 211 24575,'-3'0'0,"-4"0"0,-3 0 0,-4 0 0,4 0 0,7-3 0,9-1 0,10-2 0,8-4 0,9-3 0,11-5 0,6-2 0,1-1 0,1 0 0,-3-2 0,-7-1 0,-10-1 0,-11 3-8191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0:28.1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139 368 24575,'-9'-6'0,"-9"-8"0,-7-7 0,-3-6 0,4-5 0,6-2 0,6 1 0,8 1 0,10 2 0,11 1 0,8-1 0,8 2 0,9 0 0,-4 4-8191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0:28.8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608 217 24575,'-7'0'0,"-1"0"0,1 0 0,-1 1 0,1 0 0,-1 0 0,1 1 0,0 0 0,-1 0 0,1 1 0,0 0 0,1 0 0,-1 1 0,0 0 0,1 0 0,0 0 0,0 1 0,0 0 0,1 0 0,0 0 0,-1 1 0,2 0 0,-1 0 0,1 0 0,0 0 0,-5 12 0,-15 36 0,4 0 0,1 2 0,-15 76 0,28-104 0,-67 275-129,-109 423-360,174-697 489,-14 46 0,3 2 0,-13 121 0,31-187-1,0-1 0,1 0-1,0 0 1,1 1 0,1-1 0,-1 0 0,7 19 0,-6-24 6,0-1 0,0 0 1,0 0-1,0 0 0,1-1 1,0 1-1,0-1 0,0 1 1,0-1-1,0 0 1,1 0-1,-1 0 0,1 0 1,0-1-1,0 0 0,0 0 1,0 0-1,0 0 0,0 0 1,6 1-1,10 1 44,0 0 1,0-1-1,0-1 0,0-1 0,33-3 1,107-17 156,-117 12-193,1180-152-2468,-1044 141 2419,197-21-163,-6-28 68,-340 61 348,-1-2 1,0-1 0,49-24-1,-69 29-142,-1-1 0,0 0-1,-1 0 1,1-1 0,-1 0-1,0 0 1,0-1-1,-1 1 1,0-2 0,0 1-1,-1 0 1,0-1 0,0 0-1,-1-1 1,0 1 0,5-15-1,-5 3 17,0 0 0,-1-1-1,-1 0 1,-1 1 0,-3-29-1,1 28-62,1-1-1,1 0 1,0 1 0,10-42-1,6 15-27,1 1 0,3 1 0,35-56 0,7-18 0,-20 27 0,46-149 0,-72 183 0,-2 0 0,-3-1 0,7-115 0,-18 155 0,-1-1 0,-2 1 0,0 0 0,0 0 0,-11-36 0,9 45 0,0 1 0,0-1 0,-1 1 0,-1-1 0,1 2 0,-2-1 0,1 1 0,-1 0 0,-1 0 0,0 0 0,-16-12 0,9 10 5,-1 1-1,-1 0 1,0 1-1,0 1 0,0 1 1,-1 1-1,0 0 1,-1 1-1,-22-3 0,-27-1-107,-82-1 0,145 10 88,-720 8-1581,1 43-774,606-42 1980,65-5 297,-82 6-307,-202 41 0,268-33-2365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0:33.9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54 190 24575,'-10'1'0,"7"-1"0,0 1 0,0-1 0,0 0 0,1 0 0,-1 0 0,0-1 0,0 1 0,0 0 0,1-1 0,-1 0 0,0 0 0,1 0 0,-5-2 0,10 4 0,7 8 0,-3 3 0,-1 1 0,0 0 0,-1 0 0,0 1 0,-1 0 0,2 16 0,1-4 0,10 41 0,39 143 0,-37-151 0,38 83 0,-57-141 0,5 8 0,0 1 0,0 0 0,1-1 0,10 12 0,-15-19 0,0 0 0,1 0 0,0-1 0,-1 1 0,1-1 0,0 1 0,0-1 0,0 0 0,0 0 0,0 0 0,0 0 0,0 0 0,0 0 0,0-1 0,0 1 0,0-1 0,1 1 0,-1-1 0,0 0 0,0 0 0,1 0 0,-1 0 0,0 0 0,0 0 0,1-1 0,-1 1 0,0-1 0,3 0 0,3-3 0,0-1 0,0 1 0,-1-1 0,1-1 0,-1 1 0,0-1 0,0 0 0,-1-1 0,7-8 0,8-12 0,18-31 0,-31 46 0,135-244 0,-131 234 0,-8 14 0,20-34 0,-22 40 0,-1-1 0,1 1 0,0 0 0,0 0 0,1-1 0,-1 1 0,0 1 0,1-1 0,0 0 0,-1 1 0,1-1 0,4-1 0,-6 3 0,0-1 0,1 1 0,-1 0 0,0 0 0,0 0 0,0 0 0,0 0 0,1 0 0,-1 0 0,0 1 0,0-1 0,0 0 0,0 1 0,0-1 0,0 1 0,0-1 0,0 1 0,0-1 0,0 1 0,0 0 0,0-1 0,0 1 0,0 0 0,0 0 0,1 1 0,16 28 0,-16-26 0,41 93 0,1 5 0,-37-89 0,0-1 0,1 0 0,0 0 0,0 0 0,16 14 0,-21-23 0,-1-1 0,1 1 0,0-1 0,-1 0 0,1 0 0,0 0 0,0-1 0,1 1 0,-1-1 0,0 0 0,0 1 0,1-1 0,-1-1 0,1 1 0,-1 0 0,1-1 0,-1 0 0,6 0 0,-5-1 0,0 0 0,0 0 0,-1 0 0,1 0 0,0-1 0,-1 1 0,1-1 0,-1 0 0,1 0 0,-1-1 0,0 1 0,0-1 0,0 1 0,0-1 0,-1 0 0,4-4 0,4-8 0,0 0 0,-1 0 0,-1-1 0,-1 0 0,0 0 0,9-34 0,-6 5 0,8-67 0,-12 56 0,-2-60 0,-4 95 0,-1 0 0,-1 0 0,-1 0 0,-1 1 0,-1-1 0,-9-22 0,13 40-80,0 0 0,0 0-1,0 0 1,0 0 0,-1 0-1,1 1 1,-1-1 0,0 0-1,0 1 1,0 0 0,0-1 0,-1 1-1,1 0 1,0 0 0,-1 0-1,-4-2 1,-10 1-6746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0:34.2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15 255 24575,'-7'-31'0,"5"26"0,1-1 0,-1 0 0,1 1 0,-1-11 0,2 14 0,0 1 0,0-1 0,1 1 0,-1 0 0,0-1 0,0 1 0,1 0 0,-1-1 0,1 1 0,-1 0 0,1 0 0,0-1 0,-1 1 0,1 0 0,0 0 0,0 0 0,0 0 0,0 0 0,0 0 0,0 0 0,0 0 0,0 0 0,0 1 0,2-2 0,0 1 0,0 0 0,-1 1 0,1-1 0,-1 1 0,1-1 0,0 1 0,0 0 0,-1 0 0,1 0 0,0 1 0,-1-1 0,1 0 0,-1 1 0,1 0 0,0 0 0,-1 0 0,1 0 0,-1 0 0,0 0 0,1 1 0,-1-1 0,0 1 0,3 2 0,6 5 0,0 0 0,18 21 0,-15-14 0,-1 1 0,0 0 0,17 34 0,-24-41 0,-1 1 0,-1 0 0,0 0 0,0 0 0,-1 0 0,0 1 0,-1-1 0,1 17 0,-3-25 0,0 0 0,-1 1 0,1-1 0,-1-1 0,1 1 0,-1 0 0,0 0 0,0 0 0,0 0 0,0 0 0,-1-1 0,1 1 0,-1-1 0,0 1 0,0-1 0,0 1 0,0-1 0,-4 3 0,5-4 0,0 0 0,0 0 0,0-1 0,0 1 0,0-1 0,0 1 0,-1-1 0,1 0 0,0 1 0,0-1 0,0 0 0,-1 0 0,1 0 0,0 0 0,-1 0 0,1 0 0,0 0 0,-2 0 0,1-1 0,0 0 0,0 0 0,0 0 0,1 0 0,-1 0 0,0 0 0,1 0 0,-1-1 0,1 1 0,-1 0 0,1-1 0,0 1 0,0-1 0,0 0 0,-2-2 0,-1-3 0,1-1 0,0 1 0,0-1 0,0 0 0,1 0 0,0-1 0,1 1 0,0 0 0,0-1 0,1 1 0,1-13 0,0-1 0,2 0 0,1 0 0,7-24 0,-6 27-114,1 1 1,1 0-1,1 0 0,0 1 0,1 0 1,1 0-1,1 1 0,0 1 0,1 0 1,1 0-1,19-17 0,10-2-6712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0:35.0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155 273 24575,'0'-187'0,"1"186"0,-1 0 0,0 0 0,0 1 0,0-1 0,0 0 0,0 0 0,0 0 0,0 1 0,0-1 0,0 0 0,-1 0 0,1 0 0,0 1 0,0-1 0,-1 0 0,1 0 0,-1 1 0,1-1 0,0 0 0,-1 1 0,1-1 0,-2 0 0,2 1 0,-1 0 0,0 0 0,1 0 0,-1 0 0,0 0 0,1 0 0,-1 1 0,1-1 0,-1 0 0,0 0 0,1 1 0,-1-1 0,1 0 0,-1 1 0,1-1 0,-1 1 0,1-1 0,-1 0 0,1 1 0,0-1 0,-1 2 0,-26 36 0,26-35 0,-65 119 0,57-103 0,1 1 0,1 0 0,1 1 0,-6 30 0,11-46 0,1-1 0,-1 1 0,1-1 0,0 1 0,0 0 0,1-1 0,-1 1 0,1-1 0,0 1 0,0-1 0,1 1 0,-1-1 0,5 8 0,-5-10 0,1 0 0,-1 0 0,1 0 0,0 0 0,0 0 0,0 0 0,0-1 0,0 1 0,1-1 0,-1 1 0,0-1 0,1 0 0,-1 0 0,1 0 0,-1 0 0,1 0 0,0-1 0,-1 1 0,1-1 0,0 0 0,-1 0 0,1 0 0,0 0 0,3-1 0,4 0 0,0-1 0,0 0 0,0-1 0,0 0 0,0 0 0,-1-1 0,1-1 0,-1 0 0,0 0 0,-1 0 0,1-1 0,-1-1 0,8-7 0,-7 6 0,-1-1 0,0 1 0,0-2 0,-1 1 0,-1-1 0,1 0 0,-1-1 0,-1 1 0,0-1 0,7-22 0,-12 32 0,0 1 0,0-1 0,0 1 0,0-1 0,0 1 0,0-1 0,0 1 0,0-1 0,1 1 0,-1 0 0,0-1 0,0 1 0,0-1 0,1 1 0,-1-1 0,0 1 0,1 0 0,-1-1 0,0 1 0,1 0 0,-1-1 0,1 1 0,-1 0 0,0 0 0,2-1 0,7 9 0,8 30 0,-10-23 0,1 0 0,2 1 0,-1-1 0,2-1 0,0 0 0,24 24 0,-30-34 0,1 1 0,-1 0 0,1-1 0,0 0 0,0-1 0,0 1 0,0-1 0,1 0 0,-1 0 0,1-1 0,0 0 0,-1 0 0,1-1 0,0 0 0,0 0 0,0 0 0,14-2 0,-17 1 0,1-1 0,-1 0 0,1 0 0,-1-1 0,0 0 0,1 1 0,-1-1 0,0 0 0,0-1 0,0 1 0,0-1 0,-1 0 0,6-5 0,-3 2 0,-2 0 0,1 0 0,0-1 0,-1 1 0,-1-1 0,1 0 0,3-11 0,1-8 0,-1-1 0,-1 1 0,3-44 0,-7 56 0,-1 7 0,-1 0 0,1 0 0,0 1 0,0-1 0,4-9 0,-5 16 0,0 0 0,0 0 0,0 0 0,0-1 0,0 1 0,0 0 0,0 0 0,0 0 0,0 0 0,1 0 0,-1 0 0,0 0 0,0-1 0,0 1 0,0 0 0,0 0 0,0 0 0,0 0 0,0 0 0,0 0 0,1 0 0,-1 0 0,0 0 0,0 0 0,0-1 0,0 1 0,0 0 0,0 0 0,0 0 0,1 0 0,-1 0 0,0 0 0,0 0 0,0 0 0,0 0 0,0 0 0,1 0 0,-1 0 0,0 0 0,0 0 0,0 0 0,0 0 0,0 1 0,0-1 0,1 0 0,-1 0 0,0 0 0,0 0 0,0 0 0,0 0 0,0 0 0,0 0 0,0 0 0,0 0 0,0 1 0,1-1 0,-1 0 0,0 0 0,0 0 0,6 13 0,3 19 0,59 300 0,1 8 0,-84-416 0,-9-133 0,23-99 0,1 304 0,2-34 0,13-70 0,-13 99 0,0 0 0,1 0 0,0 0 0,0 0 0,1 0 0,0 1 0,0-1 0,1 1 0,0 0 0,0 1 0,1-1 0,0 1 0,10-9 0,-11 13 0,-1 1 0,1-1 0,-1 1 0,1 0 0,0 0 0,0 0 0,0 0 0,0 1 0,0 0 0,1 0 0,-1 1 0,0-1 0,0 1 0,1 0 0,-1 0 0,0 1 0,1 0 0,-1 0 0,0 0 0,0 0 0,0 1 0,0 0 0,0 0 0,6 4 0,-2-1 0,0 0 0,0 0 0,-1 1 0,0 0 0,0 1 0,-1 0 0,0 0 0,0 0 0,-1 1 0,1 0 0,9 18 0,-14-21 18,0 1 0,0-1 0,0 1 0,-1 0 0,0 0 0,0-1 0,0 1 0,-1 0 0,0 0 0,0 0 0,0 0 0,-1 0 0,0 0 0,0 0 0,0 0 0,-1-1 0,0 1 0,-5 9 0,0-1-303,-1 0 1,0-1-1,-1 0 1,0-1-1,-21 23 1,1-7-6542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0:35.4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31 304 24575,'0'7'0,"-1"1"0,-1 0 0,0 0 0,0-1 0,-5 13 0,-6 22 0,11-27 0,1 0 0,1 0 0,0 0 0,1 1 0,0-1 0,1 0 0,5 16 0,36 105 0,-23-77 0,-14-39 0,-2-8 0,0 0 0,0 0 0,9 14 0,-13-26 0,0 1 0,0-1 0,0 0 0,0 0 0,0 0 0,0 0 0,0 0 0,0 1 0,0-1 0,0 0 0,0 0 0,0 0 0,0 0 0,0 0 0,0 0 0,0 1 0,0-1 0,0 0 0,0 0 0,0 0 0,0 0 0,0 0 0,1 0 0,-1 0 0,0 0 0,0 1 0,0-1 0,0 0 0,0 0 0,0 0 0,0 0 0,0 0 0,1 0 0,-1 0 0,0 0 0,0 0 0,0 0 0,0 0 0,0 0 0,0 0 0,1 0 0,-1 0 0,0 0 0,0 0 0,0 0 0,0 0 0,0 0 0,0 0 0,1 0 0,-1 0 0,0 0 0,0 0 0,0 0 0,0 0 0,0 0 0,0 0 0,1 0 0,-1 0 0,0 0 0,0-1 0,0 1 0,0 0 0,0 0 0,1-13 0,-4-20 0,-5-30 0,-22-223 0,28 232 0,1 0 0,3 0 0,12-68 0,-13 112 0,1 0 0,1 0 0,0 1 0,0-1 0,0 1 0,2-1 0,-1 1 0,1 0 0,7-9 0,-9 14 0,-1 1 0,1 0 0,0 0 0,0 1 0,1-1 0,-1 1 0,0-1 0,1 1 0,0 0 0,-1 1 0,1-1 0,0 0 0,0 1 0,0 0 0,0 0 0,0 0 0,0 1 0,0-1 0,0 1 0,0 0 0,1 0 0,-1 0 0,0 1 0,7 1 0,-3 0 0,0 0 0,-1 0 0,1 1 0,-1 0 0,1 0 0,-1 1 0,0 0 0,-1 0 0,1 0 0,-1 1 0,0 0 0,0 1 0,0-1 0,-1 1 0,0 0 0,9 13 0,-9-11 0,-1 1 0,0 0 0,0-1 0,-1 1 0,0 0 0,-1 1 0,0-1 0,0 0 0,-1 1 0,0-1 0,-1 1 0,0-1 0,0 1 0,-2 9 0,-9 30-1365,-4-4-5461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0:35.8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1 223 24575,'0'1'0,"0"0"0,0 0 0,1 0 0,-1 1 0,0-1 0,1 0 0,-1 0 0,1 0 0,-1 0 0,1 0 0,-1 0 0,1-1 0,0 1 0,-1 0 0,1 0 0,0 0 0,0-1 0,0 1 0,2 1 0,27 12 0,-15-9 0,0-2 0,21 3 0,-12-3 0,1-1 0,-1-2 0,1-1 0,-1 0 0,0-2 0,1-1 0,-1-1 0,27-9 0,-48 13 0,1 0 0,0 0 0,-1-1 0,1 0 0,-1 0 0,1 0 0,-1 0 0,0 0 0,0-1 0,0 0 0,0 1 0,0-1 0,-1 0 0,1 0 0,-1-1 0,0 1 0,3-6 0,-4 6 0,0 0 0,0 0 0,-1-1 0,1 1 0,-1 0 0,0-1 0,0 1 0,0 0 0,0-1 0,-1 1 0,1 0 0,-1-1 0,0 1 0,0 0 0,0 0 0,0 0 0,0 0 0,-1 0 0,0 0 0,-3-5 0,-4-3 0,-1 0 0,0 0 0,0 1 0,-1 1 0,0-1 0,-1 2 0,0 0 0,-1 0 0,1 1 0,-1 1 0,-1 0 0,1 1 0,-1 0 0,-18-3 0,28 7 0,0 0 0,0 0 0,0 0 0,0 1 0,0 0 0,0 0 0,0 0 0,0 0 0,0 1 0,0 0 0,0-1 0,0 1 0,0 1 0,0-1 0,0 1 0,1-1 0,-1 1 0,1 0 0,-6 4 0,5-2 0,1-1 0,0 1 0,0 0 0,0 0 0,0 0 0,1 0 0,-1 1 0,1-1 0,0 1 0,1-1 0,-1 1 0,1 0 0,0-1 0,0 1 0,0 10 0,0 0 0,2 0 0,0 0 0,0-1 0,1 1 0,1 0 0,1-1 0,0 1 0,1-1 0,0 0 0,1-1 0,1 1 0,0-1 0,1 0 0,0-1 0,16 18 0,-15-18 0,2-1 0,-1 0 0,1-1 0,1 0 0,0-1 0,0 0 0,1 0 0,0-2 0,0 0 0,1 0 0,0-1 0,0-1 0,0 0 0,1-1 0,18 2 0,4-4-1365,-7-5-5461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0:36.1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82 464 24575,'-34'-138'0,"16"74"0,-9-75 0,26 132 0,0-1 0,1 1 0,0 0 0,0 0 0,0 0 0,1 0 0,2-9 0,-3 15 0,0 1 0,0-1 0,0 1 0,0-1 0,1 0 0,-1 1 0,0-1 0,1 1 0,-1-1 0,0 1 0,1-1 0,-1 1 0,1-1 0,-1 1 0,1-1 0,-1 1 0,1-1 0,-1 1 0,1 0 0,-1-1 0,1 1 0,-1 0 0,1-1 0,0 1 0,-1 0 0,1 0 0,0 0 0,-1 0 0,2-1 0,0 2 0,-1-1 0,1 0 0,0 1 0,0-1 0,-1 1 0,1 0 0,0-1 0,-1 1 0,1 0 0,2 2 0,5 4 0,0 0 0,14 15 0,-20-18 0,35 37 0,-2 2 0,33 52 0,51 101 0,-111-180 0,-3-8 0,-1 0 0,-1 0 0,0 0 0,0 1 0,0 0 0,-1-1 0,3 17 0,-6-24 0,0-1 0,0 0 0,1 0 0,-1 1 0,0-1 0,0 0 0,0 1 0,0-1 0,0 0 0,0 0 0,0 1 0,0-1 0,0 0 0,0 1 0,0-1 0,0 0 0,0 1 0,0-1 0,0 0 0,0 1 0,0-1 0,0 0 0,-1 0 0,1 1 0,0-1 0,0 0 0,0 0 0,0 1 0,-1-1 0,1 0 0,0 0 0,0 1 0,0-1 0,-1 0 0,1 0 0,0 0 0,0 0 0,-1 1 0,1-1 0,0 0 0,-1 0 0,1 0 0,-14-9 0,-10-22 0,17 17 0,1 0 0,1 0 0,0-1 0,1 1 0,0-1 0,1 0 0,1 0 0,0-1 0,1 1 0,1 0 0,0-1 0,5-27 0,-1 19 0,1 0 0,1 0 0,1 0 0,1 1 0,2 0 0,0 0 0,16-26 0,-19 38 0,0 1 0,1-1 0,1 1 0,-1 1 0,1 0 0,21-16 0,-27 22 0,0 1 0,1 0 0,-1 1 0,0-1 0,1 0 0,-1 1 0,1 0 0,0 0 0,-1 0 0,1 0 0,0 1 0,5-1 0,-7 2 0,1-1 0,0 1 0,0-1 0,-1 1 0,1 0 0,0 0 0,-1 0 0,1 0 0,-1 0 0,1 1 0,-1-1 0,0 1 0,0 0 0,1 0 0,-1 0 0,0 0 0,-1 0 0,4 4 0,-1 0-91,-1 0 0,1 0 0,-2 1 0,1-1 0,-1 1 0,0 0 0,0-1 0,0 1 0,-1 0 0,0 0 0,-1 0 0,0 0 0,0 0 0,-1 8 0,-3 24-6735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0:47.4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378 450 24575,'-65'426'16,"42"-254"-234,-109 907-776,72-560 979,20-238 11,-15 159-4,53-417 80,1 1 1,2-1 0,0 1 0,1 0 0,9 37-1,-9-51-39,2 0-1,-1 0 0,1-1 1,1 1-1,0-1 1,0 0-1,1 0 0,0-1 1,0 1-1,1-1 0,0-1 1,1 1-1,-1-1 0,1-1 1,10 7-1,4 0 12,0-1-1,1-1 1,0-1-1,1-2 1,0 0 0,45 9-1,159 11-299,287-12-1471,7-29-80,-412 9 1723,467-16-431,1211-35-2407,-1263 46 2592,1026-37-1423,-1512 44 1823,62-3 2049,192-33 0,-279 35-1684,0-1 0,0 0-1,-1-1 1,0 0 0,0-1 0,17-10 0,-25 12-326,0 1 1,-1-1 0,1 0-1,-1-1 1,0 1 0,0-1-1,0 0 1,0 0-1,-1 0 1,0 0 0,0-1-1,0 1 1,-1-1-1,0 0 1,0 1 0,0-1-1,0-7 1,5-35-90,-1-51 0,-1 7-27,90-609-254,37 5-158,-53 292 317,76-689 102,-116 790 782,-39 302-782,0 0 0,0 0 0,0-1 0,0 1 0,0 0 0,0-1 0,0 1 0,0 0 0,-1 0 0,1-1 0,0 1 0,-1 0 0,1 0 0,-1 0 0,1-1 0,-1 1 0,0 0 0,0 0 0,1 0 0,-1 0 0,0 0 0,0 0 0,0 0 0,0 1 0,0-1 0,0 0 0,0 0 0,0 1 0,0-1 0,0 1 0,-1-1 0,1 1 0,0-1 0,0 1 0,-1 0 0,-1-1 0,-6 0 0,1 1 0,-1-1 0,0 1 0,-13 2 0,2 0 0,-579-6-773,314-2 135,-1115 7-3414,-703 66 3637,2089-67 468,-1168 51-1944,474-34 2442,236-17 4494,467 0-4903,0 0-1,0 0 0,0 0 1,0 1-1,0 0 0,0 0 1,0 0-1,0 0 0,0 1 1,0 0-1,0 0 0,1 0 1,-1 0-1,-6 5 0,-2 0-141,0 0 0,-1-1 0,1-1 0,-1 0 0,-1-1 0,-21 3 0,20-4 0,1 1 0,0 0 0,-1 1 0,1 0 0,-20 12 0,31-15 0,1 1 0,-1 0 0,1 0 0,0 0 0,0 0 0,1 1 0,-1-1 0,1 1 0,0 0 0,0 0 0,0 0 0,0 0 0,0 0 0,1 0 0,0 0 0,0 0 0,0 1 0,0-1 0,1 0 0,0 1 0,0 4 0,0 5 0,1 1 0,0-1 0,1 0 0,1 0 0,5 17 0,6 12 0,3-1 0,2 0 0,42 70 0,90 105 0,-148-214 0,0 1 0,-1 0 0,2-1 0,-1 1 0,0-1 0,5 3 0,-8-6 0,0 0 0,1 0 0,-1 1 0,0-1 0,1 0 0,-1 0 0,0 0 0,1 0 0,-1 0 0,0 0 0,1 1 0,-1-1 0,0 0 0,1 0 0,-1 0 0,0 0 0,1 0 0,-1-1 0,0 1 0,1 0 0,-1 0 0,1 0 0,-1 0 0,0 0 0,0 0 0,1 0 0,-1-1 0,0 1 0,1 0 0,-1-1 0,1 0 0,0 0 0,0-1 0,-1 1 0,1 0 0,-1-1 0,1 1 0,-1-1 0,1 1 0,-1-1 0,0 1 0,0-1 0,0-1 0,1-31-1365,-2 18-5461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0:48.4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499 47 24575,'0'-5'0,"1"1"0,0-1 0,0 1 0,0-1 0,0 1 0,1-1 0,-1 1 0,4-6 0,-5 36 0,-6-7 0,0-1 0,-2 1 0,0-2 0,-20 32 0,-52 62 0,70-97 0,-42 47 0,-3-2 0,-89 75 0,66-64 0,75-67 0,-2 1 0,-1 1 0,1 1 0,1-1 0,-5 7 0,8-12 0,1 1 0,-1-1 0,1 1 0,-1-1 0,1 1 0,0 0 0,0-1 0,-1 1 0,1-1 0,0 1 0,0 0 0,0-1 0,-1 1 0,1 0 0,0-1 0,0 1 0,0 0 0,0-1 0,0 1 0,0 0 0,0-1 0,1 1 0,-1 0 0,0-1 0,0 1 0,0-1 0,1 1 0,-1 0 0,0-1 0,1 1 0,-1-1 0,0 1 0,1-1 0,-1 1 0,1-1 0,-1 1 0,1-1 0,-1 1 0,1-1 0,-1 0 0,1 1 0,0-1 0,-1 0 0,1 1 0,-1-1 0,1 0 0,0 0 0,-1 0 0,1 1 0,0-1 0,-1 0 0,1 0 0,0 0 0,0 0 0,19 3 0,41 0 0,-37-3 0,31 6 0,-36-3-59,-1 1 0,1 1-1,-1 1 1,-1 1-1,1 0 1,-1 1 0,-1 1-1,1 1 1,-1 0 0,-1 1-1,0 0 1,-1 2 0,0-1-1,-1 2 1,0 0-1,-1 0 1,-1 2 0,0-1-1,-1 1 1,0 1 0,-2-1-1,9 24 1,-6-8-6767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0:48.6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82 24575,'0'-3'0,"0"-4"0,0-3 0,0-4 0,0-2 0,0-1 0,0 2-8191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0:49.2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409 120 24575,'6'-35'0,"-4"29"0,-1-1 0,0 1 0,0 0 0,0 0 0,-1-14 0,0 19 0,0-1 0,0 1 0,-1-1 0,1 1 0,-1-1 0,0 1 0,1-1 0,-1 1 0,0 0 0,0-1 0,1 1 0,-1 0 0,0 0 0,-1-1 0,1 1 0,0 0 0,0 0 0,0 0 0,-1 0 0,1 1 0,0-1 0,-1 0 0,1 0 0,-1 1 0,1-1 0,-1 1 0,1-1 0,-1 1 0,-1 0 0,-3-1 0,0 0 0,0 1 0,0 0 0,0 0 0,0 1 0,0-1 0,0 1 0,0 1 0,0-1 0,0 1 0,1 0 0,-1 0 0,-10 7 0,1-1 0,1 2 0,0-1 0,-22 21 0,11-5 0,0 0 0,2 2 0,-32 46 0,41-51 0,1 0 0,1 0 0,1 1 0,1 1 0,-13 42 0,22-60 0,-1 1 0,1-1 0,0 1 0,1-1 0,0 1 0,0-1 0,0 1 0,0-1 0,1 1 0,1-1 0,-1 1 0,1-1 0,0 0 0,0 1 0,0-1 0,6 8 0,-4-8 0,1 0 0,-1 0 0,1-1 0,0 0 0,0 0 0,1 0 0,0-1 0,-1 0 0,1 0 0,1 0 0,-1-1 0,1 0 0,-1 0 0,14 3 0,1 0 49,1-2 0,0 0 0,0-2-1,0 0 1,1-2 0,35-3 0,-16-2-618,0-2 0,62-19 0,-35 4-6257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0:50.0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206 258 24575,'1'0'0,"0"0"0,1-1 0,-1 1 0,0-1 0,0 0 0,0 1 0,0-1 0,0 0 0,0 1 0,0-1 0,0 0 0,0 0 0,0 0 0,-1 0 0,1 0 0,0 0 0,-1 0 0,1 0 0,0 0 0,-1 0 0,1 0 0,0-2 0,8-27 0,-8 29 0,-1 0 0,0-1 0,1 1 0,-1 0 0,0-1 0,0 1 0,0-1 0,0 1 0,0 0 0,0-1 0,0 1 0,0-1 0,0 1 0,-1 0 0,1-1 0,-1 1 0,0-2 0,1 3 0,-1-1 0,1 1 0,-1 0 0,1-1 0,-1 1 0,1 0 0,-1 0 0,0 0 0,1-1 0,-1 1 0,1 0 0,-1 0 0,0 0 0,1 0 0,-1 0 0,1 0 0,-1 0 0,0 0 0,1 0 0,-1 0 0,1 1 0,-1-1 0,1 0 0,-1 0 0,1 0 0,-2 1 0,-4 3 0,0-1 0,0 1 0,1 0 0,0 0 0,-9 9 0,-13 15 0,2 1 0,-25 37 0,38-48 0,1 0 0,1 1 0,0 0 0,1 0 0,-9 32 0,17-47 0,0 0 0,1 0 0,-1 0 0,0-1 0,1 1 0,0 0 0,0 0 0,0 0 0,1 0 0,-1 0 0,1 0 0,0 0 0,0 0 0,0 0 0,1 0 0,-1-1 0,4 7 0,-3-8 0,0 1 0,1-1 0,-1 1 0,1-1 0,-1 0 0,1 0 0,0 0 0,-1 0 0,1 0 0,0-1 0,0 1 0,0-1 0,1 0 0,-1 0 0,0 0 0,0-1 0,1 1 0,-1-1 0,0 1 0,1-1 0,4 0 0,3-1 0,0-1 0,0 0 0,0-1 0,0 0 0,-1 0 0,1-1 0,-1 0 0,0-1 0,0-1 0,0 1 0,-1-1 0,0-1 0,0 0 0,-1 0 0,0-1 0,8-8 0,-10 10 0,0-1 0,-1 0 0,0 1 0,0-2 0,0 1 0,-1-1 0,0 1 0,-1-1 0,0 0 0,0 0 0,0-1 0,-1 1 0,0-1 0,-1 1 0,0-1 0,0 1 0,-1-1 0,0 0 0,-1 1 0,0-1 0,-2-11 0,2 18 0,0-1 0,0 1 0,1 0 0,-1-1 0,1 1 0,0 0 0,-1-1 0,1 1 0,1-4 0,-1 5 0,1 0 0,-1 0 0,1 0 0,-1 1 0,1-1 0,0 0 0,-1 1 0,1-1 0,0 0 0,-1 1 0,1-1 0,0 1 0,0-1 0,0 1 0,0-1 0,-1 1 0,1 0 0,0 0 0,0-1 0,0 1 0,0 0 0,0 0 0,0 0 0,0 0 0,0 0 0,0 0 0,1 0 0,102-2 0,-57 2 0,81-9 0,-114 6 0,20-2 0,36-11 0,-62 13 0,0 1 0,1-1 0,-1-1 0,-1 0 0,1 0 0,0 0 0,-1-1 0,0 0 0,11-11 0,-15 14 0,-1-1 0,0-1 0,0 1 0,0 0 0,0 0 0,0-1 0,-1 1 0,1-1 0,-1 1 0,0-1 0,0 0 0,0 0 0,-1 1 0,1-1 0,-1 0 0,0-6 0,-1 4 0,0 0 0,0 0 0,0 0 0,-1 0 0,1 1 0,-1-1 0,-1 1 0,1-1 0,-1 1 0,-5-8 0,5 9 0,0 0 0,0 0 0,0 1 0,-1-1 0,1 1 0,-1-1 0,0 1 0,0 0 0,-1 1 0,1-1 0,0 1 0,-7-3 0,8 4 0,-1 0 0,1 0 0,0 1 0,-1-1 0,1 1 0,-1 0 0,1 0 0,0 0 0,-1 0 0,1 0 0,-1 1 0,1 0 0,0 0 0,-1 0 0,1 0 0,0 0 0,0 0 0,0 1 0,-4 2 0,-1 2 0,-1 1 0,1 0 0,0 0 0,1 1 0,0 0 0,0 0 0,1 1 0,0-1 0,0 1 0,1 1 0,0-1 0,-5 17 0,4-9 0,0 2 0,1-1 0,1 0 0,1 1 0,1 0 0,0 24 0,2-34 0,0 0 0,1 1 0,0-1 0,1 0 0,0 1 0,1-1 0,-1 0 0,2-1 0,-1 1 0,8 12 0,-8-16 0,1 0 0,-1-1 0,1 1 0,0-1 0,0 0 0,0 0 0,0 0 0,1-1 0,-1 1 0,1-1 0,0 0 0,0 0 0,1-1 0,-1 0 0,0 0 0,1 0 0,-1 0 0,8 0 0,-5-1 0,1 0 0,0 0 0,-1-1 0,1-1 0,0 1 0,0-1 0,-1-1 0,1 0 0,-1 0 0,0 0 0,1-1 0,8-5 0,-5 2 0,-1-1 0,0 0 0,-1 0 0,1-1 0,-1-1 0,-1 0 0,14-16 0,-9 7 0,0-1 0,-1-1 0,-2-1 0,0 1 0,-1-2 0,0 1 0,-2-1 0,9-40 0,-5-10 0,-11 64 0,0 1 0,-1-1 0,0 0 0,0 1 0,-1-1 0,0 1 0,-2-9 0,3 15 0,0 1 0,0 0 0,0 0 0,0-1 0,0 1 0,0 0 0,0 0 0,0 0 0,-1-1 0,1 1 0,0 0 0,0 0 0,0 0 0,0-1 0,0 1 0,0 0 0,0 0 0,-1 0 0,1 0 0,0 0 0,0-1 0,0 1 0,0 0 0,-1 0 0,1 0 0,0 0 0,0 0 0,0 0 0,-1 0 0,1 0 0,0-1 0,0 1 0,-1 0 0,1 0 0,0 0 0,0 0 0,-1 0 0,-5 8 0,-4 13 0,2 8 0,0 0 0,2 0 0,2 1 0,0 0 0,2 0 0,2 0 0,0 0 0,2 0 0,8 42 0,2-32-1365,2-8-5461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0:50.3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125 276 24575,'1'-1'0,"-1"0"0,0 0 0,1 0 0,-1 1 0,1-1 0,-1 0 0,1 0 0,-1 1 0,1-1 0,0 0 0,-1 1 0,1-1 0,0 1 0,-1-1 0,1 1 0,0-1 0,0 1 0,0 0 0,1-1 0,23-9 0,-13 5 0,3-1 0,1-2 0,-1 0 0,0-1 0,-1 0 0,20-18 0,-31 25 0,0-1 0,-1 1 0,1-1 0,-1 0 0,0 1 0,0-1 0,0-1 0,0 1 0,-1 0 0,1 0 0,-1-1 0,0 1 0,0 0 0,0-1 0,0 0 0,0 1 0,-1-1 0,0 1 0,0-1 0,0 0 0,0 1 0,0-1 0,-1 1 0,1-1 0,-1 1 0,0-1 0,0 1 0,-1-1 0,1 1 0,-1 0 0,1 0 0,-5-6 0,2 3 0,0 1 0,-1 0 0,1 0 0,-1 0 0,0 1 0,-1-1 0,1 1 0,-1 1 0,1-1 0,-1 1 0,0 0 0,0 0 0,-1 1 0,1-1 0,-1 1 0,1 1 0,-1-1 0,1 1 0,-1 1 0,0-1 0,0 1 0,-10 1 0,10-1 0,1 1 0,-1 0 0,1 0 0,-1 0 0,1 1 0,-1 0 0,1 1 0,0-1 0,0 1 0,0 0 0,0 1 0,1-1 0,-1 1 0,1 0 0,0 1 0,0-1 0,0 1 0,1 0 0,-1 0 0,1 0 0,1 1 0,-7 10 0,6-7-40,1 1 0,-1-1 0,1 1 0,1 0-1,0 0 1,0 0 0,1 0 0,1 0 0,-1 0 0,1 0 0,1 0-1,0 0 1,1 0 0,0 0 0,0 0 0,1 0 0,0-1-1,1 1 1,0-1 0,0 0 0,1 0 0,0 0 0,1-1 0,0 0-1,0 0 1,1 0 0,0-1 0,0 0 0,1 0 0,-1-1-1,2 0 1,-1 0 0,11 5 0,20 6-6786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0:50.6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136 111 24575,'-10'-14'0,"0"1"0,-1-1 0,-14-12 0,20 21 0,-1 0 0,1 0 0,-1 1 0,0 0 0,0 0 0,-1 0 0,1 1 0,-1 0 0,-11-4 0,19 7 0,-1 1 0,0-1 0,0 0 0,0 0 0,0 0 0,0 1 0,0-1 0,0 0 0,0 0 0,1 1 0,-1-1 0,0 0 0,0 0 0,0 1 0,0-1 0,0 0 0,0 0 0,0 0 0,0 1 0,-1-1 0,1 0 0,0 0 0,0 1 0,0-1 0,0 0 0,0 0 0,0 0 0,0 1 0,0-1 0,-1 0 0,1 0 0,0 0 0,0 1 0,0-1 0,0 0 0,-1 0 0,1 0 0,0 0 0,0 0 0,0 1 0,-1-1 0,1 0 0,0 0 0,0 0 0,-1 0 0,1 0 0,0 0 0,0 0 0,-1 0 0,1 0 0,0 0 0,0 0 0,0 0 0,-1 0 0,1 0 0,0 0 0,0 0 0,-1 0 0,1 0 0,0 0 0,0 0 0,0-1 0,-1 1 0,1 0 0,0 0 0,0 0 0,-1 0 0,14 16 0,14 10 0,2-2 0,1 0 0,51 30 0,-41-29 0,59 49 0,-95-70 0,0 0 0,0-1 0,0 2 0,-1-1 0,1 0 0,-1 1 0,0-1 0,0 1 0,-1 0 0,4 10 0,-5-12 0,0 1 0,-1-1 0,0 0 0,1 1 0,-1-1 0,0 1 0,-1-1 0,1 0 0,-1 1 0,1-1 0,-1 0 0,0 1 0,0-1 0,-1 0 0,1 0 0,-1 0 0,1 0 0,-5 5 0,-4 6 66,-1-1-1,-1 0 1,0-1-1,-27 22 1,-62 35-941,75-52 57,-28 18-6008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0:51.7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434 201 24575,'-2'-2'0,"1"0"0,-1-1 0,1 1 0,0-1 0,-1 1 0,1-1 0,0 1 0,1-1 0,-1 0 0,0 0 0,0-4 0,-2-34 0,3 31 0,0-14 0,0 16 0,1-1 0,-2 0 0,1 0 0,-1 0 0,-4-15 0,5 23 0,-1 0 0,1-1 0,-1 1 0,0 0 0,1-1 0,-1 1 0,0 0 0,0 0 0,0 0 0,0 0 0,0 0 0,0 0 0,0 0 0,0 0 0,0 0 0,-3-1 0,2 1 0,0 1 0,1-1 0,-1 1 0,0 0 0,0 0 0,0-1 0,0 1 0,0 1 0,0-1 0,0 0 0,0 0 0,0 1 0,0-1 0,0 1 0,-3 0 0,-8 5 0,0 0 0,1 1 0,-1 0 0,1 1 0,1 0 0,0 1 0,0 0 0,-14 15 0,-2 6 0,-39 57 0,43-53 0,3 0 0,0 1 0,-28 75 0,40-89 0,2 0 0,0 1 0,1 0 0,1 0 0,2 0 0,0 0 0,1 0 0,4 40 0,-2-53 0,1 1 0,0-1 0,0 0 0,1 0 0,0 0 0,1-1 0,0 1 0,0-1 0,1 0 0,0 0 0,0 0 0,1-1 0,9 10 0,-6-9 0,1 0 0,0 0 0,0-1 0,0-1 0,1 0 0,0 0 0,0-1 0,0-1 0,17 6 0,-5-5 0,0-1 0,0 0 0,1-2 0,0 0 0,-1-2 0,1-1 0,-1 0 0,1-2 0,-1-1 0,29-8 0,-37 8 0,-1-1 0,0 0 0,0-1 0,-1-1 0,0 0 0,0-1 0,0 0 0,-1-1 0,-1 0 0,1-1 0,-1-1 0,-1 1 0,0-2 0,-1 1 0,0-1 0,0-1 0,-2 0 0,1 0 0,-2 0 0,0-1 0,0 0 0,4-19 0,-3 6 0,-2 0 0,-1 0 0,-1 0 0,-2 0 0,-1-37 0,-5 39 0,0 18 0,0 15 0,1 6 0,2 0 0,-1 1 0,2 0 0,-1 18 0,6 62 0,-1-64 0,7 36 0,-8-57 0,0-1 0,1 1 0,0-1 0,1 1 0,0-1 0,0 0 0,11 15 0,-13-22 0,-1 1 0,1-1 0,1 0 0,-1 1 0,0-1 0,1 0 0,-1 0 0,1-1 0,-1 1 0,1 0 0,0-1 0,0 0 0,0 1 0,-1-1 0,1 0 0,0-1 0,1 1 0,-1 0 0,0-1 0,0 0 0,0 0 0,0 0 0,0 0 0,0 0 0,0 0 0,1-1 0,-1 0 0,0 1 0,0-1 0,0 0 0,-1-1 0,1 1 0,0 0 0,5-4 0,3-3 0,0 1 0,-1-2 0,0 1 0,0-1 0,-1-1 0,16-19 0,1-10 0,43-84 0,-60 106 0,6-7 0,-14 24 0,-1 0 0,0 0 0,0 0 0,0 0 0,0 0 0,0-1 0,0 1 0,1 0 0,-1 0 0,0 0 0,0 0 0,0 0 0,0 0 0,1 0 0,-1 0 0,0 0 0,0 0 0,0 0 0,0 0 0,1 0 0,-1 0 0,0 0 0,0 0 0,0 0 0,0 0 0,1 0 0,-1 0 0,0 0 0,0 0 0,0 1 0,0-1 0,0 0 0,1 0 0,-1 0 0,0 0 0,0 0 0,0 0 0,0 0 0,0 1 0,0-1 0,1 0 0,2 16 0,-4 46 0,0-49 0,0 0 0,1 0 0,1 0 0,0 0 0,0 0 0,1 0 0,1 0 0,8 22 0,-11-33 0,1 1 0,0-1 0,1 0 0,-1 0 0,0 0 0,1 0 0,-1 0 0,1 0 0,-1-1 0,1 1 0,0 0 0,0-1 0,0 1 0,0-1 0,0 0 0,0 1 0,0-1 0,0 0 0,1 0 0,-1-1 0,0 1 0,1 0 0,-1-1 0,0 1 0,1-1 0,-1 0 0,1 0 0,3 0 0,-2-1 0,0 0 0,0 0 0,0 0 0,-1-1 0,1 1 0,0-1 0,-1 0 0,0 0 0,1 0 0,-1-1 0,0 1 0,0-1 0,0 1 0,0-1 0,-1 0 0,5-7 0,1-3 0,0-1 0,-2 0 0,0 0 0,0 0 0,-1-1 0,-1 0 0,0 0 0,2-23 0,-3 4 0,-1 1 0,-5-63 0,-2 70 0,0 20 0,0 17 0,3 1 0,1-1 0,0 1 0,1-1 0,0 1 0,1-1 0,0 0 0,1 1 0,0-1 0,1 0 0,0 0 0,1 0 0,5 11 0,2 0 0,0-1 0,2 0 0,1 0 0,25 29 0,-36-48 0,-1 1 0,1 0 0,-1 0 0,0 1 0,0-1 0,0 0 0,0 1 0,-1-1 0,1 1 0,0 3 0,-2-5 0,0-1 0,0 1 0,0-1 0,0 1 0,-1-1 0,1 1 0,0-1 0,-1 0 0,1 1 0,-1-1 0,0 0 0,1 1 0,-1-1 0,0 0 0,0 0 0,0 1 0,0-1 0,0 0 0,0 0 0,0 0 0,0 0 0,0-1 0,0 1 0,0 0 0,-1 0 0,1-1 0,0 1 0,-1 0 0,-2 0 0,-9 4-341,-1 0 0,0-1-1,-25 5 1,13-5-6485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0:51.9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93 24575,'16'-27'0,"-11"18"0,1 0 0,0 0 0,0 1 0,0 0 0,11-10 0,-17 18 0,1-1 0,-1 1 0,0-1 0,1 1 0,-1 0 0,0 0 0,1-1 0,-1 1 0,1 0 0,-1 0 0,1-1 0,-1 1 0,1 0 0,-1 0 0,0 0 0,1 0 0,-1 0 0,1-1 0,-1 1 0,1 0 0,-1 0 0,1 0 0,-1 0 0,1 1 0,-1-1 0,1 0 0,-1 0 0,1 0 0,-1 0 0,1 0 0,0 1 0,-1 0 0,1 0 0,0 0 0,0 0 0,-1 0 0,1 0 0,0 0 0,-1 0 0,1 0 0,-1 0 0,1 0 0,-1 0 0,1 2 0,3 41 0,-4-40 0,0 412 252,-2-179-1869,2-207-5209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0:52.7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16 434 24575,'-1'-10'0,"0"-1"0,-5-17 0,4 20 0,0-1 0,1 1 0,0-1 0,0 0 0,1-11 0,0 17 0,1 1 0,-1-1 0,1 1 0,-1-1 0,1 1 0,0-1 0,0 1 0,1-1 0,-1 1 0,0 0 0,1 0 0,-1-1 0,1 1 0,0 0 0,0 1 0,0-1 0,0 0 0,0 0 0,0 1 0,0-1 0,5-1 0,22-10 0,0 2 0,1 1 0,43-9 0,-23 6 0,5-1 0,-6 2 0,0-2 0,73-32 0,-118 44 0,1 0 0,-1-1 0,1 1 0,-1-1 0,0 0 0,0 0 0,0 0 0,6-8 0,-10 11 0,1 0 0,-1-1 0,0 1 0,0 0 0,1 0 0,-1-1 0,0 1 0,0 0 0,0 0 0,0-1 0,0 1 0,1 0 0,-1-1 0,0 1 0,0 0 0,0-1 0,0 1 0,0 0 0,0-1 0,0 1 0,0 0 0,0-1 0,0 1 0,0 0 0,0-1 0,0 1 0,-1 0 0,1-1 0,0 1 0,0 0 0,0-1 0,-1 1 0,-10-4 0,-17 7 0,-2 3 0,1 2 0,1 1 0,0 1 0,0 1 0,-41 24 0,47-23 0,2 1 0,-1 1 0,2 1 0,0 1 0,1 1 0,0 0 0,-18 25 0,32-36 0,0-1 0,0 1 0,1 0 0,0 0 0,0 1 0,0-1 0,1 0 0,0 1 0,0 0 0,0 0 0,0 13 0,2-16 0,0 0 0,0 0 0,1-1 0,-1 1 0,1 0 0,0 0 0,0 0 0,1 0 0,-1-1 0,1 1 0,-1-1 0,1 1 0,0-1 0,1 0 0,-1 0 0,1 0 0,-1 0 0,1 0 0,0 0 0,0-1 0,0 1 0,5 2 0,2 1 0,1-1 0,0 0 0,0 0 0,0-1 0,1-1 0,-1 0 0,1-1 0,0 0 0,0 0 0,0-1 0,16-1 0,-2-1 0,0-1 0,0-2 0,-1 0 0,31-10 0,-39 9 0,-1-1 0,0 0 0,-1-1 0,0-1 0,0 0 0,0-1 0,-1-1 0,-1 0 0,0-1 0,0 0 0,-1-1 0,0 0 0,-1-1 0,-1-1 0,0 0 0,0 0 0,-2-1 0,0 0 0,0 0 0,-2-1 0,0 0 0,8-32 0,-5-13 0,3-9 0,-12 69 0,0 1 0,0 0 0,0-1 0,0 1 0,0 0 0,0 0 0,0-1 0,0 1 0,0 0 0,0-1 0,0 1 0,0 0 0,1-1 0,-1 1 0,0 0 0,0 0 0,0-1 0,1 1 0,-1 0 0,0 0 0,0 0 0,0-1 0,1 1 0,-1 0 0,0 0 0,1 0 0,-1 0 0,0-1 0,0 1 0,1 0 0,6 7 0,3 18 0,-9-23 0,11 34 0,-4-11 0,1 0 0,23 45 0,-31-69 0,0 1 0,0-1 0,0 0 0,0 0 0,0 1 0,0-1 0,1 0 0,-1 0 0,0 0 0,1 0 0,-1-1 0,0 1 0,1 0 0,-1-1 0,1 1 0,0 0 0,-1-1 0,1 0 0,-1 1 0,1-1 0,0 0 0,-1 0 0,1 0 0,-1 0 0,1 0 0,0 0 0,-1-1 0,1 1 0,0 0 0,-1-1 0,1 1 0,2-2 0,6-3 0,0 1 0,-1-2 0,18-12 0,-11 8 0,14-10 0,2 2 0,0 1 0,1 2 0,0 1 0,66-18 0,-94 31 0,0 0 0,0 0 0,0 1 0,0-1 0,0 1 0,0 1 0,0-1 0,0 0 0,0 1 0,0 0 0,7 3 0,-10-3 0,0 0 0,0 0 0,0 0 0,-1 0 0,1 1 0,0-1 0,-1 1 0,1-1 0,-1 1 0,1 0 0,-1-1 0,0 1 0,1 0 0,-1 0 0,0 0 0,-1 0 0,1 0 0,0 0 0,0 0 0,-1 0 0,1 1 0,-1-1 0,0 0 0,0 0 0,0 0 0,0 1 0,0-1 0,-1 3 0,0 6 0,-1-1 0,0 0 0,-1 1 0,0-1 0,-1 0 0,0 0 0,-1-1 0,-5 10 0,-51 70 0,60-87 0,-15 17 0,15-18 0,0 0 0,1 0 0,-1 0 0,0-1 0,0 1 0,1 0 0,-1 0 0,0-1 0,0 1 0,0-1 0,0 1 0,0-1 0,0 1 0,0-1 0,0 0 0,0 1 0,0-1 0,-2 0 0,3-1 0,-1 0 0,1 0 0,0 0 0,0 0 0,0 0 0,-1 0 0,1 0 0,0 0 0,0 0 0,0 0 0,1 0 0,-1 0 0,0 0 0,0 0 0,0 0 0,1 0 0,-1 0 0,1 0 0,-1 0 0,1-1 0,12-26 0,1 0 0,1 0 0,1 2 0,2-1 0,0 2 0,2 1 0,1 0 0,0 2 0,2 0 0,49-36 0,-64 53 0,0 0 0,1 0 0,-1 1 0,1 0 0,0 0 0,0 1 0,0 0 0,0 1 0,1 0 0,-1 1 0,12-1 0,-15 2 0,0 0 0,0 0 0,-1 1 0,1 0 0,-1 0 0,1 1 0,-1-1 0,1 1 0,-1 0 0,0 1 0,0-1 0,0 1 0,0 0 0,0 0 0,0 1 0,-1-1 0,0 1 0,0 0 0,0 0 0,4 6 0,-3-2 34,1 1 1,-1-1-1,0 1 0,-1 1 0,0-1 0,-1 1 0,0-1 0,0 1 0,2 14 1,-3-4-462,0 1 0,-2-1 1,-2 34-1,-5 0-6399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0:53.2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102 1764 24575,'-25'1'0,"17"0"0,0-1 0,0 0 0,0 0 0,1 0 0,-1-1 0,-15-4 0,23 5 0,0 0 0,-1 0 0,1-1 0,-1 1 0,1 0 0,-1 0 0,1-1 0,0 1 0,-1-1 0,1 1 0,0 0 0,-1-1 0,1 1 0,0-1 0,0 1 0,-1-1 0,1 1 0,0 0 0,0-1 0,0 1 0,0-1 0,0 1 0,0-1 0,0 1 0,-1-1 0,1 1 0,1-1 0,-1 1 0,0-1 0,0 1 0,0-1 0,0 1 0,0-1 0,0 1 0,0-1 0,1 1 0,-1-1 0,0 1 0,0-1 0,1 1 0,-1 0 0,0-1 0,1 1 0,-1-1 0,0 1 0,1 0 0,-1-1 0,1 1 0,0-1 0,22-20 0,18-6 0,2 1 0,61-27 0,-66 34 0,676-297-3277,21 39-806,528-138 692,12 41 2838,-1209 355 905,22-5 947,142-60 0,-224 82-1152,32-18 485,-37 19-476,1 0-1,-1 0 1,1 0 0,-1 0 0,0 0 0,1 0-1,-1 0 1,0-1 0,0 1 0,0-1 0,0 1 0,0-1-1,0 1 1,-1-1 0,1 1 0,0-1 0,0-3-1,-1 5-102,0-1 0,0 0 0,0 0 0,0 0 0,0 1 0,-1-1 0,1 0 0,0 0 0,0 1 0,-1-1 0,1 0 0,0 0-1,-1 1 1,1-1 0,-1 0 0,1 1 0,-1-1 0,1 1 0,-1-1 0,0 1 0,1-1 0,-1 1 0,0-1 0,1 1 0,-1-1-1,-1 1 1,-21-9 1514,-1 6-1428,1 0 1,-1 1 0,0 1-1,-25 3 1,44-2-428,-23 1-6538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0:53.5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116 85 24575,'-3'-3'0,"0"1"0,0 0 0,0 0 0,-1 0 0,1 0 0,-1 1 0,1-1 0,-6 0 0,-7-4 0,6 2 0,-25-13 0,34 17 0,-1-1 0,1 0 0,0 0 0,-1 0 0,1 0 0,0 0 0,0 0 0,0 0 0,0 0 0,0 0 0,0 0 0,0-1 0,0 1 0,0 0 0,1-1 0,-1 1 0,0-1 0,1 1 0,-1-2 0,1 2 0,0 0 0,1 1 0,-1-1 0,0 0 0,1 0 0,-1 1 0,0-1 0,1 0 0,-1 1 0,1-1 0,-1 0 0,1 1 0,-1-1 0,1 1 0,-1-1 0,1 1 0,0-1 0,-1 1 0,1-1 0,0 1 0,0 0 0,-1-1 0,1 1 0,0 0 0,0-1 0,-1 1 0,1 0 0,0 0 0,0 0 0,0 0 0,-1 0 0,3 0 0,27 0 0,-30 0 0,35 4 0,-1 1 0,0 2 0,-1 1 0,1 1 0,-2 3 0,0 0 0,0 2 0,55 34 0,-74-41 0,-1 2 0,0 0 0,-1 0 0,0 1 0,0 1 0,12 16 0,-19-22 0,0 0 0,-1 0 0,0 0 0,0 1 0,0 0 0,-1-1 0,0 1 0,0 0 0,0 0 0,-1 0 0,0 0 0,0 1 0,-1-1 0,1 0 0,-1 0 0,-1 0 0,1 1 0,-2 5 0,0-3 29,-1-1-1,0 1 1,-1-1-1,0 0 0,0 0 1,0 0-1,-1-1 1,0 1-1,-1-1 1,0 0-1,-9 8 1,-4 2-598,0-1 0,-39 24 0,-26 10-6257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0:54.8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69 1 24575,'-5'0'0,"0"0"0,1 0 0,-1 1 0,1 0 0,-1 0 0,1 0 0,-1 1 0,1-1 0,0 1 0,-7 4 0,10-6 0,0 1 0,0 0 0,0-1 0,0 1 0,1 0 0,-1 0 0,0-1 0,0 1 0,1 0 0,-1 0 0,1 0 0,-1 0 0,1 0 0,-1 0 0,1 0 0,0 0 0,-1 0 0,1 0 0,0 2 0,0-1 0,0-1 0,0 1 0,1 0 0,-1-1 0,1 1 0,-1 0 0,1-1 0,0 1 0,0-1 0,-1 1 0,1-1 0,0 0 0,0 1 0,0-1 0,1 0 0,1 2 0,10 10 0,1-1 0,1-1 0,-1 0 0,20 10 0,70 31 0,-71-37 0,1154 490-6438,-836-363 4955,82 35-650,2306 914 294,-2463-987 1213,454 178 1143,-724-279-459,233 109 2016,-237-110-1977,49 31 1821,-48-31-1800,-1 0 0,1 0-1,-1 0 1,0 1 0,1-1 0,-1 1 0,0-1 0,-1 1 0,1 0 0,0 0 0,-1 0 0,0 0 0,3 6-1,-4-8-22,0 0-1,0 1 1,0-1-1,0 0 1,0 1-1,0-1 0,0 0 1,-1 0-1,1 1 1,0-1-1,-1 0 1,1 0-1,-1 0 0,1 1 1,-1-1-1,0 0 1,0 0-1,1 0 1,-1 0-1,0 0 1,0 0-1,0 0 0,0 0 1,0-1-1,-1 2 1,-2 1 45,-1-1 0,1 0 0,0 1 0,-1-1 0,-7 2 1,-8 1 151,1-1 1,-1-1-1,0-1 1,0 0-1,-30-2 1,0-4 283,-51-9 1,71 8-577,0-1 0,1-2 0,0-1 0,0-1 0,1-1 0,-33-19 0,50 23 0,0 0 0,1 0 0,0-1 0,1 0 0,-1-1 0,2 0 0,-13-16 0,16 17 0,0 0 0,0-1 0,1 1 0,0-1 0,1 0 0,0 0 0,0 0 0,1 0 0,0 0 0,0-1 0,1-10 0,1 5 0,0 0 0,1 1 0,1-1 0,1 0 0,0 1 0,1-1 0,0 1 0,1 0 0,8-15 0,-8 17 0,2 1 0,-1 0 0,1 0 0,1 1 0,0-1 0,0 2 0,1-1 0,0 1 0,1 1 0,19-15 0,-26 22 0,0-1 0,0 0 0,0 1 0,0-1 0,0 1 0,0 0 0,0 0 0,1 0 0,-1 0 0,0 1 0,1-1 0,-1 1 0,0 0 0,1 0 0,-1 0 0,0 1 0,1-1 0,-1 1 0,0-1 0,0 1 0,1 0 0,-1 1 0,0-1 0,0 0 0,0 1 0,0 0 0,0-1 0,-1 1 0,1 0 0,-1 1 0,1-1 0,-1 0 0,0 1 0,4 3 0,3 7 0,0 1 0,-1 0 0,0 0 0,-1 0 0,10 30 0,-10-25 0,-1 0 0,-1 1 0,-1 0 0,-1 0 0,0 0 0,0 26 0,-4-36 0,1 0 0,-1-1 0,-1 1 0,1 0 0,-2 0 0,1-1 0,-1 0 0,-1 1 0,0-1 0,0 0 0,-1-1 0,0 1 0,0-1 0,-13 15 0,-24 16-1365,-1-7-5461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0:55.4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0 24575,'-24'3'0,"18"2"0,16 1 0,8 0 0,1-1 0,-1-1 0,31 4 0,-9-3 0,608 88-1059,-176-27-323,1458 256-4277,-484-38 4347,-1412-278 1418,240 37 1790,-230-43-967,-44 1-836,1-1 1,0 0 0,0 0-1,-1-1 1,1 1-1,0 0 1,0 0 0,-1 0-1,1 0 1,0-1 0,-1 1-1,1 0 1,0 0-1,-1-1 1,1 1 0,-1-1-1,1 1 1,0-1-1,-1 1 1,1-1 0,0 0-1,-1 1-44,0-1-1,0 1 0,0-1 1,0 1-1,0-1 0,0 1 0,0-1 1,0 1-1,-1-1 0,1 1 1,0-1-1,0 1 0,0-1 1,-1 1-1,1-1 0,0 1 1,0-1-1,-1 1 0,1-1 1,0 1-1,-1 0 0,0-1 1,-26-21 1580,25 21-1477,-74-46 403,-59-42 153,118 76-664,1 0 1,0-2-1,1 0 1,1 0-1,-20-27 0,30 34-44,0 1 0,0-1 0,0 0 0,-4-14 0,7 20 0,0 0 0,1 0 0,-1 0 0,1 0 0,-1 0 0,1 0 0,0 0 0,0-1 0,-1 1 0,2 0 0,-1 0 0,0 0 0,0 0 0,1 0 0,-1 0 0,1 0 0,0 0 0,-1 0 0,1 0 0,0 0 0,0 0 0,0 0 0,1 1 0,1-3 0,-2 3 0,0 0 0,0 1 0,0-1 0,0 1 0,0 0 0,0-1 0,0 1 0,0 0 0,0 0 0,0 0 0,0 0 0,1-1 0,-1 2 0,0-1 0,0 0 0,0 0 0,0 0 0,0 0 0,0 1 0,0-1 0,0 0 0,0 1 0,0-1 0,0 1 0,0-1 0,0 1 0,0 0 0,0-1 0,0 1 0,0 0 0,-1 0 0,2 1 0,28 35 0,-24-29 0,11 15 0,2 1 0,-1 1 0,-1 1 0,20 40 0,-36-64 0,0 0 0,0 0 0,0 0 0,-1 1 0,1-1 0,-1 0 0,1 1 0,-1-1 0,0 0 0,0 1 0,0-1 0,0 0 0,0 1 0,0-1 0,-1 0 0,1 1 0,-1-1 0,1 0 0,-1 1 0,0-1 0,0 0 0,0 0 0,-2 3 0,-1-1 0,0 0 0,0-1 0,0 1 0,0-1 0,0 0 0,-1 0 0,0 0 0,1-1 0,-10 4 0,-30 10-1365,-2-1-5461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0:22.5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534 0 24575,'-59'263'0,"-11"63"0,1 205 0,5-33 0,-42-8 0,-29-49-1365,104-341-5461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0:22.9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392 1 24575,'-20'121'0,"-42"347"0,73 125 0,4-239 0,-16-247 0,-30 198 0,-48 101 0,67-349 0,7-22 0,1-1 0,2 68 0,-3 29 0,3-119 0,-1 0 0,1 0 0,-2-1 0,0 1 0,0-1 0,-1 1 0,0-1 0,-1-1 0,0 1 0,-11 13 0,-6 3 0,-1-1 0,-35 29 0,57-53 0,-15 15-1365,4-3-5461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0:29.3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366 227 24575,'6'-18'0,"0"0"0,-1-1 0,-1 1 0,-1-1 0,0 0 0,-1-34 0,-2 50 0,0 0 0,-1 0 0,1 1 0,-1-1 0,0 0 0,0 0 0,0 1 0,0-1 0,-1 0 0,1 1 0,-1 0 0,1-1 0,-1 1 0,0 0 0,0 0 0,0 0 0,0 0 0,0 0 0,0 0 0,-1 0 0,1 1 0,-1-1 0,1 1 0,-1 0 0,1 0 0,-1 0 0,0 0 0,0 0 0,1 0 0,-1 1 0,0-1 0,-4 1 0,-2 0 0,0 0 0,0 0 0,0 1 0,1 0 0,-1 1 0,0 0 0,1 0 0,-1 1 0,-13 6 0,6 0 0,0 1 0,0 0 0,1 1 0,0 1 0,1 0 0,1 1 0,0 1 0,0 0 0,1 1 0,1 0 0,1 0 0,0 2 0,1-1 0,1 1 0,0 0 0,1 1 0,1-1 0,-7 38 0,11-47 0,1 0 0,1-1 0,0 1 0,0 0 0,0 0 0,1 0 0,0-1 0,0 1 0,1 0 0,0-1 0,1 1 0,-1-1 0,1 0 0,1 0 0,-1 0 0,1 0 0,1-1 0,-1 1 0,1-1 0,0 0 0,0-1 0,1 1 0,0-1 0,0 0 0,0 0 0,1-1 0,-1 0 0,1 0 0,0 0 0,0-1 0,0 0 0,1-1 0,-1 1 0,1-1 0,13 1 0,34 1-1365,-2-5-5461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0:30.0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436 368 24575,'-6'-6'0,"-1"-1"0,0 1 0,0 1 0,-1-1 0,1 1 0,-1 0 0,0 1 0,-1 0 0,-9-4 0,15 7 0,0 1 0,0-1 0,0 0 0,0 1 0,-1-1 0,1 1 0,0 0 0,0 0 0,0 1 0,0-1 0,-1 0 0,1 1 0,0 0 0,0 0 0,0 0 0,0 0 0,0 0 0,1 1 0,-1-1 0,0 1 0,0 0 0,1 0 0,-1 0 0,1 0 0,0 0 0,0 0 0,-1 1 0,2-1 0,-1 1 0,-2 3 0,-4 7 0,1 1 0,0 0 0,1 1 0,-8 27 0,-11 69 0,16-64 0,-105 661 0,75-436 0,34-233 0,-8 41 0,-2 124 0,14-197 0,2 0 0,-1-1 0,1 1 0,0-1 0,0 1 0,1-1 0,0 1 0,0-1 0,0 0 0,1 0 0,5 8 0,-5-10 0,0 0 0,0 0 0,1 0 0,-1-1 0,1 0 0,0 0 0,0 0 0,0 0 0,1 0 0,-1-1 0,1 0 0,-1 0 0,1 0 0,0 0 0,8 1 0,14 2 0,1-1 0,-1-1 0,44-2 0,88-11 0,-118 6 0,275-25-310,413-30-785,-173 34 1103,304-21-348,-823 44 359,46-6-60,-75 7 77,1-1 0,-1 0 0,0 0 0,0-1 0,0 0 0,15-8 0,-21 9 0,1 0 0,-1 0 0,0 1 1,-1-1-1,1 0 0,0 0 0,-1-1 0,1 1 1,-1 0-1,1-1 0,-1 1 0,0 0 0,0-1 1,0 0-1,-1 1 0,1-1 0,0 1 1,-1-1-1,0-5 0,1-5 186,-2-1-1,-3-24 1,1 8-104,2-18-118,2 0 0,2 0 0,2 0 0,14-57 0,61-185 0,-58 218 0,13-40 0,43-156 0,-63 204 0,-2-1 0,4-78 0,-16 124 0,0 0 0,-2 0 0,0 0 0,-1-1 0,-1 1 0,-1 1 0,-8-26 0,8 34 0,0-1 0,-1 2 0,0-1 0,0 0 0,-1 1 0,-1 0 0,0 1 0,0-1 0,0 1 0,-1 1 0,0-1 0,-1 1 0,1 1 0,-13-8 0,0 3 6,-1 1-1,0 1 0,0 1 1,-1 1-1,0 1 0,-1 0 1,-25-1-1,-24 0-112,-75 4 0,-709 56-2637,700-38 2895,-902 101-3040,930-96 2863,-129 40 1,181-37-2462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0:30.5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 39 24575,'-15'233'0,"-1"-8"0,12 61 0,4-486 0,4-115 0,-3 293 0,0 0 0,2 0 0,1 1 0,1-1 0,8-23 0,-11 38 0,1 1 0,0-1 0,0 1 0,1 0 0,-1 0 0,1 0 0,1 1 0,-1-1 0,1 1 0,0 0 0,0 0 0,1 1 0,-1 0 0,1-1 0,0 2 0,0-1 0,0 1 0,1 0 0,12-4 0,-5 4-91,-1 0 0,1 1 0,0 1 0,0 0 0,0 1 0,0 0 0,0 1 0,0 1 0,-1 0 0,1 1 0,-1 0 0,1 1 0,-1 1 0,20 10 0,-6-1-6735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0:31.1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172 147 24575,'-23'9'0,"1"1"0,0 1 0,1 0 0,0 2 0,-19 15 0,38-26 0,0-1 0,0 1 0,0-1 0,1 1 0,-1-1 0,0 1 0,1 0 0,0 0 0,-1 0 0,1 0 0,0 0 0,0 0 0,0 0 0,-1 2 0,2-3 0,0 0 0,0 0 0,1 0 0,-1 0 0,0 0 0,0 0 0,1 0 0,-1 0 0,0 0 0,1 0 0,-1-1 0,1 1 0,-1 0 0,1 0 0,0 0 0,-1-1 0,1 1 0,0 0 0,-1-1 0,1 1 0,0-1 0,0 1 0,0-1 0,-1 1 0,1-1 0,0 1 0,0-1 0,0 0 0,0 1 0,0-1 0,0 0 0,0 0 0,0 0 0,1 0 0,16 4 0,0-1 0,0 0 0,1-2 0,-1 0 0,0-1 0,26-4 0,-15 0 0,-1-1 0,1-1 0,35-14 0,-51 15 0,-1 1 0,0-2 0,0 0 0,0 0 0,-1-1 0,17-14 0,-25 19 0,0-1 0,-1 1 0,1-1 0,-1 0 0,1 0 0,-1 0 0,0 0 0,0-1 0,0 1 0,-1-1 0,1 1 0,-1-1 0,0 1 0,0-1 0,0 0 0,0 1 0,-1-1 0,1 0 0,-1 0 0,0 0 0,0 1 0,-1-1 0,1 0 0,-1 0 0,0 0 0,0 1 0,-2-6 0,-12-26 0,15 35 0,0 0 0,0 0 0,0 0 0,0 0 0,-1 0 0,1 0 0,0 0 0,0 0 0,0 0 0,0 0 0,0 0 0,-1 0 0,1 0 0,0 0 0,0 0 0,0 0 0,0 0 0,0 0 0,-1 0 0,1 0 0,0 0 0,0 0 0,0 0 0,0 0 0,0 0 0,0 0 0,-1 0 0,1 0 0,0 0 0,0 0 0,0 0 0,0 1 0,0-1 0,0 0 0,0 0 0,0 0 0,-1 0 0,1 0 0,0 0 0,0 0 0,0 1 0,0-1 0,0 0 0,0 0 0,0 0 0,0 0 0,0 0 0,0 1 0,0-1 0,0 0 0,0 0 0,0 0 0,0 0 0,0 0 0,0 1 0,0-1 0,0 0 0,0 0 0,0 0 0,0 0 0,0 0 0,0 0 0,0 1 0,0-1 0,1 0 0,-2 13 0,19 167 0,-7-91 0,-9-66 0,-1-13 0,0-1 0,0 1 0,4 13 0,-5-23 0,0 0 0,0 1 0,0-1 0,0 0 0,0 0 0,0 0 0,0 1 0,0-1 0,0 0 0,0 0 0,0 1 0,0-1 0,0 0 0,0 0 0,1 0 0,-1 0 0,0 1 0,0-1 0,0 0 0,0 0 0,0 0 0,1 0 0,-1 1 0,0-1 0,0 0 0,0 0 0,1 0 0,-1 0 0,0 0 0,0 0 0,0 0 0,1 0 0,-1 1 0,0-1 0,0 0 0,1 0 0,-1 0 0,0 0 0,0 0 0,0 0 0,1 0 0,-1 0 0,0-1 0,9-9 0,3-18 0,-12 27 0,36-115 0,-25 73 0,3 1 0,1 0 0,33-63 0,-46 101 0,1 0 0,-1 0 0,1 0 0,1 0 0,-1 0 0,0 1 0,7-6 0,-9 8 0,0 0 0,0 1 0,0-1 0,0 1 0,0-1 0,0 1 0,0 0 0,1-1 0,-1 1 0,0 0 0,0 0 0,0-1 0,0 1 0,0 0 0,1 0 0,-1 1 0,0-1 0,0 0 0,0 0 0,0 0 0,0 1 0,0-1 0,0 0 0,0 1 0,1-1 0,-1 1 0,-1 0 0,1-1 0,0 1 0,0 0 0,0-1 0,0 1 0,0 0 0,-1 0 0,1 0 0,0 0 0,0 1 0,4 5 0,-1-1 0,0 1 0,-1-1 0,0 1 0,0 0 0,0 1 0,2 8 0,8 56 0,-11-51 0,11 39 0,-13-59 0,0-1 0,0 1 0,1-1 0,-1 1 0,0-1 0,0 0 0,0 1 0,0-1 0,1 1 0,-1-1 0,0 0 0,0 1 0,1-1 0,-1 0 0,0 1 0,0-1 0,1 0 0,-1 1 0,0-1 0,1 0 0,-1 0 0,1 1 0,-1-1 0,0 0 0,1 0 0,-1 0 0,1 0 0,-1 0 0,1 1 0,-1-1 0,0 0 0,1 0 0,-1 0 0,1 0 0,-1 0 0,1 0 0,-1 0 0,0-1 0,1 1 0,-1 0 0,1 0 0,-1 0 0,1 0 0,-1 0 0,0-1 0,1 1 0,0 0 0,20-18 0,-10 7 0,-9 10 11,1-1 0,-1 1-1,0 0 1,1 0 0,-1 0-1,0 0 1,1 0 0,-1 1-1,1-1 1,0 1 0,-1-1-1,1 1 1,-1 0 0,1 0-1,0 0 1,-1 0 0,1 1-1,-1-1 1,1 1 0,-1 0-1,1-1 1,-1 1 0,1 0-1,-1 1 1,0-1 0,1 0-1,-1 1 1,0-1 0,0 1-1,0-1 1,3 5 0,1 0-225,0 1 1,-1 1 0,1-1-1,-1 1 1,-1 0 0,0 0-1,6 15 1,-1 3-6613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0:31.8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470 303 24575,'-10'11'0,"0"1"0,1 0 0,0 1 0,1 0 0,0 1 0,1 0 0,-9 26 0,-25 106 0,39-140 0,-75 384 0,19-91 0,-138 505-548,190-784 548,3-13 0,1-1 0,0 0 0,1 0 0,-1 0 0,1 1 0,0-1 0,1 1 0,0-1 0,1 12 0,-1-16 12,1-1-1,-1 1 0,1-1 1,0 0-1,-1 1 1,1-1-1,0 0 0,0 0 1,0 0-1,0 1 1,0-1-1,0 0 0,0 0 1,1 0-1,-1-1 1,0 1-1,0 0 0,1 0 1,-1-1-1,3 2 1,32 6 285,-30-7-286,257 23 50,6-20-201,-180-3-37,1412-35-3641,-831 10 4025,311-5-1281,-977 28 1066,22 1 362,1-2-1,37-7 1,-62 9-265,0-1 1,1 1-1,-1-1 1,0 0-1,1 0 1,-1 1-1,0-2 0,0 1 1,0 0-1,0 0 1,0-1-1,0 1 0,3-4 1,-5 4-35,1 0-1,-1 0 1,0 0 0,1 0 0,-1-1-1,0 1 1,1 0 0,-1 0 0,0 0 0,0-1-1,0 1 1,0 0 0,0 0 0,0 0-1,-1-1 1,1 1 0,0 0 0,-1 0-1,1 0 1,-1 0 0,1 0 0,-1-1 0,1 1-1,-1 0 1,0 0 0,1 0 0,-2-1-1,-14-18 360,-29-30 0,0 0-139,14 10-275,1-1 0,3-1 0,1-1 0,2-2 0,2 0 0,2-2 0,2 0 0,-13-54 0,19 46 0,1-2 0,3 1 0,3-1 0,2 0 0,3-1 0,13-109 0,49-160 0,-10 68 0,-37 176 0,5-139 0,-20 215 0,0-1 0,-1 0 0,1 0 0,-2 0 0,1 0 0,-4-10 0,4 16 0,0-1 0,-1 0 0,1 1 0,-1-1 0,1 1 0,-1-1 0,0 1 0,0 0 0,0 0 0,0 0 0,0 0 0,-1 0 0,1 0 0,0 1 0,-1-1 0,0 1 0,1-1 0,-1 1 0,0 0 0,-2-1 0,-11-1 0,0 1 0,0 0 0,0 1 0,0 0 0,0 1 0,0 1 0,-24 5 0,14-3 0,8-1-1,-1437 149-3796,1320-138 3783,-602 64-21,9 36-1494,494-56 2029,196-45-3815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0:55.9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412 1135 24575,'-151'9'0,"25"-1"0,100-7 0,-29 1 0,51-2 0,0 0 0,1-1 0,-1 1 0,0-1 0,0 0 0,0 0 0,1-1 0,-1 1 0,0 0 0,-4-4 0,7 5 0,1-1 0,-1 0 0,1 1 0,-1-1 0,1 1 0,-1-1 0,1 0 0,-1 1 0,1-1 0,-1 0 0,1 1 0,0-1 0,-1 0 0,1 0 0,0 1 0,0-1 0,0 0 0,0 0 0,0 0 0,-1 1 0,1-1 0,1 0 0,-1 0 0,0 0 0,0 0 0,0 1 0,0-1 0,0 0 0,1 0 0,-1 1 0,0-1 0,1 0 0,-1 1 0,1-1 0,-1 0 0,1 1 0,-1-1 0,1 0 0,-1 1 0,1-1 0,-1 1 0,1-1 0,1 0 0,32-25 0,12-1 33,1 2-1,69-26 0,114-28-376,-196 68 198,853-238-4250,15 51 982,-167 57 2694,-55 11-639,-606 116 1620,-10 3 468,-1-3 0,112-40 0,-169 51-568,0 1 0,-1-1 0,1 0 0,-1 0 0,8-7 0,-12 10-103,-1 0 0,1 0 0,-1-1-1,0 1 1,1 0 0,-1-1 0,1 1 0,-1-1-1,0 1 1,1-1 0,-1 1 0,0 0 0,1-1-1,-1 1 1,0-1 0,0 1 0,0-1-1,1 0 1,-1 1 0,0-1 0,0 1 0,0-1-1,0 1 1,0-1 0,0 1 0,0-1 0,0 0-1,0 1 1,0-1 0,0 1 0,-1-1 0,1 1-1,0-1 1,0 1 0,0-1 0,-1 1-1,1-1 1,0 1 0,-1-1 0,1 1 0,0 0-1,-1-1 1,0 0 0,-22-10 739,0 5-38,0 0 0,0 2-1,-44-3 1,-76 5-680,92 3-1030,-12-1-5875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0:56.2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14 24575,'29'-7'0,"-26"6"0,0 0 0,0 0 0,0 0 0,0 0 0,0 1 0,0-1 0,0 1 0,0 0 0,1 0 0,3 0 0,12 6 0,-2 0 0,1 0 0,-1 2 0,0 0 0,19 13 0,-17-11 0,-7-3 0,0 0 0,0 1 0,0 0 0,-1 1 0,0 0 0,0 1 0,12 16 0,-19-21 0,-1 0 0,1 0 0,-1 0 0,-1 1 0,1-1 0,-1 1 0,0-1 0,0 1 0,-1 0 0,1 0 0,-1 0 0,-1 0 0,1 0 0,-1 0 0,0 0 0,0 0 0,-1 0 0,0 0 0,0 0 0,-2 8 0,-2-2-170,0 0-1,0-1 0,-1 0 1,-1 0-1,0 0 0,0-1 1,-10 10-1,-22 25-6655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0:56.7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257 3077 24575,'-97'82'0,"33"-30"0,43-34 0,-1 1 0,-25 18 0,41-34 0,13-9 0,16-13 0,424-257-1062,-411 255 958,2068-1162-9583,-437 281 9024,-1254 681 435,-302 162 222,187-103 39,-21-17 1980,-248 157-1256,29-28 0,-50 42-361,0 0 0,-1 0 0,-1-1 0,1 0 0,-1 0 0,-1 0 0,9-20 1,-12 26-274,-1 1 1,0-1 0,-1 0 0,1 1 0,0-1-1,-1 0 1,1 0 0,-1 1 0,0-1 0,0 0 0,0 0-1,0 0 1,-1 1 0,1-1 0,-1 0 0,1 1 0,-1-1-1,0 0 1,0 1 0,0-1 0,-1 1 0,1-1-1,0 1 1,-1 0 0,0-1 0,1 1 0,-1 0 0,0 0-1,0 0 1,0 0 0,-1 1 0,1-1 0,0 1-1,-1-1 1,1 1 0,-3-1 0,0 0-175,0 0-1,0 0 1,-1 1-1,1 0 1,0 0 0,0 0-1,-1 0 1,1 1-1,0 0 1,-1 0 0,1 1-1,0 0 1,0 0 0,-1 0-1,1 0 1,0 1-1,-8 3 1,-7 7-6775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0:56.9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19 220 24575,'-2'-2'0,"1"0"0,-1 1 0,1-1 0,-1 0 0,1 0 0,0 0 0,-1 0 0,1-1 0,0 1 0,0 0 0,1 0 0,-1-1 0,0 1 0,1 0 0,-1-1 0,1 1 0,0-5 0,0 4 0,1-1 0,0 1 0,0 0 0,0 0 0,0 0 0,1-1 0,-1 1 0,1 0 0,0 1 0,0-1 0,0 0 0,3-3 0,9-9 0,0 0 0,2 1 0,31-23 0,-36 29 0,1 1 0,0 1 0,-1-1 0,2 2 0,-1 0 0,1 1 0,14-4 0,-23 7 0,0 0 0,1 1 0,-1 0 0,0 0 0,1 0 0,-1 0 0,0 0 0,0 1 0,1 0 0,-1 0 0,0 0 0,0 0 0,0 1 0,0-1 0,0 1 0,5 4 0,-4-2 0,0 0 0,0 0 0,0 1 0,-1-1 0,0 1 0,0 1 0,0-1 0,0 0 0,5 12 0,-2 2 0,0-1 0,-1 1 0,-1 1 0,-1-1 0,0 1 0,0 22 0,-3-34-85,0 0 0,-1 1-1,0-1 1,0 0 0,-1 0-1,0 0 1,0 1 0,-1-1-1,0 0 1,-1-1 0,1 1-1,-2 0 1,1-1 0,-1 0-1,-7 12 1,-12 7-6741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1:03.1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 62 24575,'-23'5'0,"15"-3"0,16-4 0,82-13 0,145-5 0,3 1 0,-193 12-1365,-10 1-5461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1:03.3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75 4 24575,'-6'-3'0,"-2"2"0,4 5 0,2 6 0,2 9 0,0 6 0,1 5 0,0 6 0,-4 7 0,0 3 0,-3 1 0,-4-2 0,-3-2 0,1-3 0,2-9-8191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1:03.5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288 22 24575,'0'-3'0,"0"-4"0,-3-1 0,-4 5 0,-7 4 0,-4 9 0,-4 9 0,-5 6 0,-7 9 0,-3 7 0,2 2 0,0 0 0,4-1 0,7-9-8191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1:03.6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43 24575,'0'-6'0,"3"-4"0,4-2 0,4 2 0,2 6 0,6 9 0,8 13 0,9 12 0,6 7 0,6 8 0,6 7 0,2 3 0,-7-9-8191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1:04.5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46 24575,'0'-6'0,"0"-4"0,0-5 0,0 4 0,0 7 0,0 10 0,0 10 0,0 10 0,0 11 0,3 7 0,1 6 0,0 2 0,-1 2 0,-1 1 0,-1-4 0,0-10-8191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1:04.8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12 279 24575,'-1'-1'0,"0"0"0,0 0 0,0 0 0,0 0 0,0 0 0,1 0 0,-1 0 0,0 0 0,1 0 0,-1 0 0,1 0 0,-1-1 0,1 1 0,-1 0 0,1 0 0,0-1 0,0 1 0,0 0 0,0 0 0,0-3 0,0 3 0,1 0 0,-1 0 0,1 0 0,-1 0 0,1 0 0,-1 0 0,1 0 0,0 0 0,0 0 0,0 1 0,-1-1 0,1 0 0,0 0 0,0 1 0,0-1 0,0 0 0,2 0 0,5-2 0,0 0 0,0 1 0,0 0 0,14-2 0,-21 3 0,50-6 0,4-1 0,0-2 0,87-28 0,-134 35 0,-1 0 0,1-1 0,-1 0 0,0 0 0,0-1 0,0 0 0,0 0 0,9-10 0,-15 14 0,1-1 0,0 0 0,-1 1 0,0-1 0,1 0 0,-1 0 0,0 0 0,0 0 0,0 0 0,0-1 0,-1 1 0,1 0 0,0 0 0,-1 0 0,0-1 0,1 1 0,-1 0 0,0-1 0,0 1 0,0 0 0,-1-1 0,1 1 0,-1 0 0,1 0 0,-1-1 0,1 1 0,-1 0 0,0 0 0,0 0 0,0 0 0,-1 0 0,1 0 0,0 0 0,-4-3 0,2 2 0,-1-1 0,1 1 0,-1 0 0,0 0 0,0 1 0,0-1 0,0 1 0,-1 0 0,1 0 0,0 0 0,-1 1 0,0 0 0,1 0 0,-1 0 0,0 0 0,0 0 0,1 1 0,-1 0 0,0 0 0,0 1 0,1-1 0,-1 1 0,-6 1 0,-3 2 0,0 0 0,-1 1 0,2 1 0,-1 0 0,1 1 0,-16 10 0,-58 45-1365,48-31-5461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1:04.9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1 181 24575,'2'-6'0,"2"-7"0,3-9 0,0-2 0,2-4 0,-1 1 0,2 1 0,1 5 0,3 10 0,1 9 0,4 14 0,5 10 0,7 12 0,5 10 0,7 11 0,6 7 0,-6-7-8191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1:11.7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67 0 24575,'0'3'0,"0"4"0,0 7 0,-3 9 0,-4 10 0,0 9 0,-3 8 0,-2 8 0,-2 6 0,1-8-8191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1:12.2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 1175 24575,'-7'-56'0,"2"-1"0,2 1 0,6-58 0,-3 108 0,2-49 0,3-1 0,1 0 0,3 1 0,3 1 0,2-1 0,38-93 0,-39 119 0,2 0 0,1 2 0,1 0 0,2 1 0,33-38 0,-34 45 0,1 1 0,1 1 0,1 1 0,1 0 0,0 2 0,0 0 0,36-14 0,-25 15 0,-1 2 0,1 1 0,1 1 0,0 2 0,0 2 0,62-3 0,-68 8 0,-1 1 0,0 1 0,0 1 0,0 1 0,-1 2 0,1 0 0,-1 2 0,-1 1 0,28 14 0,-41-17 0,-2 0 0,1 1 0,-1 0 0,0 1 0,0 0 0,-1 1 0,0 0 0,0 0 0,-1 1 0,0 0 0,-1 0 0,11 21 0,-13-20 0,-1-1 0,-1 1 0,1-1 0,-1 1 0,-1 0 0,0 0 0,-1 1 0,0-1 0,-1 0 0,0 0 0,-1 0 0,0 1 0,0-1 0,-6 18 0,0-8 0,-2 0 0,0 0 0,-1-1 0,-1 0 0,0-1 0,-2 0 0,0-1 0,-2-1 0,0 0 0,0-1 0,-25 19 0,-6 3 0,-2-3 0,-2-2 0,-56 28 0,48-30 0,0-2 0,-2-2 0,-116 33 0,161-58 0,22-6 0,24-8 0,9 3 0,0 1 0,1 2 0,-1 2 0,1 2 0,0 1 0,-1 3 0,1 1 0,0 1 0,-1 3 0,0 1 0,48 17 0,-70-19 0,0 1 0,0 1 0,-1 1 0,0 0 0,0 2 0,-1-1 0,16 15 0,-27-20 0,-1-1 0,1 1 0,-1 0 0,0 0 0,0 1 0,-1-1 0,0 1 0,1-1 0,-2 1 0,5 11 0,-6-12 0,0 0 0,-1-1 0,1 1 0,-1 0 0,0 0 0,0 0 0,-1-1 0,1 1 0,-1 0 0,0 0 0,0-1 0,-1 1 0,0-1 0,1 1 0,-1-1 0,-4 6 0,0-1 0,0 0 0,-1-1 0,0 1 0,-1-2 0,0 1 0,0-1 0,0 0 0,-1 0 0,0-1 0,-17 8 0,-3 0 0,-1-1 0,-43 12 0,20-10-170,-2-3-1,0-2 0,0-3 1,0-1-1,-1-4 0,0-2 1,-80-9-1,78 0-6655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1:12.6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99 92 24575,'1'-1'0,"0"1"0,0-1 0,-1 1 0,1 0 0,0-1 0,0 0 0,-1 1 0,1-1 0,0 1 0,-1-1 0,1 0 0,0 1 0,-1-1 0,1 0 0,-1 0 0,0 0 0,1 1 0,-1-1 0,1 0 0,-1 0 0,0 0 0,0 0 0,1 0 0,-1 0 0,0 0 0,0 0 0,0-1 0,2-26 0,-2 26 0,0 0 0,0-1 0,-1 1 0,1 0 0,-1 0 0,1-1 0,-1 1 0,0 0 0,1 0 0,-1 0 0,0 0 0,-1 0 0,1 0 0,0 0 0,-1 0 0,-2-2 0,4 3 0,0 1 0,-1 0 0,1-1 0,-1 1 0,1 0 0,-1 0 0,1 0 0,-1-1 0,1 1 0,-1 0 0,1 0 0,-1 0 0,1 0 0,-1 0 0,1 0 0,-1 0 0,1 0 0,-1 0 0,1 0 0,-1 0 0,1 0 0,-1 0 0,1 1 0,-1-1 0,1 0 0,-2 1 0,1 0 0,0 0 0,0 0 0,-1 1 0,1-1 0,0 0 0,0 1 0,0-1 0,0 1 0,0-1 0,1 1 0,-1-1 0,0 3 0,-5 13 0,1-1 0,1 0 0,0 1 0,1 0 0,1 0 0,1 0 0,0 0 0,1 0 0,1 0 0,1 0 0,0 0 0,1 0 0,6 17 0,-8-31 0,0 0 0,0-1 0,0 1 0,0-1 0,1 0 0,-1 1 0,1-1 0,-1 0 0,1 0 0,0 0 0,0 0 0,0 0 0,0 0 0,0 0 0,1-1 0,-1 1 0,0-1 0,1 0 0,-1 1 0,1-1 0,-1 0 0,1-1 0,0 1 0,2 0 0,-1 0 0,0-1 0,0-1 0,0 1 0,0 0 0,0-1 0,0 0 0,-1 0 0,1 0 0,0 0 0,-1-1 0,1 1 0,-1-1 0,1 0 0,-1 0 0,0 0 0,6-5 0,-1 0 0,0-1 0,-1 0 0,0-1 0,0 1 0,0-1 0,-1-1 0,-1 1 0,0-1 0,0 0 0,-1 0 0,0 0 0,5-22 0,-8 28 0,0-1 0,-1 1 0,1-1 0,-1 1 0,0-1 0,0 0 0,-1 1 0,1-1 0,-1 1 0,0-1 0,0 1 0,0-1 0,-1 1 0,0 0 0,0 0 0,0 0 0,0 0 0,0 0 0,-1 0 0,0 0 0,0 1 0,0-1 0,0 1 0,0 0 0,-1 0 0,0 0 0,1 1 0,-1-1 0,0 1 0,0 0 0,0 0 0,-1 0 0,-4-1 0,1 0-65,0 1 0,0 0 0,-1 1 0,1 0 0,0 0 0,-1 1 0,1 0 0,0 1 0,-1 0 0,1 0 0,0 0 0,0 1 0,0 0 0,0 1 0,0 0 0,0 0 0,1 1 0,-1 0 0,1 0 0,-9 7 0,2 1-6761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1:12.8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22 24575,'0'-3'0,"0"-4"0,-3 0 0,-1 3 0,3 5 0,5 10 0,4 4 0,4 7 0,1 4 0,0 5 0,1 3 0,1 1 0,-2-3 0,-3-5-8191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1:12.9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94 35 24575,'-3'-3'0,"-1"-3"0,-3-2 0,-3 1 0,-3 2 0,-2 2 0,-1 0 0,2 5 0,3 2-8191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1:13.1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12 24575,'0'-3'0,"0"-4"0,0 5 0,0 10 0,0 8 0,0 11 0,3 9 0,1 11 0,0 6 0,-1 6 0,-1 5 0,0 0 0,1-2 0,1-11-8191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1:13.5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0 293 24575,'3'-4'0,"0"0"0,0 0 0,0-1 0,-1 1 0,0-1 0,3-6 0,-3 5 0,0 0 0,1 0 0,0 0 0,6-8 0,-8 13 0,0 0 0,0-1 0,0 1 0,0 0 0,0 1 0,0-1 0,1 0 0,-1 0 0,0 0 0,0 1 0,1-1 0,-1 0 0,1 1 0,-1-1 0,0 1 0,1 0 0,-1 0 0,1-1 0,-1 1 0,1 0 0,-1 0 0,1 0 0,-1 0 0,3 1 0,19 4 0,1-1 0,0-1 0,0-2 0,0 0 0,31-3 0,-35-1 0,0-1 0,27-8 0,-38 9 0,-1 0 0,1-1 0,-1 0 0,0 0 0,0-1 0,0 0 0,10-9 0,-16 12 0,0 1 0,0-1 0,-1 1 0,1-1 0,-1 0 0,1 0 0,-1 0 0,0 0 0,0 0 0,1 0 0,-1 0 0,-1 0 0,1 0 0,0-1 0,-1 1 0,1 0 0,-1 0 0,1-1 0,-1 1 0,0 0 0,0-1 0,0 1 0,-1 0 0,1-1 0,0 1 0,-1 0 0,1 0 0,-1-1 0,0 1 0,0 0 0,0 0 0,0 0 0,0 0 0,0 0 0,-1 0 0,1 0 0,-1 1 0,1-1 0,-1 0 0,-2-1 0,-4-4 0,0 0 0,-1 0 0,1 1 0,-1 1 0,0-1 0,-1 2 0,-16-7 0,15 7 0,0 1 0,0 0 0,0 0 0,-1 1 0,1 1 0,-1 0 0,1 1 0,-1 0 0,1 0 0,-1 2 0,-17 3 0,23-4 0,1 1 0,-1 0 0,1 0 0,0 1 0,0-1 0,0 1 0,0 0 0,0 1 0,0-1 0,1 1 0,0 0 0,0 0 0,0 0 0,0 1 0,1-1 0,-1 1 0,1 0 0,0 0 0,1 0 0,-1 0 0,1 1 0,0-1 0,0 1 0,-1 10 0,1-7 23,1-1 0,1 1 0,-1-1-1,1 1 1,1-1 0,0 0 0,0 1-1,0-1 1,1 1 0,0-1 0,1 0-1,0 0 1,0 0 0,5 7 0,-1-4-213,0 0 0,0-1 1,1 0-1,0-1 0,1 1 1,0-2-1,0 1 1,18 11-1,14 6-6636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1:13.8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125 291 24575,'-13'-13'0,"0"2"0,0 0 0,-1 0 0,-1 1 0,-21-11 0,35 21 0,1-1 0,-1 1 0,1-1 0,-1 1 0,1 0 0,-1 0 0,0-1 0,1 1 0,-1 0 0,1 0 0,-1 0 0,0-1 0,1 1 0,-1 0 0,1 0 0,-1 0 0,0 0 0,1 0 0,-1 0 0,0 0 0,1 0 0,-1 1 0,1-1 0,-1 0 0,0 0 0,1 0 0,-1 1 0,1-1 0,-1 1 0,0 0 0,1 0 0,0 0 0,-1 0 0,1 0 0,0 0 0,0 0 0,0 0 0,0 0 0,0 0 0,0 0 0,0 0 0,0 0 0,1 0 0,-1 0 0,0 0 0,1 1 0,20 46 0,-17-42 0,3 8 0,13 26 0,-2 0 0,18 58 0,-36-122 0,4-37 0,1 36 0,1 0 0,1 0 0,1 1 0,1 0 0,1 0 0,1 1 0,1 1 0,1 0 0,1 0 0,1 1 0,1 1 0,1 1 0,36-33 0,-48 47-91,0 1 0,0 0 0,1 0 0,-1 0 0,1 1 0,0 0 0,0 0 0,0 0 0,0 1 0,1 0 0,-1 0 0,1 1 0,-1-1 0,14 1 0,3 4-6735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1:14.2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176 614 24575,'-1'0'0,"-1"1"0,1-1 0,-1 1 0,1-1 0,-1 1 0,1-1 0,-1 1 0,1 0 0,-1 0 0,1 0 0,0 0 0,-1 0 0,1 0 0,0 0 0,0 0 0,0 0 0,0 0 0,0 1 0,0-1 0,0 0 0,0 1 0,0 1 0,-14 35 0,6-1 0,2 0 0,1 1 0,2-1 0,1 54 0,5-30 0,19 120 0,4-84 0,-44-173 0,-90-456 0,88 290 0,20 205 0,1 0 0,2 0 0,2 0 0,13-54 0,-14 80 0,0 0 0,1 0 0,0 1 0,1-1 0,0 1 0,1 0 0,0 1 0,0-1 0,1 1 0,8-9 0,-10 14 0,0-1 0,0 1 0,0 0 0,1 1 0,-1-1 0,1 1 0,0 0 0,0 0 0,0 1 0,0 0 0,0 0 0,1 0 0,-1 1 0,1 0 0,-1 0 0,1 0 0,-1 1 0,11 1 0,-5 0 0,-1 1 0,0 0 0,0 1 0,0 0 0,0 1 0,-1 1 0,1-1 0,-1 1 0,0 1 0,0 0 0,-1 0 0,0 1 0,0 1 0,0-1 0,-1 1 0,0 0 0,-1 1 0,0 0 0,10 17 0,-12-17 0,0 0 0,-1 0 0,0 0 0,0 0 0,-1 1 0,-1 0 0,0-1 0,0 1 0,0 0 0,-2 0 0,1 0 0,-1 0 0,0 0 0,-1 0 0,-1 0 0,1 0 0,-1 0 0,-1 0 0,0-1 0,0 1 0,-1-1 0,-8 15 0,3-11 49,0 1 0,-1-1 0,-1-1-1,0 0 1,-1 0 0,-23 18 0,15-16-476,0-1 0,-1 0 1,-43 18-1,25-16-6399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1:14.4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20 24575,'11'-6'0,"-7"4"0,-1 0 0,1 0 0,0 0 0,0 0 0,0 1 0,6-2 0,-9 3 0,0 0 0,0 0 0,0 0 0,0 0 0,0 0 0,0 0 0,0 1 0,0-1 0,-1 0 0,1 1 0,0-1 0,0 0 0,0 1 0,0-1 0,-1 1 0,1-1 0,0 1 0,0-1 0,-1 1 0,1 0 0,0-1 0,-1 1 0,1 0 0,-1-1 0,1 1 0,-1 0 0,1 0 0,-1 0 0,0 0 0,1-1 0,-1 1 0,0 0 0,0 0 0,1 0 0,-1 1 0,2 12 0,0-1 0,-1 0 0,0 19 0,0 9 0,2 10 50,37 331-1465,-32-342-5411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1:15.0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123 489 24575,'13'-17'0,"-1"-1"0,-1-1 0,-1 1 0,-1-2 0,0 1 0,8-34 0,-16 51 0,0 0 0,-1-1 0,0 1 0,1 0 0,-1 0 0,0-1 0,0 1 0,0 0 0,-1 0 0,1-1 0,0 1 0,-1 0 0,1 0 0,-1 0 0,0 0 0,0 0 0,0 0 0,0 0 0,0 0 0,0 0 0,-1 0 0,1 0 0,-2-1 0,0 1 0,1 1 0,0 0 0,0 0 0,0 0 0,-1 0 0,1 0 0,0 1 0,-1-1 0,1 1 0,-1-1 0,1 1 0,-1 0 0,1 0 0,0 0 0,-1 0 0,1 1 0,-1-1 0,1 1 0,-1-1 0,-3 3 0,-3 0 0,0 0 0,1 1 0,-1 1 0,1-1 0,0 1 0,1 1 0,-1 0 0,1 0 0,0 0 0,0 1 0,1-1 0,0 2 0,0-1 0,1 1 0,-8 15 0,10-19 0,1 0 0,0 1 0,1 0 0,-1-1 0,1 1 0,0 0 0,0 0 0,0 0 0,1 0 0,0-1 0,0 1 0,0 0 0,0 0 0,1 0 0,0 0 0,0 0 0,0 0 0,0-1 0,1 1 0,0 0 0,0-1 0,0 0 0,1 1 0,-1-1 0,1 0 0,0 0 0,0 0 0,1-1 0,-1 1 0,1-1 0,5 4 0,-1-1 0,0-1 0,0 0 0,1-1 0,0 0 0,0-1 0,0 1 0,0-2 0,0 1 0,0-1 0,1-1 0,0 1 0,-1-2 0,1 1 0,-1-1 0,1-1 0,15-2 0,-22 2 0,0 0 0,1-1 0,-1 1 0,0-1 0,0 0 0,4-3 0,-6 5 0,0 0 0,-1 0 0,1 0 0,-1-1 0,1 1 0,-1 0 0,0-1 0,1 1 0,-1 0 0,1-1 0,-1 1 0,1-1 0,-1 1 0,0-1 0,1 1 0,-1-1 0,0 1 0,0-1 0,1 1 0,-1-1 0,0 1 0,0-1 0,0 1 0,0-1 0,0 1 0,1-1 0,-1 1 0,0-1 0,0 0 0,0 1 0,-1-1 0,1 1 0,0-1 0,0 1 0,0-1 0,0 1 0,0-1 0,-1 0 0,1 1 0,0-1 0,0 1 0,-1-1 0,1 1 0,0 0 0,-1-1 0,0 0 0,1 1 0,-1 0 0,1 0 0,0 0 0,-1 0 0,1 0 0,0 0 0,-1-1 0,1 1 0,-1 0 0,1 1 0,0-1 0,-1 0 0,1 0 0,0 0 0,-1 0 0,1 0 0,0 0 0,-1 0 0,1 0 0,0 1 0,-1-1 0,1 0 0,0 0 0,-1 0 0,1 1 0,0-1 0,0 0 0,-1 1 0,1-1 0,0 0 0,0 0 0,0 1 0,-1-1 0,1 0 0,0 1 0,0-1 0,0 0 0,0 1 0,0-1 0,0 0 0,0 1 0,0-1 0,-1 1 0,1-1 0,1 1 0,-5 18 0,4-16 0,0-1 0,0 0 0,1 1 0,-1-1 0,1 0 0,-1 1 0,1-1 0,0 0 0,0 1 0,0-1 0,0 0 0,0 0 0,0 0 0,1 0 0,-1 0 0,1 0 0,-1-1 0,1 1 0,3 2 0,-3-3 0,1 1 0,0-1 0,0 1 0,0-1 0,0 0 0,0 0 0,1-1 0,-1 1 0,0-1 0,0 1 0,0-1 0,6-1 0,3 0 0,0-1 0,0 0 0,-1-1 0,1 0 0,-1-1 0,18-9 0,-14 5 0,0-1 0,-1-1 0,-1 0 0,0-1 0,0 0 0,-1-1 0,0-1 0,-1 0 0,-1 0 0,0-1 0,0 0 0,-2-1 0,0 0 0,6-17 0,0-1 0,-2-1 0,-2-1 0,-1 0 0,-2 0 0,5-59 0,-11 82 0,0 0 0,-1-1 0,-1 1 0,0 0 0,-3-15 0,4 26 0,0-1 0,-1 1 0,1 0 0,0-1 0,-1 1 0,1 0 0,-1 0 0,1 0 0,-1-1 0,0 1 0,1 0 0,-1 0 0,0 0 0,0 0 0,0 0 0,0 0 0,0 0 0,0 0 0,-2 0 0,2 0 0,1 1 0,-1 0 0,0 0 0,0 0 0,0 0 0,0 0 0,0 0 0,0 0 0,0 0 0,0 1 0,0-1 0,1 0 0,-1 0 0,0 1 0,0-1 0,0 1 0,0-1 0,1 0 0,-1 1 0,0 0 0,0 0 0,-4 3 0,1 0 0,0 1 0,0-1 0,0 1 0,1 0 0,-1 0 0,-2 7 0,-3 7 0,2 0 0,0 1 0,1-1 0,2 1 0,-5 33 0,5-18 0,2 0 0,4 52 0,0-67-114,0 0 1,2-1-1,0 1 0,1-1 0,1 1 1,0-2-1,2 1 0,0-1 0,1 0 1,1 0-1,17 22 0,-6-15-6712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1:15.3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107 330 24575,'-28'-28'0,"15"17"0,1 0 0,1-2 0,0 1 0,-16-26 0,26 37 0,1 0 0,-1 0 0,1 0 0,-1 0 0,1 0 0,0 0 0,-1-1 0,1 1 0,0 0 0,0 0 0,-1 0 0,1 0 0,0 0 0,0 0 0,0 0 0,1-1 0,-1 1 0,0 0 0,0 0 0,1 0 0,-1 0 0,0 0 0,2-2 0,-1 2 0,0-1 0,1 0 0,-1 1 0,1-1 0,0 1 0,-1 0 0,1-1 0,0 1 0,0 0 0,0 0 0,3-1 0,8-2 0,0 0 0,0 1 0,18-2 0,-21 3 0,176-16 0,-127 15 0,-1-3 0,1-2 0,63-18 0,-113 23 0,0 0 0,0-1 0,-1 0 0,13-8 0,-20 11 0,1 0 0,0-1 0,0 1 0,-1-1 0,1 1 0,-1-1 0,1 0 0,-1 1 0,0-1 0,1 0 0,0-2 0,-2 3 0,0 0 0,1 0 0,-1 0 0,0 0 0,0 0 0,0 0 0,0 0 0,0 0 0,0 0 0,0 0 0,0 0 0,-1 0 0,1 0 0,0 0 0,0 0 0,-1 0 0,1 0 0,-1 1 0,1-1 0,-1 0 0,1 0 0,-1 0 0,1 1 0,-1-1 0,0 0 0,0 0 0,-2-2 0,-1 1 0,1 0 0,0 0 0,0 0 0,-1 1 0,1-1 0,-1 1 0,0 0 0,1 0 0,-1 0 0,0 0 0,0 0 0,1 1 0,-9 0 0,-3 0 0,0 1 0,-21 4 0,21-2 0,1 0 0,0 2 0,0-1 0,0 2 0,1-1 0,0 2 0,0 0 0,0 1 0,1 0 0,0 0 0,-10 11 0,17-14 0,0-1 0,1 1 0,-1 0 0,1 0 0,0 0 0,1 1 0,-1-1 0,1 1 0,0 0 0,0 0 0,1 0 0,0 0 0,0 1 0,1-1 0,-1 1 0,1-1 0,1 1 0,-1-1 0,1 1 0,0-1 0,1 1 0,-1-1 0,1 1 0,1-1 0,-1 1 0,5 9 0,-2-6 0,2 0 0,-1 0 0,1-1 0,1 0 0,-1 0 0,1-1 0,1 0 0,0 0 0,0 0 0,0-1 0,1-1 0,0 1 0,1-1 0,-1-1 0,17 8 0,-4-5 0,-1 0 0,1-1 0,0-1 0,0-1 0,0-1 0,37 2 0,-12-6-1365,-8-4-5461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1:17.6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657 381 24575,'8'-18'0,"0"-1"0,-1 1 0,7-36 0,-12 45 0,0 0 0,-1 0 0,-1 0 0,1 0 0,-1-1 0,-1 1 0,0 0 0,0 0 0,-1 0 0,-3-11 0,4 16 0,-1 0 0,0 0 0,0 0 0,-1 0 0,1 0 0,-1 1 0,1-1 0,-1 1 0,-1 0 0,1 0 0,0 0 0,-1 0 0,1 0 0,-1 1 0,0-1 0,0 1 0,0 0 0,0 1 0,0-1 0,0 1 0,0-1 0,-1 1 0,1 0 0,0 1 0,-1-1 0,1 1 0,-1 0 0,-5 0 0,-5 1 0,0 1 0,0 0 0,1 1 0,-1 1 0,0 0 0,1 0 0,-17 10 0,1 1 0,0 1 0,1 2 0,1 1 0,1 1 0,-46 45 0,44-36 0,2 1 0,2 1 0,0 2 0,-31 56 0,44-68 0,2 1 0,0 0 0,1 0 0,1 1 0,1 0 0,-5 37 0,11-49 0,0-1 0,1 0 0,0 0 0,0 0 0,2 0 0,-1 1 0,6 16 0,-5-20 0,1 0 0,0 0 0,0 0 0,1-1 0,0 0 0,0 0 0,0 0 0,1 0 0,0 0 0,0-1 0,11 9 0,-6-7 0,1 0 0,0-1 0,1 0 0,-1-1 0,1 0 0,0-1 0,1 0 0,-1-1 0,1 0 0,-1-1 0,26 1 0,-3-3 0,0-1 0,-1-1 0,43-9 0,-44 4 0,-1-1 0,0-1 0,0-2 0,-1-1 0,-1-1 0,0-2 0,47-31 0,-61 36 0,0-2 0,-1 0 0,-1 0 0,0-2 0,-1 0 0,-1 0 0,0-1 0,0-1 0,-2 0 0,0 0 0,-1-1 0,-1 0 0,0-1 0,9-32 0,-9 3 0,-8 44 0,1 0 0,-1-1 0,-1 1 0,1-1 0,0 1 0,-1 0 0,0 0 0,0-1 0,0 1 0,0 0 0,-3-5 0,4 7 0,0 1 0,-1-1 0,1 1 0,0-1 0,-1 0 0,1 1 0,-1-1 0,1 1 0,-1-1 0,1 1 0,-1-1 0,0 1 0,1 0 0,-1-1 0,1 1 0,-1 0 0,0-1 0,1 1 0,-1 0 0,0 0 0,1-1 0,-1 1 0,0 0 0,0 0 0,1 0 0,-1 0 0,-1 0 0,0 1 0,1-1 0,-1 1 0,1 0 0,-1-1 0,1 1 0,-1 0 0,1 0 0,-1 0 0,1 0 0,0 0 0,-2 2 0,-3 3 0,0 1 0,1 0 0,-6 11 0,7-12 0,0 0 0,1 0 0,0 1 0,0 0 0,1-1 0,-1 1 0,2 0 0,-1 0 0,0 9 0,2-13 0,0 0 0,0 0 0,0 0 0,1 0 0,-1 0 0,1 0 0,-1-1 0,1 1 0,0 0 0,1 0 0,-1-1 0,0 1 0,1 0 0,-1-1 0,1 1 0,0-1 0,0 0 0,0 0 0,0 0 0,0 0 0,0 0 0,1 0 0,-1 0 0,1-1 0,3 3 0,4 0 0,-1-1 0,1 0 0,0 0 0,1-1 0,-1 0 0,0-1 0,1 0 0,-1 0 0,1-1 0,-1-1 0,0 0 0,1 0 0,-1-1 0,0 0 0,0-1 0,0 0 0,0-1 0,0 0 0,-1 0 0,14-10 0,-20 13 0,0-1 0,0 0 0,-1-1 0,1 1 0,-1 0 0,0-1 0,0 1 0,1-1 0,-1 0 0,-1 0 0,1 0 0,0 0 0,-1 0 0,0 0 0,1 0 0,-1 0 0,-1-1 0,1 1 0,0 0 0,-1-1 0,0 1 0,1 0 0,-1-1 0,-1 1 0,1-1 0,0 1 0,-2-7 0,0 5 0,-1-1 0,1 1 0,-1 0 0,1 0 0,-2 0 0,1 0 0,0 0 0,-1 1 0,0-1 0,0 1 0,0 0 0,-1 0 0,1 1 0,-1-1 0,-7-3 0,1-1 0,11 5 0,20 1 0,-6 3 0,224-25 0,-39 2 0,-179 20 0,-8 2 0,0-1 0,0 0 0,0-1 0,14-3 0,-27 5 0,-11 5 0,0 0 0,-21 13 0,21-8 0,-1 1 0,1 0 0,1 1 0,0 0 0,1 1 0,0 0 0,-9 17 0,14-23 0,1 1 0,0-1 0,1 1 0,0 0 0,0 0 0,0 0 0,1 0 0,1 0 0,-1 1 0,1-1 0,0 0 0,1 1 0,0-1 0,1 1 0,1 12 0,-1-17 0,0-1 0,1 0 0,-1 0 0,0 0 0,1 0 0,0 0 0,-1 0 0,1 0 0,0 0 0,1-1 0,-1 1 0,0-1 0,1 1 0,-1-1 0,1 0 0,0 0 0,0 0 0,0-1 0,0 1 0,0-1 0,0 1 0,0-1 0,0 0 0,1 0 0,-1 0 0,0-1 0,1 1 0,-1-1 0,1 0 0,-1 0 0,0 0 0,6-1 0,1 0 0,0-1 0,-1 0 0,1 0 0,-1-1 0,0 0 0,0-1 0,0 0 0,0 0 0,-1-1 0,12-8 0,-2-3 0,0 0 0,-1-2 0,-1 0 0,-1-1 0,0 0 0,-1-1 0,-2-1 0,0 0 0,-1 0 0,-1-2 0,8-23 0,-5 6 0,-2 0 0,-2-1 0,-1 0 0,-3 0 0,2-68 0,-7 108 0,-2-50 0,1 48 0,1-1 0,-1 1 0,0-1 0,0 1 0,0 0 0,0 0 0,-1-1 0,1 1 0,-1 0 0,0 0 0,-4-5 0,6 8 0,0-1 0,-1 1 0,1 0 0,-1-1 0,1 1 0,-1 0 0,1-1 0,-1 1 0,1 0 0,-1-1 0,0 1 0,1 0 0,-1 0 0,1 0 0,-1-1 0,0 1 0,1 0 0,-1 0 0,1 0 0,-1 0 0,0 0 0,1 0 0,-1 0 0,0 1 0,1-1 0,-1 0 0,1 0 0,-1 0 0,1 0 0,-1 1 0,0-1 0,1 0 0,-1 1 0,1-1 0,-1 0 0,1 1 0,-1-1 0,1 1 0,0-1 0,-1 1 0,1-1 0,-1 2 0,-14 23 0,7-5 0,2 0 0,0 0 0,1 1 0,-3 26 0,-3 86 0,9-90 0,2 0 0,2 1 0,2-1 0,2 0 0,16 63 0,-21-101 0,1 1 0,1 0 0,-1 0 0,1-1 0,0 1 0,5 7 0,-7-12 0,0 0 0,0 0 0,0 1 0,0-1 0,0 0 0,0-1 0,0 1 0,0 0 0,0 0 0,0 0 0,1-1 0,-1 1 0,0 0 0,1-1 0,-1 1 0,0-1 0,1 0 0,-1 0 0,0 1 0,1-1 0,-1 0 0,1 0 0,-1 0 0,0 0 0,1 0 0,-1-1 0,1 1 0,-1 0 0,0-1 0,1 1 0,-1-1 0,0 1 0,1-1 0,0 0 0,10-7 0,-1-1 0,0 0 0,-1 0 0,1-1 0,-2-1 0,16-20 0,-14 16 0,1 1 0,27-25 0,-38 38 0,1 0 0,-1 0 0,0 1 0,0-1 0,1 0 0,-1 1 0,1-1 0,-1 1 0,0 0 0,1-1 0,-1 1 0,1 0 0,-1 0 0,1 0 0,-1 0 0,1 0 0,-1 0 0,1 0 0,-1 1 0,0-1 0,1 0 0,-1 1 0,1-1 0,-1 1 0,0 0 0,1-1 0,-1 1 0,0 0 0,0 0 0,2 1 0,-1-1 0,0 1 0,0-1 0,0 0 0,0 0 0,1 0 0,-1 0 0,0-1 0,1 1 0,-1 0 0,1-1 0,-1 0 0,5 1 0,1-3 0,0 0 0,0 0 0,0-1 0,-1 0 0,1 0 0,-1-1 0,1 1 0,7-7 0,2-2 0,-1 0 0,18-18 0,-28 24 0,0 0 0,-1-1 0,1 0 0,-1 0 0,-1 0 0,1-1 0,-1 0 0,-1 0 0,1 0 0,-1 0 0,-1 0 0,4-18 0,-5 22 0,-1 0 0,0 0 0,0 0 0,0 0 0,0 0 0,0-1 0,-1 1 0,0 0 0,0 0 0,0 1 0,0-1 0,-1 0 0,1 0 0,-1 0 0,0 1 0,0-1 0,-1 1 0,1 0 0,-1-1 0,1 1 0,-1 0 0,0 1 0,0-1 0,0 0 0,-1 1 0,1 0 0,-1-1 0,1 1 0,-7-2 0,5 2 0,-1 0 0,1 0 0,-1 0 0,0 1 0,0 0 0,0 0 0,0 0 0,1 1 0,-1 0 0,0 0 0,0 1 0,0-1 0,-7 3 0,5-1 0,0 1 0,0 0 0,1 0 0,-1 1 0,1 0 0,0 0 0,0 0 0,-11 11 0,8-6 0,1 0 0,0 1 0,0 0 0,1 1 0,0 0 0,1 0 0,0 0 0,1 1 0,0 0 0,1 1 0,-6 19 0,9-22 29,0 0-1,0 0 1,1 0-1,1 1 0,0-1 1,0 0-1,1 0 1,0 0-1,0 0 1,1 0-1,7 19 1,-6-21-143,1 0 0,0-1 0,0 0 0,0 1 1,1-2-1,0 1 0,0 0 0,1-1 1,0 0-1,0-1 0,0 1 0,1-1 1,0 0-1,13 7 0,18 5-6712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1:18.0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 24575,'3'-2'0,"4"-2"0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1:18.5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267 735 24575,'11'-18'0,"0"2"0,0-1 0,21-20 0,2-3 0,-2-3 0,-1-2 0,-3 0 0,-1-2 0,-3-1 0,-1-1 0,-3-1 0,25-97 0,-42 134 0,-1 1 0,0-1 0,-1 0 0,0-19 0,-1 30 0,0-1 0,-1 0 0,1 0 0,-1 0 0,0 0 0,0 1 0,0-1 0,0 0 0,0 1 0,0-1 0,-3-3 0,3 5 0,0 0 0,0 0 0,-1 0 0,1 0 0,0 0 0,-1 0 0,1 0 0,-1 0 0,1 0 0,-1 1 0,1-1 0,-1 0 0,0 1 0,1 0 0,-1-1 0,1 1 0,-1 0 0,0 0 0,1 0 0,-1 0 0,-2 0 0,-2 1 0,-1 0 0,1 1 0,-1-1 0,1 2 0,0-1 0,0 0 0,0 1 0,0 0 0,0 1 0,-9 6 0,-6 7 0,-24 25 0,34-32 0,-30 33 0,1 1 0,2 2 0,3 2 0,1 1 0,3 2 0,2 1 0,2 1 0,-34 98 0,45-103 0,2 1 0,2 1 0,3 0 0,1 0 0,3 1 0,2 0 0,3 0 0,1 0 0,3-1 0,16 79 0,10-18 0,-26-100 0,1 1 0,0 0 0,1-1 0,0 0 0,1 0 0,14 17 0,-19-25 0,0-1 0,-1 0 0,1 0 0,0 0 0,1-1 0,-1 1 0,0 0 0,0-1 0,1 0 0,-1 1 0,1-1 0,-1 0 0,1 0 0,0-1 0,-1 1 0,1 0 0,0-1 0,0 0 0,-1 1 0,1-1 0,3 0 0,-2-1 0,-1 0 0,0 0 0,1-1 0,-1 1 0,0-1 0,0 1 0,0-1 0,0 0 0,0 0 0,-1 0 0,1-1 0,-1 1 0,1-1 0,-1 1 0,0-1 0,3-4 0,10-18 36,0-1 0,-2 0-1,-1-1 1,12-41-1,7-16-1578,-26 72-5283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1:18.7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57 24575,'-3'0'0,"2"0"0,4 0 0,5-3 0,6-1 0,11-3 0,8 0 0,9-2 0,9 1 0,4-2 0,-7 2-8191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1:19.0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406 391 24575,'3'-8'0,"0"0"0,-1-1 0,0 1 0,0-1 0,0 1 0,-1-14 0,3-6 0,11-98 0,-14 109 0,-1 1 0,0-1 0,-1 0 0,-1 0 0,-5-23 0,6 38 0,1 0 0,-1 0 0,0-1 0,0 1 0,1 0 0,-1 0 0,-1 0 0,1 0 0,0 0 0,0 1 0,-1-1 0,1 0 0,-1 0 0,1 1 0,-1-1 0,0 1 0,0 0 0,0-1 0,0 1 0,-2-1 0,1 1 0,1 1 0,0-1 0,-1 1 0,1 0 0,-1 0 0,1 0 0,-1 0 0,1 0 0,0 1 0,-1-1 0,1 1 0,-1-1 0,1 1 0,0 0 0,0 0 0,-1 0 0,1 0 0,-4 3 0,-6 6 0,-1 0 0,2 0 0,-1 1 0,1 0 0,1 1 0,0 0 0,1 1 0,0 0 0,-9 18 0,-7 20 0,-23 63 0,13-13 0,3 2 0,5 1 0,-14 112 0,25-89 0,6 1 0,8 157 0,5-233-1365,2-16-5461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1:19.3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298 57 24575,'1'-3'0,"0"0"0,-1-1 0,1 1 0,0 0 0,-1-1 0,0 1 0,1-1 0,-2 1 0,1 0 0,-1-7 0,1 10 0,0-1 0,-1 0 0,1 0 0,0 1 0,-1-1 0,1 0 0,0 0 0,-1 1 0,1-1 0,-1 0 0,1 1 0,-1-1 0,0 1 0,1-1 0,-1 1 0,0-1 0,1 1 0,-1-1 0,-1 0 0,1 1 0,-1 0 0,1 0 0,-1-1 0,1 1 0,0 0 0,-1 0 0,1 0 0,-1 1 0,1-1 0,-1 0 0,1 0 0,0 1 0,-1-1 0,-2 2 0,-6 3 0,1 0 0,-1 1 0,1 0 0,0 1 0,0 0 0,1 0 0,0 1 0,0 0 0,1 0 0,0 1 0,-9 13 0,-1 5 0,2 0 0,-22 54 0,17-23-170,2 1-1,3 1 0,3 0 1,2 1-1,3 0 0,2 0 1,6 97-1,3-96-6655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1:19.8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104 315 24575,'-39'-33'0,"31"27"0,1 0 0,-1 0 0,1 0 0,1-1 0,-1 0 0,1 0 0,-7-11 0,13 17 0,-1 1 0,1-1 0,0 0 0,-1 1 0,1-1 0,0 0 0,0 1 0,0-1 0,-1 0 0,1 1 0,0-1 0,0 0 0,0 0 0,0 1 0,0-1 0,0 0 0,0 1 0,1-1 0,-1 0 0,0 1 0,0-1 0,1 0 0,-1 1 0,0-1 0,1 0 0,0-1 0,0 1 0,0 0 0,0 0 0,1 0 0,-1 0 0,0 0 0,0 1 0,1-1 0,-1 0 0,1 0 0,1 0 0,6-2 0,1 1 0,-1 0 0,12 0 0,-15 1 0,274-25 0,46-6 0,-279 25 0,220-42 0,-260 48 0,38-14 0,-42 14 0,0 0 0,-1 0 0,1-1 0,-1 1 0,1-1 0,-1 0 0,1 1 0,-1-1 0,0 0 0,0 0 0,0-1 0,0 1 0,1-3 0,-3 5 0,1-1 0,-1 1 0,0 0 0,0-1 0,0 1 0,0-1 0,0 1 0,0-1 0,0 1 0,0-1 0,0 1 0,0-1 0,0 1 0,0-1 0,0 1 0,0-1 0,0 1 0,-1-1 0,1 1 0,0-1 0,0 1 0,-1 0 0,1-1 0,0 1 0,0-1 0,-1 1 0,1 0 0,0-1 0,-1 1 0,1 0 0,-1-1 0,1 1 0,0 0 0,-1 0 0,1-1 0,-1 1 0,1 0 0,-1 0 0,1 0 0,-1-1 0,1 1 0,-1 0 0,0 0 0,-25-4 0,24 4 0,-15-1 0,0 0 0,0 2 0,0 0 0,0 1 0,0 0 0,0 2 0,0 0 0,-16 6 0,25-7 0,0 0 0,1 0 0,0 0 0,0 1 0,0 0 0,0 1 0,0-1 0,1 1 0,0 1 0,0-1 0,1 1 0,-1 0 0,1 0 0,0 1 0,1-1 0,0 1 0,0 0 0,0 0 0,-3 11 0,5-14 0,1 0 0,0 0 0,1 0 0,-1 0 0,1 0 0,0 0 0,0 0 0,0 1 0,0-1 0,1 0 0,-1 0 0,1 0 0,0 0 0,0 0 0,1 0 0,3 7 0,-2-7 0,0 0 0,0 0 0,0 0 0,1 0 0,-1 0 0,1-1 0,0 1 0,0-1 0,0 0 0,1 0 0,-1-1 0,6 3 0,-1-1 0,0-1 0,1 0 0,-1 0 0,1-1 0,0 0 0,0-1 0,-1 0 0,1 0 0,0-1 0,0 0 0,0-1 0,0 0 0,16-4 0,-18 2 0,1-1 0,-1 1 0,0-1 0,0-1 0,0 0 0,0 0 0,-1 0 0,0-1 0,10-9 0,1-5 0,28-42 0,-37 50 0,-8 9 0,1 1 0,0-1 0,0 1 0,0 0 0,0 0 0,0 0 0,0 0 0,0 0 0,1 0 0,-1 1 0,1-1 0,-1 1 0,1-1 0,0 1 0,-1 0 0,1 0 0,0 0 0,0 1 0,0-1 0,3 0 0,-3 2 0,1-1 0,-1 1 0,0-1 0,0 1 0,0 0 0,0 0 0,0 1 0,0-1 0,0 0 0,0 1 0,-1 0 0,1 0 0,-1 0 0,1 0 0,-1 0 0,1 0 0,-1 1 0,2 2 0,3 4 0,-1 0 0,0 0 0,0 1 0,7 17 0,-10-21 0,-1 0 0,0 0 0,0 0 0,-1 0 0,0 0 0,0 1 0,0-1 0,-1 0 0,0 10 0,-3-7 0,-1-11 0,-2-16 0,5 7-105,1-1 0,0 1 0,0 0 0,1 0 0,1 0 0,0 0 0,0 0 0,1 0 0,0 0 0,1 1 0,0-1 0,7-10 0,6-10-6721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1:20.0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1 121 24575,'0'-3'0,"-1"-8"0,1-1 0,1 0 0,0 0 0,0 1 0,1-1 0,0 0 0,6-13 0,-8 25 0,0-1 0,0 0 0,1 1 0,-1-1 0,0 0 0,1 1 0,-1-1 0,0 0 0,1 1 0,-1-1 0,1 0 0,-1 1 0,1-1 0,-1 1 0,1-1 0,0 1 0,0-1 0,0 1 0,-1 0 0,0 0 0,1 0 0,-1 0 0,0 1 0,0-1 0,1 0 0,-1 0 0,0 0 0,0 0 0,1 1 0,-1-1 0,0 0 0,0 0 0,1 0 0,-1 1 0,0-1 0,0 0 0,0 0 0,1 1 0,-1-1 0,0 0 0,0 1 0,0-1 0,0 0 0,0 0 0,0 1 0,6 30 0,-4 55 0,-19 168 0,0-30 0,17-207-341,0 0 0,2 0-1,3 21 1,2-10-6485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1:20.2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18 100 24575,'-5'-6'0,"-3"-5"0,3 0 0,21-2 0,19-1 0,15 1 0,11 4 0,11 0 0,1 1 0,-12 2-8191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1:29.6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963 31 24575,'2'-3'0,"0"-1"0,0 1 0,0 0 0,0 0 0,1 0 0,-1 0 0,1 1 0,3-4 0,-6 6 0,1 0 0,-1 0 0,0 0 0,0 0 0,0 0 0,0 0 0,0 0 0,0 0 0,0 0 0,0-1 0,0 1 0,0 0 0,1 0 0,-1 0 0,0 0 0,0 0 0,0 0 0,0 0 0,0 0 0,0 0 0,0 0 0,1 0 0,-1 0 0,0 0 0,0 0 0,0 0 0,0 0 0,0 0 0,0 0 0,0 0 0,1 0 0,-1 0 0,0 0 0,0 1 0,0-1 0,0 0 0,0 0 0,0 0 0,0 0 0,0 0 0,0 0 0,1 0 0,-1 0 0,0 0 0,0 0 0,0 0 0,0 1 0,0-1 0,0 8 0,-5 11 0,-46 117 0,-8 21 0,-96 384-516,25 8-585,-111 401-212,59-452 368,60-176 833,119-316 97,-7 21 183,1 0 0,2 0 1,0 1-1,-3 36 0,9-56-59,1 0 0,0 0 0,1 0 0,0 0 0,0 0 0,1 0 1,0 0-1,4 11 0,-3-13-30,-1-1 1,1 0-1,0 0 1,1 0-1,-1 0 1,1-1 0,0 0-1,0 1 1,0-1-1,1-1 1,-1 1-1,1-1 1,6 4-1,4 1 2,0-1-1,0-1 0,1 0 1,0-1-1,0-1 0,22 4 1,104 4 282,-117-11-352,776-9-3242,-500-3 2026,1541-6-2238,-513 11 1782,-698-9 1496,-7-36 173,-389 14 958,-196 28-21,0-1-1,-1-2 1,65-29-1,-95 37-726,0 0 1,0-1-1,0 0 0,-1 0 1,0-1-1,0 0 1,0 0-1,-1-1 0,6-7 1,-8 8-50,0 0 0,0 0 0,-1 0 0,0-1 0,-1 1 1,1-1-1,-1 0 0,0 0 0,-1 0 0,0 0 0,0 0 1,0-7-1,-3-18-60,-1 0 1,-1 0-1,-2 0 0,-1 1 1,-13-34-1,-2-14-66,8 12-62,2-1 0,4 0 0,2-1 0,3 1 0,4-1 0,2 0-1,23-126 1,2 66-57,5 1-1,6 2 1,6 1-1,5 3 1,5 2-1,5 2 1,5 4 0,6 2-1,144-176 1,-36 87 76,-26 31 0,-150 166 0,10-10 0,-1-1 0,0-1 0,17-32 0,-27 45 0,0 0 0,-1 0 0,1 0 0,-1-1 0,0 1 0,0-1 0,0 1 0,0 0 0,-1-1 0,0 0 0,1 1 0,-1-1 0,0 1 0,-1-1 0,1 1 0,0-1 0,-1 1 0,0-1 0,0 1 0,0-1 0,-1 1 0,1 0 0,-1 0 0,1-1 0,-1 1 0,0 0 0,-5-5 0,1 2 39,-1 1 0,1 0 0,-1 0 0,-1 0 0,1 1 0,-1 0 0,1 1 0,-1-1 0,-12-2 0,-11-2 212,-38-5-1,47 9-224,-344-33-477,-7 27-557,225 8 560,-957-12-3324,-555 14 2260,739 2 1381,489-4-1344,-432 4 3383,858-2-1782,-20 1 1210,-44 5-1,62-4-163,8 1-527,11 1-1174,-9-3 286,21 5-4901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1:30.1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610 282 24575,'2'0'0,"0"-1"0,0 1 0,0-1 0,0 0 0,-1 1 0,1-1 0,0 0 0,0 0 0,0 0 0,-1-1 0,1 1 0,0 0 0,1-2 0,19-21 0,-16 17 0,0-1 0,-1 0 0,0 0 0,-1 0 0,1-1 0,-2 0 0,1 0 0,-1 0 0,0 0 0,-1 0 0,2-17 0,-4 22 0,1 0 0,-1-1 0,-1 1 0,1 0 0,0 0 0,-1 0 0,0 0 0,0-1 0,0 1 0,-1 0 0,1 1 0,-1-1 0,0 0 0,0 0 0,0 1 0,-1-1 0,1 1 0,-1 0 0,0 0 0,0 0 0,0 0 0,0 0 0,0 0 0,-1 1 0,1 0 0,-1 0 0,1 0 0,-7-3 0,-5 0 0,0 1 0,0 0 0,0 1 0,0 0 0,-1 1 0,1 1 0,-1 1 0,-29 2 0,12 2 0,-1 1 0,1 2 0,-33 11 0,62-16 0,-22 6 0,-38 18 0,58-23 0,-1 0 0,1 0 0,0 1 0,1 0 0,-1 0 0,1 1 0,0-1 0,0 1 0,0 0 0,0 1 0,-5 8 0,9-11 0,-1 1 0,1-1 0,0 1 0,0 0 0,0 0 0,1 0 0,-1-1 0,1 1 0,0 0 0,0 0 0,0 0 0,1 0 0,-1 0 0,1-1 0,0 1 0,0 0 0,0 0 0,1-1 0,-1 1 0,1-1 0,0 1 0,0-1 0,0 0 0,3 4 0,8 9 0,-1 0 0,2-1 0,20 17 0,-29-26 0,59 49 0,-41-37 0,-1 2 0,0 0 0,-1 1 0,-1 1 0,22 33 0,-41-53 0,1 1 0,0 0 0,-1 0 0,0 0 0,1 0 0,-1 0 0,0 0 0,-1 0 0,1 0 0,0 0 0,-1 0 0,0 0 0,0 1 0,0-1 0,0 0 0,0 0 0,-1 0 0,1 0 0,-1 1 0,0-1 0,0 0 0,0 0 0,0 0 0,0-1 0,-1 1 0,0 0 0,1 0 0,-1-1 0,0 1 0,0-1 0,0 1 0,-5 3 0,-4 2 0,0 0 0,-1 0 0,1-1 0,-1-1 0,-1 0 0,-17 6 0,-6 1 114,-1-2 0,-41 8 0,57-16-399,-1 0 1,1-1-1,-1-1 1,1-1-1,-27-3 1,15-4-6542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1:30.4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1 243 24575,'46'-16'0,"-39"12"0,0 1 0,-1 1 0,1-1 0,0 1 0,0 0 0,0 1 0,1 0 0,-1 0 0,0 0 0,14 2 0,-20-1 0,0 0 0,0 0 0,1 1 0,-1-1 0,0 1 0,0-1 0,0 1 0,0 0 0,0-1 0,0 1 0,0 0 0,0-1 0,0 1 0,-1 0 0,1 0 0,0 0 0,0 0 0,-1 0 0,1 0 0,-1 0 0,1 0 0,-1 0 0,1 0 0,-1 0 0,0 1 0,1-1 0,-1 0 0,0 0 0,0 0 0,0 0 0,0 1 0,0-1 0,0 0 0,0 0 0,0 0 0,-1 2 0,0 5 0,-1 0 0,0 0 0,-1 0 0,-4 8 0,5-10 0,-116 319 0,111-308 0,4-10 0,6-11 0,128-262 0,-87 187 0,69-93 0,-113 171 0,9-12 0,1-1 0,0 1 0,1 1 0,0 0 0,1 1 0,1 0 0,26-19 0,-38 30 0,0-1 0,0 0 0,0 1 0,0-1 0,0 0 0,1 1 0,-1-1 0,0 1 0,0 0 0,0-1 0,1 1 0,-1 0 0,0 0 0,0 0 0,1 0 0,-1 0 0,0 0 0,1 0 0,-1 0 0,0 0 0,0 1 0,0-1 0,1 0 0,-1 1 0,0-1 0,0 1 0,0-1 0,0 1 0,0 0 0,0 0 0,0-1 0,0 1 0,0 0 0,0 0 0,0 0 0,0 0 0,0 0 0,-1 0 0,1 0 0,0 0 0,-1 0 0,1 2 0,2 4 0,-1 1 0,0-1 0,-1 1 0,1-1 0,-1 15 0,0 71-455,-4 0 0,-30 179 0,24-220-6371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1:30.9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33 570 24575,'-5'-13'0,"-3"-11"0,-7-30 0,14 48 0,0 1 0,0-1 0,0 0 0,1 0 0,0 0 0,0 0 0,1 0 0,-1 0 0,1 1 0,0-1 0,3-6 0,-3 10 0,0 0 0,1 0 0,-1 0 0,1 0 0,-1 1 0,1-1 0,0 0 0,0 1 0,0-1 0,0 1 0,0-1 0,0 1 0,0 0 0,1 0 0,-1 0 0,0 0 0,1 0 0,-1 1 0,1-1 0,-1 1 0,5-1 0,8 0 0,-1 0 0,23 2 0,-19 0 0,26 0 0,116-3 0,-140 0 0,0 0 0,-1-1 0,1-1 0,-1-1 0,35-14 0,-50 18 0,0-1 0,0 0 0,-1 0 0,1 0 0,-1 0 0,1-1 0,-1 1 0,0-1 0,0 0 0,0 0 0,0 0 0,0 0 0,-1-1 0,1 1 0,-1-1 0,0 1 0,0-1 0,-1 0 0,1 0 0,-1 0 0,1 0 0,-1 0 0,0 0 0,-1 0 0,1 0 0,-1-5 0,-10 41 0,-29 302 0,30-240 0,9-93 0,-1 5 0,1 0 0,-1 0 0,0 0 0,0-1 0,-3 7 0,0-9 0,2-10 0,-1-11 0,3-40 0,2 0 0,3 1 0,2-1 0,3 1 0,2 0 0,22-62 0,-26 94 0,2 0 0,0 1 0,1 0 0,27-41 0,-33 57 0,1 1 0,0-1 0,0 1 0,0 0 0,1 0 0,0 1 0,0 0 0,1 0 0,-1 1 0,1 0 0,1 0 0,-1 1 0,1 0 0,-1 0 0,1 1 0,17-4 0,-21 7 0,0-1 0,0 1 0,1 0 0,-1 0 0,0 0 0,0 1 0,0 0 0,1 0 0,-1 0 0,0 0 0,0 1 0,-1 0 0,1 0 0,0 1 0,0-1 0,-1 1 0,0 0 0,1 0 0,-1 0 0,0 1 0,-1-1 0,1 1 0,-1 0 0,1 0 0,-1 0 0,0 1 0,-1-1 0,1 1 0,-1 0 0,0-1 0,0 1 0,0 0 0,-1 0 0,0 0 0,0 1 0,0-1 0,0 0 0,-1 0 0,0 0 0,0 1 0,0-1 0,-1 0 0,-2 10 0,-1-4 0,-1-1 0,0 1 0,-1-1 0,0 0 0,0 0 0,-1 0 0,0-1 0,-1 0 0,0-1 0,-1 1 0,-15 11 0,-7 2 0,0-1 0,-46 23 0,3-8-1365,6-6-5461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1:31.4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491 442 24575,'11'-13'0,"-1"0"0,0-1 0,-1-1 0,-1 1 0,9-19 0,-1 1 0,8-11 0,29-56 0,-48 87 0,0 0 0,-1 0 0,0 0 0,-1-1 0,-1 1 0,2-18 0,-4 27 0,0 1 0,0 0 0,0 0 0,0 0 0,0-1 0,0 1 0,-1 0 0,1 0 0,-1 0 0,0 0 0,0 0 0,0 0 0,0 0 0,0 0 0,0 0 0,0 0 0,0 0 0,-1 1 0,1-1 0,-1 1 0,-2-3 0,1 2 0,-1 0 0,0 0 0,1 0 0,-1 1 0,0-1 0,0 1 0,0 0 0,0 0 0,0 0 0,-7 0 0,-8 1 0,1 0 0,0 1 0,0 1 0,-19 5 0,-6 2 0,1 2 0,-59 22 0,84-26 0,-1 1 0,1 1 0,1 0 0,0 1 0,0 1 0,1 0 0,0 1 0,-14 16 0,25-24 0,0 0 0,1 0 0,0 0 0,0 0 0,0 1 0,0 0 0,1-1 0,0 1 0,0 0 0,0 0 0,1 0 0,-1 1 0,1-1 0,0 0 0,1 0 0,-1 1 0,1-1 0,0 0 0,1 1 0,-1-1 0,1 0 0,0 1 0,0-1 0,1 0 0,-1 0 0,1 0 0,0 0 0,1 0 0,-1 0 0,1-1 0,4 6 0,4 5 0,0-1 0,1-1 0,1 0 0,26 22 0,65 36 0,-72-51 0,0 2 0,50 45 0,-77-62 0,0 0 0,-1 0 0,0 0 0,0 1 0,6 10 0,-9-14 0,0 0 0,0 0 0,-1 0 0,1 0 0,0 0 0,-1 0 0,0 0 0,0 0 0,1 0 0,-1 0 0,0 0 0,0 0 0,-1 0 0,1 0 0,0 0 0,-1 0 0,1 0 0,-1-1 0,0 1 0,0 0 0,1 0 0,-1 0 0,-2 2 0,-2 1 0,1 0 0,-2 0 0,1 0 0,0-1 0,-1 0 0,0 0 0,0 0 0,0-1 0,0 0 0,-1 0 0,0 0 0,1-1 0,-9 2 0,-14 3 0,-50 6 0,45-9 0,-66-2 0,87-2 0,0-1 0,0-1 0,0 0 0,1-1 0,-1 0 0,1-1 0,-1 0 0,-13-8 0,22 10-170,0 0-1,1-1 0,-1 1 1,1-1-1,0 0 0,0 0 1,-4-5-1,-9-19-6655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1:31.7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 73 24575,'92'-29'0,"39"-13"0,-129 40 0,-11 5 0,-16 5 0,3 2 0,1 2 0,0 0 0,1 1 0,-28 24 0,39-29 0,0 0 0,1 1 0,0 0 0,1 0 0,0 1 0,0 0 0,1 0 0,0 0 0,1 1 0,0 0 0,-4 15 0,7-21 0,1 0 0,0 0 0,0 0 0,1 0 0,-1 0 0,1 1 0,0-1 0,0 0 0,1 0 0,0 0 0,0 0 0,0 0 0,0 0 0,1 0 0,0-1 0,0 1 0,0 0 0,0-1 0,1 1 0,0-1 0,0 0 0,0 0 0,0 0 0,1 0 0,0-1 0,-1 1 0,1-1 0,0 0 0,1 0 0,-1-1 0,7 4 0,3 1 0,-1-2 0,1 0 0,1 0 0,-1-1 0,0-1 0,1 0 0,0-1 0,0-1 0,26-1 0,-21 0 0,-1-2 0,1-1 0,-1 0 0,0-1 0,0-1 0,0-1 0,-1-1 0,23-11 0,-35 15 0,0-1 0,0 0 0,0 0 0,0 0 0,-1-1 0,1 1 0,-1-1 0,0-1 0,-1 1 0,1-1 0,-1 1 0,0-1 0,-1-1 0,1 1 0,-1 0 0,0-1 0,-1 0 0,0 1 0,0-1 0,0 0 0,-1 0 0,0 0 0,0 0 0,-1-1 0,0-11 0,-1 11 0,-1 0 0,0-1 0,0 1 0,-1 0 0,0 0 0,0 1 0,-1-1 0,0 1 0,0 0 0,-1 0 0,0 0 0,0 0 0,-1 1 0,0 0 0,0 0 0,0 0 0,-1 1 0,1 0 0,-1 0 0,-1 1 0,-10-6 0,9 6 0,0 0 0,0 0 0,0 0 0,-1 1 0,1 1 0,0 0 0,-1 0 0,0 1 0,0 0 0,1 0 0,-1 1 0,0 1 0,0 0 0,1 0 0,-1 1 0,0 0 0,1 0 0,-12 6 0,17-7 38,1 1 0,0 0 0,0-1 0,0 1 0,0 1 0,0-1 0,1 0 0,-3 4 0,4-5-107,0 0 1,0 0 0,0 0 0,1 0-1,-1 0 1,1 0 0,-1 0-1,1 0 1,-1 1 0,1-1 0,0 0-1,0 0 1,-1 1 0,1-1 0,0 0-1,0 0 1,0 1 0,0-1 0,1 0-1,-1 1 1,0-1 0,0 0-1,1 0 1,0 2 0,9 15-6758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1:32.8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49 422 24575,'13'-5'0,"0"-1"0,0 0 0,-1 0 0,0-1 0,0-1 0,16-14 0,-36 32 0,2 0 0,-12 19 0,2-1 0,-1 0 0,1-5 0,1 1 0,2 0 0,0 1 0,-14 43 0,26-66 0,1-1 0,-1 0 0,1 1 0,0-1 0,-1 0 0,1 1 0,0-1 0,0 1 0,0-1 0,0 0 0,0 1 0,1 1 0,-1-2 0,0-1 0,1 0 0,-1 0 0,0 0 0,0 0 0,0 1 0,1-1 0,-1 0 0,0 0 0,0 0 0,1 0 0,-1 0 0,0 0 0,0 0 0,1 0 0,-1 1 0,0-1 0,0 0 0,1 0 0,-1 0 0,0 0 0,0 0 0,1-1 0,-1 1 0,0 0 0,1 0 0,-1 0 0,0 0 0,0 0 0,1 0 0,-1 0 0,0 0 0,0-1 0,0 1 0,1 0 0,-1 0 0,5-4 0,-1 1 0,0-1 0,0 1 0,-1-1 0,5-5 0,141-211 0,-100 141 0,59-72 0,-104 146 0,37-39 0,-39 41 0,1 0 0,1 1 0,-1-1 0,0 1 0,0 0 0,1 0 0,-1 0 0,1 0 0,0 1 0,0 0 0,-1-1 0,6 0 0,-8 2 0,0 0 0,0 0 0,0 1 0,0-1 0,1 0 0,-1 0 0,0 0 0,0 1 0,0-1 0,0 1 0,0-1 0,0 1 0,0-1 0,0 1 0,0-1 0,0 1 0,0 0 0,-1 0 0,1-1 0,0 1 0,0 0 0,-1 0 0,1 0 0,0 0 0,-1 0 0,1 0 0,-1 0 0,1 0 0,-1 0 0,0 0 0,1 2 0,1 3 0,-1 1 0,0-1 0,0 1 0,0 7 0,-1 24 0,-1-1 0,-2 1 0,-13 60 0,-40 108 0,54-202 0,0 3 0,0 1 0,-1-1 0,0 0 0,-5 7 0,8-13 0,-1 0 0,1 0 0,-1 0 0,0 0 0,1 0 0,-1 0 0,0 0 0,0-1 0,0 1 0,0 0 0,1 0 0,-1-1 0,0 1 0,0-1 0,0 1 0,-1-1 0,1 1 0,0-1 0,0 1 0,0-1 0,0 0 0,0 0 0,0 0 0,-1 0 0,1 0 0,0 0 0,0 0 0,0 0 0,0 0 0,0 0 0,-1 0 0,1-1 0,0 1 0,-1-1 0,-3-2 0,0 0 0,0 0 0,1 0 0,0-1 0,0 0 0,0 0 0,0 0 0,-4-6 0,-27-40 0,26 35 0,-16-22 0,0 0 0,-26-51 0,51 87 0,-1 0 0,0 0 0,1 1 0,-1-1 0,1 0 0,-1 0 0,1 0 0,0 0 0,-1 0 0,1 0 0,0 0 0,0 0 0,0 0 0,-1 0 0,1 0 0,0 0 0,0 0 0,1 0 0,-1-1 0,0 1 0,0 0 0,0 0 0,1 0 0,-1 0 0,1 0 0,-1 1 0,0-1 0,1 0 0,0 0 0,-1 0 0,1 0 0,-1 0 0,1 1 0,0-1 0,0 0 0,-1 0 0,1 1 0,0-1 0,0 1 0,0-1 0,0 1 0,0-1 0,0 1 0,1-1 0,5-1 0,1 1 0,-1 0 0,0 0 0,0 1 0,11 0 0,-8 1 0,49-1 0,189-6 0,-210 2 0,0-1 0,0-1 0,-1-2 0,53-19 0,-77 21 0,0 1 0,0-2 0,-1 1 0,1-2 0,12-10 0,-21 16 0,-1-1 0,0 0 0,0 1 0,0-1 0,0 0 0,-1 0 0,1-1 0,-1 1 0,0 0 0,0-1 0,0 0 0,0 1 0,-1-1 0,1 0 0,-1 0 0,0 0 0,0 0 0,-1 0 0,1 0 0,-1 0 0,0 0 0,0-7 0,0 10 0,0 0 0,0 0 0,0 0 0,-1 0 0,1 1 0,0-1 0,0 0 0,-1 0 0,1 0 0,0 0 0,-1 0 0,1 0 0,-1 0 0,1 1 0,-1-1 0,0 0 0,1 0 0,-1 1 0,0-1 0,1 1 0,-1-1 0,0 0 0,0 1 0,0-1 0,-1 0 0,1 1 0,-1 0 0,1 0 0,-1 0 0,1 0 0,0 1 0,-1-1 0,1 0 0,0 0 0,-1 1 0,1-1 0,0 1 0,0 0 0,-1-1 0,1 1 0,-2 1 0,-3 3 0,0 0 0,0 0 0,0 1 0,-10 12 0,3 1 0,0 1 0,2 1 0,0 0 0,1 0 0,1 1 0,1 0 0,-8 37 0,12-41 0,1 0 0,1 1 0,0-1 0,2 1 0,0 0 0,1-1 0,1 1 0,0-1 0,1 1 0,7 18 0,-9-34 0,0-1 0,0 1 0,0 0 0,0-1 0,1 1 0,-1-1 0,1 0 0,-1 1 0,1-1 0,3 3 0,-5-5 0,0 0 0,1 0 0,-1 0 0,0 0 0,0 1 0,1-1 0,-1 0 0,0 0 0,0 0 0,1 0 0,-1 0 0,0 0 0,1 0 0,-1 0 0,0 0 0,0 0 0,1 0 0,-1 0 0,0 0 0,1 0 0,-1 0 0,0 0 0,0 0 0,1 0 0,-1 0 0,0 0 0,1 0 0,-1 0 0,0-1 0,0 1 0,1 0 0,-1 0 0,0 0 0,0-1 0,1 0 0,0 0 0,0-1 0,-1 1 0,1 0 0,0-1 0,-1 1 0,0-1 0,1 1 0,-1-1 0,0 1 0,1-3 0,3-146 0,-5 102 0,9-78 0,-5 102 0,2 1 0,0 0 0,1 1 0,1-1 0,2 1 0,12-25 0,-18 41 0,0 0 0,1 0 0,0 0 0,0 1 0,1-1 0,-1 1 0,1 0 0,0 0 0,1 1 0,-1-1 0,1 1 0,-1 1 0,1-1 0,1 1 0,-1 0 0,0 0 0,1 1 0,-1-1 0,1 2 0,0-1 0,0 1 0,0 0 0,0 0 0,-1 1 0,10 0 0,-4 1 0,0 1 0,0 0 0,-1 1 0,1 0 0,-1 1 0,1 0 0,-1 1 0,-1 0 0,1 1 0,-1 0 0,0 0 0,0 1 0,0 1 0,-1 0 0,15 16 0,-23-22 0,1-1 0,-1 1 0,0-1 0,0 1 0,0 0 0,0 0 0,0-1 0,-1 1 0,1 0 0,0 0 0,-1 0 0,1 0 0,-1 0 0,0 0 0,0 0 0,0 0 0,0 0 0,0 0 0,0 0 0,0 0 0,0 0 0,-1 0 0,1 0 0,-1 0 0,0-1 0,1 1 0,-1 0 0,0 0 0,0 0 0,0-1 0,-1 1 0,1-1 0,0 1 0,0-1 0,-1 1 0,1-1 0,-1 0 0,1 1 0,-1-1 0,0 0 0,-2 1 0,-6 4 0,0-1 0,0-1 0,-1 1 0,0-1 0,-21 4 0,-15 2 0,-1-3 0,1-1 0,-2-3 0,-84-4 0,132 1 0,-5 0 0,0 0 0,0-1 0,-1 0 0,1 0 0,0 0 0,0-1 0,1 0 0,-1 0 0,-7-4 0,12 6 0,1-1 0,-1 1 0,1 0 0,0 0 0,-1-1 0,1 1 0,0 0 0,-1-1 0,1 1 0,0 0 0,0-1 0,-1 1 0,1 0 0,0-1 0,0 1 0,0-1 0,0 1 0,-1 0 0,1-1 0,0 1 0,0-1 0,0 1 0,0 0 0,0-1 0,0 1 0,0-1 0,0 1 0,0-1 0,0 1 0,0-1 0,0 1 0,1 0 0,-1-1 0,0 1 0,0-1 0,0 1 0,0 0 0,1-1 0,-1 1 0,0 0 0,1-1 0,17-12 0,1 4 0,0 1 0,1 1 0,34-8 0,70-8 0,-75 14 0,544-82 0,-580 89 0,21-2 0,-33 4 0,1 0 0,0 0 0,-1 0 0,1 0 0,0 0 0,-1 1 0,1-1 0,-1 0 0,1 1 0,0-1 0,-1 1 0,1 0 0,-1 0 0,3 1 0,-4-2 0,0 1 0,1-1 0,-1 1 0,0-1 0,0 1 0,1-1 0,-1 1 0,0-1 0,0 1 0,0 0 0,0-1 0,1 1 0,-1-1 0,0 1 0,0-1 0,0 1 0,0 0 0,0-1 0,-1 1 0,1-1 0,0 1 0,0-1 0,0 1 0,0 0 0,-1-1 0,1 1 0,0-1 0,-1 1 0,1-1 0,0 1 0,-1-1 0,0 1 0,-15 17 0,14-15 0,-197 173-1365,147-123-5461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1:54.4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932 387 24575,'0'-5'0,"0"3"0,0 1 0,1-1 0,-1 1 0,0-1 0,0 0 0,0 1 0,0-1 0,-1 1 0,1-1 0,0 1 0,-1-1 0,1 1 0,-1-1 0,1 1 0,-1-1 0,0 1 0,0-1 0,-1-1 0,1 3 0,1 1 0,-1-1 0,0 1 0,1-1 0,-1 1 0,1 0 0,0 0 0,-1-1 0,1 1 0,-1 0 0,1-1 0,0 1 0,0 0 0,-1 0 0,1 0 0,0-1 0,0 1 0,0 0 0,0 0 0,0 1 0,0-1 0,-14 101 0,-56 325 0,28-258-89,-7-2-1,-7-3 1,-7-2-1,-8-3 1,-6-3-1,-143 213 1,135-247 89,-40 59 0,118-170-6,1 0 0,-1 0 1,2 1-1,0 0 0,0 0 1,-4 19-1,9-28 25,-1 0-1,1 1 1,-1-1 0,1 1 0,0-1-1,0 1 1,1-1 0,-1 0 0,1 1-1,0-1 1,0 0 0,0 1-1,0-1 1,0 0 0,1 0 0,-1 0-1,1 0 1,0 0 0,0 0 0,0 0-1,0-1 1,0 1 0,1-1-1,-1 1 1,1-1 0,0 0 0,0 0-1,0 0 1,4 2 0,4 1-1,0 0 1,0-1-1,1 0 1,-1-1-1,1 0 1,12 1-1,77 3-40,-78-6 19,414 0-1124,2-21-707,-172 7 1360,1457-37-2783,2 41 3240,-1462 11-1053,309-3 2235,-536 1-1082,-18 1 513,-1-1 0,1-1 0,-1-1 0,1 0 0,24-8-1,-42 10-515,0 0 0,0 0 0,0-1 0,0 1 0,0 0 0,0-1 0,0 1 0,0-1 0,-1 0 0,1 1 0,0-1 0,0 0-1,0 1 1,-1-1 0,1 0 0,0 0 0,0-1 0,-1 1-36,0 1 0,1-1 0,-1 0 0,0 0-1,0 1 1,0-1 0,0 0 0,0 1 0,0-1 0,-1 0-1,1 1 1,0-1 0,0 0 0,0 1 0,-1-1 0,1 0-1,0 1 1,-1-1 0,0 0 0,-2-4 59,-1 1-1,0 0 1,0 0-1,0 0 1,-6-3 0,5 3-88,-18-15-14,0-1-1,2-1 1,1-1 0,0-1 0,2-1-1,0 0 1,-18-36 0,20 29-1,2-1 1,1-1-1,1 0 1,2 0-1,2-1 1,-5-38-1,5 0-99,3-1 0,3-1 0,16-141 0,4 96-99,52-190-1,57-42 175,27 12 0,-152 334 24,73-169 393,-65 148-312,-2 0 0,-1-1 1,-1-1-1,4-46 0,-9 66-78,-1-1-1,0 1 1,0-1-1,-1 1 1,-1-1-1,1 1 1,-1 0-1,-1 0 0,1 0 1,-5-9-1,4 11-1,-1 1 0,1-1 0,-1 1 0,0 0 0,0 0 0,-1 1 0,0-1 0,1 1 0,-2 0 0,1 0 0,0 1 0,-1-1 0,1 1 0,-7-2 0,-11-4 7,1 2 0,-1 0 0,-1 1-1,1 1 1,-26-1 0,-127-2-133,129 7 9,-898 21-3045,764-12 2747,-1980 129-2611,1632-82 1779,9 27 967,399-55 323,31-3 40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1:54.8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436 194 24575,'1'-5'0,"1"0"0,-1-1 0,1 1 0,1 0 0,-1 0 0,1 0 0,0 0 0,0 1 0,0-1 0,5-3 0,-2-1 0,9-11 0,1 1 0,0 0 0,1 1 0,32-25 0,-33 35 0,-16 8 0,0 0 0,0 0 0,0 1 0,0-1 0,1 0 0,-1 0 0,0 0 0,0 0 0,0 1 0,0-1 0,0 0 0,0 0 0,0 0 0,1 0 0,-1 1 0,0-1 0,0 0 0,0 0 0,0 0 0,0 1 0,0-1 0,0 0 0,0 0 0,0 0 0,0 1 0,0-1 0,0 0 0,0 0 0,0 0 0,0 1 0,-1-1 0,1 0 0,0 0 0,0 0 0,0 0 0,0 1 0,0-1 0,0 0 0,-1 0 0,-17 31 0,-30 28 0,-86 82 0,-69 41 0,68-62 0,123-110 0,-20 21 0,30-29 0,0 0 0,0 1 0,0-1 0,0 1 0,1-1 0,-1 1 0,1 0 0,0 0 0,0-1 0,0 1 0,-1 4 0,2-6 0,0 0 0,0 0 0,0 0 0,0 0 0,0 0 0,1 0 0,-1 0 0,0-1 0,0 1 0,1 0 0,-1 0 0,1 0 0,-1 0 0,1 0 0,-1-1 0,1 1 0,-1 0 0,1 0 0,0-1 0,-1 1 0,1 0 0,0-1 0,0 1 0,0-1 0,-1 1 0,1-1 0,1 1 0,28 9 0,-25-8 0,146 35 0,-71-19 0,79 29 0,-76-16-1365,-50-20-5461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1:56.1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245 500 24575,'15'-41'0,"-10"31"0,0-1 0,-1-1 0,0 1 0,-1 0 0,-1-1 0,2-17 0,-4 28 0,1 0 0,-1 0 0,0 0 0,0-1 0,0 1 0,0 0 0,0 0 0,-1 0 0,1 0 0,0 0 0,0 0 0,-1 0 0,1 0 0,-1 0 0,1 0 0,-1 0 0,1 0 0,-1 0 0,1 0 0,-1 0 0,0 0 0,0 1 0,-1-2 0,1 1 0,0 1 0,0 0 0,0 0 0,0 0 0,0 0 0,0 0 0,0 0 0,-1 0 0,1 0 0,0 0 0,0 0 0,0 0 0,0 1 0,0-1 0,0 1 0,0-1 0,0 0 0,-2 2 0,-5 3 0,0 1 0,0 0 0,-14 12 0,-2 7 0,0 2 0,2 0 0,1 1 0,1 0 0,2 2 0,1 1 0,-19 43 0,31-60 0,0 0 0,0 0 0,2 1 0,0-1 0,0 1 0,1 0 0,1 15 0,0-26 0,1 0 0,1 1 0,-1-1 0,1 0 0,0 1 0,0-1 0,0 0 0,0 0 0,1 0 0,-1 0 0,1 0 0,0 0 0,0 0 0,1 0 0,-1-1 0,1 1 0,0-1 0,0 0 0,0 0 0,0 0 0,1 0 0,-1-1 0,1 1 0,-1-1 0,1 0 0,0 0 0,0 0 0,4 1 0,6 1 0,0-1 0,0 0 0,0-1 0,0-1 0,0 0 0,0-1 0,0-1 0,23-4 0,-17 2 0,-1-1 0,1-1 0,-1-1 0,0-1 0,27-14 0,-44 20 0,0 1 0,0-1 0,0 0 0,-1 0 0,1 0 0,-1-1 0,1 1 0,-1 0 0,1 0 0,-1-1 0,0 1 0,1-1 0,-1 0 0,0 1 0,0-1 0,0 0 0,0 1 0,0-1 0,-1 0 0,1 0 0,-1 0 0,1 0 0,-1 0 0,0 0 0,1 0 0,-1 0 0,0-2 0,-1-1 0,-1 0 0,1-1 0,-1 1 0,0 0 0,0 0 0,-1 0 0,0 1 0,-5-9 0,-18-23 0,16 22 0,-1 0 0,2-1 0,0 1 0,1-2 0,0 1 0,-10-33 0,18 47 0,0 0 0,-1-1 0,1 1 0,0 0 0,0 0 0,0 0 0,0-1 0,0 1 0,1 0 0,-1 0 0,0 0 0,0-1 0,1 1 0,-1 0 0,1 0 0,-1 0 0,1 0 0,0 0 0,-1 0 0,1 0 0,0 0 0,-1 0 0,1 0 0,0 0 0,0 1 0,0-1 0,0 0 0,0 0 0,0 1 0,0-1 0,0 1 0,0-1 0,1 1 0,1-1 0,6-2 0,-1 1 0,1 0 0,0 1 0,10-1 0,6-1 0,153-42 0,-144 33 0,-1-1 0,0-1 0,34-21 0,-49 22 0,-30 13 0,-33 15 0,23-6 0,1 1 0,1 1 0,-1 1 0,2 0 0,0 1 0,-23 22 0,35-29 0,0 0 0,1 0 0,0 1 0,1 0 0,-1 0 0,2 1 0,-1-1 0,1 1 0,0 0 0,0 0 0,1 1 0,0-1 0,0 1 0,1-1 0,1 1 0,-1 0 0,1 0 0,1 0 0,0 13 0,0-18 0,1-1 0,-1 1 0,1 0 0,0-1 0,0 1 0,0-1 0,0 0 0,1 1 0,-1-1 0,1 0 0,0 0 0,0 0 0,0 0 0,0 0 0,1 0 0,-1-1 0,1 1 0,-1-1 0,1 1 0,0-1 0,0 0 0,0 0 0,0-1 0,1 1 0,-1-1 0,0 1 0,1-1 0,-1 0 0,1 0 0,-1 0 0,1-1 0,-1 0 0,1 1 0,0-1 0,-1 0 0,1-1 0,0 1 0,-1 0 0,1-1 0,-1 0 0,1 0 0,-1 0 0,0 0 0,1-1 0,5-3 0,0-1 0,0 0 0,-1-1 0,0 0 0,0 0 0,-1 0 0,0-1 0,0-1 0,0 1 0,-1-1 0,-1 0 0,0 0 0,0-1 0,0 0 0,3-13 0,0 0 0,-2-1 0,0 0 0,-2-1 0,0 1 0,-1-26 0,-3 51 0,1 0 0,-1 0 0,0 0 0,0 0 0,1 0 0,-1 0 0,0-1 0,1 1 0,-1 0 0,1 0 0,-1 0 0,1 0 0,0 0 0,-1-1 0,1 1 0,0 0 0,-1 0 0,1-1 0,0 1 0,0-1 0,1 2 0,30 11 0,-21-10 0,0-1 0,0 0 0,-1 0 0,22-1 0,1-5 0,1 0 0,-1-3 0,0 0 0,40-16 0,-17-2 0,-52 23 0,1 0 0,-1-1 0,0 0 0,0 0 0,0 0 0,0-1 0,-1 1 0,1-1 0,5-7 0,-9 10 0,0 1 0,1-1 0,-1 1 0,0-1 0,1 1 0,-1-1 0,0 1 0,0-1 0,1 1 0,-1-1 0,0 1 0,0-1 0,0 0 0,0 1 0,0-1 0,0 1 0,0-1 0,0 1 0,0-1 0,0 0 0,0 1 0,0-1 0,0 1 0,-1-2 0,1 2 0,-1-1 0,1 1 0,-1 0 0,1-1 0,-1 1 0,0 0 0,1 0 0,-1 0 0,1-1 0,-1 1 0,1 0 0,-1 0 0,0 0 0,1 0 0,-1 0 0,0 0 0,1 0 0,-1 0 0,0 0 0,-3 1 0,1 0 0,-1 0 0,0 0 0,1 0 0,-1 0 0,-5 4 0,-2 3 0,0 1 0,1 0 0,0 1 0,1 0 0,0 1 0,0 0 0,-10 18 0,13-19 0,0-1 0,2 1 0,-1 0 0,1 1 0,0-1 0,1 1 0,0 0 0,1-1 0,-2 22 0,4-30 0,0-1 0,0 0 0,0 1 0,0-1 0,0 1 0,0-1 0,1 0 0,-1 1 0,0-1 0,1 0 0,-1 1 0,1-1 0,-1 0 0,1 0 0,0 1 0,0-1 0,-1 0 0,1 0 0,0 0 0,0 0 0,0 0 0,0 0 0,2 1 0,-1-1 0,0 0 0,0-1 0,0 1 0,0-1 0,0 1 0,0-1 0,0 0 0,0 0 0,0 0 0,0 0 0,0 0 0,0-1 0,0 1 0,2-1 0,5-2 0,0 0 0,-1 0 0,0-1 0,0 0 0,0-1 0,8-5 0,-1-3 0,0-1 0,-1 0 0,-1 0 0,0-2 0,-1 0 0,-1 0 0,0-1 0,-1 0 0,-1 0 0,-1-1 0,0-1 0,-1 0 0,5-23 0,-2-5 0,-1 0 0,-3 0 0,-1-1 0,-3-63 0,-2 111 0,-2-26 0,-2 17 0,4 9 0,-1 0 0,1 0 0,0 0 0,0 0 0,-1 0 0,1 0 0,0 0 0,-1 0 0,1 1 0,0-1 0,0 0 0,-1 0 0,1 0 0,0 0 0,0 0 0,-1 1 0,1-1 0,0 0 0,0 0 0,0 0 0,-1 1 0,1-1 0,0 0 0,0 0 0,0 1 0,0-1 0,0 0 0,-1 1 0,1-1 0,0 0 0,0 1 0,-8 18 0,1 0 0,1 0 0,1 1 0,1-1 0,-3 26 0,2-13 0,-13 100-682,-2 262-1,20-335-6143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1:56.4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1 419 24575,'12'-24'0,"-10"17"0,1 0 0,0 0 0,1 1 0,-1 0 0,1 0 0,0 0 0,1 0 0,0 0 0,0 1 0,0 0 0,0 0 0,8-5 0,13-6 0,65-43 0,-80 50 0,-1 0 0,0 0 0,0-1 0,-1-1 0,15-21 0,-17 22 0,-1-1 0,-1 0 0,1 0 0,-2-1 0,0 1 0,3-14 0,-6 22 0,0 0 0,-1 0 0,0 0 0,0 0 0,0 0 0,0 0 0,0 0 0,0 1 0,-1-1 0,1 0 0,-1 0 0,0 0 0,-2-4 0,2 5 0,-1 0 0,1 1 0,-1-1 0,1 0 0,-1 1 0,1 0 0,-1-1 0,0 1 0,0 0 0,1 0 0,-1 0 0,0 0 0,0 0 0,0 1 0,0-1 0,0 0 0,0 1 0,0 0 0,-1-1 0,1 1 0,-3 0 0,-2 0 0,0 1 0,0-1 0,0 2 0,0-1 0,1 1 0,-1 0 0,0 0 0,1 0 0,-1 1 0,1 0 0,0 1 0,0-1 0,-9 8 0,2-1 0,1 1 0,0 0 0,1 1 0,-19 24 0,20-21 0,1 0 0,0 0 0,1 1 0,1 0 0,0 1 0,2-1 0,-1 1 0,2 0 0,-4 29 0,8-37 0,-1 0 0,1 0 0,0 0 0,1 0 0,0 0 0,1 0 0,0 0 0,6 17 0,-5-20 0,0 0 0,0 0 0,0 0 0,1-1 0,0 1 0,0-1 0,0 0 0,1 0 0,0-1 0,0 1 0,0-1 0,0 0 0,9 4 0,-3-3-114,-1 0 1,1-1-1,1 0 0,-1-1 0,0 0 1,1-1-1,-1 0 0,1-1 0,0-1 1,0 0-1,17-1 0,22-5-6712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1:56.6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90 108 24575,'-1'0'0,"-33"-60"0,31 55 0,0 0 0,-1 1 0,0-1 0,0 1 0,0 0 0,0 0 0,-1 0 0,1 1 0,-7-4 0,3 4 0,8 6 0,8 8 0,70 36 0,-48-31 0,34 25 0,-56-35 0,-1 0 0,1 0 0,-1 1 0,-1 0 0,1 0 0,-1 1 0,0 0 0,8 15 0,-11-17 17,-1 1 0,0-1 0,0 1 1,0 0-1,-1-1 0,0 1 0,-1 0 0,1 0 0,-1-1 0,0 1 0,-1 0 0,0 0 0,0-1 0,0 1 0,-1 0 0,0-1 0,0 1 0,-1-1 1,-6 12-1,-2 2-359,-1-1 1,-2-1 0,1 0-1,-27 26 1,3-7-6485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1:57.4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7 715 24575,'0'0'0,"0"0"0,0 1 0,0-1 0,-1 0 0,1 0 0,0 0 0,0 0 0,-1 0 0,1 0 0,0 0 0,0 0 0,-1-1 0,1 1 0,0 0 0,0 0 0,0 0 0,-1 0 0,1 0 0,0 0 0,0 0 0,0 0 0,-1-1 0,1 1 0,0 0 0,0 0 0,0 0 0,-1 0 0,1-1 0,0 1 0,0 0 0,0 0 0,0 0 0,0-1 0,0 1 0,0 0 0,-1 0 0,1 0 0,0-1 0,0 1 0,0 0 0,0 0 0,0-1 0,0 1 0,0 0 0,0 0 0,0-1 0,0 1 0,0 0 0,0 0 0,1 0 0,-1-1 0,0 1 0,0 0 0,0 0 0,0-1 0,0 1 0,11-12 0,1 6 0,0 1 0,0 1 0,0 0 0,1 0 0,0 1 0,25-2 0,-7 0 0,569-68-1510,-397 53 760,1579-143-6643,1 33 5340,-1400 104 2156,1302-99-1387,-1623 120 1705,323-43 3196,-367 45-3284,-11 2 30,1 0 0,0-1 0,-1 0 0,0 0 0,1 0 0,-1-1 0,0 0 0,13-8 0,-20 11-332,0-1-1,0 1 0,1 0 0,-1 0 1,0 0-1,0-1 0,1 1 0,-1 0 0,0-1 1,0 1-1,0 0 0,0 0 0,0-1 1,1 1-1,-1 0 0,0-1 0,0 1 0,0 0 1,0 0-1,0-1 0,0 1 0,0 0 1,0-1-1,0 1 0,0 0 0,0-1 0,0 1 1,0 0-1,-1-1 0,1 1 0,0 0 1,0 0-1,0-1 0,0 1 0,0 0 0,-1-1 1,1 1-1,0 0 0,0 0 0,0 0 1,-1-1-1,1 1 0,0 0 0,0 0 1,-1 0-1,1-1 0,0 1 0,-1 0 0,1 0 1,0 0-1,0 0 0,-1 0 0,1 0 1,0 0-1,-1 0 0,1 0 0,-21-7 1260,21 7-1263,-48-8 546,0 3-1,-79 0 0,100 5-1445,-42-1-5953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1:57.6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46 24575,'10'-10'0,"-8"7"0,0 0 0,1 0 0,0 0 0,0 1 0,0-1 0,0 1 0,0 0 0,0 0 0,0 0 0,1 0 0,-1 1 0,1-1 0,0 1 0,6-1 0,1 0 0,0 2 0,0-1 0,0 2 0,0-1 0,0 2 0,0-1 0,0 2 0,21 6 0,4 4 0,40 21 0,-43-18 0,-1 2 0,54 39 0,-74-48 0,-1 0 0,-1 0 0,0 1 0,0 1 0,-1-1 0,0 1 0,-1 1 0,0 0 0,-1 0 0,8 18 0,-13-25 22,-1 1-1,1-1 0,-1 1 1,0-1-1,0 1 0,-1 0 1,1-1-1,-1 1 0,-1-1 1,1 1-1,-1 0 0,0-1 1,0 1-1,-1-1 0,-2 9 1,-1-5-236,0 1 1,0-1 0,-1 0-1,0-1 1,0 0 0,-1 0-1,-10 10 1,-42 34-6613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1:58.2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43 24575,'-1'-5'0,"0"0"0,0 1 0,0-1 0,-1 1 0,-3-9 0,2 6 0,0 16 0,2 12 0,16 208 0,1 2 0,-27 205-1365,9-411-5461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1:58.5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13 597 24575,'-1'-2'0,"-1"1"0,1 0 0,0-1 0,0 1 0,0-1 0,0 1 0,0-1 0,1 0 0,-1 1 0,0-1 0,1 0 0,-1 0 0,1 1 0,0-1 0,0 0 0,-1 0 0,1 0 0,0 0 0,1 1 0,-1-1 0,0 0 0,0 0 0,1 0 0,-1 1 0,1-1 0,0 0 0,-1 1 0,1-1 0,0 0 0,0 1 0,0-1 0,0 1 0,2-2 0,1-3 0,1 0 0,0 1 0,0-1 0,0 1 0,1 0 0,11-7 0,20-9 0,2 2 0,68-24 0,-64 27 0,-1-1 0,47-28 0,-82 41 0,0 0 0,0-1 0,-1 0 0,1 0 0,-1-1 0,-1 0 0,1 0 0,-1 0 0,0 0 0,5-10 0,-8 12 0,0 0 0,0 0 0,-1-1 0,1 1 0,-1 0 0,0-1 0,-1 1 0,1-1 0,-1 1 0,0-1 0,0 1 0,0-1 0,-1 1 0,0-1 0,1 1 0,-1 0 0,-1-1 0,1 1 0,-1 0 0,-2-5 0,-5-8 0,0 1 0,-1 1 0,-1-1 0,-1 2 0,0-1 0,-1 2 0,0-1 0,-1 2 0,-21-15 0,34 26 0,0 0 0,0 0 0,0 0 0,-1 1 0,1-1 0,0 1 0,0-1 0,-1 1 0,1-1 0,0 1 0,-1 0 0,1-1 0,0 1 0,-1 0 0,1 0 0,0 0 0,-1 0 0,-1 0 0,2 1 0,0-1 0,0 1 0,1-1 0,-1 1 0,0 0 0,0-1 0,0 1 0,1 0 0,-1-1 0,0 1 0,1 0 0,-1 0 0,1 0 0,-1-1 0,1 1 0,-1 0 0,1 0 0,-1 0 0,1 1 0,-2 6 0,0 0 0,1 0 0,0 1 0,1 15 0,0-16 0,2 63 0,3-1 0,3 0 0,3 0 0,31 105 0,-5-65-1365,-20-71-5461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1:58.8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69 50 24575,'-1'-2'0,"0"-1"0,0 1 0,0 0 0,-1 0 0,1-1 0,-1 1 0,1 0 0,-1 0 0,0 0 0,-4-2 0,0-3 0,2 3 0,-7-8 0,11 12 0,-1 0 0,1 0 0,0 0 0,-1 0 0,1 0 0,0 0 0,-1 0 0,1-1 0,0 2 0,-1-1 0,1 0 0,0 0 0,0 0 0,-1 0 0,1 0 0,0 0 0,-1 0 0,1 0 0,0 0 0,0 0 0,-1 1 0,1-1 0,0 0 0,0 0 0,-1 0 0,1 1 0,0-1 0,0 0 0,-1 0 0,1 1 0,0-1 0,0 0 0,0 0 0,0 1 0,0-1 0,-1 0 0,1 1 0,0-1 0,0 0 0,0 0 0,0 1 0,0-1 0,0 0 0,0 1 0,0-1 0,0 0 0,0 1 0,-7 38 0,1 1 0,3 0 0,1 70 0,2-60 0,0 30-682,13 100-1,-5-133-6143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1:59.4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30 430 24575,'-5'-9'0,"1"2"0,0-1 0,0 0 0,1 1 0,0-2 0,-3-12 0,6 18 0,-1 1 0,1-1 0,0 0 0,0 1 0,1-1 0,-1 1 0,0-1 0,1 1 0,0-1 0,-1 1 0,1-1 0,0 1 0,0-1 0,1 1 0,-1 0 0,0 0 0,1 0 0,-1-1 0,1 1 0,0 1 0,0-1 0,0 0 0,2-2 0,20-12 0,0 1 0,1 0 0,0 2 0,1 1 0,31-9 0,19-11 0,-37 16 0,-20 9 0,-1-1 0,0 0 0,-1-1 0,1-2 0,-2 1 0,23-19 0,-37 26 0,1 0 0,-1 0 0,1 0 0,-1-1 0,0 1 0,-1-1 0,1 1 0,0-1 0,0-4 0,-1 7 0,-1-1 0,1 1 0,-1-1 0,0 1 0,0-1 0,1 1 0,-1-1 0,0 1 0,0-1 0,-1 1 0,1 0 0,0-1 0,0 1 0,-1-1 0,1 1 0,-1-1 0,1 1 0,-1 0 0,0-1 0,1 1 0,-1 0 0,0 0 0,0-1 0,0 1 0,-2-2 0,3 3 0,-1-1 0,1 1 0,-1-1 0,0 1 0,1 0 0,-1-1 0,1 1 0,-1 0 0,0-1 0,1 1 0,-1 0 0,0 0 0,1 0 0,-1 0 0,0 0 0,1-1 0,-1 1 0,0 0 0,1 1 0,-1-1 0,0 0 0,1 0 0,-1 0 0,0 0 0,1 0 0,-1 1 0,0-1 0,0 1 0,-1 0 0,1 0 0,0 0 0,0 1 0,-1-1 0,1 0 0,0 1 0,0-1 0,0 1 0,0 0 0,-1 2 0,-1 5 0,0 0 0,1 0 0,-2 11 0,-4 28 0,3 1 0,3 0 0,3 65 0,31 145 0,-28-239 0,-1-1 0,0 0 0,1 39 0,-6-56 0,-2-8 0,-3-10 0,-4-20 0,3-1 0,0 0 0,3 0 0,1 0 0,1-1 0,3 1 0,0-1 0,3 1 0,1 0 0,2-1 0,16-54 0,-18 79 0,2 1 0,-1 0 0,2 0 0,-1 0 0,2 1 0,-1 0 0,2 0 0,-1 1 0,21-18 0,-25 23 0,1 1 0,0 1 0,0-1 0,0 1 0,0-1 0,0 2 0,1-1 0,-1 0 0,1 1 0,0 0 0,0 1 0,0-1 0,-1 1 0,2 0 0,-1 1 0,0-1 0,0 1 0,0 0 0,0 1 0,0-1 0,0 1 0,0 0 0,12 5 0,-16-6 0,0 1 0,0 0 0,0-1 0,-1 1 0,1 0 0,0 0 0,0 0 0,0 1 0,-1-1 0,1 0 0,-1 1 0,1-1 0,-1 1 0,1-1 0,-1 1 0,0 0 0,0 0 0,0-1 0,0 1 0,0 0 0,0 0 0,0 0 0,-1 0 0,1 0 0,-1 0 0,1 0 0,-1 0 0,0 1 0,0-1 0,0 0 0,0 0 0,0 0 0,0 0 0,-1 0 0,1 0 0,-1 0 0,-1 3 0,0 2 0,-2-1 0,1 1 0,-1-1 0,0 0 0,0 0 0,0-1 0,-1 1 0,0-1 0,-11 9 0,-3 1-227,-1-2-1,-1 0 1,0-1-1,-1-1 1,-28 10-1,14-8-6598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2:00.1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293 0 24575,'-3'0'0,"-1"3"0,-3 4 0,-2 7 0,-4 9 0,-2 11 0,-5 7 0,-4 13 0,-2 11 0,1 12 0,-1 8 0,1 8 0,2 2 0,1 3 0,5-4 0,2-5 0,4-9 0,4-19-8191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2:00.4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94 14 24575,'-2'-13'0,"-2"21"0,-4 23 0,-3 138 0,-5 34 0,8-142-682,-28 99-1,28-136-6143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2:00.7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19 237 24575,'0'-3'0,"-1"0"0,1 0 0,-1-1 0,0 1 0,0 0 0,-1 0 0,-1-4 0,1 4 0,1 0 0,-1 0 0,1 0 0,0 0 0,0 0 0,1 0 0,-2-5 0,2 7 0,1 0 0,-1 0 0,0 0 0,0 0 0,1 0 0,-1 0 0,0 0 0,1 0 0,-1 0 0,1 0 0,-1 0 0,1 0 0,0 0 0,-1 1 0,1-1 0,0 0 0,0 0 0,-1 1 0,1-1 0,0 1 0,0-1 0,0 1 0,0-1 0,0 1 0,0-1 0,0 1 0,0 0 0,1-1 0,19-6 0,37-7 0,-38 10 0,0 0 0,29-12 0,-32 9 0,0-2 0,-1 0 0,0 0 0,-1-2 0,0 0 0,-1 0 0,0-2 0,17-19 0,-36 40 0,0 1 0,1-1 0,0 1 0,0 0 0,0 0 0,-1 10 0,-18 69 0,13-31 171,-5 70 0,13-101-456,2 0 1,1 0-1,1-1 1,1 1-1,8 28 1,-5-31-6542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2:01.0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 25 24575,'0'-1'0,"0"0"0,0 0 0,0-1 0,0 1 0,-1 0 0,1 0 0,0-1 0,-1 1 0,1 0 0,-1 0 0,1 0 0,-1 0 0,0 0 0,1 0 0,-1 0 0,0 0 0,0 0 0,0 0 0,-1-1 0,2 2 0,-1-1 0,1 1 0,0 0 0,-1 0 0,1 0 0,-1 0 0,1-1 0,0 1 0,-1 0 0,1 0 0,0 0 0,-1 0 0,1 0 0,-1 0 0,1 0 0,0 0 0,-1 0 0,1 0 0,0 0 0,-1 1 0,1-1 0,-1 0 0,1 0 0,-1 0 0,1 1 0,-1 0 0,0-1 0,1 1 0,-1 0 0,0 0 0,1-1 0,-1 1 0,1 0 0,-1 0 0,1 0 0,0-1 0,-1 1 0,1 0 0,-1 2 0,-3 22 0,1 0 0,1 1 0,1 0 0,1-1 0,6 39 0,-5-50 0,15 272-1365,-16-250-5461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2:01.4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14 326 24575,'-3'-8'0,"0"1"0,1-1 0,0 0 0,1 0 0,0 1 0,0-1 0,0 0 0,1 0 0,0 0 0,1 0 0,0 0 0,0 0 0,1 0 0,-1 0 0,2 0 0,-1 1 0,1-1 0,1 1 0,-1 0 0,1 0 0,0 0 0,1 0 0,-1 1 0,1 0 0,1 0 0,-1 0 0,8-5 0,8-6 0,1 2 0,1 1 0,1 0 0,0 2 0,0 0 0,43-12 0,-63 22 0,0 1 0,-1 0 0,1 0 0,0 1 0,-1-1 0,1 1 0,0-1 0,0 1 0,0 1 0,3-1 0,-5 1 0,-1-1 0,1 1 0,-1-1 0,0 1 0,1 0 0,-1-1 0,0 1 0,1 0 0,-1 0 0,0 0 0,0 0 0,0 0 0,0 0 0,0 0 0,0 0 0,0 1 0,0-1 0,0 0 0,0 1 0,-1-1 0,1 0 0,-1 1 0,1-1 0,-1 1 0,1-1 0,-1 1 0,0 1 0,3 24 0,-1-1 0,-2 0 0,-5 48 0,5-71 9,0 0-1,-1 0 1,0 0-1,1 0 1,-1 0-1,0 0 1,-1 0 0,1 0-1,0 0 1,-1-1-1,1 1 1,-1-1-1,0 1 1,0-1-1,0 1 1,0-1-1,-1 0 1,1 0-1,-4 3 1,1-3 5,1 0 0,0 0 1,-1 0-1,1-1 0,-1 1 0,0-1 0,1 0 1,-1 0-1,0-1 0,0 0 0,-9 0 1,8 0-53,-1-1 0,0 0 0,1 0 0,-1-1 0,1 0 0,0 0 0,-1-1 0,-8-4 0,11 5-53,1 0 0,-1-1 0,1 1 0,0-1 0,0 1 0,0-1 0,0 0 0,0 0 0,1 0 0,-1-1 0,1 1 0,0 0 0,0-1 0,-1-4 0,-2-7-6735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2:01.8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173 210 24575,'0'-1'0,"-1"0"0,1 0 0,0 0 0,-1 0 0,1 0 0,0 0 0,-1 0 0,1 0 0,-1 0 0,0 0 0,1 0 0,-1 0 0,0 0 0,0 1 0,1-1 0,-1 0 0,0 0 0,0 1 0,-1-2 0,1 2 0,1 0 0,0 0 0,-1-1 0,1 1 0,-1 0 0,1 0 0,-1 0 0,1-1 0,-1 1 0,1 0 0,-1 0 0,1 0 0,-1 0 0,1 0 0,-1 0 0,1 0 0,-1 0 0,1 0 0,-1 0 0,1 0 0,0 0 0,-1 1 0,1-1 0,-1 0 0,1 0 0,-1 0 0,1 1 0,-1-1 0,1 0 0,0 1 0,-1-1 0,1 0 0,0 1 0,-1-1 0,1 0 0,0 1 0,-1-1 0,1 1 0,0-1 0,0 0 0,-1 1 0,1-1 0,0 1 0,0-1 0,0 1 0,0 0 0,-3 13 0,0 0 0,1 0 0,1 0 0,1 0 0,2 28 0,-1-4 0,-4 143 0,0-136 0,-17 87 0,20-130 0,-1-1 0,1 1 0,0-1 0,0 0 0,-1 1 0,1-1 0,-1 0 0,1 1 0,-1-1 0,1 0 0,-1 0 0,0 1 0,0-1 0,0 0 0,-1 1 0,2-2 0,-1 0 0,1 0 0,-1-1 0,1 1 0,-1 0 0,1-1 0,0 1 0,-1 0 0,1-1 0,0 1 0,-1-1 0,1 1 0,0 0 0,-1-1 0,1 1 0,0-1 0,0 1 0,-1-1 0,1 1 0,0-1 0,0 1 0,0-1 0,0 1 0,0-1 0,0 0 0,-9-52 0,8 50 0,-8-91 0,3 0 0,13-167 0,-6 240 0,1 0 0,2 1 0,0-1 0,12-34 0,-15 50 0,1 1 0,0 0 0,0 0 0,0 0 0,0 0 0,1 0 0,-1 0 0,1 0 0,0 1 0,0 0 0,1-1 0,-1 1 0,1 0 0,-1 1 0,1-1 0,0 1 0,0-1 0,0 1 0,0 0 0,1 1 0,-1-1 0,0 1 0,1 0 0,-1 0 0,1 0 0,-1 0 0,10 1 0,-5 1 0,0 0 0,0 0 0,-1 1 0,1 0 0,0 1 0,-1 0 0,0 0 0,0 0 0,0 1 0,0 1 0,0 0 0,-1 0 0,1 0 0,-2 0 0,1 1 0,0 1 0,8 10 0,-14-15 0,1 0 0,-1 0 0,0 0 0,0 0 0,0 1 0,0-1 0,0 0 0,0 1 0,0-1 0,-1 1 0,1-1 0,-1 1 0,0-1 0,0 1 0,0-1 0,0 1 0,0-1 0,-1 1 0,0 2 0,0-1 0,-1 0 0,0 0 0,0 0 0,0 0 0,0 0 0,0-1 0,-1 1 0,0-1 0,0 0 0,-4 4 0,-6 4 0,-1 0 0,0-1 0,-1-1 0,-23 11 0,-19 5-682,-91 27-1,110-40-6143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2:02.1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243 52 24575,'5'-5'0,"-3"3"0,0 1 0,-1-1 0,1 0 0,-1 1 0,1-1 0,-1 0 0,0 0 0,0 0 0,1-2 0,-2 3 0,0 0 0,0 0 0,0 0 0,0 1 0,0-1 0,0 0 0,0 0 0,-1 1 0,1-1 0,0 0 0,-1 0 0,1 1 0,0-1 0,-1 0 0,1 1 0,-1-1 0,1 1 0,-1-1 0,0 0 0,1 1 0,-1-1 0,1 1 0,-1 0 0,0-1 0,1 1 0,-1-1 0,0 1 0,0 0 0,1 0 0,-1-1 0,0 1 0,-1 0 0,-1-2 0,-1 1 0,1 0 0,-1 0 0,0 0 0,1 1 0,-1-1 0,0 1 0,1 0 0,-1 0 0,0 0 0,1 0 0,-1 0 0,0 1 0,1 0 0,-1 0 0,1 0 0,-1 0 0,1 0 0,0 1 0,-1 0 0,1 0 0,0-1 0,0 2 0,0-1 0,0 0 0,0 1 0,1-1 0,-1 1 0,1 0 0,0 0 0,-1 0 0,1 0 0,1 0 0,-1 0 0,0 1 0,1-1 0,0 0 0,-1 1 0,1-1 0,1 1 0,-1 0 0,0-1 0,1 1 0,0 0 0,0-1 0,0 1 0,0 0 0,1-1 0,0 5 0,4 6 0,-1 0 0,2 0 0,0-1 0,0 1 0,1-2 0,1 1 0,0-1 0,19 22 0,-15-18 0,1 0 0,-2 1 0,14 28 0,-23-42 0,-1 0 0,0 0 0,0 1 0,0-1 0,0 0 0,-1 1 0,1-1 0,-1 1 0,0-1 0,0 1 0,0-1 0,-1 1 0,1-1 0,-1 0 0,0 1 0,0-1 0,0 1 0,0-1 0,0 0 0,-1 0 0,1 0 0,-1 0 0,0 0 0,0 0 0,0 0 0,-1-1 0,1 1 0,-4 2 0,-5 5 0,-1-1 0,0-1 0,0 0 0,-1-1 0,-20 9 0,-43 16-1365,-1-4-5461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2:03.6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437 585 24575,'12'-12'0,"0"-1"0,-1 0 0,-1-1 0,0 0 0,0 0 0,-1-1 0,-1-1 0,-1 1 0,0-1 0,-1-1 0,-1 1 0,0-1 0,-2 0 0,4-32 0,-6 43 0,-1 0 0,0 0 0,-1 0 0,1 0 0,-1 0 0,-1 0 0,1 0 0,-1 1 0,0-1 0,0 1 0,0-1 0,-1 1 0,0 0 0,0-1 0,0 2 0,-6-8 0,5 9 0,1-1 0,-1 1 0,0 0 0,0 1 0,-1-1 0,1 1 0,0 0 0,-1 0 0,1 0 0,-1 0 0,0 1 0,0 0 0,0 0 0,1 0 0,-1 1 0,0-1 0,0 1 0,0 0 0,0 1 0,-6 0 0,-4 2 0,0 1 0,1 0 0,-1 1 0,1 0 0,0 2 0,0-1 0,1 2 0,0-1 0,-13 12 0,3-1 0,0 1 0,1 2 0,-33 37 0,35-32 0,0 1 0,2 1 0,1 0 0,-18 41 0,28-53 0,1 1 0,0 0 0,1 1 0,0-1 0,2 1 0,0 0 0,1 0 0,1 0 0,1 26 0,1-37 0,-1-1 0,1 1 0,0-1 0,1 1 0,0-1 0,0 0 0,0 1 0,1-1 0,-1 0 0,1-1 0,1 1 0,-1 0 0,1-1 0,0 0 0,1 0 0,-1 0 0,1 0 0,0-1 0,0 0 0,0 0 0,0 0 0,1-1 0,0 0 0,0 0 0,0 0 0,0 0 0,0-1 0,0 0 0,1-1 0,-1 1 0,0-1 0,1 0 0,0-1 0,-1 0 0,12 0 0,-6-1 0,1 0 0,0-1 0,0-1 0,-1 0 0,0 0 0,1-1 0,-1-1 0,-1 0 0,1 0 0,-1-1 0,12-9 0,-8 4 0,-1 0 0,0-2 0,-1 0 0,-1 0 0,0-1 0,20-30 0,-13 11 0,0-1 0,20-53 0,16-68 0,-51 141 0,3-7 0,-2 8 0,-4 11 0,-3 7 0,-15 35 0,3 1 0,1 0 0,2 1 0,-8 68 0,18-103 0,1-1 0,0 0 0,0 0 0,0 0 0,1 0 0,0 1 0,0-1 0,3 7 0,-3-11 0,0 1 0,0-1 0,0 0 0,0-1 0,0 1 0,1 0 0,-1 0 0,1 0 0,-1-1 0,1 1 0,0-1 0,0 1 0,0-1 0,-1 0 0,1 0 0,0 0 0,0 0 0,1 0 0,-1 0 0,0 0 0,0-1 0,0 1 0,1-1 0,-1 1 0,4-1 0,4 0 0,-1-1 0,0 0 0,1 0 0,-1-1 0,0 0 0,0-1 0,0 0 0,0 0 0,0-1 0,-1 0 0,1-1 0,-1 1 0,0-2 0,8-6 0,6-7 0,0 0 0,-2-1 0,26-33 0,-26 27 0,-1-1 0,26-50 0,19-62 0,-62 135 0,0 3 0,-2 6 0,-2 19 0,-6 37 0,7-57 0,-1 14 0,0 0 0,1 0 0,1 0 0,1 0 0,0 1 0,1-2 0,1 1 0,6 18 0,-8-31 0,1 1 0,0-1 0,0 1 0,1-1 0,-1 0 0,1 1 0,0-1 0,1-1 0,-1 1 0,1 0 0,0-1 0,0 0 0,1 0 0,-1 0 0,1-1 0,0 1 0,-1-1 0,2 0 0,-1 0 0,0-1 0,1 0 0,-1 1 0,1-2 0,-1 1 0,1-1 0,0 0 0,0 0 0,8 0 0,-4-2 0,0 0 0,0 0 0,0-1 0,0 0 0,0-1 0,0 0 0,-1 0 0,0-1 0,0-1 0,0 1 0,0-1 0,0-1 0,-1 0 0,0 0 0,-1 0 0,1-1 0,10-13 0,-2 1 0,-1 0 0,-1-1 0,0-1 0,-2 0 0,0-1 0,9-26 0,8-38 0,-26 77 0,-1-1 0,-1 1 0,1-1 0,-1 1 0,-1-1 0,0 1 0,-1-12 0,1 21 0,0 0 0,0 0 0,0-1 0,0 1 0,0 0 0,0-1 0,0 1 0,0 0 0,0 0 0,0-1 0,0 1 0,0 0 0,0-1 0,-1 1 0,1 0 0,0 0 0,0-1 0,0 1 0,0 0 0,-1 0 0,1-1 0,0 1 0,0 0 0,0 0 0,-1 0 0,1 0 0,0-1 0,0 1 0,-1 0 0,1 0 0,0 0 0,0 0 0,-1 0 0,1-1 0,-8 9 0,-4 16 0,4-1 0,0 0 0,1 1 0,1-1 0,-2 29 0,7-42 0,0 0 0,0-1 0,1 1 0,1 0 0,0 0 0,0 0 0,1 0 0,0-1 0,1 1 0,0-1 0,0 1 0,1-1 0,6 10 0,-8-16 0,0 0 0,0 1 0,0-1 0,1 0 0,0-1 0,-1 1 0,1 0 0,0-1 0,1 0 0,-1 1 0,0-1 0,1 0 0,-1-1 0,1 1 0,-1-1 0,6 2 0,-4-2 0,1 0 0,-1-1 0,0 0 0,1 0 0,-1 0 0,1 0 0,-1-1 0,0 0 0,1 0 0,7-3 0,2-2 0,0-1 0,0 0 0,-1-1 0,0-1 0,0 0 0,21-20 0,-16 11 0,-1-1 0,0 0 0,-2-2 0,0 0 0,-2-1 0,0 0 0,18-42 0,-19 35 0,-2-1 0,-2 0 0,0-1 0,-2 0 0,-2 0 0,3-33 0,-7 57 0,-1-1 0,0 1 0,0-1 0,0 0 0,-1 1 0,0-1 0,-4-13 0,5 21 0,0-1 0,-1 1 0,1-1 0,0 1 0,0-1 0,0 1 0,-1-1 0,1 1 0,0-1 0,0 1 0,-1-1 0,1 1 0,0-1 0,-1 1 0,1 0 0,-1-1 0,1 1 0,0-1 0,-1 1 0,1 0 0,-1 0 0,1-1 0,-1 1 0,1 0 0,-1 0 0,1 0 0,-1-1 0,1 1 0,-1 0 0,0 0 0,1 0 0,-1 0 0,1 0 0,-1 0 0,1 0 0,-1 0 0,1 0 0,-1 0 0,1 1 0,-1-1 0,0 0 0,1 0 0,-1 0 0,1 1 0,0-1 0,-1 0 0,1 0 0,-1 1 0,1-1 0,-1 1 0,1-1 0,0 0 0,-1 1 0,0 0 0,-2 2 0,0 1 0,1-1 0,-1 1 0,1 0 0,-4 6 0,-4 14 0,2 0 0,0 1 0,1 0 0,1 1 0,-2 31 0,-4 133 0,12-189 0,0 84 0,11 99 0,-12-170-1365,-1-22-5461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2:04.0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3 391 24575,'-1'-31'0,"0"20"0,1 0 0,0 0 0,0 0 0,1 1 0,4-18 0,-4 26 0,0 0 0,0 0 0,0 1 0,0-1 0,0 0 0,0 0 0,0 1 0,1-1 0,-1 1 0,1-1 0,-1 1 0,1 0 0,-1 0 0,1-1 0,0 1 0,0 0 0,-1 0 0,1 1 0,3-2 0,5-1 0,-1 0 0,20-2 0,-5 1 0,-2-2 0,0-2 0,-1 0 0,0-1 0,-1-2 0,0 0 0,26-18 0,-22 11 0,0-1 0,-1-1 0,-1-2 0,24-28 0,-37 37 0,-2 3 0,-8 15 0,-12 26 0,2 2 0,1-1 0,1 2 0,2-1 0,2 1 0,1 0 0,1 0 0,2 0 0,1 0 0,8 54 0,-5-73 0,0-1 0,8 23 0,-10-33 0,1 0 0,0 0 0,0 0 0,0 0 0,0-1 0,0 1 0,1 0 0,0-1 0,0 0 0,0 0 0,0 0 0,0 0 0,4 2 0,-5-4 0,0 0 0,0 0 0,-1-1 0,1 1 0,0-1 0,0 0 0,0 0 0,0 1 0,0-1 0,0 0 0,0-1 0,0 1 0,0 0 0,-1 0 0,1-1 0,0 1 0,0-1 0,0 0 0,0 0 0,-1 1 0,1-1 0,0 0 0,-1 0 0,1-1 0,-1 1 0,1 0 0,-1 0 0,1-1 0,-1 1 0,1-3 0,7-5 0,-1-1 0,0-1 0,7-14 0,-12 21 0,65-119 0,10-16 0,-74 132 0,1-1 0,1 1 0,-1 1 0,13-13 0,-17 18 0,-1 0 0,1 1 0,0-1 0,0 0 0,0 1 0,0-1 0,0 0 0,0 1 0,0-1 0,-1 1 0,2-1 0,-1 1 0,0 0 0,0 0 0,0-1 0,0 1 0,0 0 0,0 0 0,0 0 0,0 0 0,0 0 0,0 0 0,0 0 0,0 0 0,1 1 0,-1-1 0,0 0 0,0 1 0,0-1 0,0 0 0,0 1 0,0 0 0,-1-1 0,1 1 0,0-1 0,0 1 0,0 0 0,0 0 0,-1-1 0,1 1 0,0 0 0,-1 0 0,1 0 0,-1 0 0,1 0 0,-1 0 0,1 0 0,-1 0 0,0 0 0,1 1 0,5 16 0,-1-1 0,0 1 0,-2 0 0,4 35 0,4 22 0,-1-34-1365,1-7-5461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2:04.1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0 139 24575,'6'-12'0,"5"-7"0,1-6 0,0-2 0,-1 1 0,-2 8 0,-3 6-8191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2:06.8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150 73 24575,'-3'-3'0,"-4"-4"0,-3-4 0,-4-2 0,-1-3 0,-3 2 0,4 6 0,2 10 0,2 14 0,2 13 0,2 11 0,2 7 0,-1 7 0,1 4 0,0 0 0,-2-3 0,1-5 0,0-12-8191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2:07.1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1 335 24575,'9'-42'0,"24"-92"0,-28 117 0,1 1 0,0-1 0,2 2 0,0-1 0,15-22 0,-20 35 0,-1 0 0,1-1 0,-1 2 0,1-1 0,0 0 0,0 0 0,0 1 0,0 0 0,1 0 0,-1 0 0,1 0 0,-1 0 0,1 1 0,0-1 0,5 0 0,-6 1 0,0 1 0,0 0 0,0 0 0,0 0 0,0 0 0,0 1 0,0-1 0,-1 1 0,1 0 0,0 0 0,0 0 0,0 0 0,0 0 0,-1 0 0,1 1 0,-1 0 0,1-1 0,-1 1 0,0 0 0,4 4 0,2 3 0,0 1 0,0-1 0,-1 2 0,-1-1 0,0 1 0,0 0 0,-1 1 0,-1-1 0,0 1 0,5 22 0,-5-14 0,-1 0 0,-1 1 0,0-1 0,-2 1 0,-3 37 0,1-44-85,-1-1 0,0 1-1,-1-1 1,0 0 0,-1 0-1,-1-1 1,0 1 0,0-1-1,-1 0 1,-1-1 0,0 1-1,0-2 1,-1 1 0,-1-1-1,-16 13 1,-4 1-6741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2:07.5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345 105 24575,'7'-3'0,"-1"0"0,1 0 0,-1-1 0,0 0 0,0 0 0,7-7 0,-12 10 0,0 1 0,0-1 0,-1 0 0,1 0 0,0 0 0,-1 0 0,1 0 0,0 0 0,-1 0 0,0 0 0,1 0 0,-1 0 0,1 0 0,-1 0 0,0 0 0,0 0 0,0-1 0,0 1 0,0 0 0,0 0 0,0 0 0,0 0 0,0 0 0,0 0 0,-1-1 0,1 1 0,0 0 0,-1 0 0,1 0 0,-1 0 0,1 0 0,-1 0 0,0 0 0,1 0 0,-1 1 0,0-1 0,1 0 0,-1 0 0,0 0 0,0 1 0,0-1 0,-2 0 0,-2-3 0,0 0 0,-1 1 0,0 0 0,0 1 0,0-1 0,0 1 0,0 0 0,0 0 0,0 1 0,-13-1 0,5 0 0,0 2 0,0 0 0,1 1 0,-17 2 0,17 0 0,1 1 0,-1 0 0,1 0 0,0 1 0,1 1 0,-1 0 0,1 1 0,0 0 0,1 0 0,-1 1 0,2 1 0,-1 0 0,-12 15 0,15-17 0,1 1 0,0 0 0,1 0 0,0 0 0,0 1 0,1 0 0,0 0 0,0 0 0,1 0 0,0 0 0,1 1 0,0 0 0,1-1 0,-1 1 0,2 0 0,0-1 0,0 1 0,2 15 0,-1-20 0,0 0 0,1 0 0,-1 0 0,1 0 0,0-1 0,1 1 0,-1-1 0,1 1 0,-1-1 0,1 0 0,1 0 0,-1 0 0,1 0 0,-1-1 0,7 5 0,-4-4 0,0 0 0,0-1 0,1 0 0,0 0 0,-1 0 0,1-1 0,0 0 0,0 0 0,14 1 0,-5-2 0,0-1 0,1-1 0,-1 0 0,0 0 0,0-2 0,0 0 0,-1-1 0,1-1 0,15-6 0,-17 4 0,1 0 0,-2-1 0,1 0 0,-1-1 0,-1 0 0,1-1 0,-2-1 0,1 0 0,-2 0 0,1-1 0,-2-1 0,1 0 0,-2 0 0,0 0 0,0-1 0,-2-1 0,1 1 0,-2-1 0,0 0 0,5-27 0,-10 22 0,-1 14 0,-3 10 0,-2 12-105,1 0 0,1 0 0,1 0 0,0 1 0,1 0 0,1 0 0,0-1 0,1 1 0,1 0 0,1 0 0,0 0 0,9 28 0,-1-14-6721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2:07.7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0 130 24575,'0'-12'0,"2"-37"0,-1 46 0,-1 0 0,1 0 0,0 0 0,-1 0 0,1 0 0,1 0 0,-1 1 0,0-1 0,1 0 0,-1 1 0,1-1 0,0 1 0,2-3 0,-3 4 0,0 0 0,1 1 0,-1-1 0,0 1 0,0-1 0,0 1 0,1 0 0,-1-1 0,0 1 0,1 0 0,-1 0 0,0 0 0,1 0 0,-1 0 0,0 0 0,1 0 0,-1 0 0,0 1 0,0-1 0,1 0 0,-1 1 0,0-1 0,0 1 0,1-1 0,-1 1 0,0 0 0,0 0 0,0-1 0,0 1 0,0 0 0,0 0 0,0 0 0,1 1 0,4 5 0,1-1 0,-1 1 0,7 11 0,-2-1 0,-1 0 0,-1 0 0,0 1 0,-1 1 0,-2-1 0,1 1 0,-2 0 0,-1 1 0,0-1 0,-2 1 0,0 0 0,-1 21 0,-4-25 0,3-16 0,0 0 0,0 0 0,0 0 0,0 0 0,0 0 0,0 0 0,0 1 0,0-1 0,0 0 0,0 0 0,0 0 0,0 0 0,0 0 0,0 0 0,-1 0 0,1 0 0,0 0 0,0 0 0,0 0 0,0 0 0,0 0 0,0 0 0,0 0 0,0 0 0,0 0 0,0 0 0,0 0 0,-1 0 0,1 0 0,0 0 0,0 0 0,0 0 0,0 0 0,0 0 0,0 0 0,0 0 0,0 0 0,0 0 0,0 0 0,-1 0 0,1 0 0,0 0 0,0 0 0,0 0 0,0 0 0,0 0 0,0 0 0,0 0 0,0 0 0,0 0 0,0-1 0,0 1 0,0 0 0,0 0 0,0 0 0,0 0 0,0 0 0,0 0 0,0 0 0,0 0 0,0 0 0,0 0 0,0 0 0,0-1 0,-1-1 0,0-1 0,0 1 0,1-1 0,-1 0 0,1 1 0,0-1 0,0 0 0,1-3 0,1-14-91,1 0 0,1 1 0,0-1 0,2 1 0,0 0 0,1 1 0,1-1 0,1 1 0,1 1 0,0 0 0,1 0 0,1 1 0,0 1 0,26-26 0,-2 11-6735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2:08.0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191 130 24575,'2'0'0,"0"1"0,0-1 0,-1-1 0,1 1 0,0 0 0,0 0 0,-1-1 0,1 1 0,0-1 0,-1 1 0,1-1 0,0 0 0,-1 1 0,1-1 0,-1 0 0,1 0 0,-1 0 0,0 0 0,1 0 0,-1-1 0,0 1 0,0 0 0,0-1 0,0 1 0,2-4 0,-2 4 0,-1-1 0,0 0 0,1 0 0,-1 0 0,0 0 0,0 0 0,0 0 0,0 0 0,0 0 0,-1 0 0,1 0 0,-1 0 0,1 0 0,-1 0 0,0 0 0,1 0 0,-1 1 0,0-1 0,0 0 0,0 1 0,-1-1 0,-1-2 0,-3-3 0,-1 1 0,1 1 0,-1-1 0,0 1 0,0 0 0,-1 1 0,1 0 0,-1 0 0,0 0 0,0 1 0,-17-4 0,21 6 0,0 1 0,0-1 0,0 1 0,0-1 0,0 1 0,0 1 0,0-1 0,0 0 0,0 1 0,0 0 0,0 0 0,-4 2 0,5-2 0,1 0 0,-1 1 0,1-1 0,0 1 0,0 0 0,0 0 0,-1 0 0,2 0 0,-1 0 0,0 0 0,0 1 0,1-1 0,-1 0 0,1 1 0,0-1 0,0 1 0,-1 0 0,2-1 0,-2 4 0,1 2 0,-1 0 0,1 0 0,1 1 0,0-1 0,0 0 0,1 1 0,0-1 0,0 0 0,0 0 0,1 0 0,1 0 0,-1 0 0,2-1 0,3 9 0,7 11 0,2 0 0,24 33 0,-17-31 0,33 33 0,-18-22 0,-36-38 0,0 0 0,-1 0 0,1 0 0,0 1 0,-1-1 0,1 0 0,-1 1 0,0-1 0,0 1 0,0-1 0,0 1 0,1 3 0,-2-5 0,-1 1 0,1-1 0,0 0 0,0 0 0,-1 0 0,1 0 0,0 1 0,-1-1 0,1 0 0,-1 0 0,0 0 0,1 0 0,-1 0 0,0 0 0,0 0 0,1-1 0,-1 1 0,0 0 0,0 0 0,0-1 0,0 1 0,0 0 0,0-1 0,0 1 0,0-1 0,0 1 0,-1-1 0,1 0 0,0 1 0,-2-1 0,-18 5-195,-1-2 0,1 0 0,-1-2 0,0 0 0,0-1 0,-22-4 0,-5 0-6631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2:08.4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28 173 24575,'32'0'0,"0"-2"0,0-1 0,-1-1 0,1-2 0,-1-1 0,0-1 0,34-14 0,-60 20 0,53-25 0,-54 24 0,0 1 0,1-1 0,-1 0 0,0 0 0,-1 0 0,1 0 0,0-1 0,-1 0 0,0 0 0,4-4 0,-7 7 0,1 0 0,-1 0 0,1 0 0,-1 0 0,0 0 0,1 0 0,-1 0 0,0 0 0,0-1 0,0 1 0,0 0 0,0 0 0,0 0 0,0 0 0,0 0 0,0 0 0,0 0 0,-1 0 0,1 0 0,0 0 0,-1 0 0,1 0 0,-1 0 0,1 0 0,-1 0 0,1 0 0,-1 0 0,0 0 0,1 0 0,-1 1 0,0-1 0,0 0 0,0 1 0,0-1 0,1 0 0,-1 1 0,0-1 0,0 1 0,0-1 0,-2 0 0,-2-1 0,-1 0 0,0 0 0,0 0 0,0 1 0,-12-2 0,-2 2 0,0 1 0,0 0 0,0 2 0,1 0 0,-1 2 0,1 0 0,-1 1 0,1 0 0,1 2 0,-1 0 0,1 1 0,0 1 0,-32 22 0,45-27 0,0 0 0,0 1 0,0-1 0,1 1 0,0 0 0,0 0 0,0 0 0,0 1 0,1-1 0,0 1 0,0 0 0,0 0 0,-2 9 0,4-11 0,0 1 0,1-1 0,-1 1 0,1-1 0,0 1 0,1-1 0,-1 1 0,1-1 0,0 1 0,0-1 0,0 0 0,1 0 0,-1 1 0,1-1 0,0 0 0,0 0 0,0-1 0,1 1 0,0 0 0,3 4 0,3 1 29,0 0-1,0-1 1,1 0-1,0 0 0,1-1 1,0-1-1,0 1 1,0-2-1,0 0 1,1 0-1,22 6 1,-7-5-371,0-1 1,0-1 0,1-2-1,36 0 1,-7-4-6485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2:09.7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323 227 24575,'1'-11'0,"1"-1"0,0 0 0,1 1 0,4-13 0,-3 13 0,0-1 0,-1 0 0,-1 1 0,0-1 0,0-18 0,-2 27 0,0 0 0,0 0 0,-1 1 0,1-1 0,-1 0 0,0 0 0,0 1 0,0-1 0,0 0 0,-1 1 0,1-1 0,-1 1 0,1-1 0,-1 1 0,0 0 0,0 0 0,0 0 0,0 0 0,0 0 0,0 0 0,-1 0 0,1 1 0,-1-1 0,1 1 0,-1 0 0,1 0 0,-5-1 0,4 0 0,0 1 0,0 0 0,-1 0 0,1 1 0,0-1 0,0 1 0,-1 0 0,1-1 0,0 2 0,-1-1 0,1 0 0,0 1 0,-1-1 0,1 1 0,0 0 0,0 0 0,0 0 0,0 0 0,0 1 0,0-1 0,0 1 0,0 0 0,1 0 0,-1 0 0,0 0 0,1 0 0,0 1 0,0-1 0,-1 1 0,-2 4 0,1 0 0,0 0 0,0 0 0,1 1 0,0-1 0,0 1 0,1 0 0,0 0 0,0-1 0,0 2 0,1-1 0,0 11 0,1-11 0,1-1 0,-1 0 0,1 1 0,0-1 0,1 0 0,0 0 0,0 0 0,0 0 0,1 0 0,7 12 0,-4-11 0,0 0 0,0-1 0,1 1 0,0-1 0,0 0 0,1-1 0,12 9 0,135 82 0,-153-95 0,1 0 0,0 0 0,-1 0 0,1 0 0,-1 1 0,1-1 0,-1 1 0,3 4 0,-5-6 0,1 0 0,-1-1 0,0 1 0,1 0 0,-1 0 0,0 0 0,0 0 0,0 0 0,1 0 0,-1 0 0,0 0 0,0 0 0,-1 0 0,1-1 0,0 1 0,0 0 0,0 0 0,0 0 0,-1 0 0,1 0 0,-1 0 0,1 0 0,0-1 0,-1 1 0,1 0 0,-1 0 0,0-1 0,1 1 0,-1 0 0,0-1 0,1 1 0,-1 0 0,0-1 0,0 1 0,0 0 0,-6 3 0,-1 0 0,1 0 0,-1 0 0,0-1 0,0 0 0,-16 3 0,-55 7 0,62-11 0,-20 3-273,-1-1 0,1-2 0,-1-2 0,-45-6 0,40-1-6553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2:10.7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91 302 24575,'3'0'0,"1"0"0,-1 0 0,0 0 0,0 1 0,0-1 0,0 1 0,1 0 0,-1 0 0,0 0 0,3 2 0,-5-3 0,0 1 0,0 0 0,-1 0 0,1-1 0,0 1 0,0 0 0,-1 0 0,1 0 0,-1 0 0,1 0 0,-1 0 0,1 0 0,-1 0 0,1 0 0,-1 0 0,0 0 0,1 0 0,-1 0 0,0 0 0,0 0 0,0 0 0,0 0 0,0 0 0,0 0 0,0 1 0,-1-1 0,1 0 0,0 0 0,0 0 0,-1 0 0,1 0 0,-1 0 0,0 1 0,-2 4 0,0 0 0,0-1 0,-1 1 0,0-1 0,0 0 0,-6 6 0,-16 23 0,26-34 0,0 0 0,-1 1 0,1-1 0,0 0 0,0 1 0,-1-1 0,1 0 0,0 1 0,0-1 0,0 1 0,0-1 0,-1 0 0,1 1 0,0-1 0,0 1 0,0-1 0,0 1 0,0-1 0,0 0 0,0 1 0,0-1 0,0 1 0,1-1 0,-1 0 0,0 1 0,0-1 0,0 1 0,0-1 0,1 0 0,-1 1 0,0-1 0,0 1 0,1-1 0,-1 0 0,0 0 0,0 1 0,1-1 0,-1 0 0,0 1 0,1-1 0,-1 0 0,1 0 0,-1 0 0,0 1 0,1-1 0,-1 0 0,1 0 0,-1 0 0,0 0 0,1 0 0,-1 0 0,1 0 0,-1 0 0,0 0 0,1 0 0,-1 0 0,1 0 0,-1 0 0,1 0 0,-1 0 0,0 0 0,1 0 0,0-1 0,32-5 0,-32 6 0,33-9 0,45-19 0,-68 23 0,0 0 0,0-1 0,-1 0 0,0 0 0,0-1 0,0 0 0,16-17 0,-23 20 0,0 1 0,0-1 0,0 0 0,-1 0 0,1 0 0,-1-1 0,0 1 0,-1 0 0,1-1 0,-1 1 0,0-1 0,0 0 0,0 1 0,0-1 0,-1 0 0,0-8 0,-1 6 0,0 0 0,-1 1 0,0-1 0,0 1 0,0-1 0,-1 1 0,1 0 0,-2 0 0,1 0 0,-8-10 0,4 7 0,-1 1 0,1 0 0,-1 0 0,-1 0 0,1 1 0,-1 1 0,-1-1 0,1 2 0,-1-1 0,0 1 0,0 0 0,0 1 0,-1 1 0,-12-4 0,17 6 0,1 1 0,-1-1 0,0 1 0,0 0 0,0 0 0,0 1 0,1 0 0,-1 0 0,0 0 0,0 0 0,1 1 0,-1 0 0,1 0 0,0 1 0,-9 4 0,8-2 0,0 0 0,1 0 0,-1 0 0,1 0 0,0 1 0,1 0 0,-1 0 0,1 0 0,0 1 0,1-1 0,-4 8 0,2-1 0,1 0 0,0 0 0,1 0 0,0 1 0,1-1 0,0 1 0,1 0 0,1-1 0,0 1 0,1 0 0,0-1 0,7 28 0,-5-32 0,1 0 0,-1 0 0,2 0 0,-1 0 0,1-1 0,1 0 0,0 0 0,0 0 0,0-1 0,1 0 0,14 12 0,-10-10 0,0-2 0,0 1 0,1-2 0,0 1 0,1-2 0,-1 0 0,1 0 0,17 3 0,-16-5 0,0 0 0,0-1 0,1-1 0,-1-1 0,0 0 0,0 0 0,27-6 0,-30 4 0,-1-1 0,0 0 0,-1-1 0,1 1 0,-1-2 0,1 0 0,-1 0 0,0 0 0,-1-1 0,0 0 0,9-9 0,-11 9 0,-1 0 0,0-1 0,0 1 0,0-1 0,-1 0 0,0-1 0,0 1 0,-1-1 0,0 1 0,3-11 0,-3 5 0,-1-1 0,0 1 0,-1-1 0,0 1 0,-2-24 0,-3 8 0,-1 0 0,-1 1 0,-1-1 0,-1 1 0,-14-29 0,8 33 0,8 20 0,6 17 0,5 14 0,1-1 0,2 0 0,0-1 0,2 0 0,1 0 0,1-1 0,1 0 0,17 23 0,-29-45 0,0 0 0,0-1 0,0 1 0,0 0 0,0-1 0,1 1 0,-1-1 0,1 1 0,-1-1 0,1 0 0,-1 1 0,1-1 0,0 0 0,0 0 0,-1 0 0,1-1 0,0 1 0,0 0 0,0-1 0,3 2 0,-2-3 0,-1 1 0,0-1 0,1 0 0,-1 0 0,0 1 0,0-1 0,0-1 0,0 1 0,0 0 0,0 0 0,0-1 0,0 1 0,0-1 0,0 0 0,-1 1 0,1-1 0,1-3 0,34-43 0,-29 36 0,0 0 0,0 1 0,1 1 0,1-1 0,0 1 0,0 1 0,1 0 0,13-9 0,-23 18 0,0-1 0,0 1 0,-1-1 0,1 1 0,0 0 0,0-1 0,0 1 0,0 0 0,0 0 0,0 0 0,0-1 0,0 1 0,0 0 0,0 1 0,0-1 0,0 0 0,0 0 0,0 0 0,0 0 0,0 1 0,-1-1 0,1 0 0,0 1 0,0-1 0,0 1 0,0-1 0,0 1 0,-1 0 0,1-1 0,0 1 0,-1 0 0,1-1 0,0 1 0,-1 0 0,1 0 0,-1-1 0,1 1 0,-1 0 0,1 0 0,-1 0 0,0 0 0,1 0 0,-1 0 0,0 1 0,3 7 0,-1 0 0,0 1 0,1 16 0,-1-9 0,0-8 0,0-1 0,0 0 0,0 0 0,1 0 0,1 0 0,-1 0 0,1-1 0,0 0 0,6 8 0,-7-12 0,0 0 0,0 1 0,0-1 0,0-1 0,0 1 0,1 0 0,0-1 0,-1 0 0,1 0 0,0 0 0,0 0 0,0 0 0,0-1 0,0 0 0,0 0 0,1 0 0,-1 0 0,0-1 0,6 1 0,3-2 0,0-1 0,0 0 0,0 0 0,0-1 0,0-1 0,-1 0 0,0-1 0,21-11 0,3-5 0,48-35 0,-78 51 0,25-17 0,40-38 0,-64 53 0,0 0 0,0-1 0,-1 1 0,0-1 0,0-1 0,-1 1 0,0-1 0,0 0 0,-1 0 0,5-17 0,-8 24 0,-1 0 0,1 0 0,-1 0 0,0-1 0,0 1 0,0 0 0,0 0 0,0 0 0,0 0 0,0-1 0,-1 1 0,1 0 0,-1 0 0,0 0 0,0 0 0,1 0 0,-1 0 0,0 0 0,-1 0 0,-1-2 0,1 1 0,-1 1 0,0 0 0,0 0 0,0 0 0,0 0 0,0 0 0,0 0 0,0 1 0,0 0 0,-1-1 0,-5 0 0,0 0 0,-1 0 0,0 1 0,1 0 0,-1 1 0,0 0 0,0 1 0,1 0 0,-15 3 0,22-3 0,0-1 0,0 1 0,0-1 0,0 1 0,0 0 0,0 0 0,1 0 0,-1 0 0,0 0 0,1 0 0,-1 0 0,0 1 0,1-1 0,0 1 0,-1-1 0,1 1 0,0-1 0,0 1 0,0 0 0,0 0 0,0 0 0,0-1 0,0 1 0,0 0 0,1 0 0,-1 0 0,1 0 0,-1 3 0,1 4 0,1 0 0,-1-1 0,1 1 0,1 0 0,3 12 0,0-1 0,15 94 0,-12-59 0,3 0 0,32 98 0,-40-146 0,0 0 0,1-1 0,-1 1 0,1-1 0,0 1 0,7 6 0,-10-11 0,0-1 0,0 0 0,0 0 0,0 0 0,0 0 0,0-1 0,0 1 0,0 0 0,1 0 0,-1-1 0,0 1 0,1 0 0,-1-1 0,0 1 0,1-1 0,-1 0 0,0 0 0,1 1 0,-1-1 0,1 0 0,-1 0 0,0 0 0,1 0 0,-1 0 0,1-1 0,-1 1 0,0 0 0,1-1 0,-1 1 0,1-1 0,-1 1 0,0-1 0,0 0 0,1 0 0,-1 1 0,0-1 0,0 0 0,0 0 0,2-2 0,3-6-120,1 1-1,-2-1 0,1 0 1,-1-1-1,-1 1 0,1-1 1,-2 0-1,6-20 0,-8 26-158,5-18-6547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2:10.9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104 9 24575,'0'-3'0,"-3"-1"0,-4 3 0,-1 8 0,-2 8 0,-2 8 0,-2 9 0,1 7 0,0 10 0,3 7 0,2 7 0,3 4 0,5 6 0,6 2 0,4 3 0,4 0 0,6 2 0,-2-13-8191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2:12.1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1 237 24575,'0'-15'0,"1"-1"0,1 0 0,1 0 0,0 1 0,9-27 0,-8 32 0,0-1 0,0 1 0,1 1 0,1-1 0,-1 1 0,2 0 0,-1 0 0,1 1 0,9-9 0,-14 15 0,-1 1 0,0 0 0,0 0 0,0 0 0,1 0 0,-1 0 0,1 0 0,-1 0 0,1 0 0,-1 1 0,1-1 0,-1 0 0,1 1 0,-1 0 0,1-1 0,0 1 0,-1 0 0,1 0 0,0 0 0,-1 0 0,1 0 0,0 0 0,-1 0 0,1 0 0,2 1 0,-2 1 0,0-1 0,-1 0 0,1 1 0,0-1 0,-1 1 0,1-1 0,-1 1 0,1 0 0,-1 0 0,0 0 0,0-1 0,0 1 0,0 0 0,0 1 0,0-1 0,0 0 0,-1 0 0,1 4 0,5 30 0,-3-1 0,0 1 0,-6 69 0,1-37 0,1 18 0,1-114 0,1 0 0,1 0 0,7-30 0,-6 44 0,1 0 0,1 0 0,0 1 0,1-1 0,0 1 0,1 0 0,16-21 0,-16 24 0,1 0 0,0 0 0,1 1 0,0 0 0,1 1 0,0 0 0,0 0 0,1 1 0,12-6 0,-17 10 0,0 1 0,0-1 0,0 1 0,1 1 0,-1-1 0,1 1 0,-1 0 0,1 1 0,-1-1 0,1 1 0,0 1 0,-1-1 0,1 1 0,-1 0 0,1 1 0,-1-1 0,0 1 0,0 0 0,8 4 0,-3 1 0,0 0 0,0 0 0,0 1 0,13 14 0,-13-13 0,0 1 0,0-1 0,15 8 0,-24-16 0,0 0 0,0 0 0,1 0 0,-1-1 0,0 1 0,0 0 0,1-1 0,-1 0 0,0 0 0,1 1 0,-1-1 0,0 0 0,1-1 0,-1 1 0,0 0 0,0-1 0,1 1 0,-1-1 0,0 0 0,0 0 0,0 0 0,0 0 0,0 0 0,0 0 0,0-1 0,0 1 0,0 0 0,0-1 0,-1 0 0,1 1 0,-1-1 0,1 0 0,-1 0 0,1 0 0,-1 0 0,0 0 0,0 0 0,0 0 0,-1 0 0,1-1 0,0 1 0,-1 0 0,1 0 0,-1-1 0,0 1 0,0 0 0,0-4 0,0 5 0,0 0 0,0 0 0,0 0 0,0 0 0,0 0 0,-1 1 0,1-1 0,0 0 0,-1 0 0,1 0 0,0 0 0,-1 0 0,1 1 0,-1-1 0,0 0 0,1 0 0,-1 1 0,1-1 0,-1 0 0,0 1 0,0-1 0,1 1 0,-1-1 0,0 1 0,0-1 0,-1 0 0,0 1 0,0 0 0,0 0 0,0-1 0,0 1 0,0 0 0,0 1 0,0-1 0,0 0 0,0 1 0,0-1 0,-4 2 0,-2 1 0,1 0 0,-1 1 0,1 0 0,-14 10 0,8-3 0,1 0 0,0 0 0,0 1 0,-12 17 0,19-22 0,1 0 0,0 0 0,0 0 0,0 0 0,1 0 0,0 1 0,0 0 0,1 0 0,0 0 0,-1 14 0,2-19 0,1 1 0,0-1 0,1 0 0,-1 0 0,1 1 0,-1-1 0,1 0 0,0 0 0,0 0 0,0 0 0,1 0 0,-1 0 0,1 0 0,0 0 0,-1-1 0,1 1 0,1 0 0,-1-1 0,0 0 0,0 0 0,1 1 0,-1-1 0,1 0 0,0-1 0,0 1 0,0-1 0,0 1 0,0-1 0,5 2 0,4 1 0,2-1 0,-1 0 0,0 0 0,1-2 0,24 1 0,-11-2 0,-1-1 0,1-1 0,0-1 0,-1-2 0,0 0 0,49-19 0,-65 20 0,0 0 0,0-1 0,-1-1 0,0 0 0,0 0 0,0 0 0,-1-1 0,13-15 0,-16 17 0,-1-1 0,0 0 0,0 0 0,-1-1 0,1 1 0,-1-1 0,-1 1 0,1-1 0,-1 0 0,-1 0 0,1 0 0,-1 0 0,0-1 0,-1-8 0,1 10 0,-2 1 0,1-1 0,-1 1 0,1-1 0,-2 1 0,1 0 0,0-1 0,-1 1 0,0 0 0,0 0 0,-5-8 0,6 13 0,1-1 0,0 1 0,0 0 0,0-1 0,0 1 0,0 0 0,-1 0 0,1-1 0,0 1 0,0 0 0,-1 0 0,1-1 0,0 1 0,0 0 0,-1 0 0,1 0 0,0-1 0,-1 1 0,1 0 0,0 0 0,-1 0 0,1 0 0,0 0 0,-1 0 0,1-1 0,0 1 0,-1 0 0,1 0 0,0 0 0,-1 0 0,1 0 0,0 1 0,-1-1 0,1 0 0,-1 0 0,-5 12 0,4 20 0,16 226 0,-13-236-227,0-1-1,2 1 1,0 0-1,1-1 1,10 27-1,-5-28-6598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2:12.2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32 24575,'0'-3'0,"0"-4"0,0-4 0,0 1-8191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2:14.3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49 205 24575,'-15'-1'0,"-10"0"0,25 2 0,-1-1 0,1 0 0,-1 0 0,1 1 0,-1-1 0,1 0 0,-1 1 0,1-1 0,-1 1 0,1-1 0,0 1 0,-1-1 0,1 0 0,0 1 0,-1-1 0,1 1 0,0 0 0,0-1 0,-1 1 0,1-1 0,0 1 0,0-1 0,0 1 0,0 0 0,0-1 0,0 1 0,0-1 0,0 1 0,0-1 0,0 1 0,0 0 0,0-1 0,0 1 0,1-1 0,-1 1 0,0-1 0,0 1 0,1 0 0,11 33 0,19 40 0,2 4 0,31 128 0,-64-205 0,1 1 0,-1 0 0,1-1 0,0 1 0,-1-1 0,1 1 0,0-1 0,0 0 0,0 1 0,0-1 0,0 0 0,1 0 0,0 2 0,-1-3 0,-1 0 0,0 0 0,1 0 0,-1 1 0,1-1 0,-1 0 0,1 0 0,-1 0 0,1 0 0,-1 0 0,1 0 0,-1 0 0,1 0 0,-1 0 0,1 0 0,-1-1 0,1 1 0,-1 0 0,0 0 0,1 0 0,-1-1 0,1 1 0,-1 0 0,0 0 0,1-1 0,-1 1 0,1 0 0,-1-1 0,4-4 0,-1 1 0,1-1 0,-1 0 0,-1 0 0,1 0 0,1-6 0,52-125 0,-16 33 0,57-100 0,-95 198 0,1 0 0,0 0 0,1 1 0,-1-1 0,1 1 0,4-5 0,-7 8 0,-1 1 0,1 0 0,-1-1 0,1 1 0,-1 0 0,1-1 0,0 1 0,-1 0 0,1-1 0,-1 1 0,1 0 0,0 0 0,-1 0 0,1 0 0,0 0 0,-1 0 0,1 0 0,0 0 0,-1 0 0,1 0 0,0 0 0,-1 0 0,2 0 0,-1 1 0,0 0 0,0 0 0,0 0 0,0 0 0,0 0 0,0 0 0,0 0 0,0 0 0,-1 0 0,1 0 0,0 0 0,-1 1 0,1-1 0,-1 0 0,2 3 0,2 10 0,1 0 0,1-1 0,0 0 0,0 0 0,2 0 0,0-1 0,0 0 0,1 0 0,0-1 0,1-1 0,0 1 0,15 10 0,-8-9 0,2 0 0,-1-1 0,2-1 0,25 11 0,-37-18 0,1 0 0,-1-1 0,0 0 0,1 0 0,0 0 0,-1-1 0,1-1 0,0 1 0,-1-1 0,1-1 0,0 0 0,-1 0 0,14-4 0,-19 4 0,0 0 0,-1 0 0,1-1 0,0 1 0,-1-1 0,1 0 0,-1 0 0,1 0 0,-1 0 0,0 0 0,0 0 0,0-1 0,0 1 0,0-1 0,-1 1 0,1-1 0,-1 0 0,0 1 0,1-1 0,-1 0 0,0 0 0,-1 0 0,1 0 0,-1 0 0,1 0 0,-1 0 0,0 0 0,0 0 0,0-1 0,0 1 0,-1 0 0,0-3 0,-1-3 0,0 1 0,0 0 0,-1-1 0,0 1 0,0 1 0,-1-1 0,0 0 0,0 1 0,-1 0 0,-8-11 0,12 16 0,-1 1 0,1-1 0,-1 1 0,0 0 0,1-1 0,-1 1 0,0 0 0,0 0 0,0 0 0,0 0 0,0 1 0,0-1 0,0 0 0,0 1 0,0-1 0,0 1 0,0 0 0,0 0 0,-3 0 0,1 0 0,0 1 0,0 0 0,0 0 0,0 0 0,1 0 0,-1 1 0,0-1 0,1 1 0,-6 4 0,-3 2 0,1 0 0,1 2 0,0-1 0,-17 21 0,11-10 0,1 0 0,1 1 0,1 0 0,1 1 0,1 1 0,0 0 0,-7 27 0,17-47 0,0 0 0,1-1 0,-1 1 0,1 0 0,0-1 0,0 1 0,0 0 0,0-1 0,0 1 0,0 0 0,1-1 0,0 1 0,-1-1 0,1 1 0,0-1 0,1 3 0,-1-3 0,0-1 0,1 0 0,-1 1 0,0-1 0,0 0 0,1 0 0,-1 0 0,0 0 0,1 0 0,-1 0 0,1 0 0,0 0 0,-1-1 0,1 1 0,-1-1 0,1 1 0,0-1 0,0 0 0,-1 0 0,1 1 0,0-1 0,-1 0 0,1 0 0,0-1 0,3 0 0,6-1 0,0-1 0,-1 0 0,1-1 0,-1 0 0,0-1 0,0 0 0,0 0 0,0-1 0,-1-1 0,14-11 0,-7 4 0,0-1 0,-2-1 0,1 0 0,18-29 0,-27 36 0,0 0 0,7-18 0,-12 20 0,-6 10 0,-8 12 0,6-3 0,0 0 0,0 1 0,1 0 0,1 0 0,0 1 0,0-1 0,2 1 0,0 0 0,0 0 0,1 0 0,1 0 0,1 0 0,1 21 0,-1-31 0,1 0 0,0 1 0,0-1 0,0 0 0,0 0 0,1 0 0,-1 0 0,1 0 0,0 0 0,1-1 0,-1 1 0,0-1 0,1 1 0,0-1 0,0 0 0,0 0 0,0 0 0,0 0 0,1-1 0,-1 1 0,1-1 0,0 0 0,0 0 0,0 0 0,0-1 0,5 2 0,-2-1 0,1-1 0,-1 0 0,1 0 0,-1-1 0,1 0 0,0 0 0,-1-1 0,1 0 0,-1 0 0,1-1 0,-1 0 0,0 0 0,1 0 0,6-5 0,1-1 0,-1-1 0,0 0 0,-1-1 0,1 0 0,-2-1 0,0-1 0,0 0 0,-1-1 0,18-27 0,-12 14 0,-1-2 0,-1 0 0,-2 0 0,14-43 0,6-52 0,-29 106 0,-1 0 0,-1-1 0,-1 1 0,-1 0 0,-2-24 0,2 39 0,0 0 0,-1-1 0,1 1 0,-1 0 0,0 0 0,0 0 0,1 0 0,-1 0 0,-1 0 0,1 0 0,0 0 0,0 0 0,-3-2 0,4 3 0,-1 1 0,0-1 0,0 1 0,1 0 0,-1-1 0,0 1 0,1 0 0,-1 0 0,0 0 0,0-1 0,1 1 0,-1 0 0,0 0 0,0 0 0,0 0 0,1 0 0,-1 0 0,0 1 0,0-1 0,1 0 0,-1 0 0,0 0 0,0 1 0,1-1 0,-1 0 0,0 1 0,1-1 0,-1 1 0,0-1 0,1 1 0,-1-1 0,1 1 0,-1-1 0,1 1 0,-1 0 0,1-1 0,-1 1 0,1-1 0,0 1 0,-1 1 0,-6 9 0,0 0 0,1 0 0,0 1 0,1 0 0,0 0 0,1 0 0,-5 23 0,4-5 0,1 0 0,-1 38 0,4-38 114,2 0 0,8 58 0,-7-78-246,0 0 1,1 0 0,-1-1-1,2 1 1,-1-1 0,2 0 0,-1 0-1,1 0 1,0 0 0,1-1 0,0 0-1,12 12 1,0-5-6695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2:14.4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49 57 24575,'0'-5'0,"-1"0"0,1 0 0,-1-1 0,-1 1 0,1 0 0,-3-6 0,4 10 0,0 1 0,-1-1 0,1 0 0,0 1 0,0-1 0,0 0 0,-1 1 0,1-1 0,0 0 0,-1 1 0,1-1 0,-1 1 0,1-1 0,-1 1 0,1-1 0,-1 1 0,1-1 0,-1 1 0,1-1 0,-1 1 0,1 0 0,-1-1 0,0 1 0,1 0 0,-1 0 0,0-1 0,1 1 0,-1 0 0,0 0 0,1 0 0,-1 0 0,0 0 0,0 0 0,1 0 0,-1 0 0,0 0 0,1 0 0,-1 0 0,0 0 0,1 1 0,-1-1 0,0 0 0,1 0 0,-1 1 0,0-1 0,1 1 0,-1-1 0,1 0 0,-1 1 0,1-1 0,-1 1 0,1-1 0,-1 1 0,1-1 0,-1 1 0,0 1 0,0 0 0,0 0 0,0 0 0,0 0 0,0 0 0,0 1 0,0-1 0,1 0 0,-1 1 0,1-1 0,-1 1 0,1-1 0,0 1 0,0-1 0,0 0 0,1 1 0,-1-1 0,0 1 0,1-1 0,0 0 0,-1 1 0,1-1 0,0 0 0,0 1 0,0-1 0,2 2 0,2 5 0,0 0 0,0-1 0,1 0 0,14 14 0,-16-18-273,0 0 0,1 0 0,0 0 0,8 4 0,2-1-6553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2:14.6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84 57 24575,'-6'-6'0,"-8"-5"0,-4-3 0,-2 0 0,5 6 0,5 4-8191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2:15.0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161 264 24575,'-2'0'0,"0"0"0,0-1 0,0 1 0,1 0 0,-1-1 0,0 1 0,0-1 0,1 1 0,-1-1 0,0 0 0,1 0 0,-1 0 0,0 1 0,1-2 0,0 1 0,-1 0 0,1 0 0,-1 0 0,1-1 0,0 1 0,0-1 0,0 1 0,0-1 0,0 1 0,0-1 0,0 0 0,1 1 0,-1-1 0,1 0 0,-1 1 0,1-1 0,-1 0 0,1 0 0,0 0 0,0-3 0,0-3 0,0 1 0,0-1 0,1 0 0,0 1 0,0-1 0,1 0 0,3-8 0,4-8 0,11-29 0,-19 49 0,0 0 0,0 0 0,-1 0 0,1 0 0,-1 0 0,0-1 0,0 1 0,0 0 0,-1 0 0,-1-6 0,2 8 0,-1 1 0,0 0 0,1 0 0,-1-1 0,0 1 0,0 0 0,0 0 0,0 0 0,0 0 0,0 0 0,0 0 0,-1 0 0,1 0 0,0 1 0,0-1 0,-1 0 0,1 1 0,0-1 0,-1 1 0,1-1 0,-1 1 0,1 0 0,-1 0 0,1 0 0,-1-1 0,1 1 0,-1 1 0,1-1 0,0 0 0,-1 0 0,1 0 0,-1 1 0,-2 0 0,-4 1 0,1 0 0,-1 1 0,1 0 0,0 0 0,-7 4 0,9-4 0,0 1 0,1-1 0,0 1 0,-1 0 0,1 0 0,1 0 0,-1 0 0,1 0 0,-1 1 0,1 0 0,1 0 0,-1 0 0,1 0 0,0 0 0,0 0 0,0 1 0,1-1 0,-1 1 0,1 7 0,0-8 0,1-1 0,0 1 0,0 0 0,0 0 0,1-1 0,-1 1 0,1 0 0,0 0 0,1-1 0,-1 1 0,1-1 0,0 1 0,0-1 0,0 0 0,1 0 0,0 0 0,-1 0 0,1 0 0,1-1 0,-1 1 0,0-1 0,8 6 0,-5-5 0,0 0 0,0-1 0,0 0 0,1 0 0,-1 0 0,1 0 0,0-1 0,0 0 0,0-1 0,0 0 0,0 0 0,0 0 0,14-1 0,-16-1 0,0 1 0,0-1 0,-1-1 0,1 1 0,0-1 0,-1 0 0,1 0 0,-1 0 0,1-1 0,-1 1 0,0-1 0,0 0 0,-1 0 0,1-1 0,0 1 0,-1-1 0,0 0 0,0 0 0,0 0 0,4-8 0,-3 4 0,0 0 0,-1 0 0,0 0 0,0 0 0,2-15 0,-4 20 0,-1 0 0,0 0 0,1 0 0,-1 0 0,0 0 0,0 0 0,0 0 0,-1 1 0,1-1 0,-1 0 0,0 0 0,1 0 0,-1 0 0,-1 1 0,1-1 0,0 0 0,-1 1 0,1-1 0,-4-4 0,5 7 6,0 0 1,0 0-1,-1 0 0,1-1 0,0 1 0,0 0 1,0 0-1,0 0 0,0 0 0,0 0 1,0-1-1,0 1 0,0 0 0,0 0 0,-1 0 1,1 0-1,0 0 0,0 0 0,0 0 0,0-1 1,0 1-1,-1 0 0,1 0 0,0 0 0,0 0 1,0 0-1,0 0 0,-1 0 0,1 0 0,0 0 1,0 0-1,0 0 0,0 0 0,-1 0 0,1 0 1,0 0-1,0 0 0,0 0 0,0 0 1,0 0-1,-1 0 0,1 0 0,0 0 0,0 0 1,0 1-1,0-1 0,-1 0 0,1 0 0,0 0 1,0 0-1,0 0 0,0 0 0,0 0 0,0 1 1,0-1-71,0 1 1,0-1 0,1 0 0,-1 1 0,0-1-1,0 1 1,1-1 0,-1 0 0,0 1 0,1-1-1,-1 0 1,1 0 0,-1 1 0,0-1-1,1 0 1,-1 0 0,1 0 0,-1 0 0,1 1-1,-1-1 1,1 0 0,-1 0 0,0 0 0,1 0-1,-1 0 1,2 0 0,10 0-6763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2:15.2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67 18 24575,'3'-3'0,"4"-3"0,-3-2 0,-4 7 0,-5 10 0,-5 8 0,-4 14 0,-2 11 0,1 9 0,4 6 0,3 1 0,6 0 0,4-9-8191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2:16.1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3541 123 24575,'1'0'0,"0"0"0,0 0 0,0 0 0,0 0 0,0-1 0,0 1 0,0-1 0,0 1 0,0 0 0,0-1 0,0 0 0,0 1 0,0-1 0,0 0 0,0 1 0,-1-1 0,1 0 0,0 0 0,-1 0 0,1 1 0,0-1 0,-1 0 0,1 0 0,-1 0 0,1 0 0,-1 0 0,0 0 0,1 0 0,-1 0 0,0 0 0,0 0 0,0-1 0,0 1 0,0 0 0,0 0 0,0 0 0,0 0 0,0 0 0,0 0 0,-1 0 0,1 0 0,0 0 0,-1 0 0,1 0 0,-1 0 0,1 0 0,-1 0 0,1 0 0,-1 0 0,0 0 0,1 1 0,-2-2 0,-9-4 0,0 0 0,0 1 0,0 1 0,0 0 0,-1 0 0,1 1 0,-1 0 0,-20-1 0,17 2 0,-307-30-534,-5 26-145,260 5 648,-2230 123-3163,2205-113 3058,10-2 207,-124 28-1,181-27 615,25-8-670,0 0 0,0 0 0,1 0 0,-1 0 1,0 0-1,0 0 0,0 0 0,0 0 0,1 0 0,-1 0 1,0 0-1,0 0 0,0 0 0,0 0 0,1 0 1,-1 0-1,0 1 0,0-1 0,0 0 0,0 0 0,0 0 1,0 0-1,1 0 0,-1 0 0,0 0 0,0 1 1,0-1-1,0 0 0,0 0 0,0 0 0,0 0 0,0 0 1,0 1-1,1-1 0,-1 0 0,0 0 0,0 0 0,0 0 1,0 0-1,0 1 0,0-1 0,0 0 0,0 0 1,0 0-1,0 0 0,0 1 0,0-1 0,0 0 0,-1 0 1,1 0-1,0 0 0,0 1 0,0-1 0,0 0 0,0 0 1,0 0-1,0 0 0,0 0 0,0 0 0,-1 1 1,1-1-1,0 0 0,0 0 0,0 0 0,0 0 0,0 0 1,0 0-1,-1 0 0,1 0 0,14 3-99,11 0-5337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2:16.3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407 72 24575,'0'-13'0,"1"7"0,-1-1 0,0 1 0,0-1 0,-2-7 0,2 13 0,0 0 0,0 0 0,0 1 0,0-1 0,-1 0 0,1 0 0,0 0 0,-1 0 0,1 1 0,-1-1 0,1 0 0,0 0 0,-1 1 0,0-1 0,1 0 0,-1 1 0,1-1 0,-1 1 0,0-1 0,1 1 0,-1-1 0,0 1 0,0-1 0,1 1 0,-1 0 0,0-1 0,0 1 0,0 0 0,0 0 0,1 0 0,-1-1 0,0 1 0,0 0 0,0 0 0,0 0 0,0 0 0,-1 1 0,-12 3 0,0 0 0,0 1 0,0 1 0,1 0 0,-17 11 0,-2 1 0,12-8 0,-14 6 0,0 1 0,2 2 0,0 1 0,-30 27 0,58-44 0,1 0 0,0 0 0,0 1 0,0-1 0,0 1 0,0 0 0,1 0 0,-1 0 0,1 0 0,0 0 0,-2 9 0,3-10 0,1 0 0,-1 0 0,1 0 0,0 0 0,0 0 0,1 0 0,-1 0 0,1 1 0,-1-1 0,1 0 0,0 0 0,0-1 0,0 1 0,0 0 0,1 0 0,-1 0 0,1-1 0,3 5 0,5 5 0,0-1 0,1 0 0,0 0 0,24 16 0,57 32 0,-62-41 0,43 25-1365,-6-2-5461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2:38.7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545 259 24575,'-1'0'0,"1"0"0,-1 0 0,1 0 0,0 0 0,-1 0 0,1 0 0,0 0 0,-1 0 0,1 0 0,0 0 0,-1 0 0,1 0 0,-1-1 0,1 1 0,0 0 0,0 0 0,-1 0 0,1-1 0,0 1 0,-1 0 0,1 0 0,0-1 0,0 1 0,-1 0 0,1-1 0,0 1 0,0 0 0,0-1 0,0 1 0,-1 0 0,1-1 0,0 1 0,0 0 0,0-1 0,0 1 0,0 0 0,0-1 0,0 1 0,0-1 0,0 1 0,0 0 0,0-1 0,0 1 0,0 0 0,0-1 0,0 1 0,0 0 0,1-1 0,-1 1 0,0-1 0,11-17 0,-4 12 0,0 0 0,1 1 0,-1 0 0,1 0 0,1 1 0,10-5 0,-8 5 0,0-2 0,0 1 0,14-11 0,-23 14 0,1-1 0,-1 1 0,1 0 0,-1-1 0,0 1 0,0-1 0,0 0 0,0 0 0,0 0 0,-1 0 0,1 0 0,-1 0 0,0 0 0,0 0 0,0 0 0,0-6 0,0 5 0,-1 1 0,0 0 0,0-1 0,-1 1 0,1 0 0,-1 0 0,0-1 0,0 1 0,0 0 0,0 0 0,0 0 0,-1 0 0,1 0 0,-1 0 0,0 1 0,0-1 0,0 0 0,0 1 0,0-1 0,-1 1 0,1 0 0,-1 0 0,1 0 0,-1 0 0,0 0 0,-4-1 0,-2-2 0,0 1 0,0 0 0,-1 1 0,0 0 0,1 0 0,-1 1 0,-15-1 0,0 2 0,0 1 0,0 1 0,0 1 0,0 2 0,-32 7 0,14 1 0,0 2 0,-44 20 0,66-24 0,0 0 0,1 1 0,-28 21 0,41-27 0,0 0 0,1 1 0,0 0 0,0 0 0,1 0 0,-1 1 0,1 0 0,1 0 0,-1 0 0,1 0 0,1 1 0,-6 15 0,8-19 0,0 0 0,0 0 0,1 0 0,0 0 0,-1 0 0,2 0 0,-1 0 0,0 0 0,1 0 0,0 0 0,0 0 0,0 0 0,0 0 0,3 6 0,0-3 0,0-1 0,0 0 0,0-1 0,1 1 0,-1-1 0,1 0 0,10 8 0,4 1 0,1-1 0,0-2 0,0 0 0,26 10 0,157 53 0,-130-51 0,-1 4 0,87 45 0,-149-67 0,-1 1 0,1 0 0,-1 1 0,-1 0 0,1 0 0,11 14 0,-18-19 0,0 0 0,-1 0 0,1 0 0,-1 0 0,0 0 0,0 0 0,1 1 0,-1-1 0,-1 0 0,1 1 0,0-1 0,-1 1 0,1-1 0,-1 1 0,0-1 0,1 1 0,-1-1 0,0 1 0,-1-1 0,1 1 0,0-1 0,-1 1 0,0-1 0,1 1 0,-1-1 0,0 0 0,0 1 0,0-1 0,-1 0 0,1 0 0,0 0 0,-1 0 0,1 0 0,-4 3 0,-5 4 0,1-1 0,-1-1 0,0 0 0,0 0 0,-1-1 0,-21 9 0,-72 22 0,64-26 0,0-1 0,0-3 0,-67 6 0,85-12 0,0-1 0,0-1 0,0-1 0,0-1 0,0 0 0,1-2 0,0-1 0,-31-11 0,42 12 0,0-1 0,0 0 0,1 0 0,0 0 0,0-2 0,1 1 0,-1-1 0,2 0 0,-1 0 0,1-1 0,-9-15 0,13 20 0,0-1 0,1 1 0,-1-1 0,1 0 0,0 0 0,1 0 0,-1 0 0,1 0 0,0 0 0,0 0 0,1-1 0,-1 1 0,1 0 0,0 0 0,1-1 0,-1 1 0,1 0 0,0 0 0,0 0 0,1 0 0,0 0 0,-1 0 0,2 0 0,-1 0 0,0 1 0,6-8 0,-5 8-114,0 1 1,0 0-1,1 0 0,-1 0 0,1 0 1,-1 0-1,1 1 0,0 0 0,0-1 1,0 2-1,5-3 0,6-1-6712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2:39.3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69 24575,'0'-6'0,"1"1"0,0 0 0,0 0 0,0 0 0,1 0 0,0 0 0,0 1 0,0-1 0,0 0 0,1 1 0,0-1 0,3-3 0,-6 8 0,0-1 0,0 1 0,0 0 0,0 0 0,0 0 0,1 0 0,-1 0 0,0 0 0,0 0 0,0 0 0,0 0 0,0 0 0,0-1 0,0 1 0,0 0 0,1 0 0,-1 0 0,0 0 0,0 0 0,0 0 0,0 0 0,0 0 0,0 0 0,1 0 0,-1 0 0,0 0 0,0 0 0,0 0 0,0 0 0,0 0 0,0 0 0,0 0 0,1 0 0,-1 0 0,0 0 0,0 0 0,0 1 0,0-1 0,0 0 0,0 0 0,0 0 0,1 0 0,-1 0 0,0 0 0,0 0 0,0 0 0,0 1 0,3 7 0,-1 12 0,-4 85 0,2 28 0,1-112 0,1 1 0,1 0 0,1-1 0,7 21 0,-8-34 0,0 1 0,1-2 0,-1 1 0,1 0 0,1-1 0,-1 0 0,2 0 0,-1 0 0,0 0 0,1-1 0,1 0 0,11 9 0,-13-11 0,0-1 0,0-1 0,0 1 0,0-1 0,1 1 0,-1-2 0,1 1 0,0-1 0,-1 1 0,1-1 0,0-1 0,0 1 0,0-1 0,-1 0 0,1-1 0,0 1 0,0-1 0,-1 0 0,11-4 0,-4 0 0,0-1 0,0 0 0,0 0 0,-1-2 0,0 1 0,-1-1 0,0-1 0,0 0 0,-1 0 0,0-1 0,0 0 0,13-22 0,-3 1 0,-1 0 0,-2-1 0,19-53 0,-16 25 0,16-84 0,-49 221 0,-7 93 0,19 38 342,4-179-627,1 0 1,1 0-1,2 0 1,0-1-1,12 31 1,-11-43-6542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2:39.5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90 15 24575,'0'-3'0,"-3"-1"0,-4 0 0,-4 1 0,-2 4 0,0 4 0,0 8 0,1 8 0,4 5 0,3 5 0,2 6 0,2 6 0,3 3 0,3 4 0,-1 2 0,2-2 0,1-4 0,-2-9-8191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2:39.8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1 302 24575,'0'-1'0,"0"0"0,0 0 0,0-1 0,0 1 0,1 0 0,-1 0 0,1 0 0,-1-1 0,0 1 0,1 0 0,0 0 0,-1 0 0,1 0 0,0 0 0,-1 0 0,1 0 0,0 0 0,0 1 0,0-1 0,0 0 0,0 0 0,0 1 0,0-1 0,0 1 0,0-1 0,0 1 0,0-1 0,0 1 0,1-1 0,-1 1 0,0 0 0,0 0 0,0 0 0,1-1 0,1 2 0,7-2 0,0 1 0,1 1 0,15 2 0,-5 0 0,-1-1 0,-1-1 0,0-2 0,1 1 0,-1-2 0,20-4 0,-33 4 0,0 0 0,-1 1 0,1-2 0,0 1 0,-1-1 0,1 0 0,-1 0 0,0 0 0,0-1 0,0 0 0,-1 0 0,1 0 0,-1 0 0,0-1 0,0 0 0,0 0 0,-1 0 0,0 0 0,0 0 0,2-7 0,3-8 0,-1-1 0,4-24 0,-7 26 0,1 0 0,14-34 0,-19 52 0,0 0 0,0 1 0,0-1 0,1 0 0,-1 1 0,0-1 0,0 1 0,1-1 0,-1 1 0,0-1 0,1 0 0,-1 1 0,1-1 0,-1 1 0,0-1 0,1 1 0,-1 0 0,1-1 0,0 1 0,-1-1 0,1 1 0,-1 0 0,1 0 0,-1-1 0,1 1 0,0 0 0,0 0 0,0 1 0,-1-1 0,1 1 0,-1 0 0,1-1 0,-1 1 0,1 0 0,-1 0 0,0-1 0,1 1 0,-1 0 0,0 0 0,0-1 0,0 1 0,1 0 0,-1 0 0,0 1 0,3 45 0,-3-44 0,-9 215 327,-1-45-2019,9-138-5134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2:40.2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66 155 24575,'0'0'0,"0"0"0,0-1 0,0 1 0,0 0 0,1 0 0,-1 0 0,0 0 0,0-1 0,0 1 0,0 0 0,0 0 0,1 0 0,-1 0 0,0 0 0,0 0 0,0 0 0,0-1 0,1 1 0,-1 0 0,0 0 0,0 0 0,0 0 0,1 0 0,-1 0 0,0 0 0,0 0 0,0 0 0,1 0 0,-1 0 0,0 0 0,0 0 0,0 0 0,1 0 0,-1 0 0,0 0 0,0 0 0,0 1 0,1-1 0,-1 0 0,0 0 0,3 11 0,-6 19 0,3-25 0,-32 276 0,30-272 0,2-1 0,-1 0 0,-1 1 0,0-1 0,0-1 0,-5 13 0,7-20 0,0 0 0,0 1 0,0-1 0,0 0 0,0 0 0,0 1 0,0-1 0,0 0 0,0 0 0,-1 1 0,1-1 0,0 0 0,0 0 0,0 0 0,0 0 0,0 1 0,-1-1 0,1 0 0,0 0 0,0 0 0,0 0 0,-1 1 0,1-1 0,0 0 0,0 0 0,0 0 0,-1 0 0,1 0 0,0 0 0,0 0 0,-1 0 0,1 0 0,0 0 0,0 0 0,-1 0 0,1 0 0,0 0 0,0 0 0,-1 0 0,1 0 0,0 0 0,0 0 0,0 0 0,-1 0 0,1 0 0,0-1 0,0 1 0,-1 0 0,1 0 0,0 0 0,0 0 0,0-1 0,0 1 0,-1 0 0,1 0 0,0 0 0,0 0 0,0-1 0,0 1 0,0 0 0,0 0 0,-1-1 0,1 1 0,0 0 0,0-1 0,-6-16 0,3 2 0,1 1 0,1 0 0,0-1 0,1 1 0,0 0 0,1-1 0,6-25 0,3-3 0,19-52 0,-16 59 0,26-51 0,-33 74 0,2 1 0,-1-1 0,2 1 0,0 1 0,0 0 0,1 0 0,12-10 0,-19 18 0,1 0 0,-1 1 0,1-1 0,-1 1 0,1 0 0,0 0 0,0 1 0,0-1 0,0 1 0,0-1 0,0 1 0,0 1 0,1-1 0,-1 1 0,0-1 0,1 1 0,-1 0 0,0 1 0,0-1 0,1 1 0,6 2 0,-5-1 0,1 1 0,-1 0 0,1 1 0,-1-1 0,0 1 0,-1 1 0,1-1 0,-1 1 0,0 0 0,0 0 0,0 0 0,5 9 0,6 10 57,-1 0 0,-1 1 0,-1 1 0,-2 0 0,15 48 0,-16-35-484,-1 0 0,-2 1 1,3 59-1,-9-64-6399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2:40.9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0 368 24575,'1'-1'0,"-1"0"0,0 0 0,1 0 0,-1 0 0,1 0 0,-1 0 0,1 0 0,0 0 0,-1 0 0,1 0 0,0 0 0,0 1 0,-1-1 0,1 0 0,0 0 0,0 1 0,0-1 0,0 1 0,1-1 0,21-11 0,-22 12 0,29-11 0,0 2 0,1 1 0,48-6 0,-56 11 0,37-6 0,97-21 0,-136 25 0,0-1 0,-1-2 0,0 0 0,-1-1 0,27-16 0,-30 12 0,-14 11 0,0 0 0,1-1 0,0 1 0,-1 1 0,1-1 0,0 0 0,5-2 0,-7 4 0,-1 0 0,1 0 0,-1 0 0,1 0 0,-1 0 0,1 0 0,-1 0 0,1 0 0,-1 0 0,1 0 0,-1 0 0,1 0 0,-1 0 0,1 1 0,-1-1 0,1 0 0,-1 0 0,0 0 0,1 1 0,-1-1 0,1 1 0,8 16 0,-5 9 0,-1-1 0,-1 1 0,-1 0 0,-4 39 0,1-7 0,2-41 0,1-4 0,-1 0 0,-1-1 0,1 1 0,-2 0 0,0-1 0,0 0 0,-2 1 0,1-1 0,-6 12 0,9-23 0,-1 0 0,1-1 0,0 1 0,-1 0 0,1 0 0,-1 0 0,1-1 0,-1 1 0,1 0 0,-1-1 0,1 1 0,-1-1 0,0 1 0,1 0 0,-1-1 0,0 1 0,0-1 0,1 0 0,-1 1 0,0-1 0,-1 1 0,2-1 0,-1-1 0,1 1 0,-1 0 0,1 0 0,-1-1 0,1 1 0,-1 0 0,1-1 0,0 1 0,-1-1 0,1 1 0,-1 0 0,1-1 0,0 1 0,-1-1 0,1 1 0,0-1 0,0 1 0,-1-1 0,1 1 0,0-1 0,0 1 0,0-2 0,-2-3 0,1 0 0,0 0 0,1 0 0,-1 0 0,1-10 0,3-11 0,2 0 0,1 0 0,10-30 0,34-73 0,-45 117 0,22-46 0,-25 54 0,0 1 0,0-1 0,0 1 0,1 0 0,0-1 0,0 1 0,-1 1 0,2-1 0,-1 0 0,0 1 0,0-1 0,6-2 0,-8 5 0,1-1 0,-1 1 0,1 0 0,0 0 0,-1-1 0,1 1 0,0 0 0,-1 0 0,1 1 0,-1-1 0,1 0 0,0 0 0,-1 1 0,1-1 0,-1 1 0,1-1 0,-1 1 0,1 0 0,-1 0 0,0 0 0,1 0 0,-1-1 0,0 2 0,0-1 0,1 0 0,-1 0 0,1 2 0,4 4 0,-1 0 0,0 0 0,7 13 0,2 9 0,-2 1 0,18 61 0,2 10 0,-23-77 0,16 36 0,-23-55 0,1 0 0,0-1 0,0 1 0,0 0 0,1-1 0,-1 0 0,1 0 0,0 0 0,5 3 0,-8-6 0,1 0 0,-1 0 0,1 0 0,0 0 0,0-1 0,-1 1 0,1 0 0,0-1 0,0 0 0,0 1 0,0-1 0,0 0 0,0 0 0,-1 0 0,1 0 0,0-1 0,0 1 0,0 0 0,0-1 0,0 1 0,-1-1 0,1 0 0,0 1 0,-1-1 0,1 0 0,0 0 0,-1 0 0,1 0 0,-1 0 0,1-1 0,-1 1 0,0 0 0,3-4 0,3-3 0,-1 0 0,0-1 0,0 0 0,7-16 0,6-18 0,-1 0 0,-3-1 0,-1-1 0,-2 0 0,-3-1 0,7-72 0,-15 105 0,-1 1 0,0 0 0,-1 0 0,0-1 0,-4-16 0,4 26 0,1 1 0,-1-1 0,0 0 0,0 1 0,-1-1 0,1 1 0,-1-1 0,1 1 0,-1 0 0,0 0 0,1 0 0,-5-4 0,4 5 0,0 0 0,1 0 0,-1 0 0,0 0 0,0 1 0,0-1 0,0 1 0,0-1 0,0 1 0,0 0 0,0-1 0,0 1 0,0 0 0,0 1 0,0-1 0,0 0 0,0 0 0,0 1 0,0-1 0,-2 2 0,-4 1-114,0 0 1,0 1-1,1 0 0,0 0 0,-1 1 1,1 0-1,1 0 0,-1 1 0,1-1 1,0 2-1,-9 11 0,0 2-6712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2:41.4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220 85 24575,'-3'1'0,"0"-1"0,0 0 0,0 1 0,0-1 0,0 1 0,0 0 0,0 0 0,1 0 0,-1 1 0,0-1 0,1 1 0,-1-1 0,1 1 0,-1 0 0,1 0 0,0 0 0,-1 0 0,1 0 0,0 1 0,1-1 0,-1 0 0,-2 5 0,-3 6 0,1 0 0,1 0 0,-7 23 0,4-12 0,-13 35 0,5-8 0,-44 90 0,36-103 0,48-97 0,-3 8 0,57-128 0,-58 139 0,2 1 0,35-48 0,-53 81 0,1 0 0,-1 1 0,1 0 0,0 0 0,0 0 0,1 1 0,-1 0 0,10-6 0,-13 9 0,0 0 0,0 0 0,1 1 0,-1-1 0,0 1 0,0-1 0,0 1 0,1 0 0,-1-1 0,0 1 0,0 0 0,1 1 0,-1-1 0,0 0 0,0 1 0,1-1 0,-1 1 0,0 0 0,0-1 0,0 1 0,0 0 0,0 0 0,0 1 0,0-1 0,0 0 0,-1 1 0,1-1 0,0 1 0,2 2 0,3 5 0,1 1 0,-1 0 0,-1 0 0,0 1 0,0-1 0,-1 1 0,-1 1 0,0-1 0,4 16 0,2 18 0,4 50 0,-9-57 0,6 52-1365,-8-54-5461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2:41.5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41 24575,'-3'-3'0,"2"-1"0,4 0 0,4 1 0,8 0 0,6 2 0,9 0 0,8-2 0,6-1 0,6 1 0,4-3 0,-5 0-8191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2:41.7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5 24575,'-3'0'0,"-1"3"0,3 0 0,5 1 0,5-4 0,6-2 0,7 0 0,5-3 0,-1-1-8191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2:42.2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495 473 24575,'0'-4'0,"-1"0"0,0 0 0,0 0 0,0 1 0,0-1 0,-1 0 0,0 0 0,0 1 0,-4-7 0,-23-29 0,26 35 0,-1-1 0,0 1 0,0 0 0,0 1 0,0-1 0,0 0 0,-1 1 0,1 0 0,-1 0 0,0 1 0,0-1 0,0 1 0,0 0 0,-1 1 0,1-1 0,0 1 0,-1 0 0,1 0 0,-1 0 0,1 1 0,-1 0 0,0 0 0,1 1 0,-1-1 0,1 1 0,-1 0 0,1 1 0,0-1 0,0 1 0,-1 0 0,-8 6 0,-1 1 0,1 1 0,0 0 0,1 1 0,0 1 0,1 0 0,0 1 0,-10 14 0,-8 15 0,-26 47 0,42-66 0,1 1 0,0 1 0,2 0 0,-10 31 0,19-49 0,1-1 0,-1 1 0,1-1 0,0 1 0,0 0 0,1-1 0,0 1 0,0 0 0,1-1 0,0 1 0,0 0 0,0-1 0,1 1 0,0-1 0,0 0 0,1 1 0,0-1 0,0 0 0,0 0 0,0-1 0,1 1 0,8 9 0,-3-8 0,0 1 0,0-1 0,0-1 0,1 0 0,0 0 0,0 0 0,0-2 0,1 1 0,-1-1 0,1-1 0,0 0 0,1 0 0,-1-1 0,0-1 0,1 0 0,-1 0 0,16-2 0,-7 0 0,0-2 0,0 0 0,-1-1 0,1 0 0,-1-2 0,0 0 0,-1-2 0,1 0 0,20-12 0,-17 6 0,-1-1 0,0-1 0,-2 0 0,0-1 0,0-2 0,-2 0 0,29-40 0,-27 30 0,-2-1 0,-1-1 0,-1-1 0,-1 0 0,10-42 0,-8 8 0,-2-1 0,-4-1 0,-3 1 0,-3-1 0,-6-100 0,-4 376 0,5-192 0,-3 77 0,-7 397 0,11-482-195,1 0 0,0 0 0,0-1 0,0 1 0,1 0 0,5 13 0,5 0-6631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2:43.0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58 196 24575,'13'-6'0,"-7"3"0,0 0 0,0 0 0,-1 0 0,1-1 0,6-5 0,-12 7 0,-6 3 0,-7 4 0,6-1 0,0 0 0,1 0 0,-1 0 0,1 1 0,0 0 0,1 0 0,-1 1 0,1 0 0,0-1 0,1 2 0,-1-1 0,1 0 0,-6 14 0,9-16 0,-1 0 0,0 1 0,1-1 0,0 1 0,0 0 0,1-1 0,-1 1 0,1 0 0,0-1 0,0 1 0,1 0 0,-1 0 0,1-1 0,0 1 0,0-1 0,1 1 0,-1-1 0,1 1 0,0-1 0,0 0 0,0 0 0,1 0 0,0 0 0,3 4 0,-3-4 0,1-1 0,-1 1 0,1-1 0,0 0 0,0 0 0,0-1 0,1 1 0,-1-1 0,1 0 0,-1 0 0,1 0 0,0 0 0,0-1 0,0 0 0,0 0 0,0-1 0,-1 1 0,2-1 0,-1 0 0,0 0 0,0-1 0,-1 1 0,9-3 0,-8 2 0,1 0 0,-1-1 0,0 0 0,0 0 0,0 0 0,0-1 0,0 0 0,0 0 0,-1 0 0,0 0 0,1-1 0,-1 0 0,0 0 0,-1 0 0,1 0 0,-1 0 0,0-1 0,0 1 0,0-1 0,0 0 0,1-6 0,-1 3 0,-2 0 0,1 0 0,-1 0 0,0 0 0,-1 0 0,0 0 0,0 0 0,-1 0 0,0-1 0,0 1 0,-1 0 0,0 0 0,0 1 0,-7-15 0,-1 1 0,-1 1 0,-1 0 0,-28-36 0,40 55 0,-1 1 0,1-1 0,-1 1 0,0-1 0,1 1 0,0-1 0,-1 0 0,1 1 0,-1-1 0,1 0 0,0 1 0,0-1 0,-1 0 0,1 0 0,0 1 0,0-1 0,0 0 0,0 0 0,0 0 0,0 1 0,0-1 0,0 0 0,0 0 0,0 1 0,0-2 0,1 1 0,0 0 0,-1 1 0,1-1 0,0 1 0,0-1 0,0 1 0,-1-1 0,1 1 0,0 0 0,0-1 0,0 1 0,0 0 0,0-1 0,0 1 0,-1 0 0,1 0 0,2 0 0,8 0 0,0 0 0,20 4 0,-22-2 0,68 7 0,146 0 0,-213-9 0,1-1 0,-1-1 0,0 1 0,20-8 0,-28 8 0,1 0 0,0 0 0,0-1 0,0 1 0,-1-1 0,1 0 0,0 0 0,-1 0 0,3-3 0,-4 4 0,0 0 0,0 0 0,0-1 0,-1 1 0,1 0 0,0-1 0,-1 1 0,1 0 0,-1-1 0,0 1 0,1 0 0,-1-1 0,0 1 0,0-1 0,0 1 0,0-1 0,0 1 0,0-1 0,0 1 0,-1-3 0,1 3 0,0 1 0,0-1 0,-1 1 0,1-1 0,0 1 0,0-1 0,0 1 0,-1-1 0,1 1 0,0 0 0,-1-1 0,1 1 0,0-1 0,-1 1 0,1 0 0,0-1 0,-1 1 0,1 0 0,-1-1 0,1 1 0,-1 0 0,1 0 0,-1-1 0,1 1 0,-1 0 0,1 0 0,-1 0 0,1 0 0,-1 0 0,1 0 0,-1 0 0,1 0 0,-1 0 0,1 0 0,-1 0 0,1 0 0,-1 0 0,1 0 0,-1 0 0,1 0 0,-1 1 0,1-1 0,-1 0 0,1 0 0,-1 1 0,1-1 0,-1 0 0,0 1 0,-1 1 0,-1-1 0,1 1 0,-1 0 0,1 0 0,0 0 0,0 0 0,-3 4 0,-3 7 0,0 0 0,1 1 0,1 0 0,0 0 0,1 1 0,-7 27 0,10-30 0,0 0 0,1-1 0,0 1 0,1 0 0,0 0 0,0-1 0,1 1 0,1 0 0,5 17 0,-6-26 0,0 1 0,1 0 0,-1 0 0,1 0 0,0-1 0,0 1 0,0-1 0,1 0 0,-1 0 0,1 1 0,0-2 0,0 1 0,0 0 0,0 0 0,0-1 0,1 0 0,-1 0 0,1 0 0,-1 0 0,1 0 0,0-1 0,7 2 0,-5-2 0,0 0 0,0 0 0,1-1 0,-1 0 0,0-1 0,0 1 0,0-1 0,0 0 0,1-1 0,-1 1 0,-1-1 0,1-1 0,0 1 0,7-5 0,4-3 0,-1-1 0,0-1 0,0 0 0,-1-2 0,-1 1 0,0-2 0,-1 0 0,-1 0 0,0-1 0,-1-1 0,-1 0 0,0 0 0,-2-1 0,0 0 0,-1-1 0,7-24 0,-13 25 0,-5 12 0,3 6 0,0 1 0,0-1 0,0 1 0,0-1 0,0 1 0,0 0 0,0-1 0,0 1 0,0 0 0,1-1 0,-1 1 0,0 0 0,0 0 0,1 0 0,-1 0 0,1 0 0,-1 0 0,1 0 0,-1 0 0,1 0 0,-1 1 0,-4 9 34,1-1 1,0 1-1,0 1 0,1-1 0,1 0 0,0 1 0,0-1 0,1 1 0,1 16 1,0-21-136,1 0 1,0 0-1,0 0 1,1 0 0,0 0-1,0-1 1,0 1-1,1 0 1,0-1 0,0 0-1,1 0 1,0 0 0,0 0-1,0 0 1,1-1-1,7 8 1,7 2-6726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2:43.4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139 734 24575,'7'-14'0,"-1"0"0,-1 0 0,0-1 0,0 0 0,2-17 0,-6 27 0,-1-1 0,0 0 0,0 0 0,0 1 0,0-1 0,-1 0 0,-2-8 0,2 11 0,0 0 0,0 0 0,0 0 0,-1 0 0,1 0 0,-1 1 0,0-1 0,1 1 0,-1-1 0,-1 1 0,1-1 0,0 1 0,0 0 0,-6-3 0,7 4 0,-1 0 0,0 0 0,0 0 0,0 0 0,0 0 0,0 1 0,0-1 0,0 0 0,0 1 0,0 0 0,0-1 0,0 1 0,-1 0 0,1 0 0,0 0 0,0 1 0,0-1 0,0 0 0,-2 2 0,0-1 0,0 1 0,1-1 0,-1 1 0,1 0 0,0 0 0,0 1 0,0-1 0,0 1 0,-5 5 0,1 1 0,0 0 0,0 0 0,1 1 0,1 0 0,-1 0 0,-3 14 0,6-17 0,1 0 0,0 0 0,0 0 0,1 0 0,0 1 0,0-1 0,1 0 0,0 1 0,0-1 0,1 0 0,0 1 0,0-1 0,1 0 0,4 12 0,-5-14 0,1-1 0,1 0 0,-1 0 0,0-1 0,1 1 0,0 0 0,0-1 0,0 0 0,0 1 0,1-1 0,-1 0 0,1-1 0,0 1 0,0-1 0,0 0 0,0 1 0,0-2 0,0 1 0,1 0 0,-1-1 0,0 0 0,1 0 0,-1 0 0,9 0 0,-6-2 0,0 1 0,0-1 0,0 0 0,0 0 0,0-1 0,0 0 0,-1 0 0,1-1 0,0 1 0,-1-1 0,0-1 0,0 1 0,0-1 0,0-1 0,0 1 0,-1-1 0,0 1 0,6-9 0,1 0 0,-1 0 0,-1-1 0,-1-1 0,0 1 0,0-2 0,9-24 0,-3-1 0,-3-2 0,-1 0 0,8-64 0,-4-133 0,-14 225 0,-1-3 0,0 1 0,0-1 0,-2 0 0,0 1 0,-7-26 0,9 42 0,-1 0 0,1 0 0,-1 0 0,1-1 0,-1 1 0,1 0 0,-1 0 0,1 0 0,-1 1 0,0-1 0,1 0 0,-1 0 0,-1-1 0,2 2 0,-1 0 0,1 0 0,0 0 0,-1 0 0,1 0 0,0 0 0,0 0 0,-1 0 0,1 0 0,0-1 0,-1 1 0,1 1 0,0-1 0,-1 0 0,1 0 0,0 0 0,-1 0 0,1 0 0,0 0 0,0 0 0,-1 0 0,1 0 0,0 1 0,-1-1 0,1 0 0,0 0 0,0 0 0,-1 1 0,1-1 0,-2 2 0,0 1 0,1-1 0,-1 1 0,1-1 0,-1 1 0,1 0 0,0-1 0,-1 5 0,-8 30 0,2 0 0,-5 58 0,3 80 0,10-162 0,-2 101-455,6 0 0,24 157 0,-14-190-6371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2:43.9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270 176 24575,'1'-6'0,"-1"-1"0,1 0 0,1 1 0,2-10 0,-2 11 0,-1 0 0,0 1 0,1-1 0,-2 0 0,1 0 0,-1 0 0,1 0 0,-1 0 0,-1 1 0,0-9 0,0 9 0,0 1 0,0-1 0,-1 1 0,1 0 0,-1-1 0,0 1 0,0 0 0,0 0 0,0 0 0,0 0 0,-1 0 0,1 1 0,-1-1 0,0 1 0,0 0 0,-4-3 0,1 2 0,1 0 0,-1 1 0,0-1 0,1 1 0,-1 1 0,0-1 0,0 1 0,-1 0 0,-7 0 0,4 1 0,0 0 0,0 1 0,-1 0 0,1 0 0,0 1 0,0 0 0,0 1 0,0 0 0,1 1 0,-1 0 0,-14 9 0,22-12 0,0 0 0,0 1 0,0-1 0,0 1 0,0 0 0,1-1 0,-1 1 0,0 0 0,1 0 0,-1 0 0,1 0 0,0 0 0,-1 1 0,1-1 0,0 0 0,0 1 0,1-1 0,-1 0 0,0 1 0,1-1 0,0 1 0,-1-1 0,1 1 0,0 2 0,1-1 0,0 0 0,0 0 0,1 0 0,-1-1 0,1 1 0,0 0 0,0-1 0,0 0 0,0 1 0,0-1 0,1 0 0,0 0 0,-1 0 0,6 4 0,26 19 0,1-1 0,1-1 0,59 28 0,49 31 0,-137-79 0,-1 1 0,0 0 0,1 0 0,-2 1 0,1 0 0,-1 0 0,0 0 0,7 11 0,-11-15 0,0 0 0,0 0 0,-1 0 0,1 0 0,0 0 0,-1 0 0,1 0 0,-1 0 0,0 0 0,0 0 0,0 1 0,0-1 0,0 0 0,0 0 0,0 0 0,-1 0 0,1 1 0,-1-1 0,0 0 0,1 0 0,-1 0 0,0 0 0,0 0 0,0-1 0,-1 1 0,1 0 0,0 0 0,-1-1 0,1 1 0,-1-1 0,1 1 0,-1-1 0,0 1 0,0-1 0,-2 1 0,-8 5 0,0 0 0,-1-1 0,0 0 0,0-1 0,0-1 0,-1 0 0,1-1 0,-15 2 0,-17 1 0,-50-1 0,66-5-455,1-1 0,-30-5 0,14-1-6371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2:44.1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44 24575,'20'-10'0,"36"-11"0,-47 18 0,0 0 0,0 1 0,1 0 0,-1 1 0,1 0 0,12 0 0,-20 2 0,0-1 0,0 0 0,0 1 0,0-1 0,0 1 0,-1 0 0,1 0 0,0 0 0,0 0 0,-1 0 0,1 0 0,-1 0 0,1 0 0,-1 0 0,1 1 0,-1-1 0,0 1 0,0-1 0,0 1 0,0 0 0,0-1 0,0 1 0,0 0 0,0-1 0,0 1 0,-1 0 0,1 0 0,-1 0 0,1 2 0,1 7 0,-1 1 0,0-1 0,-1 21 0,0-20 0,-2 74 118,2 86 60,2-133-732,2 0 1,12 54-1,-7-58-6272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2:44.4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9 223 24575,'-1'-38'0,"0"12"0,3-33 0,-1 53 0,-1 0 0,1 0 0,1 0 0,-1 0 0,1 0 0,0 0 0,0 0 0,1 1 0,0-1 0,5-8 0,-6 12 0,1-1 0,-1 1 0,0 0 0,1 0 0,-1 0 0,1 0 0,0 1 0,-1-1 0,1 1 0,0-1 0,0 1 0,0 0 0,0 0 0,0 1 0,1-1 0,-1 0 0,0 1 0,0 0 0,0 0 0,0 0 0,1 0 0,-1 0 0,0 1 0,0 0 0,0-1 0,5 3 0,5 1 0,0 1 0,0 1 0,0 0 0,19 13 0,-13-6 0,-1 1 0,0 0 0,-1 2 0,0 0 0,-1 1 0,-1 0 0,17 25 0,-24-29 0,0-1 0,-1 1 0,0 0 0,-1 1 0,0-1 0,-1 1 0,-1 1 0,0-1 0,-1 0 0,0 1 0,-1 0 0,-1 20 0,-1-27 13,-1 1 1,0-1-1,-1 0 0,0 0 0,0 0 0,-1 0 0,0 0 0,0 0 0,-1 0 1,0-1-1,0 0 0,-8 11 0,4-10 6,0 1 0,0-1 0,-1 0 0,0 0 0,-1-1 0,1-1 0,-1 0 0,-14 7 0,6-5-175,0-1 1,0-1 0,0-1 0,-1 0 0,1-1 0,-1-1 0,0-1-1,0-1 1,-1-1 0,-34-3 0,14-4-6671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2:44.6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24575,'3'0'0,"1"3"0,0 4 0,-1 6 0,-1 8 0,3 5 0,-1 5 0,3 6 0,0 2 0,2 3 0,-1 4 0,-2 0 0,2 1 0,-2-1 0,-1-7 0,-1-3 0,1-7 0,0-10-8191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2:44.8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153 154 24575,'7'-19'0,"1"0"0,12-20 0,12-26 0,-32 65 0,0-1 0,0 1 0,0 0 0,1-1 0,-1 1 0,0 0 0,0 0 0,0-1 0,0 1 0,0-1 0,0 1 0,0 0 0,0-1 0,0 1 0,0 0 0,0-1 0,0 1 0,0 0 0,0-1 0,0 1 0,0 0 0,0-1 0,0 1 0,0 0 0,0-1 0,0 1 0,-1 0 0,1-1 0,0 1 0,0 0 0,0-1 0,-1 1 0,1 0 0,-1-1 0,-12 3 0,-15 13 0,-2 4 0,8-5 0,0 0 0,1 2 0,1 0 0,-24 25 0,42-38 0,0-1 0,0 1 0,0 0 0,0 0 0,1 0 0,0 0 0,0 1 0,-1-1 0,2 0 0,-1 0 0,0 1 0,1-1 0,-1 1 0,1-1 0,0 0 0,0 1 0,1-1 0,-1 0 0,1 1 0,-1-1 0,1 0 0,0 1 0,1-1 0,-1 0 0,0 0 0,4 6 0,5 7 0,0-1 0,1 1 0,22 23 0,-15-19 0,78 111-1365,-72-92-5461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2:45.2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44 24575,'3'0'0,"7"0"0,11-3 0,10-1 0,9-2 0,7-1 0,7-2 0,6 1 0,-7 1-8191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2:45.5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24575,'3'0'0,"4"0"0,3 0 0,7 0 0,6 0 0,5 0 0,6 0 0,7 0 0,5 0 0,-5 0-8191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2:45.6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24575,'3'0'0,"10"3"0,8 1 0,13-1 0,13 0 0,9-1 0,8 3 0,1-1 0,-10 0-8191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2:54.5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520 2 24575,'0'-2'0,"0"4"0,-1 11 0,-8 58 0,-7-11 0,-2-1 0,-33 75 0,-65 110 0,96-203 0,-197 384 0,156-278-1365,51-114-5461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2:54.8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9 24575,'0'-1'0,"-1"1"0,1-1 0,0 1 0,0-1 0,-1 1 0,1-1 0,0 1 0,-1-1 0,1 1 0,-1 0 0,1-1 0,0 1 0,-1 0 0,1-1 0,-1 1 0,1 0 0,-1 0 0,1-1 0,-1 1 0,1 0 0,-1 0 0,0 0 0,1 0 0,-1 0 0,1-1 0,-1 1 0,1 0 0,-1 0 0,0 1 0,-2 19 0,3-16 0,-1 7 0,0 13 0,1 1 0,1-1 0,6 31 0,-7-50 0,1 0 0,0 0 0,1 1 0,-1-1 0,1 0 0,0-1 0,0 1 0,1 0 0,-1 0 0,1-1 0,0 0 0,1 1 0,-1-1 0,1 0 0,-1-1 0,1 1 0,0-1 0,1 1 0,-1-1 0,0-1 0,7 4 0,-6-4 0,0-1 0,1 0 0,-1 0 0,0-1 0,1 1 0,-1-1 0,0 0 0,1-1 0,-1 1 0,0-1 0,0 0 0,1 0 0,-1-1 0,7-2 0,10-6 0,39-21 0,-45 22 0,7-3-273,-2-1 0,0 0 0,0-2 0,20-18 0,-30 22-6553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2:55.8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148 413 24575,'-2'-2'0,"1"0"0,-1 0 0,1-1 0,0 1 0,-1-1 0,1 1 0,0-1 0,0 1 0,0-1 0,0-5 0,1 6 0,-1-1 0,1 1 0,-1 0 0,1 0 0,-1 0 0,0-1 0,0 1 0,0 0 0,0 0 0,0 0 0,-1 1 0,1-1 0,0 0 0,-1 0 0,-2-1 0,4 2 0,-1 1 0,0 0 0,0 0 0,1 0 0,-1 0 0,0 0 0,0 0 0,0 0 0,1 0 0,-1 0 0,0 0 0,0 0 0,1 0 0,-1 0 0,0 1 0,0-1 0,1 0 0,-1 1 0,0-1 0,1 0 0,-1 1 0,0-1 0,1 1 0,-1-1 0,0 1 0,1-1 0,-1 1 0,1 0 0,-1-1 0,1 1 0,0 0 0,-1-1 0,1 1 0,0 0 0,-1-1 0,1 1 0,0 1 0,-14 31 0,13-31 0,-2 6 0,1 1 0,-1 0 0,1-1 0,1 1 0,0 0 0,0 0 0,1 9 0,0-15 0,0-1 0,0 1 0,1-1 0,-1 1 0,1-1 0,0 1 0,0-1 0,0 0 0,0 1 0,0-1 0,0 0 0,0 0 0,1 0 0,-1 0 0,1 0 0,0 0 0,-1 0 0,1 0 0,0-1 0,0 1 0,0-1 0,0 1 0,1-1 0,-1 0 0,0 0 0,0 0 0,1 0 0,-1 0 0,5 1 0,-2-2 0,1 1 0,-1-1 0,1 0 0,-1-1 0,1 1 0,-1-1 0,0 0 0,1 0 0,-1 0 0,0-1 0,0 0 0,0 0 0,0-1 0,0 1 0,0-1 0,8-6 0,-2 1 0,0-1 0,-1-1 0,0 1 0,0-2 0,11-15 0,-13 15 0,-1-1 0,-1 0 0,0 0 0,0 0 0,-1 0 0,-1-1 0,5-23 0,-8 29 0,0 0 0,0 1 0,-1-1 0,0 0 0,0 0 0,-1 1 0,-2-12 0,2 14 0,0 0 0,-1 0 0,1 1 0,-1-1 0,0 0 0,0 1 0,0 0 0,0-1 0,-1 1 0,1 0 0,-1 0 0,0 0 0,-6-4 0,6 5 0,-1 0 0,1 0 0,-1 0 0,0 1 0,0-1 0,0 1 0,0 0 0,0 0 0,0 0 0,0 1 0,-1 0 0,1-1 0,0 1 0,0 1 0,0-1 0,0 1 0,-1-1 0,1 1 0,0 0 0,-7 4 0,-1 0 0,0 0 0,1 1 0,0 0 0,0 1 0,-16 13 0,16-11 0,0 1 0,0 1 0,1 0 0,1 0 0,0 1 0,0 0 0,1 1 0,1 0 0,0 0 0,1 0 0,0 1 0,-5 18 0,9-23 0,0-1 0,1 0 0,0 1 0,0-1 0,1 0 0,0 1 0,0-1 0,1 1 0,0-1 0,1 0 0,-1 0 0,2 1 0,-1-1 0,1 0 0,0-1 0,1 1 0,0-1 0,0 1 0,1-1 0,0 0 0,0-1 0,12 13 0,-3-6 0,2-1 0,-1-1 0,1 0 0,1 0 0,0-2 0,1 0 0,-1-1 0,2-1 0,37 9 0,-26-9 0,2-2 0,-1-1 0,0-1 0,1-2 0,45-3 0,-61 0 0,-1 0 0,1 0 0,-1-2 0,1 0 0,-1 0 0,0-2 0,-1 0 0,21-12 0,-25 12 0,-1 0 0,0-1 0,0 0 0,-1-1 0,0 1 0,0-2 0,-1 1 0,0-1 0,0 0 0,-1-1 0,-1 1 0,9-19 0,-6 5 0,-1-1 0,-1 0 0,-1 0 0,-1 0 0,-2-1 0,0 1 0,-1-1 0,-4-36 0,3 59 0,0-1 0,0 1 0,-1-1 0,1 1 0,-1 0 0,1-1 0,-1 1 0,0 0 0,0-1 0,0 1 0,0 0 0,0 0 0,-1 0 0,1 0 0,-4-4 0,5 6 0,-1-1 0,0 1 0,0-1 0,1 1 0,-1 0 0,0-1 0,0 1 0,1 0 0,-1 0 0,0-1 0,0 1 0,0 0 0,1 0 0,-1 0 0,0 0 0,0 0 0,0 0 0,-1 1 0,0-1 0,0 1 0,0 0 0,0 0 0,0 0 0,0 0 0,0 0 0,0 1 0,1-1 0,-4 3 0,-22 24 0,2 1 0,1 1 0,1 1 0,2 1 0,-33 66 0,51-92 0,0 1 0,0-1 0,1 1 0,0 0 0,0 0 0,-1 12 0,3-18 0,0 1 0,0 0 0,0-1 0,0 1 0,0-1 0,0 1 0,0-1 0,1 1 0,-1-1 0,1 1 0,-1-1 0,1 1 0,-1-1 0,1 1 0,0-1 0,0 0 0,0 1 0,0-1 0,0 0 0,0 0 0,0 0 0,0 0 0,0 0 0,1 0 0,-1 0 0,0 0 0,1 0 0,-1-1 0,0 1 0,1 0 0,-1-1 0,1 1 0,-1-1 0,1 0 0,-1 1 0,3-1 0,3 0 0,-1 0 0,1 0 0,-1 0 0,1-1 0,0 0 0,-1 0 0,0-1 0,1 0 0,-1 0 0,0 0 0,0-1 0,0 0 0,0 0 0,0-1 0,5-4 0,3-2 0,-1-1 0,0-1 0,0 0 0,17-22 0,-10 7 0,-1-1 0,-2-1 0,0-1 0,-2 0 0,16-48 0,-15 30 0,-3-1 0,15-98 0,-27 141 0,0 0 0,-1 0 0,0 0 0,-1-10 0,1 16 0,0 0 0,0 0 0,0 0 0,0-1 0,0 1 0,0 0 0,0 0 0,0 0 0,0-1 0,0 1 0,0 0 0,0 0 0,-1 0 0,1-1 0,0 1 0,0 0 0,0 0 0,0 0 0,0 0 0,0 0 0,0-1 0,-1 1 0,1 0 0,0 0 0,0 0 0,0 0 0,0 0 0,-1 0 0,1-1 0,0 1 0,0 0 0,0 0 0,0 0 0,-1 0 0,1 0 0,0 0 0,0 0 0,0 0 0,-1 0 0,1 0 0,0 0 0,0 0 0,0 0 0,-1 0 0,1 0 0,-12 17 0,-1 10 0,2-1 0,2 2 0,0-1 0,1 1 0,-5 41 0,8-28 0,2 0 0,2 0 0,4 53 0,-1-73-273,1 0 0,2 0 0,0 0 0,11 30 0,-2-19-6553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2:56.5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2 162 24575,'0'-33'0,"-1"19"0,1-1 0,0 1 0,1-1 0,3-14 0,-4 28 0,0 0 0,0 0 0,1 0 0,-1 0 0,0 0 0,1-1 0,-1 1 0,1 0 0,-1 0 0,1 0 0,0 0 0,-1 1 0,1-1 0,0 0 0,1-1 0,-2 2 0,1-1 0,-1 1 0,1 0 0,-1 0 0,0 0 0,1 0 0,-1 0 0,0 0 0,1 0 0,-1 0 0,1 0 0,-1 0 0,0 0 0,1 1 0,-1-1 0,0 0 0,1 0 0,-1 0 0,1 0 0,-1 1 0,0-1 0,0 0 0,1 0 0,-1 1 0,0-1 0,1 0 0,-1 0 0,1 1 0,1 2 0,0 0 0,0 1 0,0-1 0,-1 0 0,1 1 0,-1-1 0,2 7 0,4 27 0,-2 1 0,-2 0 0,-1 0 0,-5 48 0,2-53 0,3-43 0,1-1 0,-1 1 0,2 0 0,4-11 0,24-52 0,11-14 0,-37 78 0,0-1 0,1 1 0,0 0 0,0 0 0,0 1 0,14-12 0,-20 19 0,0 0 0,1 0 0,-1 0 0,0 0 0,0 0 0,1 1 0,-1-1 0,0 0 0,1 0 0,-1 1 0,1-1 0,-1 1 0,1 0 0,-1-1 0,1 1 0,-1 0 0,1 0 0,0 0 0,-1 0 0,1 0 0,-1 0 0,1 0 0,-1 1 0,4 0 0,-4 0 0,1 0 0,-1 1 0,0-1 0,1 1 0,-1-1 0,0 1 0,0-1 0,0 1 0,0 0 0,0-1 0,0 1 0,-1 0 0,1 0 0,-1 0 0,1 0 0,-1 0 0,1-1 0,-1 1 0,0 3 0,1 24 0,-2-1 0,-1 0 0,0 0 0,-13 48 0,10-50 0,4-1 0,6-18 0,5-14 0,2-9 0,-1 0 0,-1 0 0,16-34 0,-6 10 0,0 1 0,15-28 0,-30 60 0,0-1 0,0 1 0,0 1 0,1-1 0,0 1 0,7-6 0,-13 12 0,0-1 0,1 1 0,-1 0 0,0-1 0,1 1 0,-1 0 0,0-1 0,1 1 0,-1 0 0,1 0 0,-1-1 0,1 1 0,-1 0 0,1 0 0,-1 0 0,0 0 0,1 0 0,-1 0 0,1-1 0,-1 1 0,1 0 0,-1 0 0,1 1 0,-1-1 0,1 0 0,-1 0 0,1 0 0,-1 0 0,1 0 0,0 1 0,-1 0 0,1-1 0,0 1 0,-1 0 0,1 0 0,-1 0 0,0 0 0,1 0 0,-1-1 0,0 1 0,0 0 0,1 0 0,-1 0 0,0 0 0,0 1 0,-2 36 0,1-37 0,-20 105 0,13-71 0,0 1 0,-2 49 0,10-83 0,0 1 0,0-1 0,0 0 0,0 1 0,0-1 0,1 0 0,-1 1 0,1-1 0,0 0 0,-1 1 0,1-1 0,0 0 0,0 0 0,0 0 0,3 3 0,-3-4 0,0-1 0,0 1 0,0 0 0,0-1 0,0 1 0,0-1 0,0 1 0,0-1 0,0 1 0,1-1 0,-1 0 0,0 0 0,0 0 0,0 0 0,1 0 0,-1 0 0,0 0 0,0 0 0,1 0 0,-1 0 0,0-1 0,0 1 0,0 0 0,0-1 0,0 1 0,1-1 0,-1 1 0,0-1 0,0 0 0,0 1 0,1-2 0,13-10 0,-1 1 0,-1-2 0,0 1 0,-1-2 0,0 0 0,-1 0 0,13-22 0,-13 19 0,0 0 0,2 1 0,0 1 0,0 0 0,25-20 0,-36 33 0,0 0 0,0 1 0,1-1 0,-1 1 0,1-1 0,-1 1 0,1 0 0,-1 0 0,1 0 0,0 0 0,0 0 0,-1 1 0,1-1 0,0 1 0,0 0 0,0 0 0,-1 0 0,1 0 0,0 0 0,0 0 0,0 1 0,3 1 0,-3-1 0,0 1 0,0 0 0,0 0 0,0 1 0,0-1 0,-1 1 0,1-1 0,-1 1 0,0 0 0,0 0 0,0 0 0,0 0 0,0 0 0,0 0 0,-1 0 0,0 1 0,2 3 0,20 88-1365,-18-77-5461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2:56.7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365 11 24575,'-2'-3'0,"-8"-1"0,-8 1 0,-3 6 0,-4 8 0,-5 9 0,-2 13 0,-1 12 0,-2 8 0,2 6 0,1 5 0,4 4 0,2-1 0,4-3 0,4-13-8191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2:59.6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9149 40 24575,'11'-15'0,"-10"13"0,0 0 0,0 0 0,0 1 0,0-1 0,0 0 0,1 1 0,-1-1 0,0 1 0,1 0 0,-1-1 0,1 1 0,0 0 0,0 0 0,-1 0 0,4-2 0,-4 3 0,0 0 0,-1 1 0,1-1 0,-1 0 0,1 0 0,-1 0 0,1 0 0,-1 0 0,1 1 0,-1-1 0,1 0 0,-1 0 0,1 1 0,-1-1 0,1 0 0,-1 1 0,1-1 0,-1 1 0,0-1 0,1 0 0,-1 1 0,0-1 0,1 1 0,-1-1 0,0 1 0,0-1 0,1 1 0,-1-1 0,0 1 0,0-1 0,0 1 0,0 0 0,0-1 0,0 1 0,0-1 0,0 1 0,0 0 0,0 24 0,-10 35 0,-3-1 0,-2 0 0,-33 79 0,30-89 0,-3-1 0,-1-2 0,-3 0 0,-39 55 0,41-70 0,-2-1 0,0-1 0,-2-2 0,-1 0 0,-1-2 0,-49 32 0,0-10 0,-2-3 0,-1-5 0,-113 40 0,-270 53 0,-200-7-476,-7-35-162,487-67 591,-2505 301-1573,2140-266 1395,-728 99-591,1114-126 1453,1 7 0,-201 75 0,-288 174 1274,421-160-1911,178-93 0,0 2 0,-54 51 0,96-77-1365,3-1-5461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2:59.9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 1 24575,'2'0'0,"-1"1"0,0-1 0,0 0 0,0 1 0,0 0 0,1-1 0,-1 1 0,0 0 0,0-1 0,0 1 0,0 0 0,-1 0 0,1 0 0,0 0 0,0 0 0,0 0 0,-1 0 0,1 0 0,0 0 0,-1 0 0,1 1 0,-1 0 0,11 28 0,-10-22 0,0 0 0,0-1 0,-1 1 0,0 0 0,0 0 0,-1 0 0,-2 11 0,-17 54 0,15-61 0,1 0 0,0 0 0,1 1 0,0 0 0,1-1 0,1 1 0,0 0 0,1 15 0,0-25 0,1 1 0,0-1 0,0 1 0,0-1 0,0 1 0,1-1 0,-1 0 0,1 1 0,0-1 0,0 0 0,0 0 0,1 0 0,-1-1 0,1 1 0,-1-1 0,1 1 0,0-1 0,0 0 0,0 0 0,0 0 0,0 0 0,0 0 0,1-1 0,-1 0 0,1 1 0,-1-1 0,7 1 0,9 1 0,0 0 0,0-2 0,0 0 0,21-1 0,-23-1 0,103-4-1365,-88 0-5461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3:03.1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9 520 24575,'-4'-33'0,"3"30"0,0 0 0,0 0 0,1 0 0,-1 0 0,1 0 0,0 0 0,0 0 0,0 0 0,0 0 0,0 0 0,1 0 0,-1 0 0,1 0 0,0 0 0,0 1 0,0-1 0,0 0 0,1 0 0,-1 1 0,3-4 0,7-8 0,1 1 0,1 1 0,0 0 0,1 1 0,0 0 0,1 1 0,18-9 0,116-52 0,-125 61 0,100-40-122,2 5-1,249-53 0,-269 79 50,0 6-1,1 3 1,0 6-1,120 10 0,-164 0 74,0 4 0,-1 2 0,0 2 0,-1 4 0,-1 2 0,-1 2 0,-1 4 0,-1 1 0,-1 3 0,82 60 0,-27-5-189,106 103 0,87 115-486,-46-44 384,-42-58 8,13-18 1,-222-178 303,16 11 520,27 14-1,-44-26-592,0-1 0,0-1 0,0 1 0,0-1 0,1 0 0,-1-1 0,1 1 0,-1-1 0,1-1 0,7 1 0,2-4-6024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3:03.4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83 24575,'-2'-1'0,"1"-1"0,-1 0 0,1 0 0,-1 0 0,1 0 0,0-1 0,0 1 0,0 0 0,0 0 0,0-1 0,0 1 0,1-1 0,-1 1 0,1 0 0,0-1 0,-1 1 0,1-1 0,0 1 0,1-1 0,-1 1 0,0-1 0,1 1 0,1-5 0,-2 5 0,1 1 0,0-1 0,0 1 0,0 0 0,-1-1 0,1 1 0,0 0 0,1 0 0,-1-1 0,0 1 0,0 0 0,0 0 0,1 0 0,-1 1 0,0-1 0,1 0 0,-1 0 0,1 1 0,-1-1 0,1 1 0,-1-1 0,1 1 0,0 0 0,-1 0 0,1-1 0,-1 1 0,1 0 0,0 0 0,-1 1 0,1-1 0,-1 0 0,1 0 0,-1 1 0,1-1 0,-1 1 0,1-1 0,2 2 0,5 3 0,1 0 0,-1 1 0,-1-1 0,1 2 0,-1-1 0,0 1 0,0 1 0,-1-1 0,0 1 0,11 15 0,-1 4 0,0 0 0,16 38 0,3 15 0,34 112 0,-56-144 0,-2 1 0,-2 0 0,5 91 0,-14-128 0,-1 0 0,0 0 0,-1 0 0,-1 0 0,0-1 0,0 1 0,-5 12 0,4-18 0,0 1 0,0-1 0,0 0 0,-1 0 0,0-1 0,0 1 0,0-1 0,-1 0 0,0 0 0,0 0 0,0 0 0,-1-1 0,-9 6 0,-6 2-273,-2-2 0,1 0 0,-1-1 0,-25 6 0,-2-2-6553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3:04.0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1 121 24575,'0'-12'0,"2"-23"0,-1 33 0,-1 1 0,1-1 0,0 0 0,0 1 0,0-1 0,-1 0 0,2 1 0,-1-1 0,0 1 0,0 0 0,0-1 0,1 1 0,-1 0 0,1 0 0,-1-1 0,1 1 0,2-1 0,7-3 0,0 0 0,0 1 0,0 1 0,1 0 0,19-3 0,66-3 0,-65 7 0,88-6-74,-1 6 0,0 5 0,0 5 0,174 35-1,-213-25-13,0 4-1,-2 3 1,-1 3-1,-1 4 1,-1 3-1,-3 3 1,98 67 0,-103-54-177,-3 2 1,-2 2 0,69 81 0,-60-52 182,117 185-1,18 121 248,-40 16-232,30 226 105,-164-489-192,-7 1 0,11 222 1,-33-153 255,3 59-334,0-188 162,18 99 0,-14-137 190,1-1-1,3 0 0,30 70 1,-29-83 150,2-2 0,1 0 0,1 0 0,2-2 0,40 43 0,-44-53-104,2-1 0,0-1-1,0-1 1,37 21 0,-47-31-273,1 1-1,0-2 1,1 1-1,-1-1 1,1-1-1,-1 0 1,1-1-1,0 0 1,0 0-1,0-1 1,1 0-1,16-2 1,-1-5-6719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3:04.3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24575,'2'2'0,"0"0"0,0-1 0,1 1 0,-1-1 0,0 0 0,1 1 0,-1-1 0,1 0 0,-1-1 0,1 1 0,0 0 0,3 0 0,36 1 0,-27-2 0,13 1 0,4-1 0,0 1 0,-1 2 0,59 13 0,-81-14 0,0 1 0,-1 0 0,1 1 0,-1 0 0,0 1 0,0-1 0,12 11 0,-16-11 0,1 0 0,-1 1 0,0 0 0,0 0 0,0 0 0,-1 0 0,0 0 0,0 1 0,0-1 0,-1 1 0,0 0 0,3 9 0,-4-7 0,0 0 0,-1 0 0,0 0 0,0 0 0,-1 0 0,1 0 0,-2 0 0,1 0 0,-1 0 0,-1 0 0,1-1 0,-1 1 0,-1-1 0,1 0 0,-6 8 0,-1 2 0,-1-2 0,0 1 0,-2-1 0,1-1 0,-20 16 0,22-21-114,-1 0 1,-1-1-1,1 0 0,-2-1 0,1-1 1,-1 0-1,1 0 0,-1-2 0,-1 1 1,1-2-1,-19 4 0,5-4-6712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3:05.1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67 24575,'0'1'0,"0"-1"0,0 1 0,1-1 0,-1 1 0,0-1 0,0 1 0,1-1 0,-1 1 0,0-1 0,1 1 0,-1-1 0,0 1 0,1-1 0,-1 1 0,1-1 0,-1 0 0,1 1 0,-1-1 0,1 0 0,-1 1 0,1-1 0,-1 0 0,1 0 0,-1 0 0,1 1 0,-1-1 0,1 0 0,0 0 0,19 2 0,-20-2 0,49-1 0,0-2 0,0-2 0,58-14 0,-2 1 0,33 1-232,0 5 0,1 7-1,0 6 1,232 31 0,-256-13 66,-2 5 0,-1 5 0,-1 5 0,-2 5 0,-1 4 1,102 58-1,-88-29-186,-3 5 1,-3 5-1,148 137 1,269 335-115,-405-402 284,192 300 0,-256-344-21,-5 3 0,-5 2 0,78 238 0,-97-219 203,-5 2 0,17 188 0,-35-150 0,-14 256 0,-16-161 0,-10 347 0,30-498 0,4 1 0,6-1 0,34 144 0,-11-131-17,5-1-1,7-2 1,4-2 0,6-3 0,127 199-1,-35-117 958,-121-171-367,1-1-1,2-1 0,62 47 0,-83-70-520,-1 0-1,2-1 0,-1 0 0,1-1 1,0 0-1,0-1 0,1 0 0,-1-1 1,1 0-1,0-1 0,12 1 1,14-3-6614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43:05.3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158 180 24575,'0'-15'0,"0"-1"0,2 1 0,0-1 0,0 1 0,1 0 0,1 0 0,1 0 0,7-16 0,-12 30 0,1-1 0,-1 1 0,1-1 0,-1 1 0,1 0 0,0-1 0,0 1 0,0 0 0,0-1 0,0 1 0,0 0 0,0 0 0,0 0 0,0 0 0,0 0 0,1 0 0,-1 0 0,0 1 0,1-1 0,-1 0 0,0 1 0,1-1 0,-1 1 0,1-1 0,-1 1 0,1 0 0,-1 0 0,1-1 0,-1 1 0,1 0 0,0 0 0,-1 1 0,1-1 0,-1 0 0,1 0 0,-1 1 0,1-1 0,-1 1 0,0-1 0,1 1 0,-1 0 0,1 0 0,-1-1 0,0 1 0,2 1 0,4 4 0,0 1 0,0-1 0,-1 1 0,0 0 0,0 0 0,6 10 0,0 1 0,-1 0 0,-1 1 0,0 1 0,-1-1 0,-2 1 0,9 30 0,-14-41 0,-1-1 0,1 1 0,-1-1 0,-1 0 0,0 1 0,0-1 0,-1 1 0,0-1 0,0 1 0,-1-1 0,0 0 0,0 0 0,-1 0 0,0 0 0,-1 0 0,0 0 0,0-1 0,0 0 0,-8 9 0,0-2 49,-1-1 0,-1 0 0,0-1-1,0 0 1,-1-2 0,-20 11 0,-7 2-903,-51 19 1,10-10-5973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4:47.5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54 17 24575,'1'0'0,"-1"-1"0,0 1 0,0 0 0,0 0 0,1 0 0,-1 0 0,0 0 0,0-1 0,0 1 0,0 0 0,1 0 0,-1 0 0,0-1 0,0 1 0,0 0 0,0 0 0,0-1 0,0 1 0,0 0 0,0 0 0,0-1 0,0 1 0,0 0 0,0 0 0,0-1 0,0 1 0,0 0 0,0 0 0,0-1 0,0 1 0,0 0 0,0 0 0,0 0 0,0-1 0,0 1 0,0 0 0,-1 0 0,1-1 0,0 1 0,0 0 0,0 0 0,0 0 0,-1-1 0,-13-4 0,10 5 0,1-1 0,-1 1 0,0 0 0,1 0 0,-1 0 0,-5 1 0,8 0 0,0-1 0,1 0 0,-1 1 0,1-1 0,-1 1 0,0-1 0,1 1 0,-1-1 0,1 1 0,0 0 0,-1-1 0,1 1 0,-1-1 0,1 1 0,0 0 0,0-1 0,-1 1 0,1 0 0,0 0 0,0-1 0,0 1 0,0 0 0,-1 0 0,1-1 0,0 1 0,1 0 0,-1 0 0,0-1 0,0 1 0,0 0 0,0-1 0,0 1 0,1 0 0,-1 0 0,14 29 0,-11-25 0,17 28-55,2 0 1,1-1-1,2-1 0,1-1 0,1-1 0,2-2 1,0-1-1,2-1 0,61 37 0,-20-21-82,1-3 0,2-3 0,134 42 0,-72-38-393,3-6-1,0-6 1,164 10-1,433-22-1591,213-91 2141,-8-79-914,-645 105 2553,-98 30 2510,-182 18-5284,-8-1-5569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4:47.8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46 24575,'-43'-40'0,"41"34"0,10 8 0,12 8 0,16 11 0,0 2 0,-2 1 0,0 1 0,-2 2 0,45 47 0,-66-61 0,-1 1 0,-1-1 0,1 1 0,-2 1 0,0 0 0,-1 0 0,6 19 0,-9-21 0,-1-1 0,-1 0 0,0 1 0,-1 0 0,0-1 0,-1 1 0,0 0 0,-1-1 0,0 1 0,-5 19 0,0-13 43,0-1 0,-1 0-1,-1 0 1,0 0 0,-1-1-1,-1-1 1,-17 22 0,0-5-612,-1-1 0,-39 33 0,-10 3-6257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4:48.7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185 244 24575,'8'-9'0,"-5"7"0,0-1 0,0 0 0,0 0 0,0 0 0,-1 0 0,1-1 0,-1 1 0,0-1 0,0 1 0,0-1 0,0 0 0,-1 0 0,3-8 0,-4 12 0,0 0 0,0-1 0,0 1 0,0-1 0,0 1 0,0 0 0,-1-1 0,1 1 0,0 0 0,0-1 0,0 1 0,0-1 0,0 1 0,-1 0 0,1 0 0,0-1 0,0 1 0,0 0 0,-1-1 0,1 1 0,0 0 0,-1 0 0,1-1 0,0 1 0,-1 0 0,1 0 0,0 0 0,-1-1 0,1 1 0,0 0 0,-1 0 0,1 0 0,0 0 0,-1 0 0,1 0 0,0 0 0,-1 0 0,1 0 0,-1 0 0,1 0 0,0 0 0,-1 0 0,1 0 0,0 0 0,-1 0 0,1 0 0,-1 0 0,1 0 0,0 1 0,-1-1 0,-19 9 0,5 1 0,1 0 0,0 1 0,0 0 0,1 1 0,1 0 0,0 1 0,1 1 0,0 0 0,1 0 0,1 1 0,0 0 0,1 1 0,1 0 0,0 0 0,1 0 0,-6 27 0,9-28 0,1-1 0,0 1 0,1-1 0,0 1 0,1-1 0,1 1 0,0 0 0,1-1 0,1 0 0,0 1 0,1-1 0,0 0 0,1-1 0,1 1 0,0-1 0,1 0 0,0 0 0,1-1 0,1 0 0,12 13 0,-8-11 0,0-2 0,1 0 0,1 0 0,0-1 0,0-1 0,1-1 0,0 0 0,20 7 0,-13-8 0,0 0 0,1-1 0,0-2 0,1 0 0,41 2 0,-38-6 0,-1-1 0,1-2 0,-1 0 0,1-2 0,-1-1 0,-1-1 0,1-2 0,-1 0 0,0-2 0,-1 0 0,42-26 0,-55 29 0,0-1 0,-1-1 0,0 0 0,-1-1 0,0 0 0,-1 0 0,0-1 0,0 0 0,-1-1 0,-1 0 0,0 0 0,0 0 0,-1-1 0,6-22 0,-8 20 0,-1 1 0,0-1 0,-1 0 0,-1 0 0,0 0 0,-2-1 0,1 1 0,-2 0 0,0 0 0,-1 0 0,0 1 0,-1-1 0,-9-21 0,1 10 0,-1-1 0,-1 2 0,-1 0 0,-2 1 0,0 0 0,-2 1 0,0 1 0,-44-37 0,45 44 0,0 1 0,-1 0 0,-1 2 0,0 0 0,0 2 0,-1 0 0,-1 1 0,1 1 0,-2 1 0,1 1 0,-42-6 0,50 11-170,-1 1-1,1 0 0,0 1 1,0 1-1,0 0 0,0 1 1,-25 8-1,-16 12-6655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4:49.2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67 0 24575,'0'2'0,"0"-1"0,1 0 0,-1 1 0,0-1 0,1 0 0,-1 0 0,1 1 0,0-1 0,-1 0 0,1 0 0,0 0 0,0 0 0,0 1 0,0-1 0,0-1 0,0 1 0,1 1 0,23 16 0,-13-11 0,-9-4 0,1 0 0,-1 0 0,0 1 0,0-1 0,0 1 0,-1 0 0,1 0 0,-1 0 0,0 0 0,0 0 0,0 0 0,0 1 0,-1-1 0,0 0 0,0 1 0,0-1 0,0 1 0,-1 0 0,0 7 0,-1 7 0,0 1 0,-2-1 0,-7 26 0,7-31 0,-13 45 0,-3-1 0,-2-1 0,-43 82 0,61-134 0,0 1 0,1 0 0,-1 0 0,1 0 0,1 1 0,-2 7 0,3-12 0,-1 0 0,2 0 0,-1 0 0,0 0 0,0 0 0,1 0 0,-1 0 0,1 0 0,-1-1 0,1 1 0,0 0 0,0 0 0,0-1 0,0 1 0,0 0 0,0-1 0,0 1 0,0-1 0,1 1 0,-1-1 0,1 0 0,-1 0 0,1 0 0,-1 1 0,3 0 0,15 8 0,-1-1 0,2 0 0,-1-2 0,1 0 0,33 6 0,105 12 0,-125-22 0,0-2 0,0 0 0,0-2 0,0-2 0,41-8 0,-57 7 0,0 0 0,0-1 0,-1 0 0,1-2 0,-1 0 0,-1 0 0,1-2 0,-1 0 0,-1 0 0,0-2 0,22-19 0,-28 20 0,-1 1 0,1-1 0,-1 0 0,-1 0 0,0-1 0,-1 0 0,0 0 0,0-1 0,-1 1 0,-1-1 0,0 0 0,0 0 0,-1 0 0,-1 0 0,0 0 0,0 0 0,-2-1 0,1 1 0,-2 0 0,1 0 0,-5-12 0,0 0 0,-1 0 0,-1 1 0,-1 1 0,-2-1 0,0 2 0,-1-1 0,-1 2 0,-1-1 0,-25-27 0,28 34 0,-1 1 0,0 0 0,-1 1 0,0 1 0,-1 0 0,-1 1 0,-16-10 0,30 20 20,-1-1 0,1 0 0,-1 1 1,0-1-1,1 1 0,-1-1 0,1 1 0,-1 0 0,0-1 0,0 1 0,1 0 0,-1 0 0,0 0 0,1 1 0,-1-1 0,-2 1 1,3-1-96,0 1 1,0 0 0,0-1 0,0 1 0,0 0-1,0 0 1,0 0 0,1 0 0,-1-1 0,0 1-1,0 0 1,1 0 0,-1 0 0,1 1 0,-1-1-1,1 0 1,-1 0 0,1 0 0,0 0 0,-1 0-1,1 1 1,0 0 0,-2 13-6752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4:37.1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2 595 24575,'-1'210'-70,"3"238"-346,32-2 142,-21-369 294,35 115 0,39 67 91,-43-139-93,51 229 1,-82-263-19,-5 1 0,-3 0 0,-3 0 0,-5 0 0,-3-1 0,-31 152 0,20-160 0,-79 440 0,78-385 0,-1 258 0,19-353 47,3-1 1,1 1 0,1-1 0,2 0-1,19 56 1,-21-79-23,1-1-1,1 1 1,0-1-1,0 0 1,2-1 0,-1 0-1,14 14 1,-14-19-17,0 1 0,1-1 0,-1 0 0,1-1 0,1 0 1,-1-1-1,1 0 0,0 0 0,0-1 0,20 6 0,-3-5-8,1 0 0,-1-2 0,1-1 0,0-1 0,53-6 0,140-32 0,-194 32 0,629-145-2019,-204 45 873,351-57-981,1474-100 0,-1014 246 5925,-858 18-2775,-378-2-708,0 0-1,1-2 0,-1-2 0,32-7 0,-48 8-235,0-1 0,0 0 0,0-1 0,-1 0 0,0 0 0,0-1 0,0-1 0,-1 0 0,0 0 0,0 0 0,0-1 0,10-14 0,-1-1-79,-1-2 0,-1 0 0,-2 0 0,15-35 0,-11 18 0,-3-1 0,11-48 0,-19 50 0,-2 0 0,-2 0 0,-1-1 0,-5-47 0,1-26 0,38-352-322,31 2-66,-56 397 378,25-162 10,38-259 0,-35-3 0,-48-3-113,-49 5 179,53 465 30,0 1 0,-2 0 0,-1 1 0,0-1 0,-2 1-1,-1 1 1,-13-22 0,19 36-96,-1-2 0,0-1 0,-1 2 0,-13-16 0,16 22 0,0 0 0,0 0 0,0 0 0,0 0 0,0 1 0,-1-1 0,1 1 0,-1 0 0,0 0 0,1 1 0,-10-2 0,-10-1 0,0 1 0,0 2 0,0 0 0,-31 4 0,-100 18 0,79-9 0,-1132 139-2545,221-30-981,3 30 1726,-611 160 1403,20-4 7,1501-294 691,-236 51 3546,304-63-3688,2 0 31,0 0 0,0 0 1,0 0-1,0 0 0,1 1 1,-1-1-1,0 1 0,1 0 1,-1 0-1,1 1 0,-5 3 1,8-5-160,-1-1 1,1 0 0,0 1-1,0-1 1,-1 1 0,1-1-1,0 1 1,0-1-1,0 0 1,0 1 0,0-1-1,0 1 1,0-1 0,0 1-1,0-1 1,0 1-1,0-1 1,0 1 0,0-1-1,0 0 1,0 1 0,0-1-1,0 1 1,1-1 0,-1 1-1,0-1 1,0 0-1,1 1 1,-1-1 0,0 1-1,0-1 1,1 0 0,-1 1-1,0-1 1,1 0-1,-1 0 1,1 1 0,-1-1-1,0 0 1,1 0 0,-1 0-1,1 1 1,-1-1-1,0 0 1,1 0 0,-1 0-1,1 0 1,-1 0 0,2 0-1,24 6 385,16-3-611,53-2 0,-73-1-710,17 0-5921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4:38.1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442 198 24575,'-1'-15'0,"-1"1"0,-1 0 0,-1 0 0,0 0 0,0 1 0,-12-24 0,15 34 0,-1 1 0,1 0 0,-1 0 0,1-1 0,-1 1 0,0 0 0,0 0 0,0 1 0,0-1 0,0 0 0,0 1 0,0-1 0,0 1 0,-1-1 0,1 1 0,-1 0 0,1 0 0,-1 0 0,1 1 0,-1-1 0,1 0 0,-1 1 0,0 0 0,1 0 0,-1 0 0,0 0 0,1 0 0,-1 0 0,0 1 0,1-1 0,-5 2 0,-3 1 0,1 0 0,0 0 0,0 1 0,0 1 0,1-1 0,-1 1 0,-11 10 0,-4 6 0,1 1 0,1 2 0,1 0 0,1 1 0,1 1 0,2 1 0,0 0 0,2 2 0,1-1 0,1 2 0,2 0 0,-9 36 0,16-52 0,1 0 0,1 0 0,0 1 0,1-1 0,0 1 0,1-1 0,1 1 0,5 27 0,-5-36 0,1 0 0,0-1 0,0 1 0,0 0 0,1-1 0,0 1 0,0-1 0,0 0 0,1 0 0,0 0 0,0 0 0,0-1 0,0 1 0,1-1 0,0 0 0,-1-1 0,2 1 0,-1-1 0,0 0 0,1 0 0,-1 0 0,1-1 0,7 2 0,-3-1 0,-1-1 0,0-1 0,1 1 0,-1-2 0,1 1 0,-1-1 0,1-1 0,-1 0 0,17-3 0,-12 0 0,-1 0 0,1-1 0,-1 0 0,1-1 0,21-15 0,-12 6 0,-1-2 0,-1-1 0,0-1 0,-2 0 0,0-1 0,19-28 0,-25 30 0,-2-1 0,0 1 0,-1-2 0,-1 0 0,0 0 0,-2 0 0,-1-1 0,0 0 0,-1 0 0,-2-1 0,2-28 0,-4 38 0,-2 0 0,1 0 0,-2-1 0,0 1 0,0 0 0,-1 0 0,0 0 0,-1 1 0,-8-16 0,8 18 0,-1 1 0,-1 0 0,1 0 0,-1 0 0,-1 1 0,0 0 0,0 0 0,0 1 0,0 0 0,-1 0 0,0 0 0,-1 1 0,-8-4 0,7 4 69,-1 1-1,0 0 0,0 0 0,-21-3 1,27 6-225,-1 1 1,0-1 0,-1 1 0,1 0 0,0 0 0,0 1 0,0 0-1,0 0 1,1 0 0,-12 4 0,1 4-6671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4:38.5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73 24575,'3'48'0,"2"-1"0,2 0 0,2 0 0,3-1 0,20 57 0,-27-90 0,1 0 0,-1 0 0,2-1 0,0 1 0,1-1 0,16 20 0,-21-28 0,0-1 0,1 1 0,-1-1 0,0 0 0,1-1 0,0 1 0,0-1 0,0 1 0,0-1 0,0 0 0,0-1 0,0 1 0,1-1 0,-1 0 0,0 0 0,1 0 0,-1 0 0,1-1 0,-1 0 0,1 0 0,0 0 0,-1 0 0,1-1 0,-1 0 0,6-1 0,-1-2 0,0 0 0,0 0 0,0-1 0,-1 0 0,0-1 0,0 0 0,0 0 0,-1 0 0,1-1 0,-2-1 0,1 1 0,-1-1 0,7-11 0,-2 2 0,-1 0 0,-1-1 0,0-1 0,-1 0 0,8-30 0,-10 24 0,-1 0 0,-1-1 0,1-46 0,-5 61 0,0-1 0,-1 1 0,0 0 0,-1-1 0,-1 1 0,1 0 0,-2 0 0,1 1 0,-2-1 0,-10-19 0,14 28-50,0 0-1,0 0 1,0 0-1,0 0 0,0 1 1,-1-1-1,1 0 1,-1 1-1,1-1 1,-1 1-1,0 0 0,1-1 1,-1 1-1,0 0 1,0 0-1,0 0 1,0 0-1,0 0 0,0 1 1,0-1-1,0 1 1,0-1-1,-1 1 1,1 0-1,0 0 1,-4 0-1,-6 6-6775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4:38.8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1 263 24575,'0'-5'0,"0"-1"0,0 0 0,1 0 0,0 0 0,0 0 0,3-10 0,-3 14 0,0 0 0,0 0 0,0 1 0,0-1 0,0 1 0,0-1 0,0 1 0,1 0 0,-1-1 0,0 1 0,1 0 0,-1 0 0,1 0 0,0 0 0,-1 0 0,1 0 0,0 0 0,-1 1 0,1-1 0,0 1 0,0-1 0,0 1 0,0-1 0,-1 1 0,5 0 0,4 1 0,-1-1 0,1 1 0,0 1 0,-1 0 0,1 0 0,-1 1 0,0 1 0,0-1 0,17 10 0,5 5 0,36 29 0,-15-4 0,-48-40 0,-1 1 0,1 0 0,-1 0 0,0 0 0,0 0 0,-1 0 0,1 0 0,-1 1 0,0 0 0,0-1 0,1 6 0,-3-10 0,1 1 0,-1-1 0,0 1 0,0-1 0,0 1 0,1-1 0,-1 1 0,0-1 0,0 1 0,0 0 0,0-1 0,0 1 0,0-1 0,0 1 0,0-1 0,-1 1 0,1-1 0,0 1 0,0-1 0,0 1 0,-1-1 0,1 1 0,0-1 0,0 1 0,-1-1 0,1 1 0,0-1 0,-1 0 0,1 1 0,0-1 0,-1 1 0,1-1 0,-1 0 0,1 0 0,-1 1 0,1-1 0,-1 0 0,1 0 0,-1 1 0,1-1 0,-1 0 0,1 0 0,-1 0 0,1 0 0,-1 0 0,1 0 0,-1 0 0,0 0 0,0 0 0,-1 0 0,0-1 0,-1 1 0,1-1 0,0 0 0,-1 1 0,1-1 0,0 0 0,0 0 0,0-1 0,-3-1 0,2 0 0,-1-1 0,1 0 0,-1 0 0,1-1 0,0 1 0,1 0 0,-1-1 0,1 0 0,0 0 0,0 0 0,0 0 0,1 0 0,-1 0 0,0-7 0,0-3 0,1 1 0,0-1 0,1 0 0,2-14 0,0 14-114,0 0 1,2 0-1,0 1 0,0-1 0,1 1 1,1 0-1,1 1 0,0-1 0,0 1 1,1 0-1,18-21 0,6 0-6712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4:39.9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280 487 24575,'1'0'0,"1"-1"0,-1 1 0,1-1 0,-1 0 0,1 0 0,-1 0 0,0 1 0,0-1 0,1-1 0,-1 1 0,0 0 0,0 0 0,0 0 0,0-1 0,0 1 0,0 0 0,1-3 0,13-26 0,-12 21 0,0 1 0,-1 0 0,0-1 0,0 1 0,-1-1 0,0 0 0,-1 1 0,0-1 0,0 0 0,-1 1 0,-3-18 0,4 23 0,-1-1 0,0 1 0,-1-1 0,1 1 0,0-1 0,-1 1 0,0 0 0,0 0 0,0 0 0,0 0 0,0 0 0,-1 0 0,1 1 0,-1-1 0,0 1 0,0-1 0,0 1 0,0 0 0,0 0 0,0 1 0,-1-1 0,1 1 0,0-1 0,-1 1 0,1 0 0,-1 0 0,0 1 0,1-1 0,-1 1 0,-5 0 0,-1 0 0,1 1 0,-1 0 0,1 1 0,-1 0 0,1 0 0,0 1 0,0 1 0,0-1 0,0 1 0,1 1 0,-1 0 0,1 0 0,0 0 0,1 1 0,-1 0 0,1 1 0,-8 9 0,6-6 0,1 0 0,0 1 0,1 0 0,0 0 0,1 0 0,0 1 0,1 0 0,0 0 0,1 1 0,0-1 0,1 1 0,-2 15 0,4-19 0,1 0 0,0 0 0,0 0 0,1 0 0,0 1 0,0-1 0,1 0 0,0-1 0,1 1 0,0 0 0,1-1 0,-1 1 0,1-1 0,1 0 0,0-1 0,0 1 0,1-1 0,-1 0 0,1 0 0,1 0 0,0-1 0,0 0 0,0 0 0,0-1 0,1 0 0,0 0 0,0-1 0,0 0 0,1-1 0,-1 1 0,1-2 0,0 1 0,14 1 0,-3-1 0,1-1 0,0-1 0,0-1 0,0-1 0,0-1 0,0-1 0,-1 0 0,1-2 0,20-7 0,-11 2 0,0-2 0,-1-2 0,0 0 0,-1-2 0,31-22 0,-41 24 0,0 0 0,-1-2 0,-1 0 0,0 0 0,22-32 0,-32 39 0,0 0 0,0 0 0,-1-1 0,0 0 0,-1 0 0,0 0 0,0 0 0,-1-1 0,-1 1 0,0-1 0,0 0 0,-1 0 0,0-20 0,-2 27 0,0-1 0,1 0 0,-1 1 0,-1-1 0,1 1 0,-1-1 0,0 1 0,0-1 0,0 1 0,0 0 0,-1 0 0,0 0 0,-5-6 0,6 8 0,0 0 0,-1 1 0,1-1 0,0 0 0,0 1 0,-1 0 0,1-1 0,-1 1 0,0 0 0,1 0 0,-1 1 0,0-1 0,1 0 0,-1 1 0,0 0 0,0-1 0,1 1 0,-1 0 0,0 1 0,0-1 0,0 0 0,1 1 0,-1-1 0,-3 2 0,-4 3 0,0-1 0,0 1 0,0 1 0,1 0 0,0 0 0,0 1 0,1 0 0,0 0 0,0 1 0,-11 14 0,9-9 0,0 0 0,1 1 0,1 0 0,0 0 0,1 1 0,-8 24 0,14-34 0,-1-1 0,1 0 0,0 1 0,0-1 0,1 1 0,0 0 0,-1-1 0,2 1 0,-1-1 0,0 1 0,1-1 0,0 1 0,0-1 0,0 1 0,1-1 0,-1 0 0,3 5 0,-2-6 0,0 0 0,1-1 0,-1 1 0,1 0 0,0-1 0,-1 1 0,1-1 0,0 0 0,0 0 0,1 0 0,-1 0 0,0-1 0,1 1 0,-1-1 0,1 0 0,-1 0 0,1 0 0,-1 0 0,1-1 0,0 0 0,5 1 0,0-2 0,1 1 0,-1-1 0,1-1 0,-1 0 0,0 0 0,0 0 0,0-1 0,0-1 0,0 0 0,-1 0 0,0 0 0,0-1 0,12-10 0,-7 5 0,-1 0 0,0-1 0,-1-1 0,-1 0 0,1 0 0,-2-1 0,10-17 0,-11 19 0,-3 11 0,0 17 0,1 4 0,-4-17 0,-1-1 0,1 1 0,0-1 0,0 0 0,1 0 0,-1 0 0,1 0 0,0 0 0,-1 0 0,1-1 0,0 1 0,1-1 0,-1 0 0,0 0 0,1 0 0,-1 0 0,6 1 0,-4-2 0,0 0 0,1 0 0,-1-1 0,0 1 0,1-1 0,-1 0 0,0-1 0,1 1 0,-1-1 0,0 0 0,7-3 0,3-2 0,-1 0 0,0 0 0,0-2 0,0 0 0,-1 0 0,-1-1 0,21-19 0,-20 15 0,-1-2 0,-1 1 0,0-1 0,-1-1 0,-1 0 0,15-34 0,-24 50 0,0-1 0,0 1 0,0 0 0,0-1 0,0 1 0,0 0 0,0-1 0,0 1 0,0 0 0,0 0 0,0-1 0,0 1 0,1 0 0,-1-1 0,0 1 0,0 0 0,0 0 0,0 0 0,1-1 0,-1 1 0,0 0 0,0 0 0,0-1 0,1 1 0,-1 0 0,0 0 0,1 0 0,-1 0 0,0 0 0,0-1 0,1 1 0,-1 0 0,0 0 0,0 0 0,1 0 0,-1 0 0,0 0 0,1 0 0,-1 0 0,0 0 0,1 0 0,-1 0 0,0 0 0,0 0 0,1 1 0,6 15 0,-1 29 0,-6-45 0,9 113 0,19 163 0,-23-256 0,-4-17 0,0 0 0,0 0 0,0 0 0,-1 0 0,1 1 0,-1-1 0,0 0 0,0 5 0,0-8 0,0 0 0,0 0 0,0 0 0,0 0 0,0 0 0,0 0 0,0 0 0,0 0 0,0 1 0,-1-1 0,1 0 0,0 0 0,0 0 0,0 0 0,0 0 0,0 0 0,0 0 0,-1 0 0,1 0 0,0 0 0,0 0 0,0 0 0,0 0 0,0 0 0,0 0 0,-1 0 0,1 0 0,0 0 0,0 0 0,0 0 0,0 0 0,0 0 0,0 0 0,-1 0 0,1 0 0,0-1 0,0 1 0,0 0 0,0 0 0,0 0 0,0 0 0,0 0 0,0 0 0,-1 0 0,1 0 0,0 0 0,0-1 0,0 1 0,0 0 0,0 0 0,0 0 0,0 0 0,0 0 0,0-1 0,-6-6 0,-11-27 0,2 0 0,2-1 0,-13-51 0,18 57 0,-42-171 0,42 158 0,2-1 0,0-77 0,6 112 0,1 0 0,0 0 0,0 0 0,0 0 0,1 0 0,0 1 0,1-1 0,-1 1 0,6-9 0,-7 13 0,1 1 0,0-1 0,-1 1 0,1 0 0,0-1 0,0 1 0,0 0 0,1 1 0,-1-1 0,0 0 0,1 1 0,-1-1 0,1 1 0,0 0 0,-1-1 0,1 1 0,0 1 0,0-1 0,0 0 0,-1 1 0,1-1 0,0 1 0,0 0 0,0 0 0,0 0 0,0 0 0,0 1 0,4 0 0,5 2 0,0 1 0,0 0 0,0 1 0,-1 0 0,0 1 0,0 0 0,17 12 0,-10-4 0,0 1 0,-1 0 0,21 23 0,-32-31 0,0 1 0,0 0 0,-1-1 0,0 2 0,0-1 0,-1 1 0,0 0 0,0-1 0,-1 2 0,0-1 0,-1 0 0,2 12 0,-4-15 0,1 1 0,-2-1 0,1 0 0,-1 0 0,0 0 0,0 0 0,0 0 0,-1-1 0,0 1 0,0 0 0,-1-1 0,1 1 0,-1-1 0,0 0 0,-1 1 0,1-2 0,-1 1 0,0 0 0,0-1 0,-7 6 0,-3 0 43,1 0 0,-1-1-1,-1 0 1,1-1 0,-2-1-1,1-1 1,-24 8 0,-2-3-897,-73 10 1,55-15-5973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4:41.8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66 700 24575,'-5'-6'0,"1"0"0,0 0 0,0 0 0,1-1 0,0 0 0,-3-6 0,-1-4 0,1 1 0,0 0 0,1 0 0,1-1 0,1 0 0,0 1 0,2-1 0,-1 0 0,2 0 0,0 0 0,1 0 0,1 0 0,1 0 0,6-23 0,-8 35 0,1 0 0,-1 0 0,1 0 0,0 1 0,1-1 0,3-6 0,-5 10 0,-1 0 0,1 1 0,-1-1 0,1 1 0,-1-1 0,1 0 0,0 1 0,-1-1 0,1 1 0,0-1 0,-1 1 0,1 0 0,0-1 0,0 1 0,-1 0 0,1-1 0,0 1 0,0 0 0,0 0 0,0 0 0,-1 0 0,1 0 0,0 0 0,0 0 0,0 0 0,-1 0 0,1 0 0,0 0 0,0 0 0,0 1 0,-1-1 0,1 0 0,0 1 0,0-1 0,-1 0 0,1 1 0,0-1 0,-1 1 0,1-1 0,0 1 0,-1 0 0,1-1 0,-1 1 0,1-1 0,-1 1 0,1 0 0,0 1 0,5 6 0,0 1 0,0 0 0,-1 0 0,0 1 0,-1 0 0,6 18 0,14 69 0,-21-84 0,18 94 0,-5 1 0,-5 1 0,-4 181 0,-7-287 0,-3 34 0,3-36 0,0 0 0,0 0 0,0 0 0,-1 1 0,1-1 0,0 0 0,-1 0 0,1 0 0,0 0 0,-1 0 0,0 0 0,1 0 0,-1 0 0,1 0 0,-1 0 0,0 0 0,0 0 0,0 0 0,1 0 0,-1-1 0,0 1 0,0 0 0,0-1 0,-2 2 0,3-2 0,-1 0 0,1 0 0,-1-1 0,1 1 0,-1 0 0,0 0 0,1 0 0,-1 0 0,1-1 0,-1 1 0,1 0 0,-1-1 0,1 1 0,0 0 0,-1-1 0,1 1 0,-1 0 0,1-1 0,0 1 0,-1-1 0,1 1 0,0-1 0,-1 1 0,1-2 0,-8-15 0,8 16 0,-11-35 0,2 0 0,1-1 0,-4-56 0,2-117 0,9 176 0,4-282 0,1 257 0,2 1 0,3-1 0,22-74 0,-28 121 0,1 0 0,0 0 0,1 1 0,1 0 0,7-12 0,-12 21 0,0 0 0,0 0 0,1 0 0,-1 0 0,1 1 0,0-1 0,-1 0 0,1 1 0,0-1 0,0 1 0,0-1 0,0 1 0,0 0 0,0 0 0,0 0 0,0 0 0,1 0 0,-1 1 0,0-1 0,1 1 0,-1-1 0,0 1 0,1 0 0,-1 0 0,0 0 0,1 0 0,-1 0 0,1 1 0,-1-1 0,0 1 0,0-1 0,4 2 0,1 3 0,1-1 0,-1 1 0,0 0 0,0 0 0,-1 1 0,0 0 0,0 0 0,0 0 0,-1 1 0,9 13 0,5 11 0,17 39 0,-32-62 0,27 62 0,-3 2 0,-3 1 0,20 96 0,19 231 0,-60-372 0,0-18 0,-4-10 0,0 0 0,1 0 0,-1 0 0,0 0 0,0 0 0,0 0 0,0 0 0,0 0 0,1 0 0,-1 0 0,0 0 0,0 0 0,0 0 0,0 0 0,0 0 0,0 0 0,1 0 0,-1-1 0,0 1 0,0 0 0,0 0 0,0 0 0,0 0 0,0 0 0,1 0 0,-1 0 0,0 0 0,0 0 0,0-1 0,0 1 0,0 0 0,0 0 0,0 0 0,0 0 0,0 0 0,0 0 0,0-1 0,0 1 0,0 0 0,0 0 0,0 0 0,0 0 0,0 0 0,0 0 0,0-1 0,0 1 0,0 0 0,0 0 0,0 0 0,0 0 0,0 0 0,0-1 0,0 1 0,50-260 0,-9 34 0,-32 182 0,-6 24 0,1 1 0,1-1 0,1 1 0,15-35 0,-21 53 0,1 1 0,-1 0 0,0-1 0,0 1 0,0 0 0,0-1 0,1 1 0,-1-1 0,0 1 0,0 0 0,1 0 0,-1-1 0,0 1 0,1 0 0,-1-1 0,0 1 0,1 0 0,-1 0 0,0 0 0,1-1 0,-1 1 0,0 0 0,1 0 0,-1 0 0,1 0 0,-1 0 0,0 0 0,1-1 0,-1 1 0,1 0 0,-1 0 0,1 0 0,-1 1 0,0-1 0,1 0 0,-1 0 0,1 0 0,-1 0 0,0 0 0,1 0 0,-1 1 0,1-1 0,-1 0 0,0 0 0,1 0 0,-1 1 0,0-1 0,0 0 0,1 1 0,-1-1 0,0 0 0,1 1 0,-1-1 0,0 0 0,0 1 0,0-1 0,1 0 0,-1 1 0,0-1 0,0 1 0,0-1 0,0 0 0,0 1 0,12 32 0,-11-29 0,34 123 0,40 123 0,-53-184 0,-12-32 0,26 60 0,-35-93 0,0 1 0,0-1 0,-1 1 0,1 0 0,0-1 0,0 0 0,0 1 0,1-1 0,-1 1 0,0-1 0,0 0 0,1 0 0,-1 0 0,1 0 0,-1 0 0,1 0 0,-1 0 0,3 1 0,-2-2 0,-1 0 0,0 0 0,0 0 0,0-1 0,1 1 0,-1 0 0,0 0 0,0-1 0,0 1 0,1 0 0,-1-1 0,0 1 0,0-1 0,0 0 0,0 1 0,0-1 0,0 0 0,0 0 0,0 1 0,1-2 0,3-5 0,0 1 0,-1-1 0,1 1 0,-1-1 0,0 0 0,4-13 0,10-37 0,-1-1 0,-4 0 0,8-73 0,3-13 0,-18 120 0,-6 24 0,0 0 0,0-1 0,0 1 0,0 0 0,0 0 0,0 0 0,0 0 0,0 0 0,0-1 0,1 1 0,-1 0 0,0 0 0,0 0 0,0 0 0,0-1 0,0 1 0,0 0 0,0 0 0,0 0 0,0 0 0,1 0 0,-1 0 0,0-1 0,0 1 0,0 0 0,0 0 0,0 0 0,0 0 0,1 0 0,-1 0 0,0 0 0,0 0 0,0 0 0,0 0 0,1 0 0,-1 0 0,0 0 0,0 0 0,0 0 0,0 0 0,1 0 0,-1 0 0,0 0 0,0 0 0,1 0 0,4 9 0,1 14 0,6 95 0,-10-82 0,2 0 0,10 46 0,-13-79 0,0 0 0,0 1 0,0-1 0,0 0 0,1 0 0,-1 0 0,1 0 0,0 0 0,0 0 0,0 0 0,0 0 0,1-1 0,-1 1 0,6 3 0,-7-5 0,1 0 0,0-1 0,-1 1 0,1-1 0,-1 1 0,1-1 0,0 0 0,-1 0 0,1 0 0,-1 0 0,1 0 0,0 0 0,-1 0 0,1 0 0,0 0 0,-1-1 0,1 1 0,-1-1 0,1 0 0,0 1 0,-1-1 0,0 0 0,1 0 0,-1 0 0,1 1 0,-1-2 0,0 1 0,0 0 0,0 0 0,0 0 0,1-1 0,0-1 0,5-6 0,-1 0 0,1-1 0,-2 1 0,1-1 0,5-18 0,17-56 0,-22 64 0,-2 5 0,4-10 0,-8 25 0,0 0 0,0 0 0,0 0 0,0 0 0,0 0 0,0 0 0,0 0 0,0 0 0,0 0 0,0 1 0,0-1 0,0 0 0,0 0 0,0 0 0,0 0 0,0 0 0,0 0 0,0 0 0,0 0 0,0 0 0,0 0 0,0 0 0,0 0 0,0 0 0,0 0 0,1 0 0,-1 0 0,0 1 0,0-1 0,0 0 0,0 0 0,0 0 0,0 0 0,0 0 0,0 0 0,0 0 0,0 0 0,0 0 0,0 0 0,0 0 0,0 0 0,0 0 0,1 0 0,-1 0 0,0 0 0,0 0 0,0 0 0,0 0 0,0 0 0,0 0 0,0 0 0,0 0 0,0 0 0,0 0 0,0 0 0,0 0 0,0 0 0,1-1 0,-1 20 0,2 76 0,20 131 0,-2-36 0,-16-125 171,-5 76 0,0-118-415,-2-1 0,0 1 0,-2-1 0,0 0 1,-1 0-1,-19 41 0,11-36-6582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4:42.5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52 304 24575,'1'-3'0,"0"-1"0,0 1 0,1-1 0,-1 1 0,1 0 0,0-1 0,-1 1 0,1 0 0,4-4 0,3-6 0,0-7 0,0-2 0,-1 1 0,-1-1 0,-1 0 0,-1 0 0,-1-1 0,1-28 0,-6 32 0,1 19 0,0 0 0,-1 0 0,1-1 0,0 1 0,0 0 0,0 0 0,0 0 0,-1 0 0,1 0 0,0 0 0,0 0 0,0-1 0,0 1 0,-1 0 0,1 0 0,0 0 0,0 0 0,0 0 0,-1 0 0,1 0 0,0 0 0,0 0 0,0 0 0,-1 0 0,1 0 0,0 0 0,0 0 0,0 1 0,-1-1 0,1 0 0,0 0 0,0 0 0,0 0 0,-1 0 0,1 0 0,0 0 0,0 0 0,0 1 0,0-1 0,0 0 0,-1 0 0,1 0 0,-3 4 0,0-1 0,1 0 0,-1 1 0,1 0 0,0 0 0,-3 5 0,-13 38 0,-22 83 0,29-87 0,1-8 0,2 1 0,-7 69 0,14-92 0,0 0 0,1 0 0,1 0 0,0 0 0,1 0 0,0 0 0,1 0 0,1-1 0,0 1 0,0-1 0,11 19 0,-13-27 0,1 0 0,0 1 0,0-1 0,0 0 0,1 0 0,0-1 0,0 1 0,0-1 0,0 0 0,0 0 0,0 0 0,1 0 0,0-1 0,-1 0 0,11 3 0,-8-3 0,1-1 0,-1 0 0,1 0 0,-1-1 0,1 0 0,0 0 0,-1-1 0,1 0 0,-1 0 0,8-3 0,2-1 0,0-1 0,-1-1 0,0-1 0,0 0 0,0-1 0,-1 0 0,-1-2 0,22-18 0,-20 13 0,-1 0 0,0-1 0,-1-1 0,-1 0 0,-1-1 0,0-1 0,-2 0 0,0 0 0,-1-1 0,10-36 0,-16 45 0,0 0 0,-1 0 0,0 0 0,-1 0 0,0-1 0,-1 1 0,-1 0 0,1-1 0,-2 1 0,0 0 0,0 0 0,-2 0 0,1 0 0,-1 0 0,-1 1 0,0 0 0,0 0 0,-1 0 0,-1 0 0,-14-17 0,12 19 0,0 1 0,-1 0 0,0 1 0,0 0 0,0 0 0,-1 1 0,0 1 0,0 0 0,0 0 0,-1 1 0,0 1 0,0 0 0,0 0 0,-14 0 0,15 1 0,0 2 0,0 0 0,0 0 0,0 1 0,0 0 0,0 1 0,-12 3 0,16-2 0,0-1 0,1 1 0,-1 0 0,1 0 0,0 0 0,0 1 0,0 0 0,0 0 0,1 1 0,-1 0 0,-6 7 0,10-9-59,0-1 0,0 1-1,0 0 1,0 0-1,0 0 1,0 0 0,1 0-1,-1 0 1,1 0 0,0 0-1,0 0 1,0 1 0,1-1-1,-1 0 1,1 1-1,0-1 1,0 1 0,0-1-1,0 0 1,0 1 0,1-1-1,1 7 1,8 10-6767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4:42.8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4 216 24575,'0'0'0,"0"0"0,0 0 0,0-1 0,0 1 0,1 0 0,-1 0 0,0 0 0,0 0 0,0 0 0,0-1 0,0 1 0,0 0 0,0 0 0,0 0 0,0 0 0,0-1 0,0 1 0,0 0 0,0 0 0,0 0 0,0 0 0,0-1 0,0 1 0,0 0 0,0 0 0,0 0 0,0 0 0,-1-1 0,1 1 0,0 0 0,0 0 0,0 0 0,0 0 0,0 0 0,0-1 0,0 1 0,-1 0 0,1 0 0,0 0 0,0 0 0,0 0 0,0 0 0,0 0 0,-1 0 0,1 0 0,0 0 0,0 0 0,0 0 0,0 0 0,-1-1 0,1 1 0,0 0 0,0 0 0,0 0 0,0 1 0,-1-1 0,17-7 0,-9 7 0,0 0 0,0 1 0,-1 0 0,1 0 0,0 1 0,-1 0 0,0 0 0,1 0 0,-1 1 0,0 0 0,0 0 0,0 1 0,-1-1 0,1 1 0,-1 0 0,6 7 0,1 0 0,0 1 0,-2 1 0,1-1 0,-2 2 0,14 22 0,-15-20 0,-1-1 0,0 1 0,-2 0 0,6 23 0,-9-29 0,0-1 0,-1 1 0,0-1 0,0 1 0,-1 0 0,-1-1 0,1 1 0,-2 0 0,-2 10 0,4-17 0,-1-1 0,1 0 0,-1 0 0,0 0 0,0 1 0,0-1 0,0 0 0,-1 0 0,1 0 0,0-1 0,-1 1 0,1 0 0,-1 0 0,0-1 0,0 1 0,1-1 0,-1 0 0,0 1 0,0-1 0,0 0 0,-3 1 0,3-2 0,0 0 0,0 1 0,1-1 0,-1 0 0,0 0 0,0-1 0,0 1 0,0 0 0,0-1 0,1 1 0,-1-1 0,0 1 0,0-1 0,1 0 0,-1 0 0,0 0 0,1 0 0,-1 0 0,1 0 0,-1 0 0,1-1 0,0 1 0,-1 0 0,1-1 0,0 1 0,-1-3 0,-3-3 0,1 0 0,0 0 0,1-1 0,0 1 0,0-1 0,0 0 0,1 0 0,0 0 0,1 0 0,0 0 0,0 0 0,1 0 0,0-10 0,1-2 0,1 0 0,1 0 0,1 0 0,8-24 0,-4 18 57,2 0 0,1 1 0,1 0 0,1 0 0,29-39 0,-32 51-200,0 0 1,1 1 0,0 0 0,1 1-1,0 1 1,1-1 0,0 2 0,0 0 0,1 0-1,1 2 1,17-8 0,2 4-6684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4:43.2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139 589 24575,'1'-4'0,"0"0"0,0 0 0,1 0 0,0 0 0,-1 1 0,1-1 0,1 1 0,-1-1 0,4-4 0,1-1 0,4-7 0,19-31 0,-28 43 0,-1 0 0,1 0 0,0 0 0,-1-1 0,0 1 0,0 0 0,0 0 0,0-1 0,-1 1 0,0-5 0,0 8 0,0 0 0,0 0 0,0 0 0,0 0 0,0 0 0,0 0 0,0 0 0,0 0 0,-1 0 0,1 0 0,0 0 0,-1 0 0,1 0 0,-1 0 0,1 0 0,-1 0 0,0 1 0,1-1 0,-1 0 0,0 0 0,1 1 0,-1-1 0,0 0 0,0 1 0,0-1 0,0 1 0,-1-1 0,0 0 0,1 1 0,-1 0 0,0 0 0,0 0 0,0 0 0,0 0 0,1 0 0,-1 1 0,0-1 0,0 1 0,0-1 0,1 1 0,-4 1 0,-3 3 0,0-1 0,0 1 0,1 0 0,0 1 0,-7 7 0,0 3 0,0 1 0,2 0 0,0 0 0,1 2 0,1-1 0,0 1 0,2 1 0,0 0 0,1 0 0,1 0 0,1 1 0,-3 21 0,8-37 0,0 0 0,-1-1 0,1 1 0,1 0 0,-1-1 0,1 1 0,0-1 0,0 1 0,0-1 0,0 1 0,1-1 0,0 0 0,0 1 0,0-1 0,0 0 0,5 6 0,-4-8 0,-1 0 0,0 0 0,0 0 0,1 0 0,0-1 0,-1 1 0,1-1 0,0 1 0,-1-1 0,1 0 0,0 0 0,0 0 0,0 0 0,0-1 0,0 0 0,0 1 0,0-1 0,0 0 0,0 0 0,0 0 0,0-1 0,0 1 0,0-1 0,0 0 0,0 1 0,4-3 0,6-3 0,1 0 0,-1 0 0,0-2 0,-1 0 0,1 0 0,-2-1 0,1 0 0,-1-1 0,-1 0 0,0-1 0,0 0 0,-1-1 0,15-24 0,-11 12 0,-1 0 0,0-1 0,-2 0 0,-1 0 0,-1-1 0,8-48 0,-11 37 0,-2 0 0,-1-1 0,-2 0 0,-1 1 0,-2-1 0,-2 1 0,-1 0 0,-18-55 0,23 87 0,0 2 0,1 0 0,-1 1 0,0-1 0,0 1 0,0 0 0,0-1 0,0 1 0,0 0 0,-1-1 0,1 1 0,-1 0 0,1 0 0,-1 0 0,-2-2 0,4 4 0,-1 0 0,1 1 0,0-1 0,0 0 0,-1 0 0,1 0 0,0 0 0,0 1 0,-1-1 0,1 0 0,0 0 0,0 0 0,0 1 0,0-1 0,-1 0 0,1 0 0,0 1 0,0-1 0,0 0 0,0 0 0,0 1 0,0-1 0,0 0 0,0 1 0,0-1 0,0 0 0,0 0 0,0 1 0,0-1 0,0 0 0,0 1 0,0-1 0,0 0 0,0 1 0,2 21 0,0 0 0,1 0 0,2-1 0,9 31 0,-1-1 0,9 40 0,66 241 0,-82-314-455,1-1 0,15 28 0,-7-22-6371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4:43.5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0 268 24575,'2'-2'0,"-1"1"0,1-1 0,-1 0 0,1 1 0,0-1 0,0 1 0,0-1 0,0 1 0,0 0 0,4-2 0,-5 3 0,0 0 0,0 0 0,0 1 0,0-1 0,0 0 0,1 1 0,-1-1 0,0 1 0,0-1 0,0 1 0,0-1 0,0 1 0,0 0 0,0 0 0,-1-1 0,1 1 0,0 0 0,0 0 0,0 0 0,-1 0 0,1 0 0,0 0 0,-1 0 0,1 1 0,9 13 0,-5-5 0,1-2 0,0 1 0,1-1 0,0 0 0,11 10 0,-17-16 0,1-1 0,0 0 0,-1 0 0,1 1 0,0-1 0,0-1 0,0 1 0,0 0 0,0 0 0,0-1 0,0 1 0,0-1 0,0 0 0,0 1 0,0-1 0,0 0 0,0 0 0,0 0 0,1-1 0,-1 1 0,0 0 0,0-1 0,0 1 0,0-1 0,0 0 0,0 0 0,-1 0 0,1 0 0,0 0 0,0 0 0,-1 0 0,1-1 0,2-1 0,1-3 0,0 1 0,0-1 0,-1 1 0,0-1 0,0-1 0,-1 1 0,1 0 0,-1-1 0,-1 0 0,1 0 0,-1 1 0,0-2 0,1-8 0,0-6 0,-1-1 0,-1-43 0,-1 57 0,0 1 0,0 0 0,-1-1 0,-1 1 0,1 0 0,-1 0 0,-1 0 0,1 0 0,-1 0 0,-1 0 0,1 1 0,-2 0 0,-4-9 0,8 15 0,0 0 0,0 0 0,0 1 0,0-1 0,0 0 0,0 0 0,0 0 0,0 1 0,0-1 0,0 0 0,0 1 0,0-1 0,-1 1 0,1-1 0,0 1 0,0 0 0,-1 0 0,1-1 0,0 1 0,0 0 0,-1 0 0,1 0 0,-2 1 0,1-1 0,0 1 0,0 0 0,0 0 0,0 0 0,0 0 0,0 0 0,1 1 0,-1-1 0,0 0 0,1 1 0,-1-1 0,-1 4 0,-4 3 0,2 1 0,-1 0 0,1 0 0,-6 16 0,1 1 0,1 1 0,1 0 0,2 0 0,0 1 0,2 0 0,1 0 0,1 0 0,2 0 0,0 0 0,2 0 0,9 46 0,-10-67-80,1-1 0,-1 0-1,1 0 1,0 0 0,1 0-1,-1 0 1,1-1 0,0 1-1,1-1 1,-1 1 0,1-1 0,0 0-1,1 0 1,-1-1 0,1 0-1,7 6 1,15 4-6746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4:43.9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0 329 24575,'1'-49'0,"3"65"0,0-1 0,2 0 0,0 0 0,0-1 0,1 1 0,18 24 0,-3-1 0,-18-30 0,14 24 0,19 47 0,-33-69 0,-1-1 0,0 1 0,-1 0 0,0 0 0,0 0 0,-1 1 0,0-1 0,-1 0 0,-2 20 0,2-28 0,0 0 0,-1 0 0,1 0 0,-1 0 0,0-1 0,0 1 0,0 0 0,0 0 0,0 0 0,0 0 0,0-1 0,0 1 0,-1-1 0,1 1 0,-2 1 0,2-3 0,0 0 0,0 1 0,1-1 0,-1 0 0,0 1 0,0-1 0,1 0 0,-1 0 0,0 0 0,0 1 0,0-1 0,1 0 0,-1 0 0,0 0 0,0 0 0,0-1 0,1 1 0,-1 0 0,0 0 0,0 0 0,0-1 0,1 1 0,-1 0 0,0-1 0,1 1 0,-1-1 0,0 1 0,1-1 0,-1 1 0,0-1 0,1 1 0,-1-1 0,1 1 0,-1-1 0,1 0 0,-1 1 0,1-1 0,0 0 0,-1 0 0,1 0 0,-3-5 0,0 0 0,1 0 0,0 0 0,0 0 0,0-1 0,1 1 0,0 0 0,0-1 0,1 1 0,0 0 0,0-1 0,2-11 0,1-7 0,15-48 0,-6 32 0,3 1 0,2 0 0,1 1 0,33-52 0,-32 61 0,1 2 0,1 0 0,2 1 0,1 1 0,49-41 0,-63 59 0,0 1 0,0 0 0,1 1 0,0 0 0,0 1 0,0 0 0,16-4 0,-23 8 0,0 0 0,0 0 0,-1 1 0,1-1 0,0 1 0,0 0 0,0 0 0,-1 0 0,1 0 0,0 1 0,0 0 0,0-1 0,-1 1 0,1 1 0,0-1 0,-1 0 0,1 1 0,-1 0 0,0 0 0,0 0 0,1 0 0,-1 0 0,0 1 0,-1-1 0,1 1 0,4 6 0,-4-3-91,1 0 0,-2 0 0,1 0 0,-1 1 0,0-1 0,0 1 0,0 0 0,-1-1 0,0 1 0,-1 0 0,1 0 0,-2 0 0,1 0 0,-1 7 0,-8 46-6735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4:46.0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4 160 24575,'-2'-40'0,"1"25"0,1-1 0,0 0 0,1 1 0,4-23 0,-5 37 0,0 0 0,0 0 0,0 0 0,1 0 0,-1 0 0,0 0 0,1 0 0,-1 0 0,0 0 0,1 0 0,-1 1 0,1-1 0,0 0 0,-1 0 0,1 0 0,-1 1 0,1-1 0,0 0 0,0 0 0,0 1 0,0-1 0,0 1 0,0 0 0,-1 0 0,1 0 0,0 0 0,-1 1 0,1-1 0,-1 0 0,1 1 0,0-1 0,-1 0 0,1 1 0,-1-1 0,1 1 0,-1-1 0,1 1 0,-1-1 0,0 1 0,1-1 0,-1 1 0,0-1 0,1 1 0,-1 0 0,0 0 0,4 6 0,-1 0 0,-1-1 0,0 1 0,3 14 0,3 65 0,-4 150 0,-5-134 0,66 1342-938,-13-950 938,-20-215 0,-30-247 236,-1-19-2,0 0 0,6 22 0,-8-34-264,1-1 0,0 0-1,0 0 1,0 1 0,0-1-1,0 0 1,0 1 0,0-1-1,0 0 1,0 1 0,0-1-1,0 0 1,1 0 0,-1 1-1,0-1 1,0 0-1,0 1 1,0-1 0,0 0-1,0 0 1,1 1 0,-1-1-1,0 0 1,0 0 0,0 1-1,1-1 1,-1 0 0,0 0-1,0 0 1,1 0 0,-1 1-1,0-1 1,1 0 0,-1 0-1,0 0 1,0 0 0,1 0-1,-1 0 1,0 0 0,1 0-1,-1 0 1,0 0 0,0 0-1,1 0 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4:53.7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0 132 24575,'0'-132'0,"11"176"0,-1 119 0,-5-49 0,5 133-1365,-10-227-5461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4:54.0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53 298 24575,'-19'-26'0,"12"16"0,-1-1 0,-8-16 0,15 26 0,1 0 0,0 1 0,0-1 0,-1 0 0,1 1 0,0-1 0,0 0 0,0 1 0,-1-1 0,1 0 0,0 0 0,0 1 0,0-1 0,0 0 0,1 0 0,-1 1 0,0-1 0,0 0 0,0 1 0,0-1 0,1 0 0,-1 1 0,0-1 0,1 0 0,-1 1 0,0-1 0,1 1 0,-1-1 0,1 0 0,-1 1 0,1-1 0,-1 1 0,1 0 0,0-1 0,-1 1 0,1-1 0,0 1 0,-1 0 0,1-1 0,0 1 0,-1 0 0,2-1 0,4 0 0,0-1 0,0 1 0,1 0 0,6 0 0,-6 1 0,419-59 0,-3-21 0,-274 50 0,-9 7 0,-139 24 54,-6 2 63,-21 6 54,-32 12-1878,31-12-5119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4:54.6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601 125 24575,'-4'-5'0,"0"0"0,0 0 0,0-1 0,-4-9 0,6 11 0,0 0 0,-1 0 0,0-1 0,1 1 0,-1 1 0,-1-1 0,1 0 0,0 1 0,-1 0 0,-5-4 0,2 3 0,-1 1 0,1 0 0,-1 0 0,1 0 0,-1 1 0,0 1 0,0-1 0,1 1 0,-1 1 0,-13 0 0,-9 1 0,-41 8 0,38-5 0,1 3 0,0 0 0,0 2 0,1 1 0,0 2 0,1 1 0,-51 30 0,78-41 0,-1 0 0,1 1 0,0-1 0,0 1 0,1 0 0,-1-1 0,0 1 0,1 0 0,0 1 0,-1-1 0,2 0 0,-3 4 0,3-5 0,1 0 0,0-1 0,-1 1 0,1 0 0,0 0 0,0 0 0,0-1 0,0 1 0,0 0 0,0 0 0,1 0 0,-1-1 0,1 1 0,-1 0 0,1-1 0,-1 1 0,1 0 0,0-1 0,0 1 0,0-1 0,0 1 0,0-1 0,0 1 0,1-1 0,-1 0 0,0 0 0,3 2 0,4 4 0,1-1 0,0 0 0,0-1 0,0 0 0,1-1 0,0 0 0,0 0 0,10 2 0,87 15 0,-101-20 0,60 9 0,1-4 0,-1-3 0,1-2 0,0-3 0,0-4 0,-1-2 0,83-21 0,-123 22 0,45-18 0,-64 22 0,-1 0 0,0 0 0,1 0 0,-2-1 0,1 0 0,0 0 0,-1-1 0,0 0 0,0 0 0,0 0 0,0 0 0,4-7 0,-8 9 0,0 1 0,0-1 0,0 1 0,0-1 0,0 1 0,-1-1 0,1 1 0,-1-1 0,1 0 0,-1 1 0,0-1 0,0 0 0,0 1 0,-1-1 0,1 0 0,-1 1 0,1-1 0,-1 1 0,0-1 0,0 1 0,0-1 0,0 1 0,0 0 0,-1-1 0,1 1 0,-1 0 0,0 0 0,1 0 0,-1 0 0,0 0 0,0 0 0,-4-2 0,-4-4 0,0 2 0,-1-1 0,1 1 0,-1 1 0,-22-9 0,-4 3 0,0 1 0,-1 2 0,-1 1 0,-38-1 0,-158 5 0,105 16-1365,103-10-5461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4:54.9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24575,'1'2'0,"0"0"0,0-1 0,0 1 0,0 0 0,1 0 0,-1-1 0,1 1 0,-1-1 0,1 0 0,-1 1 0,1-1 0,0 0 0,-1 0 0,1 0 0,0 0 0,2 1 0,4 2 0,1 3 0,-1 0 0,1 1 0,-1 0 0,-1 0 0,0 0 0,0 1 0,0 0 0,-1 1 0,-1-1 0,0 1 0,0 0 0,0 1 0,-2-1 0,6 20 0,-2 6 0,-1 0 0,-2 0 0,0 44 0,-6 25 0,-4-1 0,-4 1 0,-29 119 0,39-223 0,-1 0 0,1 0 0,-1 0 0,1 0 0,0 0 0,0 0 0,0 1 0,0-1 0,0 0 0,0 0 0,0 0 0,0 0 0,0 0 0,0 0 0,0 1 0,1-1 0,-1 0 0,0 0 0,1 0 0,-1 0 0,1 0 0,0 0 0,-1 0 0,1 0 0,0 0 0,-1 0 0,1-1 0,0 1 0,0 0 0,0 0 0,0-1 0,0 1 0,0 0 0,0-1 0,0 1 0,0-1 0,0 1 0,0-1 0,0 0 0,0 1 0,2-1 0,4 0 0,0 1 0,0-2 0,0 1 0,0-1 0,12-3 0,-2 1 0,234-27 0,137-22 0,-362 46-682,38-12-1,-33 6-6143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4:55.2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90 29 24575,'0'-1'0,"0"-1"0,0 1 0,0 0 0,-1 0 0,1-1 0,-1 1 0,1 0 0,-1 0 0,1-1 0,-1 1 0,0 0 0,1 0 0,-1 0 0,0 0 0,0 0 0,0 0 0,0 0 0,0 0 0,0 1 0,0-1 0,0 0 0,0 1 0,-1-1 0,1 0 0,0 1 0,0-1 0,-1 1 0,1 0 0,0-1 0,0 1 0,-1 0 0,1 0 0,-2 0 0,1 0 0,0 0 0,0-1 0,0 1 0,0 1 0,0-1 0,0 0 0,0 0 0,0 1 0,0-1 0,0 1 0,1-1 0,-1 1 0,0 0 0,0 0 0,1 0 0,-1 0 0,0 0 0,1 0 0,-1 0 0,1 1 0,-1-1 0,-1 3 0,0 2 0,1 0 0,0 0 0,0 0 0,0 1 0,0-1 0,1 0 0,0 1 0,1-1 0,-1 13 0,3 7 0,5 28 0,-5-38 0,36 218 256,22 229-1877,-58-420-5205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4:56.2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841 56 24575,'1'0'0,"0"0"0,0 0 0,0 0 0,0-1 0,0 1 0,0 0 0,0-1 0,0 1 0,0-1 0,0 1 0,-1-1 0,1 0 0,0 1 0,0-1 0,0 0 0,-1 1 0,1-1 0,0 0 0,-1 0 0,1 0 0,0 0 0,-1 1 0,1-1 0,-1 0 0,0 0 0,1 0 0,-1 0 0,0 0 0,0 0 0,1 0 0,-1 0 0,0 0 0,0-1 0,0 1 0,0 0 0,0 0 0,0 0 0,-1 0 0,1 0 0,0 0 0,-1 0 0,1 0 0,0 0 0,-1 0 0,1 0 0,-1 1 0,1-1 0,-1 0 0,0 0 0,1 0 0,-1 0 0,0 1 0,0-1 0,1 0 0,-2 0 0,-3-1 0,-1 0 0,1 0 0,0 0 0,0 1 0,-1 0 0,1 0 0,0 1 0,-1-1 0,-6 1 0,-54 6 0,40-3 0,-485 66 0,478-63 0,0 2 0,-58 23 0,88-30 0,1 0 0,1 0 0,-1 1 0,0-1 0,0 0 0,0 1 0,1 0 0,-1-1 0,1 1 0,-1 0 0,1 0 0,0 0 0,0 0 0,0 0 0,0 0 0,0 0 0,0 0 0,0 0 0,1 0 0,-1 0 0,1 1 0,-1-1 0,1 3 0,-1 9 0,1-1 0,2 26 0,-1-13 0,7 124 0,6 1 0,35 154 0,-47-293 0,-2-8 0,0 0 0,1 0 0,-1 0 0,1 0 0,0 0 0,0 0 0,0 0 0,1-1 0,0 1 0,2 5 0,-3-9-41,0 0 1,-1 0-1,1-1 0,-1 1 0,1 0 0,-1 0 0,0-1 0,1 1 1,-1 0-1,1-1 0,-1 1 0,1 0 0,-1-1 0,0 1 0,1 0 1,-1-1-1,0 1 0,0-1 0,1 1 0,-1-1 0,0 1 1,0-1-1,1 1 0,-1-1 0,0 1 0,0-2 0,0 2-221,4-12-6564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4:57.2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24575,'49'46'23,"90"65"0,64 25-140,-145-97-3,973 581-832,-1028-618 948,348 215-1352,-308-187-4332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4:57.5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1271 28 24575,'0'-2'0,"-1"1"0,1-1 0,-1 1 0,0-1 0,1 1 0,-1-1 0,0 1 0,0 0 0,0 0 0,0-1 0,0 1 0,0 0 0,-1 0 0,1 0 0,0 0 0,0 0 0,-1 0 0,1 1 0,0-1 0,-1 0 0,1 1 0,-1-1 0,1 1 0,-1-1 0,1 1 0,-1 0 0,0 0 0,-2 0 0,0 1 0,1 0 0,-1 1 0,1 0 0,0-1 0,-1 1 0,1 1 0,0-1 0,0 0 0,1 1 0,-1-1 0,0 1 0,-1 3 0,-39 47 0,-61 97 0,54-73 0,-343 472-510,9-13 15,335-463 443,-41 83 1,76-127 209,1 0 0,1 1 0,1 1 0,2 0 0,1 0 0,-4 40 0,12-67-158,0 0 1,0 0-1,0 0 1,0 0-1,3 8 1,-3-12-1,0 0 0,0 1 0,0-1 0,0 0 0,0 1 0,0-1 0,0 0 0,0 1 0,1-1 0,-1 0 0,0 0 0,0 1 0,0-1 0,0 0 0,1 0 0,-1 1 0,0-1 0,0 0 0,1 0 0,-1 0 0,0 1 0,1-1 0,-1 0 0,0 0 0,0 0 0,1 0 0,-1 0 0,0 1 0,1-1 0,0-1 0,0 1 0,-1-1 0,1 1-1,0-1 1,0 1 0,-1-1 0,1 0 0,0 1 0,-1-1 0,1 0 0,-1 1 0,1-1 0,-1 0 0,1 0 0,-1 1 0,1-3 0,16-42-1365,-10 18-5461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5:17.1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1 24575,'-3'3'0,"-4"1"0,2 0 0,2 2 0,5 3 0,1 6 0,4 6 0,3 9 0,4 8 0,-2 9 0,1 11 0,1 12 0,-2 10 0,-3-8-8191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5:17.3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24575,'0'9'0,"0"8"0,0 8 0,0 6 0,0-1 0,6 8 0,8 8 0,4 3 0,3-1 0,0 0 0,-1 1 0,0 3 0,-4 3 0,-1 3 0,-1 4 0,1 0 0,-3-11-8191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5:47.6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15 413 24575,'-3'3'0,"-4"1"0,2-3 0,11-5 0,16-8 0,20-7 0,25-7 0,29-4 0,30-7 0,32-2 0,28-4-1675,21-3 1675,10 0 0,1 2 0,-6 2 0,-41 9-6516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5:47.8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143 63 24575,'-17'9'0,"-19"5"0,-8 5 0,8-3 0,27-3 0,31-6 0,36-12 0,38-6 0,37-6 0,36-1 0,30-5-1772,19-1 1772,12 0 0,-34 5-6419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4:59.7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39 901 24575,'-25'-3'0,"24"3"0,1 0 0,-1 0 0,1 0 0,-1 0 0,1 0 0,-1 0 0,1 0 0,-1 0 0,1 0 0,-1 0 0,1-1 0,0 1 0,-1 0 0,1 0 0,-1 0 0,1-1 0,-1 1 0,1 0 0,0-1 0,-1 1 0,1 0 0,0-1 0,-1 1 0,1 0 0,0-1 0,-1 1 0,1-1 0,0 1 0,0 0 0,0-1 0,-1 1 0,1-1 0,0 1 0,0-1 0,0 1 0,0-1 0,0 1 0,0-1 0,0 1 0,0-1 0,0 1 0,0-1 0,0 1 0,0-1 0,1 0 0,0 0 0,-1 0 0,1 0 0,0 1 0,0-1 0,0 0 0,0 1 0,0-1 0,0 0 0,0 1 0,0-1 0,0 1 0,0 0 0,0-1 0,0 1 0,0 0 0,0 0 0,0-1 0,0 1 0,0 0 0,0 0 0,1 0 0,-1 1 0,0-1 0,0 0 0,0 0 0,0 0 0,0 1 0,0-1 0,0 1 0,0-1 0,0 1 0,0-1 0,2 2 0,2 1 0,0 0 0,0 0 0,0 0 0,0 1 0,7 6 0,3 8 0,-1 0 0,-1 0 0,-1 1 0,0 1 0,-1 0 0,12 34 0,39 134 0,-59-175 0,40 147 0,-8 2 0,16 174 0,-40-200 0,-5 0 0,-25 264 0,8-315 0,2-29 0,3 1 0,3 0 0,3 59 0,1-110 0,-1 0 0,1 0 0,0 0 0,1 0 0,0 0 0,0 0 0,0-1 0,4 8 0,-4-10 0,0 0 0,1 0 0,-1 0 0,1 0 0,-1-1 0,1 1 0,0-1 0,0 1 0,0-1 0,0 0 0,1 0 0,-1 0 0,0-1 0,7 2 0,3 2 0,2-2 0,-1 0 0,0 0 0,27 0 0,60-6 0,-75 1 0,679-59-2093,-278 19 538,1998-131-5593,249-22 5977,-1878 102 3252,-773 89-2134,10 0 792,-1-1 0,0-3 0,0 0 0,-1-2-1,37-17 1,-65 26-578,-1 0 0,1 0 0,0-1 0,-1 1-1,1-1 1,-1 0 0,0 1 0,0-1-1,1 0 1,-1 0 0,-1-1 0,1 1-1,0 0 1,0-1 0,-1 1 0,1-1 0,-1 1-1,0-1 1,2-5 0,-3 4-59,0 1-1,0-1 1,-1 1 0,1-1 0,-1 1-1,0-1 1,0 1 0,0 0-1,0-1 1,0 1 0,-1 0 0,0 0-1,0 0 1,1 0 0,-5-5 0,-61-77 277,-19-28-96,42 42-324,4-2-1,2-2 1,4-1 0,4-2-1,2-1 1,-28-141-1,31 80-30,7-1-1,6-1 1,6-162 0,12 200 265,4 0 0,32-139 0,-40 233-193,4-13 0,-2 0 0,-1 0 0,0-32 0,-2 49 0,-2 1 0,1-1 0,-1 0 0,0 1 0,0-1 0,0 1 0,-1-1 0,1 1 0,-2 0 0,1 0 0,0-1 0,-1 2 0,0-1 0,0 0 0,-1 1 0,1-1 0,-1 1 0,0 0 0,-7-6 0,2 4 0,-1 0 0,0 0 0,-1 1 0,1 1 0,-1 0 0,0 0 0,-21-4 0,-85-5 0,112 12 0,-351-2-710,-8 25-770,269-15 1093,-1648 144-6355,1170-97 6605,-1241 119-3345,5 25 5006,1729-189-402,-155 26 2722,200-24-3683,22-3-2065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5:00.1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18 120 24575,'0'-6'0,"-1"1"0,0-1 0,0 1 0,-4-9 0,-3-17 0,6-17 0,2 43 0,0 6 0,0 26 0,0 74 0,4 152 0,0-198 0,2 0 0,21 84 0,-23-122 171,14 31 0,-16-43-314,0-1 1,0 1 0,0-1 0,1 0-1,0 0 1,0 0 0,0 0 0,1-1 0,-1 1-1,1-1 1,6 5 0,5-1-6684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5:00.2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110 191 24575,'-3'-6'0,"-7"-5"0,-5-4 0,-3-2 0,-4-1 0,2 0 0,4-1 0,11 4 0,9 4 0,9 1 0,10-1 0,8-2 0,9-1 0,-3 2-8191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5:01.0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29 135 24575,'0'-24'0,"-1"-32"0,1 51 0,-1 1 0,0-1 0,0 1 0,0-1 0,0 1 0,-1 0 0,0 0 0,0-1 0,-3-5 0,5 10 0,-1 0 0,1 0 0,0-1 0,0 1 0,0 0 0,0 0 0,0-1 0,0 1 0,0 0 0,-1 0 0,1-1 0,0 1 0,0 0 0,0 0 0,0 0 0,-1-1 0,1 1 0,0 0 0,0 0 0,-1 0 0,1 0 0,0 0 0,0 0 0,0-1 0,-1 1 0,1 0 0,0 0 0,-1 0 0,1 0 0,0 0 0,0 0 0,-1 0 0,1 0 0,0 0 0,0 0 0,-1 0 0,1 0 0,0 0 0,-1 1 0,-2 10 0,5 19 0,25 256 0,-12-116 0,-14-156 0,5 34 0,-6-45 0,1 0 0,0 0 0,-1 0 0,1 0 0,0-1 0,1 1 0,-1 0 0,0-1 0,1 1 0,-1-1 0,1 1 0,2 1 0,-4-3 0,1-1 0,-1 0 0,1 0 0,-1 0 0,1 0 0,-1 0 0,1 0 0,-1-1 0,0 1 0,1 0 0,-1 0 0,1 0 0,-1 0 0,1 0 0,-1-1 0,1 1 0,-1 0 0,0 0 0,1-1 0,-1 1 0,0 0 0,1 0 0,-1-1 0,0 1 0,1-1 0,-1 1 0,0 0 0,0-1 0,1 1 0,-1-1 0,0 1 0,0 0 0,0-1 0,1 1 0,-1-1 0,0 0 0,9-19 0,-9 19 0,30-90 0,-23 65 0,1 0 0,1 1 0,1 0 0,1 1 0,27-43 0,-36 64 0,1 0 0,-1 0 0,1 0 0,0 0 0,0 0 0,0 1 0,0-1 0,0 1 0,0 0 0,1 0 0,-1 0 0,1 0 0,0 1 0,-1-1 0,1 1 0,5-1 0,-6 2 0,0 0 0,0 0 0,0 0 0,0 0 0,0 0 0,0 1 0,0 0 0,0 0 0,0-1 0,0 2 0,0-1 0,0 0 0,0 1 0,-1-1 0,1 1 0,-1 0 0,1 0 0,-1 0 0,0 0 0,1 0 0,1 3 0,9 11 0,-2 1 0,0 0 0,-1 0 0,-1 1 0,9 25 0,12 21 0,-29-62 0,1 1 0,-1-1 0,0 0 0,1 0 0,-1 1 0,1-1 0,0 0 0,0 0 0,-1-1 0,1 1 0,1 0 0,-1-1 0,0 1 0,0-1 0,1 1 0,-1-1 0,0 0 0,4 1 0,-3-2 0,0 0 0,0 1 0,-1-2 0,1 1 0,0 0 0,0 0 0,0-1 0,0 0 0,-1 1 0,1-1 0,0 0 0,-1 0 0,1-1 0,-1 1 0,1 0 0,3-3 0,27-17 0,-21 15 0,-1 0 0,0-1 0,0-1 0,-1 0 0,1 0 0,-2-1 0,12-14 0,-19 20 0,0-1 0,0 0 0,0 1 0,-1-1 0,0 0 0,0 0 0,0 0 0,0 0 0,0 0 0,-1 0 0,0 0 0,0-6 0,-4-46 0,1 15 0,3 38 0,-1 1 0,1 0 0,0 0 0,-1 0 0,0-1 0,1 1 0,-1 0 0,0 0 0,0 0 0,-1 0 0,1 0 0,0 0 0,0 1 0,-1-1 0,-2-2 0,4 4 0,0-1 0,0 1 0,0 0 0,-1 0 0,1 0 0,0 0 0,0 0 0,0 0 0,0 0 0,0 0 0,0 0 0,0 0 0,-1 0 0,1 0 0,0 0 0,0 0 0,0 0 0,0 0 0,0-1 0,-1 1 0,1 1 0,0-1 0,0 0 0,0 0 0,0 0 0,0 0 0,0 0 0,-1 0 0,1 0 0,0 0 0,0 0 0,0 0 0,0 0 0,0 0 0,0 0 0,0 0 0,-1 0 0,1 0 0,0 1 0,0-1 0,0 0 0,0 0 0,0 0 0,0 0 0,0 0 0,0 0 0,0 0 0,0 1 0,0-1 0,0 0 0,-1 0 0,1 12 0,5 11 0,49 217 0,-53-236-195,-1-1 0,1 1 0,1 0 0,-1 0 0,1-1 0,1 5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5:01.2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81 24575,'0'-6'0,"-3"-8"0,-1-4 0,0-2 0,1 5 0,4 8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5:01.6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136 99 24575,'0'-96'0,"0"96"0,0 0 0,-1 0 0,1 0 0,0 0 0,0 0 0,0 0 0,0 0 0,0 0 0,0 0 0,0 0 0,0 0 0,0 0 0,0 0 0,0 0 0,0 0 0,-1 0 0,1 0 0,0 0 0,0 0 0,0 0 0,0 0 0,0 0 0,0 0 0,0 0 0,0 0 0,0 0 0,0 0 0,0 0 0,0 0 0,0 0 0,-1 0 0,1 0 0,0 0 0,0-1 0,0 1 0,0 0 0,0 0 0,0 0 0,0 0 0,0 0 0,0 0 0,0 0 0,0 0 0,0 0 0,0 0 0,0 0 0,0 0 0,0-1 0,0 1 0,0 0 0,0 0 0,0 0 0,0 0 0,0 0 0,0 0 0,0 0 0,0 0 0,0 0 0,0 0 0,0 0 0,0 0 0,0 0 0,0-1 0,0 1 0,0 0 0,0 0 0,1 0 0,-1 0 0,-5 8 0,-2 11 0,6-13 0,1-1 0,-1 1 0,1 0 0,0-1 0,1 1 0,-1-1 0,1 1 0,0 0 0,1-1 0,-1 0 0,1 1 0,0-1 0,1 0 0,-1 0 0,1 0 0,0 0 0,0-1 0,1 1 0,-1-1 0,1 0 0,6 6 0,7 5 0,2 0 0,0-2 0,39 22 0,-26-17 0,-31-18 0,0 1 0,0-1 0,0 1 0,0 0 0,0-1 0,0 1 0,0 0 0,0 0 0,0 0 0,0-1 0,-1 1 0,1 0 0,0 0 0,0 0 0,-1 0 0,1 0 0,-1 0 0,1 1 0,-1-1 0,1 0 0,0 2 0,-2-2 0,1 0 0,0 0 0,-1 0 0,1 0 0,-1 0 0,1 0 0,-1 0 0,1 0 0,-1-1 0,1 1 0,-1 0 0,0 0 0,1-1 0,-1 1 0,0 0 0,0-1 0,0 1 0,0-1 0,1 1 0,-3 0 0,-5 2 0,0 1 0,0-1 0,0-1 0,-15 3 0,-2-1 44,-80 13 240,90-16-623,0 0 1,-1-1-1,1-1 1,-26-3-1,15-3-6487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5:01.8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24575,'3'0'0,"1"3"0,3 1 0,2 0 0,1-1-8191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5:02.3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53 21 24575,'0'-1'0,"0"0"0,0 0 0,-1 0 0,1 0 0,0 0 0,-1 0 0,1 0 0,-1 0 0,1 0 0,-1 1 0,1-1 0,-1 0 0,1 0 0,-1 0 0,0 0 0,0 1 0,1-1 0,-1 0 0,0 1 0,-1-2 0,1 2 0,1 0 0,-1-1 0,1 1 0,-1 0 0,1 0 0,-1 0 0,0-1 0,1 1 0,-1 0 0,1 0 0,-1 0 0,1 0 0,-1 0 0,1 0 0,-1 0 0,1 0 0,-1 0 0,0 1 0,1-1 0,-1 0 0,1 0 0,-1 0 0,1 0 0,-1 1 0,1-1 0,-1 0 0,1 1 0,0-1 0,-1 0 0,1 1 0,-1-1 0,1 1 0,0-1 0,-1 0 0,1 1 0,0-1 0,-1 1 0,1-1 0,0 1 0,0-1 0,-1 2 0,-3 9 0,0 1 0,1 0 0,0 0 0,0 1 0,2-1 0,-1 21 0,2-3 0,6 49 0,-5-68 0,1 0 0,1-1 0,0 1 0,0 0 0,1-1 0,0 0 0,1 0 0,11 16 0,-15-23 0,1 0 0,1 0 0,-1-1 0,0 1 0,0-1 0,1 1 0,0-1 0,-1 0 0,1 0 0,0 0 0,0 0 0,0-1 0,0 1 0,0-1 0,1 0 0,-1 1 0,0-2 0,1 1 0,-1 0 0,0-1 0,1 1 0,-1-1 0,1 0 0,-1 0 0,1-1 0,-1 1 0,0-1 0,1 1 0,-1-1 0,0 0 0,7-3 0,-3 0 0,0 0 0,0 0 0,0-1 0,-1 1 0,0-2 0,0 1 0,0-1 0,0 0 0,-1 0 0,0 0 0,-1-1 0,1 1 0,-1-1 0,0-1 0,-1 1 0,0 0 0,0-1 0,0 0 0,2-14 0,-3 14 0,-1 1 0,0-1 0,0 0 0,-1 0 0,0 1 0,0-1 0,-1 0 0,0 0 0,0 1 0,-1-1 0,0 1 0,-1-1 0,1 1 0,-1 0 0,-1 0 0,1 0 0,-1 0 0,0 0 0,-1 1 0,-8-10 0,7 10-72,-1 0 1,0 0-1,0 0 0,-1 1 0,0 0 0,0 0 0,0 1 0,-1 0 1,1 1-1,-1 0 0,0 0 0,0 0 0,0 1 0,0 1 0,0 0 1,0 0-1,-1 1 0,-12 0 0,3 5-6754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5:02.6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14 170 24575,'-1'-1'0,"0"-1"0,0 1 0,-1-1 0,1 1 0,0-1 0,0 0 0,0 1 0,1-1 0,-1 0 0,0 0 0,1 0 0,-1 1 0,1-1 0,-1 0 0,1 0 0,0 0 0,0 0 0,0 0 0,0 0 0,0 0 0,1 0 0,-1 0 0,0 0 0,2-3 0,-2 4 0,1 0 0,0 0 0,-1 0 0,1 0 0,0 0 0,0 0 0,0 0 0,-1 0 0,1 0 0,0 0 0,0 0 0,0 1 0,1-1 0,-1 0 0,0 1 0,0-1 0,0 1 0,0-1 0,1 1 0,-1 0 0,0-1 0,0 1 0,1 0 0,-1 0 0,0 0 0,0 0 0,1 0 0,-1 0 0,0 0 0,0 0 0,1 1 0,-1-1 0,0 0 0,0 1 0,1-1 0,-1 1 0,2 0 0,1 1 0,-1 1 0,1 0 0,0-1 0,0 1 0,-1 0 0,0 1 0,0-1 0,0 0 0,0 1 0,0 0 0,-1 0 0,1 0 0,-1 0 0,0 0 0,0 0 0,-1 0 0,1 1 0,-1-1 0,0 1 0,0-1 0,-1 1 0,1-1 0,-1 1 0,0 5 0,0-1 0,0-1 0,0 0 0,-1 1 0,-1-1 0,1 0 0,-1 0 0,0 0 0,-1 0 0,0 0 0,0 0 0,-1-1 0,-8 13 0,10-18 0,-1 1 0,1 0 0,-1-1 0,0 0 0,0 1 0,0-1 0,-1 0 0,-5 2 0,9-4 0,-1 1 0,0-1 0,1 0 0,-1 0 0,1 0 0,-1 1 0,0-1 0,1 0 0,-1 0 0,0 0 0,1 0 0,-1 0 0,0 0 0,1 0 0,-1-1 0,0 1 0,1 0 0,-1 0 0,1 0 0,-1-1 0,-1 0 0,2 1 0,-1-1 0,1 0 0,-1 0 0,1 0 0,-1 0 0,1 0 0,0 1 0,-1-1 0,1 0 0,0 0 0,0 0 0,0 0 0,0 0 0,0 0 0,0 0 0,0 0 0,0 0 0,0 0 0,0 0 0,1-1 0,1-8 0,1 0 0,0 0 0,1 0 0,0 0 0,0 1 0,1 0 0,0 0 0,9-11 0,1-1 0,1 2 0,24-23 0,-21 25 0,0 0 0,1 1 0,1 0 0,1 2 0,0 1 0,0 0 0,45-16 0,-57 26 0,0 0 0,1 0 0,-1 2 0,1-1 0,-1 1 0,1 0 0,-1 1 0,1 1 0,15 1 0,-18 0 0,0 0 0,-1 1 0,1-1 0,0 1 0,-1 1 0,0-1 0,0 2 0,0-1 0,-1 0 0,1 1 0,-1 1 0,0-1 0,10 12 0,-10-10-105,-1 1 0,0 1 0,0-1 0,0 1 0,-1 0 0,0 0 0,-1 0 0,0 0 0,0 0 0,-1 1 0,0-1 0,0 15 0,-1 16-6721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5:02.9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69 18 24575,'-3'-2'0,"1"0"0,0 1 0,-1-1 0,1 0 0,-1 1 0,1 0 0,-1 0 0,0-1 0,0 1 0,1 1 0,-1-1 0,-5 0 0,7 0 0,0 1 0,0 0 0,0 0 0,-1 0 0,1 0 0,0 0 0,0 0 0,0 0 0,0 1 0,0-1 0,0 0 0,0 1 0,0-1 0,0 0 0,1 1 0,-1-1 0,0 1 0,0-1 0,0 1 0,0 0 0,0-1 0,1 1 0,-1 0 0,0 0 0,1 0 0,-1-1 0,1 1 0,-1 0 0,1 0 0,-1 0 0,1 0 0,-1 0 0,1 0 0,0 0 0,-1 0 0,1 0 0,0 2 0,0 9 0,1 0 0,0 0 0,1 0 0,0 0 0,1-1 0,1 1 0,6 15 0,-2-3 0,9 31 80,34 94 154,-41-126-570,0-1 0,2 0 1,0-1-1,20 27 0,-10-23-6490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5:03.4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13 437 24575,'0'1'0,"1"-1"0,0 0 0,-1 1 0,1-1 0,0 0 0,-1 1 0,1-1 0,0 1 0,-1-1 0,1 1 0,-1-1 0,1 1 0,-1-1 0,1 1 0,-1 0 0,1-1 0,-1 1 0,0 0 0,1-1 0,-1 1 0,0 0 0,0 0 0,1-1 0,-1 1 0,0 0 0,0 0 0,0 0 0,3 27 0,-2-24 0,2 227 0,-5-144 0,-9-145 0,1-29 0,2-155 0,9 208 0,2 0 0,2 1 0,1-1 0,1 1 0,2 0 0,1 0 0,24-50 0,-29 73 0,1 0 0,0 0 0,1 0 0,0 1 0,0 0 0,15-14 0,-19 21 0,-1 0 0,1 0 0,-1 0 0,1 1 0,0-1 0,-1 1 0,1-1 0,0 1 0,0 0 0,0 0 0,0 1 0,6-2 0,-6 2 0,-1 0 0,0 1 0,1-1 0,-1 1 0,0-1 0,1 1 0,-1 0 0,0 0 0,0 0 0,0 0 0,0 0 0,0 0 0,0 0 0,0 1 0,0-1 0,0 1 0,-1 0 0,1-1 0,2 4 0,0 1 0,0 0 0,-1 0 0,1 1 0,-1-1 0,0 1 0,-1 0 0,1 0 0,-1 0 0,-1 0 0,1 0 0,-1 0 0,-1 0 0,1 1 0,-1-1 0,0 0 0,-1 1 0,0-1 0,-2 7 0,-1 9 0,-2-1 0,-1 0 0,-1-1 0,-14 30 0,-31 40 0,35-64 0,-22 47 0,38-71 0,1 0 0,0 0 0,1 0 0,-1 1 0,0-1 0,1 0 0,0 1 0,0-1 0,0 0 0,0 1 0,1-1 0,-1 0 0,1 1 0,0-1 0,0 0 0,0 0 0,0 0 0,0 0 0,4 6 0,3 4 0,1-1 0,0 0 0,13 14 0,3 3 0,110 160-1365,-117-165-5461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5:03.8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0 294 24575,'35'1'0,"7"-1"0,55-5 0,-85 3 0,1 0 0,-1 0 0,-1-1 0,1-1 0,0 0 0,-1 0 0,0-1 0,0-1 0,15-9 0,-22 11 0,0 1 0,-1 0 0,1-1 0,-1 0 0,0 0 0,0 0 0,0 0 0,-1-1 0,1 1 0,-1-1 0,0 1 0,0-1 0,-1 0 0,1 0 0,-1 0 0,0 0 0,-1 0 0,1 0 0,-1 0 0,0 0 0,0 0 0,0 0 0,-1 0 0,0 0 0,-2-7 0,1 5 0,0 0 0,0-1 0,-1 1 0,0 1 0,0-1 0,-1 0 0,0 1 0,0-1 0,0 1 0,-1 0 0,0 1 0,0-1 0,0 1 0,-1 0 0,0 0 0,-10-6 0,14 10 0,0 0 0,0 0 0,1 1 0,-1-1 0,0 0 0,0 1 0,0 0 0,0-1 0,0 1 0,0 0 0,1 0 0,-1 0 0,0 0 0,0 0 0,0 0 0,0 0 0,0 1 0,0-1 0,-2 2 0,2-1 0,-1 1 0,0-1 0,0 1 0,1 0 0,-1 0 0,1 0 0,-1 1 0,1-1 0,0 0 0,-3 5 0,-2 3 0,1 1 0,0 1 0,1-1 0,-7 22 0,2-2 0,2 2 0,1-1 0,2 1 0,1 0 0,1 0 0,2 0 0,4 38 0,-3-65-85,0 1 0,1-1-1,0 0 1,1 0 0,-1 0-1,1 0 1,0 0 0,1 0-1,-1 0 1,1 0 0,0-1-1,1 0 1,-1 1 0,1-1-1,6 6 1,11 5-6741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5:04.6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66 616 24575,'5'-6'0,"-1"0"0,0 1 0,0-1 0,0-1 0,-1 1 0,1-1 0,-2 1 0,1-1 0,2-13 0,0 2 0,-2 1 0,2-31 0,-5 46 0,0 0 0,0 0 0,0 0 0,0 0 0,0 0 0,-1-1 0,1 1 0,-2-4 0,2 6 0,-1-1 0,1 1 0,0-1 0,0 1 0,-1-1 0,1 1 0,-1-1 0,1 1 0,0-1 0,-1 1 0,1 0 0,-1-1 0,1 1 0,-1 0 0,1-1 0,-1 1 0,1 0 0,-1 0 0,1-1 0,-1 1 0,0 0 0,-1 0 0,0 0 0,0 1 0,1-1 0,-1 0 0,0 1 0,1 0 0,-1-1 0,1 1 0,-1 0 0,1 0 0,-1 0 0,1 0 0,0 0 0,-1 0 0,1 0 0,0 0 0,0 0 0,0 1 0,-2 2 0,-10 12 0,2 1 0,-16 28 0,23-38 0,1-1 0,0 1 0,1 0 0,-1 0 0,1 0 0,1 0 0,-1 0 0,1 1 0,1-1 0,-1 12 0,1-17 0,0 0 0,1 0 0,-1-1 0,0 1 0,1 0 0,0 0 0,-1-1 0,1 1 0,0 0 0,0-1 0,-1 1 0,1-1 0,1 1 0,-1-1 0,0 0 0,0 1 0,0-1 0,1 0 0,-1 0 0,1 0 0,1 2 0,0-2 0,1 0 0,-1 0 0,0 0 0,0 0 0,0 0 0,1-1 0,-1 0 0,0 1 0,0-1 0,1-1 0,3 1 0,3-2 0,1 0 0,0-1 0,0 0 0,-1 0 0,0-1 0,12-6 0,-16 5 0,1 1 0,-1-1 0,1 0 0,9-11 0,5-3 0,-21 19 0,0-1 0,0 1 0,0 0 0,0 0 0,1 0 0,-1 0 0,0-1 0,0 1 0,1 0 0,-1 0 0,0 0 0,0 0 0,1 0 0,-1 0 0,0-1 0,0 1 0,1 0 0,-1 0 0,0 0 0,0 0 0,1 0 0,-1 0 0,0 0 0,1 0 0,-1 0 0,0 0 0,0 1 0,1-1 0,-1 0 0,0 0 0,0 0 0,1 0 0,-1 0 0,4 10 0,-2 18 0,-2-24 0,-1 30 0,0-24 0,0 0 0,1-1 0,0 1 0,0 0 0,1-1 0,1 1 0,0-1 0,4 14 0,-5-21 0,0 0 0,0 0 0,0 0 0,1 0 0,-1 0 0,0 0 0,1-1 0,-1 1 0,1 0 0,0-1 0,0 0 0,0 1 0,0-1 0,0 0 0,0 0 0,0 0 0,0 0 0,0 0 0,0 0 0,0-1 0,1 1 0,-1-1 0,0 1 0,0-1 0,1 0 0,-1 0 0,0 0 0,1 0 0,-1-1 0,0 1 0,0 0 0,1-1 0,-1 0 0,0 1 0,3-3 0,5-1 0,0 0 0,0-1 0,-1 0 0,0-1 0,0 0 0,10-9 0,3-4 0,-1-1 0,36-45 0,-46 51 0,-2 0 0,0 0 0,-1 0 0,0-1 0,-1-1 0,8-25 0,-14 39 0,0 0 0,-1 0 0,0 0 0,1-1 0,-1 1 0,0 0 0,0 0 0,0 0 0,0 0 0,0 0 0,-1 0 0,1 0 0,-1 0 0,1 0 0,-1 0 0,0 0 0,0 0 0,0 0 0,0 0 0,0 0 0,-2-1 0,3 2 0,-1 1 0,0-1 0,1 1 0,-1-1 0,0 1 0,1-1 0,-1 1 0,0 0 0,0-1 0,1 1 0,-1 0 0,0 0 0,0-1 0,0 1 0,1 0 0,-1 0 0,0 0 0,0 0 0,0 0 0,-1 1 0,0-1 0,0 1 0,0-1 0,1 1 0,-1 0 0,0 0 0,1 0 0,-1 0 0,1 0 0,-1 0 0,1 1 0,-1-1 0,-1 3 0,-2 2 0,1 0 0,0 0 0,1 1 0,-1-1 0,1 1 0,0 0 0,1 0 0,0 0 0,0 0 0,-2 12 0,4-14 0,-1-1 0,0 1 0,1-1 0,0 1 0,0-1 0,0 1 0,1-1 0,0 0 0,0 1 0,0-1 0,0 1 0,0-1 0,1 0 0,0 0 0,0 0 0,0 0 0,0 0 0,5 5 0,-5-7 0,0 0 0,0-1 0,1 0 0,-1 1 0,0-1 0,1 0 0,-1 0 0,1 0 0,-1 0 0,1-1 0,0 1 0,-1-1 0,1 1 0,0-1 0,-1 0 0,1 0 0,0 0 0,-1 0 0,1-1 0,-1 1 0,1-1 0,0 0 0,-1 1 0,1-1 0,-1 0 0,1-1 0,2-1 0,4-1 0,0-1 0,0-1 0,-1 0 0,0 0 0,14-14 0,-11 7 0,-1 1 0,0-1 0,-1-1 0,0 0 0,-1 0 0,-1-1 0,-1 0 0,0 0 0,0-1 0,-2 0 0,0 0 0,0 0 0,-2 0 0,0 0 0,-1 0 0,-1-25 0,-2 10 0,-1 0 0,-2 0 0,-1 1 0,-1-1 0,-2 2 0,-1-1 0,-23-49 0,20 61 0,13 18 0,0 0 0,-1-1 0,1 1 0,0 0 0,0 0 0,0 0 0,0 0 0,-1 0 0,1 0 0,0 0 0,0 0 0,0 0 0,-1 0 0,1 0 0,0 0 0,0 0 0,0 1 0,-1-1 0,1 0 0,0 0 0,0 0 0,0 0 0,0 0 0,-1 0 0,1 0 0,0 0 0,0 1 0,0-1 0,0 0 0,0 0 0,-1 0 0,1 0 0,0 1 0,0-1 0,0 0 0,0 0 0,0 0 0,0 0 0,0 1 0,0-1 0,0 0 0,0 0 0,0 0 0,0 1 0,0-1 0,0 0 0,0 0 0,-1 7 0,0-1 0,1 0 0,0 0 0,1 11 0,72 386 0,-44-276 0,29 134-1365,-51-226-5461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5:04.8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85 0 24575,'3'0'0,"4"3"0,4 7 0,3 8 0,-1 6 0,0 12 0,1 10 0,-2 14 0,-3 10 0,-3 8 0,-8 7 0,-10-1 0,-15-2 0,-15-3 0,-11-9 0,3-17-8191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5:05.8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0 646 24575,'327'-14'0,"1422"-107"-8229,-754 49 3988,1338-103 814,-4-31 4349,-2106 184 216,38-6 2006,-229 23-1906,-31 3-215,-6 1 65,-49 2 840,-182 14 448,-137 5 664,365-20-3235,1 0 0,-1 0 0,1 0 0,-1-1 0,1 0 0,-13-4 0,6-3-6631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5:06.1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17 24575,'-15'-9'0,"3"2"0,24 8 0,7 4 0,1 1 0,-1 0 0,-1 2 0,1 0 0,22 15 0,-32-18 0,0 1 0,-1 0 0,0 0 0,0 1 0,-1 0 0,0 0 0,0 1 0,0 0 0,-1 0 0,0 0 0,-1 1 0,6 13 0,-9-17 22,0 0-1,-1 0 0,0 1 1,0-1-1,0 1 0,-1-1 1,1 0-1,-1 1 0,-1-1 1,1 1-1,-1-1 0,0 1 1,0-1-1,-1 0 0,-2 9 1,-1-4-266,0 0 0,0 0 0,-1-1 0,0 0 1,-1 0-1,-12 13 0,-22 19-6582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5:07.0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1815 63 24575,'-1'-2'0,"1"0"0,-1 0 0,1 1 0,-1-1 0,0 0 0,0 0 0,0 0 0,0 1 0,0-1 0,0 1 0,0-1 0,-1 0 0,1 1 0,0 0 0,-1-1 0,1 1 0,-1 0 0,0 0 0,1 0 0,-1 0 0,0 0 0,1 0 0,-3 0 0,-45-16 0,29 13 0,0 1 0,1 1 0,-1 1 0,0 1 0,0 0 0,0 2 0,0 0 0,1 1 0,-1 1 0,1 1 0,-36 14 0,-3 5 0,2 3 0,-81 51 0,-9 17-521,4 7 0,5 5-1,-217 221 1,164-104 266,152-172 274,3 2-1,-47 96 0,66-113-27,1 0 0,2 2-1,1-1 1,2 2 0,-6 48 0,13-58-64,1 1 0,2 0 0,1-1 0,1 1 0,2-1 1,1 1-1,14 48 0,-8-48 60,0 0 1,2-1 0,2 0-1,0-2 1,2 1 0,39 47-1,-29-44-122,2-1 0,2-2 0,0-1 1,65 43-1,-33-33-46,2-2 0,2-4 0,0-2 1,2-3-1,140 33 0,-68-31-193,1-6 0,1-6 0,174-2 0,-99-19-339,315-47 0,-326 17 562,334-98 0,-412 89 108,-3-4 1,-2-7-1,193-113 1,-251 126-180,-2-3 0,-2-3 0,85-84 0,-119 103 235,-2-1 0,-1-1 0,-1-1 0,-2-2 0,-1 0-1,-2-1 1,-1-1 0,24-68 0,-35 82-12,-2 0 1,0 0-1,-2-1 0,0 1 0,-1-1 1,-1 0-1,-1 1 0,-1-1 0,-1 0 1,-1 1-1,-1-1 0,-1 1 1,-1 0-1,0 0 0,-2 1 0,0 0 1,-1 0-1,-2 1 0,-21-32 0,9 22-2,0 1 0,-2 1 0,-1 2-1,-1 0 1,-1 2 0,-40-25 0,4 8 15,-1 4 1,-79-32 0,-1 11 65,-3 7 0,-255-53 0,-320-5 106,199 60-114,2 35 62,511 13-145,-191 10 267,166-6-193,0 2 0,0 1-1,-48 17 1,25 1-508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5:07.6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631 185 24575,'-2'0'0,"0"0"0,0 0 0,1 0 0,-1-1 0,0 1 0,0-1 0,1 0 0,-1 1 0,1-1 0,-1 0 0,0 0 0,1 0 0,0 0 0,-1 0 0,1 0 0,0 0 0,-1-1 0,1 1 0,0 0 0,0-1 0,0 1 0,-1-3 0,-3-4 0,1-1 0,0 0 0,-3-11 0,-7-15 0,11 30 0,-1-1 0,0 1 0,0-1 0,0 1 0,-1 0 0,0 0 0,0 1 0,0 0 0,0 0 0,-1 0 0,0 0 0,-11-5 0,8 6 0,0 0 0,0 0 0,0 1 0,-1 1 0,1-1 0,-1 1 0,1 1 0,-13 0 0,0 2 0,0 1 0,0 1 0,1 1 0,0 1 0,0 1 0,0 1 0,-21 11 0,29-13 0,1 1 0,0 0 0,0 1 0,0 0 0,1 1 0,-15 15 0,24-22 0,0 1 0,0-1 0,-1 1 0,1 0 0,1 0 0,-1-1 0,0 1 0,1 0 0,-1 0 0,1 1 0,0-1 0,0 0 0,0 0 0,1 1 0,-1-1 0,1 0 0,0 1 0,0-1 0,0 0 0,0 1 0,0-1 0,1 0 0,-1 1 0,1-1 0,0 0 0,0 0 0,1 0 0,-1 0 0,0 0 0,1 0 0,0 0 0,4 5 0,1 0 0,0 0 0,0-1 0,1 0 0,1 0 0,-1-1 0,1 0 0,0-1 0,14 7 0,82 29 0,-103-41 0,128 39 0,48 17 0,-171-53 0,-1-1 0,0 1 0,0 1 0,0-1 0,-1 1 0,6 4 0,-10-7 0,0 0 0,0-1 0,-1 1 0,1 0 0,0 0 0,-1 0 0,1-1 0,-1 1 0,1 0 0,-1 0 0,1 0 0,-1 0 0,0 0 0,1 0 0,-1 0 0,0 0 0,0 0 0,0 0 0,0 0 0,0 0 0,0 0 0,0 0 0,0 0 0,0 0 0,0 0 0,0 0 0,-1 0 0,1 0 0,0 0 0,-1 0 0,1 0 0,-1 0 0,1 0 0,-1 0 0,0 0 0,1-1 0,-1 1 0,0 0 0,1 0 0,-1-1 0,0 1 0,0 0 0,0-1 0,0 1 0,0-1 0,-1 1 0,-8 6 0,0-2 0,0 1 0,-1-1 0,0 0 0,0-1 0,0-1 0,-13 3 0,-85 12 0,-65-5 0,139-12 0,-1-2 0,-65-10 0,93 9-195,0 0 0,0 0 0,-1 0 0,1-1 0,1-1 0,-14-6 0,3-4-6631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5:08.0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0 196 24575,'3'-4'0,"-1"1"0,0-1 0,0 0 0,0 0 0,0 0 0,2-6 0,-4 7 0,1 0 0,0 0 0,0 0 0,0 1 0,0-1 0,0 0 0,1 1 0,-1-1 0,1 1 0,0 0 0,-1 0 0,1-1 0,0 1 0,4-3 0,-6 5 0,0 0 0,1 0 0,-1 0 0,0 0 0,1 0 0,-1 0 0,0 0 0,1 0 0,-1 0 0,0 0 0,0 0 0,1 0 0,-1 1 0,0-1 0,1 0 0,-1 0 0,0 0 0,0 0 0,1 0 0,-1 1 0,0-1 0,0 0 0,0 0 0,1 0 0,-1 0 0,0 1 0,0-1 0,0 0 0,1 0 0,-1 1 0,0-1 0,0 0 0,0 0 0,0 1 0,0-1 0,0 0 0,0 1 0,0-1 0,1 0 0,-1 0 0,0 1 0,2 14 0,-2-14 0,4 74 0,-4-46 0,2 0 0,1-1 0,1 1 0,9 32 0,-11-53 0,0-1 0,1 0 0,0 0 0,0 0 0,1 0 0,0-1 0,0 0 0,1 0 0,-1 0 0,1 0 0,1 0 0,-1-1 0,1 0 0,0 0 0,0-1 0,0 0 0,1 0 0,0 0 0,-1-1 0,13 5 0,-9-5 0,1 0 0,-1-1 0,0 0 0,1-1 0,-1 0 0,1 0 0,-1-1 0,1-1 0,-1 0 0,19-4 0,-15 2 0,0-2 0,0 0 0,0 0 0,-1-2 0,0 1 0,0-2 0,14-10 0,-11 6 0,-1-1 0,0 0 0,-1-2 0,0 1 0,-1-2 0,-1 0 0,0 0 0,-1-1 0,-1 0 0,-1-1 0,11-29 0,-14 26 0,0 1 0,-1-1 0,2-34 0,-6 43 0,0 0 0,-1 0 0,-1 1 0,0-1 0,-1 0 0,0 0 0,-6-20 0,7 30 0,1 1 0,-1 0 0,1 0 0,-1-1 0,1 1 0,-1 0 0,0 0 0,0 0 0,1 0 0,-1 0 0,0 0 0,0 0 0,0 0 0,-2-2 0,2 3 0,1 0 0,-1 0 0,1 0 0,-1 0 0,1 0 0,-1 0 0,1 0 0,-1 0 0,1 0 0,-1 0 0,1 0 0,-1 0 0,1 0 0,-1 0 0,1 0 0,-1 0 0,1 1 0,-1-1 0,1 0 0,-1 0 0,1 1 0,0-1 0,-1 0 0,1 1 0,-1-1 0,1 1 0,-3 2 0,1 0 0,0 0 0,0 1 0,0-1 0,0 1 0,0-1 0,1 1 0,0 0 0,-2 4 0,-2 20 0,0 1 0,2 0 0,1 0 0,1 0 0,1 0 0,2 1 0,6 31 0,5 7 0,40 124 0,5-39-1365,-45-123-5461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5:13.7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6944 1 24575,'-755'22'-236,"-918"140"-3076,3 34 353,1661-195 2958,-1070 125-928,-2-34 12,1008-88 1202,-158 7 2829,171-11-1721,-107-14 0,143 9-721,20 4-572,0 0 0,0 0 0,0 0-1,0 0 1,0 1 0,0 0 0,0 0 0,0 0-1,0 0 1,0 0 0,0 1 0,0 0 0,0 0-1,-8 2 1,3 2-2,6-3-220,0 0 0,0 0 0,0-1 0,0 1 0,-1-1 0,1 0 1,0 0-1,-1 0 0,1 0 0,-1-1 0,-5 1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5:14.0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213 16 24575,'6'-13'0,"-3"10"0,-7 9 0,-5 7 0,0-1 0,-1 0 0,-1-1 0,0 0 0,-16 13 0,-67 41 0,75-52 0,17-12 0,0 0 0,0 0 0,1 0 0,-1 0 0,0 1 0,1-1 0,-1 1 0,1-1 0,-1 1 0,1 0 0,0 0 0,-1-1 0,1 1 0,0 0 0,0 0 0,1 0 0,-1 0 0,0 0 0,0 4 0,1-3 0,0 0 0,1 0 0,-1 0 0,1 0 0,0-1 0,0 1 0,0 0 0,0 0 0,0-1 0,1 1 0,-1-1 0,1 1 0,0-1 0,3 4 0,37 44 188,69 92-1741,-80-96-5273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5:17.5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66 1 24575,'-15'32'0,"1"1"0,2 1 0,-9 39 0,20-66 0,0 0 0,0-1 0,1 1 0,0 0 0,0-1 0,1 1 0,-1 0 0,2-1 0,-1 1 0,3 6 0,3 8 0,18 34 0,4 9 0,-22-41 0,-1 0 0,-1 0 0,-1 1 0,-1-1 0,-1 1 0,-1 32 0,-22 141 0,13-147 0,2-1 0,2 1 0,5 84 0,7-76-1365,2-9-5461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5:18.1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140 1 24575,'-2'14'0,"0"0"0,-1 0 0,-1-1 0,0 1 0,0-1 0,-2 1 0,1-1 0,-12 17 0,0 4 0,11-23 0,1 0 0,1 1 0,0-1 0,0 1 0,1-1 0,0 1 0,1 0 0,1 0 0,0 0 0,0 1 0,1-1 0,2 13 0,16 78 0,-8-48 0,6 93 0,-17 270 0,-6-335 0,-29 143 0,20-149 0,4 0 0,-3 95 0,15-152 0,2-1 0,0 1 0,1-1 0,10 37 0,35 69 0,-36-94 0,-3-3 0,-1 0 0,-1 1 0,-2-1 0,3 58 0,-6-62 0,-1 0 0,-1 1 0,-1-1 0,-1 0 0,-5 24 0,-26 94 0,21-102 0,2 0 0,2 0 0,2 0 0,-2 58 0,11-56 0,1-1 0,14 55 0,-8-50 0,4 54 0,-13-83 0,-1 0 0,0 0 0,-1-1 0,-1 1 0,-1 0 0,0-1 0,-6 18 0,-23 50-1365,24-64-5461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5:18.3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42 0 24575,'-3'6'0,"-1"8"0,-3 4 0,1 3 0,-3-4 0,0 0 0,6-4 0,5-3 0,6-5 0,4 1 0,0 2 0,2 0 0,-3 1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5:39.7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541 703 24575,'5'-6'0,"0"0"0,-1 0 0,0 0 0,0-1 0,0 1 0,-1-1 0,1 0 0,-2 0 0,1 0 0,-1-1 0,2-13 0,0-7 0,0-52 0,-3 56 0,-1 22 0,-2-214 0,0 190 0,-1 0 0,-2 0 0,0 0 0,-2 0 0,0 1 0,-14-28 0,20 50 0,0 0 0,-1 0 0,0-1 0,0 1 0,0 0 0,0 1 0,0-1 0,-1 0 0,1 1 0,-1-1 0,0 1 0,0 0 0,0 0 0,0 0 0,0 0 0,0 0 0,0 1 0,-7-3 0,6 3 0,-1 1 0,1-1 0,0 1 0,-1 0 0,1 0 0,-1 1 0,1-1 0,0 1 0,-1 0 0,1 0 0,0 1 0,0-1 0,0 1 0,0 0 0,-5 3 0,-11 7 0,1 1 0,0 1 0,2 1 0,-1 0 0,2 2 0,-28 34 0,12-8 0,-50 89 0,57-85 0,2 1 0,3 1 0,1 1 0,3 0 0,-17 98 0,27-114 0,3 0 0,0 1 0,3-1 0,0 1 0,3-1 0,0 1 0,3-1 0,0 0 0,3-1 0,12 35 0,-14-51 0,1 1 0,1-2 0,0 1 0,1-1 0,1-1 0,0 0 0,2 0 0,-1-1 0,26 21 0,-31-28 0,1-2 0,0 1 0,0-1 0,0 0 0,1-1 0,-1 0 0,1 0 0,0-1 0,0 0 0,1-1 0,-1 0 0,0 0 0,1-1 0,-1 0 0,1-1 0,-1 0 0,1 0 0,-1-1 0,1 0 0,-1-1 0,10-3 0,-4-1 0,0 0 0,0-1 0,0-1 0,-1 0 0,-1-1 0,1-1 0,-2 0 0,1-1 0,-1 0 0,14-18 0,-3 1 0,-1-2 0,-1 0 0,26-52 0,4-38 0,-10 21 0,-32 86 0,-5 21 0,-5 23 0,-11 78 129,-7 101 33,17-162-714,3-1 0,8 67 0,-2-70-6274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5:40.0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89 223 24575,'-5'0'0,"0"0"0,0 1 0,0 0 0,0-1 0,-7 4 0,10-4 0,1 0 0,0 1 0,0-1 0,-1 1 0,1 0 0,0-1 0,0 1 0,0 0 0,0 0 0,0-1 0,0 1 0,0 0 0,0 0 0,0 0 0,0 0 0,1 0 0,-1 0 0,0 1 0,1-1 0,-1 0 0,1 0 0,-1 0 0,1 1 0,0-1 0,-1 2 0,1-2 0,0 0 0,0 0 0,0 0 0,1-1 0,-1 1 0,0 0 0,1 0 0,-1-1 0,0 1 0,1 0 0,-1 0 0,1-1 0,-1 1 0,1 0 0,-1-1 0,1 1 0,-1-1 0,1 1 0,0-1 0,-1 1 0,1-1 0,0 1 0,0-1 0,-1 0 0,1 1 0,0-1 0,0 0 0,0 1 0,-1-1 0,1 0 0,0 0 0,0 0 0,1 0 0,30 1 0,-20-2 0,-1-2 0,1 1 0,-1-1 0,0-1 0,1 0 0,-2 0 0,1-2 0,0 1 0,-1-1 0,0 0 0,0-1 0,17-16 0,-23 19 0,1-1 0,-1 0 0,0 0 0,-1 0 0,1-1 0,-1 1 0,0-1 0,0 0 0,0 0 0,-1 0 0,2-7 0,-3 8 0,-1 0 0,1 0 0,-1 0 0,0 1 0,0-1 0,-1 0 0,1 0 0,-1 0 0,0 0 0,0 0 0,-1 1 0,1-1 0,-1 0 0,0 1 0,-1-1 0,-2-3 0,4 5 0,-1 0 0,0 0 0,0 1 0,0-1 0,0 0 0,-1 1 0,1 0 0,-1-1 0,1 1 0,-1 0 0,0 1 0,0-1 0,0 0 0,0 1 0,0-1 0,0 1 0,0 0 0,0 0 0,-1 0 0,1 1 0,0-1 0,-1 1 0,1 0 0,0 0 0,-1 0 0,1 0 0,-1 0 0,1 1 0,0-1 0,0 1 0,-6 2 0,1 0 0,0 1 0,1-1 0,-1 2 0,1-1 0,0 1 0,0 0 0,1 0 0,-1 1 0,1 0 0,0 0 0,-7 10 0,3-1 0,0 1 0,2-1 0,0 1 0,0 1 0,1-1 0,2 1 0,-8 32 0,10-36 0,1 1 0,1 0 0,0-1 0,0 1 0,2 0 0,0 0 0,0-1 0,1 1 0,1 0 0,7 22 0,-8-30-136,1-1-1,0 0 1,-1 0-1,2 0 1,-1 0-1,0 0 1,1 0-1,0-1 0,9 8 1,10 4-6690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5:40.6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22 151 24575,'-22'-75'0,"22"75"0,0 0 0,0 0 0,0 0 0,0 0 0,0 0 0,0 0 0,0 0 0,0 0 0,0 0 0,0 0 0,1 0 0,-1 0 0,0 0 0,0 0 0,0 0 0,0 0 0,0 0 0,0 0 0,0 0 0,0 0 0,0 0 0,0 0 0,0 0 0,0 0 0,0 0 0,0 0 0,0 0 0,0-1 0,6 10 0,8 14 0,79 189 0,-59-128 0,-20-57 0,-5-20 0,-9-7 0,1 0 0,-1 0 0,0-1 0,1 1 0,-1 0 0,1 0 0,-1-1 0,0 1 0,0 0 0,1 0 0,-1-1 0,0 1 0,1 0 0,-1-1 0,0 1 0,0 0 0,0-1 0,1 1 0,-1-1 0,0 1 0,0 0 0,0-1 0,0 1 0,0-1 0,0 1 0,0 0 0,0-1 0,0 1 0,0-1 0,9-80 0,-7 53 0,11-53 0,-6 55 0,2 1 0,18-43 0,-22 58 0,1 0 0,-1 0 0,2 1 0,-1 0 0,1 0 0,1 0 0,-1 1 0,1 0 0,10-7 0,-15 12 0,1 1 0,-1 0 0,1 0 0,-1 0 0,1 0 0,-1 1 0,1-1 0,0 1 0,0 0 0,0 0 0,0 0 0,0 1 0,0-1 0,0 1 0,0 0 0,0 0 0,0 1 0,0-1 0,0 1 0,0 0 0,-1 0 0,1 0 0,0 1 0,0-1 0,-1 1 0,1 0 0,-1 0 0,1 0 0,-1 0 0,0 0 0,6 6 0,0 2 0,0-1 0,-1 1 0,0 1 0,0 0 0,-1 0 0,-1 0 0,0 1 0,7 18 0,1 11 0,15 85 0,-15-60 0,-14-64 0,1 1 0,0 0 0,-1-1 0,1 1 0,0-1 0,0 1 0,3 3 0,-4-6 0,1 0 0,-1 1 0,0-1 0,1 0 0,-1 0 0,1 1 0,-1-1 0,1 0 0,-1 0 0,1 0 0,-1 1 0,0-1 0,1 0 0,-1 0 0,1 0 0,0 0 0,-1 0 0,1 0 0,-1 0 0,1 0 0,-1 0 0,1 0 0,-1 0 0,1 0 0,-1-1 0,1 1 0,-1 0 0,0 0 0,1 0 0,-1-1 0,1 1 0,-1 0 0,1-1 0,-1 1 0,0 0 0,1-1 0,-1 1 0,0 0 0,1-1 0,-1 1 0,0-1 0,1 1 0,-1-1 0,15-18 0,-2 0 0,0-1 0,-1 0 0,13-30 0,-14 28 0,60-138 0,-52 130 0,-19 29 0,0 1 0,1 0 0,-1-1 0,0 1 0,1-1 0,-1 1 0,1 0 0,-1-1 0,0 1 0,1 0 0,-1-1 0,1 1 0,-1 0 0,1 0 0,-1-1 0,1 1 0,-1 0 0,1 0 0,0 0 0,-1 0 0,1 0 0,-1 0 0,1 0 0,-1 0 0,1 0 0,-1 0 0,1 0 0,-1 0 0,1 0 0,-1 0 0,1 0 0,0 1 0,-1-1 0,1 0 0,-1 0 0,0 1 0,1-1 0,-1 0 0,1 0 0,-1 1 0,1-1 0,-1 1 0,0-1 0,1 0 0,-1 1 0,0-1 0,1 1 0,-1-1 0,0 1 0,0-1 0,1 1 0,-1-1 0,0 1 0,0-1 0,0 1 0,0 0 0,25 67 0,-17-44 0,0-1 0,13 24 0,-18-41 0,1 0 0,-1-1 0,1 1 0,0-1 0,1 1 0,-1-1 0,1 0 0,0-1 0,0 1 0,1-1 0,-1 0 0,8 3 0,-10-5-114,0-1 1,0 0-1,1 0 0,-1 0 0,1 0 1,-1 0-1,1-1 0,-1 0 0,1 1 1,-1-1-1,8-1 0,10-4-6712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5:40.7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109 54 24575,'-3'-5'0,"-4"-6"0,-4-4 0,-3 2 0,-1 5 0,-3 7 0,3 7 0,4 8 0,4 4 0,2 6 0,3 2 0,2-5-8191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5:41.6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228 88 24575,'0'-4'0,"0"-1"0,-1 1 0,1 0 0,-1 0 0,1-1 0,-1 1 0,-1 0 0,1 0 0,0 0 0,-1 0 0,0 0 0,0 0 0,0 0 0,-4-4 0,4 6 0,0 0 0,0 0 0,0 0 0,-1 1 0,1-1 0,-1 1 0,1-1 0,-1 1 0,0 0 0,0 0 0,1 0 0,-1 0 0,0 0 0,0 1 0,0-1 0,0 1 0,0 0 0,0 0 0,0 0 0,0 0 0,-5 2 0,0-1 0,1 1 0,0 1 0,0 0 0,-1-1 0,2 2 0,-1-1 0,0 1 0,1 0 0,-1 1 0,1 0 0,1 0 0,-1 0 0,1 0 0,-1 1 0,2 0 0,-1 0 0,1 0 0,0 1 0,0-1 0,0 1 0,1 0 0,0 0 0,1 1 0,-1-1 0,-1 14 0,2-13 0,1 0 0,0 0 0,1-1 0,0 1 0,0 0 0,1 0 0,-1-1 0,2 1 0,-1 0 0,1-1 0,4 11 0,-3-12 0,-1-1 0,1 1 0,0-1 0,1 0 0,-1 0 0,1-1 0,0 1 0,0-1 0,0 0 0,1 0 0,-1 0 0,1 0 0,0-1 0,0 0 0,11 5 0,0-3-151,1 0-1,-1-1 0,1-1 0,0-1 1,0 0-1,0-1 0,0-1 1,30-4-1,23-2-6674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5:42.4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91 150 24575,'-12'-14'0,"0"0"0,2-1 0,-1-1 0,2 0 0,0 0 0,1 0 0,-8-26 0,13 99 0,5 109 0,18 408 0,-19-553 0,0-8 0,0 0 0,0 1 0,1-1 0,1 0 0,1 0 0,6 17 0,-10-28 0,0-1 0,1 0 0,-1 0 0,1 0 0,-1 0 0,1 0 0,-1 0 0,1 0 0,0 0 0,-1 0 0,1 0 0,0-1 0,0 1 0,-1 0 0,1 0 0,0-1 0,0 1 0,0 0 0,0-1 0,0 1 0,0-1 0,0 1 0,0-1 0,0 0 0,1 1 0,-1-1 0,0 0 0,0 0 0,0 0 0,0 0 0,0 0 0,0 0 0,1 0 0,-1 0 0,0 0 0,0-1 0,0 1 0,0 0 0,0-1 0,0 1 0,0-1 0,0 1 0,0-1 0,0 1 0,0-1 0,0 0 0,0 1 0,0-1 0,0 0 0,0-1 0,7-5 0,-1-1 0,-1 0 0,1 0 0,6-12 0,-12 18 0,29-49 0,-2-2 0,33-90 0,3-7 0,-64 149 0,2-4 0,1 1 0,-1-1 0,1 1 0,-1 0 0,5-5 0,-6 9 0,-1-1 0,1 1 0,-1-1 0,1 1 0,-1 0 0,0-1 0,1 1 0,-1 0 0,1 0 0,0-1 0,-1 1 0,1 0 0,-1 0 0,1 0 0,-1 0 0,1 0 0,-1 0 0,1 0 0,0 0 0,0 0 0,0 0 0,0 0 0,0 1 0,0-1 0,0 1 0,-1-1 0,1 1 0,0 0 0,0-1 0,-1 1 0,1 0 0,0-1 0,-1 1 0,1 0 0,-1 0 0,1 0 0,0 1 0,2 3 0,0 0 0,0-1 0,0 1 0,1-1 0,0 0 0,0 0 0,0 0 0,0 0 0,1-1 0,-1 1 0,1-1 0,0-1 0,0 1 0,0 0 0,6 1 0,-4-2 0,0-1 0,0 1 0,0-1 0,0-1 0,0 1 0,0-1 0,0 0 0,0-1 0,0 0 0,0 0 0,13-4 0,-13 3 0,0-1 0,0 0 0,0 0 0,0-1 0,-1 0 0,1 0 0,-1 0 0,0-1 0,0 0 0,5-6 0,-3 2 0,0-1 0,-1 0 0,0 0 0,0-1 0,7-17 0,-1-5 0,-1 0 0,-2-2 0,7-44 0,-14 62 0,5-23 0,-7 37 0,-1 1 0,1-1 0,0 1 0,0-1 0,0 1 0,1-1 0,-1 1 0,0 0 0,1 0 0,0 0 0,2-3 0,-4 5 0,0 0 0,0 0 0,1 0 0,-1 0 0,0 0 0,1 0 0,-1 0 0,0 0 0,0 0 0,1 0 0,-1 0 0,0 0 0,0 0 0,1 0 0,-1 0 0,0 0 0,0 0 0,1 1 0,-1-1 0,0 0 0,0 0 0,1 0 0,-1 0 0,0 0 0,0 1 0,0-1 0,1 0 0,-1 0 0,0 0 0,0 1 0,0-1 0,0 0 0,0 0 0,1 1 0,-1-1 0,0 0 0,0 0 0,0 1 0,0-1 0,0 0 0,0 1 0,0-1 0,0 0 0,0 0 0,0 1 0,0-1 0,0 0 0,3 18 0,3 63 0,-5 85 0,-1-9 0,16 63-1365,-10-168-5461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5:42.8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173 33 24575,'0'-1'0,"0"0"0,0 0 0,0 0 0,0-1 0,0 1 0,0 0 0,0 0 0,0 0 0,0-1 0,1 1 0,-1 0 0,0 0 0,1 0 0,-1 0 0,1 0 0,-1 0 0,1 0 0,0 0 0,-1 0 0,1 0 0,0 0 0,0 0 0,0 0 0,0 1 0,0-1 0,0 0 0,0 0 0,0 1 0,0-1 0,0 1 0,0-1 0,0 1 0,0-1 0,0 1 0,0 0 0,0 0 0,1-1 0,-1 1 0,0 0 0,0 0 0,0 0 0,1 0 0,-1 1 0,0-1 0,0 0 0,0 0 0,0 1 0,0-1 0,1 0 0,-1 1 0,0-1 0,0 1 0,0 0 0,0-1 0,0 1 0,0 0 0,0 0 0,-1-1 0,1 1 0,0 0 0,0 0 0,-1 0 0,1 0 0,0 1 0,8 11 0,-1-1 0,-1 1 0,0 1 0,-1-1 0,6 20 0,16 76 0,-21-67 5,-1 0 0,-2 1 0,-2-1 0,-2 1 0,-10 84 0,4-95-21,0-1-1,-2 0 0,-2 0 1,-1 0-1,-1-2 0,-1 1 1,-2-2-1,-29 45 0,17-38-845,-36 38-1,-31 19-5483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4:50.3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1 280 24575,'76'-82'0,"12"-10"0,-67 73 0,45-28 0,-58 41 0,1 1 0,1 0 0,-1 0 0,0 1 0,1 1 0,0 0 0,0 0 0,15-2 0,-24 5 0,0 0 0,0 0 0,1 0 0,-1 0 0,0 0 0,0 0 0,0 0 0,1 0 0,-1 1 0,0-1 0,0 0 0,0 1 0,0-1 0,1 1 0,-1-1 0,0 1 0,0 0 0,0-1 0,0 1 0,0 0 0,0 0 0,-1 0 0,1 0 0,1 1 0,0 1 0,-1 0 0,0-1 0,0 1 0,0 0 0,-1 0 0,1-1 0,-1 1 0,1 0 0,-1 0 0,0 4 0,-1 6 0,0 0 0,-1-1 0,-6 23 0,-40 132-1365,35-127-5461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4:50.5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24575,'0'3'0,"3"1"0,3-1 0,2-3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4:50.7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13 140 24575,'-1'-3'0,"-1"-1"0,0 1 0,1-1 0,-1 1 0,1-1 0,0 1 0,0-1 0,1 0 0,-1 0 0,1 1 0,0-1 0,0 0 0,0 0 0,0 0 0,1 1 0,-1-1 0,1 0 0,0 1 0,0-1 0,0 0 0,4-5 0,-3 5 0,1 1 0,0-1 0,0 0 0,0 1 0,1 0 0,-1 0 0,1 0 0,0 0 0,0 1 0,0-1 0,0 1 0,0 0 0,1 0 0,-1 1 0,1-1 0,-1 1 0,6-1 0,-1 0 0,0 0 0,1 1 0,-1 0 0,1 0 0,-1 1 0,1 1 0,-1-1 0,1 1 0,-1 1 0,17 5 0,-21-6 0,-1 1 0,0 0 0,0 1 0,0-1 0,0 1 0,0-1 0,-1 1 0,1 0 0,-1 1 0,0-1 0,1 0 0,-2 1 0,1 0 0,0 0 0,-1 0 0,0 0 0,0 0 0,0 0 0,0 1 0,-1-1 0,1 0 0,-1 1 0,0 0 0,0 4 0,0 6-341,0 0 0,-1 0-1,-3 15 1,-1 5-6485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4:50.9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29 24575,'0'3'0,"0"4"0,3 1 0,4-5 0,3-1 0,4-6 0,5-3 0,2-5 0,0-3 0,-2 1-8191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5:43.3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158 41 24575,'8'-15'0,"-6"13"0,0-1 0,-1 0 0,1 0 0,-1 0 0,0 0 0,2-5 0,-16 21 0,-10 22 0,2 1 0,1 1 0,2 0 0,1 2 0,3 0 0,0 1 0,3 0 0,-9 60 0,17-73 0,1 0 0,1-1 0,1 1 0,2 0 0,0 0 0,8 29 0,-5-37 0,0 0 0,2 0 0,0 0 0,1-1 0,1 0 0,1 0 0,0-1 0,24 30 0,-17-28 57,1-1 0,0-1 0,1-1 0,1 0 0,29 17 0,-14-13-626,0-1 0,59 21 0,20-2-6257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5:49.1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74 24575,'0'-3'0,"3"-4"0,4-3 0,6-1 0,8-1 0,8 2 0,9-1 0,-3 2-8191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6:55:49.3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85 0 24575,'-6'6'0,"-14"11"0,-7 5 0,5 0 0,12-5 0,19-8 0,20-8 0,20-11 0,17-6 0,-4 0-8191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7:21:59.3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319 0 24575,'37'0'0,"-34"0"0,-4 0 0,-20 0 0,-25 1 0,-60 8 0,85-6 0,1 1 0,-1 1 0,1 1 0,1 0 0,-26 13 0,42-17 0,0-1 0,1 1 0,-1 0 0,1 0 0,0 0 0,0 0 0,0 1 0,0-1 0,0 0 0,0 1 0,0 0 0,1-1 0,0 1 0,-1 0 0,1 0 0,0-1 0,0 1 0,0 0 0,1 0 0,-1 6 0,-1 6 0,2 0 0,0-1 0,3 19 0,-1 0 0,-1 15 0,6 133 0,-3-144 0,1 0 0,19 68 0,18 12-1365,-33-97-5461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7:22:28.9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24391,'453'836'0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7:21:45.0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220 702 24575,'5'-11'0,"0"0"0,-1 0 0,-1-1 0,0 1 0,2-16 0,3-60 0,-7 74 0,0 1 0,0-23 0,-1 33 0,0 0 0,0 0 0,0 0 0,0 0 0,0 0 0,-1 0 0,1 1 0,-1-1 0,0 0 0,1 0 0,-1 0 0,-2-3 0,3 5 0,0 0 0,0 0 0,-1 0 0,1 0 0,0 0 0,0 0 0,0 0 0,0 0 0,-1 0 0,1 0 0,0-1 0,0 1 0,0 0 0,-1 0 0,1 0 0,0 0 0,0 1 0,0-1 0,-1 0 0,1 0 0,0 0 0,0 0 0,0 0 0,0 0 0,-1 0 0,1 0 0,0 0 0,0 0 0,0 0 0,0 1 0,-1-1 0,1 0 0,0 0 0,0 0 0,0 0 0,0 0 0,0 1 0,0-1 0,0 0 0,-1 0 0,1 0 0,0 0 0,0 1 0,0-1 0,-5 10 0,0-1 0,0 2 0,1-1 0,0 0 0,1 1 0,-3 18 0,0-3 0,-71 367-281,27 7-105,36-277 351,-2 0 35,-7 68 0,0 197 0,23-353 0,2-1 0,1 0 0,2 0 0,1 0 0,18 56 0,-17-72 0,0-1 0,1 0 0,1-1 0,0 0 0,1 0 0,1-1 0,1 0 0,0-1 0,0 0 0,2-1 0,-1 0 0,19 12 0,-1-5-68,1-2 0,0 0-1,2-3 1,-1 0 0,2-2 0,37 8-1,19 1-170,116 11 0,244 1-1162,7-25-1028,-302-8 1839,1188 11-4528,328 4 2420,-1237-9 2872,3421 35 421,-3730-41-191,30 0 2221,158-18 1,-305 16-2442,39-7 584,-46 7-582,1 0 1,0 0-1,0 0 1,-1 0-1,1 0 1,-1 0-1,1-1 1,-1 1-1,0-1 0,1 0 1,-1 1-1,4-5 1,-6 5-138,1 0 0,-1 0 0,1 0 0,-1 0 0,1 0 0,-1-1 0,1 1 0,-1 0-1,0 0 1,0 0 0,0 0 0,0-1 0,0 1 0,0 0 0,0 0 0,0 0 0,0 0 0,0-1 0,0 1 0,-1 0 0,1 0 0,-1 0 0,1 0 0,-1 0 0,0-1 0,-20-26 1235,-24-16-702,-49-38 1,-20-17-211,59 42-470,2-3 0,2-2 0,3-2 0,4-2 0,2-2 0,3-2-1,3-2 1,-51-146 0,42 70-158,6-2-1,-34-271 1,30-315-585,42 674 814,2 14 56,-2-1 0,-2 1-1,-14-65 1,16 107 52,0 1 0,-1 0 1,0 0-1,0 0 1,0 0-1,-1 0 0,1 0 1,-1 1-1,0-1 1,-1 1-1,1 0 1,-1 0-1,0 0 0,0 0 1,0 1-1,0 0 1,0-1-1,-9-3 0,3 3 0,1 1 0,-1 0-1,0 0 1,1 1-1,-1 0 1,0 1-1,0 0 1,-1 0 0,-11 2-1,-286 36-42,204-20-191,-1580 185-5275,-11-63 253,-266-14 4094,1-80 336,1556-54 2827,138-11 2449,231 16-3460,26 1 1184,20 4-2865,10 2-4313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7:21:45.7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64 596 24575,'2'-3'0,"0"0"0,-1 0 0,1 0 0,-1 0 0,1-1 0,-1 1 0,0-1 0,0 1 0,0-1 0,-1 1 0,1-1 0,-1-5 0,1-1 0,0 28 0,1 0 0,1 1 0,8 28 0,-6-25 0,4 16 0,10 54 0,-17-82 0,-1 0 0,-1 0 0,0 0 0,0 0 0,-1 0 0,-4 20 0,5-29 0,0 1 0,-1-1 0,1 1 0,-1-1 0,1 0 0,-1 1 0,0-1 0,1 0 0,-1 1 0,0-1 0,0 0 0,0 0 0,0 1 0,0-1 0,0 0 0,0 0 0,-2 1 0,2-2 0,1 0 0,-1 1 0,0-1 0,0 0 0,1 0 0,-1 0 0,0 0 0,0 0 0,0 0 0,0 0 0,1 0 0,-1-1 0,0 1 0,0 0 0,1 0 0,-1-1 0,0 1 0,0 0 0,1-1 0,-1 1 0,0-1 0,-1 0 0,-1-2 0,-1-1 0,0 0 0,1 0 0,0 0 0,0 0 0,0 0 0,1 0 0,-4-8 0,-3-11 0,1-1 0,0 0 0,-5-38 0,-4-76 0,16 129 0,-4-50 0,5-115 0,2 145 0,2 0 0,1-1 0,1 1 0,1 1 0,21-51 0,-25 70 0,1 1 0,1 0 0,-1 0 0,1 1 0,1 0 0,-1-1 0,1 2 0,1-1 0,-1 1 0,1 0 0,14-10 0,-15 12 0,1 1 0,0 0 0,0 0 0,0 0 0,0 1 0,0 0 0,1 1 0,-1-1 0,0 2 0,1-1 0,-1 1 0,1 0 0,-1 0 0,13 3 0,-6 0 0,-1 0 0,0 1 0,-1 1 0,1 0 0,-1 0 0,0 2 0,0-1 0,0 2 0,-1-1 0,0 2 0,-1-1 0,16 17 0,-18-16 0,-1-1 0,0 1 0,-1 0 0,1 0 0,-2 0 0,1 1 0,-1 0 0,-1 0 0,0 1 0,0-1 0,-1 1 0,0 0 0,-1 0 0,0 0 0,0 20 0,-3-23 0,1-1 0,-1 0 0,-1 0 0,0 0 0,0 0 0,0 0 0,0-1 0,-1 1 0,-1 0 0,1-1 0,-1 0 0,0 0 0,0 0 0,0 0 0,-1-1 0,0 0 0,0 0 0,-1 0 0,-8 6 0,-9 4 0,0-2 0,-1 0 0,-46 17 0,37-17 0,45-11 0,11-1 0,19-1 0,-1 1 0,62 10 0,-84-7 0,0 0 0,0 1 0,-1 1 0,1 1 0,-1 0 0,0 1 0,24 16 0,-37-21 0,0 1 0,-1-1 0,0 1 0,1 0 0,-1 0 0,-1 0 0,1 0 0,-1 1 0,0-1 0,0 1 0,0 0 0,0 0 0,1 5 0,-3-7 0,0 0 0,-1 0 0,1 0 0,-1 0 0,0-1 0,0 1 0,0 0 0,0 0 0,-1 0 0,1 0 0,-1-1 0,0 1 0,0 0 0,0 0 0,0-1 0,0 1 0,0 0 0,-1-1 0,1 0 0,-1 1 0,0-1 0,0 0 0,1 0 0,-2 0 0,1 0 0,0 0 0,-3 2 0,-6 4 0,-1-1 0,0 0 0,0 0 0,-1-1 0,0 0 0,0-1 0,0-1 0,-23 4 0,-3-1 0,-71 4 0,83-10-227,0-1-1,0-1 1,1-2-1,-1 0 1,-32-9-1,11-4-6598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7:21:45.9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70 24575,'26'-7'0,"53"-7"0,-28 6 0,60-9-455,1 4 0,160 3 0,-249 10-6371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7:21:46.0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233 11 24575,'-59'-6'0,"43"4"0,-1 0 0,-28 1 0,40 1 0,1 1 0,-1-1 0,1 1 0,-1 0 0,1 0 0,-1 1 0,1 0 0,0-1 0,-1 1 0,1 1 0,0-1 0,0 0 0,1 1 0,-5 4 0,5-4 0,0 1 0,0 0 0,1-1 0,-1 1 0,1 1 0,0-1 0,0 0 0,1 0 0,-1 1 0,1-1 0,0 1 0,0-1 0,0 1 0,1-1 0,0 10 0,0 7 0,2-1 0,4 25 0,-4-36 0,51 257-1365,-42-221-5461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7:21:46.5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1 419 24575,'2'-3'0,"0"1"0,0 0 0,0 0 0,0 0 0,1 1 0,-1-1 0,1 1 0,-1-1 0,1 1 0,0 0 0,-1 0 0,1 0 0,0 0 0,0 0 0,0 1 0,5-1 0,-6 1 0,0 1 0,0-1 0,0 1 0,0-1 0,0 1 0,0 0 0,0 0 0,0 0 0,0 0 0,0 0 0,0 0 0,-1 1 0,1-1 0,0 1 0,-1-1 0,0 1 0,1-1 0,-1 1 0,0 0 0,0 0 0,1 0 0,-2-1 0,1 1 0,1 3 0,10 27 0,-1 0 0,-2 1 0,-1 0 0,3 35 0,6 23 0,-15-82 0,3 25 0,-5-34 0,0 0 0,0 1 0,0-1 0,0 0 0,0 0 0,0 0 0,0 0 0,0 1 0,0-1 0,0 0 0,0 0 0,0 0 0,0 1 0,0-1 0,0 0 0,0 0 0,0 0 0,0 0 0,0 1 0,0-1 0,0 0 0,-1 0 0,1 0 0,0 0 0,0 0 0,0 0 0,0 1 0,0-1 0,-1 0 0,1 0 0,0 0 0,0 0 0,0 0 0,0 0 0,-1 0 0,1 0 0,0 0 0,-7-4 0,-7-13 0,13 16 0,-16-25 0,0-1 0,2 0 0,1-2 0,1 0 0,2 0 0,-11-40 0,13 33 0,2-1 0,1 0 0,2 1 0,1-1 0,3-41 0,1 63 0,0 0 0,2 0 0,-1 0 0,2 0 0,0 1 0,0-1 0,1 1 0,1 0 0,11-18 0,-14 26 0,2 0 0,-1 0 0,1 0 0,0 0 0,0 1 0,0 0 0,1 0 0,-1 1 0,1 0 0,0 0 0,1 0 0,-1 0 0,1 1 0,0 0 0,-1 1 0,1-1 0,0 1 0,1 1 0,-1-1 0,0 1 0,9 0 0,-2 1 0,0 1 0,-1 0 0,1 1 0,-1 1 0,0 0 0,0 1 0,0 0 0,0 1 0,-1 0 0,1 1 0,17 12 0,-12-6 0,0 0 0,-2 2 0,1 0 0,-2 0 0,0 2 0,22 28 0,-32-36 0,1 0 0,-1 0 0,-1 0 0,0 1 0,0-1 0,0 1 0,-1 0 0,-1 0 0,0 0 0,0 1 0,0-1 0,-1 0 0,0 11 0,-2-14 0,1 1 0,-1-1 0,-1 0 0,1 0 0,-1 1 0,0-1 0,0 0 0,-1 0 0,1-1 0,-1 1 0,-1 0 0,1-1 0,-1 0 0,0 0 0,0 0 0,-1 0 0,1-1 0,-1 0 0,0 0 0,-6 4 0,0-1-68,0-1 0,-1-1-1,1 0 1,-1-1 0,0 0 0,-1 0-1,1-1 1,-1-1 0,1 0 0,-1-1-1,1-1 1,-1 0 0,0 0 0,0-1-1,1-1 1,-1 0 0,1 0-1,0-2 1,-19-6 0,1-5-6758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7:21:49.3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0 207 24575,'12'-24'0,"14"-53"0,2-1 0,-27 76 0,0 0 0,0-1 0,0 2 0,0-1 0,0 0 0,1 0 0,-1 0 0,0 0 0,1 1 0,-1-1 0,1 1 0,3-3 0,-4 4 0,-1-1 0,1 1 0,-1 0 0,1 0 0,-1 0 0,0 0 0,1 0 0,-1 0 0,1 0 0,-1 0 0,1 0 0,-1 0 0,1 0 0,-1 0 0,1 0 0,-1 0 0,0 0 0,1 0 0,-1 1 0,1-1 0,-1 0 0,1 0 0,-1 1 0,1-1 0,0 1 0,0 0 0,0 1 0,0-1 0,0 0 0,0 1 0,0-1 0,-1 0 0,1 1 0,0-1 0,0 4 0,4 17 0,0 0 0,-2 1 0,-1 0 0,0 0 0,-3 28 0,1-16 0,-37 493-1121,35-512 877,-5 47-6582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7:21:49.7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239 109 24575,'-1'-3'0,"1"-1"0,-1 0 0,0 0 0,0 1 0,0-1 0,0 0 0,-1 1 0,0-1 0,1 1 0,-1 0 0,-1 0 0,1-1 0,0 1 0,-1 1 0,1-1 0,-1 0 0,0 0 0,0 1 0,0 0 0,0 0 0,0 0 0,-1 0 0,1 0 0,-1 0 0,1 1 0,-1 0 0,1 0 0,-1 0 0,0 0 0,0 0 0,0 1 0,1 0 0,-1-1 0,0 1 0,0 1 0,0-1 0,1 1 0,-6 0 0,2 3 0,-1 0 0,1 0 0,-1 1 0,1 0 0,1 0 0,-1 0 0,1 1 0,0 0 0,0 0 0,0 1 0,1-1 0,0 1 0,1 1 0,-1-1 0,-2 8 0,2-5 0,1-1 0,0 1 0,1 0 0,0 0 0,0 1 0,1-1 0,1 0 0,0 1 0,0-1 0,1 1 0,2 19 0,-1-24 0,0 0 0,1-1 0,0 1 0,0 0 0,0-1 0,0 1 0,1-1 0,0 0 0,0 0 0,1 0 0,-1 0 0,1 0 0,0-1 0,1 0 0,-1 0 0,1 0 0,-1 0 0,1-1 0,0 1 0,0-1 0,9 3 0,-6-3 0,0 0 0,0-1 0,0 0 0,1 0 0,-1-1 0,0 0 0,1-1 0,-1 0 0,1 0 0,-1-1 0,0 0 0,1 0 0,-1-1 0,0 0 0,9-3 0,-5-1 0,0 0 0,0-1 0,0 0 0,-1 0 0,0-1 0,0-1 0,-1 0 0,0-1 0,-1 1 0,0-2 0,-1 1 0,0-1 0,0-1 0,-1 1 0,-1-1 0,0-1 0,0 1 0,-1-1 0,-1 0 0,0 0 0,-1 0 0,-1 0 0,2-22 0,-3 30-41,-1 1 0,0 0-1,0 0 1,0 0-1,-1 0 1,1 0 0,-1-1-1,0 1 1,0 0 0,0 0-1,-1 1 1,0-1-1,0 0 1,0 0 0,0 1-1,0-1 1,-1 1 0,1 0-1,-1 0 1,0 0-1,0 0 1,0 0 0,0 0-1,-1 1 1,1-1 0,-1 1-1,1 0 1,-1 0-1,0 1 1,0-1 0,0 1-1,-5-2 1,-16-1-6785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7:21:50.0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92 0 24575,'-7'3'0,"-1"-1"0,0 1 0,1 0 0,0 0 0,-1 1 0,2 0 0,-1 1 0,0-1 0,1 1 0,-10 10 0,15-15 0,1 1 0,0-1 0,-1 1 0,1-1 0,-1 1 0,1 0 0,0-1 0,-1 1 0,1 0 0,0 0 0,0-1 0,0 1 0,-1 0 0,1-1 0,0 1 0,0 0 0,0 0 0,0-1 0,0 1 0,0 0 0,1-1 0,-1 1 0,0 0 0,0 0 0,0-1 0,1 1 0,-1 0 0,0-1 0,1 1 0,-1 0 0,0-1 0,1 1 0,-1-1 0,1 1 0,-1-1 0,1 1 0,-1-1 0,1 1 0,0-1 0,0 1 0,3 1 0,-1 0 0,1 0 0,0 0 0,0-1 0,-1 1 0,6 0 0,35 6 0,0-3 0,1-1 0,81-3 0,-82-2 0,682-30-515,-298 8 282,-288 14-1008,-94 6-4961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7:21:48.9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278 278 24575,'-2'-41'0,"-11"-60"0,12 97 0,-2 55 0,-59 730-425,-41-4-42,95-723 464,-29 181-96,-8 59 52,45-292 28,-2 9 148,1-1 1,1 1 0,1 18-1,-1-26-107,0-1-1,0 0 1,1 1-1,-1-1 1,1 0-1,0 0 1,0 1-1,0-1 1,0 0-1,0 0 1,0 0-1,0 0 1,1 0 0,-1 0-1,1-1 1,-1 1-1,1 0 1,0-1-1,-1 1 1,1-1-1,0 0 1,0 1-1,3 0 1,4 0-19,0 1-1,0-2 1,1 1 0,-1-1 0,0-1 0,1 0-1,-1 0 1,1-1 0,10-2 0,10 1-6,23-2-4,584-24-704,188 69 555,-19 0 169,-739-40-13,0-3 0,103-16 0,-159 16-2,0 0 0,-1-1 0,1-1 1,-1 1-1,1-2 0,18-10 0,-25 13 10,-1-1-1,1 0 0,-1 1 1,0-1-1,0 0 1,0-1-1,0 1 1,0-1-1,-1 1 1,1-1-1,-1 0 0,0 0 1,0 0-1,-1 0 1,1 0-1,-1 0 1,0 0-1,0 0 0,0-1 1,0-4-1,-2-17 101,-1 1-1,-1 0 0,-1 0 0,-1 1 1,-14-40-1,1 2-33,-4-33-74,3-1 0,5 0 0,4-2 0,4 1 0,5-1 0,4 1 0,19-127 0,-2 121 0,33-106 0,47-95 0,-48 150 0,-46 137 0,-1 1 0,-1-1 0,0 0 0,-1 0 0,0-19 0,-3 29 0,0 1 0,-1-1 0,1 1 0,-1-1 0,-1 1 0,1-1 0,-1 1 0,-1 0 0,1-1 0,-1 1 0,0 0 0,0 1 0,0-1 0,-1 0 0,0 1 0,-7-7 0,-1 1 0,0 1 0,-1 0 0,-1 0 0,1 2 0,-2 0 0,1 0 0,-1 1 0,0 1 0,-17-4 0,-25-7 0,-65-8 0,103 22 0,-157-25-196,-182-4 0,-180 25-561,45 23-515,5 45 1003,467-57 252,-88 21-47,95-21 89,0 1 1,0 1-1,0 0 1,1 0-1,-16 12 1,25-16-46,1 0 0,0 1 0,0-1 0,1 1 0,-1-1 0,0 1 0,1 0 0,0 0 0,-1 0 0,1 0 0,0 1 0,1-1 0,-1 0 0,1 1 0,-1-1 0,1 1 0,-1 5 0,1 18-5193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7:21:50.8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386 240 24575,'7'-64'0,"-5"52"0,0 1 0,-1-1 0,-1 0 0,1 0 0,-4-20 0,2 28 0,0 0 0,0 0 0,0 0 0,-1 0 0,0 0 0,0 1 0,0-1 0,0 1 0,0-1 0,-1 1 0,0 0 0,1 0 0,-1 0 0,0 0 0,0 1 0,-1-1 0,1 1 0,-1 0 0,1 0 0,-1 0 0,-4-2 0,0 1 0,-1 0 0,0 1 0,0 0 0,-1 0 0,1 1 0,0 0 0,0 0 0,-1 1 0,1 0 0,0 1 0,-13 2 0,7 0 0,0 1 0,0 0 0,0 1 0,1 0 0,0 2 0,-15 8 0,23-12 0,1 0 0,-1 1 0,1 0 0,0 0 0,1 0 0,-1 1 0,1 0 0,-1 0 0,1 0 0,1 0 0,-1 0 0,1 1 0,0 0 0,0 0 0,-3 12 0,4-13 0,1 1 0,1 0 0,-1 0 0,1 0 0,0-1 0,0 1 0,1 0 0,-1 0 0,1 0 0,1-1 0,-1 1 0,1 0 0,0-1 0,0 0 0,1 1 0,-1-1 0,8 10 0,3 3 0,2-1 0,0 0 0,0-1 0,32 25 0,81 50 0,-73-53 0,-7-5 0,-5-5 0,-2 2 0,-2 1 0,43 43 0,-77-68 0,0-1 0,0 1 0,0 1 0,-1-1 0,0 1 0,0-1 0,-1 1 0,0 0 0,3 8 0,-6-12 0,1 0 0,-1 0 0,1 0 0,-1 0 0,0 0 0,0 0 0,0-1 0,-1 1 0,1 0 0,-1 0 0,1 0 0,-1 0 0,0 0 0,0-1 0,0 1 0,-1 0 0,1-1 0,-1 1 0,1-1 0,-1 1 0,0-1 0,0 0 0,0 0 0,0 0 0,0 0 0,-3 2 0,-6 3 0,1 0 0,-1-1 0,-1 0 0,1-1 0,-1 0 0,0-1 0,0 0 0,0-1 0,-1-1 0,-19 2 0,-6 0 0,-1-3 0,-45-4 0,59 1 69,1-1-1,-1-1 0,1-1 0,-34-11 1,49 13-191,-1-1 0,1 0 0,0-1 0,0 1 0,0-2 0,1 1 0,0-1 0,0-1 0,0 1 1,1-2-1,0 1 0,1-1 0,-9-12 0,-5-17-6704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7:21:51.2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 24575,'22'-5'0,"1"0"0,-22 5 0,0 1 0,0-1 0,0 0 0,-1 0 0,1 1 0,0-1 0,0 1 0,0-1 0,-1 1 0,1-1 0,0 1 0,0-1 0,-1 1 0,1 0 0,0-1 0,-1 1 0,1 0 0,-1 0 0,1-1 0,-1 1 0,1 0 0,-1 0 0,0 0 0,1 0 0,-1 1 0,3 11 0,0-1 0,-1 1 0,0 0 0,-1 0 0,-1 16 0,2 19 0,-1-39 0,4 46 0,15 68 0,-16-108 0,0 0 0,0-1 0,2 1 0,-1-1 0,2-1 0,0 1 0,1-1 0,0 0 0,17 20 0,-22-30 0,0 1 0,1-1 0,-1 0 0,1 0 0,0 0 0,0 0 0,0-1 0,0 0 0,1 0 0,-1 0 0,1 0 0,-1 0 0,1-1 0,-1 0 0,1 0 0,0 0 0,0-1 0,0 0 0,-1 0 0,1 0 0,9-1 0,-5-1 0,-1-1 0,-1 0 0,1 0 0,0 0 0,-1-1 0,1 0 0,-1 0 0,0-1 0,-1 0 0,1 0 0,-1-1 0,6-6 0,8-10 0,-1-2 0,-1 0 0,-1-1 0,-1-1 0,23-51 0,-19 29 0,-3 0 0,19-81 0,-31 100 0,-4 19 0,-3 15 0,-11 47 0,2 0 0,3 0 0,2 1 0,2 0 0,3 0 0,5 56 0,-1-78-195,0 0 0,2 0 0,1 0 0,2-1 0,1 0 0,15 34 0,-5-27-6631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7:21:51.7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 24575,'0'-14'0,"1"26"0,1 10 0,6 43 0,14 161 0,-20-179 0,-1 0 0,-11 82 0,6-111 0,4-18 0,0 0 0,0 0 0,0 0 0,0 0 0,0 0 0,0 0 0,0 0 0,0 0 0,0-1 0,0 1 0,0 0 0,0 0 0,0 0 0,0 0 0,0 0 0,-1 0 0,1 0 0,0 0 0,0 0 0,0 0 0,0 0 0,0 0 0,0 0 0,0 0 0,0 0 0,0 0 0,0 0 0,0 0 0,0 0 0,3-31 0,11-33 0,22-64 0,-35 125 0,0 0 0,0 0 0,0-1 0,1 1 0,-1 0 0,1 0 0,0 1 0,0-1 0,0 0 0,1 0 0,-1 1 0,0-1 0,1 1 0,5-4 0,-4 4 0,0 1 0,0-1 0,1 1 0,-1 0 0,1 0 0,-1 0 0,1 0 0,-1 1 0,1 0 0,7 0 0,15 2 0,-1-2 0,1-1 0,-1-1 0,43-9 0,-63 10 0,0-1 0,0 0 0,0 0 0,0 0 0,0-1 0,-1 1 0,1-2 0,-1 1 0,0-1 0,0 1 0,0-1 0,0-1 0,-1 1 0,1-1 0,-1 1 0,0-1 0,-1 0 0,1-1 0,-1 1 0,0-1 0,-1 1 0,1-1 0,-1 0 0,0 0 0,2-10 0,-2 6 0,-1 0 0,1 0 0,-2 0 0,1 0 0,-2 0 0,1 0 0,-1 0 0,-4-17 0,5 26 0,0 1 0,0 0 0,-1-1 0,1 1 0,0-1 0,0 1 0,0 0 0,0-1 0,0 1 0,-1 0 0,1-1 0,0 1 0,0-1 0,-1 1 0,1 0 0,0 0 0,0-1 0,-1 1 0,1 0 0,0 0 0,-1-1 0,1 1 0,0 0 0,-1 0 0,1 0 0,0-1 0,-1 1 0,1 0 0,-1 0 0,0 0 0,-7 9 0,-4 19 0,5-1 0,1-1 0,2 1 0,-3 43 0,6 84 0,2-129 0,0 18 171,11 65 0,-8-86-513,1 1 1,2-1 0,0-1-1,14 32 1,-2-18-6485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7:21:52.1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94 359 24575,'5'-17'0,"3"-34"0,-5 22 0,-3 23 0,-1 6 0,-103 373 0,100-356 0,4-17 0,0 0 0,0 0 0,0-1 0,0 1 0,0 0 0,0 0 0,0 0 0,0 0 0,0 0 0,0 0 0,0 0 0,0 0 0,0 0 0,0 0 0,0 0 0,0 0 0,0 1 0,0-1 0,1 0 0,-1 0 0,0 0 0,0 0 0,0 0 0,0 0 0,0 0 0,0 0 0,11-28 0,32-106 0,19-55 0,-43 140 0,43-80 0,-54 114 0,1 1 0,0 0 0,1 1 0,20-20 0,-27 30 0,0 0 0,1 0 0,-1 0 0,1 1 0,0 0 0,-1-1 0,1 1 0,0 1 0,1-1 0,3-1 0,-5 3 0,-1-1 0,1 1 0,-1 0 0,1 0 0,0 0 0,-1 0 0,1 1 0,-1-1 0,1 1 0,-1-1 0,0 1 0,1 0 0,-1 0 0,1 0 0,-1 0 0,0 0 0,0 1 0,4 2 0,0 1 0,-1 1 0,0 0 0,0 0 0,0 0 0,0 0 0,-1 1 0,0-1 0,-1 1 0,0 0 0,0 1 0,2 7 0,4 15 0,7 42 0,-15-64 0,9 52-273,-2-1 0,-3 1 0,-3 0 0,-6 70 0,0-91-6553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7:21:52.7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40 502 24575,'-4'-3'0,"0"-1"0,1 1 0,-1-1 0,0 0 0,1 0 0,0 0 0,0 0 0,0 0 0,1-1 0,-5-9 0,7 14 0,0-1 0,0 1 0,0-1 0,0 1 0,1-1 0,-1 1 0,0-1 0,0 1 0,0-1 0,0 1 0,0 0 0,1-1 0,-1 1 0,0-1 0,0 1 0,1-1 0,-1 1 0,0 0 0,1-1 0,-1 1 0,1 0 0,-1-1 0,0 1 0,1 0 0,-1-1 0,1 1 0,-1 0 0,1 0 0,-1 0 0,1-1 0,0 1 0,19-4 0,-15 4 0,197-23 0,-96 14 0,105-25 0,-144 16 0,-62 16 0,0 0 0,0-1 0,0 1 0,0-1 0,-1 0 0,1 0 0,-1 0 0,0-1 0,0 1 0,5-6 0,-9 8 0,1 0 0,0 0 0,-1 0 0,1 0 0,-1 0 0,1 0 0,-1 0 0,0-1 0,1 1 0,-1 0 0,0 0 0,0 0 0,0 0 0,0-1 0,0 1 0,0 0 0,-1-2 0,1 2 0,0 1 0,0 0 0,0-1 0,0 1 0,-1-1 0,1 1 0,0 0 0,0-1 0,-1 1 0,1 0 0,0-1 0,0 1 0,-1 0 0,1 0 0,-1-1 0,1 1 0,0 0 0,-1 0 0,1 0 0,0-1 0,-1 1 0,1 0 0,-1 0 0,1 0 0,0 0 0,-1 0 0,1 0 0,-1 0 0,1 0 0,0 0 0,-1 0 0,1 0 0,-1 0 0,1 0 0,-1 0 0,1 0 0,0 1 0,-1-1 0,1 0 0,0 0 0,-1 0 0,1 1 0,-1-1 0,1 0 0,0 0 0,0 1 0,-1-1 0,1 0 0,0 1 0,-1-1 0,-2 3 0,-1 1 0,1-1 0,0 1 0,0 0 0,0-1 0,1 1 0,-1 0 0,1 0 0,0 1 0,-3 8 0,-12 49 0,8-10 0,2 1 0,3 1 0,2-1 0,6 69 0,-4-117 0,1 0 0,0 0 0,0-1 0,0 1 0,0 0 0,1 0 0,-1-1 0,4 6 0,-5-10 0,1 1 0,-1 0 0,1 0 0,-1-1 0,1 1 0,0 0 0,-1-1 0,1 1 0,0 0 0,-1-1 0,1 1 0,0-1 0,0 1 0,-1-1 0,1 0 0,0 1 0,0-1 0,0 0 0,0 0 0,1 1 0,-1-1 0,0-1 0,1 1 0,-1 0 0,0-1 0,1 1 0,-1 0 0,0-1 0,1 0 0,-1 1 0,0-1 0,0 0 0,0 0 0,0 1 0,0-1 0,0 0 0,0 0 0,2-2 0,4-6 0,0 0 0,0-1 0,-1 0 0,0 0 0,-1 0 0,6-15 0,21-71 0,-24 71 0,73-262 0,-70 256 0,-5 20 0,-5 11 0,-1 0 0,0 0 0,0 0 0,0 0 0,0 0 0,1 0 0,-1 0 0,0 0 0,0 0 0,0 0 0,1 0 0,-1 0 0,0 0 0,0 0 0,0 1 0,0-1 0,1 0 0,-1 0 0,0 0 0,0 0 0,0 0 0,0 0 0,0 0 0,1 1 0,-1-1 0,0 0 0,0 0 0,0 0 0,0 0 0,0 1 0,0-1 0,0 0 0,0 0 0,0 0 0,1 0 0,-1 1 0,0-1 0,0 0 0,0 0 0,0 0 0,0 1 0,0-1 0,0 0 0,0 0 0,0 0 0,-1 1 0,1-1 0,0 0 0,0 0 0,4 31 0,-2-1 0,-3 45 0,2 26 0,0-83 0,8 61 0,-8-71 0,1 0 0,0 0 0,0 0 0,1-1 0,0 1 0,0-1 0,6 10 0,-8-15 0,0 0 0,1 0 0,-1-1 0,0 1 0,1-1 0,-1 1 0,1-1 0,0 1 0,-1-1 0,1 0 0,0 0 0,0 0 0,0 0 0,0 0 0,0 0 0,0 0 0,0-1 0,0 1 0,4 0 0,-3-1 0,0 0 0,0-1 0,0 1 0,0-1 0,-1 1 0,1-1 0,0 0 0,0 0 0,0 0 0,-1 0 0,1-1 0,4-2 0,2-3 0,0-1 0,0 0 0,0-1 0,-1 0 0,13-18 0,3-10 0,-1-1 0,-2-1 0,-2-1 0,18-52 0,-16 28 0,-3-1 0,11-74 0,-26 124 0,-1-1 0,0-29 0,-5 34 0,-3 13 0,-6 16 0,3 2-273,1-1 0,1 1 0,1 1 0,-7 40 0,8-27-6553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7:21:53.1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1 304 24575,'19'-6'0,"-18"5"0,1 0 0,-1 0 0,1 0 0,0 1 0,-1-1 0,1 1 0,0-1 0,-1 1 0,1-1 0,2 1 0,-4 0 0,1 1 0,0-1 0,-1 0 0,1 1 0,0-1 0,-1 1 0,1-1 0,-1 0 0,1 1 0,0 0 0,-1-1 0,0 1 0,1-1 0,-1 1 0,1-1 0,-1 1 0,0 0 0,1-1 0,-1 1 0,0 0 0,1 0 0,-1-1 0,0 1 0,0 0 0,0-1 0,0 1 0,0 0 0,0 0 0,0-1 0,0 2 0,0 19 0,-1 0 0,0-1 0,-2 0 0,-9 36 0,3-10 0,-1 5 0,3 0 0,-1 66 0,8-114 0,1 0 0,-1 1 0,0-1 0,1 0 0,0 0 0,0 1 0,2 3 0,-3-6 0,0-1 0,0 0 0,0 1 0,0-1 0,1 0 0,-1 1 0,0-1 0,0 0 0,1 1 0,-1-1 0,0 0 0,1 0 0,-1 1 0,0-1 0,1 0 0,-1 0 0,0 0 0,1 1 0,-1-1 0,0 0 0,1 0 0,-1 0 0,1 0 0,0 0 0,0 0 0,-1 0 0,1 0 0,0-1 0,0 1 0,0-1 0,-1 1 0,1-1 0,0 1 0,-1-1 0,1 1 0,0-1 0,-1 1 0,1-1 0,-1 0 0,1 0 0,-1 1 0,1-2 0,10-17 0,-2 0 0,0-1 0,-1 0 0,8-32 0,-6 20 0,18-57 0,9-32 0,58-124 0,-90 234 0,28-51 0,-31 57 0,1 1 0,0 0 0,0 0 0,1 0 0,0 0 0,-1 1 0,1 0 0,0-1 0,0 1 0,9-4 0,-12 6 0,1 1 0,-1-1 0,0 1 0,1-1 0,-1 1 0,0 0 0,0 0 0,1 0 0,-1 0 0,0 0 0,1 0 0,-1 0 0,0 0 0,1 0 0,-1 1 0,0-1 0,1 0 0,-1 1 0,0-1 0,0 1 0,0 0 0,1-1 0,-1 1 0,0 0 0,0 0 0,0 0 0,0-1 0,0 1 0,0 0 0,-1 0 0,1 0 0,0 1 0,0-1 0,-1 0 0,1 1 0,3 5 0,0 1 0,-1-1 0,-1 1 0,4 11 0,3 24 0,-1 0 0,-3 0 0,1 60 0,-13 134 0,5-203 0,0 13 73,0 19-553,-4 1 1,-14 70 0,13-113-6347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7:21:53.3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26 129 24575,'-4'-8'0,"0"-1"0,0 0 0,0 0 0,1-1 0,-2-12 0,4 21 0,1-1 0,0 0 0,0 0 0,0 0 0,0 0 0,0 1 0,0-1 0,0 0 0,0 0 0,1 0 0,-1 0 0,1 1 0,0-1 0,-1 0 0,1 1 0,0-1 0,0 0 0,0 1 0,0-1 0,0 1 0,0-1 0,1 1 0,-1 0 0,0 0 0,1-1 0,-1 1 0,1 0 0,-1 0 0,1 0 0,0 0 0,-1 1 0,1-1 0,0 0 0,0 1 0,2-1 0,17-3 0,1 1 0,0 1 0,-1 1 0,35 2 0,-17 1 0,274 1 0,-309-2 0,1-2 0,0 1 0,0 1 0,0-1 0,0 1 0,0 0 0,0 0 0,-1 0 0,10 4 0,-14-5-34,1 0 0,-1 1 0,0-1 0,0 0 0,0 0-1,1 0 1,-1 0 0,0 0 0,0 0 0,0 1 0,0-1 0,0 0 0,1 0-1,-1 0 1,0 0 0,0 1 0,0-1 0,0 0 0,0 0 0,0 0-1,0 1 1,0-1 0,0 0 0,0 0 0,0 0 0,0 1 0,0-1 0,0 0-1,0 0 1,0 1 0,0-1 0,0 0 0,0 0 0,0 0 0,0 1 0,0-1-1,0 0 1,0 0 0,-1 1 0,-7 5-6792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7:21:54.5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102 65 24575,'-11'-10'0,"-1"-1"0,0 1 0,0 1 0,-22-13 0,33 22 0,1 0 0,0 0 0,-1-1 0,1 1 0,-1 0 0,1 0 0,-1-1 0,1 1 0,-1 0 0,0 0 0,1 0 0,-1 0 0,1 0 0,-1 0 0,1 0 0,-1 0 0,1 0 0,-1 0 0,1 0 0,-1 0 0,1 0 0,-1 0 0,0 0 0,1 1 0,-1-1 0,1 0 0,0 0 0,-1 1 0,1-1 0,-1 1 0,0 0 0,0 0 0,1 0 0,-1 0 0,1 0 0,0 0 0,-1 0 0,1 1 0,0-1 0,0 0 0,-1 0 0,1 0 0,0 0 0,0 2 0,8 43 0,-7-41 0,50 200 303,22 110-1971,-61-244-5158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7:21:54.6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24575,'3'12'0,"0"16"0,1 14 0,-1 10 0,-1 4 0,-1 2 0,0 0 0,-1-1 0,0 1 0,0 0 0,0-1 0,3-1 0,4 1 0,0-8-8191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7:21:54.7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 1 24575,'-3'12'0,"-4"15"0,-1 13 0,2 7 0,1 9 0,1-6-8191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7:21:54.9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24575,'0'14'0,"0"18"0,0 14 0,0 12 0,0 7 0,0 5 0,0-1 0,0 0 0,0 0 0,0 0 0,0 3 0,0 1 0,0 3 0,0-11-8191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7:21:55.1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24575,'0'15'0,"3"16"0,4 16 0,3 10 0,4 12 0,-2 4 0,2 0 0,0-1 0,1-1 0,-2-12-8191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7:21:37.7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145 122 24575,'0'-1'0,"0"0"0,0 0 0,0 0 0,0 0 0,1 0 0,-1 0 0,0 0 0,0 0 0,1 0 0,-1 0 0,1 0 0,-1 0 0,1 0 0,-1 0 0,1 0 0,0 0 0,-1 0 0,1 0 0,0 1 0,0-1 0,-1 0 0,1 1 0,0-1 0,0 0 0,0 1 0,0-1 0,0 1 0,0 0 0,0-1 0,0 1 0,0 0 0,0-1 0,0 1 0,0 0 0,0 0 0,1 0 0,-1 0 0,0 0 0,0 0 0,0 0 0,0 1 0,0-1 0,0 0 0,0 0 0,1 1 0,2 0 0,0 0 0,0 0 0,0 1 0,-1-1 0,1 1 0,-1 0 0,1-1 0,-1 2 0,0-1 0,1 0 0,3 5 0,-5-5 0,0 1 0,0 0 0,-1 0 0,1 0 0,-1 0 0,1 0 0,-1 1 0,0-1 0,-1 0 0,1 0 0,0 1 0,-1-1 0,0 0 0,0 1 0,0-1 0,0 1 0,0-1 0,-1 0 0,1 1 0,-1-1 0,0 0 0,0 0 0,-2 5 0,-4 7 0,-1 0 0,0 0 0,-18 22 0,2-1 0,-7 18 0,-43 107 0,61-127 0,2 1 0,1 0 0,2 0 0,-6 58 0,13-79 0,1 1 0,0-1 0,1 0 0,0 0 0,1 0 0,1 0 0,0 0 0,1 0 0,0-1 0,9 17 0,-9-21 0,2 0 0,-1 0 0,1-1 0,0 0 0,1 0 0,0-1 0,0 1 0,0-1 0,1-1 0,0 0 0,1 0 0,-1 0 0,1-1 0,19 7 0,-9-5 0,0-1 0,1-1 0,0-2 0,0 1 0,0-2 0,0-1 0,0 0 0,0-2 0,0 0 0,1-1 0,36-10 0,-22 3 0,-1-1 0,0-2 0,-1-2 0,-1-1 0,59-36 0,-68 35 0,0-1 0,-1-1 0,-1 0 0,-1-2 0,0 0 0,-2-2 0,-1 0 0,0 0 0,-2-2 0,25-49 0,-31 53 0,-1 0 0,-1 0 0,-1-1 0,-1 0 0,-1 0 0,-1 0 0,0 0 0,-2 0 0,-1-1 0,0 1 0,-1-1 0,-2 1 0,0 0 0,-12-41 0,9 44 16,-1 0-1,-1 1 1,0 0-1,-1 1 1,-1 0-1,-1 0 1,0 1-1,-1 1 1,0 0-1,-25-22 1,19 22 3,-1 0 0,-1 1 0,1 1 0,-2 0 0,0 2 0,0 1 0,-1 0 0,-25-6 0,22 9-120,-1 0 1,0 2-1,0 0 1,-1 2 0,1 1-1,0 2 1,-1 0-1,1 1 1,0 2 0,0 1-1,0 1 1,1 1 0,0 1-1,0 1 1,1 1-1,-25 15 1,-3 9-6726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7:21:38.2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122 1 24575,'-1'44'0,"-3"-1"0,-10 55 0,-28 83 0,25-116 0,2 1 0,3 0 0,-4 84 0,15-136 0,2 0 0,0 0 0,0 0 0,1 0 0,1 0 0,1 0 0,0-1 0,0 0 0,1 1 0,1-2 0,14 24 0,-14-27 0,0-1 0,1 0 0,0 0 0,0 0 0,1-1 0,0 0 0,0-1 0,1 0 0,0 0 0,0-1 0,0 0 0,1 0 0,0-1 0,0-1 0,0 1 0,14 1 0,0 0 0,-1-2 0,1-1 0,0-2 0,0 0 0,0-1 0,0-1 0,36-8 0,-41 5 0,0 0 0,0-1 0,-1-1 0,0-1 0,-1 0 0,0-1 0,0-1 0,-1-1 0,27-22 0,-37 27 0,1 0 0,-1-1 0,0 0 0,-1 0 0,1-1 0,-1 1 0,-1-1 0,1 0 0,-2-1 0,1 1 0,-1-1 0,3-12 0,-4 11 0,-1-1 0,0 0 0,-1 0 0,0 1 0,0-1 0,-1 0 0,-1 0 0,0 1 0,0-1 0,-5-11 0,-7-18 0,-2 1 0,-2 1 0,-29-46 0,-78-100 0,105 157 0,-36-48 0,49 66 0,-1 0 0,-1 1 0,1 0 0,-1 0 0,-16-9 0,25 17 5,0-1 1,0 1-1,-1 0 0,1 0 0,0-1 0,0 1 0,-1 0 1,1 0-1,0 0 0,-1-1 0,1 1 0,0 0 0,-1 0 1,1 0-1,0 0 0,-1 0 0,1 0 0,0 0 1,-1 0-1,1 0 0,0 0 0,-1 0 0,1 0 0,-1 0 1,1 0-1,0 0 0,-1 0 0,1 0 0,0 0 0,-1 0 1,1 0-1,-1 1 0,3 10 166,13 15-1878,-5-14-5119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7:21:38.8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34 418 24575,'-2'0'0,"1"0"0,-1 0 0,0-1 0,1 1 0,-1 0 0,1-1 0,-1 1 0,1-1 0,-1 0 0,1 1 0,-1-1 0,1 0 0,-1 0 0,1 0 0,0 0 0,0 0 0,-1 0 0,1 0 0,0 0 0,-1-2 0,1 2 0,1 0 0,0 0 0,0 1 0,-1-1 0,1 0 0,0 0 0,0 0 0,0 0 0,0 1 0,0-1 0,0 0 0,0 0 0,0 0 0,0 0 0,0 1 0,0-1 0,0 0 0,1 0 0,-1 0 0,0 1 0,1-1 0,-1 0 0,1 0 0,-1 1 0,0-1 0,1 0 0,0 1 0,-1-1 0,1 1 0,-1-1 0,1 1 0,0-1 0,-1 1 0,1-1 0,0 1 0,0-1 0,-1 1 0,1 0 0,0-1 0,0 1 0,0 0 0,15-6 0,0 1 0,0 0 0,0 2 0,1 0 0,31-2 0,-18 2 0,626-40-870,-405 31 389,-79 3-476,670-44 299,-813 50 641,30-1 78,88-19 0,-118 14 590,-28 9-630,-1 0-1,0 0 1,1-1-1,-1 1 0,0 0 1,1 0-1,-1 0 1,0 0-1,1-1 0,-1 1 1,0 0-1,0 0 1,1-1-1,-1 1 0,0 0 1,0 0-1,0-1 1,1 1-1,-1 0 0,0 0 1,0-1-1,0 1 1,0 0-1,0-1 1,0 1-1,0 0 0,0-1 1,1 1-1,-1 0 1,0-1-1,0 1 0,-1-1 1,-7-7 657,-21-2-92,27 9-646,-128-27 209,2 0-21,110 23-117,0-1 0,1-1 0,-1 0 0,-29-19 0,44 24-11,0 0 0,0-1 0,0 1 0,0-1 0,0 0 0,1 0 0,-1 0 0,-3-6 0,5 8 0,1 1 0,0-1 0,0 0 0,-1 1 0,1-1 0,0 1 0,0-1 0,0 1 0,0-1 0,0 0 0,0 1 0,0-1 0,0 1 0,0-1 0,0 0 0,0 1 0,0-1 0,0 1 0,0-1 0,0 0 0,1 1 0,-1-1 0,0 1 0,1-1 0,0 0 0,0 0 0,0 0 0,0 1 0,0-1 0,0 0 0,0 1 0,0-1 0,0 1 0,1-1 0,-1 1 0,0 0 0,0-1 0,1 1 0,-1 0 0,0 0 0,2 0 0,6 0 0,0 1 0,0-1 0,0 2 0,0-1 0,-1 1 0,1 1 0,0 0 0,-1 0 0,12 6 0,12 8 0,29 21 0,-48-29 0,7 3 0,0 2 0,-1 1 0,-1 0 0,20 22 0,-33-32 0,-1 1 0,0-1 0,0 1 0,0 0 0,-1 0 0,0 0 0,0 1 0,3 9 0,-5-12 0,0 0 0,-1 0 0,1 0 0,-1 0 0,0 1 0,0-1 0,0 0 0,-1 0 0,0 1 0,1-1 0,-2 0 0,1 0 0,0 0 0,-1 0 0,-1 4 0,-4 2-151,0 0-1,-1 0 0,0 0 0,-1-1 1,0-1-1,0 1 0,0-1 1,-21 12-1,-10 7-6674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7:21:39.7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106 807 24575,'-102'-93'0,"99"92"0,4 6 0,9 13 0,-6-11 0,26 56 0,-2 1 0,-3 1 0,-2 1 0,24 130 0,-28-79 0,-5 0 0,-2 129 0,-20-6 0,2-133 0,11 160 0,-3-246 0,1-1 0,1 1 0,1 0 0,1-1 0,0 0 0,19 37 0,-18-44 0,0-2 0,1 1 0,1-1 0,-1 0 0,2 0 0,0-1 0,0-1 0,0 0 0,1 0 0,1-1 0,17 11 0,0-6 10,-1 0-1,2-2 1,-1 0-1,2-3 0,48 9 1,162 6-293,239-17-1308,6-24-288,-296 9 1639,2825-143-5282,-1503 72 3580,-1398 74 1957,301-18 397,-6-22 2782,-392 43-3173,95-19 1637,-99 19-1305,0-2-1,1 0 0,-1 0 0,-1-1 0,22-14 1,-30 17-217,1 0 0,-2-1 1,1 0-1,0 1 0,-1-1 1,1-1-1,-1 1 0,-1 0 1,1-1-1,0 0 0,-1 1 1,0-1-1,0 0 0,-1 0 1,1 0-1,-1 0 0,0-1 1,0 1-1,-1 0 0,1 0 1,-1-1-1,-2-9 0,-1-7 19,0 0-1,-2 0 1,-1 1-1,-9-23 1,-225-526-77,-79 17-78,226 404 0,7-3 0,-74-184 0,159 335 0,-16-38 0,-38-64 0,48 92 0,-1 1 0,1 0 0,-2 0 0,1 1 0,-1 0 0,-1 0 0,1 1 0,-2 0 0,1 1 0,-17-9 0,10 9 0,0 0 0,0 1 0,-1 1 0,1 1 0,-22-3 0,-95-2 0,121 8 0,-685 7-2307,-4 38-1306,477-28 2990,-2422 206-1591,1316-104 1358,1232-110 1255,-134 15 1711,208-16-1990,25-7-147,-1 0 0,1 1 0,0-1 1,0 0-1,0 0 0,0 0 0,0 0 0,0 0 1,0 0-1,0 1 0,-1-1 0,1 0 0,0 0 1,0 0-1,0 0 0,0 0 0,0 1 0,0-1 1,0 0-1,0 0 0,0 0 0,0 0 0,0 0 1,0 1-1,0-1 0,0 0 0,0 0 0,0 0 1,0 0-1,0 1 0,0-1 0,0 0 0,0 0 1,0 0-1,1 0 0,-1 0 0,0 0 0,0 1 1,0-1-1,0 0 0,0 0 0,0 0 0,0 0 1,1 0-1,-1 0 26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7:21:40.7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170 567 24575,'-4'0'0,"-1"-1"0,0 0 0,1 0 0,-1 0 0,0 0 0,1-1 0,-1 0 0,1 0 0,0 0 0,-7-5 0,-36-31 0,6-5 0,38 40 0,0-1 0,1 0 0,-1 1 0,1-1 0,0 0 0,0-1 0,0 1 0,1 0 0,0-1 0,-2-7 0,3 11 0,-1 0 0,1 0 0,0 1 0,0-1 0,0 0 0,-1 0 0,1 0 0,0 0 0,0 0 0,0 0 0,1 1 0,-1-1 0,0 0 0,0 0 0,0 0 0,1 0 0,-1 1 0,0-1 0,1 0 0,-1 0 0,1 0 0,-1 1 0,1-1 0,-1 0 0,1 1 0,-1-1 0,1 0 0,0 1 0,-1-1 0,1 1 0,0-1 0,0 1 0,-1 0 0,1-1 0,0 1 0,0-1 0,0 1 0,0 0 0,-1 0 0,1 0 0,0 0 0,0-1 0,0 1 0,0 0 0,0 0 0,0 0 0,-1 1 0,1-1 0,0 0 0,0 0 0,0 0 0,0 1 0,-1-1 0,1 0 0,2 2 0,2 0 0,1 0 0,0 1 0,-1 0 0,0 0 0,1 1 0,6 6 0,1 3 0,-1 0 0,0 2 0,-1-1 0,-1 1 0,0 1 0,9 22 0,-6-11 0,-2 1 0,-1 0 0,7 33 0,-15-50 0,0 1 0,0 0 0,-1 21 0,-1-29 0,0-1 0,-1 1 0,1-1 0,-1 1 0,0 0 0,0-1 0,-2 6 0,2-8 0,0 0 0,1 1 0,-1-1 0,0 0 0,0 0 0,0 0 0,0 0 0,0 0 0,0 0 0,0 0 0,-1 0 0,1 0 0,0 0 0,0-1 0,-1 1 0,1 0 0,-1-1 0,-2 1 0,2 0 0,0-1 0,-1 0 0,1 0 0,-1-1 0,1 1 0,0 0 0,-1-1 0,1 0 0,0 1 0,0-1 0,-1 0 0,1 0 0,0 0 0,0 0 0,0-1 0,0 1 0,0-1 0,1 1 0,-1-1 0,-2-2 0,-3-3 0,1-1 0,-1 1 0,-8-16 0,3 1 0,1-1 0,1 0 0,1-1 0,1 0 0,-6-33 0,-13-127 0,25 159 0,0 0 0,2-1 0,0 1 0,2 0 0,5-26 0,-6 45 0,1-1 0,-1 1 0,1-1 0,1 1 0,-1 0 0,1 0 0,0 0 0,0 0 0,1 0 0,0 1 0,0-1 0,0 1 0,1 0 0,-1 0 0,1 1 0,1-1 0,-1 1 0,0 1 0,1-1 0,0 0 0,0 1 0,0 1 0,12-5 0,-6 4 0,0 1 0,0 0 0,0 1 0,0 0 0,1 1 0,-1 1 0,0-1 0,0 2 0,0 0 0,0 0 0,12 5 0,-6-1 0,0 1 0,-1 0 0,0 1 0,-1 1 0,0 1 0,23 17 0,-34-23 0,-1-1 0,0 1 0,0 0 0,0 0 0,-1 0 0,1 0 0,-1 1 0,0-1 0,0 1 0,-1 0 0,1 0 0,-1 0 0,0 0 0,1 7 0,-2-7 0,-1-1 0,1 0 0,-1 0 0,0 0 0,-1 1 0,1-1 0,-1 0 0,0 0 0,0 0 0,0 0 0,-1 0 0,1 0 0,-1 0 0,0 0 0,0-1 0,0 1 0,0-1 0,-1 1 0,-3 2 0,-3 4 0,-1 0 0,-1-1 0,1-1 0,-2 0 0,-16 10 0,12-9 0,-26 22 0,41-31 0,1 0 0,-1 1 0,1-1 0,-1 0 0,1 1 0,-1-1 0,1 1 0,-1-1 0,1 1 0,-1-1 0,1 1 0,-1-1 0,1 1 0,0 0 0,-1-1 0,1 1 0,0 0 0,0-1 0,-1 1 0,1 0 0,0-1 0,0 1 0,0 0 0,0-1 0,0 1 0,0 0 0,0-1 0,0 1 0,0 0 0,0-1 0,0 1 0,1 0 0,-1-1 0,0 1 0,0 0 0,1-1 0,-1 1 0,0 0 0,1-1 0,-1 1 0,1-1 0,-1 1 0,0-1 0,2 1 0,2 2 0,0 0 0,0 0 0,0-1 0,1 0 0,6 3 0,1 0 0,3 3 0,0 0 0,0 1 0,0 1 0,-1 1 0,23 21 0,-34-29 0,0 1 0,-1-1 0,1 1 0,0 0 0,-1-1 0,0 1 0,0 0 0,0 0 0,0 1 0,-1-1 0,0 0 0,1 6 0,-1-7 0,-1 0 0,-1 1 0,1-1 0,0 0 0,-1 0 0,0 1 0,1-1 0,-1 0 0,0 0 0,-1 0 0,1 0 0,0 0 0,-1-1 0,0 1 0,0 0 0,0-1 0,0 1 0,0-1 0,-3 3 0,-2 1 0,-1 0 0,0 0 0,-1 0 0,1-2 0,-1 1 0,0-1 0,0 0 0,-1-1 0,1 0 0,-1 0 0,1-1 0,-1 0 0,0-1 0,0 0 0,0 0 0,0-1 0,1-1 0,-1 0 0,0 0 0,-12-4 0,19 5 0,0-1 0,0-1 0,0 1 0,0 0 0,0-1 0,0 1 0,1-1 0,-1 0 0,0 0 0,1 0 0,0 0 0,-1-1 0,1 1 0,0 0 0,0-1 0,0 0 0,1 1 0,-1-1 0,-1-4 0,2 3 0,0 0 0,1 1 0,-1-1 0,1 0 0,0 0 0,0 0 0,0 0 0,0 0 0,1 0 0,0 0 0,-1 0 0,1 1 0,3-7 0,3-4 0,0 0 0,0 0 0,1 1 0,1 0 0,1 1 0,19-21 0,-7 11 0,2 2 0,1 0 0,0 1 0,2 1 0,0 2 0,1 1 0,0 1 0,1 1 0,0 1 0,1 2 0,1 1 0,57-8 0,-82 16 0,0 0 0,1 1 0,-1 0 0,0 0 0,1 1 0,-1-1 0,0 1 0,0 1 0,1-1 0,-1 1 0,0 0 0,-1 1 0,8 3 0,-9-3 0,0 0 0,0 0 0,0 1 0,0-1 0,0 1 0,-1 0 0,1 0 0,-1 1 0,0-1 0,-1 0 0,1 1 0,-1 0 0,0 0 0,0 0 0,3 9 0,1 21 0,-1-1 0,-1 1 0,-2 0 0,-4 55 0,1-36 0,1-46 0,0-4 0,0 1 0,0-1 0,-1 0 0,1 1 0,-1-1 0,-1 6 0,2-11 0,0 1 0,0 0 0,0 0 0,0 0 0,0 0 0,0 0 0,0 0 0,0 0 0,0-1 0,0 1 0,0 0 0,0 0 0,-1 0 0,1 0 0,0 0 0,0 0 0,0 0 0,0 0 0,0 0 0,0 0 0,0 0 0,0-1 0,0 1 0,0 0 0,-1 0 0,1 0 0,0 0 0,0 0 0,0 0 0,0 0 0,0 0 0,0 0 0,0 0 0,0 0 0,-1 0 0,1 0 0,0 0 0,0 0 0,0 0 0,0 0 0,0 0 0,0 0 0,0 0 0,0 0 0,-1 0 0,1 0 0,0 0 0,0 0 0,0 0 0,0 1 0,0-1 0,0 0 0,0 0 0,0 0 0,0 0 0,0 0 0,-1 0 0,1 0 0,0 0 0,0 0 0,0 0 0,0 1 0,0-1 0,0 0 0,0 0 0,0 0 0,-3-10 0,-2-34 0,2 0 0,2 0 0,4-50 0,-2 72 0,0 1 0,15-173 0,-12 170 0,0 1 0,1 0 0,2 0 0,0 0 0,2 1 0,11-23 0,-17 41 0,-1 0 0,1-1 0,0 1 0,0 0 0,0 1 0,0-1 0,1 1 0,-1-1 0,1 1 0,0 0 0,4-3 0,-6 5 0,0 0 0,1 1 0,-1-1 0,0 0 0,0 1 0,0-1 0,1 1 0,-1 0 0,0 0 0,1 0 0,-1 0 0,0 0 0,0 0 0,1 1 0,-1-1 0,0 1 0,0-1 0,0 1 0,1 0 0,-1 0 0,0 0 0,0 0 0,0 0 0,-1 0 0,4 3 0,4 4 0,0 1 0,-1-1 0,0 1 0,0 1 0,-1 0 0,0 0 0,-1 0 0,7 15 0,35 95 0,-45-110 0,21 59 0,25 133 0,-47-190-341,0-1 0,-1 0-1,-1 19 1,-2-12-6485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7:21:41.2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21 536 24575,'-6'-11'0,"3"7"0,1 0 0,0 0 0,1 0 0,-1 0 0,1 0 0,-2-6 0,3 9 0,0 0 0,0 0 0,0 0 0,0 0 0,0 0 0,0 0 0,0 0 0,1 1 0,-1-1 0,0 0 0,0 0 0,1 0 0,-1 0 0,1 0 0,-1 1 0,1-1 0,-1 0 0,1 0 0,0 1 0,-1-1 0,1 0 0,0 1 0,-1-1 0,1 1 0,0-1 0,0 1 0,0-1 0,-1 1 0,1-1 0,0 1 0,0 0 0,0-1 0,0 1 0,0 0 0,1 0 0,10-2 0,0 0 0,1 1 0,19 0 0,15 0 0,2-7 0,-1-1 0,0-2 0,0-3 0,-1-1 0,-1-3 0,-1-2 0,73-42 0,-93 46 0,-2 0 0,0-1 0,32-31 0,-44 36 0,0 0 0,-1 0 0,0-1 0,-1 0 0,-1-1 0,0 0 0,11-27 0,-17 38 0,-1-1 0,0 0 0,0 1 0,-1-1 0,1 0 0,-1 0 0,0 0 0,0 1 0,0-1 0,0 0 0,-1 0 0,0 1 0,-1-6 0,2 8 0,-1 0 0,1-1 0,-1 1 0,0 0 0,1 0 0,-1 0 0,0 1 0,1-1 0,-1 0 0,0 0 0,0 0 0,0 0 0,0 1 0,0-1 0,0 0 0,0 1 0,0-1 0,-1 0 0,0 1 0,0 0 0,0-1 0,1 1 0,-1 0 0,0 0 0,0 0 0,1 0 0,-1 1 0,0-1 0,0 0 0,1 1 0,-1-1 0,0 1 0,1 0 0,-4 1 0,-3 3 0,-1 0 0,1 1 0,0 0 0,0 1 0,1-1 0,0 1 0,0 1 0,-9 11 0,5-2 0,0 0 0,1 0 0,-11 24 0,18-33 0,-1 1 0,1-1 0,0 1 0,1 0 0,0 0 0,0 1 0,1-1 0,1 0 0,-1 0 0,1 1 0,1-1 0,0 0 0,0 0 0,1 1 0,0-1 0,0 0 0,1-1 0,0 1 0,1 0 0,0-1 0,0 0 0,1 0 0,0 0 0,0 0 0,1-1 0,11 12 0,14 10 0,1 0 0,57 39 0,-68-54 0,-19-12 0,0-1 0,-1 1 0,1-1 0,0 1 0,0 0 0,-1-1 0,1 1 0,-1 0 0,1 0 0,-1 0 0,0 0 0,0 1 0,0-1 0,1 2 0,-2-3 0,0 1 0,0-1 0,0 0 0,0 0 0,0 0 0,0 0 0,-1 0 0,1 0 0,0 0 0,-1 0 0,1 0 0,-1 0 0,1 0 0,-1 0 0,0 0 0,1 0 0,-1 0 0,0 0 0,1-1 0,-1 1 0,0 0 0,0-1 0,0 1 0,0 0 0,0-1 0,0 1 0,0-1 0,0 1 0,0-1 0,0 0 0,0 1 0,0-1 0,-1 0 0,-18 5 0,0-1 0,0-1 0,-1 0 0,1-2 0,-40-2 0,24 0 0,-61 4-1365,57 0-5461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7:21:42.0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36 432 24575,'0'-2'0,"0"0"0,0 0 0,0 0 0,0 0 0,-1 0 0,1-1 0,-1 1 0,0 0 0,1 0 0,-1 0 0,0 0 0,0 1 0,-3-5 0,4 7 0,0-1 0,-1 0 0,1 0 0,0 0 0,-1 0 0,1 1 0,0-1 0,0 0 0,-1 0 0,1 1 0,0-1 0,0 0 0,0 1 0,-1-1 0,1 0 0,0 0 0,0 1 0,0-1 0,0 0 0,0 1 0,0-1 0,-1 0 0,1 1 0,0-1 0,0 0 0,0 1 0,0-1 0,0 0 0,0 1 0,0-1 0,1 0 0,-1 1 0,-2 16 0,-7 124 0,-2 83 0,12-182 0,1 1 0,2-1 0,12 51 0,-14-81 0,1-1 0,1 0 0,0 0 0,1 0 0,0-1 0,0 0 0,11 16 0,-11-20 0,1 0 0,-1 0 0,1 0 0,0 0 0,1-1 0,-1 0 0,1-1 0,0 1 0,0-1 0,1-1 0,12 6 0,4-2 0,0-1 0,0-1 0,0-1 0,1-1 0,30 0 0,130-10 0,-155 4 0,508-48-1536,-80 6-217,447 0-492,4 33 1377,-45 1-301,-849 10 1138,265-9-62,-8-22 552,-266 31-352,5 0 124,0-1 1,0-1-1,0 0 0,0 0 1,0-1-1,-1 0 1,15-9-1,-24 12-157,0 1 1,0-1-1,0 0 0,0 0 1,0 0-1,0 1 0,0-1 1,0 0-1,-1 0 0,1 0 1,0-1-1,-1 1 0,1 0 1,0 0-1,-1 0 0,0 0 1,1-1-1,-1 1 0,0 0 1,1 0-1,-1-1 0,0 1 1,0 0-1,0 0 0,0-1 1,0 1-1,-1 0 0,1 0 1,0-1-1,0 1 0,-1 0 1,1 0-1,-1 0 0,1-1 1,-1 1-1,0 0 0,1 0 1,-1 0-1,0 0 0,0 0 1,0 0-1,0 0 0,-1-1 1,-7-6 153,1 1 0,-1 0 1,-1 0-1,-9-5 1,10 6-138,-67-43 78,-109-73 241,133 84-313,-68-65 1,85 70-98,2-2 0,1-1 0,-34-52 0,54 70 0,2 0 0,0 0 0,1-1 0,1 0 0,1-1 0,1 0 0,1 0 0,0 0 0,1-1 0,0-23 0,3 23 0,1 0 0,0 0 0,5-23 0,-4 32 342,-9 19-2049,0 4-5119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7:21:42.4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0 235 24575,'14'-25'0,"1"0"0,28-37 0,-34 51 0,1 0 0,0 1 0,0 0 0,1 0 0,0 1 0,1 1 0,13-9 0,-23 16 0,0 0 0,0 0 0,0 0 0,0 0 0,0 0 0,0 1 0,0-1 0,0 1 0,0-1 0,0 1 0,0 0 0,0 0 0,0 0 0,0 0 0,0 0 0,1 0 0,-1 0 0,0 1 0,0-1 0,0 1 0,0 0 0,0-1 0,0 1 0,0 0 0,-1 0 0,1 0 0,0 1 0,0-1 0,-1 0 0,1 1 0,-1-1 0,1 1 0,-1-1 0,1 1 0,-1 0 0,1 2 0,4 6 0,0 1 0,-1 0 0,-1 1 0,0-1 0,3 14 0,-4-13 0,4 11 0,34 107 0,-33-108 0,2 0 0,0 0 0,22 32 0,-31-51 0,1-1 0,0 0 0,-1 0 0,1 1 0,0-1 0,0 0 0,0-1 0,0 1 0,0 0 0,1-1 0,-1 1 0,0-1 0,1 0 0,-1 1 0,1-1 0,-1 0 0,1-1 0,0 1 0,-1 0 0,1-1 0,0 0 0,0 1 0,-1-1 0,6-1 0,-5 1 0,1-1 0,-1-1 0,0 1 0,1 0 0,-1-1 0,0 0 0,0 0 0,0 0 0,0 0 0,0 0 0,-1 0 0,1-1 0,0 1 0,-1-1 0,0 0 0,0 0 0,0 0 0,3-5 0,6-14 0,-1 0 0,0-1 0,-2 0 0,8-38 0,11-101 0,-18 102 0,-9 58-105,0-1 0,0 1 0,1-1 0,-1 1 0,1-1 0,0 1 0,0-1 0,0 1 0,0 0 0,0-1 0,0 1 0,3-2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7:21:43.0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1 222 24575,'42'-5'0,"-37"3"0,1 1 0,-1 0 0,1 0 0,0 1 0,-1-1 0,1 1 0,0 0 0,0 1 0,-1 0 0,1 0 0,8 2 0,-11-1 0,0 0 0,0 1 0,1-1 0,-1 1 0,-1 0 0,1 0 0,0 0 0,-1 0 0,1 1 0,-1-1 0,0 0 0,0 1 0,2 7 0,3 7 0,7 28 0,-13-39 0,5 29 0,-5-28 0,0-1 0,0 1 0,0-1 0,6 13 0,-4-18 0,1-9 0,2-9 0,13-62 0,-8 33 0,1 0 0,26-61 0,-37 103 0,0 1 0,1-1 0,-1 0 0,1 1 0,-1-1 0,1 1 0,0 0 0,0-1 0,0 1 0,0 0 0,5-3 0,-6 5 0,-1-1 0,1 1 0,-1 0 0,1 0 0,0-1 0,-1 1 0,1 0 0,0 0 0,-1 0 0,1 0 0,0 0 0,-1 0 0,1 0 0,0 0 0,-1 0 0,1 0 0,0 1 0,-1-1 0,1 0 0,-1 0 0,2 1 0,-1 0 0,1 0 0,-1 0 0,0 0 0,0 0 0,1 1 0,-1-1 0,0 0 0,0 1 0,0-1 0,-1 1 0,3 2 0,2 11 0,1 0 0,-2 1 0,0-1 0,2 25 0,-2-19 0,9 34 0,-13-53 0,0-1 0,1 0 0,-1 1 0,1-1 0,-1 0 0,1 0 0,-1 1 0,1-1 0,0 0 0,-1 0 0,1 0 0,0 0 0,0 0 0,0 0 0,0 0 0,0 0 0,0 0 0,0 0 0,0-1 0,2 2 0,-2-2 0,-1 0 0,1 0 0,0 0 0,0 0 0,0-1 0,0 1 0,0 0 0,-1 0 0,1-1 0,0 1 0,0 0 0,0-1 0,-1 1 0,1-1 0,0 1 0,0-1 0,-1 1 0,1-1 0,-1 0 0,1 1 0,0-1 0,0-1 0,5-7 0,0 0 0,-1-1 0,8-17 0,-9 19 0,19-46 0,-14 31 0,1 0 0,1 1 0,0 1 0,2 0 0,29-38 0,-41 57 0,1 1 0,-1-1 0,0 1 0,1 0 0,-1-1 0,1 1 0,0 0 0,0 0 0,-1 0 0,1 0 0,0 0 0,0 0 0,0 1 0,0-1 0,0 0 0,0 1 0,0 0 0,0-1 0,0 1 0,2 0 0,-2 1 0,0-1 0,0 1 0,0 0 0,0 0 0,0 0 0,0 0 0,0 0 0,0 0 0,-1 0 0,1 1 0,0-1 0,-1 1 0,1-1 0,-1 1 0,3 3 0,3 6 0,-1 1 0,1 0 0,-2 0 0,8 23 0,-12-31 0,1 1 5,3 11-279,1 1 0,0-1 0,2 0 0,16 27 0,-17-34-6552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7:22:07.7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54 106 24575,'1'-5'0,"1"0"0,0 0 0,0 1 0,0-1 0,1 0 0,-1 1 0,6-7 0,-8 11 0,3-3 0,0 0 0,0 1 0,0-1 0,0 1 0,0 0 0,1 0 0,-1 0 0,0 0 0,1 1 0,0 0 0,-1-1 0,1 1 0,0 0 0,0 1 0,0-1 0,-1 1 0,1-1 0,6 2 0,-8-2 0,1 1 0,-1 0 0,1 0 0,-1 0 0,1 1 0,-1-1 0,0 0 0,1 1 0,-1 0 0,0-1 0,0 1 0,1 0 0,-1 0 0,0 1 0,0-1 0,0 0 0,0 1 0,0-1 0,0 1 0,-1-1 0,1 1 0,0 0 0,-1 0 0,1 0 0,-1 0 0,0 0 0,0 0 0,0 0 0,0 0 0,1 3 0,-2-3 0,1-1 0,-1 1 0,0-1 0,0 1 0,0-1 0,-1 1 0,1-1 0,0 1 0,-1-1 0,1 1 0,0-1 0,-1 0 0,0 1 0,1-1 0,-1 0 0,0 1 0,0-1 0,1 0 0,-3 2 0,1 0 0,-1-1 0,0 0 0,0 1 0,0-1 0,0 0 0,0 0 0,-7 2 0,2 0 0,-1-1 0,0-1 0,0 1 0,-1-1 0,-14 1 0,18-3 0,0-1 0,0 1 0,-1-1 0,1 0 0,0 0 0,0-1 0,0 0 0,0 0 0,1 0 0,-9-5 0,12 6 0,1 0 0,-1 0 0,1 0 0,-1 0 0,1 0 0,-1 0 0,1 0 0,-1-1 0,1 1 0,0 0 0,0-1 0,0 1 0,0-1 0,0 0 0,0 1 0,0-1 0,0 0 0,1 1 0,-1-1 0,1 0 0,-1 0 0,1 0 0,0 0 0,0 1 0,0-1 0,0 0 0,0 0 0,0 0 0,0 0 0,0 0 0,1 1 0,-1-1 0,1 0 0,0 0 0,-1 0 0,1 1 0,0-1 0,1-2 0,2 0 0,0-1 0,0 1 0,0-1 0,1 1 0,0 0 0,-1 1 0,1-1 0,0 1 0,1 0 0,-1 1 0,0-1 0,1 1 0,0 0 0,-1 0 0,1 1 0,11-2 0,-13 2 0,1 1 0,-1-1 0,0 1 0,0 0 0,0 1 0,0-1 0,0 1 0,1 0 0,-1 0 0,0 0 0,5 2 0,-7-1 0,0-1 0,0 0 0,0 1 0,0-1 0,0 1 0,0 0 0,0-1 0,0 1 0,-1 0 0,1 0 0,-1 0 0,1 0 0,-1 1 0,0-1 0,0 0 0,0 1 0,0-1 0,0 0 0,0 5 0,0-5 0,-1 1 0,0-1 0,0 1 0,0-1 0,0 1 0,0-1 0,-1 1 0,1-1 0,-1 1 0,0-1 0,0 1 0,1-1 0,-2 1 0,1-1 0,0 0 0,-3 4 0,1-2 0,0-1 0,0 1 0,0-1 0,0 0 0,-1 1 0,0-2 0,1 1 0,-1 0 0,-5 2 0,6-4 0,0 1 0,0-1 0,0 0 0,0 0 0,0 0 0,0 0 0,0-1 0,-1 1 0,1-1 0,0 0 0,0 0 0,-7 0 0,9-1 0,-1 1 0,0-1 0,0 1 0,0-1 0,1 0 0,-1 0 0,0 0 0,1 0 0,-1 0 0,1 0 0,-1 0 0,1 0 0,0-1 0,-1 1 0,1 0 0,0-1 0,0 1 0,0-1 0,0 0 0,0 1 0,0-1 0,0 0 0,0-1 0,1 1 0,-1 0 0,1-1 0,0 1 0,-1 0 0,1 0 0,0 0 0,0 0 0,0 0 0,1 0 0,-1 0 0,1 0 0,-1 0 0,1 0 0,-1 0 0,1 0 0,0 0 0,0 0 0,0 0 0,0 1 0,0-1 0,1 0 0,-1 1 0,0-1 0,1 1 0,-1-1 0,1 1 0,0 0 0,2-2 0,-3 2 0,0 0 0,1 0 0,-1 1 0,0-1 0,0 0 0,1 1 0,-1-1 0,0 1 0,1 0 0,-1-1 0,0 1 0,1 0 0,-1 0 0,0 0 0,1 0 0,-1 0 0,1 0 0,-1 0 0,0 0 0,1 1 0,-1-1 0,0 1 0,1-1 0,-1 1 0,0-1 0,0 1 0,0 0 0,1-1 0,-1 1 0,0 0 0,0 0 0,0 0 0,0 0 0,0 0 0,0 0 0,0 0 0,-1 0 0,1 0 0,0 0 0,-1 1 0,2 1 0,-2-1 0,1-1 0,-1 1 0,0 0 0,0-1 0,0 1 0,0-1 0,0 1 0,0-1 0,0 1 0,-1 2 0,1-4 0,0 1 0,0-1 0,0 0 0,0 1 0,0-1 0,0 0 0,0 1 0,0-1 0,-1 0 0,1 0 0,0 1 0,0-1 0,0 0 0,0 1 0,0-1 0,-1 0 0,1 0 0,0 1 0,0-1 0,0 0 0,-1 0 0,1 0 0,0 1 0,-1-1 0,1 0 0,0 0 0,0 0 0,-1 0 0,1 0 0,0 1 0,-1-1 0,1 0 0,0 0 0,-1 0 0,1 0 0,0 0 0,0 0 0,-1 0 0,1 0 0,0 0 0,-1 0 0,1 0 0,0 0 0,-1 0 0,1-1 0,0 1 0,-1 0 0,1 0 0,0 0 0,0 0 0,-1 0 0,1-1 0,-1 1 0,1-1 0,0 1 0,0 0 0,0-1 0,-1 1 0,1 0 0,0-1 0,0 1 0,0-1 0,0 1 0,0 0 0,0-1 0,0 1 0,0-1 0,0 1 0,0 0 0,0-1 0,0 1 0,0-1 0,0 1 0,0 0 0,0-1 0,0 1 0,0-1 0,1 1 0,-1 0 0,0-1 0,0 1 0,0 0 0,1-1 0,-1 1 0,0 0 0,1 0 0,-1-1 0,0 1 0,0 0 0,1 0 0,-1-1 0,0 1 0,1 0 0,0 0 0,15-11 0,15 0-1365,-16 7-5461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7:22:08.7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464 55 24575,'0'-2'0,"0"1"0,0-1 0,-1 1 0,1-1 0,0 0 0,-1 1 0,1-1 0,-1 1 0,0-1 0,1 1 0,-1 0 0,0-1 0,0 1 0,0 0 0,0-1 0,0 1 0,0 0 0,0 0 0,-1-1 0,-1 0 0,-1-1 0,1 1 0,0 1 0,-1-1 0,0 0 0,1 1 0,-7-2 0,-3 0 0,-1 1 0,1 1 0,-21-1 0,7 2 0,-3-1 0,-58 6 0,80-4 0,0 0 0,0 1 0,0 0 0,1 0 0,-1 1 0,1 0 0,-1 0 0,1 1 0,0 0 0,0 0 0,1 0 0,-9 8 0,9-5 0,0 0 0,1 0 0,0 1 0,0 0 0,0 0 0,1 0 0,-4 10 0,-19 64 0,23-67 0,-1-2 0,2 0 0,0 0 0,0 0 0,1 1 0,0 25 0,3-34 0,-1 1 0,1-1 0,0 1 0,1-1 0,-1 1 0,1-1 0,0 0 0,1 0 0,-1 0 0,1 0 0,0 0 0,0-1 0,1 1 0,-1-1 0,1 0 0,8 8 0,3 0 0,0-1 0,0 0 0,2-1 0,-1-1 0,1 0 0,0-2 0,1 0 0,0 0 0,0-2 0,0 0 0,1-1 0,-1-1 0,25 1 0,-11-3 0,1-2 0,-1-1 0,0-1 0,0-2 0,0-1 0,60-20 0,-57 15 0,-20 7 0,1-1 0,25-12 0,-36 14 0,0 0 0,0 0 0,-1-1 0,1 1 0,-1-1 0,0 0 0,0 0 0,0-1 0,0 1 0,-1-1 0,5-8 0,-2 2 0,0-1 0,-1-1 0,0 1 0,-1-1 0,0 0 0,-1 0 0,-1 0 0,0 0 0,0 0 0,-2 0 0,1-1 0,-2 1 0,0 0 0,-3-17 0,1 23 0,1 1 0,-2-1 0,1 1 0,0 0 0,-1 0 0,0 0 0,-1 0 0,0 1 0,1-1 0,-1 1 0,-1 0 0,1 1 0,-1 0 0,0-1 0,0 2 0,0-1 0,-1 1 0,1 0 0,-8-3 0,-16-4 0,-1 0 0,-61-10 0,73 17 0,-13-3 0,0 2 0,0 1 0,-1 2 0,-50 4 0,56 4-1365,17-3-5461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7:22:10.5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24575,'3'0'0,"4"0"0,0 3 0,0 4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7:22:14.8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249 481 24575,'4'-1'0,"1"0"0,-1-1 0,0 0 0,1 0 0,-1 0 0,0-1 0,-1 1 0,1-1 0,3-3 0,-2 2 0,0 0 0,0 0 0,0-1 0,-1 1 0,0-1 0,0-1 0,0 1 0,0 0 0,-1-1 0,0 0 0,0 1 0,-1-1 0,3-9 0,-4 13 0,0-1 0,-1 1 0,1 0 0,-1 0 0,0 0 0,1 0 0,-1 0 0,0 0 0,0 0 0,-1-1 0,1 1 0,0 0 0,-1 0 0,1 0 0,-1 0 0,1 0 0,-1 0 0,0 0 0,0 0 0,0 0 0,0 0 0,-1 1 0,1-1 0,0 0 0,-1 1 0,1-1 0,-1 1 0,1-1 0,-1 1 0,0 0 0,0-1 0,1 1 0,-1 0 0,0 0 0,0 1 0,0-1 0,0 0 0,0 1 0,-4-1 0,-4-1 0,-1 1 0,1 0 0,-1 1 0,0 0 0,1 1 0,-1 0 0,1 1 0,0 0 0,-1 0 0,1 1 0,0 1 0,1-1 0,-15 9 0,12-6 0,1 0 0,0 1 0,1 0 0,0 1 0,0 0 0,1 0 0,-1 1 0,2 1 0,0-1 0,-14 22 0,17-22 0,1 0 0,0 1 0,0-1 0,1 1 0,0 0 0,1 1 0,0-1 0,-1 19 0,3-24 0,-1 1 0,2 0 0,-1 0 0,1 0 0,0-1 0,0 1 0,0 0 0,1-1 0,0 1 0,0-1 0,0 0 0,1 0 0,0 1 0,0-2 0,0 1 0,0 0 0,5 4 0,-6-7 0,0 0 0,0-1 0,0 1 0,0-1 0,0 1 0,0-1 0,1 0 0,-1 0 0,0 0 0,1 0 0,-1 0 0,0-1 0,1 1 0,-1-1 0,1 1 0,-1-1 0,1 0 0,2 0 0,0-1 0,-1 0 0,1 0 0,-1 0 0,0 0 0,1-1 0,-1 0 0,0 0 0,0 0 0,5-3 0,3-4 0,-1 0 0,1-1 0,-2 0 0,0 0 0,12-16 0,-8 6 0,0-1 0,-2-1 0,0-1 0,-1 1 0,-2-2 0,0 1 0,-1-1 0,-2-1 0,5-30 0,-6 22 0,-2-1 0,-1 0 0,-2 0 0,-1 0 0,-1 1 0,-10-45 0,4 49 0,1 18 0,7 11 0,0 0 0,0 0 0,-1 0 0,1 0 0,0 0 0,0 0 0,-1 0 0,1 0 0,0 0 0,0 0 0,-1 0 0,1 0 0,0 0 0,0 0 0,-1 0 0,1 0 0,0 0 0,0 1 0,0-1 0,-1 0 0,1 0 0,0 0 0,0 0 0,0 0 0,-1 1 0,1-1 0,0 0 0,0 0 0,0 0 0,0 0 0,-1 1 0,1-1 0,0 0 0,0 0 0,0 1 0,0-1 0,0 0 0,0 0 0,0 1 0,0-1 0,-4 8 0,1 0 0,1 0 0,0 0 0,0 0 0,0 0 0,0 11 0,-1 57 0,3-44 0,5 182 0,0-170 0,1-1 0,23 79 0,-17-88-1365,0-10-5461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7:22:15.5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16 195 24575,'6'-2'0,"-3"14"0,-2-10 0,1 0 0,-1 0 0,1 0 0,0 0 0,-1 0 0,1-1 0,0 1 0,0-1 0,0 1 0,0-1 0,0 0 0,1 0 0,-1 0 0,0 0 0,0 0 0,1 0 0,-1-1 0,1 1 0,-1-1 0,1 0 0,-1 1 0,5-1 0,2 0 0,1-1 0,-1 1 0,0-2 0,16-3 0,-14 2 0,0 0 0,0-1 0,-1 0 0,0-1 0,0 0 0,19-13 0,-26 15 0,0 1 0,0-1 0,1 0 0,-1 0 0,-1 0 0,1 0 0,0-1 0,-1 1 0,0-1 0,0 0 0,0 1 0,0-1 0,-1 0 0,1 0 0,-1 0 0,0 0 0,0 0 0,0-1 0,-1 1 0,1 0 0,-1-7 0,-1 8 0,1 1 0,-1-1 0,0 1 0,1-1 0,-1 1 0,0 0 0,0-1 0,0 1 0,-1 0 0,1 0 0,-1 0 0,1 0 0,-1 0 0,1 0 0,-1 0 0,0 0 0,0 1 0,0-1 0,0 1 0,0-1 0,-1 1 0,1 0 0,0 0 0,0 0 0,-1 0 0,1 0 0,-1 1 0,1-1 0,-1 1 0,1-1 0,-1 1 0,-2 0 0,-4 0 0,1-1 0,0 2 0,0-1 0,0 1 0,-1 0 0,1 1 0,0 0 0,-14 5 0,12-2 0,0 0 0,1 1 0,-1 0 0,1 1 0,0-1 0,1 2 0,-14 14 0,18-18 0,0 1 0,1-1 0,-1 1 0,1 0 0,0 0 0,1 0 0,-1 0 0,1 0 0,0 1 0,0-1 0,0 1 0,1-1 0,0 1 0,0 0 0,1-1 0,-1 1 0,1 6 0,1-8 0,0 0 0,1 0 0,-1 0 0,1-1 0,-1 1 0,1 0 0,0-1 0,1 1 0,-1-1 0,1 0 0,-1 1 0,1-1 0,0-1 0,0 1 0,0 0 0,1-1 0,-1 1 0,0-1 0,1 0 0,0 0 0,-1 0 0,9 2 0,0 0 0,0 0 0,0-1 0,1-1 0,-1 0 0,1 0 0,16-1 0,-3-2 0,-1-1 0,1-1 0,0-2 0,-1 0 0,0-2 0,0-1 0,-1-1 0,0-1 0,-1 0 0,0-2 0,0-1 0,-1-1 0,38-33 0,-53 41 0,0 0 0,-1-1 0,0 0 0,-1 0 0,0 0 0,0-1 0,0 0 0,6-16 0,-10 22 0,0 0 0,-1-1 0,1 1 0,-1 0 0,1-1 0,-1 1 0,0-1 0,0 1 0,0-1 0,0 1 0,-1-1 0,1 1 0,-1 0 0,1-1 0,-1 1 0,0 0 0,0-1 0,0 1 0,0 0 0,0 0 0,-1 0 0,1 0 0,-1 0 0,1 0 0,-1 0 0,1 0 0,-1 1 0,0-1 0,0 1 0,0-1 0,0 1 0,0 0 0,-1 0 0,1 0 0,0 0 0,-4-1 0,-1-1 0,0 1 0,0 0 0,0 1 0,0 0 0,0 0 0,-1 0 0,1 1 0,0 0 0,0 0 0,-14 3 0,19-2 0,0-1 0,0 0 0,0 1 0,0-1 0,0 1 0,1-1 0,-1 1 0,0 0 0,0 0 0,1 0 0,-1 0 0,1 0 0,-1 0 0,1 0 0,-1 1 0,1-1 0,0 1 0,-1-1 0,1 1 0,0-1 0,0 1 0,0-1 0,0 1 0,1 0 0,-1 0 0,0 0 0,1-1 0,-1 1 0,1 0 0,0 0 0,-1 0 0,1 0 0,0 0 0,0 0 0,0 0 0,0-1 0,1 1 0,-1 0 0,1 0 0,-1 0 0,1 0 0,-1 0 0,1-1 0,0 1 0,1 2 0,1 3 0,1 0 0,0 0 0,0-1 0,1 1 0,0-1 0,0 0 0,0 0 0,11 9 0,4 1 0,31 18 0,3 2 0,-53-35 0,1 0 0,-1 0 0,1 0 0,-1 1 0,0-1 0,0 0 0,1 1 0,-1-1 0,0 0 0,0 1 0,0 0 0,-1-1 0,1 1 0,0 0 0,0 1 0,-1-2 0,0 0 0,0 0 0,0 0 0,-1 0 0,1 0 0,0 0 0,-1-1 0,1 1 0,0 0 0,-1 0 0,1 0 0,-1 0 0,1-1 0,-1 1 0,0 0 0,1 0 0,-1-1 0,0 1 0,1 0 0,-1-1 0,0 1 0,0-1 0,1 1 0,-1-1 0,0 0 0,0 1 0,0-1 0,0 0 0,-2 1 0,-12 3-151,-1 0-1,0-1 0,0-1 0,0 0 1,0-2-1,0 0 0,0 0 1,-16-3-1,0-2-6674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7:22:15.7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0 135 24575,'16'-13'0,"0"1"0,1 0 0,0 1 0,1 1 0,31-13 0,22-12 0,-67 32 0,0 1 0,0-1 0,1 1 0,-1 0 0,1 0 0,4-1 0,-8 2 0,0 1 0,-1 0 0,1 0 0,0 0 0,-1 0 0,1 0 0,0 0 0,0 0 0,-1 0 0,1 0 0,0 0 0,-1 0 0,1 0 0,0 1 0,0-1 0,-1 0 0,1 0 0,-1 1 0,1-1 0,0 1 0,-1-1 0,1 0 0,-1 1 0,1-1 0,-1 1 0,1-1 0,-1 1 0,1-1 0,-1 1 0,1 0 0,-1-1 0,0 1 0,1 0 0,-1-1 0,0 1 0,0 0 0,1-1 0,-1 1 0,0 0 0,0-1 0,0 1 0,0 0 0,0 0 0,0 11 0,0 0 0,-1-1 0,0 1 0,0-1 0,-6 19 0,0 4 0,1-2 69,2 1-1,1-1 0,2 1 0,2 35 1,0-59-155,0 0 1,0 1 0,1-1-1,0 0 1,1-1 0,0 1-1,0 0 1,1-1 0,0 1-1,0-1 1,1 0 0,0-1-1,0 1 1,1-1 0,0 0-1,1 0 1,-1-1 0,1 0-1,9 6 1,3-1-6741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7:22:15.8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137 73 24575,'-6'-3'0,"-8"-4"0,-7-1 0,-3-1 0,-1-1 0,1 0 0,8 1 0,9 2 0,12 2 0,12 2 0,10 2 0,11 1 0,4 0 0,-5 0-8191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7:22:16.5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2577 229 24575,'3'-2'0,"-1"-1"0,0 1 0,0-1 0,0 1 0,0-1 0,0 0 0,0 0 0,-1 0 0,1 0 0,-1 0 0,0 0 0,0 0 0,0 0 0,-1-1 0,1 1 0,-1 0 0,1 0 0,-1-1 0,0 1 0,0 0 0,-1-1 0,1 1 0,-2-4 0,1 2 0,-2 1 0,1-1 0,0 1 0,-1 0 0,0 0 0,0 0 0,0 0 0,0 1 0,0-1 0,-1 1 0,0 0 0,0 0 0,0 0 0,0 0 0,-6-3 0,-19-7 0,0 0 0,0 2 0,-1 1 0,0 2 0,-1 0 0,-43-4 0,-193-4 0,263 16 0,-157 1-87,0 8-1,2 6 1,-1 7-1,2 7 1,2 7 0,-193 70-1,256-71 88,-106 55 0,152-65 0,1 2 0,1 3 0,-77 64 0,106-79 0,0 1 0,1 1 0,0 0 0,2 1 0,0 0 0,1 1 0,0 0 0,2 1 0,-9 25 0,13-29 0,2 0 0,0-1 0,1 2 0,0-1 0,1 0 0,1 0 0,1 1 0,0-1 0,1 0 0,1 1 0,0-1 0,1 0 0,7 19 0,0-9 28,1 0 0,1 0 0,1-2-1,2 1 1,0-2 0,2 0 0,0-1 0,1 0 0,2-2-1,32 28 1,-5-10 49,2-2-1,2-2 1,100 50-1,-42-34-420,2-5-1,209 55 1,246 2-689,-412-85 1033,2-7 0,-1-7 0,277-31 0,-368 20-35,-1-4-1,0-2 1,-1-3 0,83-35-1,-118 40 22,0-2 0,-1-1 0,-1-1-1,42-34 1,-52 36 23,0-1 0,-1 0 1,0-1-1,-1-1 0,-1 0 0,-1 0 0,16-33 0,-15 20 143,-1 0-1,-2 0 0,-1-1 0,-1 0 1,-2-1-1,-1 1 0,0-48 0,-5 33 55,-1-1 1,-3 0-1,-2 1 0,-18-66 0,15 76-206,-3 1 0,0 1 0,-3 0 0,0 1 0,-2 0 0,-2 1 0,-1 2 0,-1 0 0,-2 1 0,0 1 0,-2 1 0,-1 2 0,-1 0 0,-2 2 0,-53-32 0,28 24 0,-2 2 0,-1 3 0,-1 2 0,-1 3 0,-1 3 0,0 2 0,-1 4 0,-1 1 0,0 4 0,-89 0 0,122 7 114,0 2 0,-53 9 0,75-10-209,1 1 0,0 0 0,0 0 0,0 0 1,0 1-1,1 0 0,-1 0 0,1 1 0,0 0 0,0 0 1,0 0-1,0 1 0,1 0 0,0 0 0,0 1 1,0-1-1,-5 9 0,-2 13-6731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7:22:17.4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32 24575,'3'-2'0,"0"0"0,0 0 0,0 0 0,0 1 0,0-1 0,0 1 0,0 0 0,0 0 0,0 0 0,1 0 0,-1 1 0,7-1 0,43 0 0,-46 1 0,148 15 0,-53-3 0,396 13-886,4-22-655,-108-1 960,4315 13-7924,-3128-17 6908,-405 1 1565,1283 3 358,-1922 6 1678,-167-1 1109,2-5 3669,-360-3-6656,-1-1 0,1 0 0,-1 0 0,1-1-1,16-8 1,15-2 36,39-5-162,-44 11 0,56-19 0,-143 22 0,14 4-682,-56-9-1,70 5-6143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7:22:17.6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82 3 24575,'-1'-2'0,"6"3"0,18 11 0,30 20 0,-27-15 0,0 1 0,-1 2 0,-2 0 0,31 33 0,-47-46 0,-1 1 0,-1 1 0,1-1 0,-1 1 0,0 0 0,-1 0 0,6 17 0,-9-19 0,1-1 0,-1 0 0,-1 0 0,1 1 0,-1-1 0,0 0 0,0 1 0,-1-1 0,0 0 0,0 0 0,0 0 0,-1 1 0,-4 8 0,1-5 25,0-1-1,0 0 0,-1 0 1,-1-1-1,0 0 1,0 0-1,0 0 0,-1-1 1,0 0-1,0-1 0,-1 1 1,0-2-1,-10 6 1,-14 6-594,0-2 0,-48 14 0,-19 3-6257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7:22:24.6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624 14 24575,'1'-9'0,"-2"4"0,-7 14 0,-151 200 0,50-59 0,5-24 0,44-57 0,4 3 0,-54 91 0,100-144-1365,3-4-5461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7:22:25.4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24575,'1'1'0,"1"0"0,-1 0 0,1 0 0,-1 0 0,0 0 0,1 1 0,-1-1 0,0 0 0,0 1 0,0-1 0,0 1 0,0-1 0,0 1 0,-1 0 0,1-1 0,0 1 0,0 3 0,2 2 0,7 9 0,0 0 0,1 0 0,1-1 0,0 0 0,16 13 0,6 8 0,401 418 0,-401-419 0,-26-25 0,1 0 0,19 15 0,-28-24-29,0-1-1,1 1 0,-1-1 1,1 0-1,-1 1 0,0-1 0,1 0 1,-1 1-1,1-1 0,-1 0 1,1 0-1,-1 1 0,1-1 1,-1 0-1,1 0 0,-1 0 1,1 0-1,0 0 0,-1 1 1,1-1-1,-1 0 0,1 0 1,-1-1-1,1 1 0,-1 0 1,1 0-1,-1 0 0,1 0 1,0 0-1,-1-1 0,1 1 0,-1 0 1,0 0-1,1-1 0,-1 1 1,1 0-1,-1-1 0,1 1 1,-1 0-1,0-1 0,1 1 1,-1-1-1,0 1 0,1-1 1,-1 0-1,4-7-6796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7:22:26.1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0 110 24575,'50'-7'0,"-8"1"0,1095-32-625,-671 29 464,705-15 161,-860 20 0,-287 1 419,-20-2-214,-12-3-1408,-1 2-5623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7:22:26.9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0 942 24575,'1'-4'0,"1"-1"0,-1 1 0,1-1 0,-1 1 0,1 0 0,5-8 0,0-1 0,8-18 0,28-38 0,0-1 0,15-49 0,52-153 0,-87 212 0,76-165 0,-88 204 0,-6 9-1365,-2 1-5461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7:22:28.1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0 176 24575,'389'-16'0,"-230"7"0,1657-93-913,-1578 89 913,555-22 0,-777 35 33,11 0-518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7:22:30.7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157 610 24575,'3'0'0,"0"0"0,1-1 0,-1 0 0,0 1 0,0-1 0,0-1 0,0 1 0,0 0 0,-1-1 0,1 1 0,0-1 0,-1 0 0,1 0 0,-1 0 0,1 0 0,-1 0 0,0-1 0,0 1 0,0-1 0,0 1 0,-1-1 0,1 0 0,0 0 0,-1 0 0,0 0 0,0 0 0,0 0 0,0 0 0,-1 0 0,1 0 0,-1 0 0,1 0 0,-1-1 0,0 1 0,-1-3 0,1 4 0,-1 1 0,1 0 0,-1-1 0,1 1 0,-1 0 0,0 0 0,0-1 0,0 1 0,1 0 0,-1 0 0,0 0 0,0 0 0,0 0 0,-1 0 0,1 0 0,0 0 0,0 1 0,0-1 0,-1 0 0,1 1 0,0-1 0,-1 1 0,1-1 0,-1 1 0,1 0 0,0 0 0,-1 0 0,1-1 0,-1 1 0,1 0 0,0 1 0,-1-1 0,1 0 0,-3 1 0,-3 0 0,0 1 0,0 0 0,1 0 0,-1 0 0,-11 7 0,8-3 0,0 1 0,0 0 0,0 0 0,1 1 0,0 1 0,1-1 0,0 2 0,0-1 0,-6 12 0,9-15 0,1 1 0,0 1 0,0-1 0,1 0 0,0 1 0,0 0 0,1 0 0,0 0 0,0 0 0,1 0 0,0 0 0,0 0 0,1 1 0,1 10 0,-1-17 0,1 1 0,-1-1 0,0 0 0,1 1 0,0-1 0,-1 0 0,1 1 0,0-1 0,0 0 0,0 0 0,1 0 0,-1 0 0,1 0 0,-1 0 0,1 0 0,-1 0 0,1 0 0,0-1 0,0 1 0,0-1 0,0 1 0,0-1 0,3 2 0,-2-3 0,0 1 0,-1-1 0,1 0 0,0 0 0,0 1 0,0-2 0,-1 1 0,1 0 0,0-1 0,0 1 0,-1-1 0,1 0 0,0 0 0,-1 0 0,1 0 0,0 0 0,-1-1 0,0 1 0,1-1 0,1-1 0,10-8 0,-1-1 0,-1 0 0,0 0 0,0-1 0,-1-1 0,-1 0 0,-1 0 0,15-30 0,-5 3 0,-1-1 0,13-53 0,-10 19 0,-3 0 0,-4-1 0,8-148 0,-22 522 342,3-211-1196,28 156 1,-24-210-5973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7:22:31.0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1 301 24575,'0'1'0,"0"0"0,0-1 0,1 1 0,-1 0 0,1 0 0,-1-1 0,1 1 0,-1 0 0,1-1 0,-1 1 0,1-1 0,-1 1 0,1-1 0,0 1 0,-1-1 0,1 1 0,0-1 0,0 1 0,-1-1 0,1 0 0,0 1 0,0-1 0,0 0 0,-1 0 0,1 0 0,0 0 0,1 0 0,27 3 0,-26-2 0,7-1 0,-1 1 0,1-2 0,0 1 0,-1-1 0,1 0 0,-1-1 0,1-1 0,-1 1 0,0-1 0,0-1 0,0 0 0,0 0 0,0 0 0,-1-1 0,0-1 0,0 1 0,-1-1 0,1-1 0,9-10 0,-6 5 0,0-1 0,-1 0 0,-1-1 0,13-25 0,-17 31 0,-1-1 0,-1 0 0,0 1 0,0-1 0,0 0 0,-1-1 0,-1 1 0,0 0 0,1-17 0,-2 24 0,0 0 0,0 0 0,0 0 0,0 1 0,-1-1 0,1 0 0,0 0 0,-1 0 0,1 1 0,-1-1 0,0 0 0,1 1 0,-1-1 0,0 0 0,0 1 0,0-1 0,0 1 0,0 0 0,-1-1 0,1 1 0,0 0 0,-1-1 0,1 1 0,-1 0 0,1 0 0,-1 0 0,1 1 0,-1-1 0,0 0 0,1 0 0,-1 1 0,0-1 0,0 1 0,0 0 0,-3-1 0,1 1 0,0 1 0,0 0 0,0-1 0,0 1 0,0 1 0,0-1 0,0 0 0,0 1 0,1 0 0,-1 0 0,1 0 0,-1 0 0,1 1 0,0-1 0,-3 4 0,-3 3 0,1 1 0,0 0 0,1 0 0,0 1 0,0 0 0,1 0 0,1 1 0,0-1 0,1 1 0,0 0 0,0 1 0,-1 11 0,3-12 0,1 0 0,-1-1 0,2 1 0,0 0 0,0 0 0,1-1 0,0 1 0,1 0 0,1-1 0,0 1 0,0-1 0,1 0 0,5 11 0,-6-16-170,1-1-1,-1 0 0,1 0 1,0 0-1,0 0 0,0 0 1,9 5-1,7 5-6655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7:22:31.4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149 172 24575,'1'-6'0,"0"-1"0,0 0 0,0 0 0,1 1 0,1-1 0,5-12 0,7-25 0,-14 40 0,-1-1 0,1 1 0,-1-1 0,0 1 0,0-1 0,-1 1 0,1-1 0,-1 1 0,-2-9 0,3 12 0,-1 0 0,1 0 0,-1 0 0,1 0 0,-1 0 0,0 1 0,1-1 0,-1 0 0,0 0 0,1 0 0,-1 1 0,0-1 0,0 0 0,0 1 0,0-1 0,0 0 0,0 1 0,-1-1 0,0 1 0,1-1 0,-1 1 0,1 0 0,-1 0 0,0 0 0,1 0 0,-1 0 0,1 1 0,-1-1 0,0 0 0,1 1 0,-1-1 0,1 1 0,-1 0 0,1-1 0,-2 2 0,-3 2 0,1-1 0,0 1 0,0 1 0,0-1 0,0 1 0,1 0 0,-1 0 0,1 0 0,1 0 0,-1 1 0,1 0 0,0-1 0,-3 10 0,2-8 0,2 1 0,-1-1 0,1 1 0,0 0 0,1 0 0,0 0 0,0 0 0,0 0 0,1 0 0,2 13 0,1-10 0,1-1 0,0 1 0,0-1 0,1 0 0,0 0 0,1 0 0,0-1 0,1 0 0,0 0 0,0-1 0,10 9 0,-5-5 0,-1 1 0,-1 0 0,16 27 0,-24-38 0,-1 0 0,0 0 0,0 0 0,0 0 0,0 0 0,-1 0 0,1 1 0,0-1 0,-1 0 0,0 1 0,1-1 0,-1 0 0,0 1 0,0-1 0,0 0 0,-1 1 0,1-1 0,-1 0 0,1 1 0,-1-1 0,0 0 0,1 0 0,-3 3 0,1-2 0,0-1 0,-1 0 0,1 1 0,0-1 0,-1 0 0,0-1 0,1 1 0,-1 0 0,0-1 0,0 1 0,0-1 0,0 0 0,0 0 0,0 0 0,-1-1 0,-4 1 0,3 0-52,-1 0-1,1-1 1,-1 0-1,1 0 1,-1 0-1,1-1 1,0 1-1,-1-1 1,1-1-1,0 1 1,-1-1-1,1 0 1,0 0-1,0 0 1,1-1-1,-1 0 1,0 0-1,1 0 1,0 0-1,0-1 0,0 1 1,0-1-1,0 0 1,1-1-1,-5-6 1,-4-12-6774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7:22:31.7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0 100 24575,'4'-5'0,"-1"0"0,0 0 0,0 0 0,-1 0 0,1-1 0,-1 1 0,-1-1 0,1 1 0,1-10 0,8-22 0,-11 37 0,0 0 0,0 0 0,0 1 0,0-1 0,1 0 0,-1 0 0,0 1 0,0-1 0,0 0 0,0 0 0,0 0 0,1 1 0,-1-1 0,0 0 0,0 0 0,0 0 0,1 0 0,-1 0 0,0 1 0,0-1 0,0 0 0,1 0 0,-1 0 0,0 0 0,0 0 0,1 0 0,-1 0 0,0 0 0,0 0 0,1 0 0,-1 0 0,0 0 0,0 0 0,1 0 0,-1 0 0,0 0 0,0 0 0,1 0 0,-1 0 0,0 0 0,0 0 0,1 0 0,-1-1 0,0 1 0,0 0 0,0 0 0,1 0 0,-1 0 0,0-1 0,0 1 0,0 0 0,0 0 0,1 0 0,-1-1 0,0 1 0,0 0 0,0 0 0,0 0 0,0-1 0,0 1 0,0 0 0,0-1 0,6 28 0,-5-23 0,27 219 0,-20-139 0,18 166-1365,-23-221-5461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7:22:31.8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96 24575,'0'-3'0,"-3"-1"0,-1-3 0,4-3 0,6 0 0,7 2 0,6-1 0,3 1 0,4 0 0,6-3 0,4 1 0,-5 2-8191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7:22:32.0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0 24575,'-3'0'0,"2"0"0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7:22:36.5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 24575,'2'0'0,"0"0"0,1 0 0,-1-1 0,0 1 0,0-1 0,0 0 0,0 1 0,-1-1 0,4-1 0,-5 1 0,1 1 0,0-1 0,0 1 0,-1-1 0,1 1 0,0 0 0,0-1 0,0 1 0,0 0 0,0 0 0,0 0 0,0 0 0,0-1 0,-1 1 0,1 0 0,0 1 0,0-1 0,0 0 0,0 0 0,0 0 0,0 0 0,0 1 0,0-1 0,-1 0 0,1 1 0,0-1 0,0 1 0,0-1 0,-1 1 0,1-1 0,0 1 0,-1 0 0,1-1 0,0 1 0,-1 0 0,1-1 0,-1 1 0,1 0 0,-1 0 0,1 1 0,11 16 0,0 0 0,-2 1 0,0 0 0,-1 1 0,-1 0 0,-1 0 0,5 24 0,20 154 0,-17-93 0,48 227 0,18 128 0,-69-363 0,-5 0 0,-9 175 0,-4-211 0,1-16 0,2 0 0,2 0 0,6 70 0,-4-108 0,1-1 0,-1 1 0,1-1 0,0 1 0,0-1 0,1 0 0,0 0 0,0 0 0,6 8 0,-6-10 0,-1-1 0,1 0 0,0-1 0,0 1 0,0 0 0,1-1 0,-1 0 0,0 0 0,1 0 0,0 0 0,-1 0 0,1-1 0,0 1 0,0-1 0,0 0 0,7 0 0,7 1 0,1-1 0,-1-1 0,0-1 0,23-3 0,73-20 0,-28 5 0,44-1 0,160-4 0,133 23 0,-221 10 0,30 1 0,-234-10 0,-2 0 0,-1 0 0,1 0 0,-1 1 0,1-1 0,-7 2 0,9-1 0,1-1 0,-1 1 0,0 0 0,0 0 0,0 0 0,1 0 0,-1 0 0,0 0 0,1 0 0,-1 0 0,1 1 0,0-1 0,-1 0 0,1 1 0,0-1 0,0 1 0,0 0 0,0-1 0,0 1 0,0 0 0,-1 2 0,0 6 0,0-1 0,0 1 0,1-1 0,1 1 0,-1-1 0,2 11 0,9 60 0,-4-38 0,27 200 0,9 78 0,-23 2 0,-19-293 0,1-11 0,-1 0 0,-1-1 0,-1 1 0,0 0 0,-8 28 0,-18-81 0,22 31 0,-1 0 0,1 0 0,-1 0 0,-10-3 0,14 6 0,1 0 0,-1 0 0,1 0 0,-1 0 0,1 1 0,-1-1 0,0 1 0,1 0 0,-1-1 0,1 1 0,-1 1 0,0-1 0,1 0 0,-1 1 0,0-1 0,-2 2 0,5-2 0,-1 1 0,1-1 0,-1 0 0,1 1 0,-1 0 0,1-1 0,0 1 0,-1-1 0,1 1 0,0-1 0,-1 1 0,1 0 0,0-1 0,0 1 0,0 0 0,-1-1 0,1 1 0,0 0 0,0-1 0,0 1 0,0 0 0,0-1 0,0 1 0,0 0 0,0-1 0,1 1 0,-1 0 0,0-1 0,0 1 0,1 0 0,-1-1 0,1 2 0,12 21 0,-12-20 0,4 5 0,0-1 0,0 1 0,1-1 0,-1 0 0,2-1 0,9 10 0,-13-15 0,-1 1 0,1 0 0,-1-1 0,1 0 0,0 0 0,-1 1 0,1-2 0,0 1 0,0 0 0,0 0 0,0-1 0,0 0 0,0 1 0,-1-1 0,1 0 0,0-1 0,0 1 0,0 0 0,0-1 0,0 0 0,0 0 0,0 0 0,4-2 0,3-2 0,0 0 0,-1-1 0,0-1 0,15-12 0,-15 11 0,1 0 0,0 1 0,11-6 0,-21 13 0,0 0 0,0-1 0,1 1 0,-1 0 0,0 0 0,0 0 0,1 0 0,-1 0 0,0 0 0,1 0 0,-1 0 0,0 0 0,0-1 0,1 1 0,-1 0 0,0 0 0,0 1 0,1-1 0,-1 0 0,0 0 0,1 0 0,-1 0 0,0 0 0,0 0 0,1 0 0,-1 0 0,0 0 0,0 1 0,1-1 0,-1 0 0,0 0 0,0 0 0,0 0 0,1 1 0,-1-1 0,0 1 0,3 12 0,-6 15 0,1-26-91,1 1 0,0 0 0,-1-1 0,0 1 0,1-1 0,-1 0 0,0 1 0,0-1 0,0 0 0,-1 0 0,1 0 0,0-1 0,-1 1 0,-3 1 0,-7 4-6735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7:22:38.2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1682 14 24575,'1'-1'0,"0"1"0,1 0 0,-1-1 0,0 1 0,0 0 0,0-1 0,0 1 0,0-1 0,0 0 0,0 1 0,0-1 0,1-1 0,-1 2 0,-1-1 0,0 1 0,0 0 0,0-1 0,1 1 0,-1 0 0,0-1 0,1 1 0,-1 0 0,0-1 0,1 1 0,-1 0 0,0 0 0,1-1 0,-1 1 0,0 0 0,1 0 0,-1 0 0,1 0 0,-1 0 0,0-1 0,1 1 0,-1 0 0,1 0 0,-1 0 0,1 0 0,-1 0 0,0 0 0,1 0 0,-1 0 0,1 1 0,-1-1 0,0 0 0,1 0 0,-1 0 0,1 0 0,-1 1 0,0-1 0,1 0 0,-1 0 0,0 0 0,1 1 0,-1-1 0,0 0 0,1 1 0,-1-1 0,0 0 0,0 1 0,1-1 0,-1 0 0,0 1 0,0-1 0,0 1 0,1-1 0,-1 0 0,0 1 0,0 0 0,6 20 0,-1 1 0,0 0 0,-2 0 0,1 24 0,-1-10 0,39 456 0,-42-488 0,1 1 0,-1-1 0,0 0 0,0 0 0,0 1 0,-1-1 0,-1 7 0,1-10 0,1 1 0,-1-1 0,0 0 0,0 0 0,1 0 0,-1 1 0,0-1 0,0 0 0,0 0 0,0 0 0,0 0 0,-1-1 0,1 1 0,0 0 0,0 0 0,-1-1 0,1 1 0,0-1 0,-1 1 0,1-1 0,0 1 0,-1-1 0,1 0 0,-1 0 0,1 0 0,-3 0 0,-130 1 0,22-2 0,-428 61 0,6 43 0,503-96 0,-345 76 0,375-82 0,0-1 0,0 0 0,0 1 0,0-1 0,0 0 0,0 1 0,0 0 0,0-1 0,0 1 0,0 0 0,0-1 0,0 1 0,0 0 0,0 0 0,1 0 0,-1 0 0,0 0 0,1 0 0,-1 0 0,0 0 0,1 0 0,0 0 0,-1 0 0,1 0 0,-1 0 0,1 0 0,0 0 0,0 0 0,0 1 0,0-1 0,0 0 0,0 0 0,0 0 0,0 0 0,1 3 0,0 5 0,2 0 0,-1-1 0,7 17 0,-2-6 0,40 123 0,-14-50 0,-5 2 0,20 119 0,-37-132 0,-4 1 0,-4 0 0,-10 127 0,-1-105 0,6-100 341,0-7-1867,2 3 1346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1T07:22:38.5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 80 24575,'-1'-1'0,"0"1"0,1 0 0,-1 0 0,0 0 0,0 1 0,0-1 0,0 0 0,1 0 0,-1 0 0,0 0 0,0 1 0,1-1 0,-1 0 0,0 1 0,0-1 0,1 1 0,-1-1 0,0 1 0,1-1 0,-1 1 0,1-1 0,-1 1 0,0 0 0,1-1 0,-1 1 0,1 0 0,0-1 0,-1 1 0,1 0 0,0 0 0,-1 0 0,1-1 0,0 1 0,0 0 0,0 0 0,-1 0 0,1-1 0,0 1 0,0 0 0,0 0 0,1 0 0,-1 0 0,0-1 0,0 1 0,0 0 0,0 0 0,1 0 0,-1-1 0,0 1 0,1 1 0,2 5 0,0-1 0,0 1 0,0-1 0,5 8 0,-3-7 0,0 1 0,1-1 0,0 0 0,1 0 0,-1-1 0,1 0 0,0 0 0,1 0 0,-1-1 0,1 0 0,13 6 0,-20-11 0,1 0 0,-1 1 0,1-1 0,0 0 0,-1 0 0,1 0 0,0 0 0,-1 0 0,1 0 0,0-1 0,-1 1 0,1 0 0,0-1 0,-1 1 0,1-1 0,-1 0 0,3-1 0,0 0 0,-1-1 0,0 1 0,0-1 0,0 0 0,0 0 0,-1 0 0,4-4 0,1-5 0,1-1 0,-2 1 0,6-16 0,17-68 0,-19 58 0,-40 110-1365,16-43-5461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B8D726-D0BC-B240-A677-46F99704B744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roup 522">
            <a:extLst>
              <a:ext uri="{FF2B5EF4-FFF2-40B4-BE49-F238E27FC236}">
                <a16:creationId xmlns:a16="http://schemas.microsoft.com/office/drawing/2014/main" id="{2DB38A0F-0598-4BC1-A4B5-6E4C7D1AE1FD}"/>
              </a:ext>
            </a:extLst>
          </p:cNvPr>
          <p:cNvGrpSpPr/>
          <p:nvPr userDrawn="1"/>
        </p:nvGrpSpPr>
        <p:grpSpPr>
          <a:xfrm>
            <a:off x="354110" y="326571"/>
            <a:ext cx="11480605" cy="6204858"/>
            <a:chOff x="354110" y="326571"/>
            <a:chExt cx="11480605" cy="6204858"/>
          </a:xfrm>
          <a:solidFill>
            <a:schemeClr val="accent1">
              <a:lumMod val="90000"/>
              <a:lumOff val="10000"/>
            </a:schemeClr>
          </a:solidFill>
        </p:grpSpPr>
        <p:sp>
          <p:nvSpPr>
            <p:cNvPr id="524" name="Rectangle 5">
              <a:extLst>
                <a:ext uri="{FF2B5EF4-FFF2-40B4-BE49-F238E27FC236}">
                  <a16:creationId xmlns:a16="http://schemas.microsoft.com/office/drawing/2014/main" id="{D0391FF9-0338-4933-99EA-0BC7224F4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26571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5" name="Rectangle 6">
              <a:extLst>
                <a:ext uri="{FF2B5EF4-FFF2-40B4-BE49-F238E27FC236}">
                  <a16:creationId xmlns:a16="http://schemas.microsoft.com/office/drawing/2014/main" id="{68848005-FF97-4886-AB70-BEAC78E6A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6" name="Rectangle 7">
              <a:extLst>
                <a:ext uri="{FF2B5EF4-FFF2-40B4-BE49-F238E27FC236}">
                  <a16:creationId xmlns:a16="http://schemas.microsoft.com/office/drawing/2014/main" id="{A371799C-C91D-4388-B84A-3FB8314160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7" name="Rectangle 8">
              <a:extLst>
                <a:ext uri="{FF2B5EF4-FFF2-40B4-BE49-F238E27FC236}">
                  <a16:creationId xmlns:a16="http://schemas.microsoft.com/office/drawing/2014/main" id="{C722B8FD-8C0E-4B48-8849-E0D3A2C9EC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26571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8" name="Rectangle 9">
              <a:extLst>
                <a:ext uri="{FF2B5EF4-FFF2-40B4-BE49-F238E27FC236}">
                  <a16:creationId xmlns:a16="http://schemas.microsoft.com/office/drawing/2014/main" id="{F690EF81-637B-45E9-B2E4-F6466D3CE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9" name="Rectangle 10">
              <a:extLst>
                <a:ext uri="{FF2B5EF4-FFF2-40B4-BE49-F238E27FC236}">
                  <a16:creationId xmlns:a16="http://schemas.microsoft.com/office/drawing/2014/main" id="{93D434AE-D8E1-4B73-97E9-104904735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0" name="Rectangle 11">
              <a:extLst>
                <a:ext uri="{FF2B5EF4-FFF2-40B4-BE49-F238E27FC236}">
                  <a16:creationId xmlns:a16="http://schemas.microsoft.com/office/drawing/2014/main" id="{38DB79DD-18E2-4E0B-8C6B-B3170D9E6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1" name="Rectangle 12">
              <a:extLst>
                <a:ext uri="{FF2B5EF4-FFF2-40B4-BE49-F238E27FC236}">
                  <a16:creationId xmlns:a16="http://schemas.microsoft.com/office/drawing/2014/main" id="{AA24A7B5-1047-4ED2-8394-1F64840CD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2" name="Rectangle 13">
              <a:extLst>
                <a:ext uri="{FF2B5EF4-FFF2-40B4-BE49-F238E27FC236}">
                  <a16:creationId xmlns:a16="http://schemas.microsoft.com/office/drawing/2014/main" id="{1BF3D7A2-914A-406C-85FE-78F492E20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3" name="Rectangle 14">
              <a:extLst>
                <a:ext uri="{FF2B5EF4-FFF2-40B4-BE49-F238E27FC236}">
                  <a16:creationId xmlns:a16="http://schemas.microsoft.com/office/drawing/2014/main" id="{EFE4A65D-7D8E-481F-9FD2-EC0C85742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4" name="Rectangle 15">
              <a:extLst>
                <a:ext uri="{FF2B5EF4-FFF2-40B4-BE49-F238E27FC236}">
                  <a16:creationId xmlns:a16="http://schemas.microsoft.com/office/drawing/2014/main" id="{6D829585-3C10-4E29-9D87-5A5437E00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5" name="Rectangle 16">
              <a:extLst>
                <a:ext uri="{FF2B5EF4-FFF2-40B4-BE49-F238E27FC236}">
                  <a16:creationId xmlns:a16="http://schemas.microsoft.com/office/drawing/2014/main" id="{2B70A9B8-A62A-4C92-8175-AAC487F5F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6" name="Rectangle 17">
              <a:extLst>
                <a:ext uri="{FF2B5EF4-FFF2-40B4-BE49-F238E27FC236}">
                  <a16:creationId xmlns:a16="http://schemas.microsoft.com/office/drawing/2014/main" id="{62925939-9955-4AB6-8B7B-2F98C58A9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7" name="Rectangle 18">
              <a:extLst>
                <a:ext uri="{FF2B5EF4-FFF2-40B4-BE49-F238E27FC236}">
                  <a16:creationId xmlns:a16="http://schemas.microsoft.com/office/drawing/2014/main" id="{658B8514-8D6B-4F5F-AE70-55B9F4C505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8" name="Rectangle 19">
              <a:extLst>
                <a:ext uri="{FF2B5EF4-FFF2-40B4-BE49-F238E27FC236}">
                  <a16:creationId xmlns:a16="http://schemas.microsoft.com/office/drawing/2014/main" id="{D6780382-758A-41C1-83C0-EB51E004EF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9" name="Rectangle 20">
              <a:extLst>
                <a:ext uri="{FF2B5EF4-FFF2-40B4-BE49-F238E27FC236}">
                  <a16:creationId xmlns:a16="http://schemas.microsoft.com/office/drawing/2014/main" id="{9357623D-6D19-46DA-B792-E1A2F32F8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0" name="Rectangle 21">
              <a:extLst>
                <a:ext uri="{FF2B5EF4-FFF2-40B4-BE49-F238E27FC236}">
                  <a16:creationId xmlns:a16="http://schemas.microsoft.com/office/drawing/2014/main" id="{2F00DFB8-11D0-4DF8-A3AD-197C3F3071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1" name="Rectangle 22">
              <a:extLst>
                <a:ext uri="{FF2B5EF4-FFF2-40B4-BE49-F238E27FC236}">
                  <a16:creationId xmlns:a16="http://schemas.microsoft.com/office/drawing/2014/main" id="{57F57754-D964-4CFA-BC83-9AFD46DA5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2" name="Rectangle 23">
              <a:extLst>
                <a:ext uri="{FF2B5EF4-FFF2-40B4-BE49-F238E27FC236}">
                  <a16:creationId xmlns:a16="http://schemas.microsoft.com/office/drawing/2014/main" id="{CAC9FBA4-D9FC-44DC-9CBC-4AA56F87E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3" name="Rectangle 24">
              <a:extLst>
                <a:ext uri="{FF2B5EF4-FFF2-40B4-BE49-F238E27FC236}">
                  <a16:creationId xmlns:a16="http://schemas.microsoft.com/office/drawing/2014/main" id="{6B5BF42C-E1FB-4B04-8861-8F6834EC8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4" name="Rectangle 25">
              <a:extLst>
                <a:ext uri="{FF2B5EF4-FFF2-40B4-BE49-F238E27FC236}">
                  <a16:creationId xmlns:a16="http://schemas.microsoft.com/office/drawing/2014/main" id="{BECAB5D5-0B99-4F52-BDEC-9DEE44451E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5" name="Rectangle 26">
              <a:extLst>
                <a:ext uri="{FF2B5EF4-FFF2-40B4-BE49-F238E27FC236}">
                  <a16:creationId xmlns:a16="http://schemas.microsoft.com/office/drawing/2014/main" id="{7F2A058E-DD90-4B9A-BCA3-AAB1E8805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6" name="Rectangle 27">
              <a:extLst>
                <a:ext uri="{FF2B5EF4-FFF2-40B4-BE49-F238E27FC236}">
                  <a16:creationId xmlns:a16="http://schemas.microsoft.com/office/drawing/2014/main" id="{5A511A58-4543-4023-AD40-17185DD316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7" name="Rectangle 28">
              <a:extLst>
                <a:ext uri="{FF2B5EF4-FFF2-40B4-BE49-F238E27FC236}">
                  <a16:creationId xmlns:a16="http://schemas.microsoft.com/office/drawing/2014/main" id="{4FB2F5FA-9E29-4BF4-A565-01F5623519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8" name="Rectangle 29">
              <a:extLst>
                <a:ext uri="{FF2B5EF4-FFF2-40B4-BE49-F238E27FC236}">
                  <a16:creationId xmlns:a16="http://schemas.microsoft.com/office/drawing/2014/main" id="{79033138-2B37-4A7A-BB10-95ED1BC4CE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9" name="Rectangle 30">
              <a:extLst>
                <a:ext uri="{FF2B5EF4-FFF2-40B4-BE49-F238E27FC236}">
                  <a16:creationId xmlns:a16="http://schemas.microsoft.com/office/drawing/2014/main" id="{79753DF4-5F75-4419-909E-7C6C91243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0" name="Rectangle 32">
              <a:extLst>
                <a:ext uri="{FF2B5EF4-FFF2-40B4-BE49-F238E27FC236}">
                  <a16:creationId xmlns:a16="http://schemas.microsoft.com/office/drawing/2014/main" id="{855DF40C-B6BB-4565-917B-0D68E9A99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834963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1" name="Rectangle 33">
              <a:extLst>
                <a:ext uri="{FF2B5EF4-FFF2-40B4-BE49-F238E27FC236}">
                  <a16:creationId xmlns:a16="http://schemas.microsoft.com/office/drawing/2014/main" id="{4A966D73-83CF-49BC-B17D-814D08E708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2" name="Rectangle 34">
              <a:extLst>
                <a:ext uri="{FF2B5EF4-FFF2-40B4-BE49-F238E27FC236}">
                  <a16:creationId xmlns:a16="http://schemas.microsoft.com/office/drawing/2014/main" id="{C4D3FEF6-5168-4033-87C1-4DE8C0B10D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3" name="Rectangle 35">
              <a:extLst>
                <a:ext uri="{FF2B5EF4-FFF2-40B4-BE49-F238E27FC236}">
                  <a16:creationId xmlns:a16="http://schemas.microsoft.com/office/drawing/2014/main" id="{8196550C-9075-450D-8381-757B57ACF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4" name="Rectangle 36">
              <a:extLst>
                <a:ext uri="{FF2B5EF4-FFF2-40B4-BE49-F238E27FC236}">
                  <a16:creationId xmlns:a16="http://schemas.microsoft.com/office/drawing/2014/main" id="{9DDF2589-A917-47E1-86F2-E9E9D03113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5" name="Rectangle 37">
              <a:extLst>
                <a:ext uri="{FF2B5EF4-FFF2-40B4-BE49-F238E27FC236}">
                  <a16:creationId xmlns:a16="http://schemas.microsoft.com/office/drawing/2014/main" id="{19AA832E-82CD-495F-9759-311D5CF3C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6" name="Rectangle 38">
              <a:extLst>
                <a:ext uri="{FF2B5EF4-FFF2-40B4-BE49-F238E27FC236}">
                  <a16:creationId xmlns:a16="http://schemas.microsoft.com/office/drawing/2014/main" id="{E321B9D6-F4D4-4E72-B642-4A20A028DE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7" name="Rectangle 39">
              <a:extLst>
                <a:ext uri="{FF2B5EF4-FFF2-40B4-BE49-F238E27FC236}">
                  <a16:creationId xmlns:a16="http://schemas.microsoft.com/office/drawing/2014/main" id="{67D8E47E-A97F-495B-9D93-E77F5D991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8" name="Rectangle 40">
              <a:extLst>
                <a:ext uri="{FF2B5EF4-FFF2-40B4-BE49-F238E27FC236}">
                  <a16:creationId xmlns:a16="http://schemas.microsoft.com/office/drawing/2014/main" id="{A3102978-9FB6-414A-87A2-7447231B78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9" name="Rectangle 41">
              <a:extLst>
                <a:ext uri="{FF2B5EF4-FFF2-40B4-BE49-F238E27FC236}">
                  <a16:creationId xmlns:a16="http://schemas.microsoft.com/office/drawing/2014/main" id="{52AB6645-416B-4B1A-BDD5-25D20B3DDF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0" name="Rectangle 42">
              <a:extLst>
                <a:ext uri="{FF2B5EF4-FFF2-40B4-BE49-F238E27FC236}">
                  <a16:creationId xmlns:a16="http://schemas.microsoft.com/office/drawing/2014/main" id="{6FC3BBB2-F5AD-4180-9804-3EA9F90C26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1" name="Rectangle 43">
              <a:extLst>
                <a:ext uri="{FF2B5EF4-FFF2-40B4-BE49-F238E27FC236}">
                  <a16:creationId xmlns:a16="http://schemas.microsoft.com/office/drawing/2014/main" id="{422DB3ED-2BEF-4ED1-BC1B-08CB86C00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2" name="Rectangle 44">
              <a:extLst>
                <a:ext uri="{FF2B5EF4-FFF2-40B4-BE49-F238E27FC236}">
                  <a16:creationId xmlns:a16="http://schemas.microsoft.com/office/drawing/2014/main" id="{98D97055-E2FD-4FF0-90DB-E94B1920C4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3" name="Rectangle 45">
              <a:extLst>
                <a:ext uri="{FF2B5EF4-FFF2-40B4-BE49-F238E27FC236}">
                  <a16:creationId xmlns:a16="http://schemas.microsoft.com/office/drawing/2014/main" id="{DE4F8DEE-2AD7-48B0-86FE-2FB6CF6E0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4" name="Rectangle 46">
              <a:extLst>
                <a:ext uri="{FF2B5EF4-FFF2-40B4-BE49-F238E27FC236}">
                  <a16:creationId xmlns:a16="http://schemas.microsoft.com/office/drawing/2014/main" id="{ABD952AD-A59A-4124-AAA4-9E35E9D1D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5" name="Rectangle 47">
              <a:extLst>
                <a:ext uri="{FF2B5EF4-FFF2-40B4-BE49-F238E27FC236}">
                  <a16:creationId xmlns:a16="http://schemas.microsoft.com/office/drawing/2014/main" id="{09F53A53-235E-4905-B7A1-4C24875314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6" name="Rectangle 48">
              <a:extLst>
                <a:ext uri="{FF2B5EF4-FFF2-40B4-BE49-F238E27FC236}">
                  <a16:creationId xmlns:a16="http://schemas.microsoft.com/office/drawing/2014/main" id="{E7B8F62B-F26F-4F16-83DE-DE88E2AC27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7" name="Rectangle 49">
              <a:extLst>
                <a:ext uri="{FF2B5EF4-FFF2-40B4-BE49-F238E27FC236}">
                  <a16:creationId xmlns:a16="http://schemas.microsoft.com/office/drawing/2014/main" id="{5A3F2E03-9197-4D87-AEBD-53681C71A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8" name="Rectangle 50">
              <a:extLst>
                <a:ext uri="{FF2B5EF4-FFF2-40B4-BE49-F238E27FC236}">
                  <a16:creationId xmlns:a16="http://schemas.microsoft.com/office/drawing/2014/main" id="{AC48136C-038A-4E15-A432-82CDA3580E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9" name="Rectangle 51">
              <a:extLst>
                <a:ext uri="{FF2B5EF4-FFF2-40B4-BE49-F238E27FC236}">
                  <a16:creationId xmlns:a16="http://schemas.microsoft.com/office/drawing/2014/main" id="{A03DB8D5-6A83-4A84-AB18-2030609589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0" name="Rectangle 52">
              <a:extLst>
                <a:ext uri="{FF2B5EF4-FFF2-40B4-BE49-F238E27FC236}">
                  <a16:creationId xmlns:a16="http://schemas.microsoft.com/office/drawing/2014/main" id="{CB4B691A-151E-4AA1-86FD-1DF590C8AD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1" name="Rectangle 53">
              <a:extLst>
                <a:ext uri="{FF2B5EF4-FFF2-40B4-BE49-F238E27FC236}">
                  <a16:creationId xmlns:a16="http://schemas.microsoft.com/office/drawing/2014/main" id="{8DE17CF6-249D-4F7B-83E2-FD452FE77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2" name="Rectangle 54">
              <a:extLst>
                <a:ext uri="{FF2B5EF4-FFF2-40B4-BE49-F238E27FC236}">
                  <a16:creationId xmlns:a16="http://schemas.microsoft.com/office/drawing/2014/main" id="{8AFBC693-95B4-46BF-8458-36EE0C805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3" name="Rectangle 55">
              <a:extLst>
                <a:ext uri="{FF2B5EF4-FFF2-40B4-BE49-F238E27FC236}">
                  <a16:creationId xmlns:a16="http://schemas.microsoft.com/office/drawing/2014/main" id="{1B7936E4-C86A-4ECF-9DAA-DD45C61C9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4" name="Rectangle 56">
              <a:extLst>
                <a:ext uri="{FF2B5EF4-FFF2-40B4-BE49-F238E27FC236}">
                  <a16:creationId xmlns:a16="http://schemas.microsoft.com/office/drawing/2014/main" id="{07B705CC-7C23-4703-BFCD-DEBFDF5A7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5" name="Rectangle 57">
              <a:extLst>
                <a:ext uri="{FF2B5EF4-FFF2-40B4-BE49-F238E27FC236}">
                  <a16:creationId xmlns:a16="http://schemas.microsoft.com/office/drawing/2014/main" id="{021EAEDF-4795-47A7-9CDF-29BDE7EB46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6" name="Rectangle 59">
              <a:extLst>
                <a:ext uri="{FF2B5EF4-FFF2-40B4-BE49-F238E27FC236}">
                  <a16:creationId xmlns:a16="http://schemas.microsoft.com/office/drawing/2014/main" id="{C8E25685-5F7D-4F4C-ABCD-4A625A28DA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342187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7" name="Rectangle 60">
              <a:extLst>
                <a:ext uri="{FF2B5EF4-FFF2-40B4-BE49-F238E27FC236}">
                  <a16:creationId xmlns:a16="http://schemas.microsoft.com/office/drawing/2014/main" id="{F86C1915-F185-4F6E-BC9A-70ED68733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8" name="Rectangle 61">
              <a:extLst>
                <a:ext uri="{FF2B5EF4-FFF2-40B4-BE49-F238E27FC236}">
                  <a16:creationId xmlns:a16="http://schemas.microsoft.com/office/drawing/2014/main" id="{0A676732-8A69-4B25-9573-F6F90E1CB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9" name="Rectangle 62">
              <a:extLst>
                <a:ext uri="{FF2B5EF4-FFF2-40B4-BE49-F238E27FC236}">
                  <a16:creationId xmlns:a16="http://schemas.microsoft.com/office/drawing/2014/main" id="{D4F1F03D-E1AA-4194-B592-BA6FFEF4B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0" name="Rectangle 63">
              <a:extLst>
                <a:ext uri="{FF2B5EF4-FFF2-40B4-BE49-F238E27FC236}">
                  <a16:creationId xmlns:a16="http://schemas.microsoft.com/office/drawing/2014/main" id="{3E19A2DA-16F0-4B64-9855-639F78BF9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1" name="Rectangle 64">
              <a:extLst>
                <a:ext uri="{FF2B5EF4-FFF2-40B4-BE49-F238E27FC236}">
                  <a16:creationId xmlns:a16="http://schemas.microsoft.com/office/drawing/2014/main" id="{21AA4D67-978D-46FA-9138-C5EF347A09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2" name="Rectangle 65">
              <a:extLst>
                <a:ext uri="{FF2B5EF4-FFF2-40B4-BE49-F238E27FC236}">
                  <a16:creationId xmlns:a16="http://schemas.microsoft.com/office/drawing/2014/main" id="{DF7FABC9-0AE5-498D-9DCD-2D0A69DD4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3" name="Rectangle 66">
              <a:extLst>
                <a:ext uri="{FF2B5EF4-FFF2-40B4-BE49-F238E27FC236}">
                  <a16:creationId xmlns:a16="http://schemas.microsoft.com/office/drawing/2014/main" id="{3B4259AB-BB5C-471B-8BFD-2464967E0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4" name="Rectangle 67">
              <a:extLst>
                <a:ext uri="{FF2B5EF4-FFF2-40B4-BE49-F238E27FC236}">
                  <a16:creationId xmlns:a16="http://schemas.microsoft.com/office/drawing/2014/main" id="{4A71AFC4-8245-4F87-8986-BFA716379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5" name="Rectangle 68">
              <a:extLst>
                <a:ext uri="{FF2B5EF4-FFF2-40B4-BE49-F238E27FC236}">
                  <a16:creationId xmlns:a16="http://schemas.microsoft.com/office/drawing/2014/main" id="{AA4DB81E-6CDA-4C15-A84C-6764CA845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6" name="Rectangle 69">
              <a:extLst>
                <a:ext uri="{FF2B5EF4-FFF2-40B4-BE49-F238E27FC236}">
                  <a16:creationId xmlns:a16="http://schemas.microsoft.com/office/drawing/2014/main" id="{E6B3071E-6076-4B7A-83B7-92D6A16534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7" name="Rectangle 70">
              <a:extLst>
                <a:ext uri="{FF2B5EF4-FFF2-40B4-BE49-F238E27FC236}">
                  <a16:creationId xmlns:a16="http://schemas.microsoft.com/office/drawing/2014/main" id="{E8543DB1-652E-4988-9780-2A2133D41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8" name="Rectangle 71">
              <a:extLst>
                <a:ext uri="{FF2B5EF4-FFF2-40B4-BE49-F238E27FC236}">
                  <a16:creationId xmlns:a16="http://schemas.microsoft.com/office/drawing/2014/main" id="{42F0AA6A-4C74-462E-8B1B-F39A0F70F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9" name="Rectangle 72">
              <a:extLst>
                <a:ext uri="{FF2B5EF4-FFF2-40B4-BE49-F238E27FC236}">
                  <a16:creationId xmlns:a16="http://schemas.microsoft.com/office/drawing/2014/main" id="{B33C0D7F-04E1-4844-B90C-3FBE5EEF3A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0" name="Rectangle 73">
              <a:extLst>
                <a:ext uri="{FF2B5EF4-FFF2-40B4-BE49-F238E27FC236}">
                  <a16:creationId xmlns:a16="http://schemas.microsoft.com/office/drawing/2014/main" id="{F49B085D-B4DD-458A-826A-3DA24029B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1" name="Rectangle 74">
              <a:extLst>
                <a:ext uri="{FF2B5EF4-FFF2-40B4-BE49-F238E27FC236}">
                  <a16:creationId xmlns:a16="http://schemas.microsoft.com/office/drawing/2014/main" id="{A32F9E5F-5111-453D-A333-FB4E1A1867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2" name="Rectangle 75">
              <a:extLst>
                <a:ext uri="{FF2B5EF4-FFF2-40B4-BE49-F238E27FC236}">
                  <a16:creationId xmlns:a16="http://schemas.microsoft.com/office/drawing/2014/main" id="{47E4D8BD-DEA3-4D27-98E4-F4E701617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3" name="Rectangle 76">
              <a:extLst>
                <a:ext uri="{FF2B5EF4-FFF2-40B4-BE49-F238E27FC236}">
                  <a16:creationId xmlns:a16="http://schemas.microsoft.com/office/drawing/2014/main" id="{BBF03BDD-5E4F-4125-8BBA-793FC2C13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4" name="Rectangle 77">
              <a:extLst>
                <a:ext uri="{FF2B5EF4-FFF2-40B4-BE49-F238E27FC236}">
                  <a16:creationId xmlns:a16="http://schemas.microsoft.com/office/drawing/2014/main" id="{F3B4C098-EB45-4815-8269-996D7522E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5" name="Rectangle 78">
              <a:extLst>
                <a:ext uri="{FF2B5EF4-FFF2-40B4-BE49-F238E27FC236}">
                  <a16:creationId xmlns:a16="http://schemas.microsoft.com/office/drawing/2014/main" id="{B59927F3-4B4B-42A6-8B08-08A49631D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6" name="Rectangle 79">
              <a:extLst>
                <a:ext uri="{FF2B5EF4-FFF2-40B4-BE49-F238E27FC236}">
                  <a16:creationId xmlns:a16="http://schemas.microsoft.com/office/drawing/2014/main" id="{A3EF2292-28DC-48A4-AF27-649B5C4586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7" name="Rectangle 80">
              <a:extLst>
                <a:ext uri="{FF2B5EF4-FFF2-40B4-BE49-F238E27FC236}">
                  <a16:creationId xmlns:a16="http://schemas.microsoft.com/office/drawing/2014/main" id="{248C3F59-9E32-45A2-A3CC-2CB702255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8" name="Rectangle 81">
              <a:extLst>
                <a:ext uri="{FF2B5EF4-FFF2-40B4-BE49-F238E27FC236}">
                  <a16:creationId xmlns:a16="http://schemas.microsoft.com/office/drawing/2014/main" id="{8E4ACB8A-43E4-4093-AE56-AA241704B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9" name="Rectangle 82">
              <a:extLst>
                <a:ext uri="{FF2B5EF4-FFF2-40B4-BE49-F238E27FC236}">
                  <a16:creationId xmlns:a16="http://schemas.microsoft.com/office/drawing/2014/main" id="{D14F99BB-28D1-464F-BB16-2F2623BBC5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0" name="Rectangle 83">
              <a:extLst>
                <a:ext uri="{FF2B5EF4-FFF2-40B4-BE49-F238E27FC236}">
                  <a16:creationId xmlns:a16="http://schemas.microsoft.com/office/drawing/2014/main" id="{A95FA675-3755-4391-B726-68B8FF23AD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1" name="Rectangle 84">
              <a:extLst>
                <a:ext uri="{FF2B5EF4-FFF2-40B4-BE49-F238E27FC236}">
                  <a16:creationId xmlns:a16="http://schemas.microsoft.com/office/drawing/2014/main" id="{49925855-02BD-4CA2-9D33-00CA85C3A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2" name="Rectangle 86">
              <a:extLst>
                <a:ext uri="{FF2B5EF4-FFF2-40B4-BE49-F238E27FC236}">
                  <a16:creationId xmlns:a16="http://schemas.microsoft.com/office/drawing/2014/main" id="{29A0B59B-FDB1-4852-BA6C-06E6417E8D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8505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3" name="Rectangle 87">
              <a:extLst>
                <a:ext uri="{FF2B5EF4-FFF2-40B4-BE49-F238E27FC236}">
                  <a16:creationId xmlns:a16="http://schemas.microsoft.com/office/drawing/2014/main" id="{F2291FF5-CA54-458E-8BD1-99B816F40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4" name="Rectangle 88">
              <a:extLst>
                <a:ext uri="{FF2B5EF4-FFF2-40B4-BE49-F238E27FC236}">
                  <a16:creationId xmlns:a16="http://schemas.microsoft.com/office/drawing/2014/main" id="{97EB7D42-19E8-41E2-B5B0-791AA24B5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8505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5" name="Rectangle 89">
              <a:extLst>
                <a:ext uri="{FF2B5EF4-FFF2-40B4-BE49-F238E27FC236}">
                  <a16:creationId xmlns:a16="http://schemas.microsoft.com/office/drawing/2014/main" id="{F11528A1-D5A5-47C3-A78A-BDF885ECD0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850579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6" name="Rectangle 90">
              <a:extLst>
                <a:ext uri="{FF2B5EF4-FFF2-40B4-BE49-F238E27FC236}">
                  <a16:creationId xmlns:a16="http://schemas.microsoft.com/office/drawing/2014/main" id="{382D90AE-FED6-4FCA-B477-13F5EC154E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7" name="Rectangle 91">
              <a:extLst>
                <a:ext uri="{FF2B5EF4-FFF2-40B4-BE49-F238E27FC236}">
                  <a16:creationId xmlns:a16="http://schemas.microsoft.com/office/drawing/2014/main" id="{32C9B838-AD97-41C2-B167-E2ED06D30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8" name="Rectangle 92">
              <a:extLst>
                <a:ext uri="{FF2B5EF4-FFF2-40B4-BE49-F238E27FC236}">
                  <a16:creationId xmlns:a16="http://schemas.microsoft.com/office/drawing/2014/main" id="{17A1E437-F28C-4912-A416-147E734D2A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9" name="Rectangle 105">
              <a:extLst>
                <a:ext uri="{FF2B5EF4-FFF2-40B4-BE49-F238E27FC236}">
                  <a16:creationId xmlns:a16="http://schemas.microsoft.com/office/drawing/2014/main" id="{DEAE7685-4A38-4785-9605-B19161F69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0" name="Rectangle 106">
              <a:extLst>
                <a:ext uri="{FF2B5EF4-FFF2-40B4-BE49-F238E27FC236}">
                  <a16:creationId xmlns:a16="http://schemas.microsoft.com/office/drawing/2014/main" id="{D8D5236E-C6F3-4C15-B112-50979E39B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1" name="Rectangle 107">
              <a:extLst>
                <a:ext uri="{FF2B5EF4-FFF2-40B4-BE49-F238E27FC236}">
                  <a16:creationId xmlns:a16="http://schemas.microsoft.com/office/drawing/2014/main" id="{EAC78FE3-C094-437A-B445-4F78378023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2" name="Rectangle 108">
              <a:extLst>
                <a:ext uri="{FF2B5EF4-FFF2-40B4-BE49-F238E27FC236}">
                  <a16:creationId xmlns:a16="http://schemas.microsoft.com/office/drawing/2014/main" id="{E515352F-F56E-4A5E-A366-80D13565A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3" name="Rectangle 109">
              <a:extLst>
                <a:ext uri="{FF2B5EF4-FFF2-40B4-BE49-F238E27FC236}">
                  <a16:creationId xmlns:a16="http://schemas.microsoft.com/office/drawing/2014/main" id="{082593FC-9A99-4046-9873-3F17F576F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4" name="Rectangle 110">
              <a:extLst>
                <a:ext uri="{FF2B5EF4-FFF2-40B4-BE49-F238E27FC236}">
                  <a16:creationId xmlns:a16="http://schemas.microsoft.com/office/drawing/2014/main" id="{7BE87C29-956D-4731-9DEF-2472E21D8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5" name="Rectangle 111">
              <a:extLst>
                <a:ext uri="{FF2B5EF4-FFF2-40B4-BE49-F238E27FC236}">
                  <a16:creationId xmlns:a16="http://schemas.microsoft.com/office/drawing/2014/main" id="{A3B07365-8B76-4AFB-ABA7-8DD8B6C91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6" name="Rectangle 113">
              <a:extLst>
                <a:ext uri="{FF2B5EF4-FFF2-40B4-BE49-F238E27FC236}">
                  <a16:creationId xmlns:a16="http://schemas.microsoft.com/office/drawing/2014/main" id="{DC607E7A-BE56-4471-A732-571BF19EBC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7" name="Rectangle 114">
              <a:extLst>
                <a:ext uri="{FF2B5EF4-FFF2-40B4-BE49-F238E27FC236}">
                  <a16:creationId xmlns:a16="http://schemas.microsoft.com/office/drawing/2014/main" id="{AC622CDC-661A-4504-B509-39988A379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8" name="Rectangle 115">
              <a:extLst>
                <a:ext uri="{FF2B5EF4-FFF2-40B4-BE49-F238E27FC236}">
                  <a16:creationId xmlns:a16="http://schemas.microsoft.com/office/drawing/2014/main" id="{62946A9D-9192-4CAD-8F76-974C5FE27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2358971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9" name="Rectangle 116">
              <a:extLst>
                <a:ext uri="{FF2B5EF4-FFF2-40B4-BE49-F238E27FC236}">
                  <a16:creationId xmlns:a16="http://schemas.microsoft.com/office/drawing/2014/main" id="{98A87D74-26D6-44DE-B8E3-3F1228E833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117">
              <a:extLst>
                <a:ext uri="{FF2B5EF4-FFF2-40B4-BE49-F238E27FC236}">
                  <a16:creationId xmlns:a16="http://schemas.microsoft.com/office/drawing/2014/main" id="{305F2911-EBBC-4A1F-9F27-F5A4D6683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2358971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118">
              <a:extLst>
                <a:ext uri="{FF2B5EF4-FFF2-40B4-BE49-F238E27FC236}">
                  <a16:creationId xmlns:a16="http://schemas.microsoft.com/office/drawing/2014/main" id="{E3017ED1-C3DB-468D-917A-7D055013E8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119">
              <a:extLst>
                <a:ext uri="{FF2B5EF4-FFF2-40B4-BE49-F238E27FC236}">
                  <a16:creationId xmlns:a16="http://schemas.microsoft.com/office/drawing/2014/main" id="{364A9FBD-1DB7-46D2-80AE-1EF6158FE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132">
              <a:extLst>
                <a:ext uri="{FF2B5EF4-FFF2-40B4-BE49-F238E27FC236}">
                  <a16:creationId xmlns:a16="http://schemas.microsoft.com/office/drawing/2014/main" id="{5B8F5DA7-A3AB-48C2-A0AA-06DFF2510E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133">
              <a:extLst>
                <a:ext uri="{FF2B5EF4-FFF2-40B4-BE49-F238E27FC236}">
                  <a16:creationId xmlns:a16="http://schemas.microsoft.com/office/drawing/2014/main" id="{B4EEDB8D-D8C1-42F7-816B-88E1F6AC5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134">
              <a:extLst>
                <a:ext uri="{FF2B5EF4-FFF2-40B4-BE49-F238E27FC236}">
                  <a16:creationId xmlns:a16="http://schemas.microsoft.com/office/drawing/2014/main" id="{E15F1A2D-8731-4042-A5CD-84E3C2F446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135">
              <a:extLst>
                <a:ext uri="{FF2B5EF4-FFF2-40B4-BE49-F238E27FC236}">
                  <a16:creationId xmlns:a16="http://schemas.microsoft.com/office/drawing/2014/main" id="{866AE8F6-A982-4075-88C6-096E183A6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136">
              <a:extLst>
                <a:ext uri="{FF2B5EF4-FFF2-40B4-BE49-F238E27FC236}">
                  <a16:creationId xmlns:a16="http://schemas.microsoft.com/office/drawing/2014/main" id="{4E9E8D66-CB5B-45DA-86A6-555048971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137">
              <a:extLst>
                <a:ext uri="{FF2B5EF4-FFF2-40B4-BE49-F238E27FC236}">
                  <a16:creationId xmlns:a16="http://schemas.microsoft.com/office/drawing/2014/main" id="{A22DE3BE-D7D7-4570-BD5B-578C0D546A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138">
              <a:extLst>
                <a:ext uri="{FF2B5EF4-FFF2-40B4-BE49-F238E27FC236}">
                  <a16:creationId xmlns:a16="http://schemas.microsoft.com/office/drawing/2014/main" id="{7A6BABE8-DBE8-441A-87BB-BA336C02D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140">
              <a:extLst>
                <a:ext uri="{FF2B5EF4-FFF2-40B4-BE49-F238E27FC236}">
                  <a16:creationId xmlns:a16="http://schemas.microsoft.com/office/drawing/2014/main" id="{E3D2014F-A2E0-433E-904B-8B6961F86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2866195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141">
              <a:extLst>
                <a:ext uri="{FF2B5EF4-FFF2-40B4-BE49-F238E27FC236}">
                  <a16:creationId xmlns:a16="http://schemas.microsoft.com/office/drawing/2014/main" id="{69E93948-9F67-4652-940D-D296937F99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2866195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142">
              <a:extLst>
                <a:ext uri="{FF2B5EF4-FFF2-40B4-BE49-F238E27FC236}">
                  <a16:creationId xmlns:a16="http://schemas.microsoft.com/office/drawing/2014/main" id="{DF77B519-E891-4382-8E18-46FCB0F8C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143">
              <a:extLst>
                <a:ext uri="{FF2B5EF4-FFF2-40B4-BE49-F238E27FC236}">
                  <a16:creationId xmlns:a16="http://schemas.microsoft.com/office/drawing/2014/main" id="{D5D17266-EBAA-471D-8E73-01469C471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144">
              <a:extLst>
                <a:ext uri="{FF2B5EF4-FFF2-40B4-BE49-F238E27FC236}">
                  <a16:creationId xmlns:a16="http://schemas.microsoft.com/office/drawing/2014/main" id="{D44C52C9-4A4D-4A1A-8A29-69726A6A3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145">
              <a:extLst>
                <a:ext uri="{FF2B5EF4-FFF2-40B4-BE49-F238E27FC236}">
                  <a16:creationId xmlns:a16="http://schemas.microsoft.com/office/drawing/2014/main" id="{FA87CB27-8CDF-4677-9DF5-DFB94C701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146">
              <a:extLst>
                <a:ext uri="{FF2B5EF4-FFF2-40B4-BE49-F238E27FC236}">
                  <a16:creationId xmlns:a16="http://schemas.microsoft.com/office/drawing/2014/main" id="{4AADF530-084D-4ABD-9074-C7575F810C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159">
              <a:extLst>
                <a:ext uri="{FF2B5EF4-FFF2-40B4-BE49-F238E27FC236}">
                  <a16:creationId xmlns:a16="http://schemas.microsoft.com/office/drawing/2014/main" id="{C322B879-3988-4E94-A06A-2E2974CE5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160">
              <a:extLst>
                <a:ext uri="{FF2B5EF4-FFF2-40B4-BE49-F238E27FC236}">
                  <a16:creationId xmlns:a16="http://schemas.microsoft.com/office/drawing/2014/main" id="{1FB2D558-1E2B-4728-B37A-424934B7A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161">
              <a:extLst>
                <a:ext uri="{FF2B5EF4-FFF2-40B4-BE49-F238E27FC236}">
                  <a16:creationId xmlns:a16="http://schemas.microsoft.com/office/drawing/2014/main" id="{0A804D08-6835-454A-A817-80AFAFA27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162">
              <a:extLst>
                <a:ext uri="{FF2B5EF4-FFF2-40B4-BE49-F238E27FC236}">
                  <a16:creationId xmlns:a16="http://schemas.microsoft.com/office/drawing/2014/main" id="{088B375A-8C1A-4982-9F8E-9B47B9FDCA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163">
              <a:extLst>
                <a:ext uri="{FF2B5EF4-FFF2-40B4-BE49-F238E27FC236}">
                  <a16:creationId xmlns:a16="http://schemas.microsoft.com/office/drawing/2014/main" id="{7FDDF96D-95E0-4634-92CA-2BD5749E0D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164">
              <a:extLst>
                <a:ext uri="{FF2B5EF4-FFF2-40B4-BE49-F238E27FC236}">
                  <a16:creationId xmlns:a16="http://schemas.microsoft.com/office/drawing/2014/main" id="{FFAB5B60-AC73-4661-9026-4738F218AA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165">
              <a:extLst>
                <a:ext uri="{FF2B5EF4-FFF2-40B4-BE49-F238E27FC236}">
                  <a16:creationId xmlns:a16="http://schemas.microsoft.com/office/drawing/2014/main" id="{55977D1F-AEBB-4C53-9386-D84525085B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167">
              <a:extLst>
                <a:ext uri="{FF2B5EF4-FFF2-40B4-BE49-F238E27FC236}">
                  <a16:creationId xmlns:a16="http://schemas.microsoft.com/office/drawing/2014/main" id="{1DC84208-E766-4580-A861-C3CFC0E372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5" name="Rectangle 168">
              <a:extLst>
                <a:ext uri="{FF2B5EF4-FFF2-40B4-BE49-F238E27FC236}">
                  <a16:creationId xmlns:a16="http://schemas.microsoft.com/office/drawing/2014/main" id="{2325F7E8-2FD3-4BEC-A7B6-AD4FD4B1F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6" name="Rectangle 169">
              <a:extLst>
                <a:ext uri="{FF2B5EF4-FFF2-40B4-BE49-F238E27FC236}">
                  <a16:creationId xmlns:a16="http://schemas.microsoft.com/office/drawing/2014/main" id="{E25EE725-3FFE-489B-90BB-54AF71067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7" name="Rectangle 170">
              <a:extLst>
                <a:ext uri="{FF2B5EF4-FFF2-40B4-BE49-F238E27FC236}">
                  <a16:creationId xmlns:a16="http://schemas.microsoft.com/office/drawing/2014/main" id="{5FF69CBE-D1C4-47E2-B021-1A16583B86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8" name="Rectangle 171">
              <a:extLst>
                <a:ext uri="{FF2B5EF4-FFF2-40B4-BE49-F238E27FC236}">
                  <a16:creationId xmlns:a16="http://schemas.microsoft.com/office/drawing/2014/main" id="{2FD7DC93-4697-49F2-9683-A519993F3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9" name="Rectangle 172">
              <a:extLst>
                <a:ext uri="{FF2B5EF4-FFF2-40B4-BE49-F238E27FC236}">
                  <a16:creationId xmlns:a16="http://schemas.microsoft.com/office/drawing/2014/main" id="{F078C2FC-1AFA-4F34-AEB1-722384C0D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0" name="Rectangle 173">
              <a:extLst>
                <a:ext uri="{FF2B5EF4-FFF2-40B4-BE49-F238E27FC236}">
                  <a16:creationId xmlns:a16="http://schemas.microsoft.com/office/drawing/2014/main" id="{B4CD4DEB-6026-4ACE-9EF8-D5BB38BCD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1" name="Rectangle 186">
              <a:extLst>
                <a:ext uri="{FF2B5EF4-FFF2-40B4-BE49-F238E27FC236}">
                  <a16:creationId xmlns:a16="http://schemas.microsoft.com/office/drawing/2014/main" id="{7BFD734A-1348-4955-827A-416C4FCDC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2" name="Rectangle 187">
              <a:extLst>
                <a:ext uri="{FF2B5EF4-FFF2-40B4-BE49-F238E27FC236}">
                  <a16:creationId xmlns:a16="http://schemas.microsoft.com/office/drawing/2014/main" id="{639C0A45-AA0E-4799-9B48-D56FD46E76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3" name="Rectangle 188">
              <a:extLst>
                <a:ext uri="{FF2B5EF4-FFF2-40B4-BE49-F238E27FC236}">
                  <a16:creationId xmlns:a16="http://schemas.microsoft.com/office/drawing/2014/main" id="{27B6305A-BDDA-4961-B3ED-4CDE68C9BE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4" name="Rectangle 189">
              <a:extLst>
                <a:ext uri="{FF2B5EF4-FFF2-40B4-BE49-F238E27FC236}">
                  <a16:creationId xmlns:a16="http://schemas.microsoft.com/office/drawing/2014/main" id="{DD6CA54E-582F-4C37-9D3A-BFA3E45D2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5" name="Rectangle 190">
              <a:extLst>
                <a:ext uri="{FF2B5EF4-FFF2-40B4-BE49-F238E27FC236}">
                  <a16:creationId xmlns:a16="http://schemas.microsoft.com/office/drawing/2014/main" id="{14E6965D-E230-4479-A391-3BCD5A2BBB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6" name="Rectangle 191">
              <a:extLst>
                <a:ext uri="{FF2B5EF4-FFF2-40B4-BE49-F238E27FC236}">
                  <a16:creationId xmlns:a16="http://schemas.microsoft.com/office/drawing/2014/main" id="{363FE856-8F60-49E3-9E59-695D571F03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7" name="Rectangle 192">
              <a:extLst>
                <a:ext uri="{FF2B5EF4-FFF2-40B4-BE49-F238E27FC236}">
                  <a16:creationId xmlns:a16="http://schemas.microsoft.com/office/drawing/2014/main" id="{2FB0342C-B7FA-47B4-B1FF-6954791FDF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3745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8" name="Rectangle 194">
              <a:extLst>
                <a:ext uri="{FF2B5EF4-FFF2-40B4-BE49-F238E27FC236}">
                  <a16:creationId xmlns:a16="http://schemas.microsoft.com/office/drawing/2014/main" id="{1122B8B2-F8E5-4A2E-A416-E53AAE197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9" name="Rectangle 195">
              <a:extLst>
                <a:ext uri="{FF2B5EF4-FFF2-40B4-BE49-F238E27FC236}">
                  <a16:creationId xmlns:a16="http://schemas.microsoft.com/office/drawing/2014/main" id="{4B87FC86-0D1F-4F15-9C22-AA0B2E2E12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882979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0" name="Rectangle 196">
              <a:extLst>
                <a:ext uri="{FF2B5EF4-FFF2-40B4-BE49-F238E27FC236}">
                  <a16:creationId xmlns:a16="http://schemas.microsoft.com/office/drawing/2014/main" id="{F8DDBB36-03C4-472F-9030-50E6B3212B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1" name="Rectangle 197">
              <a:extLst>
                <a:ext uri="{FF2B5EF4-FFF2-40B4-BE49-F238E27FC236}">
                  <a16:creationId xmlns:a16="http://schemas.microsoft.com/office/drawing/2014/main" id="{E84F816D-E7F7-4FC6-9198-C7A278EDB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2" name="Rectangle 198">
              <a:extLst>
                <a:ext uri="{FF2B5EF4-FFF2-40B4-BE49-F238E27FC236}">
                  <a16:creationId xmlns:a16="http://schemas.microsoft.com/office/drawing/2014/main" id="{8C5E4DCC-4206-42A4-BE08-8E415FF60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3" name="Rectangle 199">
              <a:extLst>
                <a:ext uri="{FF2B5EF4-FFF2-40B4-BE49-F238E27FC236}">
                  <a16:creationId xmlns:a16="http://schemas.microsoft.com/office/drawing/2014/main" id="{3EE8B95F-3C8D-4F9E-84E8-BEA481060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4" name="Rectangle 200">
              <a:extLst>
                <a:ext uri="{FF2B5EF4-FFF2-40B4-BE49-F238E27FC236}">
                  <a16:creationId xmlns:a16="http://schemas.microsoft.com/office/drawing/2014/main" id="{5E59882C-157C-443F-9111-16EC7661D4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5" name="Rectangle 214">
              <a:extLst>
                <a:ext uri="{FF2B5EF4-FFF2-40B4-BE49-F238E27FC236}">
                  <a16:creationId xmlns:a16="http://schemas.microsoft.com/office/drawing/2014/main" id="{779BE661-91DF-4B4E-8AF9-45D24F4AD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6" name="Rectangle 215">
              <a:extLst>
                <a:ext uri="{FF2B5EF4-FFF2-40B4-BE49-F238E27FC236}">
                  <a16:creationId xmlns:a16="http://schemas.microsoft.com/office/drawing/2014/main" id="{91810401-B6D2-4EA1-B203-697A043236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7" name="Rectangle 216">
              <a:extLst>
                <a:ext uri="{FF2B5EF4-FFF2-40B4-BE49-F238E27FC236}">
                  <a16:creationId xmlns:a16="http://schemas.microsoft.com/office/drawing/2014/main" id="{CC3BED62-8CA0-4375-AB0A-72617711B0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8" name="Rectangle 217">
              <a:extLst>
                <a:ext uri="{FF2B5EF4-FFF2-40B4-BE49-F238E27FC236}">
                  <a16:creationId xmlns:a16="http://schemas.microsoft.com/office/drawing/2014/main" id="{64B31A64-91AE-4DF4-8D81-94752C787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9" name="Rectangle 218">
              <a:extLst>
                <a:ext uri="{FF2B5EF4-FFF2-40B4-BE49-F238E27FC236}">
                  <a16:creationId xmlns:a16="http://schemas.microsoft.com/office/drawing/2014/main" id="{9ECDDCA8-99C7-4E2C-A3DA-6A39A5461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0" name="Rectangle 219">
              <a:extLst>
                <a:ext uri="{FF2B5EF4-FFF2-40B4-BE49-F238E27FC236}">
                  <a16:creationId xmlns:a16="http://schemas.microsoft.com/office/drawing/2014/main" id="{9E610FA0-F583-4C87-9186-97DA3A3F5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8829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1" name="Rectangle 220">
              <a:extLst>
                <a:ext uri="{FF2B5EF4-FFF2-40B4-BE49-F238E27FC236}">
                  <a16:creationId xmlns:a16="http://schemas.microsoft.com/office/drawing/2014/main" id="{C0181C2A-AC28-493E-9832-9D5782282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2" name="Rectangle 222">
              <a:extLst>
                <a:ext uri="{FF2B5EF4-FFF2-40B4-BE49-F238E27FC236}">
                  <a16:creationId xmlns:a16="http://schemas.microsoft.com/office/drawing/2014/main" id="{3A65CCD8-DA6B-47D9-BE08-9831358B7F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3" name="Rectangle 223">
              <a:extLst>
                <a:ext uri="{FF2B5EF4-FFF2-40B4-BE49-F238E27FC236}">
                  <a16:creationId xmlns:a16="http://schemas.microsoft.com/office/drawing/2014/main" id="{432DF8DB-2535-4604-A56C-4F411A13A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4" name="Rectangle 224">
              <a:extLst>
                <a:ext uri="{FF2B5EF4-FFF2-40B4-BE49-F238E27FC236}">
                  <a16:creationId xmlns:a16="http://schemas.microsoft.com/office/drawing/2014/main" id="{B585B91F-5190-4F14-B1D1-F49E48A0D8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5" name="Rectangle 225">
              <a:extLst>
                <a:ext uri="{FF2B5EF4-FFF2-40B4-BE49-F238E27FC236}">
                  <a16:creationId xmlns:a16="http://schemas.microsoft.com/office/drawing/2014/main" id="{49F28844-8AC8-4173-B5BB-9FF425A50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6" name="Rectangle 226">
              <a:extLst>
                <a:ext uri="{FF2B5EF4-FFF2-40B4-BE49-F238E27FC236}">
                  <a16:creationId xmlns:a16="http://schemas.microsoft.com/office/drawing/2014/main" id="{E750B745-BCDB-4D34-BBB4-107F54941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7" name="Rectangle 227">
              <a:extLst>
                <a:ext uri="{FF2B5EF4-FFF2-40B4-BE49-F238E27FC236}">
                  <a16:creationId xmlns:a16="http://schemas.microsoft.com/office/drawing/2014/main" id="{CB843387-A206-4CDB-845C-87952DF4F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8" name="Rectangle 228">
              <a:extLst>
                <a:ext uri="{FF2B5EF4-FFF2-40B4-BE49-F238E27FC236}">
                  <a16:creationId xmlns:a16="http://schemas.microsoft.com/office/drawing/2014/main" id="{F7012F48-14EA-4A10-B23B-D2DD376FD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9" name="Rectangle 241">
              <a:extLst>
                <a:ext uri="{FF2B5EF4-FFF2-40B4-BE49-F238E27FC236}">
                  <a16:creationId xmlns:a16="http://schemas.microsoft.com/office/drawing/2014/main" id="{9071865C-5264-4C64-86F2-5F136CDB3D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0" name="Rectangle 242">
              <a:extLst>
                <a:ext uri="{FF2B5EF4-FFF2-40B4-BE49-F238E27FC236}">
                  <a16:creationId xmlns:a16="http://schemas.microsoft.com/office/drawing/2014/main" id="{5FC89895-3E12-4B31-8AC4-F2C571271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1" name="Rectangle 243">
              <a:extLst>
                <a:ext uri="{FF2B5EF4-FFF2-40B4-BE49-F238E27FC236}">
                  <a16:creationId xmlns:a16="http://schemas.microsoft.com/office/drawing/2014/main" id="{822714A3-365A-4F69-84FD-C7A6C113C1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2" name="Rectangle 244">
              <a:extLst>
                <a:ext uri="{FF2B5EF4-FFF2-40B4-BE49-F238E27FC236}">
                  <a16:creationId xmlns:a16="http://schemas.microsoft.com/office/drawing/2014/main" id="{E831580F-B4FA-4FC0-94FF-AD9DB2B2F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3" name="Rectangle 245">
              <a:extLst>
                <a:ext uri="{FF2B5EF4-FFF2-40B4-BE49-F238E27FC236}">
                  <a16:creationId xmlns:a16="http://schemas.microsoft.com/office/drawing/2014/main" id="{6FC45DDA-F270-4338-BB79-E4F603065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4" name="Rectangle 246">
              <a:extLst>
                <a:ext uri="{FF2B5EF4-FFF2-40B4-BE49-F238E27FC236}">
                  <a16:creationId xmlns:a16="http://schemas.microsoft.com/office/drawing/2014/main" id="{DF6A400A-8A10-49DE-A315-385C4794A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5" name="Rectangle 247">
              <a:extLst>
                <a:ext uri="{FF2B5EF4-FFF2-40B4-BE49-F238E27FC236}">
                  <a16:creationId xmlns:a16="http://schemas.microsoft.com/office/drawing/2014/main" id="{2EA6C4C3-FE6D-4C45-9F6E-327D1D563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6" name="Rectangle 249">
              <a:extLst>
                <a:ext uri="{FF2B5EF4-FFF2-40B4-BE49-F238E27FC236}">
                  <a16:creationId xmlns:a16="http://schemas.microsoft.com/office/drawing/2014/main" id="{9164A3A4-A0CB-4566-AFBE-563D91A10F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7" name="Rectangle 250">
              <a:extLst>
                <a:ext uri="{FF2B5EF4-FFF2-40B4-BE49-F238E27FC236}">
                  <a16:creationId xmlns:a16="http://schemas.microsoft.com/office/drawing/2014/main" id="{FC689E73-96C3-4DFF-ABAC-A63C4BB15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8" name="Rectangle 251">
              <a:extLst>
                <a:ext uri="{FF2B5EF4-FFF2-40B4-BE49-F238E27FC236}">
                  <a16:creationId xmlns:a16="http://schemas.microsoft.com/office/drawing/2014/main" id="{49DC827D-FB7B-4DC2-A762-F5F17F148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9" name="Rectangle 252">
              <a:extLst>
                <a:ext uri="{FF2B5EF4-FFF2-40B4-BE49-F238E27FC236}">
                  <a16:creationId xmlns:a16="http://schemas.microsoft.com/office/drawing/2014/main" id="{C228A320-DB20-438B-A918-A580ACBFC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0" name="Rectangle 253">
              <a:extLst>
                <a:ext uri="{FF2B5EF4-FFF2-40B4-BE49-F238E27FC236}">
                  <a16:creationId xmlns:a16="http://schemas.microsoft.com/office/drawing/2014/main" id="{9897219B-EBD5-4581-8A2F-89939367A6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1" name="Rectangle 254">
              <a:extLst>
                <a:ext uri="{FF2B5EF4-FFF2-40B4-BE49-F238E27FC236}">
                  <a16:creationId xmlns:a16="http://schemas.microsoft.com/office/drawing/2014/main" id="{B8DDB46C-98EC-4AA3-8DC6-3C1937629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2" name="Rectangle 255">
              <a:extLst>
                <a:ext uri="{FF2B5EF4-FFF2-40B4-BE49-F238E27FC236}">
                  <a16:creationId xmlns:a16="http://schemas.microsoft.com/office/drawing/2014/main" id="{808B3D4B-87CC-405D-9F91-FF03DD240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3" name="Rectangle 268">
              <a:extLst>
                <a:ext uri="{FF2B5EF4-FFF2-40B4-BE49-F238E27FC236}">
                  <a16:creationId xmlns:a16="http://schemas.microsoft.com/office/drawing/2014/main" id="{368C3B92-A8BF-48DA-A49B-DEEB8B156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4" name="Rectangle 269">
              <a:extLst>
                <a:ext uri="{FF2B5EF4-FFF2-40B4-BE49-F238E27FC236}">
                  <a16:creationId xmlns:a16="http://schemas.microsoft.com/office/drawing/2014/main" id="{C6AE408F-F0A6-4B28-9BE9-0FACFB243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5" name="Rectangle 270">
              <a:extLst>
                <a:ext uri="{FF2B5EF4-FFF2-40B4-BE49-F238E27FC236}">
                  <a16:creationId xmlns:a16="http://schemas.microsoft.com/office/drawing/2014/main" id="{78937A9C-A111-49DA-A588-1C93AD60F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6" name="Rectangle 271">
              <a:extLst>
                <a:ext uri="{FF2B5EF4-FFF2-40B4-BE49-F238E27FC236}">
                  <a16:creationId xmlns:a16="http://schemas.microsoft.com/office/drawing/2014/main" id="{89501F7C-3060-4F40-952B-8BEDDCE50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7" name="Rectangle 272">
              <a:extLst>
                <a:ext uri="{FF2B5EF4-FFF2-40B4-BE49-F238E27FC236}">
                  <a16:creationId xmlns:a16="http://schemas.microsoft.com/office/drawing/2014/main" id="{C12674AC-F8DE-4BF0-B819-9E2A2AF2FE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4898595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8" name="Rectangle 273">
              <a:extLst>
                <a:ext uri="{FF2B5EF4-FFF2-40B4-BE49-F238E27FC236}">
                  <a16:creationId xmlns:a16="http://schemas.microsoft.com/office/drawing/2014/main" id="{B7785334-7690-4CF7-9269-7772426ED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4898595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9" name="Rectangle 274">
              <a:extLst>
                <a:ext uri="{FF2B5EF4-FFF2-40B4-BE49-F238E27FC236}">
                  <a16:creationId xmlns:a16="http://schemas.microsoft.com/office/drawing/2014/main" id="{1D74AEA1-716D-444E-9FA0-111672E59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4898595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0" name="Rectangle 276">
              <a:extLst>
                <a:ext uri="{FF2B5EF4-FFF2-40B4-BE49-F238E27FC236}">
                  <a16:creationId xmlns:a16="http://schemas.microsoft.com/office/drawing/2014/main" id="{3438C147-B1A7-4B1E-AE39-DA7715FBB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1" name="Rectangle 277">
              <a:extLst>
                <a:ext uri="{FF2B5EF4-FFF2-40B4-BE49-F238E27FC236}">
                  <a16:creationId xmlns:a16="http://schemas.microsoft.com/office/drawing/2014/main" id="{84AA6B27-1DF9-4C1A-8EB8-285EAD775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2" name="Rectangle 278">
              <a:extLst>
                <a:ext uri="{FF2B5EF4-FFF2-40B4-BE49-F238E27FC236}">
                  <a16:creationId xmlns:a16="http://schemas.microsoft.com/office/drawing/2014/main" id="{EC4CD7F9-CEBB-45D2-BC0F-696E95FC1E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3" name="Rectangle 279">
              <a:extLst>
                <a:ext uri="{FF2B5EF4-FFF2-40B4-BE49-F238E27FC236}">
                  <a16:creationId xmlns:a16="http://schemas.microsoft.com/office/drawing/2014/main" id="{25CE44E3-3ADD-478D-A105-8FBE0876C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4" name="Rectangle 280">
              <a:extLst>
                <a:ext uri="{FF2B5EF4-FFF2-40B4-BE49-F238E27FC236}">
                  <a16:creationId xmlns:a16="http://schemas.microsoft.com/office/drawing/2014/main" id="{A8F0BFFE-3D79-4101-821A-4AF5607EC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5" name="Rectangle 281">
              <a:extLst>
                <a:ext uri="{FF2B5EF4-FFF2-40B4-BE49-F238E27FC236}">
                  <a16:creationId xmlns:a16="http://schemas.microsoft.com/office/drawing/2014/main" id="{84D419AF-8225-41B8-86F5-75B9A63B2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6" name="Rectangle 282">
              <a:extLst>
                <a:ext uri="{FF2B5EF4-FFF2-40B4-BE49-F238E27FC236}">
                  <a16:creationId xmlns:a16="http://schemas.microsoft.com/office/drawing/2014/main" id="{4E58BD16-2A71-4755-BC85-16C8F3739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7" name="Rectangle 283">
              <a:extLst>
                <a:ext uri="{FF2B5EF4-FFF2-40B4-BE49-F238E27FC236}">
                  <a16:creationId xmlns:a16="http://schemas.microsoft.com/office/drawing/2014/main" id="{F56B1EBF-9ACC-4EEA-9794-00E325DCA5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8" name="Rectangle 284">
              <a:extLst>
                <a:ext uri="{FF2B5EF4-FFF2-40B4-BE49-F238E27FC236}">
                  <a16:creationId xmlns:a16="http://schemas.microsoft.com/office/drawing/2014/main" id="{CCFE505E-DEE7-4620-81F5-36AFA872F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9" name="Rectangle 285">
              <a:extLst>
                <a:ext uri="{FF2B5EF4-FFF2-40B4-BE49-F238E27FC236}">
                  <a16:creationId xmlns:a16="http://schemas.microsoft.com/office/drawing/2014/main" id="{30C4E4C1-9D8B-44EC-8D99-2E618636E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0" name="Rectangle 286">
              <a:extLst>
                <a:ext uri="{FF2B5EF4-FFF2-40B4-BE49-F238E27FC236}">
                  <a16:creationId xmlns:a16="http://schemas.microsoft.com/office/drawing/2014/main" id="{775CBB56-B210-43F2-87E2-DE5A0CA40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1" name="Rectangle 287">
              <a:extLst>
                <a:ext uri="{FF2B5EF4-FFF2-40B4-BE49-F238E27FC236}">
                  <a16:creationId xmlns:a16="http://schemas.microsoft.com/office/drawing/2014/main" id="{6667B41B-9A3E-4667-A1C7-B7369F0101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2" name="Rectangle 288">
              <a:extLst>
                <a:ext uri="{FF2B5EF4-FFF2-40B4-BE49-F238E27FC236}">
                  <a16:creationId xmlns:a16="http://schemas.microsoft.com/office/drawing/2014/main" id="{796F6F02-6043-46B6-ACB2-F0D85A865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3" name="Rectangle 289">
              <a:extLst>
                <a:ext uri="{FF2B5EF4-FFF2-40B4-BE49-F238E27FC236}">
                  <a16:creationId xmlns:a16="http://schemas.microsoft.com/office/drawing/2014/main" id="{929725D4-ED31-40E2-8AB3-47D0FD5DE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4" name="Rectangle 290">
              <a:extLst>
                <a:ext uri="{FF2B5EF4-FFF2-40B4-BE49-F238E27FC236}">
                  <a16:creationId xmlns:a16="http://schemas.microsoft.com/office/drawing/2014/main" id="{6E0AE0BD-ECE4-468E-A5C9-0DE456154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5" name="Rectangle 291">
              <a:extLst>
                <a:ext uri="{FF2B5EF4-FFF2-40B4-BE49-F238E27FC236}">
                  <a16:creationId xmlns:a16="http://schemas.microsoft.com/office/drawing/2014/main" id="{4400955C-33E1-4C75-9F63-728D8665A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6" name="Rectangle 292">
              <a:extLst>
                <a:ext uri="{FF2B5EF4-FFF2-40B4-BE49-F238E27FC236}">
                  <a16:creationId xmlns:a16="http://schemas.microsoft.com/office/drawing/2014/main" id="{D961C0B6-3B1B-4839-857B-114099F3F1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7" name="Rectangle 293">
              <a:extLst>
                <a:ext uri="{FF2B5EF4-FFF2-40B4-BE49-F238E27FC236}">
                  <a16:creationId xmlns:a16="http://schemas.microsoft.com/office/drawing/2014/main" id="{DF5F8018-F3F9-4B6A-961C-FDE42B1AC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8" name="Rectangle 294">
              <a:extLst>
                <a:ext uri="{FF2B5EF4-FFF2-40B4-BE49-F238E27FC236}">
                  <a16:creationId xmlns:a16="http://schemas.microsoft.com/office/drawing/2014/main" id="{F9B0F8D9-7724-4ACF-BA7F-110AA4FF0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9" name="Rectangle 295">
              <a:extLst>
                <a:ext uri="{FF2B5EF4-FFF2-40B4-BE49-F238E27FC236}">
                  <a16:creationId xmlns:a16="http://schemas.microsoft.com/office/drawing/2014/main" id="{1D3659AF-0565-450F-85E1-3D9707E72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0" name="Rectangle 296">
              <a:extLst>
                <a:ext uri="{FF2B5EF4-FFF2-40B4-BE49-F238E27FC236}">
                  <a16:creationId xmlns:a16="http://schemas.microsoft.com/office/drawing/2014/main" id="{5FE90139-0B55-4644-A3B5-120193B9A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1" name="Rectangle 297">
              <a:extLst>
                <a:ext uri="{FF2B5EF4-FFF2-40B4-BE49-F238E27FC236}">
                  <a16:creationId xmlns:a16="http://schemas.microsoft.com/office/drawing/2014/main" id="{5C52DEE4-F75A-448E-AC22-D4A8424D60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4069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2" name="Rectangle 298">
              <a:extLst>
                <a:ext uri="{FF2B5EF4-FFF2-40B4-BE49-F238E27FC236}">
                  <a16:creationId xmlns:a16="http://schemas.microsoft.com/office/drawing/2014/main" id="{0FAA6019-458E-49C0-82BF-4DA9376EF5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3" name="Rectangle 299">
              <a:extLst>
                <a:ext uri="{FF2B5EF4-FFF2-40B4-BE49-F238E27FC236}">
                  <a16:creationId xmlns:a16="http://schemas.microsoft.com/office/drawing/2014/main" id="{A10BEF18-4D65-4ECD-AD29-9B429488E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406987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4" name="Rectangle 300">
              <a:extLst>
                <a:ext uri="{FF2B5EF4-FFF2-40B4-BE49-F238E27FC236}">
                  <a16:creationId xmlns:a16="http://schemas.microsoft.com/office/drawing/2014/main" id="{B5150899-574E-4361-8BD8-908931E2F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5" name="Rectangle 301">
              <a:extLst>
                <a:ext uri="{FF2B5EF4-FFF2-40B4-BE49-F238E27FC236}">
                  <a16:creationId xmlns:a16="http://schemas.microsoft.com/office/drawing/2014/main" id="{BEA711FE-B1AF-4B37-81CB-C560FA27C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6" name="Rectangle 303">
              <a:extLst>
                <a:ext uri="{FF2B5EF4-FFF2-40B4-BE49-F238E27FC236}">
                  <a16:creationId xmlns:a16="http://schemas.microsoft.com/office/drawing/2014/main" id="{80E4ED87-41E6-49B3-91BA-686B2B81B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7" name="Rectangle 304">
              <a:extLst>
                <a:ext uri="{FF2B5EF4-FFF2-40B4-BE49-F238E27FC236}">
                  <a16:creationId xmlns:a16="http://schemas.microsoft.com/office/drawing/2014/main" id="{4E9BE40A-EE42-4123-8BA0-FF7F0385F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8" name="Rectangle 305">
              <a:extLst>
                <a:ext uri="{FF2B5EF4-FFF2-40B4-BE49-F238E27FC236}">
                  <a16:creationId xmlns:a16="http://schemas.microsoft.com/office/drawing/2014/main" id="{B611F1C1-8FC2-46A0-9BD2-C302F7B52C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9" name="Rectangle 306">
              <a:extLst>
                <a:ext uri="{FF2B5EF4-FFF2-40B4-BE49-F238E27FC236}">
                  <a16:creationId xmlns:a16="http://schemas.microsoft.com/office/drawing/2014/main" id="{930B6D85-2884-41AB-BDBA-4E324F36B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0" name="Rectangle 307">
              <a:extLst>
                <a:ext uri="{FF2B5EF4-FFF2-40B4-BE49-F238E27FC236}">
                  <a16:creationId xmlns:a16="http://schemas.microsoft.com/office/drawing/2014/main" id="{7F9C1F3D-FD52-424C-9FF6-C48477A49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1" name="Rectangle 308">
              <a:extLst>
                <a:ext uri="{FF2B5EF4-FFF2-40B4-BE49-F238E27FC236}">
                  <a16:creationId xmlns:a16="http://schemas.microsoft.com/office/drawing/2014/main" id="{E7486E9D-3A69-4A97-AA5C-AF76EF8F5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2" name="Rectangle 309">
              <a:extLst>
                <a:ext uri="{FF2B5EF4-FFF2-40B4-BE49-F238E27FC236}">
                  <a16:creationId xmlns:a16="http://schemas.microsoft.com/office/drawing/2014/main" id="{0AA7E796-96DA-498C-93D9-136DDFB2F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3" name="Rectangle 310">
              <a:extLst>
                <a:ext uri="{FF2B5EF4-FFF2-40B4-BE49-F238E27FC236}">
                  <a16:creationId xmlns:a16="http://schemas.microsoft.com/office/drawing/2014/main" id="{A66B0CB8-31EE-439B-AC73-841AF9BC5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4" name="Rectangle 311">
              <a:extLst>
                <a:ext uri="{FF2B5EF4-FFF2-40B4-BE49-F238E27FC236}">
                  <a16:creationId xmlns:a16="http://schemas.microsoft.com/office/drawing/2014/main" id="{3369CA06-5E6E-4F9E-A1F5-CDE829557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5" name="Rectangle 312">
              <a:extLst>
                <a:ext uri="{FF2B5EF4-FFF2-40B4-BE49-F238E27FC236}">
                  <a16:creationId xmlns:a16="http://schemas.microsoft.com/office/drawing/2014/main" id="{E99CE921-0DE8-4AB7-AC5C-1424E0C194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6" name="Rectangle 313">
              <a:extLst>
                <a:ext uri="{FF2B5EF4-FFF2-40B4-BE49-F238E27FC236}">
                  <a16:creationId xmlns:a16="http://schemas.microsoft.com/office/drawing/2014/main" id="{44B0D7FC-1229-4D80-AFFC-1892AC41B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7" name="Rectangle 314">
              <a:extLst>
                <a:ext uri="{FF2B5EF4-FFF2-40B4-BE49-F238E27FC236}">
                  <a16:creationId xmlns:a16="http://schemas.microsoft.com/office/drawing/2014/main" id="{9CC127BC-9564-47FC-B62B-448598DBAB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8" name="Rectangle 315">
              <a:extLst>
                <a:ext uri="{FF2B5EF4-FFF2-40B4-BE49-F238E27FC236}">
                  <a16:creationId xmlns:a16="http://schemas.microsoft.com/office/drawing/2014/main" id="{B9AB1F98-2ED9-4FA8-B563-43ABB5173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9" name="Rectangle 316">
              <a:extLst>
                <a:ext uri="{FF2B5EF4-FFF2-40B4-BE49-F238E27FC236}">
                  <a16:creationId xmlns:a16="http://schemas.microsoft.com/office/drawing/2014/main" id="{A6DA074F-063A-4813-AE3D-039A5CEC3F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0" name="Rectangle 317">
              <a:extLst>
                <a:ext uri="{FF2B5EF4-FFF2-40B4-BE49-F238E27FC236}">
                  <a16:creationId xmlns:a16="http://schemas.microsoft.com/office/drawing/2014/main" id="{E2D48949-643D-4CD5-94F2-5B81BCC4A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1" name="Rectangle 318">
              <a:extLst>
                <a:ext uri="{FF2B5EF4-FFF2-40B4-BE49-F238E27FC236}">
                  <a16:creationId xmlns:a16="http://schemas.microsoft.com/office/drawing/2014/main" id="{00728DC9-776B-49FA-ABFC-CE0772CDA2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2" name="Rectangle 319">
              <a:extLst>
                <a:ext uri="{FF2B5EF4-FFF2-40B4-BE49-F238E27FC236}">
                  <a16:creationId xmlns:a16="http://schemas.microsoft.com/office/drawing/2014/main" id="{F940E1FC-5AC7-4790-9F31-160A60507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3" name="Rectangle 320">
              <a:extLst>
                <a:ext uri="{FF2B5EF4-FFF2-40B4-BE49-F238E27FC236}">
                  <a16:creationId xmlns:a16="http://schemas.microsoft.com/office/drawing/2014/main" id="{9A9BC016-C68C-4EA0-9BAE-277C05D16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4" name="Rectangle 321">
              <a:extLst>
                <a:ext uri="{FF2B5EF4-FFF2-40B4-BE49-F238E27FC236}">
                  <a16:creationId xmlns:a16="http://schemas.microsoft.com/office/drawing/2014/main" id="{85D72911-CD6D-4223-B9B7-AF8B7667D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5" name="Rectangle 322">
              <a:extLst>
                <a:ext uri="{FF2B5EF4-FFF2-40B4-BE49-F238E27FC236}">
                  <a16:creationId xmlns:a16="http://schemas.microsoft.com/office/drawing/2014/main" id="{44F55F88-B6F7-42F9-A7A0-92FA35616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6" name="Rectangle 323">
              <a:extLst>
                <a:ext uri="{FF2B5EF4-FFF2-40B4-BE49-F238E27FC236}">
                  <a16:creationId xmlns:a16="http://schemas.microsoft.com/office/drawing/2014/main" id="{1FAEF597-1324-4785-A2F5-812B9B7E3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7" name="Rectangle 324">
              <a:extLst>
                <a:ext uri="{FF2B5EF4-FFF2-40B4-BE49-F238E27FC236}">
                  <a16:creationId xmlns:a16="http://schemas.microsoft.com/office/drawing/2014/main" id="{547E500B-89FF-4790-A774-7467AA539E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8" name="Rectangle 325">
              <a:extLst>
                <a:ext uri="{FF2B5EF4-FFF2-40B4-BE49-F238E27FC236}">
                  <a16:creationId xmlns:a16="http://schemas.microsoft.com/office/drawing/2014/main" id="{BDE832F9-2CD6-4DA9-8C6D-29D6EF4A6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9" name="Rectangle 326">
              <a:extLst>
                <a:ext uri="{FF2B5EF4-FFF2-40B4-BE49-F238E27FC236}">
                  <a16:creationId xmlns:a16="http://schemas.microsoft.com/office/drawing/2014/main" id="{8F14BE8F-17A2-48D9-99B9-13D9B36CF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0" name="Rectangle 327">
              <a:extLst>
                <a:ext uri="{FF2B5EF4-FFF2-40B4-BE49-F238E27FC236}">
                  <a16:creationId xmlns:a16="http://schemas.microsoft.com/office/drawing/2014/main" id="{2CA28AB2-A869-47B1-9798-9E8733980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1" name="Rectangle 328">
              <a:extLst>
                <a:ext uri="{FF2B5EF4-FFF2-40B4-BE49-F238E27FC236}">
                  <a16:creationId xmlns:a16="http://schemas.microsoft.com/office/drawing/2014/main" id="{FA45DCC4-369F-4348-B31A-DDD34207D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915379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2" name="Rectangle 303">
              <a:extLst>
                <a:ext uri="{FF2B5EF4-FFF2-40B4-BE49-F238E27FC236}">
                  <a16:creationId xmlns:a16="http://schemas.microsoft.com/office/drawing/2014/main" id="{5246F475-6CE9-44EF-B241-5C98A3993F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3" name="Rectangle 304">
              <a:extLst>
                <a:ext uri="{FF2B5EF4-FFF2-40B4-BE49-F238E27FC236}">
                  <a16:creationId xmlns:a16="http://schemas.microsoft.com/office/drawing/2014/main" id="{0212C143-6DDE-4AC2-94C2-CCD6202BF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4" name="Rectangle 305">
              <a:extLst>
                <a:ext uri="{FF2B5EF4-FFF2-40B4-BE49-F238E27FC236}">
                  <a16:creationId xmlns:a16="http://schemas.microsoft.com/office/drawing/2014/main" id="{DC9D434B-9E3A-4EBA-8C92-28B96B398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5" name="Rectangle 306">
              <a:extLst>
                <a:ext uri="{FF2B5EF4-FFF2-40B4-BE49-F238E27FC236}">
                  <a16:creationId xmlns:a16="http://schemas.microsoft.com/office/drawing/2014/main" id="{C336F0B6-E934-4035-96C1-1890FAB7F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6" name="Rectangle 307">
              <a:extLst>
                <a:ext uri="{FF2B5EF4-FFF2-40B4-BE49-F238E27FC236}">
                  <a16:creationId xmlns:a16="http://schemas.microsoft.com/office/drawing/2014/main" id="{449858E0-3129-497A-A76F-A7B8CCC41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7" name="Rectangle 308">
              <a:extLst>
                <a:ext uri="{FF2B5EF4-FFF2-40B4-BE49-F238E27FC236}">
                  <a16:creationId xmlns:a16="http://schemas.microsoft.com/office/drawing/2014/main" id="{5E5A0525-E0F7-473B-BF1D-921297C34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8" name="Rectangle 309">
              <a:extLst>
                <a:ext uri="{FF2B5EF4-FFF2-40B4-BE49-F238E27FC236}">
                  <a16:creationId xmlns:a16="http://schemas.microsoft.com/office/drawing/2014/main" id="{40BA3401-B130-4070-8812-6D1E64DFCA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9" name="Rectangle 310">
              <a:extLst>
                <a:ext uri="{FF2B5EF4-FFF2-40B4-BE49-F238E27FC236}">
                  <a16:creationId xmlns:a16="http://schemas.microsoft.com/office/drawing/2014/main" id="{43428A0F-0399-49CB-B65B-308D799020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0" name="Rectangle 311">
              <a:extLst>
                <a:ext uri="{FF2B5EF4-FFF2-40B4-BE49-F238E27FC236}">
                  <a16:creationId xmlns:a16="http://schemas.microsoft.com/office/drawing/2014/main" id="{03BCC0FA-5699-431F-8C8A-B7CFDACB8F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1" name="Rectangle 312">
              <a:extLst>
                <a:ext uri="{FF2B5EF4-FFF2-40B4-BE49-F238E27FC236}">
                  <a16:creationId xmlns:a16="http://schemas.microsoft.com/office/drawing/2014/main" id="{556516AA-1DCD-4F78-A473-1DD49BC9A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2" name="Rectangle 313">
              <a:extLst>
                <a:ext uri="{FF2B5EF4-FFF2-40B4-BE49-F238E27FC236}">
                  <a16:creationId xmlns:a16="http://schemas.microsoft.com/office/drawing/2014/main" id="{CA00595A-8F2B-4D73-846B-3B7A9C584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3" name="Rectangle 314">
              <a:extLst>
                <a:ext uri="{FF2B5EF4-FFF2-40B4-BE49-F238E27FC236}">
                  <a16:creationId xmlns:a16="http://schemas.microsoft.com/office/drawing/2014/main" id="{76207ABA-2173-41C4-88F3-C94E5346C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4" name="Rectangle 315">
              <a:extLst>
                <a:ext uri="{FF2B5EF4-FFF2-40B4-BE49-F238E27FC236}">
                  <a16:creationId xmlns:a16="http://schemas.microsoft.com/office/drawing/2014/main" id="{22D2EBC9-8BFC-4568-9B2E-776424248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5" name="Rectangle 316">
              <a:extLst>
                <a:ext uri="{FF2B5EF4-FFF2-40B4-BE49-F238E27FC236}">
                  <a16:creationId xmlns:a16="http://schemas.microsoft.com/office/drawing/2014/main" id="{BCF3A8ED-BBBB-4991-AF9D-6BECE831C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6" name="Rectangle 317">
              <a:extLst>
                <a:ext uri="{FF2B5EF4-FFF2-40B4-BE49-F238E27FC236}">
                  <a16:creationId xmlns:a16="http://schemas.microsoft.com/office/drawing/2014/main" id="{2C735C09-F863-40CC-B903-4E8394118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7" name="Rectangle 318">
              <a:extLst>
                <a:ext uri="{FF2B5EF4-FFF2-40B4-BE49-F238E27FC236}">
                  <a16:creationId xmlns:a16="http://schemas.microsoft.com/office/drawing/2014/main" id="{5B9A0F98-970C-4A0E-A6C7-B55BCE0CE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8" name="Rectangle 319">
              <a:extLst>
                <a:ext uri="{FF2B5EF4-FFF2-40B4-BE49-F238E27FC236}">
                  <a16:creationId xmlns:a16="http://schemas.microsoft.com/office/drawing/2014/main" id="{19BA8D7A-9A73-4E82-8C3D-2920BAD2FB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9" name="Rectangle 320">
              <a:extLst>
                <a:ext uri="{FF2B5EF4-FFF2-40B4-BE49-F238E27FC236}">
                  <a16:creationId xmlns:a16="http://schemas.microsoft.com/office/drawing/2014/main" id="{15718E9B-0168-4026-9DA9-25FB77F48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0" name="Rectangle 321">
              <a:extLst>
                <a:ext uri="{FF2B5EF4-FFF2-40B4-BE49-F238E27FC236}">
                  <a16:creationId xmlns:a16="http://schemas.microsoft.com/office/drawing/2014/main" id="{66E782F6-03F2-4976-9939-4FFC8A6D9B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1" name="Rectangle 322">
              <a:extLst>
                <a:ext uri="{FF2B5EF4-FFF2-40B4-BE49-F238E27FC236}">
                  <a16:creationId xmlns:a16="http://schemas.microsoft.com/office/drawing/2014/main" id="{0EFF48D8-9A72-4410-B099-6490C0479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2" name="Rectangle 323">
              <a:extLst>
                <a:ext uri="{FF2B5EF4-FFF2-40B4-BE49-F238E27FC236}">
                  <a16:creationId xmlns:a16="http://schemas.microsoft.com/office/drawing/2014/main" id="{8C821438-F658-42B0-81BE-28EF12CD7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22607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3" name="Rectangle 324">
              <a:extLst>
                <a:ext uri="{FF2B5EF4-FFF2-40B4-BE49-F238E27FC236}">
                  <a16:creationId xmlns:a16="http://schemas.microsoft.com/office/drawing/2014/main" id="{280043D3-9357-4611-AA94-C9B58CB0E6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4" name="Rectangle 325">
              <a:extLst>
                <a:ext uri="{FF2B5EF4-FFF2-40B4-BE49-F238E27FC236}">
                  <a16:creationId xmlns:a16="http://schemas.microsoft.com/office/drawing/2014/main" id="{D7287905-0D7C-4A58-ABD6-A6554D176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5" name="Rectangle 326">
              <a:extLst>
                <a:ext uri="{FF2B5EF4-FFF2-40B4-BE49-F238E27FC236}">
                  <a16:creationId xmlns:a16="http://schemas.microsoft.com/office/drawing/2014/main" id="{1D0E79F1-1AC9-47BF-B7F0-F709B8B444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22607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6" name="Rectangle 327">
              <a:extLst>
                <a:ext uri="{FF2B5EF4-FFF2-40B4-BE49-F238E27FC236}">
                  <a16:creationId xmlns:a16="http://schemas.microsoft.com/office/drawing/2014/main" id="{83AB9594-60A2-4730-A801-A458EEE55E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7" name="Rectangle 328">
              <a:extLst>
                <a:ext uri="{FF2B5EF4-FFF2-40B4-BE49-F238E27FC236}">
                  <a16:creationId xmlns:a16="http://schemas.microsoft.com/office/drawing/2014/main" id="{62B13014-86D5-44D0-A96C-D2A34A6B60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30893" y="2165593"/>
            <a:ext cx="5086633" cy="1943114"/>
          </a:xfrm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lang="en-US" sz="6000" b="1" kern="1200" smtClean="0">
                <a:solidFill>
                  <a:schemeClr val="bg1"/>
                </a:solidFill>
                <a:latin typeface="+mn-lt"/>
                <a:ea typeface="Segoe UI Black" panose="020B0A02040204020203" pitchFamily="34" charset="0"/>
                <a:cs typeface="+mj-cs"/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30893" y="4593057"/>
            <a:ext cx="5086633" cy="531269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2F3DD772-972B-4AAC-A0E6-89474032E07C}"/>
              </a:ext>
            </a:extLst>
          </p:cNvPr>
          <p:cNvCxnSpPr>
            <a:cxnSpLocks/>
          </p:cNvCxnSpPr>
          <p:nvPr userDrawn="1"/>
        </p:nvCxnSpPr>
        <p:spPr>
          <a:xfrm flipV="1">
            <a:off x="3530895" y="1938989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4DEFF758-3B08-4F1C-869F-4C6B6755CFC3}"/>
              </a:ext>
            </a:extLst>
          </p:cNvPr>
          <p:cNvCxnSpPr>
            <a:cxnSpLocks/>
          </p:cNvCxnSpPr>
          <p:nvPr userDrawn="1"/>
        </p:nvCxnSpPr>
        <p:spPr>
          <a:xfrm flipV="1">
            <a:off x="3530895" y="4382337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www.anubhavtrainings.com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F84C837-9DCF-4D09-8477-144AEA6C872E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87704B4-D820-4D37-AD30-8A5EB8A7D887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1" name="Rectangle 5">
                <a:extLst>
                  <a:ext uri="{FF2B5EF4-FFF2-40B4-BE49-F238E27FC236}">
                    <a16:creationId xmlns:a16="http://schemas.microsoft.com/office/drawing/2014/main" id="{A5DE7724-0266-4B26-B3E0-F4A53755EF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6">
                <a:extLst>
                  <a:ext uri="{FF2B5EF4-FFF2-40B4-BE49-F238E27FC236}">
                    <a16:creationId xmlns:a16="http://schemas.microsoft.com/office/drawing/2014/main" id="{92B81F68-69F1-412A-BA88-7CA31ABBD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7">
                <a:extLst>
                  <a:ext uri="{FF2B5EF4-FFF2-40B4-BE49-F238E27FC236}">
                    <a16:creationId xmlns:a16="http://schemas.microsoft.com/office/drawing/2014/main" id="{0DDE4945-C355-486A-AC39-DC1CBDD53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8">
                <a:extLst>
                  <a:ext uri="{FF2B5EF4-FFF2-40B4-BE49-F238E27FC236}">
                    <a16:creationId xmlns:a16="http://schemas.microsoft.com/office/drawing/2014/main" id="{17174557-3DA8-460E-9EA2-59F750420C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9">
                <a:extLst>
                  <a:ext uri="{FF2B5EF4-FFF2-40B4-BE49-F238E27FC236}">
                    <a16:creationId xmlns:a16="http://schemas.microsoft.com/office/drawing/2014/main" id="{911127AB-1DEB-4137-A7FC-F7DE99395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10">
                <a:extLst>
                  <a:ext uri="{FF2B5EF4-FFF2-40B4-BE49-F238E27FC236}">
                    <a16:creationId xmlns:a16="http://schemas.microsoft.com/office/drawing/2014/main" id="{4E17A780-BA9E-4864-B26E-9C35A8E063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7" name="Rectangle 11">
                <a:extLst>
                  <a:ext uri="{FF2B5EF4-FFF2-40B4-BE49-F238E27FC236}">
                    <a16:creationId xmlns:a16="http://schemas.microsoft.com/office/drawing/2014/main" id="{314C61F4-16FA-4712-81C9-E6993CF2E3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12">
                <a:extLst>
                  <a:ext uri="{FF2B5EF4-FFF2-40B4-BE49-F238E27FC236}">
                    <a16:creationId xmlns:a16="http://schemas.microsoft.com/office/drawing/2014/main" id="{9B524249-3869-485B-86A9-F6134949E3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13">
                <a:extLst>
                  <a:ext uri="{FF2B5EF4-FFF2-40B4-BE49-F238E27FC236}">
                    <a16:creationId xmlns:a16="http://schemas.microsoft.com/office/drawing/2014/main" id="{DAAD3B7E-EB92-41AE-846B-19E6FD8D82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14">
                <a:extLst>
                  <a:ext uri="{FF2B5EF4-FFF2-40B4-BE49-F238E27FC236}">
                    <a16:creationId xmlns:a16="http://schemas.microsoft.com/office/drawing/2014/main" id="{7F852861-98F4-44DF-AF49-726C8F948D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15">
                <a:extLst>
                  <a:ext uri="{FF2B5EF4-FFF2-40B4-BE49-F238E27FC236}">
                    <a16:creationId xmlns:a16="http://schemas.microsoft.com/office/drawing/2014/main" id="{0569D434-561F-415D-ADEF-1C97BBF45E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6">
                <a:extLst>
                  <a:ext uri="{FF2B5EF4-FFF2-40B4-BE49-F238E27FC236}">
                    <a16:creationId xmlns:a16="http://schemas.microsoft.com/office/drawing/2014/main" id="{E51E1051-20E9-499B-9F47-D453C9C4AD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7">
                <a:extLst>
                  <a:ext uri="{FF2B5EF4-FFF2-40B4-BE49-F238E27FC236}">
                    <a16:creationId xmlns:a16="http://schemas.microsoft.com/office/drawing/2014/main" id="{0A15F00D-D432-491D-BD07-4D98418B47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8">
                <a:extLst>
                  <a:ext uri="{FF2B5EF4-FFF2-40B4-BE49-F238E27FC236}">
                    <a16:creationId xmlns:a16="http://schemas.microsoft.com/office/drawing/2014/main" id="{E5C71B9E-2FEA-4B4A-9DAF-57371D0345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9">
                <a:extLst>
                  <a:ext uri="{FF2B5EF4-FFF2-40B4-BE49-F238E27FC236}">
                    <a16:creationId xmlns:a16="http://schemas.microsoft.com/office/drawing/2014/main" id="{0837AE5A-71E5-461E-86F8-382E419F4C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20">
                <a:extLst>
                  <a:ext uri="{FF2B5EF4-FFF2-40B4-BE49-F238E27FC236}">
                    <a16:creationId xmlns:a16="http://schemas.microsoft.com/office/drawing/2014/main" id="{226E3A9F-A5DF-4BD9-8BF9-BD63B178B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21">
                <a:extLst>
                  <a:ext uri="{FF2B5EF4-FFF2-40B4-BE49-F238E27FC236}">
                    <a16:creationId xmlns:a16="http://schemas.microsoft.com/office/drawing/2014/main" id="{0E15EBF9-0C38-49EB-BCE1-F087FE7B15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22">
                <a:extLst>
                  <a:ext uri="{FF2B5EF4-FFF2-40B4-BE49-F238E27FC236}">
                    <a16:creationId xmlns:a16="http://schemas.microsoft.com/office/drawing/2014/main" id="{CC706D37-6C28-4D62-837A-3DCE52AF5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23">
                <a:extLst>
                  <a:ext uri="{FF2B5EF4-FFF2-40B4-BE49-F238E27FC236}">
                    <a16:creationId xmlns:a16="http://schemas.microsoft.com/office/drawing/2014/main" id="{322A967E-C401-4E57-A3E0-032F5B3EE8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24">
                <a:extLst>
                  <a:ext uri="{FF2B5EF4-FFF2-40B4-BE49-F238E27FC236}">
                    <a16:creationId xmlns:a16="http://schemas.microsoft.com/office/drawing/2014/main" id="{4E47C428-6492-4775-B7F6-D97F4C21EE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25">
                <a:extLst>
                  <a:ext uri="{FF2B5EF4-FFF2-40B4-BE49-F238E27FC236}">
                    <a16:creationId xmlns:a16="http://schemas.microsoft.com/office/drawing/2014/main" id="{4FFE08B7-F49D-4351-AE15-CBCE567292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6">
                <a:extLst>
                  <a:ext uri="{FF2B5EF4-FFF2-40B4-BE49-F238E27FC236}">
                    <a16:creationId xmlns:a16="http://schemas.microsoft.com/office/drawing/2014/main" id="{6ACFDA49-281E-4897-9BD4-34DD13A792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7">
                <a:extLst>
                  <a:ext uri="{FF2B5EF4-FFF2-40B4-BE49-F238E27FC236}">
                    <a16:creationId xmlns:a16="http://schemas.microsoft.com/office/drawing/2014/main" id="{575841DC-16E8-4CB3-B2BC-119E646F21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8">
                <a:extLst>
                  <a:ext uri="{FF2B5EF4-FFF2-40B4-BE49-F238E27FC236}">
                    <a16:creationId xmlns:a16="http://schemas.microsoft.com/office/drawing/2014/main" id="{E1ED8453-673F-4AFA-BA06-840415974D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9">
                <a:extLst>
                  <a:ext uri="{FF2B5EF4-FFF2-40B4-BE49-F238E27FC236}">
                    <a16:creationId xmlns:a16="http://schemas.microsoft.com/office/drawing/2014/main" id="{DC901148-F99B-414C-A333-EA3FE0A590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30">
                <a:extLst>
                  <a:ext uri="{FF2B5EF4-FFF2-40B4-BE49-F238E27FC236}">
                    <a16:creationId xmlns:a16="http://schemas.microsoft.com/office/drawing/2014/main" id="{D5A0830B-E1AB-410A-8A04-76CEB6D7EF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440C2EB-8720-4F5C-8F92-8632FE72EE8A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05" name="Rectangle 32">
                <a:extLst>
                  <a:ext uri="{FF2B5EF4-FFF2-40B4-BE49-F238E27FC236}">
                    <a16:creationId xmlns:a16="http://schemas.microsoft.com/office/drawing/2014/main" id="{EF02C6FC-5D3B-435D-860D-5BB6346A13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33">
                <a:extLst>
                  <a:ext uri="{FF2B5EF4-FFF2-40B4-BE49-F238E27FC236}">
                    <a16:creationId xmlns:a16="http://schemas.microsoft.com/office/drawing/2014/main" id="{BC57A1E8-0766-4B17-941D-E18BE4B6C2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34">
                <a:extLst>
                  <a:ext uri="{FF2B5EF4-FFF2-40B4-BE49-F238E27FC236}">
                    <a16:creationId xmlns:a16="http://schemas.microsoft.com/office/drawing/2014/main" id="{21113A2C-E54A-447E-8F53-B5082437AE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35">
                <a:extLst>
                  <a:ext uri="{FF2B5EF4-FFF2-40B4-BE49-F238E27FC236}">
                    <a16:creationId xmlns:a16="http://schemas.microsoft.com/office/drawing/2014/main" id="{6F7DC80F-E11F-4661-A499-8EDA910AA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36">
                <a:extLst>
                  <a:ext uri="{FF2B5EF4-FFF2-40B4-BE49-F238E27FC236}">
                    <a16:creationId xmlns:a16="http://schemas.microsoft.com/office/drawing/2014/main" id="{8CD34363-9B07-446F-99AC-0743548944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37">
                <a:extLst>
                  <a:ext uri="{FF2B5EF4-FFF2-40B4-BE49-F238E27FC236}">
                    <a16:creationId xmlns:a16="http://schemas.microsoft.com/office/drawing/2014/main" id="{77985A41-F2CB-46B1-8553-15C2148C40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1" name="Rectangle 38">
                <a:extLst>
                  <a:ext uri="{FF2B5EF4-FFF2-40B4-BE49-F238E27FC236}">
                    <a16:creationId xmlns:a16="http://schemas.microsoft.com/office/drawing/2014/main" id="{90E6D67E-F055-4BC9-BE22-0DBDC394D9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9">
                <a:extLst>
                  <a:ext uri="{FF2B5EF4-FFF2-40B4-BE49-F238E27FC236}">
                    <a16:creationId xmlns:a16="http://schemas.microsoft.com/office/drawing/2014/main" id="{0228932B-BBDB-40C1-A9A1-395D14495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40">
                <a:extLst>
                  <a:ext uri="{FF2B5EF4-FFF2-40B4-BE49-F238E27FC236}">
                    <a16:creationId xmlns:a16="http://schemas.microsoft.com/office/drawing/2014/main" id="{B5CE198A-88BB-4A73-AC8E-4EBF9A34A8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41">
                <a:extLst>
                  <a:ext uri="{FF2B5EF4-FFF2-40B4-BE49-F238E27FC236}">
                    <a16:creationId xmlns:a16="http://schemas.microsoft.com/office/drawing/2014/main" id="{8B97A0DC-41F9-44D7-B0F6-04A2CDE901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42">
                <a:extLst>
                  <a:ext uri="{FF2B5EF4-FFF2-40B4-BE49-F238E27FC236}">
                    <a16:creationId xmlns:a16="http://schemas.microsoft.com/office/drawing/2014/main" id="{BD4550CC-C766-4008-A027-D4AD0A7C22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43">
                <a:extLst>
                  <a:ext uri="{FF2B5EF4-FFF2-40B4-BE49-F238E27FC236}">
                    <a16:creationId xmlns:a16="http://schemas.microsoft.com/office/drawing/2014/main" id="{5AEFD14B-8AC0-49F9-8636-E561501389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44">
                <a:extLst>
                  <a:ext uri="{FF2B5EF4-FFF2-40B4-BE49-F238E27FC236}">
                    <a16:creationId xmlns:a16="http://schemas.microsoft.com/office/drawing/2014/main" id="{F5728382-2E4A-44CB-B18D-09E3832100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45">
                <a:extLst>
                  <a:ext uri="{FF2B5EF4-FFF2-40B4-BE49-F238E27FC236}">
                    <a16:creationId xmlns:a16="http://schemas.microsoft.com/office/drawing/2014/main" id="{A37A49D1-6574-424E-A93E-54D01DF37E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6">
                <a:extLst>
                  <a:ext uri="{FF2B5EF4-FFF2-40B4-BE49-F238E27FC236}">
                    <a16:creationId xmlns:a16="http://schemas.microsoft.com/office/drawing/2014/main" id="{20D0DBF2-AF64-41DB-8881-E697C0FB2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7">
                <a:extLst>
                  <a:ext uri="{FF2B5EF4-FFF2-40B4-BE49-F238E27FC236}">
                    <a16:creationId xmlns:a16="http://schemas.microsoft.com/office/drawing/2014/main" id="{16993E22-9E00-4371-97E9-BC2FEC2901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8">
                <a:extLst>
                  <a:ext uri="{FF2B5EF4-FFF2-40B4-BE49-F238E27FC236}">
                    <a16:creationId xmlns:a16="http://schemas.microsoft.com/office/drawing/2014/main" id="{3179D9A5-A656-445A-AEB3-41E85991FE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9">
                <a:extLst>
                  <a:ext uri="{FF2B5EF4-FFF2-40B4-BE49-F238E27FC236}">
                    <a16:creationId xmlns:a16="http://schemas.microsoft.com/office/drawing/2014/main" id="{FC5854E8-7F75-4352-B984-69A650316B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50">
                <a:extLst>
                  <a:ext uri="{FF2B5EF4-FFF2-40B4-BE49-F238E27FC236}">
                    <a16:creationId xmlns:a16="http://schemas.microsoft.com/office/drawing/2014/main" id="{AF0E170F-2C99-4781-9DAD-76DB2ECCB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51">
                <a:extLst>
                  <a:ext uri="{FF2B5EF4-FFF2-40B4-BE49-F238E27FC236}">
                    <a16:creationId xmlns:a16="http://schemas.microsoft.com/office/drawing/2014/main" id="{28A11474-FB86-497C-99B9-4844B293C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52">
                <a:extLst>
                  <a:ext uri="{FF2B5EF4-FFF2-40B4-BE49-F238E27FC236}">
                    <a16:creationId xmlns:a16="http://schemas.microsoft.com/office/drawing/2014/main" id="{05C3E46C-5F7E-4619-BF04-C2ADA9C98E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53">
                <a:extLst>
                  <a:ext uri="{FF2B5EF4-FFF2-40B4-BE49-F238E27FC236}">
                    <a16:creationId xmlns:a16="http://schemas.microsoft.com/office/drawing/2014/main" id="{9C1B1068-38BC-4829-B1BD-84365C3B1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54">
                <a:extLst>
                  <a:ext uri="{FF2B5EF4-FFF2-40B4-BE49-F238E27FC236}">
                    <a16:creationId xmlns:a16="http://schemas.microsoft.com/office/drawing/2014/main" id="{86E8EEE5-A3C1-475B-B8D0-270016066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55">
                <a:extLst>
                  <a:ext uri="{FF2B5EF4-FFF2-40B4-BE49-F238E27FC236}">
                    <a16:creationId xmlns:a16="http://schemas.microsoft.com/office/drawing/2014/main" id="{746D302C-49CD-4082-A33B-0C8A909D3E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6">
                <a:extLst>
                  <a:ext uri="{FF2B5EF4-FFF2-40B4-BE49-F238E27FC236}">
                    <a16:creationId xmlns:a16="http://schemas.microsoft.com/office/drawing/2014/main" id="{4BBCB6AB-A251-4BF9-9D8C-3C637CBB18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7">
                <a:extLst>
                  <a:ext uri="{FF2B5EF4-FFF2-40B4-BE49-F238E27FC236}">
                    <a16:creationId xmlns:a16="http://schemas.microsoft.com/office/drawing/2014/main" id="{62940D8C-E4DD-44D0-B41A-E71282E21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DB7BC43-BB8B-4C07-9AD5-56CA6D4AF9C1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79" name="Rectangle 59">
                <a:extLst>
                  <a:ext uri="{FF2B5EF4-FFF2-40B4-BE49-F238E27FC236}">
                    <a16:creationId xmlns:a16="http://schemas.microsoft.com/office/drawing/2014/main" id="{13ADCA1F-7FF7-48B7-ADB4-DFA0248FF6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60">
                <a:extLst>
                  <a:ext uri="{FF2B5EF4-FFF2-40B4-BE49-F238E27FC236}">
                    <a16:creationId xmlns:a16="http://schemas.microsoft.com/office/drawing/2014/main" id="{5AD937D1-C68B-4F0D-ADEA-F3D1DE5947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61">
                <a:extLst>
                  <a:ext uri="{FF2B5EF4-FFF2-40B4-BE49-F238E27FC236}">
                    <a16:creationId xmlns:a16="http://schemas.microsoft.com/office/drawing/2014/main" id="{23E5266C-E488-4F40-B9BF-394BA98F35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62">
                <a:extLst>
                  <a:ext uri="{FF2B5EF4-FFF2-40B4-BE49-F238E27FC236}">
                    <a16:creationId xmlns:a16="http://schemas.microsoft.com/office/drawing/2014/main" id="{4F7FCCF1-F609-49F4-B325-65797AA4CB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63">
                <a:extLst>
                  <a:ext uri="{FF2B5EF4-FFF2-40B4-BE49-F238E27FC236}">
                    <a16:creationId xmlns:a16="http://schemas.microsoft.com/office/drawing/2014/main" id="{2E25BA80-BA5B-4875-AC25-EC30179E5F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64">
                <a:extLst>
                  <a:ext uri="{FF2B5EF4-FFF2-40B4-BE49-F238E27FC236}">
                    <a16:creationId xmlns:a16="http://schemas.microsoft.com/office/drawing/2014/main" id="{09628177-D54C-4C14-BD67-B47A10B548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5" name="Rectangle 65">
                <a:extLst>
                  <a:ext uri="{FF2B5EF4-FFF2-40B4-BE49-F238E27FC236}">
                    <a16:creationId xmlns:a16="http://schemas.microsoft.com/office/drawing/2014/main" id="{BD99C527-73CA-4724-A08D-E49D7BA265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6">
                <a:extLst>
                  <a:ext uri="{FF2B5EF4-FFF2-40B4-BE49-F238E27FC236}">
                    <a16:creationId xmlns:a16="http://schemas.microsoft.com/office/drawing/2014/main" id="{9A4D76E3-5CA7-46C2-930A-CF883079E8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7">
                <a:extLst>
                  <a:ext uri="{FF2B5EF4-FFF2-40B4-BE49-F238E27FC236}">
                    <a16:creationId xmlns:a16="http://schemas.microsoft.com/office/drawing/2014/main" id="{1B09DF21-850D-4386-91AE-BE671CF242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8">
                <a:extLst>
                  <a:ext uri="{FF2B5EF4-FFF2-40B4-BE49-F238E27FC236}">
                    <a16:creationId xmlns:a16="http://schemas.microsoft.com/office/drawing/2014/main" id="{6A750E47-CA9C-435F-AEEE-64AF6CF50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9">
                <a:extLst>
                  <a:ext uri="{FF2B5EF4-FFF2-40B4-BE49-F238E27FC236}">
                    <a16:creationId xmlns:a16="http://schemas.microsoft.com/office/drawing/2014/main" id="{7F2F089C-B349-4F50-9EB2-5363F2E4F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70">
                <a:extLst>
                  <a:ext uri="{FF2B5EF4-FFF2-40B4-BE49-F238E27FC236}">
                    <a16:creationId xmlns:a16="http://schemas.microsoft.com/office/drawing/2014/main" id="{B28AEF5D-9175-4653-BB17-DF5DBF173E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71">
                <a:extLst>
                  <a:ext uri="{FF2B5EF4-FFF2-40B4-BE49-F238E27FC236}">
                    <a16:creationId xmlns:a16="http://schemas.microsoft.com/office/drawing/2014/main" id="{09A5F7BF-091E-4363-BE84-44E8866B5D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72">
                <a:extLst>
                  <a:ext uri="{FF2B5EF4-FFF2-40B4-BE49-F238E27FC236}">
                    <a16:creationId xmlns:a16="http://schemas.microsoft.com/office/drawing/2014/main" id="{A2CCAB8E-B14D-4F5A-9CC9-0C5F45258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73">
                <a:extLst>
                  <a:ext uri="{FF2B5EF4-FFF2-40B4-BE49-F238E27FC236}">
                    <a16:creationId xmlns:a16="http://schemas.microsoft.com/office/drawing/2014/main" id="{922E39AA-A68F-4377-A1FB-723E4B73E9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74">
                <a:extLst>
                  <a:ext uri="{FF2B5EF4-FFF2-40B4-BE49-F238E27FC236}">
                    <a16:creationId xmlns:a16="http://schemas.microsoft.com/office/drawing/2014/main" id="{FD7E9F67-D814-430E-86B6-A7F91CDEC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75">
                <a:extLst>
                  <a:ext uri="{FF2B5EF4-FFF2-40B4-BE49-F238E27FC236}">
                    <a16:creationId xmlns:a16="http://schemas.microsoft.com/office/drawing/2014/main" id="{FBF10FF0-2477-44F4-AD26-A9B7175BBF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6">
                <a:extLst>
                  <a:ext uri="{FF2B5EF4-FFF2-40B4-BE49-F238E27FC236}">
                    <a16:creationId xmlns:a16="http://schemas.microsoft.com/office/drawing/2014/main" id="{A84D6BBF-5B9E-41F6-B5A3-2066E037BA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7">
                <a:extLst>
                  <a:ext uri="{FF2B5EF4-FFF2-40B4-BE49-F238E27FC236}">
                    <a16:creationId xmlns:a16="http://schemas.microsoft.com/office/drawing/2014/main" id="{BD98A702-4AE2-405F-BB4F-7E119FFDC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8">
                <a:extLst>
                  <a:ext uri="{FF2B5EF4-FFF2-40B4-BE49-F238E27FC236}">
                    <a16:creationId xmlns:a16="http://schemas.microsoft.com/office/drawing/2014/main" id="{66B0FD6C-084A-4D89-95E7-D5CAC5EA2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9">
                <a:extLst>
                  <a:ext uri="{FF2B5EF4-FFF2-40B4-BE49-F238E27FC236}">
                    <a16:creationId xmlns:a16="http://schemas.microsoft.com/office/drawing/2014/main" id="{C70441D6-82B8-4CC6-8746-DD03CBEE89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80">
                <a:extLst>
                  <a:ext uri="{FF2B5EF4-FFF2-40B4-BE49-F238E27FC236}">
                    <a16:creationId xmlns:a16="http://schemas.microsoft.com/office/drawing/2014/main" id="{9FC2715B-1BF3-4105-B102-F53753596B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81">
                <a:extLst>
                  <a:ext uri="{FF2B5EF4-FFF2-40B4-BE49-F238E27FC236}">
                    <a16:creationId xmlns:a16="http://schemas.microsoft.com/office/drawing/2014/main" id="{A884CBD3-DC33-4DDA-B61D-48269A49E5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82">
                <a:extLst>
                  <a:ext uri="{FF2B5EF4-FFF2-40B4-BE49-F238E27FC236}">
                    <a16:creationId xmlns:a16="http://schemas.microsoft.com/office/drawing/2014/main" id="{0211EF6E-ADB1-494B-9458-F01F26D9EC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83">
                <a:extLst>
                  <a:ext uri="{FF2B5EF4-FFF2-40B4-BE49-F238E27FC236}">
                    <a16:creationId xmlns:a16="http://schemas.microsoft.com/office/drawing/2014/main" id="{A0953B59-9108-4E9A-8D43-2D1964873D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84">
                <a:extLst>
                  <a:ext uri="{FF2B5EF4-FFF2-40B4-BE49-F238E27FC236}">
                    <a16:creationId xmlns:a16="http://schemas.microsoft.com/office/drawing/2014/main" id="{09D35A91-41F9-4DF2-9E43-8A679A8AE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EB3C98D-2192-438D-A8F2-467C07BB00E4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3" name="Rectangle 5">
                <a:extLst>
                  <a:ext uri="{FF2B5EF4-FFF2-40B4-BE49-F238E27FC236}">
                    <a16:creationId xmlns:a16="http://schemas.microsoft.com/office/drawing/2014/main" id="{F4F5A9CA-F0B3-4B27-88DB-29279CA138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6">
                <a:extLst>
                  <a:ext uri="{FF2B5EF4-FFF2-40B4-BE49-F238E27FC236}">
                    <a16:creationId xmlns:a16="http://schemas.microsoft.com/office/drawing/2014/main" id="{6B00101B-EA50-41D8-AD9E-90E5E30110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7">
                <a:extLst>
                  <a:ext uri="{FF2B5EF4-FFF2-40B4-BE49-F238E27FC236}">
                    <a16:creationId xmlns:a16="http://schemas.microsoft.com/office/drawing/2014/main" id="{5B915499-1768-4511-8756-ED4DBF54EA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8">
                <a:extLst>
                  <a:ext uri="{FF2B5EF4-FFF2-40B4-BE49-F238E27FC236}">
                    <a16:creationId xmlns:a16="http://schemas.microsoft.com/office/drawing/2014/main" id="{A51912B5-2E84-4F86-9590-C8D76F5F68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9">
                <a:extLst>
                  <a:ext uri="{FF2B5EF4-FFF2-40B4-BE49-F238E27FC236}">
                    <a16:creationId xmlns:a16="http://schemas.microsoft.com/office/drawing/2014/main" id="{8F0AB2A0-4FC0-47E9-B72D-78C5C79D42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10">
                <a:extLst>
                  <a:ext uri="{FF2B5EF4-FFF2-40B4-BE49-F238E27FC236}">
                    <a16:creationId xmlns:a16="http://schemas.microsoft.com/office/drawing/2014/main" id="{0288265D-6218-4AC1-8DA4-7C99A21FE3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9" name="Rectangle 11">
                <a:extLst>
                  <a:ext uri="{FF2B5EF4-FFF2-40B4-BE49-F238E27FC236}">
                    <a16:creationId xmlns:a16="http://schemas.microsoft.com/office/drawing/2014/main" id="{F6012ABB-E61A-44C5-B13C-723E2B94D0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12">
                <a:extLst>
                  <a:ext uri="{FF2B5EF4-FFF2-40B4-BE49-F238E27FC236}">
                    <a16:creationId xmlns:a16="http://schemas.microsoft.com/office/drawing/2014/main" id="{BE5ABB41-A5A7-4870-8D57-99A1B03518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13">
                <a:extLst>
                  <a:ext uri="{FF2B5EF4-FFF2-40B4-BE49-F238E27FC236}">
                    <a16:creationId xmlns:a16="http://schemas.microsoft.com/office/drawing/2014/main" id="{71CE02BC-F6C4-4AAA-85EE-CA1DC4C913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14">
                <a:extLst>
                  <a:ext uri="{FF2B5EF4-FFF2-40B4-BE49-F238E27FC236}">
                    <a16:creationId xmlns:a16="http://schemas.microsoft.com/office/drawing/2014/main" id="{B7FCF17E-80E5-4C42-982A-B0F7CB2860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15">
                <a:extLst>
                  <a:ext uri="{FF2B5EF4-FFF2-40B4-BE49-F238E27FC236}">
                    <a16:creationId xmlns:a16="http://schemas.microsoft.com/office/drawing/2014/main" id="{65887776-E441-4EC4-AD20-CF8E477AB6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6">
                <a:extLst>
                  <a:ext uri="{FF2B5EF4-FFF2-40B4-BE49-F238E27FC236}">
                    <a16:creationId xmlns:a16="http://schemas.microsoft.com/office/drawing/2014/main" id="{11D5F8BF-1FDC-441B-91C4-E2448245E0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7">
                <a:extLst>
                  <a:ext uri="{FF2B5EF4-FFF2-40B4-BE49-F238E27FC236}">
                    <a16:creationId xmlns:a16="http://schemas.microsoft.com/office/drawing/2014/main" id="{542342B8-4278-4527-BC1D-7340DBBAD7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8">
                <a:extLst>
                  <a:ext uri="{FF2B5EF4-FFF2-40B4-BE49-F238E27FC236}">
                    <a16:creationId xmlns:a16="http://schemas.microsoft.com/office/drawing/2014/main" id="{BA68B377-C604-4E24-AB51-317F3403A1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9">
                <a:extLst>
                  <a:ext uri="{FF2B5EF4-FFF2-40B4-BE49-F238E27FC236}">
                    <a16:creationId xmlns:a16="http://schemas.microsoft.com/office/drawing/2014/main" id="{826C09D4-4426-4EF1-9ECE-95EF5A1F45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20">
                <a:extLst>
                  <a:ext uri="{FF2B5EF4-FFF2-40B4-BE49-F238E27FC236}">
                    <a16:creationId xmlns:a16="http://schemas.microsoft.com/office/drawing/2014/main" id="{0450D0CD-0889-47F9-B308-AE91FF0E69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21">
                <a:extLst>
                  <a:ext uri="{FF2B5EF4-FFF2-40B4-BE49-F238E27FC236}">
                    <a16:creationId xmlns:a16="http://schemas.microsoft.com/office/drawing/2014/main" id="{D678AB17-E6DC-4FED-B940-2BA86FB46F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22">
                <a:extLst>
                  <a:ext uri="{FF2B5EF4-FFF2-40B4-BE49-F238E27FC236}">
                    <a16:creationId xmlns:a16="http://schemas.microsoft.com/office/drawing/2014/main" id="{8B5BEF55-677A-4EB2-A06C-CC0C269C2F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23">
                <a:extLst>
                  <a:ext uri="{FF2B5EF4-FFF2-40B4-BE49-F238E27FC236}">
                    <a16:creationId xmlns:a16="http://schemas.microsoft.com/office/drawing/2014/main" id="{7A560A20-EDE2-4276-B3A9-A1DB921EB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24">
                <a:extLst>
                  <a:ext uri="{FF2B5EF4-FFF2-40B4-BE49-F238E27FC236}">
                    <a16:creationId xmlns:a16="http://schemas.microsoft.com/office/drawing/2014/main" id="{8BEEAB2A-47D8-4D4E-B157-9D1337AC7B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25">
                <a:extLst>
                  <a:ext uri="{FF2B5EF4-FFF2-40B4-BE49-F238E27FC236}">
                    <a16:creationId xmlns:a16="http://schemas.microsoft.com/office/drawing/2014/main" id="{F9737555-61BD-4619-9BAB-2BC15EDBA3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6">
                <a:extLst>
                  <a:ext uri="{FF2B5EF4-FFF2-40B4-BE49-F238E27FC236}">
                    <a16:creationId xmlns:a16="http://schemas.microsoft.com/office/drawing/2014/main" id="{D8D44D5F-E679-4796-ACA6-4ADB68B94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7">
                <a:extLst>
                  <a:ext uri="{FF2B5EF4-FFF2-40B4-BE49-F238E27FC236}">
                    <a16:creationId xmlns:a16="http://schemas.microsoft.com/office/drawing/2014/main" id="{140EB7C4-6BBE-4D3F-AF7D-B22AA3DD2A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8">
                <a:extLst>
                  <a:ext uri="{FF2B5EF4-FFF2-40B4-BE49-F238E27FC236}">
                    <a16:creationId xmlns:a16="http://schemas.microsoft.com/office/drawing/2014/main" id="{C56E1FAA-3AE1-45F3-8397-D07C426434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9">
                <a:extLst>
                  <a:ext uri="{FF2B5EF4-FFF2-40B4-BE49-F238E27FC236}">
                    <a16:creationId xmlns:a16="http://schemas.microsoft.com/office/drawing/2014/main" id="{2F9A90DC-89AE-4C3E-8A65-C52AB581B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30">
                <a:extLst>
                  <a:ext uri="{FF2B5EF4-FFF2-40B4-BE49-F238E27FC236}">
                    <a16:creationId xmlns:a16="http://schemas.microsoft.com/office/drawing/2014/main" id="{600ADA2C-2F1D-47C5-8870-1B9E6C8A3F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1DA9E6-94F5-437E-8B7B-A56561BB4A1A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27" name="Rectangle 32">
                <a:extLst>
                  <a:ext uri="{FF2B5EF4-FFF2-40B4-BE49-F238E27FC236}">
                    <a16:creationId xmlns:a16="http://schemas.microsoft.com/office/drawing/2014/main" id="{8CDFED4E-F4A6-4874-8B65-398D610F1D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33">
                <a:extLst>
                  <a:ext uri="{FF2B5EF4-FFF2-40B4-BE49-F238E27FC236}">
                    <a16:creationId xmlns:a16="http://schemas.microsoft.com/office/drawing/2014/main" id="{8FCE50F7-C3D1-4B83-A0D8-CE83B0777F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34">
                <a:extLst>
                  <a:ext uri="{FF2B5EF4-FFF2-40B4-BE49-F238E27FC236}">
                    <a16:creationId xmlns:a16="http://schemas.microsoft.com/office/drawing/2014/main" id="{422101F3-5770-4041-BA3E-C5275D0FC7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35">
                <a:extLst>
                  <a:ext uri="{FF2B5EF4-FFF2-40B4-BE49-F238E27FC236}">
                    <a16:creationId xmlns:a16="http://schemas.microsoft.com/office/drawing/2014/main" id="{4D8FEC62-30CA-4E87-A592-AA45C61EAA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36">
                <a:extLst>
                  <a:ext uri="{FF2B5EF4-FFF2-40B4-BE49-F238E27FC236}">
                    <a16:creationId xmlns:a16="http://schemas.microsoft.com/office/drawing/2014/main" id="{52E99015-D9DC-40AE-91AD-5D24574CEC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37">
                <a:extLst>
                  <a:ext uri="{FF2B5EF4-FFF2-40B4-BE49-F238E27FC236}">
                    <a16:creationId xmlns:a16="http://schemas.microsoft.com/office/drawing/2014/main" id="{24DFE9E4-5C75-4EF9-AB54-F00FA9D911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3" name="Rectangle 38">
                <a:extLst>
                  <a:ext uri="{FF2B5EF4-FFF2-40B4-BE49-F238E27FC236}">
                    <a16:creationId xmlns:a16="http://schemas.microsoft.com/office/drawing/2014/main" id="{2BBEC44B-F424-4C00-AF4A-8EEEDA8AA0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9">
                <a:extLst>
                  <a:ext uri="{FF2B5EF4-FFF2-40B4-BE49-F238E27FC236}">
                    <a16:creationId xmlns:a16="http://schemas.microsoft.com/office/drawing/2014/main" id="{68F30D9A-CF13-4E29-967E-63B3AF05CF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40">
                <a:extLst>
                  <a:ext uri="{FF2B5EF4-FFF2-40B4-BE49-F238E27FC236}">
                    <a16:creationId xmlns:a16="http://schemas.microsoft.com/office/drawing/2014/main" id="{F7A8E062-ADFC-457E-ADD6-02843928F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41">
                <a:extLst>
                  <a:ext uri="{FF2B5EF4-FFF2-40B4-BE49-F238E27FC236}">
                    <a16:creationId xmlns:a16="http://schemas.microsoft.com/office/drawing/2014/main" id="{E046A9D0-D179-44F9-86D3-9BF139B68B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42">
                <a:extLst>
                  <a:ext uri="{FF2B5EF4-FFF2-40B4-BE49-F238E27FC236}">
                    <a16:creationId xmlns:a16="http://schemas.microsoft.com/office/drawing/2014/main" id="{CC517B0B-1BF2-473B-ABB9-1553D01B1C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43">
                <a:extLst>
                  <a:ext uri="{FF2B5EF4-FFF2-40B4-BE49-F238E27FC236}">
                    <a16:creationId xmlns:a16="http://schemas.microsoft.com/office/drawing/2014/main" id="{5EE71ED6-EA45-4940-B212-163ED3D1C0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44">
                <a:extLst>
                  <a:ext uri="{FF2B5EF4-FFF2-40B4-BE49-F238E27FC236}">
                    <a16:creationId xmlns:a16="http://schemas.microsoft.com/office/drawing/2014/main" id="{664318EC-EADE-4667-92A4-B3E5DB2A11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45">
                <a:extLst>
                  <a:ext uri="{FF2B5EF4-FFF2-40B4-BE49-F238E27FC236}">
                    <a16:creationId xmlns:a16="http://schemas.microsoft.com/office/drawing/2014/main" id="{17B37ABD-81DA-4624-808B-EF4BC0B425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6">
                <a:extLst>
                  <a:ext uri="{FF2B5EF4-FFF2-40B4-BE49-F238E27FC236}">
                    <a16:creationId xmlns:a16="http://schemas.microsoft.com/office/drawing/2014/main" id="{B1F30DC8-DD07-48C5-9D6C-FB85552792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7">
                <a:extLst>
                  <a:ext uri="{FF2B5EF4-FFF2-40B4-BE49-F238E27FC236}">
                    <a16:creationId xmlns:a16="http://schemas.microsoft.com/office/drawing/2014/main" id="{DFCE3AE1-313F-441F-8384-63A6EC165E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8">
                <a:extLst>
                  <a:ext uri="{FF2B5EF4-FFF2-40B4-BE49-F238E27FC236}">
                    <a16:creationId xmlns:a16="http://schemas.microsoft.com/office/drawing/2014/main" id="{2E331B42-AC28-4642-91F9-2F5BBFEC6A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9">
                <a:extLst>
                  <a:ext uri="{FF2B5EF4-FFF2-40B4-BE49-F238E27FC236}">
                    <a16:creationId xmlns:a16="http://schemas.microsoft.com/office/drawing/2014/main" id="{9F4D84A8-36FE-4CE0-8B9F-BAC2BA8A8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50">
                <a:extLst>
                  <a:ext uri="{FF2B5EF4-FFF2-40B4-BE49-F238E27FC236}">
                    <a16:creationId xmlns:a16="http://schemas.microsoft.com/office/drawing/2014/main" id="{41E2C310-8272-48CF-BD5B-A99A2C7B3C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51">
                <a:extLst>
                  <a:ext uri="{FF2B5EF4-FFF2-40B4-BE49-F238E27FC236}">
                    <a16:creationId xmlns:a16="http://schemas.microsoft.com/office/drawing/2014/main" id="{EFD4A3C6-7551-4DD0-AA1A-F932D7061D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52">
                <a:extLst>
                  <a:ext uri="{FF2B5EF4-FFF2-40B4-BE49-F238E27FC236}">
                    <a16:creationId xmlns:a16="http://schemas.microsoft.com/office/drawing/2014/main" id="{01F299DF-D3FF-4439-8EC7-B5A34146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53">
                <a:extLst>
                  <a:ext uri="{FF2B5EF4-FFF2-40B4-BE49-F238E27FC236}">
                    <a16:creationId xmlns:a16="http://schemas.microsoft.com/office/drawing/2014/main" id="{086FB16A-99D0-4DB0-9B38-CF351B5DF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54">
                <a:extLst>
                  <a:ext uri="{FF2B5EF4-FFF2-40B4-BE49-F238E27FC236}">
                    <a16:creationId xmlns:a16="http://schemas.microsoft.com/office/drawing/2014/main" id="{126BCD40-1D3C-4937-A15E-AD2E9671B5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55">
                <a:extLst>
                  <a:ext uri="{FF2B5EF4-FFF2-40B4-BE49-F238E27FC236}">
                    <a16:creationId xmlns:a16="http://schemas.microsoft.com/office/drawing/2014/main" id="{03E4C7B0-DDFC-433A-A8E5-2315FA6EFE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6">
                <a:extLst>
                  <a:ext uri="{FF2B5EF4-FFF2-40B4-BE49-F238E27FC236}">
                    <a16:creationId xmlns:a16="http://schemas.microsoft.com/office/drawing/2014/main" id="{7237BB88-10E9-454D-9D13-48878C421E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7">
                <a:extLst>
                  <a:ext uri="{FF2B5EF4-FFF2-40B4-BE49-F238E27FC236}">
                    <a16:creationId xmlns:a16="http://schemas.microsoft.com/office/drawing/2014/main" id="{515F18F4-5E57-4249-AB0A-249437781E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5AB7310-F80F-4091-8BFE-CE8C71666A9B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1" name="Rectangle 59">
                <a:extLst>
                  <a:ext uri="{FF2B5EF4-FFF2-40B4-BE49-F238E27FC236}">
                    <a16:creationId xmlns:a16="http://schemas.microsoft.com/office/drawing/2014/main" id="{9E50B916-ECC1-4F73-8059-F029E65813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60">
                <a:extLst>
                  <a:ext uri="{FF2B5EF4-FFF2-40B4-BE49-F238E27FC236}">
                    <a16:creationId xmlns:a16="http://schemas.microsoft.com/office/drawing/2014/main" id="{A8DD1ADE-2032-47AE-B88E-78E0F1B018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61">
                <a:extLst>
                  <a:ext uri="{FF2B5EF4-FFF2-40B4-BE49-F238E27FC236}">
                    <a16:creationId xmlns:a16="http://schemas.microsoft.com/office/drawing/2014/main" id="{9A6D6E1F-6E00-44C8-ADD2-06A738E758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62">
                <a:extLst>
                  <a:ext uri="{FF2B5EF4-FFF2-40B4-BE49-F238E27FC236}">
                    <a16:creationId xmlns:a16="http://schemas.microsoft.com/office/drawing/2014/main" id="{84FC7274-3463-4889-8E62-B693D50AE9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63">
                <a:extLst>
                  <a:ext uri="{FF2B5EF4-FFF2-40B4-BE49-F238E27FC236}">
                    <a16:creationId xmlns:a16="http://schemas.microsoft.com/office/drawing/2014/main" id="{E4E1A84A-DCAC-483B-BC08-579BF10B10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64">
                <a:extLst>
                  <a:ext uri="{FF2B5EF4-FFF2-40B4-BE49-F238E27FC236}">
                    <a16:creationId xmlns:a16="http://schemas.microsoft.com/office/drawing/2014/main" id="{F14EE80D-C3D2-4E22-93C5-CDD0904213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7" name="Rectangle 65">
                <a:extLst>
                  <a:ext uri="{FF2B5EF4-FFF2-40B4-BE49-F238E27FC236}">
                    <a16:creationId xmlns:a16="http://schemas.microsoft.com/office/drawing/2014/main" id="{FB8FBFAE-E2E1-41A6-987B-CEFBAC1801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6">
                <a:extLst>
                  <a:ext uri="{FF2B5EF4-FFF2-40B4-BE49-F238E27FC236}">
                    <a16:creationId xmlns:a16="http://schemas.microsoft.com/office/drawing/2014/main" id="{138AF1CB-7808-4C24-B76D-AB9F6A4503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7">
                <a:extLst>
                  <a:ext uri="{FF2B5EF4-FFF2-40B4-BE49-F238E27FC236}">
                    <a16:creationId xmlns:a16="http://schemas.microsoft.com/office/drawing/2014/main" id="{F5E88013-D7CE-4120-B4BB-C894EC19C9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8">
                <a:extLst>
                  <a:ext uri="{FF2B5EF4-FFF2-40B4-BE49-F238E27FC236}">
                    <a16:creationId xmlns:a16="http://schemas.microsoft.com/office/drawing/2014/main" id="{B6FC4D89-F7B1-46F5-9502-62F41E89DE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9">
                <a:extLst>
                  <a:ext uri="{FF2B5EF4-FFF2-40B4-BE49-F238E27FC236}">
                    <a16:creationId xmlns:a16="http://schemas.microsoft.com/office/drawing/2014/main" id="{64C81BD0-C449-4A1B-8492-204301960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70">
                <a:extLst>
                  <a:ext uri="{FF2B5EF4-FFF2-40B4-BE49-F238E27FC236}">
                    <a16:creationId xmlns:a16="http://schemas.microsoft.com/office/drawing/2014/main" id="{5F91B7CB-59D7-4965-B754-71C102E43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71">
                <a:extLst>
                  <a:ext uri="{FF2B5EF4-FFF2-40B4-BE49-F238E27FC236}">
                    <a16:creationId xmlns:a16="http://schemas.microsoft.com/office/drawing/2014/main" id="{677F7EA6-E57D-4E12-A4A5-AAFDCA8AA1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72">
                <a:extLst>
                  <a:ext uri="{FF2B5EF4-FFF2-40B4-BE49-F238E27FC236}">
                    <a16:creationId xmlns:a16="http://schemas.microsoft.com/office/drawing/2014/main" id="{56B270F4-040D-43EF-974A-3598BC6876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73">
                <a:extLst>
                  <a:ext uri="{FF2B5EF4-FFF2-40B4-BE49-F238E27FC236}">
                    <a16:creationId xmlns:a16="http://schemas.microsoft.com/office/drawing/2014/main" id="{EA8C5736-4550-4B46-8B52-247CF04D7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74">
                <a:extLst>
                  <a:ext uri="{FF2B5EF4-FFF2-40B4-BE49-F238E27FC236}">
                    <a16:creationId xmlns:a16="http://schemas.microsoft.com/office/drawing/2014/main" id="{F42B7DAA-E3F5-4B02-B786-473C7605B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75">
                <a:extLst>
                  <a:ext uri="{FF2B5EF4-FFF2-40B4-BE49-F238E27FC236}">
                    <a16:creationId xmlns:a16="http://schemas.microsoft.com/office/drawing/2014/main" id="{D850716E-F966-418B-A415-5B6E0F8A18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6">
                <a:extLst>
                  <a:ext uri="{FF2B5EF4-FFF2-40B4-BE49-F238E27FC236}">
                    <a16:creationId xmlns:a16="http://schemas.microsoft.com/office/drawing/2014/main" id="{B6DAAC97-C425-42B4-9405-AC447E2E0B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7">
                <a:extLst>
                  <a:ext uri="{FF2B5EF4-FFF2-40B4-BE49-F238E27FC236}">
                    <a16:creationId xmlns:a16="http://schemas.microsoft.com/office/drawing/2014/main" id="{42D8FACA-2CB3-400B-9610-94CBA7A3EE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8">
                <a:extLst>
                  <a:ext uri="{FF2B5EF4-FFF2-40B4-BE49-F238E27FC236}">
                    <a16:creationId xmlns:a16="http://schemas.microsoft.com/office/drawing/2014/main" id="{22200CE3-AD18-4A71-BA64-E2F227C44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9">
                <a:extLst>
                  <a:ext uri="{FF2B5EF4-FFF2-40B4-BE49-F238E27FC236}">
                    <a16:creationId xmlns:a16="http://schemas.microsoft.com/office/drawing/2014/main" id="{475F60A0-5B50-42FC-8C11-E137E7C56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80">
                <a:extLst>
                  <a:ext uri="{FF2B5EF4-FFF2-40B4-BE49-F238E27FC236}">
                    <a16:creationId xmlns:a16="http://schemas.microsoft.com/office/drawing/2014/main" id="{CAA2354D-703C-4594-B119-475938CFD4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81">
                <a:extLst>
                  <a:ext uri="{FF2B5EF4-FFF2-40B4-BE49-F238E27FC236}">
                    <a16:creationId xmlns:a16="http://schemas.microsoft.com/office/drawing/2014/main" id="{F8619CF6-1E39-4CF1-AEF0-BE5A67EB6F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82">
                <a:extLst>
                  <a:ext uri="{FF2B5EF4-FFF2-40B4-BE49-F238E27FC236}">
                    <a16:creationId xmlns:a16="http://schemas.microsoft.com/office/drawing/2014/main" id="{354E893E-B006-4B22-BBCB-52A79A5461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83">
                <a:extLst>
                  <a:ext uri="{FF2B5EF4-FFF2-40B4-BE49-F238E27FC236}">
                    <a16:creationId xmlns:a16="http://schemas.microsoft.com/office/drawing/2014/main" id="{0D56028C-9156-43E8-B855-AF135DD7E6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84">
                <a:extLst>
                  <a:ext uri="{FF2B5EF4-FFF2-40B4-BE49-F238E27FC236}">
                    <a16:creationId xmlns:a16="http://schemas.microsoft.com/office/drawing/2014/main" id="{950FA1E9-CD04-4DB1-B523-ABF2C1B6ED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AA6044-FF9C-4224-BBD4-786BCC486D91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75" name="Rectangle 5">
                <a:extLst>
                  <a:ext uri="{FF2B5EF4-FFF2-40B4-BE49-F238E27FC236}">
                    <a16:creationId xmlns:a16="http://schemas.microsoft.com/office/drawing/2014/main" id="{CEC88F9D-6CCB-4C48-AB60-4743F3C98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6">
                <a:extLst>
                  <a:ext uri="{FF2B5EF4-FFF2-40B4-BE49-F238E27FC236}">
                    <a16:creationId xmlns:a16="http://schemas.microsoft.com/office/drawing/2014/main" id="{BC4930EB-874F-4D2B-94B1-FF1459F4A7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7">
                <a:extLst>
                  <a:ext uri="{FF2B5EF4-FFF2-40B4-BE49-F238E27FC236}">
                    <a16:creationId xmlns:a16="http://schemas.microsoft.com/office/drawing/2014/main" id="{66BB2441-7C95-4A21-B558-2971312D5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8">
                <a:extLst>
                  <a:ext uri="{FF2B5EF4-FFF2-40B4-BE49-F238E27FC236}">
                    <a16:creationId xmlns:a16="http://schemas.microsoft.com/office/drawing/2014/main" id="{B2A1B236-8D43-4B78-90F2-27A974E1FE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9">
                <a:extLst>
                  <a:ext uri="{FF2B5EF4-FFF2-40B4-BE49-F238E27FC236}">
                    <a16:creationId xmlns:a16="http://schemas.microsoft.com/office/drawing/2014/main" id="{E0526BF0-467E-421F-870A-02C866AC0C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10">
                <a:extLst>
                  <a:ext uri="{FF2B5EF4-FFF2-40B4-BE49-F238E27FC236}">
                    <a16:creationId xmlns:a16="http://schemas.microsoft.com/office/drawing/2014/main" id="{79ACA6FA-E263-441B-B650-DEE2A495E1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1" name="Rectangle 11">
                <a:extLst>
                  <a:ext uri="{FF2B5EF4-FFF2-40B4-BE49-F238E27FC236}">
                    <a16:creationId xmlns:a16="http://schemas.microsoft.com/office/drawing/2014/main" id="{DA7F6558-782C-4107-91F4-AF8E5136C7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12">
                <a:extLst>
                  <a:ext uri="{FF2B5EF4-FFF2-40B4-BE49-F238E27FC236}">
                    <a16:creationId xmlns:a16="http://schemas.microsoft.com/office/drawing/2014/main" id="{E575740C-61C5-4D08-9803-25E05FA3F5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13">
                <a:extLst>
                  <a:ext uri="{FF2B5EF4-FFF2-40B4-BE49-F238E27FC236}">
                    <a16:creationId xmlns:a16="http://schemas.microsoft.com/office/drawing/2014/main" id="{D4CCCBBA-5E32-47C6-B40B-3E2155E3F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14">
                <a:extLst>
                  <a:ext uri="{FF2B5EF4-FFF2-40B4-BE49-F238E27FC236}">
                    <a16:creationId xmlns:a16="http://schemas.microsoft.com/office/drawing/2014/main" id="{FC65131F-93B3-419C-B068-14D36AAC3F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15">
                <a:extLst>
                  <a:ext uri="{FF2B5EF4-FFF2-40B4-BE49-F238E27FC236}">
                    <a16:creationId xmlns:a16="http://schemas.microsoft.com/office/drawing/2014/main" id="{469B75D4-B4A8-4C2E-8EBB-E95FAB7C56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6">
                <a:extLst>
                  <a:ext uri="{FF2B5EF4-FFF2-40B4-BE49-F238E27FC236}">
                    <a16:creationId xmlns:a16="http://schemas.microsoft.com/office/drawing/2014/main" id="{6C8F3B5D-1D93-4D85-8639-75B5E46EC6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7">
                <a:extLst>
                  <a:ext uri="{FF2B5EF4-FFF2-40B4-BE49-F238E27FC236}">
                    <a16:creationId xmlns:a16="http://schemas.microsoft.com/office/drawing/2014/main" id="{DCCEB301-1F26-43A3-8B34-DBAFC32B32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8">
                <a:extLst>
                  <a:ext uri="{FF2B5EF4-FFF2-40B4-BE49-F238E27FC236}">
                    <a16:creationId xmlns:a16="http://schemas.microsoft.com/office/drawing/2014/main" id="{DD08B69C-E406-41F3-856E-A8C150CB64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9">
                <a:extLst>
                  <a:ext uri="{FF2B5EF4-FFF2-40B4-BE49-F238E27FC236}">
                    <a16:creationId xmlns:a16="http://schemas.microsoft.com/office/drawing/2014/main" id="{A1A90F4B-6060-4BA1-8AF2-FAFFAA04A8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20">
                <a:extLst>
                  <a:ext uri="{FF2B5EF4-FFF2-40B4-BE49-F238E27FC236}">
                    <a16:creationId xmlns:a16="http://schemas.microsoft.com/office/drawing/2014/main" id="{B1F471FD-A187-4EE2-9D21-E0A637683F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21">
                <a:extLst>
                  <a:ext uri="{FF2B5EF4-FFF2-40B4-BE49-F238E27FC236}">
                    <a16:creationId xmlns:a16="http://schemas.microsoft.com/office/drawing/2014/main" id="{68DAAA74-257B-4E75-A315-6B710A314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22">
                <a:extLst>
                  <a:ext uri="{FF2B5EF4-FFF2-40B4-BE49-F238E27FC236}">
                    <a16:creationId xmlns:a16="http://schemas.microsoft.com/office/drawing/2014/main" id="{63000D52-BDE3-430B-8243-08564FFE96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23">
                <a:extLst>
                  <a:ext uri="{FF2B5EF4-FFF2-40B4-BE49-F238E27FC236}">
                    <a16:creationId xmlns:a16="http://schemas.microsoft.com/office/drawing/2014/main" id="{F6BDC60F-B33E-4AD8-9807-B2C1A4C2C6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24">
                <a:extLst>
                  <a:ext uri="{FF2B5EF4-FFF2-40B4-BE49-F238E27FC236}">
                    <a16:creationId xmlns:a16="http://schemas.microsoft.com/office/drawing/2014/main" id="{F1DB5734-0088-4CC2-9415-998F194165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25">
                <a:extLst>
                  <a:ext uri="{FF2B5EF4-FFF2-40B4-BE49-F238E27FC236}">
                    <a16:creationId xmlns:a16="http://schemas.microsoft.com/office/drawing/2014/main" id="{1C679BCE-F04D-48E0-8E2B-0174E8E975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6">
                <a:extLst>
                  <a:ext uri="{FF2B5EF4-FFF2-40B4-BE49-F238E27FC236}">
                    <a16:creationId xmlns:a16="http://schemas.microsoft.com/office/drawing/2014/main" id="{EA8ABD89-DF79-45A9-9CDB-0E871222D5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7">
                <a:extLst>
                  <a:ext uri="{FF2B5EF4-FFF2-40B4-BE49-F238E27FC236}">
                    <a16:creationId xmlns:a16="http://schemas.microsoft.com/office/drawing/2014/main" id="{C1A57486-D9A6-4CD5-878E-093E44A760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8">
                <a:extLst>
                  <a:ext uri="{FF2B5EF4-FFF2-40B4-BE49-F238E27FC236}">
                    <a16:creationId xmlns:a16="http://schemas.microsoft.com/office/drawing/2014/main" id="{B6582662-B56F-42F6-A821-B5F52FB840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9">
                <a:extLst>
                  <a:ext uri="{FF2B5EF4-FFF2-40B4-BE49-F238E27FC236}">
                    <a16:creationId xmlns:a16="http://schemas.microsoft.com/office/drawing/2014/main" id="{1105049D-68B2-4636-9C28-7B8C2177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30">
                <a:extLst>
                  <a:ext uri="{FF2B5EF4-FFF2-40B4-BE49-F238E27FC236}">
                    <a16:creationId xmlns:a16="http://schemas.microsoft.com/office/drawing/2014/main" id="{E0F75D5D-3B9C-40B7-AF8E-4C4322B6C9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0F6A935-DCBA-461C-832C-A343F475413E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49" name="Rectangle 32">
                <a:extLst>
                  <a:ext uri="{FF2B5EF4-FFF2-40B4-BE49-F238E27FC236}">
                    <a16:creationId xmlns:a16="http://schemas.microsoft.com/office/drawing/2014/main" id="{67654A26-DC7F-47CD-8FF8-BC012501CC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33">
                <a:extLst>
                  <a:ext uri="{FF2B5EF4-FFF2-40B4-BE49-F238E27FC236}">
                    <a16:creationId xmlns:a16="http://schemas.microsoft.com/office/drawing/2014/main" id="{9949B927-96E9-4F44-9050-A81CD79D73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34">
                <a:extLst>
                  <a:ext uri="{FF2B5EF4-FFF2-40B4-BE49-F238E27FC236}">
                    <a16:creationId xmlns:a16="http://schemas.microsoft.com/office/drawing/2014/main" id="{3B5D9536-992F-4F39-93BC-BB2533D785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35">
                <a:extLst>
                  <a:ext uri="{FF2B5EF4-FFF2-40B4-BE49-F238E27FC236}">
                    <a16:creationId xmlns:a16="http://schemas.microsoft.com/office/drawing/2014/main" id="{F1FA2A7F-208B-4450-9E7E-F29BB39251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36">
                <a:extLst>
                  <a:ext uri="{FF2B5EF4-FFF2-40B4-BE49-F238E27FC236}">
                    <a16:creationId xmlns:a16="http://schemas.microsoft.com/office/drawing/2014/main" id="{EF607D70-7F21-4A9F-A183-730E45EF31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37">
                <a:extLst>
                  <a:ext uri="{FF2B5EF4-FFF2-40B4-BE49-F238E27FC236}">
                    <a16:creationId xmlns:a16="http://schemas.microsoft.com/office/drawing/2014/main" id="{4ECF017A-32D9-44C4-837F-2C37B7B9FC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5" name="Rectangle 38">
                <a:extLst>
                  <a:ext uri="{FF2B5EF4-FFF2-40B4-BE49-F238E27FC236}">
                    <a16:creationId xmlns:a16="http://schemas.microsoft.com/office/drawing/2014/main" id="{34B3B9C3-9513-414E-B30D-F7CFC02E05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9">
                <a:extLst>
                  <a:ext uri="{FF2B5EF4-FFF2-40B4-BE49-F238E27FC236}">
                    <a16:creationId xmlns:a16="http://schemas.microsoft.com/office/drawing/2014/main" id="{E6A1B5D1-A0C1-47E7-A068-C05A44F3D7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40">
                <a:extLst>
                  <a:ext uri="{FF2B5EF4-FFF2-40B4-BE49-F238E27FC236}">
                    <a16:creationId xmlns:a16="http://schemas.microsoft.com/office/drawing/2014/main" id="{96D2BA52-50C4-45BF-B115-62AE7F01B0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41">
                <a:extLst>
                  <a:ext uri="{FF2B5EF4-FFF2-40B4-BE49-F238E27FC236}">
                    <a16:creationId xmlns:a16="http://schemas.microsoft.com/office/drawing/2014/main" id="{9DCC33D9-FAF4-4D54-A2F1-85D656FB93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42">
                <a:extLst>
                  <a:ext uri="{FF2B5EF4-FFF2-40B4-BE49-F238E27FC236}">
                    <a16:creationId xmlns:a16="http://schemas.microsoft.com/office/drawing/2014/main" id="{8DD0B56F-45FF-4041-A939-24B54541A3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43">
                <a:extLst>
                  <a:ext uri="{FF2B5EF4-FFF2-40B4-BE49-F238E27FC236}">
                    <a16:creationId xmlns:a16="http://schemas.microsoft.com/office/drawing/2014/main" id="{96AB8477-5546-4080-8BC1-02BF0BB8F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44">
                <a:extLst>
                  <a:ext uri="{FF2B5EF4-FFF2-40B4-BE49-F238E27FC236}">
                    <a16:creationId xmlns:a16="http://schemas.microsoft.com/office/drawing/2014/main" id="{4E453DC0-BE05-4525-866A-335CE37B00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45">
                <a:extLst>
                  <a:ext uri="{FF2B5EF4-FFF2-40B4-BE49-F238E27FC236}">
                    <a16:creationId xmlns:a16="http://schemas.microsoft.com/office/drawing/2014/main" id="{DE66478E-4EC6-4BE6-B27E-C0C0531CC1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6">
                <a:extLst>
                  <a:ext uri="{FF2B5EF4-FFF2-40B4-BE49-F238E27FC236}">
                    <a16:creationId xmlns:a16="http://schemas.microsoft.com/office/drawing/2014/main" id="{698E3192-E8A7-4BE3-A213-C67294E393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7">
                <a:extLst>
                  <a:ext uri="{FF2B5EF4-FFF2-40B4-BE49-F238E27FC236}">
                    <a16:creationId xmlns:a16="http://schemas.microsoft.com/office/drawing/2014/main" id="{73311133-150A-4295-BA6B-AE591A758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8">
                <a:extLst>
                  <a:ext uri="{FF2B5EF4-FFF2-40B4-BE49-F238E27FC236}">
                    <a16:creationId xmlns:a16="http://schemas.microsoft.com/office/drawing/2014/main" id="{01A2298C-D71C-4EE8-97EC-882AE8FE27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9">
                <a:extLst>
                  <a:ext uri="{FF2B5EF4-FFF2-40B4-BE49-F238E27FC236}">
                    <a16:creationId xmlns:a16="http://schemas.microsoft.com/office/drawing/2014/main" id="{4A510FF8-75EB-4CBF-8672-72CB0674B9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50">
                <a:extLst>
                  <a:ext uri="{FF2B5EF4-FFF2-40B4-BE49-F238E27FC236}">
                    <a16:creationId xmlns:a16="http://schemas.microsoft.com/office/drawing/2014/main" id="{1A2C9E47-1571-4FD2-8B6B-C7B564E897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51">
                <a:extLst>
                  <a:ext uri="{FF2B5EF4-FFF2-40B4-BE49-F238E27FC236}">
                    <a16:creationId xmlns:a16="http://schemas.microsoft.com/office/drawing/2014/main" id="{86EF56B1-DD4A-4A19-A43F-347855BF84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52">
                <a:extLst>
                  <a:ext uri="{FF2B5EF4-FFF2-40B4-BE49-F238E27FC236}">
                    <a16:creationId xmlns:a16="http://schemas.microsoft.com/office/drawing/2014/main" id="{593C0948-4102-4E67-9CCD-6F94446F70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53">
                <a:extLst>
                  <a:ext uri="{FF2B5EF4-FFF2-40B4-BE49-F238E27FC236}">
                    <a16:creationId xmlns:a16="http://schemas.microsoft.com/office/drawing/2014/main" id="{ACB6589F-762B-4CA7-8D92-92E5FB76FD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54">
                <a:extLst>
                  <a:ext uri="{FF2B5EF4-FFF2-40B4-BE49-F238E27FC236}">
                    <a16:creationId xmlns:a16="http://schemas.microsoft.com/office/drawing/2014/main" id="{9992ACB2-51DA-4341-842A-58050D15CC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55">
                <a:extLst>
                  <a:ext uri="{FF2B5EF4-FFF2-40B4-BE49-F238E27FC236}">
                    <a16:creationId xmlns:a16="http://schemas.microsoft.com/office/drawing/2014/main" id="{D9C60E55-0956-424D-8C75-2976AC3B65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6">
                <a:extLst>
                  <a:ext uri="{FF2B5EF4-FFF2-40B4-BE49-F238E27FC236}">
                    <a16:creationId xmlns:a16="http://schemas.microsoft.com/office/drawing/2014/main" id="{BE0FF237-544C-4EAB-ABB0-731D5FA88D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7">
                <a:extLst>
                  <a:ext uri="{FF2B5EF4-FFF2-40B4-BE49-F238E27FC236}">
                    <a16:creationId xmlns:a16="http://schemas.microsoft.com/office/drawing/2014/main" id="{D1E0212C-F045-489C-9689-7C49F762CC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C90BB14-74DB-4A2D-847B-7D160CCB7907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3" name="Rectangle 59">
                <a:extLst>
                  <a:ext uri="{FF2B5EF4-FFF2-40B4-BE49-F238E27FC236}">
                    <a16:creationId xmlns:a16="http://schemas.microsoft.com/office/drawing/2014/main" id="{99D447A1-2220-4498-AEF5-6E3E1E6E7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60">
                <a:extLst>
                  <a:ext uri="{FF2B5EF4-FFF2-40B4-BE49-F238E27FC236}">
                    <a16:creationId xmlns:a16="http://schemas.microsoft.com/office/drawing/2014/main" id="{7C3A93F4-91DD-433B-968A-852BE617B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61">
                <a:extLst>
                  <a:ext uri="{FF2B5EF4-FFF2-40B4-BE49-F238E27FC236}">
                    <a16:creationId xmlns:a16="http://schemas.microsoft.com/office/drawing/2014/main" id="{1C73CE31-214B-4439-A783-35C6A8ED75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62">
                <a:extLst>
                  <a:ext uri="{FF2B5EF4-FFF2-40B4-BE49-F238E27FC236}">
                    <a16:creationId xmlns:a16="http://schemas.microsoft.com/office/drawing/2014/main" id="{36D68C3F-8E09-4424-AE30-DC0EA8A4B6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63">
                <a:extLst>
                  <a:ext uri="{FF2B5EF4-FFF2-40B4-BE49-F238E27FC236}">
                    <a16:creationId xmlns:a16="http://schemas.microsoft.com/office/drawing/2014/main" id="{D77BDB0F-9FB9-4B1E-8B4A-1E2673E90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64">
                <a:extLst>
                  <a:ext uri="{FF2B5EF4-FFF2-40B4-BE49-F238E27FC236}">
                    <a16:creationId xmlns:a16="http://schemas.microsoft.com/office/drawing/2014/main" id="{11FC8FC1-3854-4435-94FA-7C19C8CF4B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9" name="Rectangle 65">
                <a:extLst>
                  <a:ext uri="{FF2B5EF4-FFF2-40B4-BE49-F238E27FC236}">
                    <a16:creationId xmlns:a16="http://schemas.microsoft.com/office/drawing/2014/main" id="{CD7A3181-77BB-4B10-BAE0-192A2D4C54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6">
                <a:extLst>
                  <a:ext uri="{FF2B5EF4-FFF2-40B4-BE49-F238E27FC236}">
                    <a16:creationId xmlns:a16="http://schemas.microsoft.com/office/drawing/2014/main" id="{34704098-6430-4842-A78C-8EA208FF5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7">
                <a:extLst>
                  <a:ext uri="{FF2B5EF4-FFF2-40B4-BE49-F238E27FC236}">
                    <a16:creationId xmlns:a16="http://schemas.microsoft.com/office/drawing/2014/main" id="{821A9373-4697-4443-B247-58130E1D40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8">
                <a:extLst>
                  <a:ext uri="{FF2B5EF4-FFF2-40B4-BE49-F238E27FC236}">
                    <a16:creationId xmlns:a16="http://schemas.microsoft.com/office/drawing/2014/main" id="{BE59B0E9-E64A-4252-ABFF-7D0CCECB5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9">
                <a:extLst>
                  <a:ext uri="{FF2B5EF4-FFF2-40B4-BE49-F238E27FC236}">
                    <a16:creationId xmlns:a16="http://schemas.microsoft.com/office/drawing/2014/main" id="{066F8BCA-C3C4-48C8-9103-65FC2FFF62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70">
                <a:extLst>
                  <a:ext uri="{FF2B5EF4-FFF2-40B4-BE49-F238E27FC236}">
                    <a16:creationId xmlns:a16="http://schemas.microsoft.com/office/drawing/2014/main" id="{68B69181-5D7D-4EFF-9724-B2BDD62DB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71">
                <a:extLst>
                  <a:ext uri="{FF2B5EF4-FFF2-40B4-BE49-F238E27FC236}">
                    <a16:creationId xmlns:a16="http://schemas.microsoft.com/office/drawing/2014/main" id="{996BC465-13D7-4B01-81BD-88E7BAA5A9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72">
                <a:extLst>
                  <a:ext uri="{FF2B5EF4-FFF2-40B4-BE49-F238E27FC236}">
                    <a16:creationId xmlns:a16="http://schemas.microsoft.com/office/drawing/2014/main" id="{61C9420C-6853-4164-9D24-98349CD58C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73">
                <a:extLst>
                  <a:ext uri="{FF2B5EF4-FFF2-40B4-BE49-F238E27FC236}">
                    <a16:creationId xmlns:a16="http://schemas.microsoft.com/office/drawing/2014/main" id="{EF04FF35-9797-4571-BCFF-435C37D2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74">
                <a:extLst>
                  <a:ext uri="{FF2B5EF4-FFF2-40B4-BE49-F238E27FC236}">
                    <a16:creationId xmlns:a16="http://schemas.microsoft.com/office/drawing/2014/main" id="{78C68F3A-1768-4D3F-8ABF-D899CEF5DE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75">
                <a:extLst>
                  <a:ext uri="{FF2B5EF4-FFF2-40B4-BE49-F238E27FC236}">
                    <a16:creationId xmlns:a16="http://schemas.microsoft.com/office/drawing/2014/main" id="{A69F85D7-2261-4042-B85B-C3FABE4A08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6">
                <a:extLst>
                  <a:ext uri="{FF2B5EF4-FFF2-40B4-BE49-F238E27FC236}">
                    <a16:creationId xmlns:a16="http://schemas.microsoft.com/office/drawing/2014/main" id="{31444D56-FEBA-4CC9-B179-200833A9B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7">
                <a:extLst>
                  <a:ext uri="{FF2B5EF4-FFF2-40B4-BE49-F238E27FC236}">
                    <a16:creationId xmlns:a16="http://schemas.microsoft.com/office/drawing/2014/main" id="{A7678401-8C3E-4FAF-A888-70B49C91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8">
                <a:extLst>
                  <a:ext uri="{FF2B5EF4-FFF2-40B4-BE49-F238E27FC236}">
                    <a16:creationId xmlns:a16="http://schemas.microsoft.com/office/drawing/2014/main" id="{618CC429-D47D-440E-9695-6E61D60960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9">
                <a:extLst>
                  <a:ext uri="{FF2B5EF4-FFF2-40B4-BE49-F238E27FC236}">
                    <a16:creationId xmlns:a16="http://schemas.microsoft.com/office/drawing/2014/main" id="{F2B544AE-5CC8-4A61-BBDF-82DA13A5F7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80">
                <a:extLst>
                  <a:ext uri="{FF2B5EF4-FFF2-40B4-BE49-F238E27FC236}">
                    <a16:creationId xmlns:a16="http://schemas.microsoft.com/office/drawing/2014/main" id="{46B39C8E-D445-41B8-8B42-2DE170717B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81">
                <a:extLst>
                  <a:ext uri="{FF2B5EF4-FFF2-40B4-BE49-F238E27FC236}">
                    <a16:creationId xmlns:a16="http://schemas.microsoft.com/office/drawing/2014/main" id="{38E7AB8E-5E17-460F-8595-4178AF462D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82">
                <a:extLst>
                  <a:ext uri="{FF2B5EF4-FFF2-40B4-BE49-F238E27FC236}">
                    <a16:creationId xmlns:a16="http://schemas.microsoft.com/office/drawing/2014/main" id="{B1EBA00C-8D23-4B8D-996F-763D447186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83">
                <a:extLst>
                  <a:ext uri="{FF2B5EF4-FFF2-40B4-BE49-F238E27FC236}">
                    <a16:creationId xmlns:a16="http://schemas.microsoft.com/office/drawing/2014/main" id="{A74D84D5-1D5F-4261-AC8E-F836107F1A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84">
                <a:extLst>
                  <a:ext uri="{FF2B5EF4-FFF2-40B4-BE49-F238E27FC236}">
                    <a16:creationId xmlns:a16="http://schemas.microsoft.com/office/drawing/2014/main" id="{FAE1892A-CE1C-4062-87F1-490874F36E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802612C-7EF5-4229-B874-804F63CA5157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97" name="Rectangle 5">
                <a:extLst>
                  <a:ext uri="{FF2B5EF4-FFF2-40B4-BE49-F238E27FC236}">
                    <a16:creationId xmlns:a16="http://schemas.microsoft.com/office/drawing/2014/main" id="{79ECF9B6-3DAB-4C5C-B34E-D0A7F38B76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6">
                <a:extLst>
                  <a:ext uri="{FF2B5EF4-FFF2-40B4-BE49-F238E27FC236}">
                    <a16:creationId xmlns:a16="http://schemas.microsoft.com/office/drawing/2014/main" id="{35C9E271-FB6D-4F58-AC40-C72BEAE8A2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7">
                <a:extLst>
                  <a:ext uri="{FF2B5EF4-FFF2-40B4-BE49-F238E27FC236}">
                    <a16:creationId xmlns:a16="http://schemas.microsoft.com/office/drawing/2014/main" id="{6C77D497-A891-4E55-B019-C188318C9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8">
                <a:extLst>
                  <a:ext uri="{FF2B5EF4-FFF2-40B4-BE49-F238E27FC236}">
                    <a16:creationId xmlns:a16="http://schemas.microsoft.com/office/drawing/2014/main" id="{789A10D5-86A9-4355-A65E-55E0070B0C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9">
                <a:extLst>
                  <a:ext uri="{FF2B5EF4-FFF2-40B4-BE49-F238E27FC236}">
                    <a16:creationId xmlns:a16="http://schemas.microsoft.com/office/drawing/2014/main" id="{190FC9CA-1CD6-4748-9D13-6C41111A17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10">
                <a:extLst>
                  <a:ext uri="{FF2B5EF4-FFF2-40B4-BE49-F238E27FC236}">
                    <a16:creationId xmlns:a16="http://schemas.microsoft.com/office/drawing/2014/main" id="{C8822FE6-6227-48F7-AA73-92699ABEA3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3" name="Rectangle 11">
                <a:extLst>
                  <a:ext uri="{FF2B5EF4-FFF2-40B4-BE49-F238E27FC236}">
                    <a16:creationId xmlns:a16="http://schemas.microsoft.com/office/drawing/2014/main" id="{E5E1E87B-24C4-475C-8A8F-5B997B2D07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12">
                <a:extLst>
                  <a:ext uri="{FF2B5EF4-FFF2-40B4-BE49-F238E27FC236}">
                    <a16:creationId xmlns:a16="http://schemas.microsoft.com/office/drawing/2014/main" id="{A10C8796-2AC4-44B9-947C-67EA0E9667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13">
                <a:extLst>
                  <a:ext uri="{FF2B5EF4-FFF2-40B4-BE49-F238E27FC236}">
                    <a16:creationId xmlns:a16="http://schemas.microsoft.com/office/drawing/2014/main" id="{9C3B2967-6FE1-42A9-8AA6-D88F39ED25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14">
                <a:extLst>
                  <a:ext uri="{FF2B5EF4-FFF2-40B4-BE49-F238E27FC236}">
                    <a16:creationId xmlns:a16="http://schemas.microsoft.com/office/drawing/2014/main" id="{D65A60F3-B8CA-4A07-BA50-4382410F7D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15">
                <a:extLst>
                  <a:ext uri="{FF2B5EF4-FFF2-40B4-BE49-F238E27FC236}">
                    <a16:creationId xmlns:a16="http://schemas.microsoft.com/office/drawing/2014/main" id="{CE9D0345-78D9-481A-97CD-9F4F5005DC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6">
                <a:extLst>
                  <a:ext uri="{FF2B5EF4-FFF2-40B4-BE49-F238E27FC236}">
                    <a16:creationId xmlns:a16="http://schemas.microsoft.com/office/drawing/2014/main" id="{335FF664-C997-40CD-A253-17AE029463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7">
                <a:extLst>
                  <a:ext uri="{FF2B5EF4-FFF2-40B4-BE49-F238E27FC236}">
                    <a16:creationId xmlns:a16="http://schemas.microsoft.com/office/drawing/2014/main" id="{9CC2681F-B216-40D9-B5A0-F02DCEABDF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8">
                <a:extLst>
                  <a:ext uri="{FF2B5EF4-FFF2-40B4-BE49-F238E27FC236}">
                    <a16:creationId xmlns:a16="http://schemas.microsoft.com/office/drawing/2014/main" id="{A3004976-7D17-4D1E-8C1B-307A36D4D3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9">
                <a:extLst>
                  <a:ext uri="{FF2B5EF4-FFF2-40B4-BE49-F238E27FC236}">
                    <a16:creationId xmlns:a16="http://schemas.microsoft.com/office/drawing/2014/main" id="{2441E1C0-EA8F-4829-96F9-79E4F9F9B8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20">
                <a:extLst>
                  <a:ext uri="{FF2B5EF4-FFF2-40B4-BE49-F238E27FC236}">
                    <a16:creationId xmlns:a16="http://schemas.microsoft.com/office/drawing/2014/main" id="{44BC57F8-5DE7-403F-B665-F6F2827DB8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21">
                <a:extLst>
                  <a:ext uri="{FF2B5EF4-FFF2-40B4-BE49-F238E27FC236}">
                    <a16:creationId xmlns:a16="http://schemas.microsoft.com/office/drawing/2014/main" id="{B34B239C-EECF-4F26-A48A-B0CC0F65BC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22">
                <a:extLst>
                  <a:ext uri="{FF2B5EF4-FFF2-40B4-BE49-F238E27FC236}">
                    <a16:creationId xmlns:a16="http://schemas.microsoft.com/office/drawing/2014/main" id="{9761DB51-CFA3-48D3-A481-6AAF4370D4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23">
                <a:extLst>
                  <a:ext uri="{FF2B5EF4-FFF2-40B4-BE49-F238E27FC236}">
                    <a16:creationId xmlns:a16="http://schemas.microsoft.com/office/drawing/2014/main" id="{8BF8C0DC-CA13-4B3A-9B31-81AD0D5A3B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24">
                <a:extLst>
                  <a:ext uri="{FF2B5EF4-FFF2-40B4-BE49-F238E27FC236}">
                    <a16:creationId xmlns:a16="http://schemas.microsoft.com/office/drawing/2014/main" id="{3B5D9432-1B5F-4352-8E2D-A4C9BA2788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25">
                <a:extLst>
                  <a:ext uri="{FF2B5EF4-FFF2-40B4-BE49-F238E27FC236}">
                    <a16:creationId xmlns:a16="http://schemas.microsoft.com/office/drawing/2014/main" id="{A72578CA-857C-4FF3-99D2-2409F1404F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6">
                <a:extLst>
                  <a:ext uri="{FF2B5EF4-FFF2-40B4-BE49-F238E27FC236}">
                    <a16:creationId xmlns:a16="http://schemas.microsoft.com/office/drawing/2014/main" id="{CAD4F8AF-D5EE-4F50-B004-20393F40DD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7">
                <a:extLst>
                  <a:ext uri="{FF2B5EF4-FFF2-40B4-BE49-F238E27FC236}">
                    <a16:creationId xmlns:a16="http://schemas.microsoft.com/office/drawing/2014/main" id="{8A57F274-20A6-4680-B7C0-AD8EA5A0BB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8">
                <a:extLst>
                  <a:ext uri="{FF2B5EF4-FFF2-40B4-BE49-F238E27FC236}">
                    <a16:creationId xmlns:a16="http://schemas.microsoft.com/office/drawing/2014/main" id="{0F14F482-588A-4EEB-8243-0F8DF0EBF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9">
                <a:extLst>
                  <a:ext uri="{FF2B5EF4-FFF2-40B4-BE49-F238E27FC236}">
                    <a16:creationId xmlns:a16="http://schemas.microsoft.com/office/drawing/2014/main" id="{DBE68752-D099-4312-A230-0F3B7131BC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30">
                <a:extLst>
                  <a:ext uri="{FF2B5EF4-FFF2-40B4-BE49-F238E27FC236}">
                    <a16:creationId xmlns:a16="http://schemas.microsoft.com/office/drawing/2014/main" id="{405BD9F5-ECE9-4C54-B627-8C58DFD735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1BDD497-9AE8-4EFE-A518-EB1944C837FD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1" name="Rectangle 32">
                <a:extLst>
                  <a:ext uri="{FF2B5EF4-FFF2-40B4-BE49-F238E27FC236}">
                    <a16:creationId xmlns:a16="http://schemas.microsoft.com/office/drawing/2014/main" id="{46DE1FDE-4944-42F3-AB62-2DB5477E3F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33">
                <a:extLst>
                  <a:ext uri="{FF2B5EF4-FFF2-40B4-BE49-F238E27FC236}">
                    <a16:creationId xmlns:a16="http://schemas.microsoft.com/office/drawing/2014/main" id="{06FCE84A-9F7C-4DFE-8CA9-5982F096E6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34">
                <a:extLst>
                  <a:ext uri="{FF2B5EF4-FFF2-40B4-BE49-F238E27FC236}">
                    <a16:creationId xmlns:a16="http://schemas.microsoft.com/office/drawing/2014/main" id="{DD56D081-1AAA-49A3-ABDB-5C753E6ABE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35">
                <a:extLst>
                  <a:ext uri="{FF2B5EF4-FFF2-40B4-BE49-F238E27FC236}">
                    <a16:creationId xmlns:a16="http://schemas.microsoft.com/office/drawing/2014/main" id="{BD4D92B3-9AE0-48B8-959E-07EA7AB29F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36">
                <a:extLst>
                  <a:ext uri="{FF2B5EF4-FFF2-40B4-BE49-F238E27FC236}">
                    <a16:creationId xmlns:a16="http://schemas.microsoft.com/office/drawing/2014/main" id="{3DD3026A-6FE6-4FA7-90F4-6DE1E8898C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37">
                <a:extLst>
                  <a:ext uri="{FF2B5EF4-FFF2-40B4-BE49-F238E27FC236}">
                    <a16:creationId xmlns:a16="http://schemas.microsoft.com/office/drawing/2014/main" id="{AC970942-28D3-4460-85B7-BD20B0D76A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7" name="Rectangle 38">
                <a:extLst>
                  <a:ext uri="{FF2B5EF4-FFF2-40B4-BE49-F238E27FC236}">
                    <a16:creationId xmlns:a16="http://schemas.microsoft.com/office/drawing/2014/main" id="{03D96458-7899-4A24-B66B-461086FAA1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9">
                <a:extLst>
                  <a:ext uri="{FF2B5EF4-FFF2-40B4-BE49-F238E27FC236}">
                    <a16:creationId xmlns:a16="http://schemas.microsoft.com/office/drawing/2014/main" id="{C8A769BE-C8A3-44B6-A98B-9A0CA8C8C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40">
                <a:extLst>
                  <a:ext uri="{FF2B5EF4-FFF2-40B4-BE49-F238E27FC236}">
                    <a16:creationId xmlns:a16="http://schemas.microsoft.com/office/drawing/2014/main" id="{42866ABD-1FE3-40D1-8819-FC2FC19BC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41">
                <a:extLst>
                  <a:ext uri="{FF2B5EF4-FFF2-40B4-BE49-F238E27FC236}">
                    <a16:creationId xmlns:a16="http://schemas.microsoft.com/office/drawing/2014/main" id="{0DA7C80D-458F-4BCF-9DF9-4EA5C63B69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42">
                <a:extLst>
                  <a:ext uri="{FF2B5EF4-FFF2-40B4-BE49-F238E27FC236}">
                    <a16:creationId xmlns:a16="http://schemas.microsoft.com/office/drawing/2014/main" id="{0BDDAC83-E0E2-46D1-BE39-29D715978A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43">
                <a:extLst>
                  <a:ext uri="{FF2B5EF4-FFF2-40B4-BE49-F238E27FC236}">
                    <a16:creationId xmlns:a16="http://schemas.microsoft.com/office/drawing/2014/main" id="{778B5BE3-4E1C-4C31-8E26-1435B98AAD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44">
                <a:extLst>
                  <a:ext uri="{FF2B5EF4-FFF2-40B4-BE49-F238E27FC236}">
                    <a16:creationId xmlns:a16="http://schemas.microsoft.com/office/drawing/2014/main" id="{12D1914C-8D7D-4C81-BF2A-CC415E7FEF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45">
                <a:extLst>
                  <a:ext uri="{FF2B5EF4-FFF2-40B4-BE49-F238E27FC236}">
                    <a16:creationId xmlns:a16="http://schemas.microsoft.com/office/drawing/2014/main" id="{3F7280B3-7FC7-46CC-B0AA-9279C8F01F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6">
                <a:extLst>
                  <a:ext uri="{FF2B5EF4-FFF2-40B4-BE49-F238E27FC236}">
                    <a16:creationId xmlns:a16="http://schemas.microsoft.com/office/drawing/2014/main" id="{8518DB40-11B0-4C34-8085-E25C7CCE90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7">
                <a:extLst>
                  <a:ext uri="{FF2B5EF4-FFF2-40B4-BE49-F238E27FC236}">
                    <a16:creationId xmlns:a16="http://schemas.microsoft.com/office/drawing/2014/main" id="{A0A4571B-8522-4F7C-A623-D22275A4BA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8">
                <a:extLst>
                  <a:ext uri="{FF2B5EF4-FFF2-40B4-BE49-F238E27FC236}">
                    <a16:creationId xmlns:a16="http://schemas.microsoft.com/office/drawing/2014/main" id="{0058B0EA-93A6-4250-B9BB-2189D860E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9">
                <a:extLst>
                  <a:ext uri="{FF2B5EF4-FFF2-40B4-BE49-F238E27FC236}">
                    <a16:creationId xmlns:a16="http://schemas.microsoft.com/office/drawing/2014/main" id="{AD35427D-2F04-45B3-A5EA-4C931023EC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50">
                <a:extLst>
                  <a:ext uri="{FF2B5EF4-FFF2-40B4-BE49-F238E27FC236}">
                    <a16:creationId xmlns:a16="http://schemas.microsoft.com/office/drawing/2014/main" id="{C9AE1296-0B65-425E-B952-6EA87FD817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51">
                <a:extLst>
                  <a:ext uri="{FF2B5EF4-FFF2-40B4-BE49-F238E27FC236}">
                    <a16:creationId xmlns:a16="http://schemas.microsoft.com/office/drawing/2014/main" id="{7A1EA1D6-A2F2-45C1-B37A-53504239CE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52">
                <a:extLst>
                  <a:ext uri="{FF2B5EF4-FFF2-40B4-BE49-F238E27FC236}">
                    <a16:creationId xmlns:a16="http://schemas.microsoft.com/office/drawing/2014/main" id="{505AF1AD-40CE-4BC2-AC86-033E06E7B6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53">
                <a:extLst>
                  <a:ext uri="{FF2B5EF4-FFF2-40B4-BE49-F238E27FC236}">
                    <a16:creationId xmlns:a16="http://schemas.microsoft.com/office/drawing/2014/main" id="{4E83FA98-5620-4FBC-83BE-A15F94C83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54">
                <a:extLst>
                  <a:ext uri="{FF2B5EF4-FFF2-40B4-BE49-F238E27FC236}">
                    <a16:creationId xmlns:a16="http://schemas.microsoft.com/office/drawing/2014/main" id="{994A88E7-EC98-4704-B017-A2BEA7AB44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55">
                <a:extLst>
                  <a:ext uri="{FF2B5EF4-FFF2-40B4-BE49-F238E27FC236}">
                    <a16:creationId xmlns:a16="http://schemas.microsoft.com/office/drawing/2014/main" id="{44F8541E-6BEB-4522-8934-CDC85C95B8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6">
                <a:extLst>
                  <a:ext uri="{FF2B5EF4-FFF2-40B4-BE49-F238E27FC236}">
                    <a16:creationId xmlns:a16="http://schemas.microsoft.com/office/drawing/2014/main" id="{41BE143F-1045-43B6-9112-9CA42EAB94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7">
                <a:extLst>
                  <a:ext uri="{FF2B5EF4-FFF2-40B4-BE49-F238E27FC236}">
                    <a16:creationId xmlns:a16="http://schemas.microsoft.com/office/drawing/2014/main" id="{15B3273B-882C-4741-AFCB-88C00782C0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2D156E4-2FEE-41D1-B234-92FA676F4D8E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45" name="Rectangle 59">
                <a:extLst>
                  <a:ext uri="{FF2B5EF4-FFF2-40B4-BE49-F238E27FC236}">
                    <a16:creationId xmlns:a16="http://schemas.microsoft.com/office/drawing/2014/main" id="{1282A854-928F-4C4C-AF50-E805B6E24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60">
                <a:extLst>
                  <a:ext uri="{FF2B5EF4-FFF2-40B4-BE49-F238E27FC236}">
                    <a16:creationId xmlns:a16="http://schemas.microsoft.com/office/drawing/2014/main" id="{BF09B981-640A-4B56-97EF-77A7674F2A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61">
                <a:extLst>
                  <a:ext uri="{FF2B5EF4-FFF2-40B4-BE49-F238E27FC236}">
                    <a16:creationId xmlns:a16="http://schemas.microsoft.com/office/drawing/2014/main" id="{0E3D84C4-7127-44E3-9D80-DD4C9DF86B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62">
                <a:extLst>
                  <a:ext uri="{FF2B5EF4-FFF2-40B4-BE49-F238E27FC236}">
                    <a16:creationId xmlns:a16="http://schemas.microsoft.com/office/drawing/2014/main" id="{3C0ED1F5-7157-4C03-AF23-63AA54E202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63">
                <a:extLst>
                  <a:ext uri="{FF2B5EF4-FFF2-40B4-BE49-F238E27FC236}">
                    <a16:creationId xmlns:a16="http://schemas.microsoft.com/office/drawing/2014/main" id="{DA4CC94A-11EC-484D-93A8-A6BA55C94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64">
                <a:extLst>
                  <a:ext uri="{FF2B5EF4-FFF2-40B4-BE49-F238E27FC236}">
                    <a16:creationId xmlns:a16="http://schemas.microsoft.com/office/drawing/2014/main" id="{F3F8546E-5077-4146-94A8-9C4CC244E5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1" name="Rectangle 65">
                <a:extLst>
                  <a:ext uri="{FF2B5EF4-FFF2-40B4-BE49-F238E27FC236}">
                    <a16:creationId xmlns:a16="http://schemas.microsoft.com/office/drawing/2014/main" id="{931F67C4-9C1D-4588-A8E6-3E99D64C70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6">
                <a:extLst>
                  <a:ext uri="{FF2B5EF4-FFF2-40B4-BE49-F238E27FC236}">
                    <a16:creationId xmlns:a16="http://schemas.microsoft.com/office/drawing/2014/main" id="{EB21CB79-3CB2-4077-A9B9-C459851971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7">
                <a:extLst>
                  <a:ext uri="{FF2B5EF4-FFF2-40B4-BE49-F238E27FC236}">
                    <a16:creationId xmlns:a16="http://schemas.microsoft.com/office/drawing/2014/main" id="{DD611496-16E5-4416-B1A2-02348ABD39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8">
                <a:extLst>
                  <a:ext uri="{FF2B5EF4-FFF2-40B4-BE49-F238E27FC236}">
                    <a16:creationId xmlns:a16="http://schemas.microsoft.com/office/drawing/2014/main" id="{EF4511E4-6AE1-4AD2-9E94-8DFEBF58B1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9">
                <a:extLst>
                  <a:ext uri="{FF2B5EF4-FFF2-40B4-BE49-F238E27FC236}">
                    <a16:creationId xmlns:a16="http://schemas.microsoft.com/office/drawing/2014/main" id="{5A9F5148-2BFE-49A2-882C-9C270DAC2D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70">
                <a:extLst>
                  <a:ext uri="{FF2B5EF4-FFF2-40B4-BE49-F238E27FC236}">
                    <a16:creationId xmlns:a16="http://schemas.microsoft.com/office/drawing/2014/main" id="{17978533-954B-41FA-ACA1-BB2EAC45FE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71">
                <a:extLst>
                  <a:ext uri="{FF2B5EF4-FFF2-40B4-BE49-F238E27FC236}">
                    <a16:creationId xmlns:a16="http://schemas.microsoft.com/office/drawing/2014/main" id="{9926B974-3B58-43BE-A627-034A472C6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72">
                <a:extLst>
                  <a:ext uri="{FF2B5EF4-FFF2-40B4-BE49-F238E27FC236}">
                    <a16:creationId xmlns:a16="http://schemas.microsoft.com/office/drawing/2014/main" id="{E88CA7B8-FC95-4FE1-9B97-D5EF9F9424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73">
                <a:extLst>
                  <a:ext uri="{FF2B5EF4-FFF2-40B4-BE49-F238E27FC236}">
                    <a16:creationId xmlns:a16="http://schemas.microsoft.com/office/drawing/2014/main" id="{A92934FD-C410-4C84-A5E1-081E7B422A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74">
                <a:extLst>
                  <a:ext uri="{FF2B5EF4-FFF2-40B4-BE49-F238E27FC236}">
                    <a16:creationId xmlns:a16="http://schemas.microsoft.com/office/drawing/2014/main" id="{2DA33973-6FE4-4D86-BBFB-90D4909293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75">
                <a:extLst>
                  <a:ext uri="{FF2B5EF4-FFF2-40B4-BE49-F238E27FC236}">
                    <a16:creationId xmlns:a16="http://schemas.microsoft.com/office/drawing/2014/main" id="{94818BD6-2B6E-47BE-B503-E9E8E6375D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6">
                <a:extLst>
                  <a:ext uri="{FF2B5EF4-FFF2-40B4-BE49-F238E27FC236}">
                    <a16:creationId xmlns:a16="http://schemas.microsoft.com/office/drawing/2014/main" id="{F051DFF7-292C-4CA6-B811-8790171A2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7">
                <a:extLst>
                  <a:ext uri="{FF2B5EF4-FFF2-40B4-BE49-F238E27FC236}">
                    <a16:creationId xmlns:a16="http://schemas.microsoft.com/office/drawing/2014/main" id="{728FA892-539E-4633-A6ED-61FF464A50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8">
                <a:extLst>
                  <a:ext uri="{FF2B5EF4-FFF2-40B4-BE49-F238E27FC236}">
                    <a16:creationId xmlns:a16="http://schemas.microsoft.com/office/drawing/2014/main" id="{FE6AF4DA-E293-4A89-BE4C-DD3E6BDBE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9">
                <a:extLst>
                  <a:ext uri="{FF2B5EF4-FFF2-40B4-BE49-F238E27FC236}">
                    <a16:creationId xmlns:a16="http://schemas.microsoft.com/office/drawing/2014/main" id="{11BA7696-6E60-4A76-8A02-38F11535F1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80">
                <a:extLst>
                  <a:ext uri="{FF2B5EF4-FFF2-40B4-BE49-F238E27FC236}">
                    <a16:creationId xmlns:a16="http://schemas.microsoft.com/office/drawing/2014/main" id="{EBA43DA8-F00F-4803-9505-8D973D07BA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81">
                <a:extLst>
                  <a:ext uri="{FF2B5EF4-FFF2-40B4-BE49-F238E27FC236}">
                    <a16:creationId xmlns:a16="http://schemas.microsoft.com/office/drawing/2014/main" id="{5996994C-303B-47AD-B7A1-EB4C4801F2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82">
                <a:extLst>
                  <a:ext uri="{FF2B5EF4-FFF2-40B4-BE49-F238E27FC236}">
                    <a16:creationId xmlns:a16="http://schemas.microsoft.com/office/drawing/2014/main" id="{AC9DA622-9D85-4CCD-AC5B-C16EC91FDA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83">
                <a:extLst>
                  <a:ext uri="{FF2B5EF4-FFF2-40B4-BE49-F238E27FC236}">
                    <a16:creationId xmlns:a16="http://schemas.microsoft.com/office/drawing/2014/main" id="{74795EEC-C77C-457E-8ED2-A2565D98D6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84">
                <a:extLst>
                  <a:ext uri="{FF2B5EF4-FFF2-40B4-BE49-F238E27FC236}">
                    <a16:creationId xmlns:a16="http://schemas.microsoft.com/office/drawing/2014/main" id="{E7A6C9D7-E009-43E7-83C2-4012ED6CC0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6EC6267-892C-414C-9F90-78AE254ABFE9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19" name="Rectangle 59">
                <a:extLst>
                  <a:ext uri="{FF2B5EF4-FFF2-40B4-BE49-F238E27FC236}">
                    <a16:creationId xmlns:a16="http://schemas.microsoft.com/office/drawing/2014/main" id="{3E75128E-3C74-4C95-89B7-CB30EBD0DA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" name="Rectangle 60">
                <a:extLst>
                  <a:ext uri="{FF2B5EF4-FFF2-40B4-BE49-F238E27FC236}">
                    <a16:creationId xmlns:a16="http://schemas.microsoft.com/office/drawing/2014/main" id="{5123F894-661A-41E9-A3C4-D651537859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" name="Rectangle 61">
                <a:extLst>
                  <a:ext uri="{FF2B5EF4-FFF2-40B4-BE49-F238E27FC236}">
                    <a16:creationId xmlns:a16="http://schemas.microsoft.com/office/drawing/2014/main" id="{6DE83EB5-D56C-4E03-AFAA-ABFCDBF526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" name="Rectangle 62">
                <a:extLst>
                  <a:ext uri="{FF2B5EF4-FFF2-40B4-BE49-F238E27FC236}">
                    <a16:creationId xmlns:a16="http://schemas.microsoft.com/office/drawing/2014/main" id="{A7150839-4B6F-48D6-8DC1-234F92C99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" name="Rectangle 63">
                <a:extLst>
                  <a:ext uri="{FF2B5EF4-FFF2-40B4-BE49-F238E27FC236}">
                    <a16:creationId xmlns:a16="http://schemas.microsoft.com/office/drawing/2014/main" id="{F57DE175-BDB3-46EA-A233-0D1C4BC629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" name="Rectangle 64">
                <a:extLst>
                  <a:ext uri="{FF2B5EF4-FFF2-40B4-BE49-F238E27FC236}">
                    <a16:creationId xmlns:a16="http://schemas.microsoft.com/office/drawing/2014/main" id="{E0DC63F5-28E3-423C-884B-60E11C90C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" name="Rectangle 65">
                <a:extLst>
                  <a:ext uri="{FF2B5EF4-FFF2-40B4-BE49-F238E27FC236}">
                    <a16:creationId xmlns:a16="http://schemas.microsoft.com/office/drawing/2014/main" id="{1B8EDB48-7E1A-4E8D-8DD6-E2E9045E5C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6">
                <a:extLst>
                  <a:ext uri="{FF2B5EF4-FFF2-40B4-BE49-F238E27FC236}">
                    <a16:creationId xmlns:a16="http://schemas.microsoft.com/office/drawing/2014/main" id="{7B2F1A3E-E3C9-4E74-A8BB-5D7489CCC8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7">
                <a:extLst>
                  <a:ext uri="{FF2B5EF4-FFF2-40B4-BE49-F238E27FC236}">
                    <a16:creationId xmlns:a16="http://schemas.microsoft.com/office/drawing/2014/main" id="{986E435A-5565-453A-9521-30F8988F19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8">
                <a:extLst>
                  <a:ext uri="{FF2B5EF4-FFF2-40B4-BE49-F238E27FC236}">
                    <a16:creationId xmlns:a16="http://schemas.microsoft.com/office/drawing/2014/main" id="{1B037B73-2947-4134-8DBF-86815CE18D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9">
                <a:extLst>
                  <a:ext uri="{FF2B5EF4-FFF2-40B4-BE49-F238E27FC236}">
                    <a16:creationId xmlns:a16="http://schemas.microsoft.com/office/drawing/2014/main" id="{59E3FCFD-4BC9-4154-9F9A-FEDADE6AF8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70">
                <a:extLst>
                  <a:ext uri="{FF2B5EF4-FFF2-40B4-BE49-F238E27FC236}">
                    <a16:creationId xmlns:a16="http://schemas.microsoft.com/office/drawing/2014/main" id="{75B4E090-E69E-4E1B-9D47-2E7610643E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71">
                <a:extLst>
                  <a:ext uri="{FF2B5EF4-FFF2-40B4-BE49-F238E27FC236}">
                    <a16:creationId xmlns:a16="http://schemas.microsoft.com/office/drawing/2014/main" id="{3E8EF4EA-870F-4671-9D93-BBDD11E3A6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72">
                <a:extLst>
                  <a:ext uri="{FF2B5EF4-FFF2-40B4-BE49-F238E27FC236}">
                    <a16:creationId xmlns:a16="http://schemas.microsoft.com/office/drawing/2014/main" id="{381F046F-5BF7-4214-B4FB-EEBE29F7CA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73">
                <a:extLst>
                  <a:ext uri="{FF2B5EF4-FFF2-40B4-BE49-F238E27FC236}">
                    <a16:creationId xmlns:a16="http://schemas.microsoft.com/office/drawing/2014/main" id="{836148AC-AF61-43A3-A1B1-BB54CE216A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74">
                <a:extLst>
                  <a:ext uri="{FF2B5EF4-FFF2-40B4-BE49-F238E27FC236}">
                    <a16:creationId xmlns:a16="http://schemas.microsoft.com/office/drawing/2014/main" id="{B1DE9085-D5E0-4B83-BB80-E434D7DDD1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75">
                <a:extLst>
                  <a:ext uri="{FF2B5EF4-FFF2-40B4-BE49-F238E27FC236}">
                    <a16:creationId xmlns:a16="http://schemas.microsoft.com/office/drawing/2014/main" id="{317373CF-A0A3-4A1C-88A0-683C2A8DF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6">
                <a:extLst>
                  <a:ext uri="{FF2B5EF4-FFF2-40B4-BE49-F238E27FC236}">
                    <a16:creationId xmlns:a16="http://schemas.microsoft.com/office/drawing/2014/main" id="{4347A2CA-AF14-4C9E-BBAB-D90DBAA96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7">
                <a:extLst>
                  <a:ext uri="{FF2B5EF4-FFF2-40B4-BE49-F238E27FC236}">
                    <a16:creationId xmlns:a16="http://schemas.microsoft.com/office/drawing/2014/main" id="{B9A6E2C3-57A3-42A9-A83E-18CDCD7C69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8">
                <a:extLst>
                  <a:ext uri="{FF2B5EF4-FFF2-40B4-BE49-F238E27FC236}">
                    <a16:creationId xmlns:a16="http://schemas.microsoft.com/office/drawing/2014/main" id="{66345FAF-D8B3-4589-B236-9592A4B2E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9">
                <a:extLst>
                  <a:ext uri="{FF2B5EF4-FFF2-40B4-BE49-F238E27FC236}">
                    <a16:creationId xmlns:a16="http://schemas.microsoft.com/office/drawing/2014/main" id="{B6D66C40-7B12-4FAE-BA0D-F11071E94A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80">
                <a:extLst>
                  <a:ext uri="{FF2B5EF4-FFF2-40B4-BE49-F238E27FC236}">
                    <a16:creationId xmlns:a16="http://schemas.microsoft.com/office/drawing/2014/main" id="{88E16CD4-DE64-472C-92F2-04F69839E8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81">
                <a:extLst>
                  <a:ext uri="{FF2B5EF4-FFF2-40B4-BE49-F238E27FC236}">
                    <a16:creationId xmlns:a16="http://schemas.microsoft.com/office/drawing/2014/main" id="{D595AF87-0CEC-4595-A702-E82EE7CBEF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82">
                <a:extLst>
                  <a:ext uri="{FF2B5EF4-FFF2-40B4-BE49-F238E27FC236}">
                    <a16:creationId xmlns:a16="http://schemas.microsoft.com/office/drawing/2014/main" id="{61ED73B8-7315-4650-922A-B9670ED5FF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83">
                <a:extLst>
                  <a:ext uri="{FF2B5EF4-FFF2-40B4-BE49-F238E27FC236}">
                    <a16:creationId xmlns:a16="http://schemas.microsoft.com/office/drawing/2014/main" id="{78E5D2BE-A2AA-4686-881A-1AAC20E769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84">
                <a:extLst>
                  <a:ext uri="{FF2B5EF4-FFF2-40B4-BE49-F238E27FC236}">
                    <a16:creationId xmlns:a16="http://schemas.microsoft.com/office/drawing/2014/main" id="{6983C63B-88C2-4A51-9595-E3C3B3B911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357" name="Title 1">
            <a:extLst>
              <a:ext uri="{FF2B5EF4-FFF2-40B4-BE49-F238E27FC236}">
                <a16:creationId xmlns:a16="http://schemas.microsoft.com/office/drawing/2014/main" id="{854A438C-BC9A-4A4F-ABD3-80A84279E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56" y="73844"/>
            <a:ext cx="10969943" cy="711081"/>
          </a:xfrm>
        </p:spPr>
        <p:txBody>
          <a:bodyPr>
            <a:noAutofit/>
          </a:bodyPr>
          <a:lstStyle>
            <a:lvl1pPr algn="l">
              <a:defRPr sz="3600">
                <a:solidFill>
                  <a:schemeClr val="bg1"/>
                </a:solidFill>
                <a:latin typeface="Cooper Black" panose="0208090404030B0204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0383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www.anubhavtrainings.com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8ACDF83-3992-49FB-93C3-FD7BBB55C9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5931" y="607234"/>
            <a:ext cx="6932127" cy="4386230"/>
          </a:xfrm>
          <a:custGeom>
            <a:avLst/>
            <a:gdLst>
              <a:gd name="connsiteX0" fmla="*/ 387523 w 6932127"/>
              <a:gd name="connsiteY0" fmla="*/ 0 h 4386230"/>
              <a:gd name="connsiteX1" fmla="*/ 6544604 w 6932127"/>
              <a:gd name="connsiteY1" fmla="*/ 0 h 4386230"/>
              <a:gd name="connsiteX2" fmla="*/ 6932127 w 6932127"/>
              <a:gd name="connsiteY2" fmla="*/ 387523 h 4386230"/>
              <a:gd name="connsiteX3" fmla="*/ 6932127 w 6932127"/>
              <a:gd name="connsiteY3" fmla="*/ 3998707 h 4386230"/>
              <a:gd name="connsiteX4" fmla="*/ 6544604 w 6932127"/>
              <a:gd name="connsiteY4" fmla="*/ 4386230 h 4386230"/>
              <a:gd name="connsiteX5" fmla="*/ 387523 w 6932127"/>
              <a:gd name="connsiteY5" fmla="*/ 4386230 h 4386230"/>
              <a:gd name="connsiteX6" fmla="*/ 0 w 6932127"/>
              <a:gd name="connsiteY6" fmla="*/ 3998707 h 4386230"/>
              <a:gd name="connsiteX7" fmla="*/ 0 w 6932127"/>
              <a:gd name="connsiteY7" fmla="*/ 387523 h 4386230"/>
              <a:gd name="connsiteX8" fmla="*/ 387523 w 6932127"/>
              <a:gd name="connsiteY8" fmla="*/ 0 h 4386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32127" h="4386230">
                <a:moveTo>
                  <a:pt x="387523" y="0"/>
                </a:moveTo>
                <a:lnTo>
                  <a:pt x="6544604" y="0"/>
                </a:lnTo>
                <a:cubicBezTo>
                  <a:pt x="6758627" y="0"/>
                  <a:pt x="6932127" y="173500"/>
                  <a:pt x="6932127" y="387523"/>
                </a:cubicBezTo>
                <a:lnTo>
                  <a:pt x="6932127" y="3998707"/>
                </a:lnTo>
                <a:cubicBezTo>
                  <a:pt x="6932127" y="4212730"/>
                  <a:pt x="6758627" y="4386230"/>
                  <a:pt x="6544604" y="4386230"/>
                </a:cubicBezTo>
                <a:lnTo>
                  <a:pt x="387523" y="4386230"/>
                </a:lnTo>
                <a:cubicBezTo>
                  <a:pt x="173500" y="4386230"/>
                  <a:pt x="0" y="4212730"/>
                  <a:pt x="0" y="3998707"/>
                </a:cubicBezTo>
                <a:lnTo>
                  <a:pt x="0" y="387523"/>
                </a:lnTo>
                <a:cubicBezTo>
                  <a:pt x="0" y="173500"/>
                  <a:pt x="173500" y="0"/>
                  <a:pt x="387523" y="0"/>
                </a:cubicBezTo>
                <a:close/>
              </a:path>
            </a:pathLst>
          </a:custGeom>
          <a:solidFill>
            <a:schemeClr val="accent3"/>
          </a:solidFill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090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364" name="Picture Placeholder 2">
            <a:extLst>
              <a:ext uri="{FF2B5EF4-FFF2-40B4-BE49-F238E27FC236}">
                <a16:creationId xmlns:a16="http://schemas.microsoft.com/office/drawing/2014/main" id="{251EF59E-16AF-4781-8288-EC19B9762CA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0540" y="-11151"/>
            <a:ext cx="6784876" cy="5685522"/>
          </a:xfrm>
          <a:custGeom>
            <a:avLst/>
            <a:gdLst>
              <a:gd name="connsiteX0" fmla="*/ 0 w 7654699"/>
              <a:gd name="connsiteY0" fmla="*/ 0 h 5678805"/>
              <a:gd name="connsiteX1" fmla="*/ 7654699 w 7654699"/>
              <a:gd name="connsiteY1" fmla="*/ 0 h 5678805"/>
              <a:gd name="connsiteX2" fmla="*/ 7654699 w 7654699"/>
              <a:gd name="connsiteY2" fmla="*/ 0 h 5678805"/>
              <a:gd name="connsiteX3" fmla="*/ 7654699 w 7654699"/>
              <a:gd name="connsiteY3" fmla="*/ 4808982 h 5678805"/>
              <a:gd name="connsiteX4" fmla="*/ 6784876 w 7654699"/>
              <a:gd name="connsiteY4" fmla="*/ 5678805 h 5678805"/>
              <a:gd name="connsiteX5" fmla="*/ 869823 w 7654699"/>
              <a:gd name="connsiteY5" fmla="*/ 5678805 h 5678805"/>
              <a:gd name="connsiteX6" fmla="*/ 0 w 7654699"/>
              <a:gd name="connsiteY6" fmla="*/ 4808982 h 5678805"/>
              <a:gd name="connsiteX7" fmla="*/ 0 w 7654699"/>
              <a:gd name="connsiteY7" fmla="*/ 0 h 5678805"/>
              <a:gd name="connsiteX8" fmla="*/ 0 w 7654699"/>
              <a:gd name="connsiteY8" fmla="*/ 0 h 5678805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9" fmla="*/ 0 w 7654699"/>
              <a:gd name="connsiteY9" fmla="*/ 6717 h 5685522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0" fmla="*/ 0 w 7654699"/>
              <a:gd name="connsiteY0" fmla="*/ 4815699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0" fmla="*/ 776254 w 7561130"/>
              <a:gd name="connsiteY0" fmla="*/ 5685522 h 5685522"/>
              <a:gd name="connsiteX1" fmla="*/ 807946 w 7561130"/>
              <a:gd name="connsiteY1" fmla="*/ 0 h 5685522"/>
              <a:gd name="connsiteX2" fmla="*/ 7561130 w 7561130"/>
              <a:gd name="connsiteY2" fmla="*/ 6717 h 5685522"/>
              <a:gd name="connsiteX3" fmla="*/ 7561130 w 7561130"/>
              <a:gd name="connsiteY3" fmla="*/ 6717 h 5685522"/>
              <a:gd name="connsiteX4" fmla="*/ 7561130 w 7561130"/>
              <a:gd name="connsiteY4" fmla="*/ 4815699 h 5685522"/>
              <a:gd name="connsiteX5" fmla="*/ 6691307 w 7561130"/>
              <a:gd name="connsiteY5" fmla="*/ 5685522 h 5685522"/>
              <a:gd name="connsiteX6" fmla="*/ 776254 w 7561130"/>
              <a:gd name="connsiteY6" fmla="*/ 5685522 h 5685522"/>
              <a:gd name="connsiteX0" fmla="*/ 0 w 6784876"/>
              <a:gd name="connsiteY0" fmla="*/ 5685522 h 5685522"/>
              <a:gd name="connsiteX1" fmla="*/ 31692 w 6784876"/>
              <a:gd name="connsiteY1" fmla="*/ 0 h 5685522"/>
              <a:gd name="connsiteX2" fmla="*/ 6784876 w 6784876"/>
              <a:gd name="connsiteY2" fmla="*/ 6717 h 5685522"/>
              <a:gd name="connsiteX3" fmla="*/ 6784876 w 6784876"/>
              <a:gd name="connsiteY3" fmla="*/ 6717 h 5685522"/>
              <a:gd name="connsiteX4" fmla="*/ 6784876 w 6784876"/>
              <a:gd name="connsiteY4" fmla="*/ 4815699 h 5685522"/>
              <a:gd name="connsiteX5" fmla="*/ 5915053 w 6784876"/>
              <a:gd name="connsiteY5" fmla="*/ 5685522 h 5685522"/>
              <a:gd name="connsiteX6" fmla="*/ 0 w 6784876"/>
              <a:gd name="connsiteY6" fmla="*/ 5685522 h 5685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84876" h="5685522">
                <a:moveTo>
                  <a:pt x="0" y="5685522"/>
                </a:moveTo>
                <a:lnTo>
                  <a:pt x="31692" y="0"/>
                </a:lnTo>
                <a:lnTo>
                  <a:pt x="6784876" y="6717"/>
                </a:lnTo>
                <a:lnTo>
                  <a:pt x="6784876" y="6717"/>
                </a:lnTo>
                <a:lnTo>
                  <a:pt x="6784876" y="4815699"/>
                </a:lnTo>
                <a:cubicBezTo>
                  <a:pt x="6784876" y="5296089"/>
                  <a:pt x="6395443" y="5685522"/>
                  <a:pt x="5915053" y="5685522"/>
                </a:cubicBezTo>
                <a:lnTo>
                  <a:pt x="0" y="5685522"/>
                </a:lnTo>
                <a:close/>
              </a:path>
            </a:pathLst>
          </a:custGeom>
          <a:solidFill>
            <a:schemeClr val="accent3"/>
          </a:solidFill>
          <a:effectLst>
            <a:outerShdw blurRad="635000" dist="825500" dir="21540000" algn="l" rotWithShape="0">
              <a:prstClr val="black">
                <a:alpha val="20000"/>
              </a:prstClr>
            </a:outerShdw>
          </a:effectLst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32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43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Team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  <a:p>
            <a:endParaRPr lang="en-US" dirty="0"/>
          </a:p>
        </p:txBody>
      </p:sp>
      <p:sp>
        <p:nvSpPr>
          <p:cNvPr id="363" name="Picture Placeholder 13">
            <a:extLst>
              <a:ext uri="{FF2B5EF4-FFF2-40B4-BE49-F238E27FC236}">
                <a16:creationId xmlns:a16="http://schemas.microsoft.com/office/drawing/2014/main" id="{AF7BEAA2-6D2C-4224-A195-391044C69E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86125" y="2297680"/>
            <a:ext cx="1728788" cy="172878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5" name="Picture Placeholder 13">
            <a:extLst>
              <a:ext uri="{FF2B5EF4-FFF2-40B4-BE49-F238E27FC236}">
                <a16:creationId xmlns:a16="http://schemas.microsoft.com/office/drawing/2014/main" id="{23BFF80F-B426-466E-B0BF-CF7C190E49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12310" y="1412776"/>
            <a:ext cx="1681778" cy="168177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6" name="Picture Placeholder 13">
            <a:extLst>
              <a:ext uri="{FF2B5EF4-FFF2-40B4-BE49-F238E27FC236}">
                <a16:creationId xmlns:a16="http://schemas.microsoft.com/office/drawing/2014/main" id="{41BD29D0-2556-4715-91D8-E02770D6F8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22663" y="3342563"/>
            <a:ext cx="1302826" cy="13028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7" name="Picture Placeholder 13">
            <a:extLst>
              <a:ext uri="{FF2B5EF4-FFF2-40B4-BE49-F238E27FC236}">
                <a16:creationId xmlns:a16="http://schemas.microsoft.com/office/drawing/2014/main" id="{4B3928D8-3106-4129-84DA-31AD6A29256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03405" y="3537009"/>
            <a:ext cx="2012950" cy="201294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80" name="Title 1">
            <a:extLst>
              <a:ext uri="{FF2B5EF4-FFF2-40B4-BE49-F238E27FC236}">
                <a16:creationId xmlns:a16="http://schemas.microsoft.com/office/drawing/2014/main" id="{FEE9D826-2462-4D57-A5DD-57BFA6D5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</p:spPr>
        <p:txBody>
          <a:bodyPr>
            <a:no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92498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ktop Mocku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81" name="Freeform: Shape 380">
            <a:extLst>
              <a:ext uri="{FF2B5EF4-FFF2-40B4-BE49-F238E27FC236}">
                <a16:creationId xmlns:a16="http://schemas.microsoft.com/office/drawing/2014/main" id="{AE984D29-61FE-4C99-9687-A51CC7822CA6}"/>
              </a:ext>
            </a:extLst>
          </p:cNvPr>
          <p:cNvSpPr/>
          <p:nvPr userDrawn="1"/>
        </p:nvSpPr>
        <p:spPr>
          <a:xfrm>
            <a:off x="5662364" y="1569860"/>
            <a:ext cx="6526461" cy="5288141"/>
          </a:xfrm>
          <a:custGeom>
            <a:avLst/>
            <a:gdLst>
              <a:gd name="connsiteX0" fmla="*/ 393743 w 6526461"/>
              <a:gd name="connsiteY0" fmla="*/ 0 h 5288141"/>
              <a:gd name="connsiteX1" fmla="*/ 6526461 w 6526461"/>
              <a:gd name="connsiteY1" fmla="*/ 0 h 5288141"/>
              <a:gd name="connsiteX2" fmla="*/ 6526461 w 6526461"/>
              <a:gd name="connsiteY2" fmla="*/ 5288141 h 5288141"/>
              <a:gd name="connsiteX3" fmla="*/ 0 w 6526461"/>
              <a:gd name="connsiteY3" fmla="*/ 5288141 h 5288141"/>
              <a:gd name="connsiteX4" fmla="*/ 0 w 6526461"/>
              <a:gd name="connsiteY4" fmla="*/ 393743 h 5288141"/>
              <a:gd name="connsiteX5" fmla="*/ 393743 w 6526461"/>
              <a:gd name="connsiteY5" fmla="*/ 0 h 5288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26461" h="5288141">
                <a:moveTo>
                  <a:pt x="393743" y="0"/>
                </a:moveTo>
                <a:lnTo>
                  <a:pt x="6526461" y="0"/>
                </a:lnTo>
                <a:lnTo>
                  <a:pt x="6526461" y="5288141"/>
                </a:lnTo>
                <a:lnTo>
                  <a:pt x="0" y="5288141"/>
                </a:lnTo>
                <a:lnTo>
                  <a:pt x="0" y="393743"/>
                </a:lnTo>
                <a:cubicBezTo>
                  <a:pt x="0" y="176285"/>
                  <a:pt x="176285" y="0"/>
                  <a:pt x="39374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2" name="Picture Placeholder 381">
            <a:extLst>
              <a:ext uri="{FF2B5EF4-FFF2-40B4-BE49-F238E27FC236}">
                <a16:creationId xmlns:a16="http://schemas.microsoft.com/office/drawing/2014/main" id="{8F59953D-8D34-4876-B098-4D1DAD1918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6549" y="2111829"/>
            <a:ext cx="5922276" cy="4746172"/>
          </a:xfrm>
          <a:custGeom>
            <a:avLst/>
            <a:gdLst>
              <a:gd name="connsiteX0" fmla="*/ 0 w 5922276"/>
              <a:gd name="connsiteY0" fmla="*/ 0 h 4746172"/>
              <a:gd name="connsiteX1" fmla="*/ 5922276 w 5922276"/>
              <a:gd name="connsiteY1" fmla="*/ 0 h 4746172"/>
              <a:gd name="connsiteX2" fmla="*/ 5922276 w 5922276"/>
              <a:gd name="connsiteY2" fmla="*/ 4746172 h 4746172"/>
              <a:gd name="connsiteX3" fmla="*/ 0 w 5922276"/>
              <a:gd name="connsiteY3" fmla="*/ 4746172 h 4746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2276" h="4746172">
                <a:moveTo>
                  <a:pt x="0" y="0"/>
                </a:moveTo>
                <a:lnTo>
                  <a:pt x="5922276" y="0"/>
                </a:lnTo>
                <a:lnTo>
                  <a:pt x="5922276" y="4746172"/>
                </a:lnTo>
                <a:lnTo>
                  <a:pt x="0" y="4746172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36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</p:spTree>
    <p:extLst>
      <p:ext uri="{BB962C8B-B14F-4D97-AF65-F5344CB8AC3E}">
        <p14:creationId xmlns:p14="http://schemas.microsoft.com/office/powerpoint/2010/main" val="1042361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4" name="Rectangle 5">
            <a:extLst>
              <a:ext uri="{FF2B5EF4-FFF2-40B4-BE49-F238E27FC236}">
                <a16:creationId xmlns:a16="http://schemas.microsoft.com/office/drawing/2014/main" id="{1D5D3984-7DC7-4194-AD39-51045112A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5" name="Rectangle 6">
            <a:extLst>
              <a:ext uri="{FF2B5EF4-FFF2-40B4-BE49-F238E27FC236}">
                <a16:creationId xmlns:a16="http://schemas.microsoft.com/office/drawing/2014/main" id="{C4A1AA13-BC36-4E79-B4E8-CBD99F7B0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6" name="Rectangle 7">
            <a:extLst>
              <a:ext uri="{FF2B5EF4-FFF2-40B4-BE49-F238E27FC236}">
                <a16:creationId xmlns:a16="http://schemas.microsoft.com/office/drawing/2014/main" id="{064FA383-421A-4408-B960-0EEA4EA6D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7" name="Rectangle 8">
            <a:extLst>
              <a:ext uri="{FF2B5EF4-FFF2-40B4-BE49-F238E27FC236}">
                <a16:creationId xmlns:a16="http://schemas.microsoft.com/office/drawing/2014/main" id="{A749CDFB-EE99-4334-8923-0D518C5B2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8" name="Rectangle 9">
            <a:extLst>
              <a:ext uri="{FF2B5EF4-FFF2-40B4-BE49-F238E27FC236}">
                <a16:creationId xmlns:a16="http://schemas.microsoft.com/office/drawing/2014/main" id="{6E9A5901-7AB9-4355-8A8C-EDEDF74E0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9" name="Rectangle 10">
            <a:extLst>
              <a:ext uri="{FF2B5EF4-FFF2-40B4-BE49-F238E27FC236}">
                <a16:creationId xmlns:a16="http://schemas.microsoft.com/office/drawing/2014/main" id="{719A89F7-F1DD-434B-B30D-4B32BEFEB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0" name="Rectangle 11">
            <a:extLst>
              <a:ext uri="{FF2B5EF4-FFF2-40B4-BE49-F238E27FC236}">
                <a16:creationId xmlns:a16="http://schemas.microsoft.com/office/drawing/2014/main" id="{E2F34566-8F29-46BF-862B-492CFB9F0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1" name="Rectangle 12">
            <a:extLst>
              <a:ext uri="{FF2B5EF4-FFF2-40B4-BE49-F238E27FC236}">
                <a16:creationId xmlns:a16="http://schemas.microsoft.com/office/drawing/2014/main" id="{13B17D5B-B8E7-479A-9557-1DE1F3355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2" name="Rectangle 13">
            <a:extLst>
              <a:ext uri="{FF2B5EF4-FFF2-40B4-BE49-F238E27FC236}">
                <a16:creationId xmlns:a16="http://schemas.microsoft.com/office/drawing/2014/main" id="{648B9A6E-E46B-4E77-8AFC-175F26F71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3" name="Rectangle 14">
            <a:extLst>
              <a:ext uri="{FF2B5EF4-FFF2-40B4-BE49-F238E27FC236}">
                <a16:creationId xmlns:a16="http://schemas.microsoft.com/office/drawing/2014/main" id="{66ED677A-B450-444C-8C05-6164CEFBB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4" name="Rectangle 15">
            <a:extLst>
              <a:ext uri="{FF2B5EF4-FFF2-40B4-BE49-F238E27FC236}">
                <a16:creationId xmlns:a16="http://schemas.microsoft.com/office/drawing/2014/main" id="{6B37F876-20AD-4B0B-B794-D98057E31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5" name="Rectangle 16">
            <a:extLst>
              <a:ext uri="{FF2B5EF4-FFF2-40B4-BE49-F238E27FC236}">
                <a16:creationId xmlns:a16="http://schemas.microsoft.com/office/drawing/2014/main" id="{9EED317B-A291-4834-AF57-5CB5972CF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6" name="Rectangle 17">
            <a:extLst>
              <a:ext uri="{FF2B5EF4-FFF2-40B4-BE49-F238E27FC236}">
                <a16:creationId xmlns:a16="http://schemas.microsoft.com/office/drawing/2014/main" id="{6F10DAB5-CF53-4900-8A89-3398C2031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7" name="Rectangle 18">
            <a:extLst>
              <a:ext uri="{FF2B5EF4-FFF2-40B4-BE49-F238E27FC236}">
                <a16:creationId xmlns:a16="http://schemas.microsoft.com/office/drawing/2014/main" id="{F5888EEF-E323-44C5-9096-B1D8A26B3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8" name="Rectangle 19">
            <a:extLst>
              <a:ext uri="{FF2B5EF4-FFF2-40B4-BE49-F238E27FC236}">
                <a16:creationId xmlns:a16="http://schemas.microsoft.com/office/drawing/2014/main" id="{9825D3DA-CFCD-4B62-AA3E-6B6A3F6A4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9" name="Rectangle 20">
            <a:extLst>
              <a:ext uri="{FF2B5EF4-FFF2-40B4-BE49-F238E27FC236}">
                <a16:creationId xmlns:a16="http://schemas.microsoft.com/office/drawing/2014/main" id="{485F1DFD-B6E0-4E81-9E5D-A16F629BF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0" name="Rectangle 21">
            <a:extLst>
              <a:ext uri="{FF2B5EF4-FFF2-40B4-BE49-F238E27FC236}">
                <a16:creationId xmlns:a16="http://schemas.microsoft.com/office/drawing/2014/main" id="{22C892AF-FE66-492B-8360-9F3902E2D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1" name="Rectangle 22">
            <a:extLst>
              <a:ext uri="{FF2B5EF4-FFF2-40B4-BE49-F238E27FC236}">
                <a16:creationId xmlns:a16="http://schemas.microsoft.com/office/drawing/2014/main" id="{BF8787BC-8DED-4E08-BA9C-0F363C018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2" name="Rectangle 23">
            <a:extLst>
              <a:ext uri="{FF2B5EF4-FFF2-40B4-BE49-F238E27FC236}">
                <a16:creationId xmlns:a16="http://schemas.microsoft.com/office/drawing/2014/main" id="{ECC6E2E7-5D4C-494A-9957-C74873D73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3" name="Rectangle 24">
            <a:extLst>
              <a:ext uri="{FF2B5EF4-FFF2-40B4-BE49-F238E27FC236}">
                <a16:creationId xmlns:a16="http://schemas.microsoft.com/office/drawing/2014/main" id="{619B2CB8-4BD4-49C4-99C7-1EDC4DE98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4" name="Rectangle 25">
            <a:extLst>
              <a:ext uri="{FF2B5EF4-FFF2-40B4-BE49-F238E27FC236}">
                <a16:creationId xmlns:a16="http://schemas.microsoft.com/office/drawing/2014/main" id="{2BD052E5-B9B7-4DDC-921A-0BA5DC53A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5" name="Rectangle 26">
            <a:extLst>
              <a:ext uri="{FF2B5EF4-FFF2-40B4-BE49-F238E27FC236}">
                <a16:creationId xmlns:a16="http://schemas.microsoft.com/office/drawing/2014/main" id="{854CCDB5-6DB3-4877-AAD4-2D60BD904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6" name="Rectangle 27">
            <a:extLst>
              <a:ext uri="{FF2B5EF4-FFF2-40B4-BE49-F238E27FC236}">
                <a16:creationId xmlns:a16="http://schemas.microsoft.com/office/drawing/2014/main" id="{E3701413-7CE4-4A3C-88EA-C6C0B42E4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7" name="Rectangle 28">
            <a:extLst>
              <a:ext uri="{FF2B5EF4-FFF2-40B4-BE49-F238E27FC236}">
                <a16:creationId xmlns:a16="http://schemas.microsoft.com/office/drawing/2014/main" id="{BA36D018-6320-417B-8F9E-55683DDC9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8" name="Rectangle 29">
            <a:extLst>
              <a:ext uri="{FF2B5EF4-FFF2-40B4-BE49-F238E27FC236}">
                <a16:creationId xmlns:a16="http://schemas.microsoft.com/office/drawing/2014/main" id="{2B1F5663-A83E-4D95-BDF4-EBB44F3CC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9" name="Rectangle 30">
            <a:extLst>
              <a:ext uri="{FF2B5EF4-FFF2-40B4-BE49-F238E27FC236}">
                <a16:creationId xmlns:a16="http://schemas.microsoft.com/office/drawing/2014/main" id="{462D901F-2505-492E-B20E-7B4077FF6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0" name="Rectangle 32">
            <a:extLst>
              <a:ext uri="{FF2B5EF4-FFF2-40B4-BE49-F238E27FC236}">
                <a16:creationId xmlns:a16="http://schemas.microsoft.com/office/drawing/2014/main" id="{FDEA931C-C5A4-4A39-893A-F9D600DAA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4963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1" name="Rectangle 33">
            <a:extLst>
              <a:ext uri="{FF2B5EF4-FFF2-40B4-BE49-F238E27FC236}">
                <a16:creationId xmlns:a16="http://schemas.microsoft.com/office/drawing/2014/main" id="{53FAB04F-C814-4903-887C-6B8749BF4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2" name="Rectangle 34">
            <a:extLst>
              <a:ext uri="{FF2B5EF4-FFF2-40B4-BE49-F238E27FC236}">
                <a16:creationId xmlns:a16="http://schemas.microsoft.com/office/drawing/2014/main" id="{E80BB6CA-5007-43DC-9106-9AC1FD8F5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3" name="Rectangle 35">
            <a:extLst>
              <a:ext uri="{FF2B5EF4-FFF2-40B4-BE49-F238E27FC236}">
                <a16:creationId xmlns:a16="http://schemas.microsoft.com/office/drawing/2014/main" id="{3E18C2F1-101D-4393-9918-DE77B3379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4" name="Rectangle 36">
            <a:extLst>
              <a:ext uri="{FF2B5EF4-FFF2-40B4-BE49-F238E27FC236}">
                <a16:creationId xmlns:a16="http://schemas.microsoft.com/office/drawing/2014/main" id="{2EA02F2D-5F5D-4284-953F-D92F8BA89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5" name="Rectangle 37">
            <a:extLst>
              <a:ext uri="{FF2B5EF4-FFF2-40B4-BE49-F238E27FC236}">
                <a16:creationId xmlns:a16="http://schemas.microsoft.com/office/drawing/2014/main" id="{B5280DAC-9E73-48E4-A0C0-043ACF981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6" name="Rectangle 38">
            <a:extLst>
              <a:ext uri="{FF2B5EF4-FFF2-40B4-BE49-F238E27FC236}">
                <a16:creationId xmlns:a16="http://schemas.microsoft.com/office/drawing/2014/main" id="{60B1EDB9-9DC9-475A-BEBF-49644F4E1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7" name="Rectangle 39">
            <a:extLst>
              <a:ext uri="{FF2B5EF4-FFF2-40B4-BE49-F238E27FC236}">
                <a16:creationId xmlns:a16="http://schemas.microsoft.com/office/drawing/2014/main" id="{820A7A5C-FCE4-4A98-ABAF-F0127EC77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8" name="Rectangle 40">
            <a:extLst>
              <a:ext uri="{FF2B5EF4-FFF2-40B4-BE49-F238E27FC236}">
                <a16:creationId xmlns:a16="http://schemas.microsoft.com/office/drawing/2014/main" id="{7A431B81-7C7C-42A1-8E97-0E59A743E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9" name="Rectangle 41">
            <a:extLst>
              <a:ext uri="{FF2B5EF4-FFF2-40B4-BE49-F238E27FC236}">
                <a16:creationId xmlns:a16="http://schemas.microsoft.com/office/drawing/2014/main" id="{F7C18536-4714-447C-B2CD-5CCE34FE6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0" name="Rectangle 42">
            <a:extLst>
              <a:ext uri="{FF2B5EF4-FFF2-40B4-BE49-F238E27FC236}">
                <a16:creationId xmlns:a16="http://schemas.microsoft.com/office/drawing/2014/main" id="{A5220EB9-CFCA-4E11-B625-CBA6910ED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1" name="Rectangle 43">
            <a:extLst>
              <a:ext uri="{FF2B5EF4-FFF2-40B4-BE49-F238E27FC236}">
                <a16:creationId xmlns:a16="http://schemas.microsoft.com/office/drawing/2014/main" id="{C9AB4232-42B9-4172-8F6B-0CCF9E84F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2" name="Rectangle 44">
            <a:extLst>
              <a:ext uri="{FF2B5EF4-FFF2-40B4-BE49-F238E27FC236}">
                <a16:creationId xmlns:a16="http://schemas.microsoft.com/office/drawing/2014/main" id="{77D0A2B3-F2AF-45C0-BC1A-629B0AF4C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3" name="Rectangle 45">
            <a:extLst>
              <a:ext uri="{FF2B5EF4-FFF2-40B4-BE49-F238E27FC236}">
                <a16:creationId xmlns:a16="http://schemas.microsoft.com/office/drawing/2014/main" id="{C2A2BCF5-ACB6-4194-9DE7-BE45865F0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4" name="Rectangle 46">
            <a:extLst>
              <a:ext uri="{FF2B5EF4-FFF2-40B4-BE49-F238E27FC236}">
                <a16:creationId xmlns:a16="http://schemas.microsoft.com/office/drawing/2014/main" id="{E5AE97FB-206B-4E16-BB3C-161246A67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5" name="Rectangle 47">
            <a:extLst>
              <a:ext uri="{FF2B5EF4-FFF2-40B4-BE49-F238E27FC236}">
                <a16:creationId xmlns:a16="http://schemas.microsoft.com/office/drawing/2014/main" id="{E2148554-6A62-41A8-B70A-3265589BB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6" name="Rectangle 48">
            <a:extLst>
              <a:ext uri="{FF2B5EF4-FFF2-40B4-BE49-F238E27FC236}">
                <a16:creationId xmlns:a16="http://schemas.microsoft.com/office/drawing/2014/main" id="{1F2DBB84-56F7-4574-B1C3-59A49824B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7" name="Rectangle 49">
            <a:extLst>
              <a:ext uri="{FF2B5EF4-FFF2-40B4-BE49-F238E27FC236}">
                <a16:creationId xmlns:a16="http://schemas.microsoft.com/office/drawing/2014/main" id="{3803743A-8621-4AD5-9BEE-D1FBC8D62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8" name="Rectangle 50">
            <a:extLst>
              <a:ext uri="{FF2B5EF4-FFF2-40B4-BE49-F238E27FC236}">
                <a16:creationId xmlns:a16="http://schemas.microsoft.com/office/drawing/2014/main" id="{2940D20D-CE5D-4F7F-87D5-4081213E1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9" name="Rectangle 51">
            <a:extLst>
              <a:ext uri="{FF2B5EF4-FFF2-40B4-BE49-F238E27FC236}">
                <a16:creationId xmlns:a16="http://schemas.microsoft.com/office/drawing/2014/main" id="{F24365F1-8EF6-4443-AB20-203041B14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0" name="Rectangle 52">
            <a:extLst>
              <a:ext uri="{FF2B5EF4-FFF2-40B4-BE49-F238E27FC236}">
                <a16:creationId xmlns:a16="http://schemas.microsoft.com/office/drawing/2014/main" id="{43BD6223-42F5-4EA4-BED3-40CDDED81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1" name="Rectangle 53">
            <a:extLst>
              <a:ext uri="{FF2B5EF4-FFF2-40B4-BE49-F238E27FC236}">
                <a16:creationId xmlns:a16="http://schemas.microsoft.com/office/drawing/2014/main" id="{C44C46DF-3231-4732-836F-60E5D9F31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2" name="Rectangle 54">
            <a:extLst>
              <a:ext uri="{FF2B5EF4-FFF2-40B4-BE49-F238E27FC236}">
                <a16:creationId xmlns:a16="http://schemas.microsoft.com/office/drawing/2014/main" id="{19478349-0B6B-45A3-A8D0-F9FFADAB4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3" name="Rectangle 55">
            <a:extLst>
              <a:ext uri="{FF2B5EF4-FFF2-40B4-BE49-F238E27FC236}">
                <a16:creationId xmlns:a16="http://schemas.microsoft.com/office/drawing/2014/main" id="{AECC5927-A5DD-4BD3-91EB-7B58FC036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4" name="Rectangle 56">
            <a:extLst>
              <a:ext uri="{FF2B5EF4-FFF2-40B4-BE49-F238E27FC236}">
                <a16:creationId xmlns:a16="http://schemas.microsoft.com/office/drawing/2014/main" id="{2592B56B-0EE5-44E3-8D4E-C331547A4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5" name="Rectangle 57">
            <a:extLst>
              <a:ext uri="{FF2B5EF4-FFF2-40B4-BE49-F238E27FC236}">
                <a16:creationId xmlns:a16="http://schemas.microsoft.com/office/drawing/2014/main" id="{E5B2E8AF-A971-4061-B059-E39A6A858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6" name="Rectangle 59">
            <a:extLst>
              <a:ext uri="{FF2B5EF4-FFF2-40B4-BE49-F238E27FC236}">
                <a16:creationId xmlns:a16="http://schemas.microsoft.com/office/drawing/2014/main" id="{63258960-6D1D-4D67-AFE7-6C7417FA7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42187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7" name="Rectangle 60">
            <a:extLst>
              <a:ext uri="{FF2B5EF4-FFF2-40B4-BE49-F238E27FC236}">
                <a16:creationId xmlns:a16="http://schemas.microsoft.com/office/drawing/2014/main" id="{CF3B53C2-CA07-4D06-8438-0D7F9828A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8" name="Rectangle 61">
            <a:extLst>
              <a:ext uri="{FF2B5EF4-FFF2-40B4-BE49-F238E27FC236}">
                <a16:creationId xmlns:a16="http://schemas.microsoft.com/office/drawing/2014/main" id="{D0868746-D1A0-47AC-9F34-0192B3B37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9" name="Rectangle 62">
            <a:extLst>
              <a:ext uri="{FF2B5EF4-FFF2-40B4-BE49-F238E27FC236}">
                <a16:creationId xmlns:a16="http://schemas.microsoft.com/office/drawing/2014/main" id="{009DD5A6-ADDF-48C9-BC16-9426AEC40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0" name="Rectangle 63">
            <a:extLst>
              <a:ext uri="{FF2B5EF4-FFF2-40B4-BE49-F238E27FC236}">
                <a16:creationId xmlns:a16="http://schemas.microsoft.com/office/drawing/2014/main" id="{2285F7C8-078E-440F-95B4-A367E03BE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1" name="Rectangle 64">
            <a:extLst>
              <a:ext uri="{FF2B5EF4-FFF2-40B4-BE49-F238E27FC236}">
                <a16:creationId xmlns:a16="http://schemas.microsoft.com/office/drawing/2014/main" id="{26CCF678-B825-4A9D-AF59-68723A333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2" name="Rectangle 65">
            <a:extLst>
              <a:ext uri="{FF2B5EF4-FFF2-40B4-BE49-F238E27FC236}">
                <a16:creationId xmlns:a16="http://schemas.microsoft.com/office/drawing/2014/main" id="{ECE3A29D-36C2-447D-BAC8-F721C873D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3" name="Rectangle 66">
            <a:extLst>
              <a:ext uri="{FF2B5EF4-FFF2-40B4-BE49-F238E27FC236}">
                <a16:creationId xmlns:a16="http://schemas.microsoft.com/office/drawing/2014/main" id="{3EAFBB34-6EA0-4152-8AD7-5299E7456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4" name="Rectangle 67">
            <a:extLst>
              <a:ext uri="{FF2B5EF4-FFF2-40B4-BE49-F238E27FC236}">
                <a16:creationId xmlns:a16="http://schemas.microsoft.com/office/drawing/2014/main" id="{2F86D70C-2640-4E78-9AC8-499F31B08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5" name="Rectangle 68">
            <a:extLst>
              <a:ext uri="{FF2B5EF4-FFF2-40B4-BE49-F238E27FC236}">
                <a16:creationId xmlns:a16="http://schemas.microsoft.com/office/drawing/2014/main" id="{A275C0EA-73CC-4699-B3C9-4A3708797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6" name="Rectangle 69">
            <a:extLst>
              <a:ext uri="{FF2B5EF4-FFF2-40B4-BE49-F238E27FC236}">
                <a16:creationId xmlns:a16="http://schemas.microsoft.com/office/drawing/2014/main" id="{F86BBF02-3C76-4314-A0E0-F7356FA34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7" name="Rectangle 70">
            <a:extLst>
              <a:ext uri="{FF2B5EF4-FFF2-40B4-BE49-F238E27FC236}">
                <a16:creationId xmlns:a16="http://schemas.microsoft.com/office/drawing/2014/main" id="{F2323DB0-CBBB-4827-9FCF-88B352492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8" name="Rectangle 71">
            <a:extLst>
              <a:ext uri="{FF2B5EF4-FFF2-40B4-BE49-F238E27FC236}">
                <a16:creationId xmlns:a16="http://schemas.microsoft.com/office/drawing/2014/main" id="{6C55D080-856F-44CE-A0EC-C7625E2A2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9" name="Rectangle 72">
            <a:extLst>
              <a:ext uri="{FF2B5EF4-FFF2-40B4-BE49-F238E27FC236}">
                <a16:creationId xmlns:a16="http://schemas.microsoft.com/office/drawing/2014/main" id="{8BF6FDB3-DFE2-48BE-8E96-9C26D4FD9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0" name="Rectangle 73">
            <a:extLst>
              <a:ext uri="{FF2B5EF4-FFF2-40B4-BE49-F238E27FC236}">
                <a16:creationId xmlns:a16="http://schemas.microsoft.com/office/drawing/2014/main" id="{D430B815-9711-421A-B4EE-DC1E51BD0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1" name="Rectangle 74">
            <a:extLst>
              <a:ext uri="{FF2B5EF4-FFF2-40B4-BE49-F238E27FC236}">
                <a16:creationId xmlns:a16="http://schemas.microsoft.com/office/drawing/2014/main" id="{B8A5CB15-B1A9-4CE5-AD04-579255B67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2" name="Rectangle 75">
            <a:extLst>
              <a:ext uri="{FF2B5EF4-FFF2-40B4-BE49-F238E27FC236}">
                <a16:creationId xmlns:a16="http://schemas.microsoft.com/office/drawing/2014/main" id="{6F6AC38A-D3A1-44B2-8398-DA1775028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3" name="Rectangle 76">
            <a:extLst>
              <a:ext uri="{FF2B5EF4-FFF2-40B4-BE49-F238E27FC236}">
                <a16:creationId xmlns:a16="http://schemas.microsoft.com/office/drawing/2014/main" id="{6A4C12CD-07BF-46EB-AC44-6B119866C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4" name="Rectangle 77">
            <a:extLst>
              <a:ext uri="{FF2B5EF4-FFF2-40B4-BE49-F238E27FC236}">
                <a16:creationId xmlns:a16="http://schemas.microsoft.com/office/drawing/2014/main" id="{5C4A1230-B968-451A-B024-8739FD0C1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5" name="Rectangle 78">
            <a:extLst>
              <a:ext uri="{FF2B5EF4-FFF2-40B4-BE49-F238E27FC236}">
                <a16:creationId xmlns:a16="http://schemas.microsoft.com/office/drawing/2014/main" id="{D75AC3CE-9734-481C-9D3F-2AF13116E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6" name="Rectangle 79">
            <a:extLst>
              <a:ext uri="{FF2B5EF4-FFF2-40B4-BE49-F238E27FC236}">
                <a16:creationId xmlns:a16="http://schemas.microsoft.com/office/drawing/2014/main" id="{69A12AE9-4D1E-4F86-ABCC-DC9AA3068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7" name="Rectangle 80">
            <a:extLst>
              <a:ext uri="{FF2B5EF4-FFF2-40B4-BE49-F238E27FC236}">
                <a16:creationId xmlns:a16="http://schemas.microsoft.com/office/drawing/2014/main" id="{30C6E2D2-A01B-4BF9-9EAF-4F62A9AF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8" name="Rectangle 81">
            <a:extLst>
              <a:ext uri="{FF2B5EF4-FFF2-40B4-BE49-F238E27FC236}">
                <a16:creationId xmlns:a16="http://schemas.microsoft.com/office/drawing/2014/main" id="{C9F10DE1-A75B-4DA6-AACE-23581D8E6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9" name="Rectangle 82">
            <a:extLst>
              <a:ext uri="{FF2B5EF4-FFF2-40B4-BE49-F238E27FC236}">
                <a16:creationId xmlns:a16="http://schemas.microsoft.com/office/drawing/2014/main" id="{0A775802-DD96-46A9-9F60-3C0D0736E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0" name="Rectangle 83">
            <a:extLst>
              <a:ext uri="{FF2B5EF4-FFF2-40B4-BE49-F238E27FC236}">
                <a16:creationId xmlns:a16="http://schemas.microsoft.com/office/drawing/2014/main" id="{D665EA6F-14AA-4648-AB60-F7117F986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1" name="Rectangle 84">
            <a:extLst>
              <a:ext uri="{FF2B5EF4-FFF2-40B4-BE49-F238E27FC236}">
                <a16:creationId xmlns:a16="http://schemas.microsoft.com/office/drawing/2014/main" id="{ACB843B8-638E-4047-9D91-8223083C0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2" name="Rectangle 86">
            <a:extLst>
              <a:ext uri="{FF2B5EF4-FFF2-40B4-BE49-F238E27FC236}">
                <a16:creationId xmlns:a16="http://schemas.microsoft.com/office/drawing/2014/main" id="{B7163B2C-02BA-42E9-BFC1-6A12FD59E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3" name="Rectangle 87">
            <a:extLst>
              <a:ext uri="{FF2B5EF4-FFF2-40B4-BE49-F238E27FC236}">
                <a16:creationId xmlns:a16="http://schemas.microsoft.com/office/drawing/2014/main" id="{0B2288ED-33E4-4DE9-A750-24B68416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4" name="Rectangle 88">
            <a:extLst>
              <a:ext uri="{FF2B5EF4-FFF2-40B4-BE49-F238E27FC236}">
                <a16:creationId xmlns:a16="http://schemas.microsoft.com/office/drawing/2014/main" id="{69096790-3EDA-447C-B893-B58EB2311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5" name="Rectangle 89">
            <a:extLst>
              <a:ext uri="{FF2B5EF4-FFF2-40B4-BE49-F238E27FC236}">
                <a16:creationId xmlns:a16="http://schemas.microsoft.com/office/drawing/2014/main" id="{CE854A02-0132-4C04-ADC5-9E062CF23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505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6" name="Rectangle 90">
            <a:extLst>
              <a:ext uri="{FF2B5EF4-FFF2-40B4-BE49-F238E27FC236}">
                <a16:creationId xmlns:a16="http://schemas.microsoft.com/office/drawing/2014/main" id="{E95D99AF-99D5-475B-AE63-90F7E8CC6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7" name="Rectangle 91">
            <a:extLst>
              <a:ext uri="{FF2B5EF4-FFF2-40B4-BE49-F238E27FC236}">
                <a16:creationId xmlns:a16="http://schemas.microsoft.com/office/drawing/2014/main" id="{A34BE509-D4BA-40A3-A4CD-3DF07B9E1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8" name="Rectangle 92">
            <a:extLst>
              <a:ext uri="{FF2B5EF4-FFF2-40B4-BE49-F238E27FC236}">
                <a16:creationId xmlns:a16="http://schemas.microsoft.com/office/drawing/2014/main" id="{A37FB970-0E25-4676-BC34-1A82728AF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9" name="Rectangle 105">
            <a:extLst>
              <a:ext uri="{FF2B5EF4-FFF2-40B4-BE49-F238E27FC236}">
                <a16:creationId xmlns:a16="http://schemas.microsoft.com/office/drawing/2014/main" id="{970F9FCF-AA68-4E8F-8EA5-AAC4C5810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0" name="Rectangle 106">
            <a:extLst>
              <a:ext uri="{FF2B5EF4-FFF2-40B4-BE49-F238E27FC236}">
                <a16:creationId xmlns:a16="http://schemas.microsoft.com/office/drawing/2014/main" id="{9D296959-779A-4776-ABF7-2FF2A73C8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1" name="Rectangle 107">
            <a:extLst>
              <a:ext uri="{FF2B5EF4-FFF2-40B4-BE49-F238E27FC236}">
                <a16:creationId xmlns:a16="http://schemas.microsoft.com/office/drawing/2014/main" id="{59855A4C-2548-423F-B57F-42922BC9B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2" name="Rectangle 108">
            <a:extLst>
              <a:ext uri="{FF2B5EF4-FFF2-40B4-BE49-F238E27FC236}">
                <a16:creationId xmlns:a16="http://schemas.microsoft.com/office/drawing/2014/main" id="{54509127-BDD5-48E1-BE65-947CAC6B0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3" name="Rectangle 109">
            <a:extLst>
              <a:ext uri="{FF2B5EF4-FFF2-40B4-BE49-F238E27FC236}">
                <a16:creationId xmlns:a16="http://schemas.microsoft.com/office/drawing/2014/main" id="{58C13B87-F971-4720-889B-EE6DE93E6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4" name="Rectangle 110">
            <a:extLst>
              <a:ext uri="{FF2B5EF4-FFF2-40B4-BE49-F238E27FC236}">
                <a16:creationId xmlns:a16="http://schemas.microsoft.com/office/drawing/2014/main" id="{681AD0E1-0BA7-4208-8DF7-EAB9E75AE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5" name="Rectangle 111">
            <a:extLst>
              <a:ext uri="{FF2B5EF4-FFF2-40B4-BE49-F238E27FC236}">
                <a16:creationId xmlns:a16="http://schemas.microsoft.com/office/drawing/2014/main" id="{FCBB3D30-B78E-44FC-8174-C95F9A164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6" name="Rectangle 113">
            <a:extLst>
              <a:ext uri="{FF2B5EF4-FFF2-40B4-BE49-F238E27FC236}">
                <a16:creationId xmlns:a16="http://schemas.microsoft.com/office/drawing/2014/main" id="{699FABD8-D290-42AB-87FC-C9A58ADC7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7" name="Rectangle 114">
            <a:extLst>
              <a:ext uri="{FF2B5EF4-FFF2-40B4-BE49-F238E27FC236}">
                <a16:creationId xmlns:a16="http://schemas.microsoft.com/office/drawing/2014/main" id="{0B4D148D-F129-4DB7-88C2-471CB37E2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8" name="Rectangle 115">
            <a:extLst>
              <a:ext uri="{FF2B5EF4-FFF2-40B4-BE49-F238E27FC236}">
                <a16:creationId xmlns:a16="http://schemas.microsoft.com/office/drawing/2014/main" id="{6DF2FDEE-C085-4999-B8E9-1B5D1D8FD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897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9" name="Rectangle 116">
            <a:extLst>
              <a:ext uri="{FF2B5EF4-FFF2-40B4-BE49-F238E27FC236}">
                <a16:creationId xmlns:a16="http://schemas.microsoft.com/office/drawing/2014/main" id="{2F001154-22EC-4762-9895-75CD714E3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0" name="Rectangle 117">
            <a:extLst>
              <a:ext uri="{FF2B5EF4-FFF2-40B4-BE49-F238E27FC236}">
                <a16:creationId xmlns:a16="http://schemas.microsoft.com/office/drawing/2014/main" id="{8CB1148A-8A8E-4217-B7AD-E1D5D2B0D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8971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1" name="Rectangle 118">
            <a:extLst>
              <a:ext uri="{FF2B5EF4-FFF2-40B4-BE49-F238E27FC236}">
                <a16:creationId xmlns:a16="http://schemas.microsoft.com/office/drawing/2014/main" id="{20FE1950-CE5A-4D2F-96A0-94186638C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2" name="Rectangle 119">
            <a:extLst>
              <a:ext uri="{FF2B5EF4-FFF2-40B4-BE49-F238E27FC236}">
                <a16:creationId xmlns:a16="http://schemas.microsoft.com/office/drawing/2014/main" id="{83A14354-B3F5-4073-AA5C-F099A82F6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3" name="Rectangle 132">
            <a:extLst>
              <a:ext uri="{FF2B5EF4-FFF2-40B4-BE49-F238E27FC236}">
                <a16:creationId xmlns:a16="http://schemas.microsoft.com/office/drawing/2014/main" id="{76AA0892-AC62-4F6F-833D-458C99E02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4" name="Rectangle 133">
            <a:extLst>
              <a:ext uri="{FF2B5EF4-FFF2-40B4-BE49-F238E27FC236}">
                <a16:creationId xmlns:a16="http://schemas.microsoft.com/office/drawing/2014/main" id="{A9C2DB91-40AA-4597-9B38-C5864CB8F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5" name="Rectangle 134">
            <a:extLst>
              <a:ext uri="{FF2B5EF4-FFF2-40B4-BE49-F238E27FC236}">
                <a16:creationId xmlns:a16="http://schemas.microsoft.com/office/drawing/2014/main" id="{4C7BF4BD-0F20-4B33-94A1-72CA3EDF2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6" name="Rectangle 135">
            <a:extLst>
              <a:ext uri="{FF2B5EF4-FFF2-40B4-BE49-F238E27FC236}">
                <a16:creationId xmlns:a16="http://schemas.microsoft.com/office/drawing/2014/main" id="{06A886E0-5EF6-4EF7-A054-B2E0B10BC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7" name="Rectangle 136">
            <a:extLst>
              <a:ext uri="{FF2B5EF4-FFF2-40B4-BE49-F238E27FC236}">
                <a16:creationId xmlns:a16="http://schemas.microsoft.com/office/drawing/2014/main" id="{15585719-9169-4D98-80F3-2CB8A58F3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8" name="Rectangle 137">
            <a:extLst>
              <a:ext uri="{FF2B5EF4-FFF2-40B4-BE49-F238E27FC236}">
                <a16:creationId xmlns:a16="http://schemas.microsoft.com/office/drawing/2014/main" id="{1528ECA1-B6B5-4F12-B518-F98298404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9" name="Rectangle 138">
            <a:extLst>
              <a:ext uri="{FF2B5EF4-FFF2-40B4-BE49-F238E27FC236}">
                <a16:creationId xmlns:a16="http://schemas.microsoft.com/office/drawing/2014/main" id="{A5E04FCD-9144-4125-B905-01BA90E87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0" name="Rectangle 140">
            <a:extLst>
              <a:ext uri="{FF2B5EF4-FFF2-40B4-BE49-F238E27FC236}">
                <a16:creationId xmlns:a16="http://schemas.microsoft.com/office/drawing/2014/main" id="{A3A97D31-5EE8-448D-8A5F-2BFCFB9E7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661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1" name="Rectangle 141">
            <a:extLst>
              <a:ext uri="{FF2B5EF4-FFF2-40B4-BE49-F238E27FC236}">
                <a16:creationId xmlns:a16="http://schemas.microsoft.com/office/drawing/2014/main" id="{D5A6A0D9-0DCB-4C02-B821-ECBB42E71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661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2" name="Rectangle 142">
            <a:extLst>
              <a:ext uri="{FF2B5EF4-FFF2-40B4-BE49-F238E27FC236}">
                <a16:creationId xmlns:a16="http://schemas.microsoft.com/office/drawing/2014/main" id="{E4CFE5B5-7797-4C7B-B3D9-787A3D923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3" name="Rectangle 143">
            <a:extLst>
              <a:ext uri="{FF2B5EF4-FFF2-40B4-BE49-F238E27FC236}">
                <a16:creationId xmlns:a16="http://schemas.microsoft.com/office/drawing/2014/main" id="{16868543-F08E-4EF2-A138-A5D60AD4C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4" name="Rectangle 144">
            <a:extLst>
              <a:ext uri="{FF2B5EF4-FFF2-40B4-BE49-F238E27FC236}">
                <a16:creationId xmlns:a16="http://schemas.microsoft.com/office/drawing/2014/main" id="{7AA615AC-F660-426D-A925-78A832B1F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5" name="Rectangle 145">
            <a:extLst>
              <a:ext uri="{FF2B5EF4-FFF2-40B4-BE49-F238E27FC236}">
                <a16:creationId xmlns:a16="http://schemas.microsoft.com/office/drawing/2014/main" id="{DA02DEE7-518D-4550-A98E-419A429F2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6" name="Rectangle 146">
            <a:extLst>
              <a:ext uri="{FF2B5EF4-FFF2-40B4-BE49-F238E27FC236}">
                <a16:creationId xmlns:a16="http://schemas.microsoft.com/office/drawing/2014/main" id="{CF13D66E-ABF4-4967-B8B3-F517D9B3C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7" name="Rectangle 159">
            <a:extLst>
              <a:ext uri="{FF2B5EF4-FFF2-40B4-BE49-F238E27FC236}">
                <a16:creationId xmlns:a16="http://schemas.microsoft.com/office/drawing/2014/main" id="{7B7E4AC4-5592-4DE6-AD9F-62E8E5E7C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8" name="Rectangle 160">
            <a:extLst>
              <a:ext uri="{FF2B5EF4-FFF2-40B4-BE49-F238E27FC236}">
                <a16:creationId xmlns:a16="http://schemas.microsoft.com/office/drawing/2014/main" id="{64C2F106-22BF-42DB-B523-838D7919E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9" name="Rectangle 161">
            <a:extLst>
              <a:ext uri="{FF2B5EF4-FFF2-40B4-BE49-F238E27FC236}">
                <a16:creationId xmlns:a16="http://schemas.microsoft.com/office/drawing/2014/main" id="{476760DC-3414-46D3-8ED3-E57574242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0" name="Rectangle 162">
            <a:extLst>
              <a:ext uri="{FF2B5EF4-FFF2-40B4-BE49-F238E27FC236}">
                <a16:creationId xmlns:a16="http://schemas.microsoft.com/office/drawing/2014/main" id="{35BC5B5E-6559-46F0-8351-DB26B2068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1" name="Rectangle 163">
            <a:extLst>
              <a:ext uri="{FF2B5EF4-FFF2-40B4-BE49-F238E27FC236}">
                <a16:creationId xmlns:a16="http://schemas.microsoft.com/office/drawing/2014/main" id="{524E5712-0FF8-47E1-B2AE-812F34F65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2" name="Rectangle 164">
            <a:extLst>
              <a:ext uri="{FF2B5EF4-FFF2-40B4-BE49-F238E27FC236}">
                <a16:creationId xmlns:a16="http://schemas.microsoft.com/office/drawing/2014/main" id="{617C8CE6-515E-494D-A867-E140F467B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3" name="Rectangle 165">
            <a:extLst>
              <a:ext uri="{FF2B5EF4-FFF2-40B4-BE49-F238E27FC236}">
                <a16:creationId xmlns:a16="http://schemas.microsoft.com/office/drawing/2014/main" id="{D8599EDD-A959-45FB-8FD2-64277464E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4" name="Rectangle 167">
            <a:extLst>
              <a:ext uri="{FF2B5EF4-FFF2-40B4-BE49-F238E27FC236}">
                <a16:creationId xmlns:a16="http://schemas.microsoft.com/office/drawing/2014/main" id="{0603D8C1-859C-43D4-B068-9EB9FBCE2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5" name="Rectangle 168">
            <a:extLst>
              <a:ext uri="{FF2B5EF4-FFF2-40B4-BE49-F238E27FC236}">
                <a16:creationId xmlns:a16="http://schemas.microsoft.com/office/drawing/2014/main" id="{B93977AF-46E4-45C2-8A01-209FA245E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6" name="Rectangle 169">
            <a:extLst>
              <a:ext uri="{FF2B5EF4-FFF2-40B4-BE49-F238E27FC236}">
                <a16:creationId xmlns:a16="http://schemas.microsoft.com/office/drawing/2014/main" id="{50A4256E-5C7A-4A2F-AB2B-C8EFA8529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7" name="Rectangle 170">
            <a:extLst>
              <a:ext uri="{FF2B5EF4-FFF2-40B4-BE49-F238E27FC236}">
                <a16:creationId xmlns:a16="http://schemas.microsoft.com/office/drawing/2014/main" id="{59DD1AC1-2925-4164-9326-E23F394AF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8" name="Rectangle 171">
            <a:extLst>
              <a:ext uri="{FF2B5EF4-FFF2-40B4-BE49-F238E27FC236}">
                <a16:creationId xmlns:a16="http://schemas.microsoft.com/office/drawing/2014/main" id="{D9BD2BBC-9899-4590-8E1D-9C58972E5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9" name="Rectangle 172">
            <a:extLst>
              <a:ext uri="{FF2B5EF4-FFF2-40B4-BE49-F238E27FC236}">
                <a16:creationId xmlns:a16="http://schemas.microsoft.com/office/drawing/2014/main" id="{A93CAC56-6630-4410-BA23-589CFEF93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0" name="Rectangle 173">
            <a:extLst>
              <a:ext uri="{FF2B5EF4-FFF2-40B4-BE49-F238E27FC236}">
                <a16:creationId xmlns:a16="http://schemas.microsoft.com/office/drawing/2014/main" id="{721D7B09-2669-42D7-A71A-2581A0113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1" name="Rectangle 186">
            <a:extLst>
              <a:ext uri="{FF2B5EF4-FFF2-40B4-BE49-F238E27FC236}">
                <a16:creationId xmlns:a16="http://schemas.microsoft.com/office/drawing/2014/main" id="{A024ED31-769A-4A0C-A18B-E09709B47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2" name="Rectangle 187">
            <a:extLst>
              <a:ext uri="{FF2B5EF4-FFF2-40B4-BE49-F238E27FC236}">
                <a16:creationId xmlns:a16="http://schemas.microsoft.com/office/drawing/2014/main" id="{5D25C9B2-51EB-439E-B42C-8439DBE38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3" name="Rectangle 188">
            <a:extLst>
              <a:ext uri="{FF2B5EF4-FFF2-40B4-BE49-F238E27FC236}">
                <a16:creationId xmlns:a16="http://schemas.microsoft.com/office/drawing/2014/main" id="{CB51A720-AF45-41F9-BAA4-2D2D9B1A8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4" name="Rectangle 189">
            <a:extLst>
              <a:ext uri="{FF2B5EF4-FFF2-40B4-BE49-F238E27FC236}">
                <a16:creationId xmlns:a16="http://schemas.microsoft.com/office/drawing/2014/main" id="{C79495A3-835C-4974-A319-4B7063E8D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5" name="Rectangle 190">
            <a:extLst>
              <a:ext uri="{FF2B5EF4-FFF2-40B4-BE49-F238E27FC236}">
                <a16:creationId xmlns:a16="http://schemas.microsoft.com/office/drawing/2014/main" id="{A635A506-51C2-4991-9EE9-6D4F58B2A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6" name="Rectangle 191">
            <a:extLst>
              <a:ext uri="{FF2B5EF4-FFF2-40B4-BE49-F238E27FC236}">
                <a16:creationId xmlns:a16="http://schemas.microsoft.com/office/drawing/2014/main" id="{08D7A92B-AB5F-4B0A-887C-7D9EBE4B1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7" name="Rectangle 192">
            <a:extLst>
              <a:ext uri="{FF2B5EF4-FFF2-40B4-BE49-F238E27FC236}">
                <a16:creationId xmlns:a16="http://schemas.microsoft.com/office/drawing/2014/main" id="{35958760-CFAF-4281-9A3D-2676F1188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745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8" name="Rectangle 194">
            <a:extLst>
              <a:ext uri="{FF2B5EF4-FFF2-40B4-BE49-F238E27FC236}">
                <a16:creationId xmlns:a16="http://schemas.microsoft.com/office/drawing/2014/main" id="{92029F51-881A-43F7-9AA5-93A2ED11C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9" name="Rectangle 195">
            <a:extLst>
              <a:ext uri="{FF2B5EF4-FFF2-40B4-BE49-F238E27FC236}">
                <a16:creationId xmlns:a16="http://schemas.microsoft.com/office/drawing/2014/main" id="{42A3ED3D-6F9D-4F03-B4CA-936ED0F20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829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0" name="Rectangle 196">
            <a:extLst>
              <a:ext uri="{FF2B5EF4-FFF2-40B4-BE49-F238E27FC236}">
                <a16:creationId xmlns:a16="http://schemas.microsoft.com/office/drawing/2014/main" id="{AC2A2B9C-988E-4A8C-8FAE-5034533F2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1" name="Rectangle 197">
            <a:extLst>
              <a:ext uri="{FF2B5EF4-FFF2-40B4-BE49-F238E27FC236}">
                <a16:creationId xmlns:a16="http://schemas.microsoft.com/office/drawing/2014/main" id="{E2C4B438-1F77-4FA1-8C82-F295DAA97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2" name="Rectangle 198">
            <a:extLst>
              <a:ext uri="{FF2B5EF4-FFF2-40B4-BE49-F238E27FC236}">
                <a16:creationId xmlns:a16="http://schemas.microsoft.com/office/drawing/2014/main" id="{79DC185F-3902-41A7-806F-A84ACBB11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3" name="Rectangle 199">
            <a:extLst>
              <a:ext uri="{FF2B5EF4-FFF2-40B4-BE49-F238E27FC236}">
                <a16:creationId xmlns:a16="http://schemas.microsoft.com/office/drawing/2014/main" id="{C6E21298-E9AA-4E0A-BD16-901A320D5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4" name="Rectangle 200">
            <a:extLst>
              <a:ext uri="{FF2B5EF4-FFF2-40B4-BE49-F238E27FC236}">
                <a16:creationId xmlns:a16="http://schemas.microsoft.com/office/drawing/2014/main" id="{71546F84-807D-4F8E-A64C-9BFECFED6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5" name="Rectangle 214">
            <a:extLst>
              <a:ext uri="{FF2B5EF4-FFF2-40B4-BE49-F238E27FC236}">
                <a16:creationId xmlns:a16="http://schemas.microsoft.com/office/drawing/2014/main" id="{CFB4EA3C-FFA6-432E-9174-8C7700EBF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6" name="Rectangle 215">
            <a:extLst>
              <a:ext uri="{FF2B5EF4-FFF2-40B4-BE49-F238E27FC236}">
                <a16:creationId xmlns:a16="http://schemas.microsoft.com/office/drawing/2014/main" id="{F8864E38-6F87-4A94-998C-DA1B4D050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7" name="Rectangle 216">
            <a:extLst>
              <a:ext uri="{FF2B5EF4-FFF2-40B4-BE49-F238E27FC236}">
                <a16:creationId xmlns:a16="http://schemas.microsoft.com/office/drawing/2014/main" id="{CE27A9F8-9958-4033-AB44-66F20B12E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8" name="Rectangle 217">
            <a:extLst>
              <a:ext uri="{FF2B5EF4-FFF2-40B4-BE49-F238E27FC236}">
                <a16:creationId xmlns:a16="http://schemas.microsoft.com/office/drawing/2014/main" id="{4B9DD88C-AAF5-42E9-B1D0-E407BBE25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9" name="Rectangle 218">
            <a:extLst>
              <a:ext uri="{FF2B5EF4-FFF2-40B4-BE49-F238E27FC236}">
                <a16:creationId xmlns:a16="http://schemas.microsoft.com/office/drawing/2014/main" id="{19811468-3F50-46A5-9FCC-E142EB047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0" name="Rectangle 219">
            <a:extLst>
              <a:ext uri="{FF2B5EF4-FFF2-40B4-BE49-F238E27FC236}">
                <a16:creationId xmlns:a16="http://schemas.microsoft.com/office/drawing/2014/main" id="{8B7D78B3-2097-4A23-9C3F-1125A2912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829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1" name="Rectangle 220">
            <a:extLst>
              <a:ext uri="{FF2B5EF4-FFF2-40B4-BE49-F238E27FC236}">
                <a16:creationId xmlns:a16="http://schemas.microsoft.com/office/drawing/2014/main" id="{DBB4AA29-F514-41F3-B6B4-9610813E1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2" name="Rectangle 222">
            <a:extLst>
              <a:ext uri="{FF2B5EF4-FFF2-40B4-BE49-F238E27FC236}">
                <a16:creationId xmlns:a16="http://schemas.microsoft.com/office/drawing/2014/main" id="{287D0D65-4B00-4631-B5FC-94D7E43E8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3" name="Rectangle 223">
            <a:extLst>
              <a:ext uri="{FF2B5EF4-FFF2-40B4-BE49-F238E27FC236}">
                <a16:creationId xmlns:a16="http://schemas.microsoft.com/office/drawing/2014/main" id="{FBB8768D-6FD5-4CB0-A06E-CF3727089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4" name="Rectangle 224">
            <a:extLst>
              <a:ext uri="{FF2B5EF4-FFF2-40B4-BE49-F238E27FC236}">
                <a16:creationId xmlns:a16="http://schemas.microsoft.com/office/drawing/2014/main" id="{281CA9FD-C68E-46EE-A725-A9F8AA1B8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5" name="Rectangle 225">
            <a:extLst>
              <a:ext uri="{FF2B5EF4-FFF2-40B4-BE49-F238E27FC236}">
                <a16:creationId xmlns:a16="http://schemas.microsoft.com/office/drawing/2014/main" id="{2C929F36-95D0-44EF-A29A-4917FCAA9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6" name="Rectangle 226">
            <a:extLst>
              <a:ext uri="{FF2B5EF4-FFF2-40B4-BE49-F238E27FC236}">
                <a16:creationId xmlns:a16="http://schemas.microsoft.com/office/drawing/2014/main" id="{358BC528-6DA1-42F6-96D0-4B4BA226A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7" name="Rectangle 227">
            <a:extLst>
              <a:ext uri="{FF2B5EF4-FFF2-40B4-BE49-F238E27FC236}">
                <a16:creationId xmlns:a16="http://schemas.microsoft.com/office/drawing/2014/main" id="{70AA7180-339A-4FFD-AF13-4DDD53BCB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8" name="Rectangle 228">
            <a:extLst>
              <a:ext uri="{FF2B5EF4-FFF2-40B4-BE49-F238E27FC236}">
                <a16:creationId xmlns:a16="http://schemas.microsoft.com/office/drawing/2014/main" id="{29F2CEBB-46BC-4448-9E54-C7750D8C8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9" name="Rectangle 241">
            <a:extLst>
              <a:ext uri="{FF2B5EF4-FFF2-40B4-BE49-F238E27FC236}">
                <a16:creationId xmlns:a16="http://schemas.microsoft.com/office/drawing/2014/main" id="{728033F9-6F38-4655-93DC-83583534C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0" name="Rectangle 242">
            <a:extLst>
              <a:ext uri="{FF2B5EF4-FFF2-40B4-BE49-F238E27FC236}">
                <a16:creationId xmlns:a16="http://schemas.microsoft.com/office/drawing/2014/main" id="{31C757BD-CB68-4FDF-94B8-7CD58F1FB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1" name="Rectangle 243">
            <a:extLst>
              <a:ext uri="{FF2B5EF4-FFF2-40B4-BE49-F238E27FC236}">
                <a16:creationId xmlns:a16="http://schemas.microsoft.com/office/drawing/2014/main" id="{9B0E4C87-6738-405B-883B-AAE740C4C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2" name="Rectangle 244">
            <a:extLst>
              <a:ext uri="{FF2B5EF4-FFF2-40B4-BE49-F238E27FC236}">
                <a16:creationId xmlns:a16="http://schemas.microsoft.com/office/drawing/2014/main" id="{DA32B563-8524-4670-AB69-252BDC266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3" name="Rectangle 245">
            <a:extLst>
              <a:ext uri="{FF2B5EF4-FFF2-40B4-BE49-F238E27FC236}">
                <a16:creationId xmlns:a16="http://schemas.microsoft.com/office/drawing/2014/main" id="{6EC4888D-ACC8-4037-B218-9E9421F8C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4" name="Rectangle 246">
            <a:extLst>
              <a:ext uri="{FF2B5EF4-FFF2-40B4-BE49-F238E27FC236}">
                <a16:creationId xmlns:a16="http://schemas.microsoft.com/office/drawing/2014/main" id="{E79B4470-BBFB-4BE1-89AB-C7574F8C4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5" name="Rectangle 247">
            <a:extLst>
              <a:ext uri="{FF2B5EF4-FFF2-40B4-BE49-F238E27FC236}">
                <a16:creationId xmlns:a16="http://schemas.microsoft.com/office/drawing/2014/main" id="{2E2BFF5D-548A-437A-838D-19C1F071E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6" name="Rectangle 249">
            <a:extLst>
              <a:ext uri="{FF2B5EF4-FFF2-40B4-BE49-F238E27FC236}">
                <a16:creationId xmlns:a16="http://schemas.microsoft.com/office/drawing/2014/main" id="{FFCA5316-A321-453C-8CE2-53AF93643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7" name="Rectangle 250">
            <a:extLst>
              <a:ext uri="{FF2B5EF4-FFF2-40B4-BE49-F238E27FC236}">
                <a16:creationId xmlns:a16="http://schemas.microsoft.com/office/drawing/2014/main" id="{AA681E6A-C814-482F-A76C-24B20AD9D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8" name="Rectangle 251">
            <a:extLst>
              <a:ext uri="{FF2B5EF4-FFF2-40B4-BE49-F238E27FC236}">
                <a16:creationId xmlns:a16="http://schemas.microsoft.com/office/drawing/2014/main" id="{301C7270-7CAD-49F2-B66B-B28D94E0E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9" name="Rectangle 252">
            <a:extLst>
              <a:ext uri="{FF2B5EF4-FFF2-40B4-BE49-F238E27FC236}">
                <a16:creationId xmlns:a16="http://schemas.microsoft.com/office/drawing/2014/main" id="{979CEB10-3E83-4407-BEDC-D49144AA1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0" name="Rectangle 253">
            <a:extLst>
              <a:ext uri="{FF2B5EF4-FFF2-40B4-BE49-F238E27FC236}">
                <a16:creationId xmlns:a16="http://schemas.microsoft.com/office/drawing/2014/main" id="{2F6B505E-6719-4385-8C9E-80108E1D7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1" name="Rectangle 254">
            <a:extLst>
              <a:ext uri="{FF2B5EF4-FFF2-40B4-BE49-F238E27FC236}">
                <a16:creationId xmlns:a16="http://schemas.microsoft.com/office/drawing/2014/main" id="{032E3D58-EF2F-47C1-84FC-FFC2C3C66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2" name="Rectangle 255">
            <a:extLst>
              <a:ext uri="{FF2B5EF4-FFF2-40B4-BE49-F238E27FC236}">
                <a16:creationId xmlns:a16="http://schemas.microsoft.com/office/drawing/2014/main" id="{AE4B524B-159B-4639-80B1-B1298E934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3" name="Rectangle 268">
            <a:extLst>
              <a:ext uri="{FF2B5EF4-FFF2-40B4-BE49-F238E27FC236}">
                <a16:creationId xmlns:a16="http://schemas.microsoft.com/office/drawing/2014/main" id="{F44A1C49-7120-46FC-ADFE-3126D15DC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4" name="Rectangle 269">
            <a:extLst>
              <a:ext uri="{FF2B5EF4-FFF2-40B4-BE49-F238E27FC236}">
                <a16:creationId xmlns:a16="http://schemas.microsoft.com/office/drawing/2014/main" id="{E81048C2-AD36-49EE-9F83-DE219A886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5" name="Rectangle 270">
            <a:extLst>
              <a:ext uri="{FF2B5EF4-FFF2-40B4-BE49-F238E27FC236}">
                <a16:creationId xmlns:a16="http://schemas.microsoft.com/office/drawing/2014/main" id="{1C51B872-4D89-44AD-BEC3-889DD8594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6" name="Rectangle 271">
            <a:extLst>
              <a:ext uri="{FF2B5EF4-FFF2-40B4-BE49-F238E27FC236}">
                <a16:creationId xmlns:a16="http://schemas.microsoft.com/office/drawing/2014/main" id="{9DA5806A-0222-4504-B311-47FFFE9AE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7" name="Rectangle 272">
            <a:extLst>
              <a:ext uri="{FF2B5EF4-FFF2-40B4-BE49-F238E27FC236}">
                <a16:creationId xmlns:a16="http://schemas.microsoft.com/office/drawing/2014/main" id="{6B98E2B9-61AD-4E8B-8BCB-EB7830DF0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985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8" name="Rectangle 273">
            <a:extLst>
              <a:ext uri="{FF2B5EF4-FFF2-40B4-BE49-F238E27FC236}">
                <a16:creationId xmlns:a16="http://schemas.microsoft.com/office/drawing/2014/main" id="{4B0DA759-2C7B-4700-8A97-72281E91C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985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9" name="Rectangle 274">
            <a:extLst>
              <a:ext uri="{FF2B5EF4-FFF2-40B4-BE49-F238E27FC236}">
                <a16:creationId xmlns:a16="http://schemas.microsoft.com/office/drawing/2014/main" id="{908809DC-2628-4896-B87F-004226030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8985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0" name="Rectangle 276">
            <a:extLst>
              <a:ext uri="{FF2B5EF4-FFF2-40B4-BE49-F238E27FC236}">
                <a16:creationId xmlns:a16="http://schemas.microsoft.com/office/drawing/2014/main" id="{623F1777-4E55-4093-B250-548D46D62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1" name="Rectangle 277">
            <a:extLst>
              <a:ext uri="{FF2B5EF4-FFF2-40B4-BE49-F238E27FC236}">
                <a16:creationId xmlns:a16="http://schemas.microsoft.com/office/drawing/2014/main" id="{2515C3B5-603D-401D-A531-447BA1E7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2" name="Rectangle 278">
            <a:extLst>
              <a:ext uri="{FF2B5EF4-FFF2-40B4-BE49-F238E27FC236}">
                <a16:creationId xmlns:a16="http://schemas.microsoft.com/office/drawing/2014/main" id="{DE5E7D55-A437-437C-A5CD-CE16F8BDC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3" name="Rectangle 279">
            <a:extLst>
              <a:ext uri="{FF2B5EF4-FFF2-40B4-BE49-F238E27FC236}">
                <a16:creationId xmlns:a16="http://schemas.microsoft.com/office/drawing/2014/main" id="{6867695A-35E0-4E03-955E-5542EBF02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4" name="Rectangle 280">
            <a:extLst>
              <a:ext uri="{FF2B5EF4-FFF2-40B4-BE49-F238E27FC236}">
                <a16:creationId xmlns:a16="http://schemas.microsoft.com/office/drawing/2014/main" id="{4E871617-5158-41C5-BB14-EBADA1396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5" name="Rectangle 281">
            <a:extLst>
              <a:ext uri="{FF2B5EF4-FFF2-40B4-BE49-F238E27FC236}">
                <a16:creationId xmlns:a16="http://schemas.microsoft.com/office/drawing/2014/main" id="{4E2D5191-ECDB-4D1B-A3F5-436A79475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6" name="Rectangle 282">
            <a:extLst>
              <a:ext uri="{FF2B5EF4-FFF2-40B4-BE49-F238E27FC236}">
                <a16:creationId xmlns:a16="http://schemas.microsoft.com/office/drawing/2014/main" id="{71BE142B-C02B-4FD1-A332-6902B7131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7" name="Rectangle 283">
            <a:extLst>
              <a:ext uri="{FF2B5EF4-FFF2-40B4-BE49-F238E27FC236}">
                <a16:creationId xmlns:a16="http://schemas.microsoft.com/office/drawing/2014/main" id="{1C1A90F5-08ED-4AB6-9F35-63A886602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8" name="Rectangle 284">
            <a:extLst>
              <a:ext uri="{FF2B5EF4-FFF2-40B4-BE49-F238E27FC236}">
                <a16:creationId xmlns:a16="http://schemas.microsoft.com/office/drawing/2014/main" id="{163D79BB-8C1C-4D0D-AFDD-A8EEE07F4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9" name="Rectangle 285">
            <a:extLst>
              <a:ext uri="{FF2B5EF4-FFF2-40B4-BE49-F238E27FC236}">
                <a16:creationId xmlns:a16="http://schemas.microsoft.com/office/drawing/2014/main" id="{1B2DF357-EFD3-403D-A136-E53ACA518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0" name="Rectangle 286">
            <a:extLst>
              <a:ext uri="{FF2B5EF4-FFF2-40B4-BE49-F238E27FC236}">
                <a16:creationId xmlns:a16="http://schemas.microsoft.com/office/drawing/2014/main" id="{99BE0D0E-EECE-441B-9B0B-10138A8DC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1" name="Rectangle 287">
            <a:extLst>
              <a:ext uri="{FF2B5EF4-FFF2-40B4-BE49-F238E27FC236}">
                <a16:creationId xmlns:a16="http://schemas.microsoft.com/office/drawing/2014/main" id="{5F8922A9-01DD-4E8E-A435-E9368C30A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2" name="Rectangle 288">
            <a:extLst>
              <a:ext uri="{FF2B5EF4-FFF2-40B4-BE49-F238E27FC236}">
                <a16:creationId xmlns:a16="http://schemas.microsoft.com/office/drawing/2014/main" id="{BE148054-6735-4808-92F8-53F3E0FF2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3" name="Rectangle 289">
            <a:extLst>
              <a:ext uri="{FF2B5EF4-FFF2-40B4-BE49-F238E27FC236}">
                <a16:creationId xmlns:a16="http://schemas.microsoft.com/office/drawing/2014/main" id="{83EF7D19-EE81-4C8B-BB74-1EBFE79A1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4" name="Rectangle 290">
            <a:extLst>
              <a:ext uri="{FF2B5EF4-FFF2-40B4-BE49-F238E27FC236}">
                <a16:creationId xmlns:a16="http://schemas.microsoft.com/office/drawing/2014/main" id="{4F511F31-AAA8-4436-8486-592CB8944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5" name="Rectangle 291">
            <a:extLst>
              <a:ext uri="{FF2B5EF4-FFF2-40B4-BE49-F238E27FC236}">
                <a16:creationId xmlns:a16="http://schemas.microsoft.com/office/drawing/2014/main" id="{369EBF34-9826-4B91-A306-5839D20C4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6" name="Rectangle 292">
            <a:extLst>
              <a:ext uri="{FF2B5EF4-FFF2-40B4-BE49-F238E27FC236}">
                <a16:creationId xmlns:a16="http://schemas.microsoft.com/office/drawing/2014/main" id="{859A171A-D946-4682-BEB2-E7822CAF9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7" name="Rectangle 293">
            <a:extLst>
              <a:ext uri="{FF2B5EF4-FFF2-40B4-BE49-F238E27FC236}">
                <a16:creationId xmlns:a16="http://schemas.microsoft.com/office/drawing/2014/main" id="{AF93A40B-14CA-4CA7-9133-C7B48DAC4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8" name="Rectangle 294">
            <a:extLst>
              <a:ext uri="{FF2B5EF4-FFF2-40B4-BE49-F238E27FC236}">
                <a16:creationId xmlns:a16="http://schemas.microsoft.com/office/drawing/2014/main" id="{30BB7367-2D64-40A9-8FC2-6664A0872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9" name="Rectangle 295">
            <a:extLst>
              <a:ext uri="{FF2B5EF4-FFF2-40B4-BE49-F238E27FC236}">
                <a16:creationId xmlns:a16="http://schemas.microsoft.com/office/drawing/2014/main" id="{14A42AB5-CCB0-416F-85D7-152BACA42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0" name="Rectangle 296">
            <a:extLst>
              <a:ext uri="{FF2B5EF4-FFF2-40B4-BE49-F238E27FC236}">
                <a16:creationId xmlns:a16="http://schemas.microsoft.com/office/drawing/2014/main" id="{31700671-BD7D-40A1-81C9-CF9CE4C2A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1" name="Rectangle 297">
            <a:extLst>
              <a:ext uri="{FF2B5EF4-FFF2-40B4-BE49-F238E27FC236}">
                <a16:creationId xmlns:a16="http://schemas.microsoft.com/office/drawing/2014/main" id="{1C490051-C4F6-4F21-9CBD-DFB84514A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4069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2" name="Rectangle 298">
            <a:extLst>
              <a:ext uri="{FF2B5EF4-FFF2-40B4-BE49-F238E27FC236}">
                <a16:creationId xmlns:a16="http://schemas.microsoft.com/office/drawing/2014/main" id="{14B47FB0-304B-408C-AA3F-0F5BB6A5A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3" name="Rectangle 299">
            <a:extLst>
              <a:ext uri="{FF2B5EF4-FFF2-40B4-BE49-F238E27FC236}">
                <a16:creationId xmlns:a16="http://schemas.microsoft.com/office/drawing/2014/main" id="{9AE02871-B6BC-490F-A388-280843B2B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406987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4" name="Rectangle 300">
            <a:extLst>
              <a:ext uri="{FF2B5EF4-FFF2-40B4-BE49-F238E27FC236}">
                <a16:creationId xmlns:a16="http://schemas.microsoft.com/office/drawing/2014/main" id="{BCA5BD2F-9032-4907-8901-2774F8E56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5" name="Rectangle 301">
            <a:extLst>
              <a:ext uri="{FF2B5EF4-FFF2-40B4-BE49-F238E27FC236}">
                <a16:creationId xmlns:a16="http://schemas.microsoft.com/office/drawing/2014/main" id="{36189607-33CC-47D6-88FA-F4CD1D7D1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6" name="Rectangle 303">
            <a:extLst>
              <a:ext uri="{FF2B5EF4-FFF2-40B4-BE49-F238E27FC236}">
                <a16:creationId xmlns:a16="http://schemas.microsoft.com/office/drawing/2014/main" id="{7926FB0B-1EC7-42B6-A9AF-4F352A02D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7" name="Rectangle 304">
            <a:extLst>
              <a:ext uri="{FF2B5EF4-FFF2-40B4-BE49-F238E27FC236}">
                <a16:creationId xmlns:a16="http://schemas.microsoft.com/office/drawing/2014/main" id="{C6CE7582-1C15-40D6-A04B-3AB4A1117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8" name="Rectangle 305">
            <a:extLst>
              <a:ext uri="{FF2B5EF4-FFF2-40B4-BE49-F238E27FC236}">
                <a16:creationId xmlns:a16="http://schemas.microsoft.com/office/drawing/2014/main" id="{1A4C7EDE-CAE5-4A0E-A085-D115521EE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9" name="Rectangle 306">
            <a:extLst>
              <a:ext uri="{FF2B5EF4-FFF2-40B4-BE49-F238E27FC236}">
                <a16:creationId xmlns:a16="http://schemas.microsoft.com/office/drawing/2014/main" id="{A45537C6-B529-4B21-AD2D-EF53D7A3A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0" name="Rectangle 307">
            <a:extLst>
              <a:ext uri="{FF2B5EF4-FFF2-40B4-BE49-F238E27FC236}">
                <a16:creationId xmlns:a16="http://schemas.microsoft.com/office/drawing/2014/main" id="{BD7156AF-407F-4067-A722-2F7D5A6CB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1" name="Rectangle 308">
            <a:extLst>
              <a:ext uri="{FF2B5EF4-FFF2-40B4-BE49-F238E27FC236}">
                <a16:creationId xmlns:a16="http://schemas.microsoft.com/office/drawing/2014/main" id="{DB5E4949-C1A1-462A-A907-81360D68C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2" name="Rectangle 309">
            <a:extLst>
              <a:ext uri="{FF2B5EF4-FFF2-40B4-BE49-F238E27FC236}">
                <a16:creationId xmlns:a16="http://schemas.microsoft.com/office/drawing/2014/main" id="{FAD5200A-AC76-4A0D-9277-A1C8E4D69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3" name="Rectangle 310">
            <a:extLst>
              <a:ext uri="{FF2B5EF4-FFF2-40B4-BE49-F238E27FC236}">
                <a16:creationId xmlns:a16="http://schemas.microsoft.com/office/drawing/2014/main" id="{B10E8F52-7FCD-4B17-964A-1A97E2CB0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4" name="Rectangle 311">
            <a:extLst>
              <a:ext uri="{FF2B5EF4-FFF2-40B4-BE49-F238E27FC236}">
                <a16:creationId xmlns:a16="http://schemas.microsoft.com/office/drawing/2014/main" id="{199F53BC-5327-4C34-A560-B7D93F5F9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5" name="Rectangle 312">
            <a:extLst>
              <a:ext uri="{FF2B5EF4-FFF2-40B4-BE49-F238E27FC236}">
                <a16:creationId xmlns:a16="http://schemas.microsoft.com/office/drawing/2014/main" id="{2FC7F96E-2AA5-4430-8933-303E0E254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6" name="Rectangle 313">
            <a:extLst>
              <a:ext uri="{FF2B5EF4-FFF2-40B4-BE49-F238E27FC236}">
                <a16:creationId xmlns:a16="http://schemas.microsoft.com/office/drawing/2014/main" id="{6F48430D-4266-4379-B0B9-939C11A82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7" name="Rectangle 314">
            <a:extLst>
              <a:ext uri="{FF2B5EF4-FFF2-40B4-BE49-F238E27FC236}">
                <a16:creationId xmlns:a16="http://schemas.microsoft.com/office/drawing/2014/main" id="{E96290E6-15F2-4B8D-BD72-D47344F70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8" name="Rectangle 315">
            <a:extLst>
              <a:ext uri="{FF2B5EF4-FFF2-40B4-BE49-F238E27FC236}">
                <a16:creationId xmlns:a16="http://schemas.microsoft.com/office/drawing/2014/main" id="{FBC8EBAB-9D6C-48D6-BE00-C2F53C03F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9" name="Rectangle 316">
            <a:extLst>
              <a:ext uri="{FF2B5EF4-FFF2-40B4-BE49-F238E27FC236}">
                <a16:creationId xmlns:a16="http://schemas.microsoft.com/office/drawing/2014/main" id="{2E89C0F2-BC8E-4CA4-A11F-96B5B0E77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0" name="Rectangle 317">
            <a:extLst>
              <a:ext uri="{FF2B5EF4-FFF2-40B4-BE49-F238E27FC236}">
                <a16:creationId xmlns:a16="http://schemas.microsoft.com/office/drawing/2014/main" id="{ABB2F2E5-0B78-4924-8C02-91133456E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1" name="Rectangle 318">
            <a:extLst>
              <a:ext uri="{FF2B5EF4-FFF2-40B4-BE49-F238E27FC236}">
                <a16:creationId xmlns:a16="http://schemas.microsoft.com/office/drawing/2014/main" id="{8A77E39A-3439-42E5-864E-07050A9B9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2" name="Rectangle 319">
            <a:extLst>
              <a:ext uri="{FF2B5EF4-FFF2-40B4-BE49-F238E27FC236}">
                <a16:creationId xmlns:a16="http://schemas.microsoft.com/office/drawing/2014/main" id="{25EAA1C5-3174-4F4B-BFF3-90C5CCB90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3" name="Rectangle 320">
            <a:extLst>
              <a:ext uri="{FF2B5EF4-FFF2-40B4-BE49-F238E27FC236}">
                <a16:creationId xmlns:a16="http://schemas.microsoft.com/office/drawing/2014/main" id="{1F2DB9F1-C65F-4052-A053-3F8F3AF0F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4" name="Rectangle 321">
            <a:extLst>
              <a:ext uri="{FF2B5EF4-FFF2-40B4-BE49-F238E27FC236}">
                <a16:creationId xmlns:a16="http://schemas.microsoft.com/office/drawing/2014/main" id="{AFFB727D-B40C-4F86-915F-7329F0283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5" name="Rectangle 322">
            <a:extLst>
              <a:ext uri="{FF2B5EF4-FFF2-40B4-BE49-F238E27FC236}">
                <a16:creationId xmlns:a16="http://schemas.microsoft.com/office/drawing/2014/main" id="{584872F2-AD23-451B-B00B-D48843FDC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6" name="Rectangle 323">
            <a:extLst>
              <a:ext uri="{FF2B5EF4-FFF2-40B4-BE49-F238E27FC236}">
                <a16:creationId xmlns:a16="http://schemas.microsoft.com/office/drawing/2014/main" id="{59E7ABF1-EA01-439C-89DC-4066F7684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7" name="Rectangle 324">
            <a:extLst>
              <a:ext uri="{FF2B5EF4-FFF2-40B4-BE49-F238E27FC236}">
                <a16:creationId xmlns:a16="http://schemas.microsoft.com/office/drawing/2014/main" id="{F5673CC4-BA29-4135-9BA9-AED7EAA77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8" name="Rectangle 325">
            <a:extLst>
              <a:ext uri="{FF2B5EF4-FFF2-40B4-BE49-F238E27FC236}">
                <a16:creationId xmlns:a16="http://schemas.microsoft.com/office/drawing/2014/main" id="{06B3D335-F1DF-4E26-A5A1-31E9CD919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9" name="Rectangle 326">
            <a:extLst>
              <a:ext uri="{FF2B5EF4-FFF2-40B4-BE49-F238E27FC236}">
                <a16:creationId xmlns:a16="http://schemas.microsoft.com/office/drawing/2014/main" id="{834239CB-0B66-488B-B963-CD4BC4A66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0" name="Rectangle 327">
            <a:extLst>
              <a:ext uri="{FF2B5EF4-FFF2-40B4-BE49-F238E27FC236}">
                <a16:creationId xmlns:a16="http://schemas.microsoft.com/office/drawing/2014/main" id="{5DF8D3AD-C701-45DA-A09C-0B72B8B4D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1" name="Rectangle 328">
            <a:extLst>
              <a:ext uri="{FF2B5EF4-FFF2-40B4-BE49-F238E27FC236}">
                <a16:creationId xmlns:a16="http://schemas.microsoft.com/office/drawing/2014/main" id="{4A5BD061-AFE7-47F7-A037-4635A1719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915379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2" name="Rectangle 303">
            <a:extLst>
              <a:ext uri="{FF2B5EF4-FFF2-40B4-BE49-F238E27FC236}">
                <a16:creationId xmlns:a16="http://schemas.microsoft.com/office/drawing/2014/main" id="{72E47367-DB80-4AEF-B453-F2874E290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3" name="Rectangle 304">
            <a:extLst>
              <a:ext uri="{FF2B5EF4-FFF2-40B4-BE49-F238E27FC236}">
                <a16:creationId xmlns:a16="http://schemas.microsoft.com/office/drawing/2014/main" id="{A5D11ACD-18C7-4BD8-97B9-7564D82EE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4" name="Rectangle 305">
            <a:extLst>
              <a:ext uri="{FF2B5EF4-FFF2-40B4-BE49-F238E27FC236}">
                <a16:creationId xmlns:a16="http://schemas.microsoft.com/office/drawing/2014/main" id="{7304767C-0411-429C-B5FC-DE14E770D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5" name="Rectangle 306">
            <a:extLst>
              <a:ext uri="{FF2B5EF4-FFF2-40B4-BE49-F238E27FC236}">
                <a16:creationId xmlns:a16="http://schemas.microsoft.com/office/drawing/2014/main" id="{D74BCE79-1C15-40ED-A6B2-30D89DC13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6" name="Rectangle 307">
            <a:extLst>
              <a:ext uri="{FF2B5EF4-FFF2-40B4-BE49-F238E27FC236}">
                <a16:creationId xmlns:a16="http://schemas.microsoft.com/office/drawing/2014/main" id="{4966B602-0BC1-433A-A6DC-60644E5D1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7" name="Rectangle 308">
            <a:extLst>
              <a:ext uri="{FF2B5EF4-FFF2-40B4-BE49-F238E27FC236}">
                <a16:creationId xmlns:a16="http://schemas.microsoft.com/office/drawing/2014/main" id="{5FA73E87-F9E1-4922-AB56-257040A0C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8" name="Rectangle 309">
            <a:extLst>
              <a:ext uri="{FF2B5EF4-FFF2-40B4-BE49-F238E27FC236}">
                <a16:creationId xmlns:a16="http://schemas.microsoft.com/office/drawing/2014/main" id="{3523D0D6-BF5C-4992-89BC-D80F4B65D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9" name="Rectangle 310">
            <a:extLst>
              <a:ext uri="{FF2B5EF4-FFF2-40B4-BE49-F238E27FC236}">
                <a16:creationId xmlns:a16="http://schemas.microsoft.com/office/drawing/2014/main" id="{5D76C7BC-28B0-4D32-B952-79C61B962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0" name="Rectangle 311">
            <a:extLst>
              <a:ext uri="{FF2B5EF4-FFF2-40B4-BE49-F238E27FC236}">
                <a16:creationId xmlns:a16="http://schemas.microsoft.com/office/drawing/2014/main" id="{02B04400-D266-4DBE-913D-B08E3CF68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1" name="Rectangle 312">
            <a:extLst>
              <a:ext uri="{FF2B5EF4-FFF2-40B4-BE49-F238E27FC236}">
                <a16:creationId xmlns:a16="http://schemas.microsoft.com/office/drawing/2014/main" id="{7B93B4CC-C4D7-437E-A267-7391A7627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2" name="Rectangle 313">
            <a:extLst>
              <a:ext uri="{FF2B5EF4-FFF2-40B4-BE49-F238E27FC236}">
                <a16:creationId xmlns:a16="http://schemas.microsoft.com/office/drawing/2014/main" id="{4B2581D9-C04D-4A48-A51B-2934BA88C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3" name="Rectangle 314">
            <a:extLst>
              <a:ext uri="{FF2B5EF4-FFF2-40B4-BE49-F238E27FC236}">
                <a16:creationId xmlns:a16="http://schemas.microsoft.com/office/drawing/2014/main" id="{6F9A094D-9E36-418E-BD81-0BED0CA37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4" name="Rectangle 315">
            <a:extLst>
              <a:ext uri="{FF2B5EF4-FFF2-40B4-BE49-F238E27FC236}">
                <a16:creationId xmlns:a16="http://schemas.microsoft.com/office/drawing/2014/main" id="{99CE1A4E-E309-4173-B637-E7FA8780A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5" name="Rectangle 316">
            <a:extLst>
              <a:ext uri="{FF2B5EF4-FFF2-40B4-BE49-F238E27FC236}">
                <a16:creationId xmlns:a16="http://schemas.microsoft.com/office/drawing/2014/main" id="{35908A89-8ABE-4EA6-AB07-7C6C07508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6" name="Rectangle 317">
            <a:extLst>
              <a:ext uri="{FF2B5EF4-FFF2-40B4-BE49-F238E27FC236}">
                <a16:creationId xmlns:a16="http://schemas.microsoft.com/office/drawing/2014/main" id="{52D7FC56-1108-4D22-9631-D0A08F954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7" name="Rectangle 318">
            <a:extLst>
              <a:ext uri="{FF2B5EF4-FFF2-40B4-BE49-F238E27FC236}">
                <a16:creationId xmlns:a16="http://schemas.microsoft.com/office/drawing/2014/main" id="{E6B3457F-C39E-40F4-B8B4-741981759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8" name="Rectangle 319">
            <a:extLst>
              <a:ext uri="{FF2B5EF4-FFF2-40B4-BE49-F238E27FC236}">
                <a16:creationId xmlns:a16="http://schemas.microsoft.com/office/drawing/2014/main" id="{08E774A7-E1DE-46A1-A6F9-D13721437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9" name="Rectangle 320">
            <a:extLst>
              <a:ext uri="{FF2B5EF4-FFF2-40B4-BE49-F238E27FC236}">
                <a16:creationId xmlns:a16="http://schemas.microsoft.com/office/drawing/2014/main" id="{7B8BB479-CE5F-4C3D-9C65-414F6B72D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0" name="Rectangle 321">
            <a:extLst>
              <a:ext uri="{FF2B5EF4-FFF2-40B4-BE49-F238E27FC236}">
                <a16:creationId xmlns:a16="http://schemas.microsoft.com/office/drawing/2014/main" id="{2E97BD59-5139-4C10-8550-C855D2D1F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1" name="Rectangle 322">
            <a:extLst>
              <a:ext uri="{FF2B5EF4-FFF2-40B4-BE49-F238E27FC236}">
                <a16:creationId xmlns:a16="http://schemas.microsoft.com/office/drawing/2014/main" id="{3AA2DF57-9830-4A49-9748-4ADE27F46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2" name="Rectangle 323">
            <a:extLst>
              <a:ext uri="{FF2B5EF4-FFF2-40B4-BE49-F238E27FC236}">
                <a16:creationId xmlns:a16="http://schemas.microsoft.com/office/drawing/2014/main" id="{01A36D7F-15E1-44B8-9B0F-4F2DAABB6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6422607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3" name="Rectangle 324">
            <a:extLst>
              <a:ext uri="{FF2B5EF4-FFF2-40B4-BE49-F238E27FC236}">
                <a16:creationId xmlns:a16="http://schemas.microsoft.com/office/drawing/2014/main" id="{716C32D4-81F1-4B63-9A1A-241362493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4" name="Rectangle 325">
            <a:extLst>
              <a:ext uri="{FF2B5EF4-FFF2-40B4-BE49-F238E27FC236}">
                <a16:creationId xmlns:a16="http://schemas.microsoft.com/office/drawing/2014/main" id="{6341F2A0-638B-4AEC-A1C2-759E1F2E1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5" name="Rectangle 326">
            <a:extLst>
              <a:ext uri="{FF2B5EF4-FFF2-40B4-BE49-F238E27FC236}">
                <a16:creationId xmlns:a16="http://schemas.microsoft.com/office/drawing/2014/main" id="{AC3BBC0F-0B8D-458F-94A7-D77F591B6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6422607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6" name="Rectangle 327">
            <a:extLst>
              <a:ext uri="{FF2B5EF4-FFF2-40B4-BE49-F238E27FC236}">
                <a16:creationId xmlns:a16="http://schemas.microsoft.com/office/drawing/2014/main" id="{2BCB09AE-15F7-4D67-9547-C60DDCB0C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7" name="Rectangle 328">
            <a:extLst>
              <a:ext uri="{FF2B5EF4-FFF2-40B4-BE49-F238E27FC236}">
                <a16:creationId xmlns:a16="http://schemas.microsoft.com/office/drawing/2014/main" id="{19811182-AAD5-444A-AEBF-DA4474795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8" name="Rectangle 91">
            <a:extLst>
              <a:ext uri="{FF2B5EF4-FFF2-40B4-BE49-F238E27FC236}">
                <a16:creationId xmlns:a16="http://schemas.microsoft.com/office/drawing/2014/main" id="{F5F1C36C-3F5F-453A-8021-577AF8102B7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18627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9" name="Rectangle 92">
            <a:extLst>
              <a:ext uri="{FF2B5EF4-FFF2-40B4-BE49-F238E27FC236}">
                <a16:creationId xmlns:a16="http://schemas.microsoft.com/office/drawing/2014/main" id="{B68E0835-F6A9-4C24-80BC-2C4982644A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18627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0" name="Rectangle 118">
            <a:extLst>
              <a:ext uri="{FF2B5EF4-FFF2-40B4-BE49-F238E27FC236}">
                <a16:creationId xmlns:a16="http://schemas.microsoft.com/office/drawing/2014/main" id="{C7E8024E-9FFB-4AFF-946C-F325043577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3711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1" name="Rectangle 119">
            <a:extLst>
              <a:ext uri="{FF2B5EF4-FFF2-40B4-BE49-F238E27FC236}">
                <a16:creationId xmlns:a16="http://schemas.microsoft.com/office/drawing/2014/main" id="{542FA810-66E0-4E5C-A29B-2F35550C8B0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3711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2" name="Rectangle 145">
            <a:extLst>
              <a:ext uri="{FF2B5EF4-FFF2-40B4-BE49-F238E27FC236}">
                <a16:creationId xmlns:a16="http://schemas.microsoft.com/office/drawing/2014/main" id="{E3ADD3A0-60F3-4CCF-A787-C83FEFD745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8783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3" name="Rectangle 146">
            <a:extLst>
              <a:ext uri="{FF2B5EF4-FFF2-40B4-BE49-F238E27FC236}">
                <a16:creationId xmlns:a16="http://schemas.microsoft.com/office/drawing/2014/main" id="{03B5D2C0-D46F-4CA6-BB0C-7E966C3AB9D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8783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4" name="Rectangle 172">
            <a:extLst>
              <a:ext uri="{FF2B5EF4-FFF2-40B4-BE49-F238E27FC236}">
                <a16:creationId xmlns:a16="http://schemas.microsoft.com/office/drawing/2014/main" id="{A5A79340-EBE4-4E04-AF35-EAB781F1CA7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38679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5" name="Rectangle 173">
            <a:extLst>
              <a:ext uri="{FF2B5EF4-FFF2-40B4-BE49-F238E27FC236}">
                <a16:creationId xmlns:a16="http://schemas.microsoft.com/office/drawing/2014/main" id="{A3D2A4FF-3DD1-4D92-A192-6C0C4D36720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38679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6" name="Rectangle 199">
            <a:extLst>
              <a:ext uri="{FF2B5EF4-FFF2-40B4-BE49-F238E27FC236}">
                <a16:creationId xmlns:a16="http://schemas.microsoft.com/office/drawing/2014/main" id="{F8123DF8-9385-4180-994E-0FB3C83AB0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8951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7" name="Rectangle 200">
            <a:extLst>
              <a:ext uri="{FF2B5EF4-FFF2-40B4-BE49-F238E27FC236}">
                <a16:creationId xmlns:a16="http://schemas.microsoft.com/office/drawing/2014/main" id="{35B83622-CCF4-4468-AC64-CB149002826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8951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8" name="Rectangle 227">
            <a:extLst>
              <a:ext uri="{FF2B5EF4-FFF2-40B4-BE49-F238E27FC236}">
                <a16:creationId xmlns:a16="http://schemas.microsoft.com/office/drawing/2014/main" id="{BFBE24A8-7F94-482E-85C3-410179531E6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4035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9" name="Rectangle 228">
            <a:extLst>
              <a:ext uri="{FF2B5EF4-FFF2-40B4-BE49-F238E27FC236}">
                <a16:creationId xmlns:a16="http://schemas.microsoft.com/office/drawing/2014/main" id="{7BB41F2F-EDE1-4BB3-B582-2B31560A4B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4035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0" name="Rectangle 254">
            <a:extLst>
              <a:ext uri="{FF2B5EF4-FFF2-40B4-BE49-F238E27FC236}">
                <a16:creationId xmlns:a16="http://schemas.microsoft.com/office/drawing/2014/main" id="{B7B10579-D69C-4FCC-AF11-0E5789DC7B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9107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1" name="Rectangle 255">
            <a:extLst>
              <a:ext uri="{FF2B5EF4-FFF2-40B4-BE49-F238E27FC236}">
                <a16:creationId xmlns:a16="http://schemas.microsoft.com/office/drawing/2014/main" id="{A4A3592F-5BAF-4960-8617-39A5A4418C4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9107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2" name="Rectangle 91">
            <a:extLst>
              <a:ext uri="{FF2B5EF4-FFF2-40B4-BE49-F238E27FC236}">
                <a16:creationId xmlns:a16="http://schemas.microsoft.com/office/drawing/2014/main" id="{D185731F-D098-4E64-B7BB-077680516CB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18548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3" name="Rectangle 92">
            <a:extLst>
              <a:ext uri="{FF2B5EF4-FFF2-40B4-BE49-F238E27FC236}">
                <a16:creationId xmlns:a16="http://schemas.microsoft.com/office/drawing/2014/main" id="{C9CCA8BE-3357-4F70-B832-4B61283439F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18548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4" name="Rectangle 118">
            <a:extLst>
              <a:ext uri="{FF2B5EF4-FFF2-40B4-BE49-F238E27FC236}">
                <a16:creationId xmlns:a16="http://schemas.microsoft.com/office/drawing/2014/main" id="{E455E6B1-820F-4874-9998-3F33FDF676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3632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5" name="Rectangle 119">
            <a:extLst>
              <a:ext uri="{FF2B5EF4-FFF2-40B4-BE49-F238E27FC236}">
                <a16:creationId xmlns:a16="http://schemas.microsoft.com/office/drawing/2014/main" id="{A5878F30-11F9-4620-BB7C-A20308D54D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3632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6" name="Rectangle 145">
            <a:extLst>
              <a:ext uri="{FF2B5EF4-FFF2-40B4-BE49-F238E27FC236}">
                <a16:creationId xmlns:a16="http://schemas.microsoft.com/office/drawing/2014/main" id="{282B328E-96DE-404A-8A33-DD08463AA16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8704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7" name="Rectangle 146">
            <a:extLst>
              <a:ext uri="{FF2B5EF4-FFF2-40B4-BE49-F238E27FC236}">
                <a16:creationId xmlns:a16="http://schemas.microsoft.com/office/drawing/2014/main" id="{6B4AC90D-580B-4B11-8435-170433BF37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8704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8" name="Rectangle 172">
            <a:extLst>
              <a:ext uri="{FF2B5EF4-FFF2-40B4-BE49-F238E27FC236}">
                <a16:creationId xmlns:a16="http://schemas.microsoft.com/office/drawing/2014/main" id="{9FF1A1F4-2E5F-4786-B499-D60DC75B214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37886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9" name="Rectangle 173">
            <a:extLst>
              <a:ext uri="{FF2B5EF4-FFF2-40B4-BE49-F238E27FC236}">
                <a16:creationId xmlns:a16="http://schemas.microsoft.com/office/drawing/2014/main" id="{0F1C8560-0B43-4D98-ADB6-195504D71D3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37886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0" name="Rectangle 199">
            <a:extLst>
              <a:ext uri="{FF2B5EF4-FFF2-40B4-BE49-F238E27FC236}">
                <a16:creationId xmlns:a16="http://schemas.microsoft.com/office/drawing/2014/main" id="{A4D091FA-192E-4111-9D0A-1154813D1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8872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1" name="Rectangle 200">
            <a:extLst>
              <a:ext uri="{FF2B5EF4-FFF2-40B4-BE49-F238E27FC236}">
                <a16:creationId xmlns:a16="http://schemas.microsoft.com/office/drawing/2014/main" id="{2456DB9E-FD91-4F1E-8D75-71C5A435799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8872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2" name="Rectangle 227">
            <a:extLst>
              <a:ext uri="{FF2B5EF4-FFF2-40B4-BE49-F238E27FC236}">
                <a16:creationId xmlns:a16="http://schemas.microsoft.com/office/drawing/2014/main" id="{82ADDEB8-4944-41EC-9927-6FCED6B44E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3956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3" name="Rectangle 228">
            <a:extLst>
              <a:ext uri="{FF2B5EF4-FFF2-40B4-BE49-F238E27FC236}">
                <a16:creationId xmlns:a16="http://schemas.microsoft.com/office/drawing/2014/main" id="{3E7F6ABB-32D8-4D9F-8019-5A6F217042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3956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4" name="Rectangle 254">
            <a:extLst>
              <a:ext uri="{FF2B5EF4-FFF2-40B4-BE49-F238E27FC236}">
                <a16:creationId xmlns:a16="http://schemas.microsoft.com/office/drawing/2014/main" id="{FF3C13CA-9CE5-4787-9D9F-6F33F6D7219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9028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5" name="Rectangle 255">
            <a:extLst>
              <a:ext uri="{FF2B5EF4-FFF2-40B4-BE49-F238E27FC236}">
                <a16:creationId xmlns:a16="http://schemas.microsoft.com/office/drawing/2014/main" id="{F45F3084-D5DF-4E2A-9FD2-8FADA756F90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9028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6" name="Rectangle 91">
            <a:extLst>
              <a:ext uri="{FF2B5EF4-FFF2-40B4-BE49-F238E27FC236}">
                <a16:creationId xmlns:a16="http://schemas.microsoft.com/office/drawing/2014/main" id="{C8C188D8-825C-491C-B927-12A86B68F9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18304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7" name="Rectangle 92">
            <a:extLst>
              <a:ext uri="{FF2B5EF4-FFF2-40B4-BE49-F238E27FC236}">
                <a16:creationId xmlns:a16="http://schemas.microsoft.com/office/drawing/2014/main" id="{F1A1CAD1-7E2F-491A-A2F7-752577008BA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18304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8" name="Rectangle 118">
            <a:extLst>
              <a:ext uri="{FF2B5EF4-FFF2-40B4-BE49-F238E27FC236}">
                <a16:creationId xmlns:a16="http://schemas.microsoft.com/office/drawing/2014/main" id="{C9F7170B-09CB-4F23-B86C-E3C5A5A9526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3388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9" name="Rectangle 119">
            <a:extLst>
              <a:ext uri="{FF2B5EF4-FFF2-40B4-BE49-F238E27FC236}">
                <a16:creationId xmlns:a16="http://schemas.microsoft.com/office/drawing/2014/main" id="{91FF46E2-A356-45DF-9FE0-6D68E8BBB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3388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0" name="Rectangle 145">
            <a:extLst>
              <a:ext uri="{FF2B5EF4-FFF2-40B4-BE49-F238E27FC236}">
                <a16:creationId xmlns:a16="http://schemas.microsoft.com/office/drawing/2014/main" id="{233DF4C6-7DB2-4DEC-965E-4E0FD1AE2F7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8460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1" name="Rectangle 146">
            <a:extLst>
              <a:ext uri="{FF2B5EF4-FFF2-40B4-BE49-F238E27FC236}">
                <a16:creationId xmlns:a16="http://schemas.microsoft.com/office/drawing/2014/main" id="{BA0EBE02-0FF5-4E5F-B07E-C74F70CB3BB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8460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2" name="Rectangle 172">
            <a:extLst>
              <a:ext uri="{FF2B5EF4-FFF2-40B4-BE49-F238E27FC236}">
                <a16:creationId xmlns:a16="http://schemas.microsoft.com/office/drawing/2014/main" id="{C1FFCEB5-7D01-4DF1-AE5C-13AA614FBB2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35444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3" name="Rectangle 173">
            <a:extLst>
              <a:ext uri="{FF2B5EF4-FFF2-40B4-BE49-F238E27FC236}">
                <a16:creationId xmlns:a16="http://schemas.microsoft.com/office/drawing/2014/main" id="{4E743A8D-CDF1-43FE-9A64-273018A788F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35444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4" name="Rectangle 199">
            <a:extLst>
              <a:ext uri="{FF2B5EF4-FFF2-40B4-BE49-F238E27FC236}">
                <a16:creationId xmlns:a16="http://schemas.microsoft.com/office/drawing/2014/main" id="{5816494B-7CF7-4661-9520-ECF2157C30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8628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5" name="Rectangle 200">
            <a:extLst>
              <a:ext uri="{FF2B5EF4-FFF2-40B4-BE49-F238E27FC236}">
                <a16:creationId xmlns:a16="http://schemas.microsoft.com/office/drawing/2014/main" id="{D5F4C1D4-E8FC-483F-82E0-C314B4887C0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8628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6" name="Rectangle 227">
            <a:extLst>
              <a:ext uri="{FF2B5EF4-FFF2-40B4-BE49-F238E27FC236}">
                <a16:creationId xmlns:a16="http://schemas.microsoft.com/office/drawing/2014/main" id="{1DE23893-72CE-44E4-9514-E4A35927AD0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3712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7" name="Rectangle 228">
            <a:extLst>
              <a:ext uri="{FF2B5EF4-FFF2-40B4-BE49-F238E27FC236}">
                <a16:creationId xmlns:a16="http://schemas.microsoft.com/office/drawing/2014/main" id="{FDAE80AB-A18F-4777-8A7E-3AF3817C005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3712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8" name="Rectangle 254">
            <a:extLst>
              <a:ext uri="{FF2B5EF4-FFF2-40B4-BE49-F238E27FC236}">
                <a16:creationId xmlns:a16="http://schemas.microsoft.com/office/drawing/2014/main" id="{057CEA97-FB2D-4753-85A3-0C33E822D3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8784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9" name="Rectangle 255">
            <a:extLst>
              <a:ext uri="{FF2B5EF4-FFF2-40B4-BE49-F238E27FC236}">
                <a16:creationId xmlns:a16="http://schemas.microsoft.com/office/drawing/2014/main" id="{79420A4A-5528-4EC0-987F-DF7C0EEB41F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8784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0" name="Rectangle 91">
            <a:extLst>
              <a:ext uri="{FF2B5EF4-FFF2-40B4-BE49-F238E27FC236}">
                <a16:creationId xmlns:a16="http://schemas.microsoft.com/office/drawing/2014/main" id="{DBC80B5A-0476-410E-B60C-6450F79B3E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18429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1" name="Rectangle 92">
            <a:extLst>
              <a:ext uri="{FF2B5EF4-FFF2-40B4-BE49-F238E27FC236}">
                <a16:creationId xmlns:a16="http://schemas.microsoft.com/office/drawing/2014/main" id="{65FABB81-DBF4-42B4-8D90-A98EC802144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18429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2" name="Rectangle 118">
            <a:extLst>
              <a:ext uri="{FF2B5EF4-FFF2-40B4-BE49-F238E27FC236}">
                <a16:creationId xmlns:a16="http://schemas.microsoft.com/office/drawing/2014/main" id="{A6202184-9808-4043-9640-D0544AB5D40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3513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3" name="Rectangle 119">
            <a:extLst>
              <a:ext uri="{FF2B5EF4-FFF2-40B4-BE49-F238E27FC236}">
                <a16:creationId xmlns:a16="http://schemas.microsoft.com/office/drawing/2014/main" id="{FEED1DE3-7FCB-412B-AD9F-396C8AFC0B4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3513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4" name="Rectangle 145">
            <a:extLst>
              <a:ext uri="{FF2B5EF4-FFF2-40B4-BE49-F238E27FC236}">
                <a16:creationId xmlns:a16="http://schemas.microsoft.com/office/drawing/2014/main" id="{E3D106F5-B3BA-48C7-BB89-5F7A7B3FD3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8585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5" name="Rectangle 146">
            <a:extLst>
              <a:ext uri="{FF2B5EF4-FFF2-40B4-BE49-F238E27FC236}">
                <a16:creationId xmlns:a16="http://schemas.microsoft.com/office/drawing/2014/main" id="{98A5D359-1B62-4D55-856B-6A4D9015C63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8585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6" name="Rectangle 172">
            <a:extLst>
              <a:ext uri="{FF2B5EF4-FFF2-40B4-BE49-F238E27FC236}">
                <a16:creationId xmlns:a16="http://schemas.microsoft.com/office/drawing/2014/main" id="{8AEB6855-7DCA-4BAB-B081-5EAFB10145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366974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7" name="Rectangle 173">
            <a:extLst>
              <a:ext uri="{FF2B5EF4-FFF2-40B4-BE49-F238E27FC236}">
                <a16:creationId xmlns:a16="http://schemas.microsoft.com/office/drawing/2014/main" id="{18A0DCB0-4E9E-42D7-ABF1-2CB0A069240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366974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8" name="Rectangle 199">
            <a:extLst>
              <a:ext uri="{FF2B5EF4-FFF2-40B4-BE49-F238E27FC236}">
                <a16:creationId xmlns:a16="http://schemas.microsoft.com/office/drawing/2014/main" id="{C94A534B-EDB6-41CC-BFD6-C8E5C64E30C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8753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9" name="Rectangle 200">
            <a:extLst>
              <a:ext uri="{FF2B5EF4-FFF2-40B4-BE49-F238E27FC236}">
                <a16:creationId xmlns:a16="http://schemas.microsoft.com/office/drawing/2014/main" id="{D3305D9B-7E5D-4A06-B20C-705E7AADA0E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8753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0" name="Rectangle 227">
            <a:extLst>
              <a:ext uri="{FF2B5EF4-FFF2-40B4-BE49-F238E27FC236}">
                <a16:creationId xmlns:a16="http://schemas.microsoft.com/office/drawing/2014/main" id="{10DC9989-B0C3-40E8-9A23-4DD46B61F1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3837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1" name="Rectangle 228">
            <a:extLst>
              <a:ext uri="{FF2B5EF4-FFF2-40B4-BE49-F238E27FC236}">
                <a16:creationId xmlns:a16="http://schemas.microsoft.com/office/drawing/2014/main" id="{802DD19F-ACAF-462C-9EF0-03BED7E8C2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3837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2" name="Rectangle 254">
            <a:extLst>
              <a:ext uri="{FF2B5EF4-FFF2-40B4-BE49-F238E27FC236}">
                <a16:creationId xmlns:a16="http://schemas.microsoft.com/office/drawing/2014/main" id="{B675BA60-6E6B-4897-B172-3FEB85B0A6B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8909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3" name="Rectangle 255">
            <a:extLst>
              <a:ext uri="{FF2B5EF4-FFF2-40B4-BE49-F238E27FC236}">
                <a16:creationId xmlns:a16="http://schemas.microsoft.com/office/drawing/2014/main" id="{90EC0740-4B58-4786-864F-D6202316E3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8909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4" name="Rectangle 91">
            <a:extLst>
              <a:ext uri="{FF2B5EF4-FFF2-40B4-BE49-F238E27FC236}">
                <a16:creationId xmlns:a16="http://schemas.microsoft.com/office/drawing/2014/main" id="{6F4C6DA5-9C32-43AB-9B2B-D5F64DCD5B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5" name="Rectangle 92">
            <a:extLst>
              <a:ext uri="{FF2B5EF4-FFF2-40B4-BE49-F238E27FC236}">
                <a16:creationId xmlns:a16="http://schemas.microsoft.com/office/drawing/2014/main" id="{2E98FFFB-1367-4885-A347-2B10A92AF7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6" name="Rectangle 118">
            <a:extLst>
              <a:ext uri="{FF2B5EF4-FFF2-40B4-BE49-F238E27FC236}">
                <a16:creationId xmlns:a16="http://schemas.microsoft.com/office/drawing/2014/main" id="{B0EE3A07-2F28-4D28-AD64-4E71640B185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7" name="Rectangle 119">
            <a:extLst>
              <a:ext uri="{FF2B5EF4-FFF2-40B4-BE49-F238E27FC236}">
                <a16:creationId xmlns:a16="http://schemas.microsoft.com/office/drawing/2014/main" id="{CCE2A03B-C80B-42F1-9230-C10251D1238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8" name="Rectangle 145">
            <a:extLst>
              <a:ext uri="{FF2B5EF4-FFF2-40B4-BE49-F238E27FC236}">
                <a16:creationId xmlns:a16="http://schemas.microsoft.com/office/drawing/2014/main" id="{87375277-0EF5-4601-B688-CC287F3E6A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9" name="Rectangle 146">
            <a:extLst>
              <a:ext uri="{FF2B5EF4-FFF2-40B4-BE49-F238E27FC236}">
                <a16:creationId xmlns:a16="http://schemas.microsoft.com/office/drawing/2014/main" id="{19099545-7878-4215-9ADA-69237497B88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0" name="Rectangle 172">
            <a:extLst>
              <a:ext uri="{FF2B5EF4-FFF2-40B4-BE49-F238E27FC236}">
                <a16:creationId xmlns:a16="http://schemas.microsoft.com/office/drawing/2014/main" id="{13AB64CA-71E8-4F3D-8A8F-48ADB8EE76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1" name="Rectangle 173">
            <a:extLst>
              <a:ext uri="{FF2B5EF4-FFF2-40B4-BE49-F238E27FC236}">
                <a16:creationId xmlns:a16="http://schemas.microsoft.com/office/drawing/2014/main" id="{E6E68EB4-8B4F-4659-85F0-F33EB0681E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2" name="Rectangle 199">
            <a:extLst>
              <a:ext uri="{FF2B5EF4-FFF2-40B4-BE49-F238E27FC236}">
                <a16:creationId xmlns:a16="http://schemas.microsoft.com/office/drawing/2014/main" id="{FD5D2EFE-78D7-47A0-B41B-A6D123F3325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3" name="Rectangle 200">
            <a:extLst>
              <a:ext uri="{FF2B5EF4-FFF2-40B4-BE49-F238E27FC236}">
                <a16:creationId xmlns:a16="http://schemas.microsoft.com/office/drawing/2014/main" id="{43DD1F99-EF92-4FA7-A688-DFB8CA0428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4" name="Rectangle 227">
            <a:extLst>
              <a:ext uri="{FF2B5EF4-FFF2-40B4-BE49-F238E27FC236}">
                <a16:creationId xmlns:a16="http://schemas.microsoft.com/office/drawing/2014/main" id="{61B66908-9A89-4CAA-82BB-1B0CBBA7121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5" name="Rectangle 228">
            <a:extLst>
              <a:ext uri="{FF2B5EF4-FFF2-40B4-BE49-F238E27FC236}">
                <a16:creationId xmlns:a16="http://schemas.microsoft.com/office/drawing/2014/main" id="{A25ADF27-53D5-47C3-A679-6359C6A587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6" name="Rectangle 254">
            <a:extLst>
              <a:ext uri="{FF2B5EF4-FFF2-40B4-BE49-F238E27FC236}">
                <a16:creationId xmlns:a16="http://schemas.microsoft.com/office/drawing/2014/main" id="{3571E780-2740-4415-A8FC-0A7B700326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7" name="Rectangle 255">
            <a:extLst>
              <a:ext uri="{FF2B5EF4-FFF2-40B4-BE49-F238E27FC236}">
                <a16:creationId xmlns:a16="http://schemas.microsoft.com/office/drawing/2014/main" id="{D4DFF327-57BB-4D9E-A2B7-F0DD5B94977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5" name="Rectangle 91">
            <a:extLst>
              <a:ext uri="{FF2B5EF4-FFF2-40B4-BE49-F238E27FC236}">
                <a16:creationId xmlns:a16="http://schemas.microsoft.com/office/drawing/2014/main" id="{8A3B7425-E369-4F53-BA6F-5242DA61BF3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6" name="Rectangle 92">
            <a:extLst>
              <a:ext uri="{FF2B5EF4-FFF2-40B4-BE49-F238E27FC236}">
                <a16:creationId xmlns:a16="http://schemas.microsoft.com/office/drawing/2014/main" id="{4E6A839F-6FCF-4E31-8BD0-E16864EEE06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7" name="Rectangle 118">
            <a:extLst>
              <a:ext uri="{FF2B5EF4-FFF2-40B4-BE49-F238E27FC236}">
                <a16:creationId xmlns:a16="http://schemas.microsoft.com/office/drawing/2014/main" id="{E30405E0-3BAF-415C-962D-57EEE5D5906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8" name="Rectangle 119">
            <a:extLst>
              <a:ext uri="{FF2B5EF4-FFF2-40B4-BE49-F238E27FC236}">
                <a16:creationId xmlns:a16="http://schemas.microsoft.com/office/drawing/2014/main" id="{2F0D6E87-BA13-4616-837F-44E6418D2BE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9" name="Rectangle 145">
            <a:extLst>
              <a:ext uri="{FF2B5EF4-FFF2-40B4-BE49-F238E27FC236}">
                <a16:creationId xmlns:a16="http://schemas.microsoft.com/office/drawing/2014/main" id="{6E4DC2C7-60E2-4E39-A040-33E1148C84D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0" name="Rectangle 146">
            <a:extLst>
              <a:ext uri="{FF2B5EF4-FFF2-40B4-BE49-F238E27FC236}">
                <a16:creationId xmlns:a16="http://schemas.microsoft.com/office/drawing/2014/main" id="{966097DC-FD1B-4AB8-9270-D63BF4F1A3C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1" name="Rectangle 172">
            <a:extLst>
              <a:ext uri="{FF2B5EF4-FFF2-40B4-BE49-F238E27FC236}">
                <a16:creationId xmlns:a16="http://schemas.microsoft.com/office/drawing/2014/main" id="{F9963C2C-FE13-4B53-9E0A-33833EBFF4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2" name="Rectangle 173">
            <a:extLst>
              <a:ext uri="{FF2B5EF4-FFF2-40B4-BE49-F238E27FC236}">
                <a16:creationId xmlns:a16="http://schemas.microsoft.com/office/drawing/2014/main" id="{E25FDE01-0116-404D-AED3-856484360C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3" name="Rectangle 199">
            <a:extLst>
              <a:ext uri="{FF2B5EF4-FFF2-40B4-BE49-F238E27FC236}">
                <a16:creationId xmlns:a16="http://schemas.microsoft.com/office/drawing/2014/main" id="{6301786C-8F5C-45F8-9EBB-5C24E924F8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4" name="Rectangle 200">
            <a:extLst>
              <a:ext uri="{FF2B5EF4-FFF2-40B4-BE49-F238E27FC236}">
                <a16:creationId xmlns:a16="http://schemas.microsoft.com/office/drawing/2014/main" id="{5F732FBA-FE3A-4BD8-BBC1-9C523E6253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5" name="Rectangle 227">
            <a:extLst>
              <a:ext uri="{FF2B5EF4-FFF2-40B4-BE49-F238E27FC236}">
                <a16:creationId xmlns:a16="http://schemas.microsoft.com/office/drawing/2014/main" id="{C637BBAC-97AA-4D18-AA59-2A7536613F5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6" name="Rectangle 228">
            <a:extLst>
              <a:ext uri="{FF2B5EF4-FFF2-40B4-BE49-F238E27FC236}">
                <a16:creationId xmlns:a16="http://schemas.microsoft.com/office/drawing/2014/main" id="{6065E043-00A0-4681-9A2D-6DCA1E6EF99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7" name="Rectangle 254">
            <a:extLst>
              <a:ext uri="{FF2B5EF4-FFF2-40B4-BE49-F238E27FC236}">
                <a16:creationId xmlns:a16="http://schemas.microsoft.com/office/drawing/2014/main" id="{CE169FB0-5491-4F5D-BC9E-C9846ADDC0B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8" name="Rectangle 255">
            <a:extLst>
              <a:ext uri="{FF2B5EF4-FFF2-40B4-BE49-F238E27FC236}">
                <a16:creationId xmlns:a16="http://schemas.microsoft.com/office/drawing/2014/main" id="{2057D317-5E06-487E-8C29-ACF2FBFDAD7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285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Rectangle 5">
            <a:extLst>
              <a:ext uri="{FF2B5EF4-FFF2-40B4-BE49-F238E27FC236}">
                <a16:creationId xmlns:a16="http://schemas.microsoft.com/office/drawing/2014/main" id="{85C298FF-97F9-4147-B827-D8E5136C2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8" name="Rectangle 6">
            <a:extLst>
              <a:ext uri="{FF2B5EF4-FFF2-40B4-BE49-F238E27FC236}">
                <a16:creationId xmlns:a16="http://schemas.microsoft.com/office/drawing/2014/main" id="{9408EFDD-1492-4223-8E65-A093D2F1B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9" name="Rectangle 7">
            <a:extLst>
              <a:ext uri="{FF2B5EF4-FFF2-40B4-BE49-F238E27FC236}">
                <a16:creationId xmlns:a16="http://schemas.microsoft.com/office/drawing/2014/main" id="{F894E7F8-7101-42ED-9EE3-85F58C6EF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0" name="Rectangle 8">
            <a:extLst>
              <a:ext uri="{FF2B5EF4-FFF2-40B4-BE49-F238E27FC236}">
                <a16:creationId xmlns:a16="http://schemas.microsoft.com/office/drawing/2014/main" id="{877C8C7E-1793-4536-97A4-63A3591EF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1" name="Rectangle 9">
            <a:extLst>
              <a:ext uri="{FF2B5EF4-FFF2-40B4-BE49-F238E27FC236}">
                <a16:creationId xmlns:a16="http://schemas.microsoft.com/office/drawing/2014/main" id="{077D2BC4-41B3-4D98-84CA-A2503EF13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2" name="Rectangle 10">
            <a:extLst>
              <a:ext uri="{FF2B5EF4-FFF2-40B4-BE49-F238E27FC236}">
                <a16:creationId xmlns:a16="http://schemas.microsoft.com/office/drawing/2014/main" id="{DE4270DF-458E-4975-B86F-E605B966C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3" name="Rectangle 11">
            <a:extLst>
              <a:ext uri="{FF2B5EF4-FFF2-40B4-BE49-F238E27FC236}">
                <a16:creationId xmlns:a16="http://schemas.microsoft.com/office/drawing/2014/main" id="{5334B1DA-DE9D-46A4-B1CC-07D8B5B37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4" name="Rectangle 12">
            <a:extLst>
              <a:ext uri="{FF2B5EF4-FFF2-40B4-BE49-F238E27FC236}">
                <a16:creationId xmlns:a16="http://schemas.microsoft.com/office/drawing/2014/main" id="{1CF1EF4A-5FEC-4B62-A622-2DEE7B72C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5" name="Rectangle 13">
            <a:extLst>
              <a:ext uri="{FF2B5EF4-FFF2-40B4-BE49-F238E27FC236}">
                <a16:creationId xmlns:a16="http://schemas.microsoft.com/office/drawing/2014/main" id="{322BDF90-AD9B-4F68-8F1B-8AE6FD1E4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6" name="Rectangle 14">
            <a:extLst>
              <a:ext uri="{FF2B5EF4-FFF2-40B4-BE49-F238E27FC236}">
                <a16:creationId xmlns:a16="http://schemas.microsoft.com/office/drawing/2014/main" id="{93F9BC3E-2349-4557-A942-FF58D3497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7" name="Rectangle 15">
            <a:extLst>
              <a:ext uri="{FF2B5EF4-FFF2-40B4-BE49-F238E27FC236}">
                <a16:creationId xmlns:a16="http://schemas.microsoft.com/office/drawing/2014/main" id="{D4E479F8-DBB7-4E24-82DB-9187E1DA1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8" name="Rectangle 16">
            <a:extLst>
              <a:ext uri="{FF2B5EF4-FFF2-40B4-BE49-F238E27FC236}">
                <a16:creationId xmlns:a16="http://schemas.microsoft.com/office/drawing/2014/main" id="{88729413-47AC-4DEA-A613-0B6158FCB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9" name="Rectangle 17">
            <a:extLst>
              <a:ext uri="{FF2B5EF4-FFF2-40B4-BE49-F238E27FC236}">
                <a16:creationId xmlns:a16="http://schemas.microsoft.com/office/drawing/2014/main" id="{20F824DD-152A-4F6D-952E-24ADD1A8C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0" name="Rectangle 18">
            <a:extLst>
              <a:ext uri="{FF2B5EF4-FFF2-40B4-BE49-F238E27FC236}">
                <a16:creationId xmlns:a16="http://schemas.microsoft.com/office/drawing/2014/main" id="{951C09E8-C755-4AEB-9C27-AE9621753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1" name="Rectangle 19">
            <a:extLst>
              <a:ext uri="{FF2B5EF4-FFF2-40B4-BE49-F238E27FC236}">
                <a16:creationId xmlns:a16="http://schemas.microsoft.com/office/drawing/2014/main" id="{32F64432-EE66-40C8-A67A-FA722F75D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2" name="Rectangle 20">
            <a:extLst>
              <a:ext uri="{FF2B5EF4-FFF2-40B4-BE49-F238E27FC236}">
                <a16:creationId xmlns:a16="http://schemas.microsoft.com/office/drawing/2014/main" id="{29005991-F871-4DFB-9517-DCB334B68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3" name="Rectangle 21">
            <a:extLst>
              <a:ext uri="{FF2B5EF4-FFF2-40B4-BE49-F238E27FC236}">
                <a16:creationId xmlns:a16="http://schemas.microsoft.com/office/drawing/2014/main" id="{1C601034-B07F-4FCA-B65F-4BA94F1FE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4" name="Rectangle 22">
            <a:extLst>
              <a:ext uri="{FF2B5EF4-FFF2-40B4-BE49-F238E27FC236}">
                <a16:creationId xmlns:a16="http://schemas.microsoft.com/office/drawing/2014/main" id="{A3C10F51-A92E-4F5D-841E-2495E85BD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5" name="Rectangle 23">
            <a:extLst>
              <a:ext uri="{FF2B5EF4-FFF2-40B4-BE49-F238E27FC236}">
                <a16:creationId xmlns:a16="http://schemas.microsoft.com/office/drawing/2014/main" id="{8656C742-4C71-41EC-9EED-8A0FF35A8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6" name="Rectangle 24">
            <a:extLst>
              <a:ext uri="{FF2B5EF4-FFF2-40B4-BE49-F238E27FC236}">
                <a16:creationId xmlns:a16="http://schemas.microsoft.com/office/drawing/2014/main" id="{DD7837C0-45DC-47B0-8EB6-E1AFA3DF2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7" name="Rectangle 25">
            <a:extLst>
              <a:ext uri="{FF2B5EF4-FFF2-40B4-BE49-F238E27FC236}">
                <a16:creationId xmlns:a16="http://schemas.microsoft.com/office/drawing/2014/main" id="{C6C4A808-47AA-4933-B20F-A80BEEFBD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8" name="Rectangle 26">
            <a:extLst>
              <a:ext uri="{FF2B5EF4-FFF2-40B4-BE49-F238E27FC236}">
                <a16:creationId xmlns:a16="http://schemas.microsoft.com/office/drawing/2014/main" id="{1916F620-2E67-4716-A335-AA9D0F9A9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9" name="Rectangle 27">
            <a:extLst>
              <a:ext uri="{FF2B5EF4-FFF2-40B4-BE49-F238E27FC236}">
                <a16:creationId xmlns:a16="http://schemas.microsoft.com/office/drawing/2014/main" id="{54529738-34CA-43C1-9448-C6D7594E3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0" name="Rectangle 28">
            <a:extLst>
              <a:ext uri="{FF2B5EF4-FFF2-40B4-BE49-F238E27FC236}">
                <a16:creationId xmlns:a16="http://schemas.microsoft.com/office/drawing/2014/main" id="{AB2B254B-6166-4F70-A263-5F5630C8A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1" name="Rectangle 29">
            <a:extLst>
              <a:ext uri="{FF2B5EF4-FFF2-40B4-BE49-F238E27FC236}">
                <a16:creationId xmlns:a16="http://schemas.microsoft.com/office/drawing/2014/main" id="{CC179163-7F45-4275-B900-184CA908E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2" name="Rectangle 30">
            <a:extLst>
              <a:ext uri="{FF2B5EF4-FFF2-40B4-BE49-F238E27FC236}">
                <a16:creationId xmlns:a16="http://schemas.microsoft.com/office/drawing/2014/main" id="{A16179B1-495E-40B6-BA3E-4FE45BD06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1" name="Rectangle 32">
            <a:extLst>
              <a:ext uri="{FF2B5EF4-FFF2-40B4-BE49-F238E27FC236}">
                <a16:creationId xmlns:a16="http://schemas.microsoft.com/office/drawing/2014/main" id="{E6CEC545-E6D9-4264-BEA6-119B54AE4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2" name="Rectangle 33">
            <a:extLst>
              <a:ext uri="{FF2B5EF4-FFF2-40B4-BE49-F238E27FC236}">
                <a16:creationId xmlns:a16="http://schemas.microsoft.com/office/drawing/2014/main" id="{60C7E7B9-97E8-4AE1-A9F0-162381B38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3" name="Rectangle 34">
            <a:extLst>
              <a:ext uri="{FF2B5EF4-FFF2-40B4-BE49-F238E27FC236}">
                <a16:creationId xmlns:a16="http://schemas.microsoft.com/office/drawing/2014/main" id="{BC9E105B-3AD3-4AC9-8C4E-3DABA3F82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4" name="Rectangle 35">
            <a:extLst>
              <a:ext uri="{FF2B5EF4-FFF2-40B4-BE49-F238E27FC236}">
                <a16:creationId xmlns:a16="http://schemas.microsoft.com/office/drawing/2014/main" id="{B10232F8-CE74-495F-B906-B4B223707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5" name="Rectangle 36">
            <a:extLst>
              <a:ext uri="{FF2B5EF4-FFF2-40B4-BE49-F238E27FC236}">
                <a16:creationId xmlns:a16="http://schemas.microsoft.com/office/drawing/2014/main" id="{377EBFB6-EE61-435B-A0EA-67D67D892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6" name="Rectangle 37">
            <a:extLst>
              <a:ext uri="{FF2B5EF4-FFF2-40B4-BE49-F238E27FC236}">
                <a16:creationId xmlns:a16="http://schemas.microsoft.com/office/drawing/2014/main" id="{7837C467-758B-463F-B551-93C783E12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7" name="Rectangle 38">
            <a:extLst>
              <a:ext uri="{FF2B5EF4-FFF2-40B4-BE49-F238E27FC236}">
                <a16:creationId xmlns:a16="http://schemas.microsoft.com/office/drawing/2014/main" id="{C77A01F7-C261-4381-86C3-4C89EE66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8" name="Rectangle 39">
            <a:extLst>
              <a:ext uri="{FF2B5EF4-FFF2-40B4-BE49-F238E27FC236}">
                <a16:creationId xmlns:a16="http://schemas.microsoft.com/office/drawing/2014/main" id="{7477D541-DCD7-4A47-BAD6-421CE795D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9" name="Rectangle 40">
            <a:extLst>
              <a:ext uri="{FF2B5EF4-FFF2-40B4-BE49-F238E27FC236}">
                <a16:creationId xmlns:a16="http://schemas.microsoft.com/office/drawing/2014/main" id="{4E64ADB5-6C15-4DFA-A1D8-CCB52869E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0" name="Rectangle 41">
            <a:extLst>
              <a:ext uri="{FF2B5EF4-FFF2-40B4-BE49-F238E27FC236}">
                <a16:creationId xmlns:a16="http://schemas.microsoft.com/office/drawing/2014/main" id="{AC57F5E1-8997-4B18-B946-EC6DFA386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1" name="Rectangle 42">
            <a:extLst>
              <a:ext uri="{FF2B5EF4-FFF2-40B4-BE49-F238E27FC236}">
                <a16:creationId xmlns:a16="http://schemas.microsoft.com/office/drawing/2014/main" id="{AC1B45CA-8F96-41DA-A93A-FD14080BE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2" name="Rectangle 43">
            <a:extLst>
              <a:ext uri="{FF2B5EF4-FFF2-40B4-BE49-F238E27FC236}">
                <a16:creationId xmlns:a16="http://schemas.microsoft.com/office/drawing/2014/main" id="{703118E8-5E3B-4DFA-9921-369E22CA0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3" name="Rectangle 44">
            <a:extLst>
              <a:ext uri="{FF2B5EF4-FFF2-40B4-BE49-F238E27FC236}">
                <a16:creationId xmlns:a16="http://schemas.microsoft.com/office/drawing/2014/main" id="{ED301010-E5DC-4676-A476-7C14D84A5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4" name="Rectangle 45">
            <a:extLst>
              <a:ext uri="{FF2B5EF4-FFF2-40B4-BE49-F238E27FC236}">
                <a16:creationId xmlns:a16="http://schemas.microsoft.com/office/drawing/2014/main" id="{37F85CBA-9F8F-490A-A6C5-555D548FD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5" name="Rectangle 46">
            <a:extLst>
              <a:ext uri="{FF2B5EF4-FFF2-40B4-BE49-F238E27FC236}">
                <a16:creationId xmlns:a16="http://schemas.microsoft.com/office/drawing/2014/main" id="{4CDDB648-0406-4415-9B3A-F56F9D7B2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6" name="Rectangle 47">
            <a:extLst>
              <a:ext uri="{FF2B5EF4-FFF2-40B4-BE49-F238E27FC236}">
                <a16:creationId xmlns:a16="http://schemas.microsoft.com/office/drawing/2014/main" id="{9656844F-AFE3-4957-A69F-F4A848FEF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7" name="Rectangle 48">
            <a:extLst>
              <a:ext uri="{FF2B5EF4-FFF2-40B4-BE49-F238E27FC236}">
                <a16:creationId xmlns:a16="http://schemas.microsoft.com/office/drawing/2014/main" id="{5A3A99BA-4854-4231-B6BB-888D83A01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8" name="Rectangle 49">
            <a:extLst>
              <a:ext uri="{FF2B5EF4-FFF2-40B4-BE49-F238E27FC236}">
                <a16:creationId xmlns:a16="http://schemas.microsoft.com/office/drawing/2014/main" id="{22B51AD2-0C6E-467F-A47F-34DAB5BB7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9" name="Rectangle 50">
            <a:extLst>
              <a:ext uri="{FF2B5EF4-FFF2-40B4-BE49-F238E27FC236}">
                <a16:creationId xmlns:a16="http://schemas.microsoft.com/office/drawing/2014/main" id="{EDE14BA8-EBD0-4206-8FB2-6B9E4AB28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0" name="Rectangle 51">
            <a:extLst>
              <a:ext uri="{FF2B5EF4-FFF2-40B4-BE49-F238E27FC236}">
                <a16:creationId xmlns:a16="http://schemas.microsoft.com/office/drawing/2014/main" id="{F2846FEF-2688-4964-A02B-231009108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1" name="Rectangle 52">
            <a:extLst>
              <a:ext uri="{FF2B5EF4-FFF2-40B4-BE49-F238E27FC236}">
                <a16:creationId xmlns:a16="http://schemas.microsoft.com/office/drawing/2014/main" id="{93E03F91-49D8-43EE-B637-0558AECB0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2" name="Rectangle 53">
            <a:extLst>
              <a:ext uri="{FF2B5EF4-FFF2-40B4-BE49-F238E27FC236}">
                <a16:creationId xmlns:a16="http://schemas.microsoft.com/office/drawing/2014/main" id="{25EB1B6D-371C-4129-8792-C87711A4D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3283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3" name="Rectangle 54">
            <a:extLst>
              <a:ext uri="{FF2B5EF4-FFF2-40B4-BE49-F238E27FC236}">
                <a16:creationId xmlns:a16="http://schemas.microsoft.com/office/drawing/2014/main" id="{F0762AD7-4B47-41B5-90EC-26D5248FC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4" name="Rectangle 55">
            <a:extLst>
              <a:ext uri="{FF2B5EF4-FFF2-40B4-BE49-F238E27FC236}">
                <a16:creationId xmlns:a16="http://schemas.microsoft.com/office/drawing/2014/main" id="{77F5372A-DF0C-4EB4-8383-88ACAFBC3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5" name="Rectangle 56">
            <a:extLst>
              <a:ext uri="{FF2B5EF4-FFF2-40B4-BE49-F238E27FC236}">
                <a16:creationId xmlns:a16="http://schemas.microsoft.com/office/drawing/2014/main" id="{E1647C36-4FD2-4648-B99F-D1A25055E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6" name="Rectangle 57">
            <a:extLst>
              <a:ext uri="{FF2B5EF4-FFF2-40B4-BE49-F238E27FC236}">
                <a16:creationId xmlns:a16="http://schemas.microsoft.com/office/drawing/2014/main" id="{ACEC7B34-ADAF-47D3-BF11-ED91BA7A1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5" name="Rectangle 59">
            <a:extLst>
              <a:ext uri="{FF2B5EF4-FFF2-40B4-BE49-F238E27FC236}">
                <a16:creationId xmlns:a16="http://schemas.microsoft.com/office/drawing/2014/main" id="{D5764D4B-1D40-4C27-A916-0AC8D9299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6" name="Rectangle 60">
            <a:extLst>
              <a:ext uri="{FF2B5EF4-FFF2-40B4-BE49-F238E27FC236}">
                <a16:creationId xmlns:a16="http://schemas.microsoft.com/office/drawing/2014/main" id="{8D6FB00B-87D1-4116-9000-867A2BDD9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7" name="Rectangle 61">
            <a:extLst>
              <a:ext uri="{FF2B5EF4-FFF2-40B4-BE49-F238E27FC236}">
                <a16:creationId xmlns:a16="http://schemas.microsoft.com/office/drawing/2014/main" id="{13141309-AB43-4A97-A80F-35655D9BF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8" name="Rectangle 62">
            <a:extLst>
              <a:ext uri="{FF2B5EF4-FFF2-40B4-BE49-F238E27FC236}">
                <a16:creationId xmlns:a16="http://schemas.microsoft.com/office/drawing/2014/main" id="{C9A0F710-6D9F-43AD-AC28-FF4E52165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9" name="Rectangle 63">
            <a:extLst>
              <a:ext uri="{FF2B5EF4-FFF2-40B4-BE49-F238E27FC236}">
                <a16:creationId xmlns:a16="http://schemas.microsoft.com/office/drawing/2014/main" id="{22D043F3-2F25-42E6-A0CC-C1417E89D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0" name="Rectangle 64">
            <a:extLst>
              <a:ext uri="{FF2B5EF4-FFF2-40B4-BE49-F238E27FC236}">
                <a16:creationId xmlns:a16="http://schemas.microsoft.com/office/drawing/2014/main" id="{128AE702-54D4-4937-85C0-321F9B6D1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1" name="Rectangle 65">
            <a:extLst>
              <a:ext uri="{FF2B5EF4-FFF2-40B4-BE49-F238E27FC236}">
                <a16:creationId xmlns:a16="http://schemas.microsoft.com/office/drawing/2014/main" id="{495CD95D-8E09-4DE3-AD35-D07AE4DAC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2" name="Rectangle 66">
            <a:extLst>
              <a:ext uri="{FF2B5EF4-FFF2-40B4-BE49-F238E27FC236}">
                <a16:creationId xmlns:a16="http://schemas.microsoft.com/office/drawing/2014/main" id="{F9E349F8-478A-454D-B3EF-507AC5975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3" name="Rectangle 67">
            <a:extLst>
              <a:ext uri="{FF2B5EF4-FFF2-40B4-BE49-F238E27FC236}">
                <a16:creationId xmlns:a16="http://schemas.microsoft.com/office/drawing/2014/main" id="{038DA8FC-06DE-457C-A8EE-5A7FEC447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4" name="Rectangle 68">
            <a:extLst>
              <a:ext uri="{FF2B5EF4-FFF2-40B4-BE49-F238E27FC236}">
                <a16:creationId xmlns:a16="http://schemas.microsoft.com/office/drawing/2014/main" id="{37F3C727-E73B-4515-BA7B-40F081102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5" name="Rectangle 69">
            <a:extLst>
              <a:ext uri="{FF2B5EF4-FFF2-40B4-BE49-F238E27FC236}">
                <a16:creationId xmlns:a16="http://schemas.microsoft.com/office/drawing/2014/main" id="{7ACA813C-C067-4264-85A3-D6CC63AFF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6" name="Rectangle 70">
            <a:extLst>
              <a:ext uri="{FF2B5EF4-FFF2-40B4-BE49-F238E27FC236}">
                <a16:creationId xmlns:a16="http://schemas.microsoft.com/office/drawing/2014/main" id="{7F1EFEF0-7477-4565-8B37-7950FACA6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7" name="Rectangle 71">
            <a:extLst>
              <a:ext uri="{FF2B5EF4-FFF2-40B4-BE49-F238E27FC236}">
                <a16:creationId xmlns:a16="http://schemas.microsoft.com/office/drawing/2014/main" id="{F425C54F-BDFC-4555-881A-B6F267624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8" name="Rectangle 72">
            <a:extLst>
              <a:ext uri="{FF2B5EF4-FFF2-40B4-BE49-F238E27FC236}">
                <a16:creationId xmlns:a16="http://schemas.microsoft.com/office/drawing/2014/main" id="{213AFED9-7175-4A0D-92DC-B39BAE0FD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9" name="Rectangle 73">
            <a:extLst>
              <a:ext uri="{FF2B5EF4-FFF2-40B4-BE49-F238E27FC236}">
                <a16:creationId xmlns:a16="http://schemas.microsoft.com/office/drawing/2014/main" id="{9E4FCFC2-A1ED-453A-B612-E5E0B39C2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0" name="Rectangle 74">
            <a:extLst>
              <a:ext uri="{FF2B5EF4-FFF2-40B4-BE49-F238E27FC236}">
                <a16:creationId xmlns:a16="http://schemas.microsoft.com/office/drawing/2014/main" id="{1C9D742B-9152-4EF7-A612-B519BF62C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1" name="Rectangle 75">
            <a:extLst>
              <a:ext uri="{FF2B5EF4-FFF2-40B4-BE49-F238E27FC236}">
                <a16:creationId xmlns:a16="http://schemas.microsoft.com/office/drawing/2014/main" id="{2149792F-282E-44D6-84AE-7D31FA24B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2" name="Rectangle 76">
            <a:extLst>
              <a:ext uri="{FF2B5EF4-FFF2-40B4-BE49-F238E27FC236}">
                <a16:creationId xmlns:a16="http://schemas.microsoft.com/office/drawing/2014/main" id="{BEAFEECA-B893-49C1-9039-812C4AF54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3" name="Rectangle 77">
            <a:extLst>
              <a:ext uri="{FF2B5EF4-FFF2-40B4-BE49-F238E27FC236}">
                <a16:creationId xmlns:a16="http://schemas.microsoft.com/office/drawing/2014/main" id="{122E4F71-6D60-47F1-8100-1C8190AAD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4" name="Rectangle 78">
            <a:extLst>
              <a:ext uri="{FF2B5EF4-FFF2-40B4-BE49-F238E27FC236}">
                <a16:creationId xmlns:a16="http://schemas.microsoft.com/office/drawing/2014/main" id="{E9A54785-45A1-4BC8-A85E-CA3EB19FF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5" name="Rectangle 79">
            <a:extLst>
              <a:ext uri="{FF2B5EF4-FFF2-40B4-BE49-F238E27FC236}">
                <a16:creationId xmlns:a16="http://schemas.microsoft.com/office/drawing/2014/main" id="{D765DC5F-87A3-4E46-88C5-F2101A294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6" name="Rectangle 80">
            <a:extLst>
              <a:ext uri="{FF2B5EF4-FFF2-40B4-BE49-F238E27FC236}">
                <a16:creationId xmlns:a16="http://schemas.microsoft.com/office/drawing/2014/main" id="{644B6B17-5BBC-4A03-8899-52E7DF7FE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7" name="Rectangle 81">
            <a:extLst>
              <a:ext uri="{FF2B5EF4-FFF2-40B4-BE49-F238E27FC236}">
                <a16:creationId xmlns:a16="http://schemas.microsoft.com/office/drawing/2014/main" id="{987BE756-32EA-455B-8130-C8E83B1B3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8" name="Rectangle 82">
            <a:extLst>
              <a:ext uri="{FF2B5EF4-FFF2-40B4-BE49-F238E27FC236}">
                <a16:creationId xmlns:a16="http://schemas.microsoft.com/office/drawing/2014/main" id="{5C7821F2-B5EF-4833-B9B9-5AE62E011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9" name="Rectangle 83">
            <a:extLst>
              <a:ext uri="{FF2B5EF4-FFF2-40B4-BE49-F238E27FC236}">
                <a16:creationId xmlns:a16="http://schemas.microsoft.com/office/drawing/2014/main" id="{EDF1C499-3F66-4B42-92C0-855DDB14C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0" name="Rectangle 84">
            <a:extLst>
              <a:ext uri="{FF2B5EF4-FFF2-40B4-BE49-F238E27FC236}">
                <a16:creationId xmlns:a16="http://schemas.microsoft.com/office/drawing/2014/main" id="{3A95874A-F523-4169-A3FB-782B25C88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3882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9" name="Rectangle 5">
            <a:extLst>
              <a:ext uri="{FF2B5EF4-FFF2-40B4-BE49-F238E27FC236}">
                <a16:creationId xmlns:a16="http://schemas.microsoft.com/office/drawing/2014/main" id="{6291B61F-460B-41F6-82CC-088066FD8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0" name="Rectangle 6">
            <a:extLst>
              <a:ext uri="{FF2B5EF4-FFF2-40B4-BE49-F238E27FC236}">
                <a16:creationId xmlns:a16="http://schemas.microsoft.com/office/drawing/2014/main" id="{C588270F-A3F7-4DD2-8B81-C30BA6412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1" name="Rectangle 7">
            <a:extLst>
              <a:ext uri="{FF2B5EF4-FFF2-40B4-BE49-F238E27FC236}">
                <a16:creationId xmlns:a16="http://schemas.microsoft.com/office/drawing/2014/main" id="{050F8909-1A69-4BF3-BC80-ECD1B486F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2" name="Rectangle 8">
            <a:extLst>
              <a:ext uri="{FF2B5EF4-FFF2-40B4-BE49-F238E27FC236}">
                <a16:creationId xmlns:a16="http://schemas.microsoft.com/office/drawing/2014/main" id="{995EC835-8CAE-48D8-ADF0-22B6D986B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3" name="Rectangle 9">
            <a:extLst>
              <a:ext uri="{FF2B5EF4-FFF2-40B4-BE49-F238E27FC236}">
                <a16:creationId xmlns:a16="http://schemas.microsoft.com/office/drawing/2014/main" id="{5076577D-01F8-484C-8AEB-1091039A6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4" name="Rectangle 10">
            <a:extLst>
              <a:ext uri="{FF2B5EF4-FFF2-40B4-BE49-F238E27FC236}">
                <a16:creationId xmlns:a16="http://schemas.microsoft.com/office/drawing/2014/main" id="{5FAA1557-63ED-4C2E-89BE-E827B69C4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5" name="Rectangle 11">
            <a:extLst>
              <a:ext uri="{FF2B5EF4-FFF2-40B4-BE49-F238E27FC236}">
                <a16:creationId xmlns:a16="http://schemas.microsoft.com/office/drawing/2014/main" id="{63D8B1EF-AF76-4A72-B4E3-FC4D1B4E7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6" name="Rectangle 12">
            <a:extLst>
              <a:ext uri="{FF2B5EF4-FFF2-40B4-BE49-F238E27FC236}">
                <a16:creationId xmlns:a16="http://schemas.microsoft.com/office/drawing/2014/main" id="{4DF3DA51-2B69-42BD-A6DE-6F85AA116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7" name="Rectangle 13">
            <a:extLst>
              <a:ext uri="{FF2B5EF4-FFF2-40B4-BE49-F238E27FC236}">
                <a16:creationId xmlns:a16="http://schemas.microsoft.com/office/drawing/2014/main" id="{464ECA3E-44D7-43DE-A35E-EADB2D8D7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8" name="Rectangle 14">
            <a:extLst>
              <a:ext uri="{FF2B5EF4-FFF2-40B4-BE49-F238E27FC236}">
                <a16:creationId xmlns:a16="http://schemas.microsoft.com/office/drawing/2014/main" id="{36E4F914-DFE7-4297-8E42-A27710155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9" name="Rectangle 15">
            <a:extLst>
              <a:ext uri="{FF2B5EF4-FFF2-40B4-BE49-F238E27FC236}">
                <a16:creationId xmlns:a16="http://schemas.microsoft.com/office/drawing/2014/main" id="{164AA26B-0915-4E61-AFF2-BDA8ED551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0" name="Rectangle 16">
            <a:extLst>
              <a:ext uri="{FF2B5EF4-FFF2-40B4-BE49-F238E27FC236}">
                <a16:creationId xmlns:a16="http://schemas.microsoft.com/office/drawing/2014/main" id="{D5AB2E4B-626F-4072-87E5-595D35EFA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1" name="Rectangle 17">
            <a:extLst>
              <a:ext uri="{FF2B5EF4-FFF2-40B4-BE49-F238E27FC236}">
                <a16:creationId xmlns:a16="http://schemas.microsoft.com/office/drawing/2014/main" id="{65DAB362-330B-46D1-BCA8-58DF84B02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2" name="Rectangle 18">
            <a:extLst>
              <a:ext uri="{FF2B5EF4-FFF2-40B4-BE49-F238E27FC236}">
                <a16:creationId xmlns:a16="http://schemas.microsoft.com/office/drawing/2014/main" id="{354D240F-C2AD-45B8-AC36-32AD2EAD6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3" name="Rectangle 19">
            <a:extLst>
              <a:ext uri="{FF2B5EF4-FFF2-40B4-BE49-F238E27FC236}">
                <a16:creationId xmlns:a16="http://schemas.microsoft.com/office/drawing/2014/main" id="{90E2C084-FE42-498D-9DD1-54C9F1833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4" name="Rectangle 20">
            <a:extLst>
              <a:ext uri="{FF2B5EF4-FFF2-40B4-BE49-F238E27FC236}">
                <a16:creationId xmlns:a16="http://schemas.microsoft.com/office/drawing/2014/main" id="{C350DA86-5C2C-4CB7-B1CC-4409FC689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5" name="Rectangle 21">
            <a:extLst>
              <a:ext uri="{FF2B5EF4-FFF2-40B4-BE49-F238E27FC236}">
                <a16:creationId xmlns:a16="http://schemas.microsoft.com/office/drawing/2014/main" id="{3476D016-BE0E-40FB-AE03-36C720631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6" name="Rectangle 22">
            <a:extLst>
              <a:ext uri="{FF2B5EF4-FFF2-40B4-BE49-F238E27FC236}">
                <a16:creationId xmlns:a16="http://schemas.microsoft.com/office/drawing/2014/main" id="{4207A264-69D9-418A-8329-92D261B9B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7" name="Rectangle 23">
            <a:extLst>
              <a:ext uri="{FF2B5EF4-FFF2-40B4-BE49-F238E27FC236}">
                <a16:creationId xmlns:a16="http://schemas.microsoft.com/office/drawing/2014/main" id="{A6B0A29B-A2CB-436D-9F5A-97AC9E9B3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8" name="Rectangle 24">
            <a:extLst>
              <a:ext uri="{FF2B5EF4-FFF2-40B4-BE49-F238E27FC236}">
                <a16:creationId xmlns:a16="http://schemas.microsoft.com/office/drawing/2014/main" id="{E9855E46-BFAF-42D9-AC3D-C449C9315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9" name="Rectangle 25">
            <a:extLst>
              <a:ext uri="{FF2B5EF4-FFF2-40B4-BE49-F238E27FC236}">
                <a16:creationId xmlns:a16="http://schemas.microsoft.com/office/drawing/2014/main" id="{8A0832E2-B419-44F2-AA90-20EF15282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0" name="Rectangle 26">
            <a:extLst>
              <a:ext uri="{FF2B5EF4-FFF2-40B4-BE49-F238E27FC236}">
                <a16:creationId xmlns:a16="http://schemas.microsoft.com/office/drawing/2014/main" id="{19E36BF2-3D4E-4C2B-8D4A-DCF9E92FA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4553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1" name="Rectangle 27">
            <a:extLst>
              <a:ext uri="{FF2B5EF4-FFF2-40B4-BE49-F238E27FC236}">
                <a16:creationId xmlns:a16="http://schemas.microsoft.com/office/drawing/2014/main" id="{038C7A5F-FE20-45D2-9A21-6F27B6DEE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2" name="Rectangle 28">
            <a:extLst>
              <a:ext uri="{FF2B5EF4-FFF2-40B4-BE49-F238E27FC236}">
                <a16:creationId xmlns:a16="http://schemas.microsoft.com/office/drawing/2014/main" id="{E6296672-5055-43EF-8C50-F99741CCA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45539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3" name="Rectangle 29">
            <a:extLst>
              <a:ext uri="{FF2B5EF4-FFF2-40B4-BE49-F238E27FC236}">
                <a16:creationId xmlns:a16="http://schemas.microsoft.com/office/drawing/2014/main" id="{9F789C90-FBCD-48B5-800E-482955528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4" name="Rectangle 30">
            <a:extLst>
              <a:ext uri="{FF2B5EF4-FFF2-40B4-BE49-F238E27FC236}">
                <a16:creationId xmlns:a16="http://schemas.microsoft.com/office/drawing/2014/main" id="{DDF49BA7-3A02-4020-A1E4-11270C686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3" name="Rectangle 32">
            <a:extLst>
              <a:ext uri="{FF2B5EF4-FFF2-40B4-BE49-F238E27FC236}">
                <a16:creationId xmlns:a16="http://schemas.microsoft.com/office/drawing/2014/main" id="{B4B13D94-DCE1-468B-AF50-848FB46E4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4" name="Rectangle 33">
            <a:extLst>
              <a:ext uri="{FF2B5EF4-FFF2-40B4-BE49-F238E27FC236}">
                <a16:creationId xmlns:a16="http://schemas.microsoft.com/office/drawing/2014/main" id="{D42897BB-EFBB-4C3E-B7D8-39558C997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5" name="Rectangle 34">
            <a:extLst>
              <a:ext uri="{FF2B5EF4-FFF2-40B4-BE49-F238E27FC236}">
                <a16:creationId xmlns:a16="http://schemas.microsoft.com/office/drawing/2014/main" id="{4FAE9ED1-B75E-4074-8A29-538EBAC75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6" name="Rectangle 35">
            <a:extLst>
              <a:ext uri="{FF2B5EF4-FFF2-40B4-BE49-F238E27FC236}">
                <a16:creationId xmlns:a16="http://schemas.microsoft.com/office/drawing/2014/main" id="{04AF33C2-82DD-4449-B5ED-C6E11A917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7" name="Rectangle 36">
            <a:extLst>
              <a:ext uri="{FF2B5EF4-FFF2-40B4-BE49-F238E27FC236}">
                <a16:creationId xmlns:a16="http://schemas.microsoft.com/office/drawing/2014/main" id="{A402AA2F-3566-4F90-A3D7-2F6ACC059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8" name="Rectangle 37">
            <a:extLst>
              <a:ext uri="{FF2B5EF4-FFF2-40B4-BE49-F238E27FC236}">
                <a16:creationId xmlns:a16="http://schemas.microsoft.com/office/drawing/2014/main" id="{12257C74-8FE2-4A5A-AE7D-4253FD48B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9" name="Rectangle 38">
            <a:extLst>
              <a:ext uri="{FF2B5EF4-FFF2-40B4-BE49-F238E27FC236}">
                <a16:creationId xmlns:a16="http://schemas.microsoft.com/office/drawing/2014/main" id="{EDCCE78B-73E1-4347-A0AB-893F31DE0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0" name="Rectangle 39">
            <a:extLst>
              <a:ext uri="{FF2B5EF4-FFF2-40B4-BE49-F238E27FC236}">
                <a16:creationId xmlns:a16="http://schemas.microsoft.com/office/drawing/2014/main" id="{71A20C81-1914-4715-86F6-FC2A3887F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1" name="Rectangle 40">
            <a:extLst>
              <a:ext uri="{FF2B5EF4-FFF2-40B4-BE49-F238E27FC236}">
                <a16:creationId xmlns:a16="http://schemas.microsoft.com/office/drawing/2014/main" id="{30EB0F8B-2241-4BB6-B10C-10150726F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2" name="Rectangle 41">
            <a:extLst>
              <a:ext uri="{FF2B5EF4-FFF2-40B4-BE49-F238E27FC236}">
                <a16:creationId xmlns:a16="http://schemas.microsoft.com/office/drawing/2014/main" id="{93DC7C70-8C17-43A4-9F9B-0C24A1A88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3" name="Rectangle 42">
            <a:extLst>
              <a:ext uri="{FF2B5EF4-FFF2-40B4-BE49-F238E27FC236}">
                <a16:creationId xmlns:a16="http://schemas.microsoft.com/office/drawing/2014/main" id="{700DA9A2-C7ED-46FB-B7ED-912E60E91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4" name="Rectangle 43">
            <a:extLst>
              <a:ext uri="{FF2B5EF4-FFF2-40B4-BE49-F238E27FC236}">
                <a16:creationId xmlns:a16="http://schemas.microsoft.com/office/drawing/2014/main" id="{23993B3F-B1E2-4626-915E-30EA0C271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5" name="Rectangle 44">
            <a:extLst>
              <a:ext uri="{FF2B5EF4-FFF2-40B4-BE49-F238E27FC236}">
                <a16:creationId xmlns:a16="http://schemas.microsoft.com/office/drawing/2014/main" id="{70A847F2-326C-4A11-90C5-5A5E3BC00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6" name="Rectangle 45">
            <a:extLst>
              <a:ext uri="{FF2B5EF4-FFF2-40B4-BE49-F238E27FC236}">
                <a16:creationId xmlns:a16="http://schemas.microsoft.com/office/drawing/2014/main" id="{D050CF34-CB80-475B-86F9-30114A7E6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7" name="Rectangle 46">
            <a:extLst>
              <a:ext uri="{FF2B5EF4-FFF2-40B4-BE49-F238E27FC236}">
                <a16:creationId xmlns:a16="http://schemas.microsoft.com/office/drawing/2014/main" id="{72F7682D-8B8B-4827-9F84-5A883F257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8" name="Rectangle 47">
            <a:extLst>
              <a:ext uri="{FF2B5EF4-FFF2-40B4-BE49-F238E27FC236}">
                <a16:creationId xmlns:a16="http://schemas.microsoft.com/office/drawing/2014/main" id="{096B96DB-AD07-4F59-8D81-878896D60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9" name="Rectangle 48">
            <a:extLst>
              <a:ext uri="{FF2B5EF4-FFF2-40B4-BE49-F238E27FC236}">
                <a16:creationId xmlns:a16="http://schemas.microsoft.com/office/drawing/2014/main" id="{8B2388B0-7437-4F3C-B5AF-A99838656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0" name="Rectangle 49">
            <a:extLst>
              <a:ext uri="{FF2B5EF4-FFF2-40B4-BE49-F238E27FC236}">
                <a16:creationId xmlns:a16="http://schemas.microsoft.com/office/drawing/2014/main" id="{FBE62A09-5F6A-4BC0-9413-4B7222385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1" name="Rectangle 50">
            <a:extLst>
              <a:ext uri="{FF2B5EF4-FFF2-40B4-BE49-F238E27FC236}">
                <a16:creationId xmlns:a16="http://schemas.microsoft.com/office/drawing/2014/main" id="{FD4120A0-F176-4CF5-BD30-0A467CCD6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2" name="Rectangle 51">
            <a:extLst>
              <a:ext uri="{FF2B5EF4-FFF2-40B4-BE49-F238E27FC236}">
                <a16:creationId xmlns:a16="http://schemas.microsoft.com/office/drawing/2014/main" id="{8075DBF6-9812-49E0-8973-F29DF4621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3" name="Rectangle 52">
            <a:extLst>
              <a:ext uri="{FF2B5EF4-FFF2-40B4-BE49-F238E27FC236}">
                <a16:creationId xmlns:a16="http://schemas.microsoft.com/office/drawing/2014/main" id="{55CA37AD-A3E1-4489-9138-C3852B352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4" name="Rectangle 53">
            <a:extLst>
              <a:ext uri="{FF2B5EF4-FFF2-40B4-BE49-F238E27FC236}">
                <a16:creationId xmlns:a16="http://schemas.microsoft.com/office/drawing/2014/main" id="{C88268CA-A454-432A-BBC6-F3C2F2736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5" name="Rectangle 54">
            <a:extLst>
              <a:ext uri="{FF2B5EF4-FFF2-40B4-BE49-F238E27FC236}">
                <a16:creationId xmlns:a16="http://schemas.microsoft.com/office/drawing/2014/main" id="{3EA71045-4C26-49CD-944A-9D37A7B68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6" name="Rectangle 55">
            <a:extLst>
              <a:ext uri="{FF2B5EF4-FFF2-40B4-BE49-F238E27FC236}">
                <a16:creationId xmlns:a16="http://schemas.microsoft.com/office/drawing/2014/main" id="{4CA66C44-3E69-4CC0-BE3E-5099678F3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7" name="Rectangle 56">
            <a:extLst>
              <a:ext uri="{FF2B5EF4-FFF2-40B4-BE49-F238E27FC236}">
                <a16:creationId xmlns:a16="http://schemas.microsoft.com/office/drawing/2014/main" id="{DBCD939E-7346-4FE8-9A9E-3196A1634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225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8" name="Rectangle 57">
            <a:extLst>
              <a:ext uri="{FF2B5EF4-FFF2-40B4-BE49-F238E27FC236}">
                <a16:creationId xmlns:a16="http://schemas.microsoft.com/office/drawing/2014/main" id="{2048A8D9-1609-4979-9E04-CE3C74005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2251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7" name="Rectangle 59">
            <a:extLst>
              <a:ext uri="{FF2B5EF4-FFF2-40B4-BE49-F238E27FC236}">
                <a16:creationId xmlns:a16="http://schemas.microsoft.com/office/drawing/2014/main" id="{1CDD4CCD-B616-436B-A3FD-F9E6416D6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8" name="Rectangle 60">
            <a:extLst>
              <a:ext uri="{FF2B5EF4-FFF2-40B4-BE49-F238E27FC236}">
                <a16:creationId xmlns:a16="http://schemas.microsoft.com/office/drawing/2014/main" id="{C714A79D-593F-4D51-9527-0F7D44670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9" name="Rectangle 61">
            <a:extLst>
              <a:ext uri="{FF2B5EF4-FFF2-40B4-BE49-F238E27FC236}">
                <a16:creationId xmlns:a16="http://schemas.microsoft.com/office/drawing/2014/main" id="{E7C7988F-856E-46FD-8950-CCDDDA38C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0" name="Rectangle 62">
            <a:extLst>
              <a:ext uri="{FF2B5EF4-FFF2-40B4-BE49-F238E27FC236}">
                <a16:creationId xmlns:a16="http://schemas.microsoft.com/office/drawing/2014/main" id="{6A604DC1-6DD7-4A5F-939D-B7E3D6B44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1" name="Rectangle 63">
            <a:extLst>
              <a:ext uri="{FF2B5EF4-FFF2-40B4-BE49-F238E27FC236}">
                <a16:creationId xmlns:a16="http://schemas.microsoft.com/office/drawing/2014/main" id="{5E841B6F-400E-43A2-BA9E-713E1210E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2" name="Rectangle 64">
            <a:extLst>
              <a:ext uri="{FF2B5EF4-FFF2-40B4-BE49-F238E27FC236}">
                <a16:creationId xmlns:a16="http://schemas.microsoft.com/office/drawing/2014/main" id="{EB3556E4-BBFF-4497-86CB-E08210DD4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3" name="Rectangle 65">
            <a:extLst>
              <a:ext uri="{FF2B5EF4-FFF2-40B4-BE49-F238E27FC236}">
                <a16:creationId xmlns:a16="http://schemas.microsoft.com/office/drawing/2014/main" id="{4ED49176-4A95-47F2-9609-F517D91CE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4" name="Rectangle 66">
            <a:extLst>
              <a:ext uri="{FF2B5EF4-FFF2-40B4-BE49-F238E27FC236}">
                <a16:creationId xmlns:a16="http://schemas.microsoft.com/office/drawing/2014/main" id="{C285A21A-D02C-4E2C-9129-0E4FD1439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5" name="Rectangle 67">
            <a:extLst>
              <a:ext uri="{FF2B5EF4-FFF2-40B4-BE49-F238E27FC236}">
                <a16:creationId xmlns:a16="http://schemas.microsoft.com/office/drawing/2014/main" id="{0FAC70C0-5E77-440D-AA2C-C5F3A3CEC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6" name="Rectangle 68">
            <a:extLst>
              <a:ext uri="{FF2B5EF4-FFF2-40B4-BE49-F238E27FC236}">
                <a16:creationId xmlns:a16="http://schemas.microsoft.com/office/drawing/2014/main" id="{5463B017-838F-413D-8764-821503622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7" name="Rectangle 69">
            <a:extLst>
              <a:ext uri="{FF2B5EF4-FFF2-40B4-BE49-F238E27FC236}">
                <a16:creationId xmlns:a16="http://schemas.microsoft.com/office/drawing/2014/main" id="{D1A17899-795E-470F-B52B-0EE1A5143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8" name="Rectangle 70">
            <a:extLst>
              <a:ext uri="{FF2B5EF4-FFF2-40B4-BE49-F238E27FC236}">
                <a16:creationId xmlns:a16="http://schemas.microsoft.com/office/drawing/2014/main" id="{BFA98CD7-C296-4FF8-AEA4-137B730DF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9" name="Rectangle 71">
            <a:extLst>
              <a:ext uri="{FF2B5EF4-FFF2-40B4-BE49-F238E27FC236}">
                <a16:creationId xmlns:a16="http://schemas.microsoft.com/office/drawing/2014/main" id="{9F11BA7F-A440-4A5A-9145-C2CBF5DAF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0" name="Rectangle 72">
            <a:extLst>
              <a:ext uri="{FF2B5EF4-FFF2-40B4-BE49-F238E27FC236}">
                <a16:creationId xmlns:a16="http://schemas.microsoft.com/office/drawing/2014/main" id="{D21FFF55-7EAD-40FA-9864-F5B8971D1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1" name="Rectangle 73">
            <a:extLst>
              <a:ext uri="{FF2B5EF4-FFF2-40B4-BE49-F238E27FC236}">
                <a16:creationId xmlns:a16="http://schemas.microsoft.com/office/drawing/2014/main" id="{30F55C85-4BDF-4A1A-A90A-C676A9117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2" name="Rectangle 74">
            <a:extLst>
              <a:ext uri="{FF2B5EF4-FFF2-40B4-BE49-F238E27FC236}">
                <a16:creationId xmlns:a16="http://schemas.microsoft.com/office/drawing/2014/main" id="{CD376222-CE2E-460E-A86D-CEEFFC77F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3" name="Rectangle 75">
            <a:extLst>
              <a:ext uri="{FF2B5EF4-FFF2-40B4-BE49-F238E27FC236}">
                <a16:creationId xmlns:a16="http://schemas.microsoft.com/office/drawing/2014/main" id="{D9F6E244-E70D-4E98-BE65-616D29AD4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4" name="Rectangle 76">
            <a:extLst>
              <a:ext uri="{FF2B5EF4-FFF2-40B4-BE49-F238E27FC236}">
                <a16:creationId xmlns:a16="http://schemas.microsoft.com/office/drawing/2014/main" id="{E3B75F8F-57C0-4AD6-92A4-826B4281F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5" name="Rectangle 77">
            <a:extLst>
              <a:ext uri="{FF2B5EF4-FFF2-40B4-BE49-F238E27FC236}">
                <a16:creationId xmlns:a16="http://schemas.microsoft.com/office/drawing/2014/main" id="{A535E84C-3ECC-4B95-9FA9-A4AD23F2F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6" name="Rectangle 78">
            <a:extLst>
              <a:ext uri="{FF2B5EF4-FFF2-40B4-BE49-F238E27FC236}">
                <a16:creationId xmlns:a16="http://schemas.microsoft.com/office/drawing/2014/main" id="{B36D8AB3-727A-44D7-B945-11021E7E5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7" name="Rectangle 79">
            <a:extLst>
              <a:ext uri="{FF2B5EF4-FFF2-40B4-BE49-F238E27FC236}">
                <a16:creationId xmlns:a16="http://schemas.microsoft.com/office/drawing/2014/main" id="{D97F58A0-5D6C-414B-81E1-932E36D87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8" name="Rectangle 80">
            <a:extLst>
              <a:ext uri="{FF2B5EF4-FFF2-40B4-BE49-F238E27FC236}">
                <a16:creationId xmlns:a16="http://schemas.microsoft.com/office/drawing/2014/main" id="{34645A3A-2DF2-467B-ADEC-66C268007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9" name="Rectangle 81">
            <a:extLst>
              <a:ext uri="{FF2B5EF4-FFF2-40B4-BE49-F238E27FC236}">
                <a16:creationId xmlns:a16="http://schemas.microsoft.com/office/drawing/2014/main" id="{2991A0D8-2D5D-4B08-9704-9BFB93B16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0" name="Rectangle 82">
            <a:extLst>
              <a:ext uri="{FF2B5EF4-FFF2-40B4-BE49-F238E27FC236}">
                <a16:creationId xmlns:a16="http://schemas.microsoft.com/office/drawing/2014/main" id="{7128A5D3-8A8E-4A5B-ACA1-5A01DEAE2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577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1" name="Rectangle 83">
            <a:extLst>
              <a:ext uri="{FF2B5EF4-FFF2-40B4-BE49-F238E27FC236}">
                <a16:creationId xmlns:a16="http://schemas.microsoft.com/office/drawing/2014/main" id="{D017036E-3A97-4D6A-AA9F-AA9B8E3E0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2" name="Rectangle 84">
            <a:extLst>
              <a:ext uri="{FF2B5EF4-FFF2-40B4-BE49-F238E27FC236}">
                <a16:creationId xmlns:a16="http://schemas.microsoft.com/office/drawing/2014/main" id="{5BCCE486-20E6-47E4-96AF-5AFB02173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1" name="Rectangle 5">
            <a:extLst>
              <a:ext uri="{FF2B5EF4-FFF2-40B4-BE49-F238E27FC236}">
                <a16:creationId xmlns:a16="http://schemas.microsoft.com/office/drawing/2014/main" id="{AC28E286-CB3B-41B8-9829-2A09FD0F1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2" name="Rectangle 6">
            <a:extLst>
              <a:ext uri="{FF2B5EF4-FFF2-40B4-BE49-F238E27FC236}">
                <a16:creationId xmlns:a16="http://schemas.microsoft.com/office/drawing/2014/main" id="{A6CBC9BD-AE25-437A-9246-679B5C4DB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6" name="Rectangle 20">
            <a:extLst>
              <a:ext uri="{FF2B5EF4-FFF2-40B4-BE49-F238E27FC236}">
                <a16:creationId xmlns:a16="http://schemas.microsoft.com/office/drawing/2014/main" id="{0EDE0526-CBA2-4A01-9D59-24F0B138B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7" name="Rectangle 21">
            <a:extLst>
              <a:ext uri="{FF2B5EF4-FFF2-40B4-BE49-F238E27FC236}">
                <a16:creationId xmlns:a16="http://schemas.microsoft.com/office/drawing/2014/main" id="{5E66E413-A492-40ED-BCC5-F23480C01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8" name="Rectangle 22">
            <a:extLst>
              <a:ext uri="{FF2B5EF4-FFF2-40B4-BE49-F238E27FC236}">
                <a16:creationId xmlns:a16="http://schemas.microsoft.com/office/drawing/2014/main" id="{6FCFA5F2-AFE6-49D8-BE15-40E90D43F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9" name="Rectangle 23">
            <a:extLst>
              <a:ext uri="{FF2B5EF4-FFF2-40B4-BE49-F238E27FC236}">
                <a16:creationId xmlns:a16="http://schemas.microsoft.com/office/drawing/2014/main" id="{AD7A4E43-F44A-43CF-A9D7-BA4D8B2B2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0" name="Rectangle 24">
            <a:extLst>
              <a:ext uri="{FF2B5EF4-FFF2-40B4-BE49-F238E27FC236}">
                <a16:creationId xmlns:a16="http://schemas.microsoft.com/office/drawing/2014/main" id="{FC2E67AB-58DA-4BCF-81D2-0040BBD96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1" name="Rectangle 25">
            <a:extLst>
              <a:ext uri="{FF2B5EF4-FFF2-40B4-BE49-F238E27FC236}">
                <a16:creationId xmlns:a16="http://schemas.microsoft.com/office/drawing/2014/main" id="{C99A6A98-815A-4877-8FE9-06C0CB7E1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2" name="Rectangle 26">
            <a:extLst>
              <a:ext uri="{FF2B5EF4-FFF2-40B4-BE49-F238E27FC236}">
                <a16:creationId xmlns:a16="http://schemas.microsoft.com/office/drawing/2014/main" id="{C64F5A0E-D9C8-4999-8349-EA4D5F6AC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3" name="Rectangle 27">
            <a:extLst>
              <a:ext uri="{FF2B5EF4-FFF2-40B4-BE49-F238E27FC236}">
                <a16:creationId xmlns:a16="http://schemas.microsoft.com/office/drawing/2014/main" id="{6935F975-0CC7-414B-9F9C-44875EF3F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4" name="Rectangle 28">
            <a:extLst>
              <a:ext uri="{FF2B5EF4-FFF2-40B4-BE49-F238E27FC236}">
                <a16:creationId xmlns:a16="http://schemas.microsoft.com/office/drawing/2014/main" id="{21DEE8DA-7AB4-4341-BEF7-E8343A7BD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5" name="Rectangle 29">
            <a:extLst>
              <a:ext uri="{FF2B5EF4-FFF2-40B4-BE49-F238E27FC236}">
                <a16:creationId xmlns:a16="http://schemas.microsoft.com/office/drawing/2014/main" id="{AF4FCF43-3009-4229-89F8-D62F91C92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6" name="Rectangle 30">
            <a:extLst>
              <a:ext uri="{FF2B5EF4-FFF2-40B4-BE49-F238E27FC236}">
                <a16:creationId xmlns:a16="http://schemas.microsoft.com/office/drawing/2014/main" id="{21EAAE8A-F99B-4A0B-8E7D-566273D5E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6450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5" name="Rectangle 32">
            <a:extLst>
              <a:ext uri="{FF2B5EF4-FFF2-40B4-BE49-F238E27FC236}">
                <a16:creationId xmlns:a16="http://schemas.microsoft.com/office/drawing/2014/main" id="{FD0840A3-FF5F-4E9F-AAB6-948A5E4EC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6" name="Rectangle 33">
            <a:extLst>
              <a:ext uri="{FF2B5EF4-FFF2-40B4-BE49-F238E27FC236}">
                <a16:creationId xmlns:a16="http://schemas.microsoft.com/office/drawing/2014/main" id="{F50A1B14-0F67-4FC2-88F7-3BE9E0EB2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0" name="Rectangle 47">
            <a:extLst>
              <a:ext uri="{FF2B5EF4-FFF2-40B4-BE49-F238E27FC236}">
                <a16:creationId xmlns:a16="http://schemas.microsoft.com/office/drawing/2014/main" id="{C379EE06-9745-42DA-BBC1-A082CA50F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1" name="Rectangle 48">
            <a:extLst>
              <a:ext uri="{FF2B5EF4-FFF2-40B4-BE49-F238E27FC236}">
                <a16:creationId xmlns:a16="http://schemas.microsoft.com/office/drawing/2014/main" id="{06184212-6301-4320-A25C-8350DB257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2" name="Rectangle 49">
            <a:extLst>
              <a:ext uri="{FF2B5EF4-FFF2-40B4-BE49-F238E27FC236}">
                <a16:creationId xmlns:a16="http://schemas.microsoft.com/office/drawing/2014/main" id="{D81215A9-8DA9-436E-BFD3-672FD476B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3" name="Rectangle 50">
            <a:extLst>
              <a:ext uri="{FF2B5EF4-FFF2-40B4-BE49-F238E27FC236}">
                <a16:creationId xmlns:a16="http://schemas.microsoft.com/office/drawing/2014/main" id="{7F4705F9-3317-4397-B01E-644775B19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4" name="Rectangle 51">
            <a:extLst>
              <a:ext uri="{FF2B5EF4-FFF2-40B4-BE49-F238E27FC236}">
                <a16:creationId xmlns:a16="http://schemas.microsoft.com/office/drawing/2014/main" id="{2857C00E-FADC-42AA-AA16-38A83D5AF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5" name="Rectangle 52">
            <a:extLst>
              <a:ext uri="{FF2B5EF4-FFF2-40B4-BE49-F238E27FC236}">
                <a16:creationId xmlns:a16="http://schemas.microsoft.com/office/drawing/2014/main" id="{74EAC93D-EF3C-4092-B15E-15494A23F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6" name="Rectangle 53">
            <a:extLst>
              <a:ext uri="{FF2B5EF4-FFF2-40B4-BE49-F238E27FC236}">
                <a16:creationId xmlns:a16="http://schemas.microsoft.com/office/drawing/2014/main" id="{5D3EEE91-37CE-4F2F-905E-D7AFCC6E4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7" name="Rectangle 54">
            <a:extLst>
              <a:ext uri="{FF2B5EF4-FFF2-40B4-BE49-F238E27FC236}">
                <a16:creationId xmlns:a16="http://schemas.microsoft.com/office/drawing/2014/main" id="{368F77C6-C453-499B-8B47-39BE1A310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8" name="Rectangle 55">
            <a:extLst>
              <a:ext uri="{FF2B5EF4-FFF2-40B4-BE49-F238E27FC236}">
                <a16:creationId xmlns:a16="http://schemas.microsoft.com/office/drawing/2014/main" id="{4EB7C421-E508-4232-A011-40643DB79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9" name="Rectangle 56">
            <a:extLst>
              <a:ext uri="{FF2B5EF4-FFF2-40B4-BE49-F238E27FC236}">
                <a16:creationId xmlns:a16="http://schemas.microsoft.com/office/drawing/2014/main" id="{B7A7C2F9-930E-4B50-9AA3-47FE15F43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0" name="Rectangle 57">
            <a:extLst>
              <a:ext uri="{FF2B5EF4-FFF2-40B4-BE49-F238E27FC236}">
                <a16:creationId xmlns:a16="http://schemas.microsoft.com/office/drawing/2014/main" id="{4ADCC0C0-6310-4ED1-A69B-CF3133EB5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9" name="Rectangle 59">
            <a:extLst>
              <a:ext uri="{FF2B5EF4-FFF2-40B4-BE49-F238E27FC236}">
                <a16:creationId xmlns:a16="http://schemas.microsoft.com/office/drawing/2014/main" id="{EFCB7559-FD17-472B-B7A1-3FFC63C8B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0" name="Rectangle 60">
            <a:extLst>
              <a:ext uri="{FF2B5EF4-FFF2-40B4-BE49-F238E27FC236}">
                <a16:creationId xmlns:a16="http://schemas.microsoft.com/office/drawing/2014/main" id="{2DA5B014-05A6-4DC4-A1AF-6B4B38233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4" name="Rectangle 74">
            <a:extLst>
              <a:ext uri="{FF2B5EF4-FFF2-40B4-BE49-F238E27FC236}">
                <a16:creationId xmlns:a16="http://schemas.microsoft.com/office/drawing/2014/main" id="{8E63D1D1-CF92-468A-B012-24216CA08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5" name="Rectangle 75">
            <a:extLst>
              <a:ext uri="{FF2B5EF4-FFF2-40B4-BE49-F238E27FC236}">
                <a16:creationId xmlns:a16="http://schemas.microsoft.com/office/drawing/2014/main" id="{8FC2CD59-128D-4D06-937E-4505D57D1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6" name="Rectangle 76">
            <a:extLst>
              <a:ext uri="{FF2B5EF4-FFF2-40B4-BE49-F238E27FC236}">
                <a16:creationId xmlns:a16="http://schemas.microsoft.com/office/drawing/2014/main" id="{B9A7B9E1-4CEE-41C8-A799-EE4B9AFCD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7" name="Rectangle 77">
            <a:extLst>
              <a:ext uri="{FF2B5EF4-FFF2-40B4-BE49-F238E27FC236}">
                <a16:creationId xmlns:a16="http://schemas.microsoft.com/office/drawing/2014/main" id="{3C824F84-B682-4EA2-AFC1-D56DF71A0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8" name="Rectangle 78">
            <a:extLst>
              <a:ext uri="{FF2B5EF4-FFF2-40B4-BE49-F238E27FC236}">
                <a16:creationId xmlns:a16="http://schemas.microsoft.com/office/drawing/2014/main" id="{154DDE76-05F9-405C-86DB-477B87DBB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9" name="Rectangle 79">
            <a:extLst>
              <a:ext uri="{FF2B5EF4-FFF2-40B4-BE49-F238E27FC236}">
                <a16:creationId xmlns:a16="http://schemas.microsoft.com/office/drawing/2014/main" id="{28217A81-8951-475F-9F90-88B99F13D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0" name="Rectangle 80">
            <a:extLst>
              <a:ext uri="{FF2B5EF4-FFF2-40B4-BE49-F238E27FC236}">
                <a16:creationId xmlns:a16="http://schemas.microsoft.com/office/drawing/2014/main" id="{DD226742-8914-401E-8D78-93F56B2E4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1" name="Rectangle 81">
            <a:extLst>
              <a:ext uri="{FF2B5EF4-FFF2-40B4-BE49-F238E27FC236}">
                <a16:creationId xmlns:a16="http://schemas.microsoft.com/office/drawing/2014/main" id="{B0E1AE86-33D6-4D1D-BC23-EA8A4AF1C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2" name="Rectangle 82">
            <a:extLst>
              <a:ext uri="{FF2B5EF4-FFF2-40B4-BE49-F238E27FC236}">
                <a16:creationId xmlns:a16="http://schemas.microsoft.com/office/drawing/2014/main" id="{CCA69695-3790-4A9F-9CC1-5EBCB1C96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3" name="Rectangle 83">
            <a:extLst>
              <a:ext uri="{FF2B5EF4-FFF2-40B4-BE49-F238E27FC236}">
                <a16:creationId xmlns:a16="http://schemas.microsoft.com/office/drawing/2014/main" id="{E75DD56F-C446-4037-8A60-A6C1A44E8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4" name="Rectangle 84">
            <a:extLst>
              <a:ext uri="{FF2B5EF4-FFF2-40B4-BE49-F238E27FC236}">
                <a16:creationId xmlns:a16="http://schemas.microsoft.com/office/drawing/2014/main" id="{3658AAE9-4C55-47F2-9C83-497627EC2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376763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3" name="Rectangle 5">
            <a:extLst>
              <a:ext uri="{FF2B5EF4-FFF2-40B4-BE49-F238E27FC236}">
                <a16:creationId xmlns:a16="http://schemas.microsoft.com/office/drawing/2014/main" id="{5B16BA60-1923-4CB8-AC58-3FA97E978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4" name="Rectangle 6">
            <a:extLst>
              <a:ext uri="{FF2B5EF4-FFF2-40B4-BE49-F238E27FC236}">
                <a16:creationId xmlns:a16="http://schemas.microsoft.com/office/drawing/2014/main" id="{5472B612-6D9A-49B7-A1A5-EF7EBDCE0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8" name="Rectangle 20">
            <a:extLst>
              <a:ext uri="{FF2B5EF4-FFF2-40B4-BE49-F238E27FC236}">
                <a16:creationId xmlns:a16="http://schemas.microsoft.com/office/drawing/2014/main" id="{3C593FAE-CE47-48A5-AC85-6174EAC0A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9" name="Rectangle 21">
            <a:extLst>
              <a:ext uri="{FF2B5EF4-FFF2-40B4-BE49-F238E27FC236}">
                <a16:creationId xmlns:a16="http://schemas.microsoft.com/office/drawing/2014/main" id="{E2228A57-948E-4482-9E06-D9E725176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0" name="Rectangle 22">
            <a:extLst>
              <a:ext uri="{FF2B5EF4-FFF2-40B4-BE49-F238E27FC236}">
                <a16:creationId xmlns:a16="http://schemas.microsoft.com/office/drawing/2014/main" id="{1EF13CFA-22CA-4C10-BE90-D5CC115A8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1" name="Rectangle 23">
            <a:extLst>
              <a:ext uri="{FF2B5EF4-FFF2-40B4-BE49-F238E27FC236}">
                <a16:creationId xmlns:a16="http://schemas.microsoft.com/office/drawing/2014/main" id="{0E8E90A3-1641-4E9B-A194-D5F117F9A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2" name="Rectangle 24">
            <a:extLst>
              <a:ext uri="{FF2B5EF4-FFF2-40B4-BE49-F238E27FC236}">
                <a16:creationId xmlns:a16="http://schemas.microsoft.com/office/drawing/2014/main" id="{A68EDFEF-E0D3-402A-9521-3DF38E4B8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3" name="Rectangle 25">
            <a:extLst>
              <a:ext uri="{FF2B5EF4-FFF2-40B4-BE49-F238E27FC236}">
                <a16:creationId xmlns:a16="http://schemas.microsoft.com/office/drawing/2014/main" id="{CCF9D944-04E9-47A8-9177-AFC8A6780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4" name="Rectangle 26">
            <a:extLst>
              <a:ext uri="{FF2B5EF4-FFF2-40B4-BE49-F238E27FC236}">
                <a16:creationId xmlns:a16="http://schemas.microsoft.com/office/drawing/2014/main" id="{ABDECE26-FC06-416E-A783-A77B3FFA3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5" name="Rectangle 27">
            <a:extLst>
              <a:ext uri="{FF2B5EF4-FFF2-40B4-BE49-F238E27FC236}">
                <a16:creationId xmlns:a16="http://schemas.microsoft.com/office/drawing/2014/main" id="{1F81018F-D062-471E-8E4D-BF55555F5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6" name="Rectangle 28">
            <a:extLst>
              <a:ext uri="{FF2B5EF4-FFF2-40B4-BE49-F238E27FC236}">
                <a16:creationId xmlns:a16="http://schemas.microsoft.com/office/drawing/2014/main" id="{75BC1DFB-E2E0-44A2-8449-1511B5F4C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7" name="Rectangle 29">
            <a:extLst>
              <a:ext uri="{FF2B5EF4-FFF2-40B4-BE49-F238E27FC236}">
                <a16:creationId xmlns:a16="http://schemas.microsoft.com/office/drawing/2014/main" id="{FE671700-5C5E-4E82-8FDC-49E44FF73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8" name="Rectangle 30">
            <a:extLst>
              <a:ext uri="{FF2B5EF4-FFF2-40B4-BE49-F238E27FC236}">
                <a16:creationId xmlns:a16="http://schemas.microsoft.com/office/drawing/2014/main" id="{367003AF-BC87-4F81-81EB-3D09A24C9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7" name="Rectangle 32">
            <a:extLst>
              <a:ext uri="{FF2B5EF4-FFF2-40B4-BE49-F238E27FC236}">
                <a16:creationId xmlns:a16="http://schemas.microsoft.com/office/drawing/2014/main" id="{8E8A1AC8-CA63-4F37-A8CF-FF832D8BE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8" name="Rectangle 33">
            <a:extLst>
              <a:ext uri="{FF2B5EF4-FFF2-40B4-BE49-F238E27FC236}">
                <a16:creationId xmlns:a16="http://schemas.microsoft.com/office/drawing/2014/main" id="{628E2734-FDDB-44A3-9AF2-039784296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2" name="Rectangle 47">
            <a:extLst>
              <a:ext uri="{FF2B5EF4-FFF2-40B4-BE49-F238E27FC236}">
                <a16:creationId xmlns:a16="http://schemas.microsoft.com/office/drawing/2014/main" id="{924E8ED7-0B54-488C-86FD-838BEC6C7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3" name="Rectangle 48">
            <a:extLst>
              <a:ext uri="{FF2B5EF4-FFF2-40B4-BE49-F238E27FC236}">
                <a16:creationId xmlns:a16="http://schemas.microsoft.com/office/drawing/2014/main" id="{5E731C89-5DF4-4419-9A67-52BAEC373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4" name="Rectangle 49">
            <a:extLst>
              <a:ext uri="{FF2B5EF4-FFF2-40B4-BE49-F238E27FC236}">
                <a16:creationId xmlns:a16="http://schemas.microsoft.com/office/drawing/2014/main" id="{D7B0E779-6D3D-4414-91BB-C1BBE6380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5" name="Rectangle 50">
            <a:extLst>
              <a:ext uri="{FF2B5EF4-FFF2-40B4-BE49-F238E27FC236}">
                <a16:creationId xmlns:a16="http://schemas.microsoft.com/office/drawing/2014/main" id="{E846AB63-6AAB-4E86-B4BA-7853BD602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6" name="Rectangle 51">
            <a:extLst>
              <a:ext uri="{FF2B5EF4-FFF2-40B4-BE49-F238E27FC236}">
                <a16:creationId xmlns:a16="http://schemas.microsoft.com/office/drawing/2014/main" id="{D05AC798-949B-4443-ADBB-917EF526F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7" name="Rectangle 52">
            <a:extLst>
              <a:ext uri="{FF2B5EF4-FFF2-40B4-BE49-F238E27FC236}">
                <a16:creationId xmlns:a16="http://schemas.microsoft.com/office/drawing/2014/main" id="{8B3E2107-60AF-4064-A551-A333E6249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8" name="Rectangle 53">
            <a:extLst>
              <a:ext uri="{FF2B5EF4-FFF2-40B4-BE49-F238E27FC236}">
                <a16:creationId xmlns:a16="http://schemas.microsoft.com/office/drawing/2014/main" id="{055FD3E8-A340-4393-92E1-4FD68288F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9" name="Rectangle 54">
            <a:extLst>
              <a:ext uri="{FF2B5EF4-FFF2-40B4-BE49-F238E27FC236}">
                <a16:creationId xmlns:a16="http://schemas.microsoft.com/office/drawing/2014/main" id="{C18C5E0E-D82C-4F82-A0E3-6BE9AAF75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0" name="Rectangle 55">
            <a:extLst>
              <a:ext uri="{FF2B5EF4-FFF2-40B4-BE49-F238E27FC236}">
                <a16:creationId xmlns:a16="http://schemas.microsoft.com/office/drawing/2014/main" id="{677F5FC4-34F3-400A-9970-A7EA63DB4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1" name="Rectangle 56">
            <a:extLst>
              <a:ext uri="{FF2B5EF4-FFF2-40B4-BE49-F238E27FC236}">
                <a16:creationId xmlns:a16="http://schemas.microsoft.com/office/drawing/2014/main" id="{2A4794CF-928E-4F8E-A532-7800E5996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2" name="Rectangle 57">
            <a:extLst>
              <a:ext uri="{FF2B5EF4-FFF2-40B4-BE49-F238E27FC236}">
                <a16:creationId xmlns:a16="http://schemas.microsoft.com/office/drawing/2014/main" id="{E4F63079-D99A-4ECA-AE8B-8E93D4295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DA42D9-3528-406D-A6F9-46DF735F0B1B}"/>
              </a:ext>
            </a:extLst>
          </p:cNvPr>
          <p:cNvGrpSpPr/>
          <p:nvPr userDrawn="1"/>
        </p:nvGrpSpPr>
        <p:grpSpPr>
          <a:xfrm>
            <a:off x="354110" y="6402442"/>
            <a:ext cx="11480604" cy="109990"/>
            <a:chOff x="354110" y="6402442"/>
            <a:chExt cx="11480604" cy="109990"/>
          </a:xfrm>
        </p:grpSpPr>
        <p:sp>
          <p:nvSpPr>
            <p:cNvPr id="25" name="Rectangle 59">
              <a:extLst>
                <a:ext uri="{FF2B5EF4-FFF2-40B4-BE49-F238E27FC236}">
                  <a16:creationId xmlns:a16="http://schemas.microsoft.com/office/drawing/2014/main" id="{9006E5F9-87EA-4BFF-AC26-08D7B4E65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Rectangle 60">
              <a:extLst>
                <a:ext uri="{FF2B5EF4-FFF2-40B4-BE49-F238E27FC236}">
                  <a16:creationId xmlns:a16="http://schemas.microsoft.com/office/drawing/2014/main" id="{40F26277-619B-41A3-9D5F-A02E6914E1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Rectangle 61">
              <a:extLst>
                <a:ext uri="{FF2B5EF4-FFF2-40B4-BE49-F238E27FC236}">
                  <a16:creationId xmlns:a16="http://schemas.microsoft.com/office/drawing/2014/main" id="{23DB5C85-827B-49AF-BC96-24E7ABDAD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Rectangle 62">
              <a:extLst>
                <a:ext uri="{FF2B5EF4-FFF2-40B4-BE49-F238E27FC236}">
                  <a16:creationId xmlns:a16="http://schemas.microsoft.com/office/drawing/2014/main" id="{847A0A99-2056-4E0E-8A5A-2CBCA33AFF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Rectangle 63">
              <a:extLst>
                <a:ext uri="{FF2B5EF4-FFF2-40B4-BE49-F238E27FC236}">
                  <a16:creationId xmlns:a16="http://schemas.microsoft.com/office/drawing/2014/main" id="{5474EE8D-D88A-47FF-9107-09082030E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Rectangle 64">
              <a:extLst>
                <a:ext uri="{FF2B5EF4-FFF2-40B4-BE49-F238E27FC236}">
                  <a16:creationId xmlns:a16="http://schemas.microsoft.com/office/drawing/2014/main" id="{0EC4B1DB-FB22-4303-B2D7-5E60C557A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Rectangle 65">
              <a:extLst>
                <a:ext uri="{FF2B5EF4-FFF2-40B4-BE49-F238E27FC236}">
                  <a16:creationId xmlns:a16="http://schemas.microsoft.com/office/drawing/2014/main" id="{B5127279-9249-47F2-8A42-1F7F68517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4BE3E747-CD2D-4EA9-8A1C-AFC94F640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3" name="Rectangle 67">
              <a:extLst>
                <a:ext uri="{FF2B5EF4-FFF2-40B4-BE49-F238E27FC236}">
                  <a16:creationId xmlns:a16="http://schemas.microsoft.com/office/drawing/2014/main" id="{844450CC-44D2-4CFB-9D82-BA80F0CA0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4" name="Rectangle 68">
              <a:extLst>
                <a:ext uri="{FF2B5EF4-FFF2-40B4-BE49-F238E27FC236}">
                  <a16:creationId xmlns:a16="http://schemas.microsoft.com/office/drawing/2014/main" id="{56C9C6B8-074B-4807-A953-D5D69AEE2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5" name="Rectangle 69">
              <a:extLst>
                <a:ext uri="{FF2B5EF4-FFF2-40B4-BE49-F238E27FC236}">
                  <a16:creationId xmlns:a16="http://schemas.microsoft.com/office/drawing/2014/main" id="{55A940DF-BE4B-4046-BF7D-7BBB8316FF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6" name="Rectangle 70">
              <a:extLst>
                <a:ext uri="{FF2B5EF4-FFF2-40B4-BE49-F238E27FC236}">
                  <a16:creationId xmlns:a16="http://schemas.microsoft.com/office/drawing/2014/main" id="{79FECFE2-55AB-4195-B4F2-F1831B090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7" name="Rectangle 71">
              <a:extLst>
                <a:ext uri="{FF2B5EF4-FFF2-40B4-BE49-F238E27FC236}">
                  <a16:creationId xmlns:a16="http://schemas.microsoft.com/office/drawing/2014/main" id="{F78BF45E-3F1B-4CCF-AB55-6AACA1D79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8" name="Rectangle 72">
              <a:extLst>
                <a:ext uri="{FF2B5EF4-FFF2-40B4-BE49-F238E27FC236}">
                  <a16:creationId xmlns:a16="http://schemas.microsoft.com/office/drawing/2014/main" id="{CEAEA0D2-DAF5-42AD-824D-BF0A0786AC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9" name="Rectangle 73">
              <a:extLst>
                <a:ext uri="{FF2B5EF4-FFF2-40B4-BE49-F238E27FC236}">
                  <a16:creationId xmlns:a16="http://schemas.microsoft.com/office/drawing/2014/main" id="{2616B93B-15A3-4A25-B322-A4A334791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0" name="Rectangle 74">
              <a:extLst>
                <a:ext uri="{FF2B5EF4-FFF2-40B4-BE49-F238E27FC236}">
                  <a16:creationId xmlns:a16="http://schemas.microsoft.com/office/drawing/2014/main" id="{26C24972-CC21-4F79-908A-8F7EEF3C3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1" name="Rectangle 75">
              <a:extLst>
                <a:ext uri="{FF2B5EF4-FFF2-40B4-BE49-F238E27FC236}">
                  <a16:creationId xmlns:a16="http://schemas.microsoft.com/office/drawing/2014/main" id="{FD7C3FD5-0F89-4B6D-AC87-8001A0810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2" name="Rectangle 76">
              <a:extLst>
                <a:ext uri="{FF2B5EF4-FFF2-40B4-BE49-F238E27FC236}">
                  <a16:creationId xmlns:a16="http://schemas.microsoft.com/office/drawing/2014/main" id="{B03C108E-68F6-4221-BC40-C5E3C1904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3" name="Rectangle 77">
              <a:extLst>
                <a:ext uri="{FF2B5EF4-FFF2-40B4-BE49-F238E27FC236}">
                  <a16:creationId xmlns:a16="http://schemas.microsoft.com/office/drawing/2014/main" id="{AEE8C851-520C-4A98-839F-17DEECB4C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4" name="Rectangle 78">
              <a:extLst>
                <a:ext uri="{FF2B5EF4-FFF2-40B4-BE49-F238E27FC236}">
                  <a16:creationId xmlns:a16="http://schemas.microsoft.com/office/drawing/2014/main" id="{64CDD37E-8761-499B-B591-D1B68A0C6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5" name="Rectangle 79">
              <a:extLst>
                <a:ext uri="{FF2B5EF4-FFF2-40B4-BE49-F238E27FC236}">
                  <a16:creationId xmlns:a16="http://schemas.microsoft.com/office/drawing/2014/main" id="{CF1D9CFA-A92A-4012-8DBE-A1AFE416C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6" name="Rectangle 80">
              <a:extLst>
                <a:ext uri="{FF2B5EF4-FFF2-40B4-BE49-F238E27FC236}">
                  <a16:creationId xmlns:a16="http://schemas.microsoft.com/office/drawing/2014/main" id="{5B28FF0B-0B00-4C89-9B32-5FCEE8CF72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7" name="Rectangle 81">
              <a:extLst>
                <a:ext uri="{FF2B5EF4-FFF2-40B4-BE49-F238E27FC236}">
                  <a16:creationId xmlns:a16="http://schemas.microsoft.com/office/drawing/2014/main" id="{3F39461F-D7C3-4741-A3BF-B2B81AC1B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8" name="Rectangle 82">
              <a:extLst>
                <a:ext uri="{FF2B5EF4-FFF2-40B4-BE49-F238E27FC236}">
                  <a16:creationId xmlns:a16="http://schemas.microsoft.com/office/drawing/2014/main" id="{B209DBFB-FB6A-41D4-B8FD-371C1627C2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9" name="Rectangle 83">
              <a:extLst>
                <a:ext uri="{FF2B5EF4-FFF2-40B4-BE49-F238E27FC236}">
                  <a16:creationId xmlns:a16="http://schemas.microsoft.com/office/drawing/2014/main" id="{9851ABD3-4B24-43E9-8246-B439DE289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0" name="Rectangle 84">
              <a:extLst>
                <a:ext uri="{FF2B5EF4-FFF2-40B4-BE49-F238E27FC236}">
                  <a16:creationId xmlns:a16="http://schemas.microsoft.com/office/drawing/2014/main" id="{C66181AB-B727-41A6-A789-CF6AAB6890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Date Placeholder 1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grpSp>
        <p:nvGrpSpPr>
          <p:cNvPr id="618" name="Group 617">
            <a:extLst>
              <a:ext uri="{FF2B5EF4-FFF2-40B4-BE49-F238E27FC236}">
                <a16:creationId xmlns:a16="http://schemas.microsoft.com/office/drawing/2014/main" id="{B5B99429-15CB-4646-807F-6B01F4253B13}"/>
              </a:ext>
            </a:extLst>
          </p:cNvPr>
          <p:cNvGrpSpPr/>
          <p:nvPr userDrawn="1"/>
        </p:nvGrpSpPr>
        <p:grpSpPr>
          <a:xfrm>
            <a:off x="354110" y="5904602"/>
            <a:ext cx="11480604" cy="109990"/>
            <a:chOff x="354110" y="6402442"/>
            <a:chExt cx="11480604" cy="109990"/>
          </a:xfrm>
        </p:grpSpPr>
        <p:sp>
          <p:nvSpPr>
            <p:cNvPr id="619" name="Rectangle 59">
              <a:extLst>
                <a:ext uri="{FF2B5EF4-FFF2-40B4-BE49-F238E27FC236}">
                  <a16:creationId xmlns:a16="http://schemas.microsoft.com/office/drawing/2014/main" id="{624494D0-607C-4971-A357-ED99F45D7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60">
              <a:extLst>
                <a:ext uri="{FF2B5EF4-FFF2-40B4-BE49-F238E27FC236}">
                  <a16:creationId xmlns:a16="http://schemas.microsoft.com/office/drawing/2014/main" id="{22FD15BA-8E62-417D-8392-658E5E86C2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61">
              <a:extLst>
                <a:ext uri="{FF2B5EF4-FFF2-40B4-BE49-F238E27FC236}">
                  <a16:creationId xmlns:a16="http://schemas.microsoft.com/office/drawing/2014/main" id="{C665A07F-2AFB-49CF-8EE0-C81377FC2A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62">
              <a:extLst>
                <a:ext uri="{FF2B5EF4-FFF2-40B4-BE49-F238E27FC236}">
                  <a16:creationId xmlns:a16="http://schemas.microsoft.com/office/drawing/2014/main" id="{74997C49-7ACC-4BCC-BC8D-58EBD77EE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63">
              <a:extLst>
                <a:ext uri="{FF2B5EF4-FFF2-40B4-BE49-F238E27FC236}">
                  <a16:creationId xmlns:a16="http://schemas.microsoft.com/office/drawing/2014/main" id="{E3CDD2FB-079B-43EA-89D5-5FD9D7644A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64">
              <a:extLst>
                <a:ext uri="{FF2B5EF4-FFF2-40B4-BE49-F238E27FC236}">
                  <a16:creationId xmlns:a16="http://schemas.microsoft.com/office/drawing/2014/main" id="{9C1479D9-3647-44C4-99E1-C660E2C8E3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65">
              <a:extLst>
                <a:ext uri="{FF2B5EF4-FFF2-40B4-BE49-F238E27FC236}">
                  <a16:creationId xmlns:a16="http://schemas.microsoft.com/office/drawing/2014/main" id="{AA8F3E10-CD9D-49C0-B0AE-24ABBF3BDC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66">
              <a:extLst>
                <a:ext uri="{FF2B5EF4-FFF2-40B4-BE49-F238E27FC236}">
                  <a16:creationId xmlns:a16="http://schemas.microsoft.com/office/drawing/2014/main" id="{9C3B6F09-A4DD-4A26-B213-51E232054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67">
              <a:extLst>
                <a:ext uri="{FF2B5EF4-FFF2-40B4-BE49-F238E27FC236}">
                  <a16:creationId xmlns:a16="http://schemas.microsoft.com/office/drawing/2014/main" id="{2BA14941-5A2D-4CDB-9C2E-79C930D22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68">
              <a:extLst>
                <a:ext uri="{FF2B5EF4-FFF2-40B4-BE49-F238E27FC236}">
                  <a16:creationId xmlns:a16="http://schemas.microsoft.com/office/drawing/2014/main" id="{6C5B2E84-85D6-4DD5-88FE-F8495F5E3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69">
              <a:extLst>
                <a:ext uri="{FF2B5EF4-FFF2-40B4-BE49-F238E27FC236}">
                  <a16:creationId xmlns:a16="http://schemas.microsoft.com/office/drawing/2014/main" id="{1987B595-96EB-427F-8E00-533CBBEB5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70">
              <a:extLst>
                <a:ext uri="{FF2B5EF4-FFF2-40B4-BE49-F238E27FC236}">
                  <a16:creationId xmlns:a16="http://schemas.microsoft.com/office/drawing/2014/main" id="{99D33392-C824-498D-AF8A-7AF58A9F3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71">
              <a:extLst>
                <a:ext uri="{FF2B5EF4-FFF2-40B4-BE49-F238E27FC236}">
                  <a16:creationId xmlns:a16="http://schemas.microsoft.com/office/drawing/2014/main" id="{6D1CAD59-FE6E-48A2-AE71-1BB80553F2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72">
              <a:extLst>
                <a:ext uri="{FF2B5EF4-FFF2-40B4-BE49-F238E27FC236}">
                  <a16:creationId xmlns:a16="http://schemas.microsoft.com/office/drawing/2014/main" id="{BD936CE6-00F6-4CAF-A200-A693710C8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73">
              <a:extLst>
                <a:ext uri="{FF2B5EF4-FFF2-40B4-BE49-F238E27FC236}">
                  <a16:creationId xmlns:a16="http://schemas.microsoft.com/office/drawing/2014/main" id="{10329E52-6B3F-4897-BFBC-A6C4F2D26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74">
              <a:extLst>
                <a:ext uri="{FF2B5EF4-FFF2-40B4-BE49-F238E27FC236}">
                  <a16:creationId xmlns:a16="http://schemas.microsoft.com/office/drawing/2014/main" id="{B9A5FD8E-2005-457D-B36F-5BD162CB6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75">
              <a:extLst>
                <a:ext uri="{FF2B5EF4-FFF2-40B4-BE49-F238E27FC236}">
                  <a16:creationId xmlns:a16="http://schemas.microsoft.com/office/drawing/2014/main" id="{2C1FBF6B-A7C3-4F83-AD53-33D9E848D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76">
              <a:extLst>
                <a:ext uri="{FF2B5EF4-FFF2-40B4-BE49-F238E27FC236}">
                  <a16:creationId xmlns:a16="http://schemas.microsoft.com/office/drawing/2014/main" id="{964A4B57-1B27-4010-9A9F-F2BCD2530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77">
              <a:extLst>
                <a:ext uri="{FF2B5EF4-FFF2-40B4-BE49-F238E27FC236}">
                  <a16:creationId xmlns:a16="http://schemas.microsoft.com/office/drawing/2014/main" id="{D961087D-A1D8-48DD-8BD9-550D63557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78">
              <a:extLst>
                <a:ext uri="{FF2B5EF4-FFF2-40B4-BE49-F238E27FC236}">
                  <a16:creationId xmlns:a16="http://schemas.microsoft.com/office/drawing/2014/main" id="{64FADA1C-663B-4FF6-8D80-B311B8ABCD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79">
              <a:extLst>
                <a:ext uri="{FF2B5EF4-FFF2-40B4-BE49-F238E27FC236}">
                  <a16:creationId xmlns:a16="http://schemas.microsoft.com/office/drawing/2014/main" id="{E96330D1-4BBF-4D0A-B45F-77999C5C7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80">
              <a:extLst>
                <a:ext uri="{FF2B5EF4-FFF2-40B4-BE49-F238E27FC236}">
                  <a16:creationId xmlns:a16="http://schemas.microsoft.com/office/drawing/2014/main" id="{78AFE672-0739-4A26-8B51-D71BAD6A4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81">
              <a:extLst>
                <a:ext uri="{FF2B5EF4-FFF2-40B4-BE49-F238E27FC236}">
                  <a16:creationId xmlns:a16="http://schemas.microsoft.com/office/drawing/2014/main" id="{AA3E4254-137D-4797-BF52-FAB6866F0F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82">
              <a:extLst>
                <a:ext uri="{FF2B5EF4-FFF2-40B4-BE49-F238E27FC236}">
                  <a16:creationId xmlns:a16="http://schemas.microsoft.com/office/drawing/2014/main" id="{81844ED9-0C33-41B9-8D6C-0C959F9E0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83">
              <a:extLst>
                <a:ext uri="{FF2B5EF4-FFF2-40B4-BE49-F238E27FC236}">
                  <a16:creationId xmlns:a16="http://schemas.microsoft.com/office/drawing/2014/main" id="{69541354-1FEF-4A05-8852-E0866C024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84">
              <a:extLst>
                <a:ext uri="{FF2B5EF4-FFF2-40B4-BE49-F238E27FC236}">
                  <a16:creationId xmlns:a16="http://schemas.microsoft.com/office/drawing/2014/main" id="{22323587-A6E2-4D2C-9D71-B6D0B4DAF0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002194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12188825" cy="6857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265" indent="0">
              <a:buNone/>
              <a:defRPr sz="3732"/>
            </a:lvl2pPr>
            <a:lvl3pPr marL="1218529" indent="0">
              <a:buNone/>
              <a:defRPr sz="3198"/>
            </a:lvl3pPr>
            <a:lvl4pPr marL="1827794" indent="0">
              <a:buNone/>
              <a:defRPr sz="2665"/>
            </a:lvl4pPr>
            <a:lvl5pPr marL="2437060" indent="0">
              <a:buNone/>
              <a:defRPr sz="2665"/>
            </a:lvl5pPr>
            <a:lvl6pPr marL="3046324" indent="0">
              <a:buNone/>
              <a:defRPr sz="2665"/>
            </a:lvl6pPr>
            <a:lvl7pPr marL="3655589" indent="0">
              <a:buNone/>
              <a:defRPr sz="2665"/>
            </a:lvl7pPr>
            <a:lvl8pPr marL="4264853" indent="0">
              <a:buNone/>
              <a:defRPr sz="2665"/>
            </a:lvl8pPr>
            <a:lvl9pPr marL="4874118" indent="0">
              <a:buNone/>
              <a:defRPr sz="2665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841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E11C3564-CF67-FE45-A9E2-4B3C230C88D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-1"/>
            <a:ext cx="12188825" cy="34290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07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www.anubhavtrainings.com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3DEB2B14-6477-2927-E581-527B2BB61E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0996" y="78420"/>
            <a:ext cx="652887" cy="644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3" r:id="rId3"/>
    <p:sldLayoutId id="2147483666" r:id="rId4"/>
    <p:sldLayoutId id="2147483668" r:id="rId5"/>
    <p:sldLayoutId id="2147483669" r:id="rId6"/>
    <p:sldLayoutId id="2147483667" r:id="rId7"/>
    <p:sldLayoutId id="2147483670" r:id="rId8"/>
    <p:sldLayoutId id="2147483665" r:id="rId9"/>
    <p:sldLayoutId id="2147483671" r:id="rId10"/>
    <p:sldLayoutId id="2147483672" r:id="rId11"/>
  </p:sldLayoutIdLst>
  <p:txStyles>
    <p:titleStyle>
      <a:lvl1pPr algn="l" defTabSz="1218987" rtl="0" eaLnBrk="1" latinLnBrk="0" hangingPunct="1">
        <a:spcBef>
          <a:spcPct val="0"/>
        </a:spcBef>
        <a:buNone/>
        <a:defRPr sz="36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9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" Type="http://schemas.openxmlformats.org/officeDocument/2006/relationships/image" Target="../media/image4.png"/><Relationship Id="rId21" Type="http://schemas.openxmlformats.org/officeDocument/2006/relationships/image" Target="../media/image13.png"/><Relationship Id="rId7" Type="http://schemas.openxmlformats.org/officeDocument/2006/relationships/image" Target="../media/image6.png"/><Relationship Id="rId12" Type="http://schemas.openxmlformats.org/officeDocument/2006/relationships/customXml" Target="../ink/ink6.xml"/><Relationship Id="rId17" Type="http://schemas.openxmlformats.org/officeDocument/2006/relationships/image" Target="../media/image11.png"/><Relationship Id="rId25" Type="http://schemas.openxmlformats.org/officeDocument/2006/relationships/image" Target="../media/image15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8.png"/><Relationship Id="rId24" Type="http://schemas.openxmlformats.org/officeDocument/2006/relationships/customXml" Target="../ink/ink12.xml"/><Relationship Id="rId5" Type="http://schemas.openxmlformats.org/officeDocument/2006/relationships/image" Target="../media/image5.png"/><Relationship Id="rId15" Type="http://schemas.openxmlformats.org/officeDocument/2006/relationships/image" Target="../media/image10.png"/><Relationship Id="rId23" Type="http://schemas.openxmlformats.org/officeDocument/2006/relationships/image" Target="../media/image14.png"/><Relationship Id="rId28" Type="http://schemas.openxmlformats.org/officeDocument/2006/relationships/customXml" Target="../ink/ink14.xml"/><Relationship Id="rId10" Type="http://schemas.openxmlformats.org/officeDocument/2006/relationships/customXml" Target="../ink/ink5.xml"/><Relationship Id="rId19" Type="http://schemas.openxmlformats.org/officeDocument/2006/relationships/image" Target="../media/image12.png"/><Relationship Id="rId31" Type="http://schemas.openxmlformats.org/officeDocument/2006/relationships/image" Target="../media/image18.png"/><Relationship Id="rId4" Type="http://schemas.openxmlformats.org/officeDocument/2006/relationships/customXml" Target="../ink/ink2.xml"/><Relationship Id="rId9" Type="http://schemas.openxmlformats.org/officeDocument/2006/relationships/image" Target="../media/image7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6.png"/><Relationship Id="rId30" Type="http://schemas.openxmlformats.org/officeDocument/2006/relationships/customXml" Target="../ink/ink15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6.png"/><Relationship Id="rId299" Type="http://schemas.openxmlformats.org/officeDocument/2006/relationships/image" Target="../media/image167.png"/><Relationship Id="rId21" Type="http://schemas.openxmlformats.org/officeDocument/2006/relationships/image" Target="../media/image28.png"/><Relationship Id="rId63" Type="http://schemas.openxmlformats.org/officeDocument/2006/relationships/image" Target="../media/image49.png"/><Relationship Id="rId159" Type="http://schemas.openxmlformats.org/officeDocument/2006/relationships/image" Target="../media/image97.png"/><Relationship Id="rId170" Type="http://schemas.openxmlformats.org/officeDocument/2006/relationships/customXml" Target="../ink/ink100.xml"/><Relationship Id="rId226" Type="http://schemas.openxmlformats.org/officeDocument/2006/relationships/customXml" Target="../ink/ink128.xml"/><Relationship Id="rId268" Type="http://schemas.openxmlformats.org/officeDocument/2006/relationships/customXml" Target="../ink/ink149.xml"/><Relationship Id="rId32" Type="http://schemas.openxmlformats.org/officeDocument/2006/relationships/customXml" Target="../ink/ink31.xml"/><Relationship Id="rId74" Type="http://schemas.openxmlformats.org/officeDocument/2006/relationships/customXml" Target="../ink/ink52.xml"/><Relationship Id="rId128" Type="http://schemas.openxmlformats.org/officeDocument/2006/relationships/customXml" Target="../ink/ink79.xml"/><Relationship Id="rId5" Type="http://schemas.openxmlformats.org/officeDocument/2006/relationships/image" Target="../media/image20.png"/><Relationship Id="rId181" Type="http://schemas.openxmlformats.org/officeDocument/2006/relationships/image" Target="../media/image108.png"/><Relationship Id="rId237" Type="http://schemas.openxmlformats.org/officeDocument/2006/relationships/image" Target="../media/image136.png"/><Relationship Id="rId279" Type="http://schemas.openxmlformats.org/officeDocument/2006/relationships/image" Target="../media/image157.png"/><Relationship Id="rId43" Type="http://schemas.openxmlformats.org/officeDocument/2006/relationships/image" Target="../media/image39.png"/><Relationship Id="rId139" Type="http://schemas.openxmlformats.org/officeDocument/2006/relationships/image" Target="../media/image87.png"/><Relationship Id="rId290" Type="http://schemas.openxmlformats.org/officeDocument/2006/relationships/customXml" Target="../ink/ink160.xml"/><Relationship Id="rId304" Type="http://schemas.openxmlformats.org/officeDocument/2006/relationships/customXml" Target="../ink/ink167.xml"/><Relationship Id="rId85" Type="http://schemas.openxmlformats.org/officeDocument/2006/relationships/image" Target="../media/image60.png"/><Relationship Id="rId150" Type="http://schemas.openxmlformats.org/officeDocument/2006/relationships/customXml" Target="../ink/ink90.xml"/><Relationship Id="rId192" Type="http://schemas.openxmlformats.org/officeDocument/2006/relationships/customXml" Target="../ink/ink111.xml"/><Relationship Id="rId206" Type="http://schemas.openxmlformats.org/officeDocument/2006/relationships/customXml" Target="../ink/ink118.xml"/><Relationship Id="rId248" Type="http://schemas.openxmlformats.org/officeDocument/2006/relationships/customXml" Target="../ink/ink139.xml"/><Relationship Id="rId12" Type="http://schemas.openxmlformats.org/officeDocument/2006/relationships/customXml" Target="../ink/ink21.xml"/><Relationship Id="rId108" Type="http://schemas.openxmlformats.org/officeDocument/2006/relationships/customXml" Target="../ink/ink69.xml"/><Relationship Id="rId315" Type="http://schemas.openxmlformats.org/officeDocument/2006/relationships/image" Target="../media/image175.png"/><Relationship Id="rId54" Type="http://schemas.openxmlformats.org/officeDocument/2006/relationships/customXml" Target="../ink/ink42.xml"/><Relationship Id="rId96" Type="http://schemas.openxmlformats.org/officeDocument/2006/relationships/customXml" Target="../ink/ink63.xml"/><Relationship Id="rId161" Type="http://schemas.openxmlformats.org/officeDocument/2006/relationships/image" Target="../media/image98.png"/><Relationship Id="rId217" Type="http://schemas.openxmlformats.org/officeDocument/2006/relationships/image" Target="../media/image126.png"/><Relationship Id="rId259" Type="http://schemas.openxmlformats.org/officeDocument/2006/relationships/image" Target="../media/image147.png"/><Relationship Id="rId23" Type="http://schemas.openxmlformats.org/officeDocument/2006/relationships/image" Target="../media/image29.png"/><Relationship Id="rId119" Type="http://schemas.openxmlformats.org/officeDocument/2006/relationships/image" Target="../media/image77.png"/><Relationship Id="rId270" Type="http://schemas.openxmlformats.org/officeDocument/2006/relationships/customXml" Target="../ink/ink150.xml"/><Relationship Id="rId65" Type="http://schemas.openxmlformats.org/officeDocument/2006/relationships/image" Target="../media/image50.png"/><Relationship Id="rId130" Type="http://schemas.openxmlformats.org/officeDocument/2006/relationships/customXml" Target="../ink/ink80.xml"/><Relationship Id="rId172" Type="http://schemas.openxmlformats.org/officeDocument/2006/relationships/customXml" Target="../ink/ink101.xml"/><Relationship Id="rId228" Type="http://schemas.openxmlformats.org/officeDocument/2006/relationships/customXml" Target="../ink/ink129.xml"/><Relationship Id="rId281" Type="http://schemas.openxmlformats.org/officeDocument/2006/relationships/image" Target="../media/image158.png"/><Relationship Id="rId34" Type="http://schemas.openxmlformats.org/officeDocument/2006/relationships/customXml" Target="../ink/ink32.xml"/><Relationship Id="rId55" Type="http://schemas.openxmlformats.org/officeDocument/2006/relationships/image" Target="../media/image45.png"/><Relationship Id="rId76" Type="http://schemas.openxmlformats.org/officeDocument/2006/relationships/customXml" Target="../ink/ink53.xml"/><Relationship Id="rId97" Type="http://schemas.openxmlformats.org/officeDocument/2006/relationships/image" Target="../media/image66.png"/><Relationship Id="rId120" Type="http://schemas.openxmlformats.org/officeDocument/2006/relationships/customXml" Target="../ink/ink75.xml"/><Relationship Id="rId141" Type="http://schemas.openxmlformats.org/officeDocument/2006/relationships/image" Target="../media/image88.png"/><Relationship Id="rId7" Type="http://schemas.openxmlformats.org/officeDocument/2006/relationships/image" Target="../media/image21.png"/><Relationship Id="rId162" Type="http://schemas.openxmlformats.org/officeDocument/2006/relationships/customXml" Target="../ink/ink96.xml"/><Relationship Id="rId183" Type="http://schemas.openxmlformats.org/officeDocument/2006/relationships/image" Target="../media/image109.png"/><Relationship Id="rId218" Type="http://schemas.openxmlformats.org/officeDocument/2006/relationships/customXml" Target="../ink/ink124.xml"/><Relationship Id="rId239" Type="http://schemas.openxmlformats.org/officeDocument/2006/relationships/image" Target="../media/image137.png"/><Relationship Id="rId250" Type="http://schemas.openxmlformats.org/officeDocument/2006/relationships/customXml" Target="../ink/ink140.xml"/><Relationship Id="rId271" Type="http://schemas.openxmlformats.org/officeDocument/2006/relationships/image" Target="../media/image153.png"/><Relationship Id="rId292" Type="http://schemas.openxmlformats.org/officeDocument/2006/relationships/customXml" Target="../ink/ink161.xml"/><Relationship Id="rId306" Type="http://schemas.openxmlformats.org/officeDocument/2006/relationships/customXml" Target="../ink/ink168.xml"/><Relationship Id="rId24" Type="http://schemas.openxmlformats.org/officeDocument/2006/relationships/customXml" Target="../ink/ink27.xml"/><Relationship Id="rId45" Type="http://schemas.openxmlformats.org/officeDocument/2006/relationships/image" Target="../media/image40.png"/><Relationship Id="rId66" Type="http://schemas.openxmlformats.org/officeDocument/2006/relationships/customXml" Target="../ink/ink48.xml"/><Relationship Id="rId87" Type="http://schemas.openxmlformats.org/officeDocument/2006/relationships/image" Target="../media/image61.png"/><Relationship Id="rId110" Type="http://schemas.openxmlformats.org/officeDocument/2006/relationships/customXml" Target="../ink/ink70.xml"/><Relationship Id="rId131" Type="http://schemas.openxmlformats.org/officeDocument/2006/relationships/image" Target="../media/image83.png"/><Relationship Id="rId152" Type="http://schemas.openxmlformats.org/officeDocument/2006/relationships/customXml" Target="../ink/ink91.xml"/><Relationship Id="rId173" Type="http://schemas.openxmlformats.org/officeDocument/2006/relationships/image" Target="../media/image104.png"/><Relationship Id="rId194" Type="http://schemas.openxmlformats.org/officeDocument/2006/relationships/customXml" Target="../ink/ink112.xml"/><Relationship Id="rId208" Type="http://schemas.openxmlformats.org/officeDocument/2006/relationships/customXml" Target="../ink/ink119.xml"/><Relationship Id="rId229" Type="http://schemas.openxmlformats.org/officeDocument/2006/relationships/image" Target="../media/image132.png"/><Relationship Id="rId240" Type="http://schemas.openxmlformats.org/officeDocument/2006/relationships/customXml" Target="../ink/ink135.xml"/><Relationship Id="rId261" Type="http://schemas.openxmlformats.org/officeDocument/2006/relationships/image" Target="../media/image148.png"/><Relationship Id="rId14" Type="http://schemas.openxmlformats.org/officeDocument/2006/relationships/customXml" Target="../ink/ink22.xml"/><Relationship Id="rId35" Type="http://schemas.openxmlformats.org/officeDocument/2006/relationships/image" Target="../media/image35.png"/><Relationship Id="rId56" Type="http://schemas.openxmlformats.org/officeDocument/2006/relationships/customXml" Target="../ink/ink43.xml"/><Relationship Id="rId77" Type="http://schemas.openxmlformats.org/officeDocument/2006/relationships/image" Target="../media/image56.png"/><Relationship Id="rId100" Type="http://schemas.openxmlformats.org/officeDocument/2006/relationships/customXml" Target="../ink/ink65.xml"/><Relationship Id="rId282" Type="http://schemas.openxmlformats.org/officeDocument/2006/relationships/customXml" Target="../ink/ink156.xml"/><Relationship Id="rId317" Type="http://schemas.openxmlformats.org/officeDocument/2006/relationships/image" Target="../media/image176.png"/><Relationship Id="rId8" Type="http://schemas.openxmlformats.org/officeDocument/2006/relationships/customXml" Target="../ink/ink19.xml"/><Relationship Id="rId98" Type="http://schemas.openxmlformats.org/officeDocument/2006/relationships/customXml" Target="../ink/ink64.xml"/><Relationship Id="rId121" Type="http://schemas.openxmlformats.org/officeDocument/2006/relationships/image" Target="../media/image78.png"/><Relationship Id="rId142" Type="http://schemas.openxmlformats.org/officeDocument/2006/relationships/customXml" Target="../ink/ink86.xml"/><Relationship Id="rId163" Type="http://schemas.openxmlformats.org/officeDocument/2006/relationships/image" Target="../media/image99.png"/><Relationship Id="rId184" Type="http://schemas.openxmlformats.org/officeDocument/2006/relationships/customXml" Target="../ink/ink107.xml"/><Relationship Id="rId219" Type="http://schemas.openxmlformats.org/officeDocument/2006/relationships/image" Target="../media/image127.png"/><Relationship Id="rId230" Type="http://schemas.openxmlformats.org/officeDocument/2006/relationships/customXml" Target="../ink/ink130.xml"/><Relationship Id="rId251" Type="http://schemas.openxmlformats.org/officeDocument/2006/relationships/image" Target="../media/image143.png"/><Relationship Id="rId25" Type="http://schemas.openxmlformats.org/officeDocument/2006/relationships/image" Target="../media/image30.png"/><Relationship Id="rId46" Type="http://schemas.openxmlformats.org/officeDocument/2006/relationships/customXml" Target="../ink/ink38.xml"/><Relationship Id="rId67" Type="http://schemas.openxmlformats.org/officeDocument/2006/relationships/image" Target="../media/image51.png"/><Relationship Id="rId272" Type="http://schemas.openxmlformats.org/officeDocument/2006/relationships/customXml" Target="../ink/ink151.xml"/><Relationship Id="rId293" Type="http://schemas.openxmlformats.org/officeDocument/2006/relationships/image" Target="../media/image164.png"/><Relationship Id="rId307" Type="http://schemas.openxmlformats.org/officeDocument/2006/relationships/image" Target="../media/image171.png"/><Relationship Id="rId88" Type="http://schemas.openxmlformats.org/officeDocument/2006/relationships/customXml" Target="../ink/ink59.xml"/><Relationship Id="rId111" Type="http://schemas.openxmlformats.org/officeDocument/2006/relationships/image" Target="../media/image73.png"/><Relationship Id="rId132" Type="http://schemas.openxmlformats.org/officeDocument/2006/relationships/customXml" Target="../ink/ink81.xml"/><Relationship Id="rId153" Type="http://schemas.openxmlformats.org/officeDocument/2006/relationships/image" Target="../media/image94.png"/><Relationship Id="rId174" Type="http://schemas.openxmlformats.org/officeDocument/2006/relationships/customXml" Target="../ink/ink102.xml"/><Relationship Id="rId195" Type="http://schemas.openxmlformats.org/officeDocument/2006/relationships/image" Target="../media/image115.png"/><Relationship Id="rId209" Type="http://schemas.openxmlformats.org/officeDocument/2006/relationships/image" Target="../media/image122.png"/><Relationship Id="rId220" Type="http://schemas.openxmlformats.org/officeDocument/2006/relationships/customXml" Target="../ink/ink125.xml"/><Relationship Id="rId241" Type="http://schemas.openxmlformats.org/officeDocument/2006/relationships/image" Target="../media/image138.png"/><Relationship Id="rId15" Type="http://schemas.openxmlformats.org/officeDocument/2006/relationships/image" Target="../media/image25.png"/><Relationship Id="rId36" Type="http://schemas.openxmlformats.org/officeDocument/2006/relationships/customXml" Target="../ink/ink33.xml"/><Relationship Id="rId57" Type="http://schemas.openxmlformats.org/officeDocument/2006/relationships/image" Target="../media/image46.png"/><Relationship Id="rId262" Type="http://schemas.openxmlformats.org/officeDocument/2006/relationships/customXml" Target="../ink/ink146.xml"/><Relationship Id="rId283" Type="http://schemas.openxmlformats.org/officeDocument/2006/relationships/image" Target="../media/image159.png"/><Relationship Id="rId318" Type="http://schemas.openxmlformats.org/officeDocument/2006/relationships/customXml" Target="../ink/ink174.xml"/><Relationship Id="rId78" Type="http://schemas.openxmlformats.org/officeDocument/2006/relationships/customXml" Target="../ink/ink54.xml"/><Relationship Id="rId99" Type="http://schemas.openxmlformats.org/officeDocument/2006/relationships/image" Target="../media/image67.png"/><Relationship Id="rId101" Type="http://schemas.openxmlformats.org/officeDocument/2006/relationships/image" Target="../media/image68.png"/><Relationship Id="rId122" Type="http://schemas.openxmlformats.org/officeDocument/2006/relationships/customXml" Target="../ink/ink76.xml"/><Relationship Id="rId143" Type="http://schemas.openxmlformats.org/officeDocument/2006/relationships/image" Target="../media/image89.png"/><Relationship Id="rId164" Type="http://schemas.openxmlformats.org/officeDocument/2006/relationships/customXml" Target="../ink/ink97.xml"/><Relationship Id="rId185" Type="http://schemas.openxmlformats.org/officeDocument/2006/relationships/image" Target="../media/image110.png"/><Relationship Id="rId9" Type="http://schemas.openxmlformats.org/officeDocument/2006/relationships/image" Target="../media/image22.png"/><Relationship Id="rId210" Type="http://schemas.openxmlformats.org/officeDocument/2006/relationships/customXml" Target="../ink/ink120.xml"/><Relationship Id="rId26" Type="http://schemas.openxmlformats.org/officeDocument/2006/relationships/customXml" Target="../ink/ink28.xml"/><Relationship Id="rId231" Type="http://schemas.openxmlformats.org/officeDocument/2006/relationships/image" Target="../media/image133.png"/><Relationship Id="rId252" Type="http://schemas.openxmlformats.org/officeDocument/2006/relationships/customXml" Target="../ink/ink141.xml"/><Relationship Id="rId273" Type="http://schemas.openxmlformats.org/officeDocument/2006/relationships/image" Target="../media/image154.png"/><Relationship Id="rId294" Type="http://schemas.openxmlformats.org/officeDocument/2006/relationships/customXml" Target="../ink/ink162.xml"/><Relationship Id="rId308" Type="http://schemas.openxmlformats.org/officeDocument/2006/relationships/customXml" Target="../ink/ink169.xml"/><Relationship Id="rId47" Type="http://schemas.openxmlformats.org/officeDocument/2006/relationships/image" Target="../media/image41.png"/><Relationship Id="rId68" Type="http://schemas.openxmlformats.org/officeDocument/2006/relationships/customXml" Target="../ink/ink49.xml"/><Relationship Id="rId89" Type="http://schemas.openxmlformats.org/officeDocument/2006/relationships/image" Target="../media/image62.png"/><Relationship Id="rId112" Type="http://schemas.openxmlformats.org/officeDocument/2006/relationships/customXml" Target="../ink/ink71.xml"/><Relationship Id="rId133" Type="http://schemas.openxmlformats.org/officeDocument/2006/relationships/image" Target="../media/image84.png"/><Relationship Id="rId154" Type="http://schemas.openxmlformats.org/officeDocument/2006/relationships/customXml" Target="../ink/ink92.xml"/><Relationship Id="rId175" Type="http://schemas.openxmlformats.org/officeDocument/2006/relationships/image" Target="../media/image105.png"/><Relationship Id="rId196" Type="http://schemas.openxmlformats.org/officeDocument/2006/relationships/customXml" Target="../ink/ink113.xml"/><Relationship Id="rId200" Type="http://schemas.openxmlformats.org/officeDocument/2006/relationships/customXml" Target="../ink/ink115.xml"/><Relationship Id="rId16" Type="http://schemas.openxmlformats.org/officeDocument/2006/relationships/customXml" Target="../ink/ink23.xml"/><Relationship Id="rId221" Type="http://schemas.openxmlformats.org/officeDocument/2006/relationships/image" Target="../media/image128.png"/><Relationship Id="rId242" Type="http://schemas.openxmlformats.org/officeDocument/2006/relationships/customXml" Target="../ink/ink136.xml"/><Relationship Id="rId263" Type="http://schemas.openxmlformats.org/officeDocument/2006/relationships/image" Target="../media/image149.png"/><Relationship Id="rId284" Type="http://schemas.openxmlformats.org/officeDocument/2006/relationships/customXml" Target="../ink/ink157.xml"/><Relationship Id="rId319" Type="http://schemas.openxmlformats.org/officeDocument/2006/relationships/image" Target="../media/image177.png"/><Relationship Id="rId37" Type="http://schemas.openxmlformats.org/officeDocument/2006/relationships/image" Target="../media/image36.png"/><Relationship Id="rId58" Type="http://schemas.openxmlformats.org/officeDocument/2006/relationships/customXml" Target="../ink/ink44.xml"/><Relationship Id="rId79" Type="http://schemas.openxmlformats.org/officeDocument/2006/relationships/image" Target="../media/image57.png"/><Relationship Id="rId102" Type="http://schemas.openxmlformats.org/officeDocument/2006/relationships/customXml" Target="../ink/ink66.xml"/><Relationship Id="rId123" Type="http://schemas.openxmlformats.org/officeDocument/2006/relationships/image" Target="../media/image79.png"/><Relationship Id="rId144" Type="http://schemas.openxmlformats.org/officeDocument/2006/relationships/customXml" Target="../ink/ink87.xml"/><Relationship Id="rId90" Type="http://schemas.openxmlformats.org/officeDocument/2006/relationships/customXml" Target="../ink/ink60.xml"/><Relationship Id="rId165" Type="http://schemas.openxmlformats.org/officeDocument/2006/relationships/image" Target="../media/image100.png"/><Relationship Id="rId186" Type="http://schemas.openxmlformats.org/officeDocument/2006/relationships/customXml" Target="../ink/ink108.xml"/><Relationship Id="rId211" Type="http://schemas.openxmlformats.org/officeDocument/2006/relationships/image" Target="../media/image123.png"/><Relationship Id="rId232" Type="http://schemas.openxmlformats.org/officeDocument/2006/relationships/customXml" Target="../ink/ink131.xml"/><Relationship Id="rId253" Type="http://schemas.openxmlformats.org/officeDocument/2006/relationships/image" Target="../media/image144.png"/><Relationship Id="rId274" Type="http://schemas.openxmlformats.org/officeDocument/2006/relationships/customXml" Target="../ink/ink152.xml"/><Relationship Id="rId295" Type="http://schemas.openxmlformats.org/officeDocument/2006/relationships/image" Target="../media/image165.png"/><Relationship Id="rId309" Type="http://schemas.openxmlformats.org/officeDocument/2006/relationships/image" Target="../media/image172.png"/><Relationship Id="rId27" Type="http://schemas.openxmlformats.org/officeDocument/2006/relationships/image" Target="../media/image31.png"/><Relationship Id="rId48" Type="http://schemas.openxmlformats.org/officeDocument/2006/relationships/customXml" Target="../ink/ink39.xml"/><Relationship Id="rId69" Type="http://schemas.openxmlformats.org/officeDocument/2006/relationships/image" Target="../media/image52.png"/><Relationship Id="rId113" Type="http://schemas.openxmlformats.org/officeDocument/2006/relationships/image" Target="../media/image74.png"/><Relationship Id="rId134" Type="http://schemas.openxmlformats.org/officeDocument/2006/relationships/customXml" Target="../ink/ink82.xml"/><Relationship Id="rId320" Type="http://schemas.openxmlformats.org/officeDocument/2006/relationships/customXml" Target="../ink/ink175.xml"/><Relationship Id="rId80" Type="http://schemas.openxmlformats.org/officeDocument/2006/relationships/customXml" Target="../ink/ink55.xml"/><Relationship Id="rId155" Type="http://schemas.openxmlformats.org/officeDocument/2006/relationships/image" Target="../media/image95.png"/><Relationship Id="rId176" Type="http://schemas.openxmlformats.org/officeDocument/2006/relationships/customXml" Target="../ink/ink103.xml"/><Relationship Id="rId197" Type="http://schemas.openxmlformats.org/officeDocument/2006/relationships/image" Target="../media/image116.png"/><Relationship Id="rId201" Type="http://schemas.openxmlformats.org/officeDocument/2006/relationships/image" Target="../media/image118.png"/><Relationship Id="rId222" Type="http://schemas.openxmlformats.org/officeDocument/2006/relationships/customXml" Target="../ink/ink126.xml"/><Relationship Id="rId243" Type="http://schemas.openxmlformats.org/officeDocument/2006/relationships/image" Target="../media/image139.png"/><Relationship Id="rId264" Type="http://schemas.openxmlformats.org/officeDocument/2006/relationships/customXml" Target="../ink/ink147.xml"/><Relationship Id="rId285" Type="http://schemas.openxmlformats.org/officeDocument/2006/relationships/image" Target="../media/image160.png"/><Relationship Id="rId17" Type="http://schemas.openxmlformats.org/officeDocument/2006/relationships/image" Target="../media/image26.png"/><Relationship Id="rId38" Type="http://schemas.openxmlformats.org/officeDocument/2006/relationships/customXml" Target="../ink/ink34.xml"/><Relationship Id="rId59" Type="http://schemas.openxmlformats.org/officeDocument/2006/relationships/image" Target="../media/image47.png"/><Relationship Id="rId103" Type="http://schemas.openxmlformats.org/officeDocument/2006/relationships/image" Target="../media/image69.png"/><Relationship Id="rId124" Type="http://schemas.openxmlformats.org/officeDocument/2006/relationships/customXml" Target="../ink/ink77.xml"/><Relationship Id="rId310" Type="http://schemas.openxmlformats.org/officeDocument/2006/relationships/customXml" Target="../ink/ink170.xml"/><Relationship Id="rId70" Type="http://schemas.openxmlformats.org/officeDocument/2006/relationships/customXml" Target="../ink/ink50.xml"/><Relationship Id="rId91" Type="http://schemas.openxmlformats.org/officeDocument/2006/relationships/image" Target="../media/image63.png"/><Relationship Id="rId145" Type="http://schemas.openxmlformats.org/officeDocument/2006/relationships/image" Target="../media/image90.png"/><Relationship Id="rId166" Type="http://schemas.openxmlformats.org/officeDocument/2006/relationships/customXml" Target="../ink/ink98.xml"/><Relationship Id="rId187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21.xml"/><Relationship Id="rId233" Type="http://schemas.openxmlformats.org/officeDocument/2006/relationships/image" Target="../media/image134.png"/><Relationship Id="rId254" Type="http://schemas.openxmlformats.org/officeDocument/2006/relationships/customXml" Target="../ink/ink142.xml"/><Relationship Id="rId28" Type="http://schemas.openxmlformats.org/officeDocument/2006/relationships/customXml" Target="../ink/ink29.xml"/><Relationship Id="rId49" Type="http://schemas.openxmlformats.org/officeDocument/2006/relationships/image" Target="../media/image42.png"/><Relationship Id="rId114" Type="http://schemas.openxmlformats.org/officeDocument/2006/relationships/customXml" Target="../ink/ink72.xml"/><Relationship Id="rId275" Type="http://schemas.openxmlformats.org/officeDocument/2006/relationships/image" Target="../media/image155.png"/><Relationship Id="rId296" Type="http://schemas.openxmlformats.org/officeDocument/2006/relationships/customXml" Target="../ink/ink163.xml"/><Relationship Id="rId300" Type="http://schemas.openxmlformats.org/officeDocument/2006/relationships/customXml" Target="../ink/ink165.xml"/><Relationship Id="rId60" Type="http://schemas.openxmlformats.org/officeDocument/2006/relationships/customXml" Target="../ink/ink45.xml"/><Relationship Id="rId81" Type="http://schemas.openxmlformats.org/officeDocument/2006/relationships/image" Target="../media/image58.png"/><Relationship Id="rId135" Type="http://schemas.openxmlformats.org/officeDocument/2006/relationships/image" Target="../media/image85.png"/><Relationship Id="rId156" Type="http://schemas.openxmlformats.org/officeDocument/2006/relationships/customXml" Target="../ink/ink93.xml"/><Relationship Id="rId177" Type="http://schemas.openxmlformats.org/officeDocument/2006/relationships/image" Target="../media/image106.png"/><Relationship Id="rId198" Type="http://schemas.openxmlformats.org/officeDocument/2006/relationships/customXml" Target="../ink/ink114.xml"/><Relationship Id="rId321" Type="http://schemas.openxmlformats.org/officeDocument/2006/relationships/image" Target="../media/image178.png"/><Relationship Id="rId202" Type="http://schemas.openxmlformats.org/officeDocument/2006/relationships/customXml" Target="../ink/ink116.xml"/><Relationship Id="rId223" Type="http://schemas.openxmlformats.org/officeDocument/2006/relationships/image" Target="../media/image129.png"/><Relationship Id="rId244" Type="http://schemas.openxmlformats.org/officeDocument/2006/relationships/customXml" Target="../ink/ink137.xml"/><Relationship Id="rId18" Type="http://schemas.openxmlformats.org/officeDocument/2006/relationships/customXml" Target="../ink/ink24.xml"/><Relationship Id="rId39" Type="http://schemas.openxmlformats.org/officeDocument/2006/relationships/image" Target="../media/image37.png"/><Relationship Id="rId265" Type="http://schemas.openxmlformats.org/officeDocument/2006/relationships/image" Target="../media/image150.png"/><Relationship Id="rId286" Type="http://schemas.openxmlformats.org/officeDocument/2006/relationships/customXml" Target="../ink/ink158.xml"/><Relationship Id="rId50" Type="http://schemas.openxmlformats.org/officeDocument/2006/relationships/customXml" Target="../ink/ink40.xml"/><Relationship Id="rId104" Type="http://schemas.openxmlformats.org/officeDocument/2006/relationships/customXml" Target="../ink/ink67.xml"/><Relationship Id="rId125" Type="http://schemas.openxmlformats.org/officeDocument/2006/relationships/image" Target="../media/image80.png"/><Relationship Id="rId146" Type="http://schemas.openxmlformats.org/officeDocument/2006/relationships/customXml" Target="../ink/ink88.xml"/><Relationship Id="rId167" Type="http://schemas.openxmlformats.org/officeDocument/2006/relationships/image" Target="../media/image101.png"/><Relationship Id="rId188" Type="http://schemas.openxmlformats.org/officeDocument/2006/relationships/customXml" Target="../ink/ink109.xml"/><Relationship Id="rId311" Type="http://schemas.openxmlformats.org/officeDocument/2006/relationships/image" Target="../media/image173.png"/><Relationship Id="rId71" Type="http://schemas.openxmlformats.org/officeDocument/2006/relationships/image" Target="../media/image53.png"/><Relationship Id="rId92" Type="http://schemas.openxmlformats.org/officeDocument/2006/relationships/customXml" Target="../ink/ink61.xml"/><Relationship Id="rId213" Type="http://schemas.openxmlformats.org/officeDocument/2006/relationships/image" Target="../media/image124.png"/><Relationship Id="rId234" Type="http://schemas.openxmlformats.org/officeDocument/2006/relationships/customXml" Target="../ink/ink132.xml"/><Relationship Id="rId2" Type="http://schemas.openxmlformats.org/officeDocument/2006/relationships/customXml" Target="../ink/ink16.xml"/><Relationship Id="rId29" Type="http://schemas.openxmlformats.org/officeDocument/2006/relationships/image" Target="../media/image32.png"/><Relationship Id="rId255" Type="http://schemas.openxmlformats.org/officeDocument/2006/relationships/image" Target="../media/image145.png"/><Relationship Id="rId276" Type="http://schemas.openxmlformats.org/officeDocument/2006/relationships/customXml" Target="../ink/ink153.xml"/><Relationship Id="rId297" Type="http://schemas.openxmlformats.org/officeDocument/2006/relationships/image" Target="../media/image166.png"/><Relationship Id="rId40" Type="http://schemas.openxmlformats.org/officeDocument/2006/relationships/customXml" Target="../ink/ink35.xml"/><Relationship Id="rId115" Type="http://schemas.openxmlformats.org/officeDocument/2006/relationships/image" Target="../media/image75.png"/><Relationship Id="rId136" Type="http://schemas.openxmlformats.org/officeDocument/2006/relationships/customXml" Target="../ink/ink83.xml"/><Relationship Id="rId157" Type="http://schemas.openxmlformats.org/officeDocument/2006/relationships/image" Target="../media/image96.png"/><Relationship Id="rId178" Type="http://schemas.openxmlformats.org/officeDocument/2006/relationships/customXml" Target="../ink/ink104.xml"/><Relationship Id="rId301" Type="http://schemas.openxmlformats.org/officeDocument/2006/relationships/image" Target="../media/image168.png"/><Relationship Id="rId322" Type="http://schemas.openxmlformats.org/officeDocument/2006/relationships/customXml" Target="../ink/ink176.xml"/><Relationship Id="rId61" Type="http://schemas.openxmlformats.org/officeDocument/2006/relationships/image" Target="../media/image48.png"/><Relationship Id="rId82" Type="http://schemas.openxmlformats.org/officeDocument/2006/relationships/customXml" Target="../ink/ink56.xml"/><Relationship Id="rId199" Type="http://schemas.openxmlformats.org/officeDocument/2006/relationships/image" Target="../media/image117.png"/><Relationship Id="rId203" Type="http://schemas.openxmlformats.org/officeDocument/2006/relationships/image" Target="../media/image119.png"/><Relationship Id="rId19" Type="http://schemas.openxmlformats.org/officeDocument/2006/relationships/image" Target="../media/image27.png"/><Relationship Id="rId224" Type="http://schemas.openxmlformats.org/officeDocument/2006/relationships/customXml" Target="../ink/ink127.xml"/><Relationship Id="rId245" Type="http://schemas.openxmlformats.org/officeDocument/2006/relationships/image" Target="../media/image140.png"/><Relationship Id="rId266" Type="http://schemas.openxmlformats.org/officeDocument/2006/relationships/customXml" Target="../ink/ink148.xml"/><Relationship Id="rId287" Type="http://schemas.openxmlformats.org/officeDocument/2006/relationships/image" Target="../media/image161.png"/><Relationship Id="rId30" Type="http://schemas.openxmlformats.org/officeDocument/2006/relationships/customXml" Target="../ink/ink30.xml"/><Relationship Id="rId105" Type="http://schemas.openxmlformats.org/officeDocument/2006/relationships/image" Target="../media/image70.png"/><Relationship Id="rId126" Type="http://schemas.openxmlformats.org/officeDocument/2006/relationships/customXml" Target="../ink/ink78.xml"/><Relationship Id="rId147" Type="http://schemas.openxmlformats.org/officeDocument/2006/relationships/image" Target="../media/image91.png"/><Relationship Id="rId168" Type="http://schemas.openxmlformats.org/officeDocument/2006/relationships/customXml" Target="../ink/ink99.xml"/><Relationship Id="rId312" Type="http://schemas.openxmlformats.org/officeDocument/2006/relationships/customXml" Target="../ink/ink171.xml"/><Relationship Id="rId51" Type="http://schemas.openxmlformats.org/officeDocument/2006/relationships/image" Target="../media/image43.png"/><Relationship Id="rId72" Type="http://schemas.openxmlformats.org/officeDocument/2006/relationships/customXml" Target="../ink/ink51.xml"/><Relationship Id="rId93" Type="http://schemas.openxmlformats.org/officeDocument/2006/relationships/image" Target="../media/image64.png"/><Relationship Id="rId189" Type="http://schemas.openxmlformats.org/officeDocument/2006/relationships/image" Target="../media/image112.png"/><Relationship Id="rId3" Type="http://schemas.openxmlformats.org/officeDocument/2006/relationships/image" Target="../media/image19.png"/><Relationship Id="rId214" Type="http://schemas.openxmlformats.org/officeDocument/2006/relationships/customXml" Target="../ink/ink122.xml"/><Relationship Id="rId235" Type="http://schemas.openxmlformats.org/officeDocument/2006/relationships/image" Target="../media/image135.png"/><Relationship Id="rId256" Type="http://schemas.openxmlformats.org/officeDocument/2006/relationships/customXml" Target="../ink/ink143.xml"/><Relationship Id="rId277" Type="http://schemas.openxmlformats.org/officeDocument/2006/relationships/image" Target="../media/image156.png"/><Relationship Id="rId298" Type="http://schemas.openxmlformats.org/officeDocument/2006/relationships/customXml" Target="../ink/ink164.xml"/><Relationship Id="rId116" Type="http://schemas.openxmlformats.org/officeDocument/2006/relationships/customXml" Target="../ink/ink73.xml"/><Relationship Id="rId137" Type="http://schemas.openxmlformats.org/officeDocument/2006/relationships/image" Target="../media/image86.png"/><Relationship Id="rId158" Type="http://schemas.openxmlformats.org/officeDocument/2006/relationships/customXml" Target="../ink/ink94.xml"/><Relationship Id="rId302" Type="http://schemas.openxmlformats.org/officeDocument/2006/relationships/customXml" Target="../ink/ink166.xml"/><Relationship Id="rId323" Type="http://schemas.openxmlformats.org/officeDocument/2006/relationships/image" Target="../media/image179.png"/><Relationship Id="rId20" Type="http://schemas.openxmlformats.org/officeDocument/2006/relationships/customXml" Target="../ink/ink25.xml"/><Relationship Id="rId41" Type="http://schemas.openxmlformats.org/officeDocument/2006/relationships/image" Target="../media/image38.png"/><Relationship Id="rId62" Type="http://schemas.openxmlformats.org/officeDocument/2006/relationships/customXml" Target="../ink/ink46.xml"/><Relationship Id="rId83" Type="http://schemas.openxmlformats.org/officeDocument/2006/relationships/image" Target="../media/image59.png"/><Relationship Id="rId179" Type="http://schemas.openxmlformats.org/officeDocument/2006/relationships/image" Target="../media/image107.png"/><Relationship Id="rId190" Type="http://schemas.openxmlformats.org/officeDocument/2006/relationships/customXml" Target="../ink/ink110.xml"/><Relationship Id="rId204" Type="http://schemas.openxmlformats.org/officeDocument/2006/relationships/customXml" Target="../ink/ink117.xml"/><Relationship Id="rId225" Type="http://schemas.openxmlformats.org/officeDocument/2006/relationships/image" Target="../media/image130.png"/><Relationship Id="rId246" Type="http://schemas.openxmlformats.org/officeDocument/2006/relationships/customXml" Target="../ink/ink138.xml"/><Relationship Id="rId267" Type="http://schemas.openxmlformats.org/officeDocument/2006/relationships/image" Target="../media/image151.png"/><Relationship Id="rId288" Type="http://schemas.openxmlformats.org/officeDocument/2006/relationships/customXml" Target="../ink/ink159.xml"/><Relationship Id="rId106" Type="http://schemas.openxmlformats.org/officeDocument/2006/relationships/customXml" Target="../ink/ink68.xml"/><Relationship Id="rId127" Type="http://schemas.openxmlformats.org/officeDocument/2006/relationships/image" Target="../media/image81.png"/><Relationship Id="rId313" Type="http://schemas.openxmlformats.org/officeDocument/2006/relationships/image" Target="../media/image174.png"/><Relationship Id="rId10" Type="http://schemas.openxmlformats.org/officeDocument/2006/relationships/customXml" Target="../ink/ink20.xml"/><Relationship Id="rId31" Type="http://schemas.openxmlformats.org/officeDocument/2006/relationships/image" Target="../media/image33.png"/><Relationship Id="rId52" Type="http://schemas.openxmlformats.org/officeDocument/2006/relationships/customXml" Target="../ink/ink41.xml"/><Relationship Id="rId73" Type="http://schemas.openxmlformats.org/officeDocument/2006/relationships/image" Target="../media/image54.png"/><Relationship Id="rId94" Type="http://schemas.openxmlformats.org/officeDocument/2006/relationships/customXml" Target="../ink/ink62.xml"/><Relationship Id="rId148" Type="http://schemas.openxmlformats.org/officeDocument/2006/relationships/customXml" Target="../ink/ink89.xml"/><Relationship Id="rId169" Type="http://schemas.openxmlformats.org/officeDocument/2006/relationships/image" Target="../media/image102.png"/><Relationship Id="rId4" Type="http://schemas.openxmlformats.org/officeDocument/2006/relationships/customXml" Target="../ink/ink17.xml"/><Relationship Id="rId180" Type="http://schemas.openxmlformats.org/officeDocument/2006/relationships/customXml" Target="../ink/ink105.xml"/><Relationship Id="rId215" Type="http://schemas.openxmlformats.org/officeDocument/2006/relationships/image" Target="../media/image125.png"/><Relationship Id="rId236" Type="http://schemas.openxmlformats.org/officeDocument/2006/relationships/customXml" Target="../ink/ink133.xml"/><Relationship Id="rId257" Type="http://schemas.openxmlformats.org/officeDocument/2006/relationships/image" Target="../media/image146.png"/><Relationship Id="rId278" Type="http://schemas.openxmlformats.org/officeDocument/2006/relationships/customXml" Target="../ink/ink154.xml"/><Relationship Id="rId303" Type="http://schemas.openxmlformats.org/officeDocument/2006/relationships/image" Target="../media/image169.png"/><Relationship Id="rId42" Type="http://schemas.openxmlformats.org/officeDocument/2006/relationships/customXml" Target="../ink/ink36.xml"/><Relationship Id="rId84" Type="http://schemas.openxmlformats.org/officeDocument/2006/relationships/customXml" Target="../ink/ink57.xml"/><Relationship Id="rId138" Type="http://schemas.openxmlformats.org/officeDocument/2006/relationships/customXml" Target="../ink/ink84.xml"/><Relationship Id="rId191" Type="http://schemas.openxmlformats.org/officeDocument/2006/relationships/image" Target="../media/image113.png"/><Relationship Id="rId205" Type="http://schemas.openxmlformats.org/officeDocument/2006/relationships/image" Target="../media/image120.png"/><Relationship Id="rId247" Type="http://schemas.openxmlformats.org/officeDocument/2006/relationships/image" Target="../media/image141.png"/><Relationship Id="rId107" Type="http://schemas.openxmlformats.org/officeDocument/2006/relationships/image" Target="../media/image71.png"/><Relationship Id="rId289" Type="http://schemas.openxmlformats.org/officeDocument/2006/relationships/image" Target="../media/image162.png"/><Relationship Id="rId11" Type="http://schemas.openxmlformats.org/officeDocument/2006/relationships/image" Target="../media/image23.png"/><Relationship Id="rId53" Type="http://schemas.openxmlformats.org/officeDocument/2006/relationships/image" Target="../media/image44.png"/><Relationship Id="rId149" Type="http://schemas.openxmlformats.org/officeDocument/2006/relationships/image" Target="../media/image92.png"/><Relationship Id="rId314" Type="http://schemas.openxmlformats.org/officeDocument/2006/relationships/customXml" Target="../ink/ink172.xml"/><Relationship Id="rId95" Type="http://schemas.openxmlformats.org/officeDocument/2006/relationships/image" Target="../media/image65.png"/><Relationship Id="rId160" Type="http://schemas.openxmlformats.org/officeDocument/2006/relationships/customXml" Target="../ink/ink95.xml"/><Relationship Id="rId216" Type="http://schemas.openxmlformats.org/officeDocument/2006/relationships/customXml" Target="../ink/ink123.xml"/><Relationship Id="rId258" Type="http://schemas.openxmlformats.org/officeDocument/2006/relationships/customXml" Target="../ink/ink144.xml"/><Relationship Id="rId22" Type="http://schemas.openxmlformats.org/officeDocument/2006/relationships/customXml" Target="../ink/ink26.xml"/><Relationship Id="rId64" Type="http://schemas.openxmlformats.org/officeDocument/2006/relationships/customXml" Target="../ink/ink47.xml"/><Relationship Id="rId118" Type="http://schemas.openxmlformats.org/officeDocument/2006/relationships/customXml" Target="../ink/ink74.xml"/><Relationship Id="rId171" Type="http://schemas.openxmlformats.org/officeDocument/2006/relationships/image" Target="../media/image103.png"/><Relationship Id="rId227" Type="http://schemas.openxmlformats.org/officeDocument/2006/relationships/image" Target="../media/image131.png"/><Relationship Id="rId269" Type="http://schemas.openxmlformats.org/officeDocument/2006/relationships/image" Target="../media/image152.png"/><Relationship Id="rId33" Type="http://schemas.openxmlformats.org/officeDocument/2006/relationships/image" Target="../media/image34.png"/><Relationship Id="rId129" Type="http://schemas.openxmlformats.org/officeDocument/2006/relationships/image" Target="../media/image82.png"/><Relationship Id="rId280" Type="http://schemas.openxmlformats.org/officeDocument/2006/relationships/customXml" Target="../ink/ink155.xml"/><Relationship Id="rId75" Type="http://schemas.openxmlformats.org/officeDocument/2006/relationships/image" Target="../media/image55.png"/><Relationship Id="rId140" Type="http://schemas.openxmlformats.org/officeDocument/2006/relationships/customXml" Target="../ink/ink85.xml"/><Relationship Id="rId182" Type="http://schemas.openxmlformats.org/officeDocument/2006/relationships/customXml" Target="../ink/ink106.xml"/><Relationship Id="rId6" Type="http://schemas.openxmlformats.org/officeDocument/2006/relationships/customXml" Target="../ink/ink18.xml"/><Relationship Id="rId238" Type="http://schemas.openxmlformats.org/officeDocument/2006/relationships/customXml" Target="../ink/ink134.xml"/><Relationship Id="rId291" Type="http://schemas.openxmlformats.org/officeDocument/2006/relationships/image" Target="../media/image163.png"/><Relationship Id="rId305" Type="http://schemas.openxmlformats.org/officeDocument/2006/relationships/image" Target="../media/image170.png"/><Relationship Id="rId44" Type="http://schemas.openxmlformats.org/officeDocument/2006/relationships/customXml" Target="../ink/ink37.xml"/><Relationship Id="rId86" Type="http://schemas.openxmlformats.org/officeDocument/2006/relationships/customXml" Target="../ink/ink58.xml"/><Relationship Id="rId151" Type="http://schemas.openxmlformats.org/officeDocument/2006/relationships/image" Target="../media/image93.png"/><Relationship Id="rId193" Type="http://schemas.openxmlformats.org/officeDocument/2006/relationships/image" Target="../media/image114.png"/><Relationship Id="rId207" Type="http://schemas.openxmlformats.org/officeDocument/2006/relationships/image" Target="../media/image121.png"/><Relationship Id="rId249" Type="http://schemas.openxmlformats.org/officeDocument/2006/relationships/image" Target="../media/image142.png"/><Relationship Id="rId13" Type="http://schemas.openxmlformats.org/officeDocument/2006/relationships/image" Target="../media/image24.png"/><Relationship Id="rId109" Type="http://schemas.openxmlformats.org/officeDocument/2006/relationships/image" Target="../media/image72.png"/><Relationship Id="rId260" Type="http://schemas.openxmlformats.org/officeDocument/2006/relationships/customXml" Target="../ink/ink145.xml"/><Relationship Id="rId316" Type="http://schemas.openxmlformats.org/officeDocument/2006/relationships/customXml" Target="../ink/ink173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37.png"/><Relationship Id="rId21" Type="http://schemas.openxmlformats.org/officeDocument/2006/relationships/image" Target="../media/image189.png"/><Relationship Id="rId42" Type="http://schemas.openxmlformats.org/officeDocument/2006/relationships/customXml" Target="../ink/ink197.xml"/><Relationship Id="rId63" Type="http://schemas.openxmlformats.org/officeDocument/2006/relationships/image" Target="../media/image210.png"/><Relationship Id="rId84" Type="http://schemas.openxmlformats.org/officeDocument/2006/relationships/customXml" Target="../ink/ink218.xml"/><Relationship Id="rId16" Type="http://schemas.openxmlformats.org/officeDocument/2006/relationships/customXml" Target="../ink/ink184.xml"/><Relationship Id="rId107" Type="http://schemas.openxmlformats.org/officeDocument/2006/relationships/image" Target="../media/image232.png"/><Relationship Id="rId11" Type="http://schemas.openxmlformats.org/officeDocument/2006/relationships/image" Target="../media/image184.png"/><Relationship Id="rId32" Type="http://schemas.openxmlformats.org/officeDocument/2006/relationships/customXml" Target="../ink/ink192.xml"/><Relationship Id="rId37" Type="http://schemas.openxmlformats.org/officeDocument/2006/relationships/image" Target="../media/image197.png"/><Relationship Id="rId53" Type="http://schemas.openxmlformats.org/officeDocument/2006/relationships/image" Target="../media/image205.png"/><Relationship Id="rId58" Type="http://schemas.openxmlformats.org/officeDocument/2006/relationships/customXml" Target="../ink/ink205.xml"/><Relationship Id="rId74" Type="http://schemas.openxmlformats.org/officeDocument/2006/relationships/customXml" Target="../ink/ink213.xml"/><Relationship Id="rId79" Type="http://schemas.openxmlformats.org/officeDocument/2006/relationships/image" Target="../media/image218.png"/><Relationship Id="rId102" Type="http://schemas.openxmlformats.org/officeDocument/2006/relationships/customXml" Target="../ink/ink227.xml"/><Relationship Id="rId123" Type="http://schemas.openxmlformats.org/officeDocument/2006/relationships/image" Target="../media/image240.png"/><Relationship Id="rId128" Type="http://schemas.openxmlformats.org/officeDocument/2006/relationships/customXml" Target="../ink/ink240.xml"/><Relationship Id="rId5" Type="http://schemas.openxmlformats.org/officeDocument/2006/relationships/image" Target="../media/image181.png"/><Relationship Id="rId90" Type="http://schemas.openxmlformats.org/officeDocument/2006/relationships/customXml" Target="../ink/ink221.xml"/><Relationship Id="rId95" Type="http://schemas.openxmlformats.org/officeDocument/2006/relationships/image" Target="../media/image226.png"/><Relationship Id="rId22" Type="http://schemas.openxmlformats.org/officeDocument/2006/relationships/customXml" Target="../ink/ink187.xml"/><Relationship Id="rId27" Type="http://schemas.openxmlformats.org/officeDocument/2006/relationships/image" Target="../media/image192.png"/><Relationship Id="rId43" Type="http://schemas.openxmlformats.org/officeDocument/2006/relationships/image" Target="../media/image200.png"/><Relationship Id="rId48" Type="http://schemas.openxmlformats.org/officeDocument/2006/relationships/customXml" Target="../ink/ink200.xml"/><Relationship Id="rId64" Type="http://schemas.openxmlformats.org/officeDocument/2006/relationships/customXml" Target="../ink/ink208.xml"/><Relationship Id="rId69" Type="http://schemas.openxmlformats.org/officeDocument/2006/relationships/image" Target="../media/image213.png"/><Relationship Id="rId113" Type="http://schemas.openxmlformats.org/officeDocument/2006/relationships/image" Target="../media/image235.png"/><Relationship Id="rId118" Type="http://schemas.openxmlformats.org/officeDocument/2006/relationships/customXml" Target="../ink/ink235.xml"/><Relationship Id="rId80" Type="http://schemas.openxmlformats.org/officeDocument/2006/relationships/customXml" Target="../ink/ink216.xml"/><Relationship Id="rId85" Type="http://schemas.openxmlformats.org/officeDocument/2006/relationships/image" Target="../media/image221.png"/><Relationship Id="rId12" Type="http://schemas.openxmlformats.org/officeDocument/2006/relationships/customXml" Target="../ink/ink182.xml"/><Relationship Id="rId17" Type="http://schemas.openxmlformats.org/officeDocument/2006/relationships/image" Target="../media/image187.png"/><Relationship Id="rId33" Type="http://schemas.openxmlformats.org/officeDocument/2006/relationships/image" Target="../media/image195.png"/><Relationship Id="rId38" Type="http://schemas.openxmlformats.org/officeDocument/2006/relationships/customXml" Target="../ink/ink195.xml"/><Relationship Id="rId59" Type="http://schemas.openxmlformats.org/officeDocument/2006/relationships/image" Target="../media/image208.png"/><Relationship Id="rId103" Type="http://schemas.openxmlformats.org/officeDocument/2006/relationships/image" Target="../media/image230.png"/><Relationship Id="rId108" Type="http://schemas.openxmlformats.org/officeDocument/2006/relationships/customXml" Target="../ink/ink230.xml"/><Relationship Id="rId124" Type="http://schemas.openxmlformats.org/officeDocument/2006/relationships/customXml" Target="../ink/ink238.xml"/><Relationship Id="rId129" Type="http://schemas.openxmlformats.org/officeDocument/2006/relationships/image" Target="../media/image243.png"/><Relationship Id="rId54" Type="http://schemas.openxmlformats.org/officeDocument/2006/relationships/customXml" Target="../ink/ink203.xml"/><Relationship Id="rId70" Type="http://schemas.openxmlformats.org/officeDocument/2006/relationships/customXml" Target="../ink/ink211.xml"/><Relationship Id="rId75" Type="http://schemas.openxmlformats.org/officeDocument/2006/relationships/image" Target="../media/image216.png"/><Relationship Id="rId91" Type="http://schemas.openxmlformats.org/officeDocument/2006/relationships/image" Target="../media/image224.png"/><Relationship Id="rId96" Type="http://schemas.openxmlformats.org/officeDocument/2006/relationships/customXml" Target="../ink/ink22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79.xml"/><Relationship Id="rId23" Type="http://schemas.openxmlformats.org/officeDocument/2006/relationships/image" Target="../media/image190.png"/><Relationship Id="rId28" Type="http://schemas.openxmlformats.org/officeDocument/2006/relationships/customXml" Target="../ink/ink190.xml"/><Relationship Id="rId49" Type="http://schemas.openxmlformats.org/officeDocument/2006/relationships/image" Target="../media/image203.png"/><Relationship Id="rId114" Type="http://schemas.openxmlformats.org/officeDocument/2006/relationships/customXml" Target="../ink/ink233.xml"/><Relationship Id="rId119" Type="http://schemas.openxmlformats.org/officeDocument/2006/relationships/image" Target="../media/image238.png"/><Relationship Id="rId44" Type="http://schemas.openxmlformats.org/officeDocument/2006/relationships/customXml" Target="../ink/ink198.xml"/><Relationship Id="rId60" Type="http://schemas.openxmlformats.org/officeDocument/2006/relationships/customXml" Target="../ink/ink206.xml"/><Relationship Id="rId65" Type="http://schemas.openxmlformats.org/officeDocument/2006/relationships/image" Target="../media/image211.png"/><Relationship Id="rId81" Type="http://schemas.openxmlformats.org/officeDocument/2006/relationships/image" Target="../media/image219.png"/><Relationship Id="rId86" Type="http://schemas.openxmlformats.org/officeDocument/2006/relationships/customXml" Target="../ink/ink219.xml"/><Relationship Id="rId130" Type="http://schemas.openxmlformats.org/officeDocument/2006/relationships/customXml" Target="../ink/ink241.xml"/><Relationship Id="rId13" Type="http://schemas.openxmlformats.org/officeDocument/2006/relationships/image" Target="../media/image185.png"/><Relationship Id="rId18" Type="http://schemas.openxmlformats.org/officeDocument/2006/relationships/customXml" Target="../ink/ink185.xml"/><Relationship Id="rId39" Type="http://schemas.openxmlformats.org/officeDocument/2006/relationships/image" Target="../media/image198.png"/><Relationship Id="rId109" Type="http://schemas.openxmlformats.org/officeDocument/2006/relationships/image" Target="../media/image233.png"/><Relationship Id="rId34" Type="http://schemas.openxmlformats.org/officeDocument/2006/relationships/customXml" Target="../ink/ink193.xml"/><Relationship Id="rId50" Type="http://schemas.openxmlformats.org/officeDocument/2006/relationships/customXml" Target="../ink/ink201.xml"/><Relationship Id="rId55" Type="http://schemas.openxmlformats.org/officeDocument/2006/relationships/image" Target="../media/image206.png"/><Relationship Id="rId76" Type="http://schemas.openxmlformats.org/officeDocument/2006/relationships/customXml" Target="../ink/ink214.xml"/><Relationship Id="rId97" Type="http://schemas.openxmlformats.org/officeDocument/2006/relationships/image" Target="../media/image227.png"/><Relationship Id="rId104" Type="http://schemas.openxmlformats.org/officeDocument/2006/relationships/customXml" Target="../ink/ink228.xml"/><Relationship Id="rId120" Type="http://schemas.openxmlformats.org/officeDocument/2006/relationships/customXml" Target="../ink/ink236.xml"/><Relationship Id="rId125" Type="http://schemas.openxmlformats.org/officeDocument/2006/relationships/image" Target="../media/image241.png"/><Relationship Id="rId7" Type="http://schemas.openxmlformats.org/officeDocument/2006/relationships/image" Target="../media/image182.png"/><Relationship Id="rId71" Type="http://schemas.openxmlformats.org/officeDocument/2006/relationships/image" Target="../media/image214.png"/><Relationship Id="rId92" Type="http://schemas.openxmlformats.org/officeDocument/2006/relationships/customXml" Target="../ink/ink222.xml"/><Relationship Id="rId2" Type="http://schemas.openxmlformats.org/officeDocument/2006/relationships/customXml" Target="../ink/ink177.xml"/><Relationship Id="rId29" Type="http://schemas.openxmlformats.org/officeDocument/2006/relationships/image" Target="../media/image193.png"/><Relationship Id="rId24" Type="http://schemas.openxmlformats.org/officeDocument/2006/relationships/customXml" Target="../ink/ink188.xml"/><Relationship Id="rId40" Type="http://schemas.openxmlformats.org/officeDocument/2006/relationships/customXml" Target="../ink/ink196.xml"/><Relationship Id="rId45" Type="http://schemas.openxmlformats.org/officeDocument/2006/relationships/image" Target="../media/image201.png"/><Relationship Id="rId66" Type="http://schemas.openxmlformats.org/officeDocument/2006/relationships/customXml" Target="../ink/ink209.xml"/><Relationship Id="rId87" Type="http://schemas.openxmlformats.org/officeDocument/2006/relationships/image" Target="../media/image222.png"/><Relationship Id="rId110" Type="http://schemas.openxmlformats.org/officeDocument/2006/relationships/customXml" Target="../ink/ink231.xml"/><Relationship Id="rId115" Type="http://schemas.openxmlformats.org/officeDocument/2006/relationships/image" Target="../media/image236.png"/><Relationship Id="rId131" Type="http://schemas.openxmlformats.org/officeDocument/2006/relationships/image" Target="../media/image244.png"/><Relationship Id="rId61" Type="http://schemas.openxmlformats.org/officeDocument/2006/relationships/image" Target="../media/image209.png"/><Relationship Id="rId82" Type="http://schemas.openxmlformats.org/officeDocument/2006/relationships/customXml" Target="../ink/ink217.xml"/><Relationship Id="rId19" Type="http://schemas.openxmlformats.org/officeDocument/2006/relationships/image" Target="../media/image188.png"/><Relationship Id="rId14" Type="http://schemas.openxmlformats.org/officeDocument/2006/relationships/customXml" Target="../ink/ink183.xml"/><Relationship Id="rId30" Type="http://schemas.openxmlformats.org/officeDocument/2006/relationships/customXml" Target="../ink/ink191.xml"/><Relationship Id="rId35" Type="http://schemas.openxmlformats.org/officeDocument/2006/relationships/image" Target="../media/image196.png"/><Relationship Id="rId56" Type="http://schemas.openxmlformats.org/officeDocument/2006/relationships/customXml" Target="../ink/ink204.xml"/><Relationship Id="rId77" Type="http://schemas.openxmlformats.org/officeDocument/2006/relationships/image" Target="../media/image217.png"/><Relationship Id="rId100" Type="http://schemas.openxmlformats.org/officeDocument/2006/relationships/customXml" Target="../ink/ink226.xml"/><Relationship Id="rId105" Type="http://schemas.openxmlformats.org/officeDocument/2006/relationships/image" Target="../media/image231.png"/><Relationship Id="rId126" Type="http://schemas.openxmlformats.org/officeDocument/2006/relationships/customXml" Target="../ink/ink239.xml"/><Relationship Id="rId8" Type="http://schemas.openxmlformats.org/officeDocument/2006/relationships/customXml" Target="../ink/ink180.xml"/><Relationship Id="rId51" Type="http://schemas.openxmlformats.org/officeDocument/2006/relationships/image" Target="../media/image204.png"/><Relationship Id="rId72" Type="http://schemas.openxmlformats.org/officeDocument/2006/relationships/customXml" Target="../ink/ink212.xml"/><Relationship Id="rId93" Type="http://schemas.openxmlformats.org/officeDocument/2006/relationships/image" Target="../media/image225.png"/><Relationship Id="rId98" Type="http://schemas.openxmlformats.org/officeDocument/2006/relationships/customXml" Target="../ink/ink225.xml"/><Relationship Id="rId121" Type="http://schemas.openxmlformats.org/officeDocument/2006/relationships/image" Target="../media/image239.png"/><Relationship Id="rId3" Type="http://schemas.openxmlformats.org/officeDocument/2006/relationships/image" Target="../media/image180.png"/><Relationship Id="rId25" Type="http://schemas.openxmlformats.org/officeDocument/2006/relationships/image" Target="../media/image191.png"/><Relationship Id="rId46" Type="http://schemas.openxmlformats.org/officeDocument/2006/relationships/customXml" Target="../ink/ink199.xml"/><Relationship Id="rId67" Type="http://schemas.openxmlformats.org/officeDocument/2006/relationships/image" Target="../media/image212.png"/><Relationship Id="rId116" Type="http://schemas.openxmlformats.org/officeDocument/2006/relationships/customXml" Target="../ink/ink234.xml"/><Relationship Id="rId20" Type="http://schemas.openxmlformats.org/officeDocument/2006/relationships/customXml" Target="../ink/ink186.xml"/><Relationship Id="rId41" Type="http://schemas.openxmlformats.org/officeDocument/2006/relationships/image" Target="../media/image199.png"/><Relationship Id="rId62" Type="http://schemas.openxmlformats.org/officeDocument/2006/relationships/customXml" Target="../ink/ink207.xml"/><Relationship Id="rId83" Type="http://schemas.openxmlformats.org/officeDocument/2006/relationships/image" Target="../media/image220.png"/><Relationship Id="rId88" Type="http://schemas.openxmlformats.org/officeDocument/2006/relationships/customXml" Target="../ink/ink220.xml"/><Relationship Id="rId111" Type="http://schemas.openxmlformats.org/officeDocument/2006/relationships/image" Target="../media/image234.png"/><Relationship Id="rId132" Type="http://schemas.openxmlformats.org/officeDocument/2006/relationships/customXml" Target="../ink/ink242.xml"/><Relationship Id="rId15" Type="http://schemas.openxmlformats.org/officeDocument/2006/relationships/image" Target="../media/image186.png"/><Relationship Id="rId36" Type="http://schemas.openxmlformats.org/officeDocument/2006/relationships/customXml" Target="../ink/ink194.xml"/><Relationship Id="rId57" Type="http://schemas.openxmlformats.org/officeDocument/2006/relationships/image" Target="../media/image207.png"/><Relationship Id="rId106" Type="http://schemas.openxmlformats.org/officeDocument/2006/relationships/customXml" Target="../ink/ink229.xml"/><Relationship Id="rId127" Type="http://schemas.openxmlformats.org/officeDocument/2006/relationships/image" Target="../media/image242.png"/><Relationship Id="rId10" Type="http://schemas.openxmlformats.org/officeDocument/2006/relationships/customXml" Target="../ink/ink181.xml"/><Relationship Id="rId31" Type="http://schemas.openxmlformats.org/officeDocument/2006/relationships/image" Target="../media/image194.png"/><Relationship Id="rId52" Type="http://schemas.openxmlformats.org/officeDocument/2006/relationships/customXml" Target="../ink/ink202.xml"/><Relationship Id="rId73" Type="http://schemas.openxmlformats.org/officeDocument/2006/relationships/image" Target="../media/image215.png"/><Relationship Id="rId78" Type="http://schemas.openxmlformats.org/officeDocument/2006/relationships/customXml" Target="../ink/ink215.xml"/><Relationship Id="rId94" Type="http://schemas.openxmlformats.org/officeDocument/2006/relationships/customXml" Target="../ink/ink223.xml"/><Relationship Id="rId99" Type="http://schemas.openxmlformats.org/officeDocument/2006/relationships/image" Target="../media/image228.png"/><Relationship Id="rId101" Type="http://schemas.openxmlformats.org/officeDocument/2006/relationships/image" Target="../media/image229.png"/><Relationship Id="rId122" Type="http://schemas.openxmlformats.org/officeDocument/2006/relationships/customXml" Target="../ink/ink237.xml"/><Relationship Id="rId4" Type="http://schemas.openxmlformats.org/officeDocument/2006/relationships/customXml" Target="../ink/ink178.xml"/><Relationship Id="rId9" Type="http://schemas.openxmlformats.org/officeDocument/2006/relationships/image" Target="../media/image183.png"/><Relationship Id="rId26" Type="http://schemas.openxmlformats.org/officeDocument/2006/relationships/customXml" Target="../ink/ink189.xml"/><Relationship Id="rId47" Type="http://schemas.openxmlformats.org/officeDocument/2006/relationships/image" Target="../media/image202.png"/><Relationship Id="rId68" Type="http://schemas.openxmlformats.org/officeDocument/2006/relationships/customXml" Target="../ink/ink210.xml"/><Relationship Id="rId89" Type="http://schemas.openxmlformats.org/officeDocument/2006/relationships/image" Target="../media/image223.png"/><Relationship Id="rId112" Type="http://schemas.openxmlformats.org/officeDocument/2006/relationships/customXml" Target="../ink/ink232.xml"/><Relationship Id="rId133" Type="http://schemas.openxmlformats.org/officeDocument/2006/relationships/image" Target="../media/image245.png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55.xml"/><Relationship Id="rId21" Type="http://schemas.openxmlformats.org/officeDocument/2006/relationships/image" Target="../media/image255.png"/><Relationship Id="rId42" Type="http://schemas.openxmlformats.org/officeDocument/2006/relationships/customXml" Target="../ink/ink263.xml"/><Relationship Id="rId47" Type="http://schemas.openxmlformats.org/officeDocument/2006/relationships/image" Target="../media/image268.png"/><Relationship Id="rId63" Type="http://schemas.openxmlformats.org/officeDocument/2006/relationships/image" Target="../media/image276.png"/><Relationship Id="rId68" Type="http://schemas.openxmlformats.org/officeDocument/2006/relationships/customXml" Target="../ink/ink276.xml"/><Relationship Id="rId84" Type="http://schemas.openxmlformats.org/officeDocument/2006/relationships/customXml" Target="../ink/ink284.xml"/><Relationship Id="rId89" Type="http://schemas.openxmlformats.org/officeDocument/2006/relationships/image" Target="../media/image288.png"/><Relationship Id="rId112" Type="http://schemas.openxmlformats.org/officeDocument/2006/relationships/customXml" Target="../ink/ink298.xml"/><Relationship Id="rId16" Type="http://schemas.openxmlformats.org/officeDocument/2006/relationships/customXml" Target="../ink/ink250.xml"/><Relationship Id="rId107" Type="http://schemas.openxmlformats.org/officeDocument/2006/relationships/image" Target="../media/image93.png"/><Relationship Id="rId11" Type="http://schemas.openxmlformats.org/officeDocument/2006/relationships/image" Target="../media/image250.png"/><Relationship Id="rId32" Type="http://schemas.openxmlformats.org/officeDocument/2006/relationships/customXml" Target="../ink/ink258.xml"/><Relationship Id="rId37" Type="http://schemas.openxmlformats.org/officeDocument/2006/relationships/image" Target="../media/image263.png"/><Relationship Id="rId53" Type="http://schemas.openxmlformats.org/officeDocument/2006/relationships/image" Target="../media/image271.png"/><Relationship Id="rId58" Type="http://schemas.openxmlformats.org/officeDocument/2006/relationships/customXml" Target="../ink/ink271.xml"/><Relationship Id="rId74" Type="http://schemas.openxmlformats.org/officeDocument/2006/relationships/customXml" Target="../ink/ink279.xml"/><Relationship Id="rId79" Type="http://schemas.openxmlformats.org/officeDocument/2006/relationships/image" Target="../media/image283.png"/><Relationship Id="rId102" Type="http://schemas.openxmlformats.org/officeDocument/2006/relationships/customXml" Target="../ink/ink293.xml"/><Relationship Id="rId5" Type="http://schemas.openxmlformats.org/officeDocument/2006/relationships/image" Target="../media/image247.png"/><Relationship Id="rId90" Type="http://schemas.openxmlformats.org/officeDocument/2006/relationships/customXml" Target="../ink/ink287.xml"/><Relationship Id="rId95" Type="http://schemas.openxmlformats.org/officeDocument/2006/relationships/image" Target="../media/image291.png"/><Relationship Id="rId22" Type="http://schemas.openxmlformats.org/officeDocument/2006/relationships/customXml" Target="../ink/ink253.xml"/><Relationship Id="rId27" Type="http://schemas.openxmlformats.org/officeDocument/2006/relationships/image" Target="../media/image258.png"/><Relationship Id="rId43" Type="http://schemas.openxmlformats.org/officeDocument/2006/relationships/image" Target="../media/image266.png"/><Relationship Id="rId48" Type="http://schemas.openxmlformats.org/officeDocument/2006/relationships/customXml" Target="../ink/ink266.xml"/><Relationship Id="rId64" Type="http://schemas.openxmlformats.org/officeDocument/2006/relationships/customXml" Target="../ink/ink274.xml"/><Relationship Id="rId69" Type="http://schemas.openxmlformats.org/officeDocument/2006/relationships/image" Target="../media/image279.png"/><Relationship Id="rId113" Type="http://schemas.openxmlformats.org/officeDocument/2006/relationships/image" Target="../media/image299.png"/><Relationship Id="rId80" Type="http://schemas.openxmlformats.org/officeDocument/2006/relationships/customXml" Target="../ink/ink282.xml"/><Relationship Id="rId85" Type="http://schemas.openxmlformats.org/officeDocument/2006/relationships/image" Target="../media/image286.png"/><Relationship Id="rId12" Type="http://schemas.openxmlformats.org/officeDocument/2006/relationships/customXml" Target="../ink/ink248.xml"/><Relationship Id="rId17" Type="http://schemas.openxmlformats.org/officeDocument/2006/relationships/image" Target="../media/image253.png"/><Relationship Id="rId33" Type="http://schemas.openxmlformats.org/officeDocument/2006/relationships/image" Target="../media/image261.png"/><Relationship Id="rId38" Type="http://schemas.openxmlformats.org/officeDocument/2006/relationships/customXml" Target="../ink/ink261.xml"/><Relationship Id="rId59" Type="http://schemas.openxmlformats.org/officeDocument/2006/relationships/image" Target="../media/image274.png"/><Relationship Id="rId103" Type="http://schemas.openxmlformats.org/officeDocument/2006/relationships/image" Target="../media/image295.png"/><Relationship Id="rId108" Type="http://schemas.openxmlformats.org/officeDocument/2006/relationships/customXml" Target="../ink/ink296.xml"/><Relationship Id="rId54" Type="http://schemas.openxmlformats.org/officeDocument/2006/relationships/customXml" Target="../ink/ink269.xml"/><Relationship Id="rId70" Type="http://schemas.openxmlformats.org/officeDocument/2006/relationships/customXml" Target="../ink/ink277.xml"/><Relationship Id="rId75" Type="http://schemas.openxmlformats.org/officeDocument/2006/relationships/image" Target="../media/image281.png"/><Relationship Id="rId91" Type="http://schemas.openxmlformats.org/officeDocument/2006/relationships/image" Target="../media/image289.png"/><Relationship Id="rId96" Type="http://schemas.openxmlformats.org/officeDocument/2006/relationships/customXml" Target="../ink/ink29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45.xml"/><Relationship Id="rId15" Type="http://schemas.openxmlformats.org/officeDocument/2006/relationships/image" Target="../media/image252.png"/><Relationship Id="rId23" Type="http://schemas.openxmlformats.org/officeDocument/2006/relationships/image" Target="../media/image256.png"/><Relationship Id="rId28" Type="http://schemas.openxmlformats.org/officeDocument/2006/relationships/customXml" Target="../ink/ink256.xml"/><Relationship Id="rId36" Type="http://schemas.openxmlformats.org/officeDocument/2006/relationships/customXml" Target="../ink/ink260.xml"/><Relationship Id="rId49" Type="http://schemas.openxmlformats.org/officeDocument/2006/relationships/image" Target="../media/image269.png"/><Relationship Id="rId57" Type="http://schemas.openxmlformats.org/officeDocument/2006/relationships/image" Target="../media/image273.png"/><Relationship Id="rId106" Type="http://schemas.openxmlformats.org/officeDocument/2006/relationships/customXml" Target="../ink/ink295.xml"/><Relationship Id="rId10" Type="http://schemas.openxmlformats.org/officeDocument/2006/relationships/customXml" Target="../ink/ink247.xml"/><Relationship Id="rId31" Type="http://schemas.openxmlformats.org/officeDocument/2006/relationships/image" Target="../media/image260.png"/><Relationship Id="rId44" Type="http://schemas.openxmlformats.org/officeDocument/2006/relationships/customXml" Target="../ink/ink264.xml"/><Relationship Id="rId52" Type="http://schemas.openxmlformats.org/officeDocument/2006/relationships/customXml" Target="../ink/ink268.xml"/><Relationship Id="rId60" Type="http://schemas.openxmlformats.org/officeDocument/2006/relationships/customXml" Target="../ink/ink272.xml"/><Relationship Id="rId65" Type="http://schemas.openxmlformats.org/officeDocument/2006/relationships/image" Target="../media/image277.png"/><Relationship Id="rId73" Type="http://schemas.openxmlformats.org/officeDocument/2006/relationships/image" Target="../media/image280.png"/><Relationship Id="rId78" Type="http://schemas.openxmlformats.org/officeDocument/2006/relationships/customXml" Target="../ink/ink281.xml"/><Relationship Id="rId81" Type="http://schemas.openxmlformats.org/officeDocument/2006/relationships/image" Target="../media/image284.png"/><Relationship Id="rId86" Type="http://schemas.openxmlformats.org/officeDocument/2006/relationships/customXml" Target="../ink/ink285.xml"/><Relationship Id="rId94" Type="http://schemas.openxmlformats.org/officeDocument/2006/relationships/customXml" Target="../ink/ink289.xml"/><Relationship Id="rId99" Type="http://schemas.openxmlformats.org/officeDocument/2006/relationships/image" Target="../media/image293.png"/><Relationship Id="rId101" Type="http://schemas.openxmlformats.org/officeDocument/2006/relationships/image" Target="../media/image294.png"/><Relationship Id="rId4" Type="http://schemas.openxmlformats.org/officeDocument/2006/relationships/customXml" Target="../ink/ink244.xml"/><Relationship Id="rId9" Type="http://schemas.openxmlformats.org/officeDocument/2006/relationships/image" Target="../media/image249.png"/><Relationship Id="rId13" Type="http://schemas.openxmlformats.org/officeDocument/2006/relationships/image" Target="../media/image251.png"/><Relationship Id="rId18" Type="http://schemas.openxmlformats.org/officeDocument/2006/relationships/customXml" Target="../ink/ink251.xml"/><Relationship Id="rId39" Type="http://schemas.openxmlformats.org/officeDocument/2006/relationships/image" Target="../media/image264.png"/><Relationship Id="rId109" Type="http://schemas.openxmlformats.org/officeDocument/2006/relationships/image" Target="../media/image297.png"/><Relationship Id="rId34" Type="http://schemas.openxmlformats.org/officeDocument/2006/relationships/customXml" Target="../ink/ink259.xml"/><Relationship Id="rId50" Type="http://schemas.openxmlformats.org/officeDocument/2006/relationships/customXml" Target="../ink/ink267.xml"/><Relationship Id="rId55" Type="http://schemas.openxmlformats.org/officeDocument/2006/relationships/image" Target="../media/image272.png"/><Relationship Id="rId76" Type="http://schemas.openxmlformats.org/officeDocument/2006/relationships/customXml" Target="../ink/ink280.xml"/><Relationship Id="rId97" Type="http://schemas.openxmlformats.org/officeDocument/2006/relationships/image" Target="../media/image292.png"/><Relationship Id="rId104" Type="http://schemas.openxmlformats.org/officeDocument/2006/relationships/customXml" Target="../ink/ink294.xml"/><Relationship Id="rId7" Type="http://schemas.openxmlformats.org/officeDocument/2006/relationships/image" Target="../media/image248.png"/><Relationship Id="rId71" Type="http://schemas.openxmlformats.org/officeDocument/2006/relationships/image" Target="../media/image214.png"/><Relationship Id="rId92" Type="http://schemas.openxmlformats.org/officeDocument/2006/relationships/customXml" Target="../ink/ink288.xml"/><Relationship Id="rId2" Type="http://schemas.openxmlformats.org/officeDocument/2006/relationships/customXml" Target="../ink/ink243.xml"/><Relationship Id="rId29" Type="http://schemas.openxmlformats.org/officeDocument/2006/relationships/image" Target="../media/image259.png"/><Relationship Id="rId24" Type="http://schemas.openxmlformats.org/officeDocument/2006/relationships/customXml" Target="../ink/ink254.xml"/><Relationship Id="rId40" Type="http://schemas.openxmlformats.org/officeDocument/2006/relationships/customXml" Target="../ink/ink262.xml"/><Relationship Id="rId45" Type="http://schemas.openxmlformats.org/officeDocument/2006/relationships/image" Target="../media/image267.png"/><Relationship Id="rId66" Type="http://schemas.openxmlformats.org/officeDocument/2006/relationships/customXml" Target="../ink/ink275.xml"/><Relationship Id="rId87" Type="http://schemas.openxmlformats.org/officeDocument/2006/relationships/image" Target="../media/image287.png"/><Relationship Id="rId110" Type="http://schemas.openxmlformats.org/officeDocument/2006/relationships/customXml" Target="../ink/ink297.xml"/><Relationship Id="rId61" Type="http://schemas.openxmlformats.org/officeDocument/2006/relationships/image" Target="../media/image275.png"/><Relationship Id="rId82" Type="http://schemas.openxmlformats.org/officeDocument/2006/relationships/customXml" Target="../ink/ink283.xml"/><Relationship Id="rId19" Type="http://schemas.openxmlformats.org/officeDocument/2006/relationships/image" Target="../media/image254.png"/><Relationship Id="rId14" Type="http://schemas.openxmlformats.org/officeDocument/2006/relationships/customXml" Target="../ink/ink249.xml"/><Relationship Id="rId30" Type="http://schemas.openxmlformats.org/officeDocument/2006/relationships/customXml" Target="../ink/ink257.xml"/><Relationship Id="rId35" Type="http://schemas.openxmlformats.org/officeDocument/2006/relationships/image" Target="../media/image262.png"/><Relationship Id="rId56" Type="http://schemas.openxmlformats.org/officeDocument/2006/relationships/customXml" Target="../ink/ink270.xml"/><Relationship Id="rId77" Type="http://schemas.openxmlformats.org/officeDocument/2006/relationships/image" Target="../media/image282.png"/><Relationship Id="rId100" Type="http://schemas.openxmlformats.org/officeDocument/2006/relationships/customXml" Target="../ink/ink292.xml"/><Relationship Id="rId105" Type="http://schemas.openxmlformats.org/officeDocument/2006/relationships/image" Target="../media/image296.png"/><Relationship Id="rId8" Type="http://schemas.openxmlformats.org/officeDocument/2006/relationships/customXml" Target="../ink/ink246.xml"/><Relationship Id="rId51" Type="http://schemas.openxmlformats.org/officeDocument/2006/relationships/image" Target="../media/image270.png"/><Relationship Id="rId72" Type="http://schemas.openxmlformats.org/officeDocument/2006/relationships/customXml" Target="../ink/ink278.xml"/><Relationship Id="rId93" Type="http://schemas.openxmlformats.org/officeDocument/2006/relationships/image" Target="../media/image290.png"/><Relationship Id="rId98" Type="http://schemas.openxmlformats.org/officeDocument/2006/relationships/customXml" Target="../ink/ink291.xml"/><Relationship Id="rId3" Type="http://schemas.openxmlformats.org/officeDocument/2006/relationships/image" Target="../media/image246.png"/><Relationship Id="rId25" Type="http://schemas.openxmlformats.org/officeDocument/2006/relationships/image" Target="../media/image257.png"/><Relationship Id="rId46" Type="http://schemas.openxmlformats.org/officeDocument/2006/relationships/customXml" Target="../ink/ink265.xml"/><Relationship Id="rId67" Type="http://schemas.openxmlformats.org/officeDocument/2006/relationships/image" Target="../media/image278.png"/><Relationship Id="rId20" Type="http://schemas.openxmlformats.org/officeDocument/2006/relationships/customXml" Target="../ink/ink252.xml"/><Relationship Id="rId41" Type="http://schemas.openxmlformats.org/officeDocument/2006/relationships/image" Target="../media/image265.png"/><Relationship Id="rId62" Type="http://schemas.openxmlformats.org/officeDocument/2006/relationships/customXml" Target="../ink/ink273.xml"/><Relationship Id="rId83" Type="http://schemas.openxmlformats.org/officeDocument/2006/relationships/image" Target="../media/image285.png"/><Relationship Id="rId88" Type="http://schemas.openxmlformats.org/officeDocument/2006/relationships/customXml" Target="../ink/ink286.xml"/><Relationship Id="rId111" Type="http://schemas.openxmlformats.org/officeDocument/2006/relationships/image" Target="../media/image29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sap.github.io/cloud-sdk/docs/js/getting-started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witter.com/" TargetMode="External"/><Relationship Id="rId2" Type="http://schemas.openxmlformats.org/officeDocument/2006/relationships/hyperlink" Target="http://www.facebook.com/" TargetMode="Externa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01.png"/><Relationship Id="rId4" Type="http://schemas.openxmlformats.org/officeDocument/2006/relationships/hyperlink" Target="http://www.dribbble.com/" TargetMode="Externa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7.jpeg"/><Relationship Id="rId3" Type="http://schemas.openxmlformats.org/officeDocument/2006/relationships/image" Target="../media/image302.jpeg"/><Relationship Id="rId7" Type="http://schemas.openxmlformats.org/officeDocument/2006/relationships/image" Target="../media/image306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05.tiff"/><Relationship Id="rId5" Type="http://schemas.openxmlformats.org/officeDocument/2006/relationships/image" Target="../media/image304.tiff"/><Relationship Id="rId4" Type="http://schemas.openxmlformats.org/officeDocument/2006/relationships/image" Target="../media/image303.tiff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Title 735">
            <a:extLst>
              <a:ext uri="{FF2B5EF4-FFF2-40B4-BE49-F238E27FC236}">
                <a16:creationId xmlns:a16="http://schemas.microsoft.com/office/drawing/2014/main" id="{CE57EBF5-7CB4-4746-AB9E-3E8717897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0893" y="2601545"/>
            <a:ext cx="5086633" cy="827455"/>
          </a:xfrm>
        </p:spPr>
        <p:txBody>
          <a:bodyPr anchor="ctr"/>
          <a:lstStyle/>
          <a:p>
            <a:r>
              <a:rPr lang="en-US" sz="4800" dirty="0">
                <a:solidFill>
                  <a:schemeClr val="bg1"/>
                </a:solidFill>
                <a:latin typeface="Arial Black" panose="020B0A04020102020204" pitchFamily="34" charset="0"/>
              </a:rPr>
              <a:t>SAP BTP Extension Suite Training</a:t>
            </a:r>
            <a:endParaRPr lang="en-IN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737" name="Subtitle 736">
            <a:extLst>
              <a:ext uri="{FF2B5EF4-FFF2-40B4-BE49-F238E27FC236}">
                <a16:creationId xmlns:a16="http://schemas.microsoft.com/office/drawing/2014/main" id="{700EA347-9CC8-4879-9255-16687B0BED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spc="100" dirty="0">
                <a:latin typeface="Cooper Black" panose="0208090404030B020404" pitchFamily="18" charset="0"/>
              </a:rPr>
              <a:t>www.AnubhavTrainings.com</a:t>
            </a:r>
          </a:p>
        </p:txBody>
      </p:sp>
      <p:sp>
        <p:nvSpPr>
          <p:cNvPr id="4" name="Subtitle 736">
            <a:extLst>
              <a:ext uri="{FF2B5EF4-FFF2-40B4-BE49-F238E27FC236}">
                <a16:creationId xmlns:a16="http://schemas.microsoft.com/office/drawing/2014/main" id="{3F065217-DE63-4532-8B57-61ED049613CD}"/>
              </a:ext>
            </a:extLst>
          </p:cNvPr>
          <p:cNvSpPr txBox="1">
            <a:spLocks/>
          </p:cNvSpPr>
          <p:nvPr/>
        </p:nvSpPr>
        <p:spPr>
          <a:xfrm>
            <a:off x="3296764" y="3933056"/>
            <a:ext cx="5595296" cy="53126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>
            <a:lvl1pPr marL="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1218936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828404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2437872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304734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6808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275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5744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solidFill>
                  <a:srgbClr val="00B0F0"/>
                </a:solidFill>
                <a:latin typeface="Amasis MT Pro Black" panose="02040A04050005020304" pitchFamily="18" charset="0"/>
              </a:rPr>
              <a:t>Anubhav Oberoy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565992-7E12-89E4-D7DB-B3B44A1FB17D}"/>
              </a:ext>
            </a:extLst>
          </p:cNvPr>
          <p:cNvSpPr txBox="1"/>
          <p:nvPr/>
        </p:nvSpPr>
        <p:spPr>
          <a:xfrm>
            <a:off x="5230316" y="4968381"/>
            <a:ext cx="39632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FF00"/>
                </a:solidFill>
              </a:rPr>
              <a:t>Follow excellence with sheer passion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BA527F-59AB-2E34-6331-8D67B5F5CA3E}"/>
              </a:ext>
            </a:extLst>
          </p:cNvPr>
          <p:cNvSpPr/>
          <p:nvPr/>
        </p:nvSpPr>
        <p:spPr>
          <a:xfrm>
            <a:off x="3530893" y="1196752"/>
            <a:ext cx="2059463" cy="648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accent2">
                    <a:lumMod val="50000"/>
                  </a:schemeClr>
                </a:solidFill>
              </a:rPr>
              <a:t>Day 17</a:t>
            </a:r>
          </a:p>
        </p:txBody>
      </p:sp>
    </p:spTree>
    <p:extLst>
      <p:ext uri="{BB962C8B-B14F-4D97-AF65-F5344CB8AC3E}">
        <p14:creationId xmlns:p14="http://schemas.microsoft.com/office/powerpoint/2010/main" val="686416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/>
          <p:cNvPicPr>
            <a:picLocks noGrp="1" noChangeAspect="1"/>
          </p:cNvPicPr>
          <p:nvPr>
            <p:ph type="pic"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solidFill>
            <a:schemeClr val="bg1">
              <a:lumMod val="95000"/>
            </a:schemeClr>
          </a:solidFill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E1D1380-BC28-F74F-8866-BD4C0AD42595}"/>
              </a:ext>
            </a:extLst>
          </p:cNvPr>
          <p:cNvSpPr/>
          <p:nvPr/>
        </p:nvSpPr>
        <p:spPr>
          <a:xfrm>
            <a:off x="1587" y="-13391"/>
            <a:ext cx="12185651" cy="758913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87" y="3190483"/>
            <a:ext cx="12185651" cy="2509639"/>
          </a:xfrm>
          <a:prstGeom prst="rect">
            <a:avLst/>
          </a:prstGeom>
          <a:gradFill flip="none" rotWithShape="1">
            <a:gsLst>
              <a:gs pos="13000">
                <a:srgbClr val="25B6C2">
                  <a:alpha val="50000"/>
                </a:srgbClr>
              </a:gs>
              <a:gs pos="100000">
                <a:srgbClr val="0692DB">
                  <a:alpha val="50000"/>
                </a:srgb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ko-KR" altLang="en-US" sz="179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87" y="3362982"/>
            <a:ext cx="12185651" cy="2127761"/>
          </a:xfrm>
          <a:prstGeom prst="rect">
            <a:avLst/>
          </a:prstGeom>
          <a:gradFill flip="none" rotWithShape="1">
            <a:gsLst>
              <a:gs pos="13000">
                <a:srgbClr val="25B6C2"/>
              </a:gs>
              <a:gs pos="100000">
                <a:srgbClr val="0692DB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ko-KR" altLang="en-US" sz="179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3840714" y="3436579"/>
            <a:ext cx="4507397" cy="6461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3943">
              <a:defRPr/>
            </a:pPr>
            <a:r>
              <a:rPr lang="en-IN" sz="3599" b="1" dirty="0">
                <a:solidFill>
                  <a:srgbClr val="FFFFFF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DISCLAIMER</a:t>
            </a:r>
            <a:endParaRPr lang="en-US" sz="3299" spc="150" dirty="0">
              <a:solidFill>
                <a:srgbClr val="FFFFFF"/>
              </a:solidFill>
              <a:latin typeface="Arial" panose="020B0604020202020204" pitchFamily="34" charset="0"/>
              <a:ea typeface="Lato Medium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442020" y="4059852"/>
            <a:ext cx="11304786" cy="12000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3943">
              <a:defRPr/>
            </a:pPr>
            <a:r>
              <a:rPr lang="en-IN" sz="2399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training content and delivery of this presentation is confidential, and cannot be recorded, or copied and distributed to any third party, without the written consent of Anubhav Trainings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DB8A7F7E-7F2C-20C1-2A09-7D9F11F6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6940" y="0"/>
            <a:ext cx="1173316" cy="1158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319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C261B0E4-159A-4067-AFE4-41EEF3B38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Cooper Black" panose="0208090404030B020404" pitchFamily="18" charset="0"/>
              </a:rPr>
              <a:t>Agenda – Day 17</a:t>
            </a:r>
            <a:endParaRPr lang="en-IN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EE791A1-2958-78B0-ECDD-F89DDE02F4B6}"/>
              </a:ext>
            </a:extLst>
          </p:cNvPr>
          <p:cNvSpPr/>
          <p:nvPr/>
        </p:nvSpPr>
        <p:spPr>
          <a:xfrm>
            <a:off x="3453886" y="1313238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B89E801-E285-EBED-06F5-7E2B1B8E1E7A}"/>
              </a:ext>
            </a:extLst>
          </p:cNvPr>
          <p:cNvSpPr/>
          <p:nvPr/>
        </p:nvSpPr>
        <p:spPr>
          <a:xfrm>
            <a:off x="3453886" y="3068960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AB72EB-5FE6-B5CA-C654-D15CE54000E9}"/>
              </a:ext>
            </a:extLst>
          </p:cNvPr>
          <p:cNvSpPr/>
          <p:nvPr/>
        </p:nvSpPr>
        <p:spPr>
          <a:xfrm>
            <a:off x="3453886" y="4824683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A27EE0E-9853-D0E9-E5A8-87BE731920EA}"/>
              </a:ext>
            </a:extLst>
          </p:cNvPr>
          <p:cNvGrpSpPr/>
          <p:nvPr/>
        </p:nvGrpSpPr>
        <p:grpSpPr>
          <a:xfrm>
            <a:off x="4118571" y="1566251"/>
            <a:ext cx="4359562" cy="922336"/>
            <a:chOff x="1395616" y="871285"/>
            <a:chExt cx="3825734" cy="106413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B429D3B-7C38-B33E-067B-835764291C87}"/>
                </a:ext>
              </a:extLst>
            </p:cNvPr>
            <p:cNvSpPr txBox="1"/>
            <p:nvPr/>
          </p:nvSpPr>
          <p:spPr>
            <a:xfrm>
              <a:off x="2984420" y="1243566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Side by Side Ext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18C39A3-CA2B-146F-D772-D14998B4D672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01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7773B0C-4C36-F5CF-6049-15A22D3353B9}"/>
              </a:ext>
            </a:extLst>
          </p:cNvPr>
          <p:cNvGrpSpPr/>
          <p:nvPr/>
        </p:nvGrpSpPr>
        <p:grpSpPr>
          <a:xfrm>
            <a:off x="4118571" y="3321970"/>
            <a:ext cx="4431570" cy="922336"/>
            <a:chOff x="1395616" y="871285"/>
            <a:chExt cx="3825734" cy="106413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8BB80F5-BF50-C0D2-25DF-59F695C70420}"/>
                </a:ext>
              </a:extLst>
            </p:cNvPr>
            <p:cNvSpPr txBox="1"/>
            <p:nvPr/>
          </p:nvSpPr>
          <p:spPr>
            <a:xfrm>
              <a:off x="2984420" y="1243562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rgbClr val="FFFFFF"/>
                  </a:solidFill>
                  <a:effectLst/>
                  <a:latin typeface="Segoe UI" panose="020B0502040204020203" pitchFamily="34" charset="0"/>
                  <a:ea typeface="Calibri Light" panose="020F0302020204030204" pitchFamily="34" charset="0"/>
                  <a:cs typeface="Segoe UI" panose="020B0502040204020203" pitchFamily="34" charset="0"/>
                </a:rPr>
                <a:t>Scenario 2: Sales Order</a:t>
              </a:r>
              <a:endParaRPr lang="en-US" sz="1800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824D9CE-F522-A342-1387-CC55E9C4494E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02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1BD1B35-A18B-68D7-E07B-1A1A9AD2E859}"/>
              </a:ext>
            </a:extLst>
          </p:cNvPr>
          <p:cNvGrpSpPr/>
          <p:nvPr/>
        </p:nvGrpSpPr>
        <p:grpSpPr>
          <a:xfrm>
            <a:off x="4118571" y="5077693"/>
            <a:ext cx="4431570" cy="922336"/>
            <a:chOff x="1395616" y="871285"/>
            <a:chExt cx="4290329" cy="106413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BEC2032-A77D-A0B0-E149-A23467DC1CAA}"/>
                </a:ext>
              </a:extLst>
            </p:cNvPr>
            <p:cNvSpPr txBox="1"/>
            <p:nvPr/>
          </p:nvSpPr>
          <p:spPr>
            <a:xfrm>
              <a:off x="2984420" y="1243560"/>
              <a:ext cx="2701525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Freestyle App and Deploy</a:t>
              </a:r>
              <a:endParaRPr lang="en-US" sz="1800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60195D9-2B81-A5CA-17AA-E418FAD1D320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03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76199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FFB1-B477-7234-7772-C52F2881B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56" y="332656"/>
            <a:ext cx="10969943" cy="711081"/>
          </a:xfrm>
        </p:spPr>
        <p:txBody>
          <a:bodyPr/>
          <a:lstStyle/>
          <a:p>
            <a:r>
              <a:rPr lang="en-US" dirty="0"/>
              <a:t>Hands on: Create Display like App for Sales Order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D4CB00-16D0-210C-CA38-8E01C8CC8797}"/>
              </a:ext>
            </a:extLst>
          </p:cNvPr>
          <p:cNvSpPr txBox="1"/>
          <p:nvPr/>
        </p:nvSpPr>
        <p:spPr>
          <a:xfrm>
            <a:off x="189756" y="1412776"/>
            <a:ext cx="1166529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  <a:latin typeface="BentonSansRegular"/>
              </a:rPr>
              <a:t> Enabling an OData API on SAP S/4HANA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  <a:latin typeface="BentonSansRegular"/>
              </a:rPr>
              <a:t> Setting up SAP Cloud Connector and S/4HANA for principal propagation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  <a:latin typeface="BentonSansRegular"/>
              </a:rPr>
              <a:t> Setting up an SAP BTP BAS Subscription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  <a:latin typeface="BentonSansRegular"/>
              </a:rPr>
              <a:t> Developing of a simple Fiori Application with the SAP Business Application Studio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  <a:latin typeface="BentonSansRegular"/>
              </a:rPr>
              <a:t> Deploying the application to the HTLM5 repository service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  <a:latin typeface="BentonSansRegular"/>
              </a:rPr>
              <a:t> Integrating he application into the Launchpad service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2DF0D5-C121-4FFF-7DE9-147BC61F721F}"/>
              </a:ext>
            </a:extLst>
          </p:cNvPr>
          <p:cNvSpPr txBox="1"/>
          <p:nvPr/>
        </p:nvSpPr>
        <p:spPr>
          <a:xfrm>
            <a:off x="117748" y="4005064"/>
            <a:ext cx="1180931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Destination service – to read the destination from SAP BTP at runtime for the purpose of connection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Connectivity service – once the destination is read, it will use connectivity service to connect to our </a:t>
            </a:r>
            <a:r>
              <a:rPr lang="en-US" sz="2000" dirty="0" err="1">
                <a:solidFill>
                  <a:schemeClr val="bg1"/>
                </a:solidFill>
              </a:rPr>
              <a:t>oData</a:t>
            </a:r>
            <a:r>
              <a:rPr lang="en-US" sz="2000" dirty="0">
                <a:solidFill>
                  <a:schemeClr val="bg1"/>
                </a:solidFill>
              </a:rPr>
              <a:t> source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HTML5 deployer – this will be used to deploy our app to HTML5 repository.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HTML5 Repo Runtime – Will load the Fiori app when requested at runtime.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Fiori launchpad service – which displays Fiori apps as a tile.</a:t>
            </a:r>
            <a:endParaRPr lang="en-IN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4472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A7F54-4532-E4E8-9F0B-6BA6890AB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2: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DEDE388-1C69-F73B-2341-9A5162010CCC}"/>
              </a:ext>
            </a:extLst>
          </p:cNvPr>
          <p:cNvSpPr/>
          <p:nvPr/>
        </p:nvSpPr>
        <p:spPr>
          <a:xfrm>
            <a:off x="9046740" y="1916832"/>
            <a:ext cx="2592288" cy="1944216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SAP or Non SAP API OData which we want to reuse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6D99C49-CFD9-3CE2-8C2B-3299E8CADDC4}"/>
              </a:ext>
            </a:extLst>
          </p:cNvPr>
          <p:cNvSpPr/>
          <p:nvPr/>
        </p:nvSpPr>
        <p:spPr>
          <a:xfrm>
            <a:off x="3718148" y="2276872"/>
            <a:ext cx="3744416" cy="1224136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CAPM App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Middleware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Data manipulation, enrichment, Security, automation, movement, proxy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DD867DC-C05A-C396-96F6-E7297E14844B}"/>
              </a:ext>
            </a:extLst>
          </p:cNvPr>
          <p:cNvCxnSpPr>
            <a:stCxn id="28" idx="3"/>
            <a:endCxn id="27" idx="1"/>
          </p:cNvCxnSpPr>
          <p:nvPr/>
        </p:nvCxnSpPr>
        <p:spPr>
          <a:xfrm>
            <a:off x="7462564" y="2888940"/>
            <a:ext cx="1584176" cy="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headEnd type="triangle"/>
            <a:tailEnd type="triangle"/>
          </a:ln>
          <a:effectLst/>
        </p:spPr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855E0D34-71EA-9DC5-8463-A646BB0B45D2}"/>
              </a:ext>
            </a:extLst>
          </p:cNvPr>
          <p:cNvSpPr/>
          <p:nvPr/>
        </p:nvSpPr>
        <p:spPr>
          <a:xfrm>
            <a:off x="4726260" y="4149080"/>
            <a:ext cx="1512168" cy="792088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HANA</a:t>
            </a:r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12FC8EE1-CF00-157D-2D7E-BC12CDB70012}"/>
              </a:ext>
            </a:extLst>
          </p:cNvPr>
          <p:cNvSpPr/>
          <p:nvPr/>
        </p:nvSpPr>
        <p:spPr>
          <a:xfrm>
            <a:off x="4726260" y="3573016"/>
            <a:ext cx="504056" cy="504056"/>
          </a:xfrm>
          <a:prstGeom prst="downArrow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2" name="Arrow: Down 31">
            <a:extLst>
              <a:ext uri="{FF2B5EF4-FFF2-40B4-BE49-F238E27FC236}">
                <a16:creationId xmlns:a16="http://schemas.microsoft.com/office/drawing/2014/main" id="{D2B1FAC0-1C04-B82A-A7A6-015191B7C784}"/>
              </a:ext>
            </a:extLst>
          </p:cNvPr>
          <p:cNvSpPr/>
          <p:nvPr/>
        </p:nvSpPr>
        <p:spPr>
          <a:xfrm rot="10800000">
            <a:off x="5590356" y="3559869"/>
            <a:ext cx="504056" cy="504056"/>
          </a:xfrm>
          <a:prstGeom prst="downArrow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13B93FE-659E-CEB6-6EEB-7A2BA2DCB497}"/>
              </a:ext>
            </a:extLst>
          </p:cNvPr>
          <p:cNvSpPr/>
          <p:nvPr/>
        </p:nvSpPr>
        <p:spPr>
          <a:xfrm>
            <a:off x="4366220" y="908720"/>
            <a:ext cx="2448272" cy="720080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Own Fiori App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6298F06-C247-4BA9-CF6F-22C72B2A487B}"/>
              </a:ext>
            </a:extLst>
          </p:cNvPr>
          <p:cNvCxnSpPr>
            <a:stCxn id="33" idx="2"/>
            <a:endCxn id="28" idx="0"/>
          </p:cNvCxnSpPr>
          <p:nvPr/>
        </p:nvCxnSpPr>
        <p:spPr>
          <a:xfrm>
            <a:off x="5590356" y="1628800"/>
            <a:ext cx="0" cy="648072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headEnd type="triangle"/>
            <a:tailEnd type="triangle"/>
          </a:ln>
          <a:effectLst/>
        </p:spPr>
      </p:cxn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10DFE58B-C58F-5FCB-5DC2-E2B7A641EF99}"/>
              </a:ext>
            </a:extLst>
          </p:cNvPr>
          <p:cNvSpPr/>
          <p:nvPr/>
        </p:nvSpPr>
        <p:spPr>
          <a:xfrm>
            <a:off x="1989956" y="2420888"/>
            <a:ext cx="1584176" cy="307777"/>
          </a:xfrm>
          <a:prstGeom prst="rightArrow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CE4759A3-7ED1-1123-1CD9-2B2B55223900}"/>
              </a:ext>
            </a:extLst>
          </p:cNvPr>
          <p:cNvSpPr/>
          <p:nvPr/>
        </p:nvSpPr>
        <p:spPr>
          <a:xfrm rot="10800000">
            <a:off x="1989956" y="2855170"/>
            <a:ext cx="1584176" cy="307777"/>
          </a:xfrm>
          <a:prstGeom prst="rightArrow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440883C-2D2F-2F80-6B0F-3A997CA1FE9B}"/>
              </a:ext>
            </a:extLst>
          </p:cNvPr>
          <p:cNvSpPr/>
          <p:nvPr/>
        </p:nvSpPr>
        <p:spPr>
          <a:xfrm>
            <a:off x="261761" y="2132856"/>
            <a:ext cx="1584177" cy="1440160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Android App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kern="0" dirty="0">
                <a:solidFill>
                  <a:prstClr val="white"/>
                </a:solidFill>
                <a:latin typeface="Segoe UI"/>
              </a:rPr>
              <a:t>SAP UI5 App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8323BA2-41B4-2114-24E1-BD2CA2A42C42}"/>
              </a:ext>
            </a:extLst>
          </p:cNvPr>
          <p:cNvGrpSpPr/>
          <p:nvPr/>
        </p:nvGrpSpPr>
        <p:grpSpPr>
          <a:xfrm>
            <a:off x="7119518" y="2929463"/>
            <a:ext cx="2518200" cy="659160"/>
            <a:chOff x="7119518" y="2929463"/>
            <a:chExt cx="2518200" cy="65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C4FDFB5-B04C-E552-B54B-0EF0C1CFEC3E}"/>
                    </a:ext>
                  </a:extLst>
                </p14:cNvPr>
                <p14:cNvContentPartPr/>
                <p14:nvPr/>
              </p14:nvContentPartPr>
              <p14:xfrm>
                <a:off x="7119518" y="2966543"/>
                <a:ext cx="2518200" cy="6220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C4FDFB5-B04C-E552-B54B-0EF0C1CFEC3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110518" y="2957903"/>
                  <a:ext cx="2535840" cy="63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DE77D41-01C3-FDDA-5326-9DBACE25E711}"/>
                    </a:ext>
                  </a:extLst>
                </p14:cNvPr>
                <p14:cNvContentPartPr/>
                <p14:nvPr/>
              </p14:nvContentPartPr>
              <p14:xfrm>
                <a:off x="7138598" y="2929463"/>
                <a:ext cx="173880" cy="1281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DE77D41-01C3-FDDA-5326-9DBACE25E71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129598" y="2920463"/>
                  <a:ext cx="191520" cy="14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7766E1D-2DCB-1CFD-341A-62D585FF832A}"/>
              </a:ext>
            </a:extLst>
          </p:cNvPr>
          <p:cNvGrpSpPr/>
          <p:nvPr/>
        </p:nvGrpSpPr>
        <p:grpSpPr>
          <a:xfrm>
            <a:off x="5336438" y="4791023"/>
            <a:ext cx="145800" cy="564120"/>
            <a:chOff x="5336438" y="4791023"/>
            <a:chExt cx="145800" cy="56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146260A-0EE0-2892-23F5-19F4837DD771}"/>
                    </a:ext>
                  </a:extLst>
                </p14:cNvPr>
                <p14:cNvContentPartPr/>
                <p14:nvPr/>
              </p14:nvContentPartPr>
              <p14:xfrm>
                <a:off x="5339678" y="4809743"/>
                <a:ext cx="27000" cy="5454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146260A-0EE0-2892-23F5-19F4837DD77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331038" y="4800743"/>
                  <a:ext cx="44640" cy="56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4E37D18-1357-E86D-7C19-3CDAE6B8323A}"/>
                    </a:ext>
                  </a:extLst>
                </p14:cNvPr>
                <p14:cNvContentPartPr/>
                <p14:nvPr/>
              </p14:nvContentPartPr>
              <p14:xfrm>
                <a:off x="5336438" y="4816223"/>
                <a:ext cx="43560" cy="568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4E37D18-1357-E86D-7C19-3CDAE6B8323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327798" y="4807223"/>
                  <a:ext cx="612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8E874D2-D801-3246-A563-1D84D11B3704}"/>
                    </a:ext>
                  </a:extLst>
                </p14:cNvPr>
                <p14:cNvContentPartPr/>
                <p14:nvPr/>
              </p14:nvContentPartPr>
              <p14:xfrm>
                <a:off x="5354438" y="4791023"/>
                <a:ext cx="127800" cy="849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8E874D2-D801-3246-A563-1D84D11B370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345798" y="4782383"/>
                  <a:ext cx="145440" cy="10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6A713CF-A982-A3CD-CCE4-0556FF31E260}"/>
              </a:ext>
            </a:extLst>
          </p:cNvPr>
          <p:cNvGrpSpPr/>
          <p:nvPr/>
        </p:nvGrpSpPr>
        <p:grpSpPr>
          <a:xfrm>
            <a:off x="5930798" y="4351463"/>
            <a:ext cx="256320" cy="126720"/>
            <a:chOff x="5930798" y="4351463"/>
            <a:chExt cx="256320" cy="12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7BAA634-C6D7-FDD8-4F35-7E1D81EC8319}"/>
                    </a:ext>
                  </a:extLst>
                </p14:cNvPr>
                <p14:cNvContentPartPr/>
                <p14:nvPr/>
              </p14:nvContentPartPr>
              <p14:xfrm>
                <a:off x="5930798" y="4373423"/>
                <a:ext cx="31680" cy="108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7BAA634-C6D7-FDD8-4F35-7E1D81EC831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922158" y="4364423"/>
                  <a:ext cx="493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7BF7ED0-AB97-61A6-AA36-5FFD7133F075}"/>
                    </a:ext>
                  </a:extLst>
                </p14:cNvPr>
                <p14:cNvContentPartPr/>
                <p14:nvPr/>
              </p14:nvContentPartPr>
              <p14:xfrm>
                <a:off x="6087398" y="4351463"/>
                <a:ext cx="99720" cy="205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7BF7ED0-AB97-61A6-AA36-5FFD7133F07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078758" y="4342463"/>
                  <a:ext cx="1173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BA9C0A1-E3F8-4842-3EF9-23E1C442116B}"/>
                    </a:ext>
                  </a:extLst>
                </p14:cNvPr>
                <p14:cNvContentPartPr/>
                <p14:nvPr/>
              </p14:nvContentPartPr>
              <p14:xfrm>
                <a:off x="5943398" y="4472063"/>
                <a:ext cx="51840" cy="61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BA9C0A1-E3F8-4842-3EF9-23E1C442116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934398" y="4463423"/>
                  <a:ext cx="694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72918F8-BDCA-31F0-29E2-8BCE34261EF4}"/>
                    </a:ext>
                  </a:extLst>
                </p14:cNvPr>
                <p14:cNvContentPartPr/>
                <p14:nvPr/>
              </p14:nvContentPartPr>
              <p14:xfrm>
                <a:off x="6075158" y="4471703"/>
                <a:ext cx="95400" cy="3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72918F8-BDCA-31F0-29E2-8BCE34261EF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066158" y="4462703"/>
                  <a:ext cx="11304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F1A8A9E-A93C-45E1-56DB-CEE79D807F21}"/>
                  </a:ext>
                </a:extLst>
              </p14:cNvPr>
              <p14:cNvContentPartPr/>
              <p14:nvPr/>
            </p14:nvContentPartPr>
            <p14:xfrm>
              <a:off x="5943398" y="4645223"/>
              <a:ext cx="197280" cy="255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F1A8A9E-A93C-45E1-56DB-CEE79D807F2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934398" y="4636583"/>
                <a:ext cx="214920" cy="43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73537F3B-47BE-1421-6927-2887F442FCE8}"/>
              </a:ext>
            </a:extLst>
          </p:cNvPr>
          <p:cNvGrpSpPr/>
          <p:nvPr/>
        </p:nvGrpSpPr>
        <p:grpSpPr>
          <a:xfrm>
            <a:off x="3550838" y="3720023"/>
            <a:ext cx="389520" cy="551880"/>
            <a:chOff x="3550838" y="3720023"/>
            <a:chExt cx="389520" cy="55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E99E952-2D79-CF05-7948-976BAEF52C09}"/>
                    </a:ext>
                  </a:extLst>
                </p14:cNvPr>
                <p14:cNvContentPartPr/>
                <p14:nvPr/>
              </p14:nvContentPartPr>
              <p14:xfrm>
                <a:off x="3689438" y="3720023"/>
                <a:ext cx="43560" cy="5043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E99E952-2D79-CF05-7948-976BAEF52C0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680438" y="3711023"/>
                  <a:ext cx="61200" cy="52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9B72AFE-9F79-B90B-19B4-C6EBF41F3448}"/>
                    </a:ext>
                  </a:extLst>
                </p14:cNvPr>
                <p14:cNvContentPartPr/>
                <p14:nvPr/>
              </p14:nvContentPartPr>
              <p14:xfrm>
                <a:off x="3601238" y="4087223"/>
                <a:ext cx="226440" cy="1371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9B72AFE-9F79-B90B-19B4-C6EBF41F344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592238" y="4078583"/>
                  <a:ext cx="2440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62A47C1-963F-887C-1BAE-4A905A3C3E93}"/>
                    </a:ext>
                  </a:extLst>
                </p14:cNvPr>
                <p14:cNvContentPartPr/>
                <p14:nvPr/>
              </p14:nvContentPartPr>
              <p14:xfrm>
                <a:off x="3550838" y="4223303"/>
                <a:ext cx="122400" cy="486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62A47C1-963F-887C-1BAE-4A905A3C3E9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541838" y="4214663"/>
                  <a:ext cx="1400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8DBC9EF-C445-07F8-89A3-4D6FF8AA8890}"/>
                    </a:ext>
                  </a:extLst>
                </p14:cNvPr>
                <p14:cNvContentPartPr/>
                <p14:nvPr/>
              </p14:nvContentPartPr>
              <p14:xfrm>
                <a:off x="3632558" y="4224023"/>
                <a:ext cx="307800" cy="349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8DBC9EF-C445-07F8-89A3-4D6FF8AA889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623558" y="4215383"/>
                  <a:ext cx="325440" cy="52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29A09B3A-F776-4B43-5D69-F2EFD08ABF34}"/>
                  </a:ext>
                </a:extLst>
              </p14:cNvPr>
              <p14:cNvContentPartPr/>
              <p14:nvPr/>
            </p14:nvContentPartPr>
            <p14:xfrm>
              <a:off x="6275318" y="968903"/>
              <a:ext cx="288360" cy="16452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29A09B3A-F776-4B43-5D69-F2EFD08ABF3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266318" y="959903"/>
                <a:ext cx="306000" cy="18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22729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B18D8-0A4F-3E8E-BED5-E56390D99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B06AC50C-2045-B178-4409-B902062D2BCE}"/>
                  </a:ext>
                </a:extLst>
              </p14:cNvPr>
              <p14:cNvContentPartPr/>
              <p14:nvPr/>
            </p14:nvContentPartPr>
            <p14:xfrm>
              <a:off x="3553718" y="4837463"/>
              <a:ext cx="2491920" cy="205200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B06AC50C-2045-B178-4409-B902062D2BC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45078" y="4828463"/>
                <a:ext cx="2509560" cy="206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1" name="Group 190">
            <a:extLst>
              <a:ext uri="{FF2B5EF4-FFF2-40B4-BE49-F238E27FC236}">
                <a16:creationId xmlns:a16="http://schemas.microsoft.com/office/drawing/2014/main" id="{6E9648C7-4FC3-28D0-02F5-7D20D8C5203B}"/>
              </a:ext>
            </a:extLst>
          </p:cNvPr>
          <p:cNvGrpSpPr/>
          <p:nvPr/>
        </p:nvGrpSpPr>
        <p:grpSpPr>
          <a:xfrm>
            <a:off x="694958" y="1052423"/>
            <a:ext cx="10293120" cy="5735880"/>
            <a:chOff x="694958" y="1052423"/>
            <a:chExt cx="10293120" cy="573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0BF48D7-0DBD-8955-ECFC-5A293CBDD9ED}"/>
                    </a:ext>
                  </a:extLst>
                </p14:cNvPr>
                <p14:cNvContentPartPr/>
                <p14:nvPr/>
              </p14:nvContentPartPr>
              <p14:xfrm>
                <a:off x="8293118" y="1915703"/>
                <a:ext cx="2091600" cy="11538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0BF48D7-0DBD-8955-ECFC-5A293CBDD9E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284118" y="1906703"/>
                  <a:ext cx="2109240" cy="11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D86507B-33C9-35E1-3989-A6C0A7879B1A}"/>
                    </a:ext>
                  </a:extLst>
                </p14:cNvPr>
                <p14:cNvContentPartPr/>
                <p14:nvPr/>
              </p14:nvContentPartPr>
              <p14:xfrm>
                <a:off x="8355038" y="1514663"/>
                <a:ext cx="174600" cy="2520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D86507B-33C9-35E1-3989-A6C0A7879B1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346398" y="1505663"/>
                  <a:ext cx="19224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587CA8E-ECEF-F6B7-496E-CF5E9FC13A71}"/>
                    </a:ext>
                  </a:extLst>
                </p14:cNvPr>
                <p14:cNvContentPartPr/>
                <p14:nvPr/>
              </p14:nvContentPartPr>
              <p14:xfrm>
                <a:off x="8662118" y="1479023"/>
                <a:ext cx="43560" cy="1800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587CA8E-ECEF-F6B7-496E-CF5E9FC13A7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653478" y="1470023"/>
                  <a:ext cx="612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A413A44-C957-3743-BB21-3E4E52E61691}"/>
                    </a:ext>
                  </a:extLst>
                </p14:cNvPr>
                <p14:cNvContentPartPr/>
                <p14:nvPr/>
              </p14:nvContentPartPr>
              <p14:xfrm>
                <a:off x="8780198" y="1456343"/>
                <a:ext cx="173160" cy="2160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A413A44-C957-3743-BB21-3E4E52E6169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771198" y="1447343"/>
                  <a:ext cx="19080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17CF1BE-2B05-A7CB-9FB4-EF9828EE925D}"/>
                    </a:ext>
                  </a:extLst>
                </p14:cNvPr>
                <p14:cNvContentPartPr/>
                <p14:nvPr/>
              </p14:nvContentPartPr>
              <p14:xfrm>
                <a:off x="8561318" y="1549583"/>
                <a:ext cx="210240" cy="453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17CF1BE-2B05-A7CB-9FB4-EF9828EE925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552318" y="1540943"/>
                  <a:ext cx="2278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93600EA-DF04-CE35-6CA7-5EC20461DC70}"/>
                    </a:ext>
                  </a:extLst>
                </p14:cNvPr>
                <p14:cNvContentPartPr/>
                <p14:nvPr/>
              </p14:nvContentPartPr>
              <p14:xfrm>
                <a:off x="9152078" y="1285343"/>
                <a:ext cx="167400" cy="5119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93600EA-DF04-CE35-6CA7-5EC20461DC7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143078" y="1276343"/>
                  <a:ext cx="185040" cy="52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5C44D6A-13CD-D49B-B2B5-867BF269CB70}"/>
                    </a:ext>
                  </a:extLst>
                </p14:cNvPr>
                <p14:cNvContentPartPr/>
                <p14:nvPr/>
              </p14:nvContentPartPr>
              <p14:xfrm>
                <a:off x="9118598" y="1575143"/>
                <a:ext cx="159120" cy="658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5C44D6A-13CD-D49B-B2B5-867BF269CB7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109958" y="1566143"/>
                  <a:ext cx="1767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97BD308-BCDB-1AC0-2B34-FB49A85F74B7}"/>
                    </a:ext>
                  </a:extLst>
                </p14:cNvPr>
                <p14:cNvContentPartPr/>
                <p14:nvPr/>
              </p14:nvContentPartPr>
              <p14:xfrm>
                <a:off x="9338198" y="1525463"/>
                <a:ext cx="283320" cy="1519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97BD308-BCDB-1AC0-2B34-FB49A85F74B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329198" y="1516823"/>
                  <a:ext cx="3009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333618C-646B-CD18-3177-5D445CEC29EB}"/>
                    </a:ext>
                  </a:extLst>
                </p14:cNvPr>
                <p14:cNvContentPartPr/>
                <p14:nvPr/>
              </p14:nvContentPartPr>
              <p14:xfrm>
                <a:off x="7295558" y="1095983"/>
                <a:ext cx="32400" cy="4132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333618C-646B-CD18-3177-5D445CEC29E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286918" y="1086983"/>
                  <a:ext cx="50040" cy="4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6F882C5-9141-65A1-6CF7-7D2065F9CE9C}"/>
                    </a:ext>
                  </a:extLst>
                </p14:cNvPr>
                <p14:cNvContentPartPr/>
                <p14:nvPr/>
              </p14:nvContentPartPr>
              <p14:xfrm>
                <a:off x="7258478" y="2166983"/>
                <a:ext cx="37800" cy="5673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6F882C5-9141-65A1-6CF7-7D2065F9CE9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249478" y="2157983"/>
                  <a:ext cx="55440" cy="58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29A3092-847F-B4D7-DADD-306302C3EB3B}"/>
                    </a:ext>
                  </a:extLst>
                </p14:cNvPr>
                <p14:cNvContentPartPr/>
                <p14:nvPr/>
              </p14:nvContentPartPr>
              <p14:xfrm>
                <a:off x="7208078" y="2943503"/>
                <a:ext cx="82080" cy="4932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29A3092-847F-B4D7-DADD-306302C3EB3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199438" y="2934503"/>
                  <a:ext cx="99720" cy="51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E298D64-0D5E-81C6-481C-83C4AD65174B}"/>
                    </a:ext>
                  </a:extLst>
                </p14:cNvPr>
                <p14:cNvContentPartPr/>
                <p14:nvPr/>
              </p14:nvContentPartPr>
              <p14:xfrm>
                <a:off x="7171358" y="4183703"/>
                <a:ext cx="12240" cy="316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E298D64-0D5E-81C6-481C-83C4AD65174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162718" y="4174703"/>
                  <a:ext cx="2988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40ABD37-5CE0-73B2-4A14-51ADDFC53A68}"/>
                    </a:ext>
                  </a:extLst>
                </p14:cNvPr>
                <p14:cNvContentPartPr/>
                <p14:nvPr/>
              </p14:nvContentPartPr>
              <p14:xfrm>
                <a:off x="6846278" y="5066783"/>
                <a:ext cx="193320" cy="10263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40ABD37-5CE0-73B2-4A14-51ADDFC53A6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837638" y="5057783"/>
                  <a:ext cx="210960" cy="10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18B1AE5-1443-10C7-062B-099F8D387486}"/>
                    </a:ext>
                  </a:extLst>
                </p14:cNvPr>
                <p14:cNvContentPartPr/>
                <p14:nvPr/>
              </p14:nvContentPartPr>
              <p14:xfrm>
                <a:off x="3279398" y="1219103"/>
                <a:ext cx="21600" cy="5018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18B1AE5-1443-10C7-062B-099F8D38748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270398" y="1210463"/>
                  <a:ext cx="39240" cy="51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90D68E9-4027-A4A0-6E99-0A8186F52BD4}"/>
                    </a:ext>
                  </a:extLst>
                </p14:cNvPr>
                <p14:cNvContentPartPr/>
                <p14:nvPr/>
              </p14:nvContentPartPr>
              <p14:xfrm>
                <a:off x="3225758" y="2454983"/>
                <a:ext cx="46440" cy="4240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90D68E9-4027-A4A0-6E99-0A8186F52BD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217118" y="2445983"/>
                  <a:ext cx="6408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97D5551-F07E-BC6A-6C6C-882F28DCC90B}"/>
                    </a:ext>
                  </a:extLst>
                </p14:cNvPr>
                <p14:cNvContentPartPr/>
                <p14:nvPr/>
              </p14:nvContentPartPr>
              <p14:xfrm>
                <a:off x="3213158" y="3005783"/>
                <a:ext cx="68760" cy="5889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97D5551-F07E-BC6A-6C6C-882F28DCC90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204518" y="2997143"/>
                  <a:ext cx="86400" cy="60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6AC0A38-228F-AB4E-32A6-1A8A245DB5B8}"/>
                    </a:ext>
                  </a:extLst>
                </p14:cNvPr>
                <p14:cNvContentPartPr/>
                <p14:nvPr/>
              </p14:nvContentPartPr>
              <p14:xfrm>
                <a:off x="1027958" y="1906343"/>
                <a:ext cx="185760" cy="3042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6AC0A38-228F-AB4E-32A6-1A8A245DB5B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19318" y="1897343"/>
                  <a:ext cx="20340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7196997-EAEC-3605-FA8D-2A8D564D7F7C}"/>
                    </a:ext>
                  </a:extLst>
                </p14:cNvPr>
                <p14:cNvContentPartPr/>
                <p14:nvPr/>
              </p14:nvContentPartPr>
              <p14:xfrm>
                <a:off x="720518" y="1661543"/>
                <a:ext cx="1297440" cy="8686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7196997-EAEC-3605-FA8D-2A8D564D7F7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11878" y="1652903"/>
                  <a:ext cx="1315080" cy="88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F656012-FDFD-AB19-11F6-A44469282410}"/>
                    </a:ext>
                  </a:extLst>
                </p14:cNvPr>
                <p14:cNvContentPartPr/>
                <p14:nvPr/>
              </p14:nvContentPartPr>
              <p14:xfrm>
                <a:off x="1233518" y="3063023"/>
                <a:ext cx="19080" cy="2048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F656012-FDFD-AB19-11F6-A4446928241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224878" y="3054383"/>
                  <a:ext cx="3672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332E812-344C-9509-2461-DD672F04AE1C}"/>
                    </a:ext>
                  </a:extLst>
                </p14:cNvPr>
                <p14:cNvContentPartPr/>
                <p14:nvPr/>
              </p14:nvContentPartPr>
              <p14:xfrm>
                <a:off x="1160438" y="3249503"/>
                <a:ext cx="151560" cy="76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332E812-344C-9509-2461-DD672F04AE1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51438" y="3240863"/>
                  <a:ext cx="1692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1143BD5-F231-1C48-0420-D48E3C9DDFCB}"/>
                    </a:ext>
                  </a:extLst>
                </p14:cNvPr>
                <p14:cNvContentPartPr/>
                <p14:nvPr/>
              </p14:nvContentPartPr>
              <p14:xfrm>
                <a:off x="1177718" y="3030263"/>
                <a:ext cx="58320" cy="1324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1143BD5-F231-1C48-0420-D48E3C9DDFC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169078" y="3021263"/>
                  <a:ext cx="759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BF8202F-4C22-929D-F86C-A04D331D25F1}"/>
                    </a:ext>
                  </a:extLst>
                </p14:cNvPr>
                <p14:cNvContentPartPr/>
                <p14:nvPr/>
              </p14:nvContentPartPr>
              <p14:xfrm>
                <a:off x="814478" y="2821823"/>
                <a:ext cx="1174320" cy="8035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BF8202F-4C22-929D-F86C-A04D331D25F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05478" y="2812823"/>
                  <a:ext cx="1191960" cy="82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F502147-437E-DDA3-CB97-4FE972BCD3D6}"/>
                    </a:ext>
                  </a:extLst>
                </p14:cNvPr>
                <p14:cNvContentPartPr/>
                <p14:nvPr/>
              </p14:nvContentPartPr>
              <p14:xfrm>
                <a:off x="4164278" y="1052423"/>
                <a:ext cx="396000" cy="3200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F502147-437E-DDA3-CB97-4FE972BCD3D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155638" y="1043783"/>
                  <a:ext cx="41364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89FB709-6DA0-ED66-ABBB-B100B9775ACD}"/>
                    </a:ext>
                  </a:extLst>
                </p14:cNvPr>
                <p14:cNvContentPartPr/>
                <p14:nvPr/>
              </p14:nvContentPartPr>
              <p14:xfrm>
                <a:off x="4666838" y="1110743"/>
                <a:ext cx="119520" cy="1785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89FB709-6DA0-ED66-ABBB-B100B9775AC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657838" y="1101743"/>
                  <a:ext cx="13716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0E3525B-70A6-35CC-F303-699C8A358C2B}"/>
                    </a:ext>
                  </a:extLst>
                </p14:cNvPr>
                <p14:cNvContentPartPr/>
                <p14:nvPr/>
              </p14:nvContentPartPr>
              <p14:xfrm>
                <a:off x="4891838" y="1098143"/>
                <a:ext cx="408960" cy="3207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0E3525B-70A6-35CC-F303-699C8A358C2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882838" y="1089143"/>
                  <a:ext cx="42660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00F4A9C-BA53-38C3-8244-2AA5BEAFBFC8}"/>
                    </a:ext>
                  </a:extLst>
                </p14:cNvPr>
                <p14:cNvContentPartPr/>
                <p14:nvPr/>
              </p14:nvContentPartPr>
              <p14:xfrm>
                <a:off x="5381078" y="1061783"/>
                <a:ext cx="135720" cy="2959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00F4A9C-BA53-38C3-8244-2AA5BEAFBFC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372438" y="1053143"/>
                  <a:ext cx="15336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AB510EE-DEAB-745B-81A6-D038BB103641}"/>
                    </a:ext>
                  </a:extLst>
                </p14:cNvPr>
                <p14:cNvContentPartPr/>
                <p14:nvPr/>
              </p14:nvContentPartPr>
              <p14:xfrm>
                <a:off x="5536238" y="1103543"/>
                <a:ext cx="165240" cy="1692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AB510EE-DEAB-745B-81A6-D038BB10364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527598" y="1094903"/>
                  <a:ext cx="1828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E57A9A6-18AA-CD57-1211-9AA9FBA812E9}"/>
                    </a:ext>
                  </a:extLst>
                </p14:cNvPr>
                <p14:cNvContentPartPr/>
                <p14:nvPr/>
              </p14:nvContentPartPr>
              <p14:xfrm>
                <a:off x="5694998" y="1066823"/>
                <a:ext cx="214560" cy="2084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E57A9A6-18AA-CD57-1211-9AA9FBA812E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686358" y="1057823"/>
                  <a:ext cx="2322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230323C-D97D-1957-E3C2-7E880CEC3083}"/>
                    </a:ext>
                  </a:extLst>
                </p14:cNvPr>
                <p14:cNvContentPartPr/>
                <p14:nvPr/>
              </p14:nvContentPartPr>
              <p14:xfrm>
                <a:off x="4016318" y="2643983"/>
                <a:ext cx="2614680" cy="13719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230323C-D97D-1957-E3C2-7E880CEC308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007318" y="2635343"/>
                  <a:ext cx="2632320" cy="138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B636B4C-8BB8-9DDC-B4ED-7EA4D23B2D1B}"/>
                    </a:ext>
                  </a:extLst>
                </p14:cNvPr>
                <p14:cNvContentPartPr/>
                <p14:nvPr/>
              </p14:nvContentPartPr>
              <p14:xfrm>
                <a:off x="4492598" y="2826503"/>
                <a:ext cx="189720" cy="3531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B636B4C-8BB8-9DDC-B4ED-7EA4D23B2D1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483598" y="2817863"/>
                  <a:ext cx="20736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74EA713-9EE5-A450-54CD-3350FEED6FBB}"/>
                    </a:ext>
                  </a:extLst>
                </p14:cNvPr>
                <p14:cNvContentPartPr/>
                <p14:nvPr/>
              </p14:nvContentPartPr>
              <p14:xfrm>
                <a:off x="4866278" y="2989223"/>
                <a:ext cx="360" cy="298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74EA713-9EE5-A450-54CD-3350FEED6FB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857638" y="2980223"/>
                  <a:ext cx="180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9186EE1-FC20-1A58-6AB1-E99B84057BB7}"/>
                    </a:ext>
                  </a:extLst>
                </p14:cNvPr>
                <p14:cNvContentPartPr/>
                <p14:nvPr/>
              </p14:nvContentPartPr>
              <p14:xfrm>
                <a:off x="4794278" y="2931623"/>
                <a:ext cx="203760" cy="2199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9186EE1-FC20-1A58-6AB1-E99B84057BB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785638" y="2922983"/>
                  <a:ext cx="22140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082CD06-7D10-1AC6-2650-C1B74604F9B4}"/>
                    </a:ext>
                  </a:extLst>
                </p14:cNvPr>
                <p14:cNvContentPartPr/>
                <p14:nvPr/>
              </p14:nvContentPartPr>
              <p14:xfrm>
                <a:off x="5017838" y="2900663"/>
                <a:ext cx="371160" cy="2116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082CD06-7D10-1AC6-2650-C1B74604F9B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009198" y="2891663"/>
                  <a:ext cx="38880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74F8324-993D-29A2-27D8-4D05F551666B}"/>
                    </a:ext>
                  </a:extLst>
                </p14:cNvPr>
                <p14:cNvContentPartPr/>
                <p14:nvPr/>
              </p14:nvContentPartPr>
              <p14:xfrm>
                <a:off x="5478998" y="2913263"/>
                <a:ext cx="113760" cy="1472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74F8324-993D-29A2-27D8-4D05F551666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469998" y="2904623"/>
                  <a:ext cx="13140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5B95B8E-841A-1CC3-0E70-8E4F60D4627D}"/>
                    </a:ext>
                  </a:extLst>
                </p14:cNvPr>
                <p14:cNvContentPartPr/>
                <p14:nvPr/>
              </p14:nvContentPartPr>
              <p14:xfrm>
                <a:off x="5662958" y="2847023"/>
                <a:ext cx="130320" cy="2098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5B95B8E-841A-1CC3-0E70-8E4F60D4627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653958" y="2838023"/>
                  <a:ext cx="1479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4BFEED9-F4E0-A247-75FF-6449E1179FDB}"/>
                    </a:ext>
                  </a:extLst>
                </p14:cNvPr>
                <p14:cNvContentPartPr/>
                <p14:nvPr/>
              </p14:nvContentPartPr>
              <p14:xfrm>
                <a:off x="4722638" y="2269943"/>
                <a:ext cx="499680" cy="3124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4BFEED9-F4E0-A247-75FF-6449E1179FD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713998" y="2260943"/>
                  <a:ext cx="51732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81CFC26-161F-FEA5-1A66-78470B820626}"/>
                    </a:ext>
                  </a:extLst>
                </p14:cNvPr>
                <p14:cNvContentPartPr/>
                <p14:nvPr/>
              </p14:nvContentPartPr>
              <p14:xfrm>
                <a:off x="5298278" y="2277863"/>
                <a:ext cx="32400" cy="2696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81CFC26-161F-FEA5-1A66-78470B82062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289638" y="2268863"/>
                  <a:ext cx="5004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AA4C25B-4F8B-09C5-08B3-EC1573F8D6D1}"/>
                    </a:ext>
                  </a:extLst>
                </p14:cNvPr>
                <p14:cNvContentPartPr/>
                <p14:nvPr/>
              </p14:nvContentPartPr>
              <p14:xfrm>
                <a:off x="5324198" y="2330063"/>
                <a:ext cx="619560" cy="1836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AA4C25B-4F8B-09C5-08B3-EC1573F8D6D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315558" y="2321423"/>
                  <a:ext cx="6372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330DB0A-669A-61A5-369A-C5A248396DCF}"/>
                    </a:ext>
                  </a:extLst>
                </p14:cNvPr>
                <p14:cNvContentPartPr/>
                <p14:nvPr/>
              </p14:nvContentPartPr>
              <p14:xfrm>
                <a:off x="6651878" y="2571623"/>
                <a:ext cx="1689120" cy="6361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330DB0A-669A-61A5-369A-C5A248396DC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642878" y="2562623"/>
                  <a:ext cx="1706760" cy="65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3100E2C-30C1-B8D6-8F17-CF8DBB87AAD2}"/>
                    </a:ext>
                  </a:extLst>
                </p14:cNvPr>
                <p14:cNvContentPartPr/>
                <p14:nvPr/>
              </p14:nvContentPartPr>
              <p14:xfrm>
                <a:off x="8281598" y="2487383"/>
                <a:ext cx="190800" cy="1958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3100E2C-30C1-B8D6-8F17-CF8DBB87AAD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272598" y="2478743"/>
                  <a:ext cx="2084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5977E89-7D60-1339-4B1A-42F754157E66}"/>
                    </a:ext>
                  </a:extLst>
                </p14:cNvPr>
                <p14:cNvContentPartPr/>
                <p14:nvPr/>
              </p14:nvContentPartPr>
              <p14:xfrm>
                <a:off x="1860638" y="1972583"/>
                <a:ext cx="2262960" cy="9907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5977E89-7D60-1339-4B1A-42F754157E6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851998" y="1963943"/>
                  <a:ext cx="2280600" cy="10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8CF08E6-0262-F152-83F0-F087C00C9DFC}"/>
                    </a:ext>
                  </a:extLst>
                </p14:cNvPr>
                <p14:cNvContentPartPr/>
                <p14:nvPr/>
              </p14:nvContentPartPr>
              <p14:xfrm>
                <a:off x="2150078" y="3200183"/>
                <a:ext cx="1806480" cy="3085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8CF08E6-0262-F152-83F0-F087C00C9DF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141078" y="3191183"/>
                  <a:ext cx="182412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F5EFBB6-43E2-676F-C504-23B280D8AA25}"/>
                    </a:ext>
                  </a:extLst>
                </p14:cNvPr>
                <p14:cNvContentPartPr/>
                <p14:nvPr/>
              </p14:nvContentPartPr>
              <p14:xfrm>
                <a:off x="3014438" y="3926663"/>
                <a:ext cx="192240" cy="9536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F5EFBB6-43E2-676F-C504-23B280D8AA2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005438" y="3917663"/>
                  <a:ext cx="209880" cy="9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6C606FC-6D63-B058-243C-84CED7D01CA5}"/>
                    </a:ext>
                  </a:extLst>
                </p14:cNvPr>
                <p14:cNvContentPartPr/>
                <p14:nvPr/>
              </p14:nvContentPartPr>
              <p14:xfrm>
                <a:off x="2771078" y="5310863"/>
                <a:ext cx="141120" cy="10774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6C606FC-6D63-B058-243C-84CED7D01CA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762438" y="5302223"/>
                  <a:ext cx="158760" cy="10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0AAB4DF-C22B-4BB1-BEC0-5BC7BA3F665B}"/>
                    </a:ext>
                  </a:extLst>
                </p14:cNvPr>
                <p14:cNvContentPartPr/>
                <p14:nvPr/>
              </p14:nvContentPartPr>
              <p14:xfrm>
                <a:off x="1177358" y="4083263"/>
                <a:ext cx="142560" cy="1958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0AAB4DF-C22B-4BB1-BEC0-5BC7BA3F665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68718" y="4074623"/>
                  <a:ext cx="1602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F952F62-34E6-9978-EE33-2228E05B0E5D}"/>
                    </a:ext>
                  </a:extLst>
                </p14:cNvPr>
                <p14:cNvContentPartPr/>
                <p14:nvPr/>
              </p14:nvContentPartPr>
              <p14:xfrm>
                <a:off x="857678" y="3944663"/>
                <a:ext cx="1227600" cy="7383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F952F62-34E6-9978-EE33-2228E05B0E5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48678" y="3935663"/>
                  <a:ext cx="1245240" cy="75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4300BDC-4093-9D1B-52C9-0CF751855329}"/>
                    </a:ext>
                  </a:extLst>
                </p14:cNvPr>
                <p14:cNvContentPartPr/>
                <p14:nvPr/>
              </p14:nvContentPartPr>
              <p14:xfrm>
                <a:off x="1026878" y="5184143"/>
                <a:ext cx="140760" cy="2818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4300BDC-4093-9D1B-52C9-0CF75185532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17878" y="5175503"/>
                  <a:ext cx="15840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7C62BD4-A92F-855A-A839-CD359340F115}"/>
                    </a:ext>
                  </a:extLst>
                </p14:cNvPr>
                <p14:cNvContentPartPr/>
                <p14:nvPr/>
              </p14:nvContentPartPr>
              <p14:xfrm>
                <a:off x="1040558" y="5251823"/>
                <a:ext cx="335880" cy="1548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7C62BD4-A92F-855A-A839-CD359340F11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31558" y="5242823"/>
                  <a:ext cx="3535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D57DFAA-9E45-9577-09EE-478D5410EA59}"/>
                    </a:ext>
                  </a:extLst>
                </p14:cNvPr>
                <p14:cNvContentPartPr/>
                <p14:nvPr/>
              </p14:nvContentPartPr>
              <p14:xfrm>
                <a:off x="694958" y="5001623"/>
                <a:ext cx="1438920" cy="8046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D57DFAA-9E45-9577-09EE-478D5410EA5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86318" y="4992623"/>
                  <a:ext cx="1456560" cy="82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D9E5646-809D-D583-FE86-F3E97B6FFE18}"/>
                    </a:ext>
                  </a:extLst>
                </p14:cNvPr>
                <p14:cNvContentPartPr/>
                <p14:nvPr/>
              </p14:nvContentPartPr>
              <p14:xfrm>
                <a:off x="2200478" y="3950423"/>
                <a:ext cx="1492560" cy="4158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D9E5646-809D-D583-FE86-F3E97B6FFE1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191478" y="3941423"/>
                  <a:ext cx="151020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669E8FF-8D0B-2064-C005-4C783948C14E}"/>
                    </a:ext>
                  </a:extLst>
                </p14:cNvPr>
                <p14:cNvContentPartPr/>
                <p14:nvPr/>
              </p14:nvContentPartPr>
              <p14:xfrm>
                <a:off x="3525998" y="3909383"/>
                <a:ext cx="124200" cy="1515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669E8FF-8D0B-2064-C005-4C783948C14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516998" y="3900743"/>
                  <a:ext cx="1418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9EFE0F6-11C2-7180-F72A-F24D7D29AEDE}"/>
                    </a:ext>
                  </a:extLst>
                </p14:cNvPr>
                <p14:cNvContentPartPr/>
                <p14:nvPr/>
              </p14:nvContentPartPr>
              <p14:xfrm>
                <a:off x="2005358" y="4291343"/>
                <a:ext cx="1994040" cy="11840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9EFE0F6-11C2-7180-F72A-F24D7D29AED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996358" y="4282343"/>
                  <a:ext cx="2011680" cy="12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348D394-25C0-D8EF-4F26-94C112056D7D}"/>
                    </a:ext>
                  </a:extLst>
                </p14:cNvPr>
                <p14:cNvContentPartPr/>
                <p14:nvPr/>
              </p14:nvContentPartPr>
              <p14:xfrm>
                <a:off x="3857198" y="4223663"/>
                <a:ext cx="139680" cy="1429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348D394-25C0-D8EF-4F26-94C112056D7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848558" y="4215023"/>
                  <a:ext cx="15732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29CBCD0-C13F-0B13-EFF0-8BB4FD9890FD}"/>
                    </a:ext>
                  </a:extLst>
                </p14:cNvPr>
                <p14:cNvContentPartPr/>
                <p14:nvPr/>
              </p14:nvContentPartPr>
              <p14:xfrm>
                <a:off x="9013838" y="2658023"/>
                <a:ext cx="234360" cy="248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29CBCD0-C13F-0B13-EFF0-8BB4FD9890F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004838" y="2649023"/>
                  <a:ext cx="2520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03F97E9-3B9B-B371-4426-5C6FBB8052C9}"/>
                    </a:ext>
                  </a:extLst>
                </p14:cNvPr>
                <p14:cNvContentPartPr/>
                <p14:nvPr/>
              </p14:nvContentPartPr>
              <p14:xfrm>
                <a:off x="9054158" y="2597543"/>
                <a:ext cx="27360" cy="1512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03F97E9-3B9B-B371-4426-5C6FBB8052C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045158" y="2588543"/>
                  <a:ext cx="4500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8222F5D-7688-6628-B219-E1F66E565813}"/>
                    </a:ext>
                  </a:extLst>
                </p14:cNvPr>
                <p14:cNvContentPartPr/>
                <p14:nvPr/>
              </p14:nvContentPartPr>
              <p14:xfrm>
                <a:off x="9009158" y="2647583"/>
                <a:ext cx="103680" cy="1054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8222F5D-7688-6628-B219-E1F66E56581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000518" y="2638943"/>
                  <a:ext cx="1213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145D9C6-7F60-0A8B-9C0C-6029F15B573D}"/>
                    </a:ext>
                  </a:extLst>
                </p14:cNvPr>
                <p14:cNvContentPartPr/>
                <p14:nvPr/>
              </p14:nvContentPartPr>
              <p14:xfrm>
                <a:off x="8981078" y="2614823"/>
                <a:ext cx="131760" cy="1040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145D9C6-7F60-0A8B-9C0C-6029F15B573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972078" y="2606183"/>
                  <a:ext cx="14940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F609C3C-DC08-F27A-B01F-A75479E79C9B}"/>
                    </a:ext>
                  </a:extLst>
                </p14:cNvPr>
                <p14:cNvContentPartPr/>
                <p14:nvPr/>
              </p14:nvContentPartPr>
              <p14:xfrm>
                <a:off x="5842958" y="3653423"/>
                <a:ext cx="6840" cy="1558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F609C3C-DC08-F27A-B01F-A75479E79C9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834318" y="3644423"/>
                  <a:ext cx="2448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7042E40-D0CA-5065-4183-78BE9A14C3FA}"/>
                    </a:ext>
                  </a:extLst>
                </p14:cNvPr>
                <p14:cNvContentPartPr/>
                <p14:nvPr/>
              </p14:nvContentPartPr>
              <p14:xfrm>
                <a:off x="5770238" y="3713903"/>
                <a:ext cx="167400" cy="1008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7042E40-D0CA-5065-4183-78BE9A14C3F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761598" y="3704903"/>
                  <a:ext cx="1850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5477A59-DDDD-C718-9D75-69682EFC2283}"/>
                    </a:ext>
                  </a:extLst>
                </p14:cNvPr>
                <p14:cNvContentPartPr/>
                <p14:nvPr/>
              </p14:nvContentPartPr>
              <p14:xfrm>
                <a:off x="5749358" y="3711383"/>
                <a:ext cx="119880" cy="1026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5477A59-DDDD-C718-9D75-69682EFC228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740718" y="3702743"/>
                  <a:ext cx="1375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F24694C-2281-ADF6-2E48-7C189002C35D}"/>
                    </a:ext>
                  </a:extLst>
                </p14:cNvPr>
                <p14:cNvContentPartPr/>
                <p14:nvPr/>
              </p14:nvContentPartPr>
              <p14:xfrm>
                <a:off x="4604198" y="4390343"/>
                <a:ext cx="24120" cy="1263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F24694C-2281-ADF6-2E48-7C189002C35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595558" y="4381343"/>
                  <a:ext cx="4176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CB4B387-7882-8B61-F6A6-85BA8EEC669C}"/>
                    </a:ext>
                  </a:extLst>
                </p14:cNvPr>
                <p14:cNvContentPartPr/>
                <p14:nvPr/>
              </p14:nvContentPartPr>
              <p14:xfrm>
                <a:off x="4466318" y="4123943"/>
                <a:ext cx="425880" cy="4942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CB4B387-7882-8B61-F6A6-85BA8EEC669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457318" y="4114943"/>
                  <a:ext cx="443520" cy="51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E683026-125C-90C2-D614-081EA06F082F}"/>
                    </a:ext>
                  </a:extLst>
                </p14:cNvPr>
                <p14:cNvContentPartPr/>
                <p14:nvPr/>
              </p14:nvContentPartPr>
              <p14:xfrm>
                <a:off x="4899758" y="4482503"/>
                <a:ext cx="96480" cy="1159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E683026-125C-90C2-D614-081EA06F082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890758" y="4473863"/>
                  <a:ext cx="1141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78111FB-96F6-B7A9-D7F2-6EE0108FDDBB}"/>
                    </a:ext>
                  </a:extLst>
                </p14:cNvPr>
                <p14:cNvContentPartPr/>
                <p14:nvPr/>
              </p14:nvContentPartPr>
              <p14:xfrm>
                <a:off x="5070038" y="4476383"/>
                <a:ext cx="37080" cy="846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78111FB-96F6-B7A9-D7F2-6EE0108FDDB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061398" y="4467743"/>
                  <a:ext cx="547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E19C114-993D-2104-979C-B2358B51ED74}"/>
                    </a:ext>
                  </a:extLst>
                </p14:cNvPr>
                <p14:cNvContentPartPr/>
                <p14:nvPr/>
              </p14:nvContentPartPr>
              <p14:xfrm>
                <a:off x="5108198" y="4383863"/>
                <a:ext cx="33840" cy="129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E19C114-993D-2104-979C-B2358B51ED7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099558" y="4374863"/>
                  <a:ext cx="514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A1CA73C-6EB9-8AD3-12FE-2B090DB54A16}"/>
                    </a:ext>
                  </a:extLst>
                </p14:cNvPr>
                <p14:cNvContentPartPr/>
                <p14:nvPr/>
              </p14:nvContentPartPr>
              <p14:xfrm>
                <a:off x="5185598" y="4373423"/>
                <a:ext cx="9360" cy="1753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A1CA73C-6EB9-8AD3-12FE-2B090DB54A1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176598" y="4364423"/>
                  <a:ext cx="2700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FD9175C-E3CE-3C9B-47BC-AADB541A379C}"/>
                    </a:ext>
                  </a:extLst>
                </p14:cNvPr>
                <p14:cNvContentPartPr/>
                <p14:nvPr/>
              </p14:nvContentPartPr>
              <p14:xfrm>
                <a:off x="5266958" y="4472783"/>
                <a:ext cx="156600" cy="1342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FD9175C-E3CE-3C9B-47BC-AADB541A379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257958" y="4464143"/>
                  <a:ext cx="1742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9A8749A-38BC-02D5-0ED7-F76056A07EFA}"/>
                    </a:ext>
                  </a:extLst>
                </p14:cNvPr>
                <p14:cNvContentPartPr/>
                <p14:nvPr/>
              </p14:nvContentPartPr>
              <p14:xfrm>
                <a:off x="5447678" y="4410863"/>
                <a:ext cx="156240" cy="1720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9A8749A-38BC-02D5-0ED7-F76056A07EF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439038" y="4402223"/>
                  <a:ext cx="17388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94FBC63-429D-B190-74F2-4376580D89F5}"/>
                    </a:ext>
                  </a:extLst>
                </p14:cNvPr>
                <p14:cNvContentPartPr/>
                <p14:nvPr/>
              </p14:nvContentPartPr>
              <p14:xfrm>
                <a:off x="5667278" y="4357223"/>
                <a:ext cx="160560" cy="4518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94FBC63-429D-B190-74F2-4376580D89F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658638" y="4348223"/>
                  <a:ext cx="178200" cy="46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3DE8AC0-215E-9656-B6B6-C509546BDCB3}"/>
                    </a:ext>
                  </a:extLst>
                </p14:cNvPr>
                <p14:cNvContentPartPr/>
                <p14:nvPr/>
              </p14:nvContentPartPr>
              <p14:xfrm>
                <a:off x="5868518" y="4370543"/>
                <a:ext cx="45720" cy="2185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3DE8AC0-215E-9656-B6B6-C509546BDCB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859518" y="4361543"/>
                  <a:ext cx="6336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4AAED29-BE89-01B9-D446-A04A158C39C5}"/>
                    </a:ext>
                  </a:extLst>
                </p14:cNvPr>
                <p14:cNvContentPartPr/>
                <p14:nvPr/>
              </p14:nvContentPartPr>
              <p14:xfrm>
                <a:off x="5974358" y="4352183"/>
                <a:ext cx="231840" cy="2271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4AAED29-BE89-01B9-D446-A04A158C39C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965718" y="4343183"/>
                  <a:ext cx="24948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8ED0F2C-510F-C01E-A230-5F472F5AFC5C}"/>
                    </a:ext>
                  </a:extLst>
                </p14:cNvPr>
                <p14:cNvContentPartPr/>
                <p14:nvPr/>
              </p14:nvContentPartPr>
              <p14:xfrm>
                <a:off x="6136718" y="4428143"/>
                <a:ext cx="263880" cy="1576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8ED0F2C-510F-C01E-A230-5F472F5AFC5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127718" y="4419503"/>
                  <a:ext cx="2815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7778717-8201-A503-5974-6BB4CFAFF7A0}"/>
                    </a:ext>
                  </a:extLst>
                </p14:cNvPr>
                <p14:cNvContentPartPr/>
                <p14:nvPr/>
              </p14:nvContentPartPr>
              <p14:xfrm>
                <a:off x="5926478" y="4735583"/>
                <a:ext cx="818280" cy="3326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7778717-8201-A503-5974-6BB4CFAFF7A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917838" y="4726583"/>
                  <a:ext cx="83592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F118DD7-8697-F5E1-E3A5-AEEB09836FD6}"/>
                    </a:ext>
                  </a:extLst>
                </p14:cNvPr>
                <p14:cNvContentPartPr/>
                <p14:nvPr/>
              </p14:nvContentPartPr>
              <p14:xfrm>
                <a:off x="4684478" y="5345783"/>
                <a:ext cx="3960" cy="28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F118DD7-8697-F5E1-E3A5-AEEB09836FD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675838" y="5337143"/>
                  <a:ext cx="216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AA4AFC1-204C-900C-7012-7DE7342444EA}"/>
                    </a:ext>
                  </a:extLst>
                </p14:cNvPr>
                <p14:cNvContentPartPr/>
                <p14:nvPr/>
              </p14:nvContentPartPr>
              <p14:xfrm>
                <a:off x="4650998" y="5002703"/>
                <a:ext cx="217800" cy="5407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AA4AFC1-204C-900C-7012-7DE7342444E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642358" y="4994063"/>
                  <a:ext cx="235440" cy="55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46F16E9-7606-9F54-AF07-408B26B7305D}"/>
                    </a:ext>
                  </a:extLst>
                </p14:cNvPr>
                <p14:cNvContentPartPr/>
                <p14:nvPr/>
              </p14:nvContentPartPr>
              <p14:xfrm>
                <a:off x="4639478" y="5290703"/>
                <a:ext cx="100800" cy="205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46F16E9-7606-9F54-AF07-408B26B7305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630478" y="5282063"/>
                  <a:ext cx="1184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C02B0C3-A6DC-0420-FA5E-DDE6E73C74D0}"/>
                    </a:ext>
                  </a:extLst>
                </p14:cNvPr>
                <p14:cNvContentPartPr/>
                <p14:nvPr/>
              </p14:nvContentPartPr>
              <p14:xfrm>
                <a:off x="4851878" y="5138783"/>
                <a:ext cx="159120" cy="5263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C02B0C3-A6DC-0420-FA5E-DDE6E73C74D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843238" y="5130143"/>
                  <a:ext cx="176760" cy="54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5F3D5FC-6FE6-1DE8-4463-19BA86AE387E}"/>
                    </a:ext>
                  </a:extLst>
                </p14:cNvPr>
                <p14:cNvContentPartPr/>
                <p14:nvPr/>
              </p14:nvContentPartPr>
              <p14:xfrm>
                <a:off x="5022158" y="5184143"/>
                <a:ext cx="109080" cy="3160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5F3D5FC-6FE6-1DE8-4463-19BA86AE387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013158" y="5175143"/>
                  <a:ext cx="12672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F629D6F-9B43-2DD2-22F6-9128624AEFD2}"/>
                    </a:ext>
                  </a:extLst>
                </p14:cNvPr>
                <p14:cNvContentPartPr/>
                <p14:nvPr/>
              </p14:nvContentPartPr>
              <p14:xfrm>
                <a:off x="4866278" y="5304023"/>
                <a:ext cx="475920" cy="1137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F629D6F-9B43-2DD2-22F6-9128624AEFD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857278" y="5295023"/>
                  <a:ext cx="49356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C244814-74E2-DD32-C6D9-3AAC6EF85660}"/>
                    </a:ext>
                  </a:extLst>
                </p14:cNvPr>
                <p14:cNvContentPartPr/>
                <p14:nvPr/>
              </p14:nvContentPartPr>
              <p14:xfrm>
                <a:off x="5511038" y="5198903"/>
                <a:ext cx="13680" cy="2588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C244814-74E2-DD32-C6D9-3AAC6EF8566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502038" y="5189903"/>
                  <a:ext cx="3132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7A21FBB-64B0-09D6-206A-D51865702D56}"/>
                    </a:ext>
                  </a:extLst>
                </p14:cNvPr>
                <p14:cNvContentPartPr/>
                <p14:nvPr/>
              </p14:nvContentPartPr>
              <p14:xfrm>
                <a:off x="5460998" y="5300063"/>
                <a:ext cx="132840" cy="363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7A21FBB-64B0-09D6-206A-D51865702D5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451998" y="5291063"/>
                  <a:ext cx="1504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4CC419C-2146-4A6B-9A26-10860281FB26}"/>
                    </a:ext>
                  </a:extLst>
                </p14:cNvPr>
                <p14:cNvContentPartPr/>
                <p14:nvPr/>
              </p14:nvContentPartPr>
              <p14:xfrm>
                <a:off x="8302478" y="4955183"/>
                <a:ext cx="2685600" cy="12841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4CC419C-2146-4A6B-9A26-10860281FB2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293478" y="4946183"/>
                  <a:ext cx="2703240" cy="13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08395833-4256-60A9-DBEC-7C5972E69EA9}"/>
                    </a:ext>
                  </a:extLst>
                </p14:cNvPr>
                <p14:cNvContentPartPr/>
                <p14:nvPr/>
              </p14:nvContentPartPr>
              <p14:xfrm>
                <a:off x="8824478" y="5341103"/>
                <a:ext cx="255600" cy="2635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8395833-4256-60A9-DBEC-7C5972E69EA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815838" y="5332463"/>
                  <a:ext cx="27324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7050FF3-FD0E-0114-B890-EF0E8B6F5DA5}"/>
                    </a:ext>
                  </a:extLst>
                </p14:cNvPr>
                <p14:cNvContentPartPr/>
                <p14:nvPr/>
              </p14:nvContentPartPr>
              <p14:xfrm>
                <a:off x="9118598" y="5329943"/>
                <a:ext cx="172080" cy="2322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7050FF3-FD0E-0114-B890-EF0E8B6F5DA5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109958" y="5321303"/>
                  <a:ext cx="18972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E25A3DA-1D96-F35F-1230-EFA515C68F10}"/>
                    </a:ext>
                  </a:extLst>
                </p14:cNvPr>
                <p14:cNvContentPartPr/>
                <p14:nvPr/>
              </p14:nvContentPartPr>
              <p14:xfrm>
                <a:off x="9188798" y="5274863"/>
                <a:ext cx="329040" cy="2710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E25A3DA-1D96-F35F-1230-EFA515C68F1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180158" y="5266223"/>
                  <a:ext cx="34668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246FD62-6F6C-868B-2B98-95F1CD027B8D}"/>
                    </a:ext>
                  </a:extLst>
                </p14:cNvPr>
                <p14:cNvContentPartPr/>
                <p14:nvPr/>
              </p14:nvContentPartPr>
              <p14:xfrm>
                <a:off x="9048758" y="5822063"/>
                <a:ext cx="243720" cy="2782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246FD62-6F6C-868B-2B98-95F1CD027B8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039758" y="5813423"/>
                  <a:ext cx="26136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08A52C9-7AE6-E18D-0914-3B652EFC45D4}"/>
                    </a:ext>
                  </a:extLst>
                </p14:cNvPr>
                <p14:cNvContentPartPr/>
                <p14:nvPr/>
              </p14:nvContentPartPr>
              <p14:xfrm>
                <a:off x="9332438" y="5886143"/>
                <a:ext cx="189360" cy="1458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08A52C9-7AE6-E18D-0914-3B652EFC45D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323438" y="5877143"/>
                  <a:ext cx="20700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5AC9A79-092B-CA55-F083-C3D3D017C8DA}"/>
                    </a:ext>
                  </a:extLst>
                </p14:cNvPr>
                <p14:cNvContentPartPr/>
                <p14:nvPr/>
              </p14:nvContentPartPr>
              <p14:xfrm>
                <a:off x="9683798" y="5779223"/>
                <a:ext cx="600120" cy="2354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5AC9A79-092B-CA55-F083-C3D3D017C8DA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674798" y="5770583"/>
                  <a:ext cx="61776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951CD23-9858-9F38-59E1-6FF14F5D63AE}"/>
                    </a:ext>
                  </a:extLst>
                </p14:cNvPr>
                <p14:cNvContentPartPr/>
                <p14:nvPr/>
              </p14:nvContentPartPr>
              <p14:xfrm>
                <a:off x="3698078" y="5622983"/>
                <a:ext cx="2184120" cy="9982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951CD23-9858-9F38-59E1-6FF14F5D63AE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689078" y="5614343"/>
                  <a:ext cx="2201760" cy="10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527632A-22EE-2F3F-05D8-36DB62E3D461}"/>
                    </a:ext>
                  </a:extLst>
                </p14:cNvPr>
                <p14:cNvContentPartPr/>
                <p14:nvPr/>
              </p14:nvContentPartPr>
              <p14:xfrm>
                <a:off x="4114598" y="6004943"/>
                <a:ext cx="217440" cy="2862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527632A-22EE-2F3F-05D8-36DB62E3D46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105958" y="5995943"/>
                  <a:ext cx="23508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C0295BB-AAA2-FCEB-FD07-E0456A9D4DC6}"/>
                    </a:ext>
                  </a:extLst>
                </p14:cNvPr>
                <p14:cNvContentPartPr/>
                <p14:nvPr/>
              </p14:nvContentPartPr>
              <p14:xfrm>
                <a:off x="4389998" y="5932583"/>
                <a:ext cx="452880" cy="3207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C0295BB-AAA2-FCEB-FD07-E0456A9D4DC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380998" y="5923943"/>
                  <a:ext cx="47052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95B15539-7DA0-1A00-1839-C150EF9FD054}"/>
                    </a:ext>
                  </a:extLst>
                </p14:cNvPr>
                <p14:cNvContentPartPr/>
                <p14:nvPr/>
              </p14:nvContentPartPr>
              <p14:xfrm>
                <a:off x="4909838" y="6018263"/>
                <a:ext cx="110160" cy="1832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95B15539-7DA0-1A00-1839-C150EF9FD05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901198" y="6009263"/>
                  <a:ext cx="1278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90F6884-73BB-095B-9589-ECD22098BA37}"/>
                    </a:ext>
                  </a:extLst>
                </p14:cNvPr>
                <p14:cNvContentPartPr/>
                <p14:nvPr/>
              </p14:nvContentPartPr>
              <p14:xfrm>
                <a:off x="5090918" y="5992343"/>
                <a:ext cx="95040" cy="1789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90F6884-73BB-095B-9589-ECD22098BA3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082278" y="5983343"/>
                  <a:ext cx="1126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CAF56064-5079-1500-32DE-D14BE85009EA}"/>
                    </a:ext>
                  </a:extLst>
                </p14:cNvPr>
                <p14:cNvContentPartPr/>
                <p14:nvPr/>
              </p14:nvContentPartPr>
              <p14:xfrm>
                <a:off x="5464958" y="5717303"/>
                <a:ext cx="2570040" cy="2577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CAF56064-5079-1500-32DE-D14BE85009E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455958" y="5708303"/>
                  <a:ext cx="258768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A7ACEFE6-8024-F719-73A9-9A4167391861}"/>
                    </a:ext>
                  </a:extLst>
                </p14:cNvPr>
                <p14:cNvContentPartPr/>
                <p14:nvPr/>
              </p14:nvContentPartPr>
              <p14:xfrm>
                <a:off x="7815758" y="5639183"/>
                <a:ext cx="203400" cy="1861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A7ACEFE6-8024-F719-73A9-9A416739186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807118" y="5630183"/>
                  <a:ext cx="2210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178C55EB-DADE-7EC7-E1BA-B2026747915D}"/>
                    </a:ext>
                  </a:extLst>
                </p14:cNvPr>
                <p14:cNvContentPartPr/>
                <p14:nvPr/>
              </p14:nvContentPartPr>
              <p14:xfrm>
                <a:off x="6782558" y="5351903"/>
                <a:ext cx="11520" cy="3427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178C55EB-DADE-7EC7-E1BA-B2026747915D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773918" y="5342903"/>
                  <a:ext cx="2916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C166049-26F5-2614-8A29-F08FB3DDEE3A}"/>
                    </a:ext>
                  </a:extLst>
                </p14:cNvPr>
                <p14:cNvContentPartPr/>
                <p14:nvPr/>
              </p14:nvContentPartPr>
              <p14:xfrm>
                <a:off x="6778238" y="5359103"/>
                <a:ext cx="180000" cy="2473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C166049-26F5-2614-8A29-F08FB3DDEE3A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769238" y="5350463"/>
                  <a:ext cx="19764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3A2916EF-F49C-1878-C289-D6B7409AA65F}"/>
                    </a:ext>
                  </a:extLst>
                </p14:cNvPr>
                <p14:cNvContentPartPr/>
                <p14:nvPr/>
              </p14:nvContentPartPr>
              <p14:xfrm>
                <a:off x="7026998" y="5386823"/>
                <a:ext cx="25200" cy="2142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3A2916EF-F49C-1878-C289-D6B7409AA65F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017998" y="5377823"/>
                  <a:ext cx="4284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19391BC-B971-AF29-D944-E13F3E6006A9}"/>
                    </a:ext>
                  </a:extLst>
                </p14:cNvPr>
                <p14:cNvContentPartPr/>
                <p14:nvPr/>
              </p14:nvContentPartPr>
              <p14:xfrm>
                <a:off x="6985238" y="5375303"/>
                <a:ext cx="259560" cy="2541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19391BC-B971-AF29-D944-E13F3E6006A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976238" y="5366303"/>
                  <a:ext cx="2772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7A24E90-D618-333E-BB3A-77CC21FCF750}"/>
                    </a:ext>
                  </a:extLst>
                </p14:cNvPr>
                <p14:cNvContentPartPr/>
                <p14:nvPr/>
              </p14:nvContentPartPr>
              <p14:xfrm>
                <a:off x="7309958" y="5229503"/>
                <a:ext cx="105840" cy="3650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7A24E90-D618-333E-BB3A-77CC21FCF750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301318" y="5220503"/>
                  <a:ext cx="12348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6DA3B1A-80FC-C5E1-F508-2D869EB72AAD}"/>
                    </a:ext>
                  </a:extLst>
                </p14:cNvPr>
                <p14:cNvContentPartPr/>
                <p14:nvPr/>
              </p14:nvContentPartPr>
              <p14:xfrm>
                <a:off x="7494278" y="5312303"/>
                <a:ext cx="33840" cy="2365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6DA3B1A-80FC-C5E1-F508-2D869EB72AAD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485638" y="5303663"/>
                  <a:ext cx="5148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75890FF-984B-0133-D414-5232751FB1F7}"/>
                    </a:ext>
                  </a:extLst>
                </p14:cNvPr>
                <p14:cNvContentPartPr/>
                <p14:nvPr/>
              </p14:nvContentPartPr>
              <p14:xfrm>
                <a:off x="7514798" y="5344703"/>
                <a:ext cx="123840" cy="1976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75890FF-984B-0133-D414-5232751FB1F7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505798" y="5335703"/>
                  <a:ext cx="1414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8CCBB21F-38CB-FAEC-5C89-F7FE39E136CD}"/>
                    </a:ext>
                  </a:extLst>
                </p14:cNvPr>
                <p14:cNvContentPartPr/>
                <p14:nvPr/>
              </p14:nvContentPartPr>
              <p14:xfrm>
                <a:off x="7714238" y="5264423"/>
                <a:ext cx="14400" cy="1954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8CCBB21F-38CB-FAEC-5C89-F7FE39E136C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705238" y="5255423"/>
                  <a:ext cx="320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1C1D411-4059-2AC7-47DD-642996DD57EB}"/>
                    </a:ext>
                  </a:extLst>
                </p14:cNvPr>
                <p14:cNvContentPartPr/>
                <p14:nvPr/>
              </p14:nvContentPartPr>
              <p14:xfrm>
                <a:off x="7686158" y="5325263"/>
                <a:ext cx="126000" cy="1173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1C1D411-4059-2AC7-47DD-642996DD57E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677158" y="5316263"/>
                  <a:ext cx="14364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5750C3DB-323C-9B77-6C9C-EFCA039CE001}"/>
                    </a:ext>
                  </a:extLst>
                </p14:cNvPr>
                <p14:cNvContentPartPr/>
                <p14:nvPr/>
              </p14:nvContentPartPr>
              <p14:xfrm>
                <a:off x="7835558" y="5272703"/>
                <a:ext cx="132840" cy="2628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5750C3DB-323C-9B77-6C9C-EFCA039CE001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826918" y="5263703"/>
                  <a:ext cx="15048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6E6DDC6D-0EDD-2306-8AA6-BAC2149A987E}"/>
                    </a:ext>
                  </a:extLst>
                </p14:cNvPr>
                <p14:cNvContentPartPr/>
                <p14:nvPr/>
              </p14:nvContentPartPr>
              <p14:xfrm>
                <a:off x="7947878" y="5267303"/>
                <a:ext cx="99360" cy="1990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6E6DDC6D-0EDD-2306-8AA6-BAC2149A987E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939238" y="5258663"/>
                  <a:ext cx="1170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6FA4F466-B1C7-1943-0F08-D7B7A9E01B29}"/>
                    </a:ext>
                  </a:extLst>
                </p14:cNvPr>
                <p14:cNvContentPartPr/>
                <p14:nvPr/>
              </p14:nvContentPartPr>
              <p14:xfrm>
                <a:off x="6450278" y="5970743"/>
                <a:ext cx="659160" cy="3254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6FA4F466-B1C7-1943-0F08-D7B7A9E01B29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441638" y="5961743"/>
                  <a:ext cx="67680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97B0E26-E6AA-F33D-EDF3-915B0164614D}"/>
                    </a:ext>
                  </a:extLst>
                </p14:cNvPr>
                <p14:cNvContentPartPr/>
                <p14:nvPr/>
              </p14:nvContentPartPr>
              <p14:xfrm>
                <a:off x="7050758" y="5990543"/>
                <a:ext cx="295200" cy="1972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97B0E26-E6AA-F33D-EDF3-915B0164614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042118" y="5981543"/>
                  <a:ext cx="31284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E5ABAC0B-0295-F72D-02EC-E4507C597068}"/>
                    </a:ext>
                  </a:extLst>
                </p14:cNvPr>
                <p14:cNvContentPartPr/>
                <p14:nvPr/>
              </p14:nvContentPartPr>
              <p14:xfrm>
                <a:off x="7465478" y="6075503"/>
                <a:ext cx="24120" cy="500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E5ABAC0B-0295-F72D-02EC-E4507C597068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456478" y="6066503"/>
                  <a:ext cx="417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DC88AF8B-CEFA-FE64-56BE-472708B57B2C}"/>
                    </a:ext>
                  </a:extLst>
                </p14:cNvPr>
                <p14:cNvContentPartPr/>
                <p14:nvPr/>
              </p14:nvContentPartPr>
              <p14:xfrm>
                <a:off x="6409238" y="6506063"/>
                <a:ext cx="54360" cy="1612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DC88AF8B-CEFA-FE64-56BE-472708B57B2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400238" y="6497423"/>
                  <a:ext cx="720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8397F32E-283D-C762-5DC1-B77E192A2210}"/>
                    </a:ext>
                  </a:extLst>
                </p14:cNvPr>
                <p14:cNvContentPartPr/>
                <p14:nvPr/>
              </p14:nvContentPartPr>
              <p14:xfrm>
                <a:off x="6387998" y="6299063"/>
                <a:ext cx="107280" cy="1998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8397F32E-283D-C762-5DC1-B77E192A221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379358" y="6290423"/>
                  <a:ext cx="12492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2BBF0C80-49C4-623F-F84F-331000807717}"/>
                    </a:ext>
                  </a:extLst>
                </p14:cNvPr>
                <p14:cNvContentPartPr/>
                <p14:nvPr/>
              </p14:nvContentPartPr>
              <p14:xfrm>
                <a:off x="6489518" y="6463223"/>
                <a:ext cx="186840" cy="1432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2BBF0C80-49C4-623F-F84F-331000807717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480878" y="6454583"/>
                  <a:ext cx="2044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D82D299-7CDD-082B-0607-DF0CC026751A}"/>
                    </a:ext>
                  </a:extLst>
                </p14:cNvPr>
                <p14:cNvContentPartPr/>
                <p14:nvPr/>
              </p14:nvContentPartPr>
              <p14:xfrm>
                <a:off x="6738998" y="6466823"/>
                <a:ext cx="123480" cy="1278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ED82D299-7CDD-082B-0607-DF0CC026751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729998" y="6457823"/>
                  <a:ext cx="1411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47B1C311-6E87-9B06-FF2F-28F50AA243BD}"/>
                    </a:ext>
                  </a:extLst>
                </p14:cNvPr>
                <p14:cNvContentPartPr/>
                <p14:nvPr/>
              </p14:nvContentPartPr>
              <p14:xfrm>
                <a:off x="6908198" y="6422903"/>
                <a:ext cx="89640" cy="1800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47B1C311-6E87-9B06-FF2F-28F50AA243BD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899558" y="6413903"/>
                  <a:ext cx="1072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79ED66AD-B6A6-3D83-EB8D-29AE461F23C3}"/>
                    </a:ext>
                  </a:extLst>
                </p14:cNvPr>
                <p14:cNvContentPartPr/>
                <p14:nvPr/>
              </p14:nvContentPartPr>
              <p14:xfrm>
                <a:off x="7054718" y="6451343"/>
                <a:ext cx="153360" cy="1317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79ED66AD-B6A6-3D83-EB8D-29AE461F23C3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045718" y="6442703"/>
                  <a:ext cx="17100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5CD6F4F7-B357-FDF2-256C-629879F994A5}"/>
                    </a:ext>
                  </a:extLst>
                </p14:cNvPr>
                <p14:cNvContentPartPr/>
                <p14:nvPr/>
              </p14:nvContentPartPr>
              <p14:xfrm>
                <a:off x="7380518" y="6312743"/>
                <a:ext cx="163800" cy="18108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5CD6F4F7-B357-FDF2-256C-629879F994A5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371878" y="6303743"/>
                  <a:ext cx="1814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80A0BFE3-04B1-7F94-B184-4D546753B99D}"/>
                    </a:ext>
                  </a:extLst>
                </p14:cNvPr>
                <p14:cNvContentPartPr/>
                <p14:nvPr/>
              </p14:nvContentPartPr>
              <p14:xfrm>
                <a:off x="7570598" y="6267023"/>
                <a:ext cx="506880" cy="2084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80A0BFE3-04B1-7F94-B184-4D546753B99D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561958" y="6258023"/>
                  <a:ext cx="5245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DD069C6C-31EB-6DB4-9BE9-7434D536B6A7}"/>
                    </a:ext>
                  </a:extLst>
                </p14:cNvPr>
                <p14:cNvContentPartPr/>
                <p14:nvPr/>
              </p14:nvContentPartPr>
              <p14:xfrm>
                <a:off x="8035718" y="6141023"/>
                <a:ext cx="37440" cy="2890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DD069C6C-31EB-6DB4-9BE9-7434D536B6A7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027078" y="6132383"/>
                  <a:ext cx="5508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233D0053-D000-BD5D-C6C9-72D2D364294A}"/>
                    </a:ext>
                  </a:extLst>
                </p14:cNvPr>
                <p14:cNvContentPartPr/>
                <p14:nvPr/>
              </p14:nvContentPartPr>
              <p14:xfrm>
                <a:off x="8178998" y="6353063"/>
                <a:ext cx="363960" cy="19764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233D0053-D000-BD5D-C6C9-72D2D364294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170358" y="6344423"/>
                  <a:ext cx="38160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7519DF6-E495-A6BE-3E56-503D04AAA2FA}"/>
                    </a:ext>
                  </a:extLst>
                </p14:cNvPr>
                <p14:cNvContentPartPr/>
                <p14:nvPr/>
              </p14:nvContentPartPr>
              <p14:xfrm>
                <a:off x="8673998" y="6470783"/>
                <a:ext cx="360" cy="115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7519DF6-E495-A6BE-3E56-503D04AAA2FA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665358" y="6462143"/>
                  <a:ext cx="180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FF7D6BB4-EADE-2E7E-7DAC-DD4E9046EDFD}"/>
                    </a:ext>
                  </a:extLst>
                </p14:cNvPr>
                <p14:cNvContentPartPr/>
                <p14:nvPr/>
              </p14:nvContentPartPr>
              <p14:xfrm>
                <a:off x="7353878" y="6558623"/>
                <a:ext cx="444240" cy="2296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FF7D6BB4-EADE-2E7E-7DAC-DD4E9046EDF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345238" y="6549623"/>
                  <a:ext cx="46188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24D3DB0C-FC34-8FF4-803E-4A05A35995EC}"/>
                    </a:ext>
                  </a:extLst>
                </p14:cNvPr>
                <p14:cNvContentPartPr/>
                <p14:nvPr/>
              </p14:nvContentPartPr>
              <p14:xfrm>
                <a:off x="7842398" y="6655823"/>
                <a:ext cx="35280" cy="572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24D3DB0C-FC34-8FF4-803E-4A05A35995EC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833398" y="6647183"/>
                  <a:ext cx="5292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9225ADD1-FCE4-DED5-1C53-63873C134F3D}"/>
                    </a:ext>
                  </a:extLst>
                </p14:cNvPr>
                <p14:cNvContentPartPr/>
                <p14:nvPr/>
              </p14:nvContentPartPr>
              <p14:xfrm>
                <a:off x="7861118" y="6605783"/>
                <a:ext cx="30240" cy="208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9225ADD1-FCE4-DED5-1C53-63873C134F3D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852478" y="6596783"/>
                  <a:ext cx="478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BF962F98-53ED-A399-EBF4-C9DEF84DD373}"/>
                    </a:ext>
                  </a:extLst>
                </p14:cNvPr>
                <p14:cNvContentPartPr/>
                <p14:nvPr/>
              </p14:nvContentPartPr>
              <p14:xfrm>
                <a:off x="7971278" y="6650423"/>
                <a:ext cx="96480" cy="950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BF962F98-53ED-A399-EBF4-C9DEF84DD373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962638" y="6641423"/>
                  <a:ext cx="11412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FD708DA8-054D-8938-6ED9-033AC8248286}"/>
                    </a:ext>
                  </a:extLst>
                </p14:cNvPr>
                <p14:cNvContentPartPr/>
                <p14:nvPr/>
              </p14:nvContentPartPr>
              <p14:xfrm>
                <a:off x="8161718" y="6594623"/>
                <a:ext cx="29520" cy="13392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FD708DA8-054D-8938-6ED9-033AC8248286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152718" y="6585623"/>
                  <a:ext cx="471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D19BFE0C-8790-563E-26D4-90913BA824E1}"/>
                    </a:ext>
                  </a:extLst>
                </p14:cNvPr>
                <p14:cNvContentPartPr/>
                <p14:nvPr/>
              </p14:nvContentPartPr>
              <p14:xfrm>
                <a:off x="5526878" y="6237503"/>
                <a:ext cx="1283040" cy="702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D19BFE0C-8790-563E-26D4-90913BA824E1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518238" y="6228503"/>
                  <a:ext cx="130068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D536B96-C9FA-A6BE-F70E-4015D0DC94A6}"/>
                    </a:ext>
                  </a:extLst>
                </p14:cNvPr>
                <p14:cNvContentPartPr/>
                <p14:nvPr/>
              </p14:nvContentPartPr>
              <p14:xfrm>
                <a:off x="5546678" y="6211943"/>
                <a:ext cx="147240" cy="1929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D536B96-C9FA-A6BE-F70E-4015D0DC94A6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537678" y="6202943"/>
                  <a:ext cx="1648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84642F05-8ECF-27CA-C65A-8CCA80419A35}"/>
                    </a:ext>
                  </a:extLst>
                </p14:cNvPr>
                <p14:cNvContentPartPr/>
                <p14:nvPr/>
              </p14:nvContentPartPr>
              <p14:xfrm>
                <a:off x="7914398" y="3858623"/>
                <a:ext cx="289080" cy="3265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84642F05-8ECF-27CA-C65A-8CCA80419A35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905398" y="3849623"/>
                  <a:ext cx="30672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93E0BE5E-5C12-BEEF-411F-009A86655471}"/>
                    </a:ext>
                  </a:extLst>
                </p14:cNvPr>
                <p14:cNvContentPartPr/>
                <p14:nvPr/>
              </p14:nvContentPartPr>
              <p14:xfrm>
                <a:off x="8310758" y="3896063"/>
                <a:ext cx="198000" cy="2455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93E0BE5E-5C12-BEEF-411F-009A8665547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302118" y="3887063"/>
                  <a:ext cx="21564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01A2B19-4888-400A-E8D0-006EBEF3F020}"/>
                    </a:ext>
                  </a:extLst>
                </p14:cNvPr>
                <p14:cNvContentPartPr/>
                <p14:nvPr/>
              </p14:nvContentPartPr>
              <p14:xfrm>
                <a:off x="8610638" y="3909023"/>
                <a:ext cx="32400" cy="16524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01A2B19-4888-400A-E8D0-006EBEF3F020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601998" y="3900383"/>
                  <a:ext cx="500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E372BA9A-9401-F2B0-AD05-4AF35496D285}"/>
                    </a:ext>
                  </a:extLst>
                </p14:cNvPr>
                <p14:cNvContentPartPr/>
                <p14:nvPr/>
              </p14:nvContentPartPr>
              <p14:xfrm>
                <a:off x="8623958" y="3899663"/>
                <a:ext cx="150840" cy="1767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E372BA9A-9401-F2B0-AD05-4AF35496D285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615318" y="3891023"/>
                  <a:ext cx="1684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3F35104E-E24E-5D97-226A-BCEC949155A6}"/>
                    </a:ext>
                  </a:extLst>
                </p14:cNvPr>
                <p14:cNvContentPartPr/>
                <p14:nvPr/>
              </p14:nvContentPartPr>
              <p14:xfrm>
                <a:off x="8857238" y="3877343"/>
                <a:ext cx="175320" cy="1998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3F35104E-E24E-5D97-226A-BCEC949155A6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848598" y="3868343"/>
                  <a:ext cx="1929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534F714D-5D48-B76F-0C7F-DB8C7060585E}"/>
                    </a:ext>
                  </a:extLst>
                </p14:cNvPr>
                <p14:cNvContentPartPr/>
                <p14:nvPr/>
              </p14:nvContentPartPr>
              <p14:xfrm>
                <a:off x="8893238" y="3844583"/>
                <a:ext cx="432000" cy="21492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534F714D-5D48-B76F-0C7F-DB8C7060585E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884238" y="3835583"/>
                  <a:ext cx="44964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8D2D756F-5D42-E226-CB43-6C4BE1FA6242}"/>
                    </a:ext>
                  </a:extLst>
                </p14:cNvPr>
                <p14:cNvContentPartPr/>
                <p14:nvPr/>
              </p14:nvContentPartPr>
              <p14:xfrm>
                <a:off x="9365198" y="3839903"/>
                <a:ext cx="160560" cy="1839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8D2D756F-5D42-E226-CB43-6C4BE1FA6242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356558" y="3830903"/>
                  <a:ext cx="1782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87D45CF5-0F8E-9A2D-B3D2-9A407CD7CCF0}"/>
                    </a:ext>
                  </a:extLst>
                </p14:cNvPr>
                <p14:cNvContentPartPr/>
                <p14:nvPr/>
              </p14:nvContentPartPr>
              <p14:xfrm>
                <a:off x="9405518" y="3956183"/>
                <a:ext cx="112320" cy="147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87D45CF5-0F8E-9A2D-B3D2-9A407CD7CCF0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396878" y="3947183"/>
                  <a:ext cx="1299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58A6A65-0F76-34CD-F9C0-15E3F67281AD}"/>
                    </a:ext>
                  </a:extLst>
                </p14:cNvPr>
                <p14:cNvContentPartPr/>
                <p14:nvPr/>
              </p14:nvContentPartPr>
              <p14:xfrm>
                <a:off x="9635918" y="3937823"/>
                <a:ext cx="37440" cy="57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58A6A65-0F76-34CD-F9C0-15E3F67281AD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626918" y="3928823"/>
                  <a:ext cx="550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EF718A47-476D-093D-6B66-129B581A665E}"/>
                    </a:ext>
                  </a:extLst>
                </p14:cNvPr>
                <p14:cNvContentPartPr/>
                <p14:nvPr/>
              </p14:nvContentPartPr>
              <p14:xfrm>
                <a:off x="9829958" y="3731543"/>
                <a:ext cx="287640" cy="3499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EF718A47-476D-093D-6B66-129B581A665E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820958" y="3722903"/>
                  <a:ext cx="30528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85AE2B76-E68E-A525-AB1A-F48718532899}"/>
                    </a:ext>
                  </a:extLst>
                </p14:cNvPr>
                <p14:cNvContentPartPr/>
                <p14:nvPr/>
              </p14:nvContentPartPr>
              <p14:xfrm>
                <a:off x="10244318" y="3906503"/>
                <a:ext cx="341640" cy="1479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85AE2B76-E68E-A525-AB1A-F48718532899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235678" y="3897863"/>
                  <a:ext cx="3592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32A31A9B-C243-0B89-51D6-A49219E1CF0E}"/>
                    </a:ext>
                  </a:extLst>
                </p14:cNvPr>
                <p14:cNvContentPartPr/>
                <p14:nvPr/>
              </p14:nvContentPartPr>
              <p14:xfrm>
                <a:off x="10678478" y="3712823"/>
                <a:ext cx="138240" cy="3481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32A31A9B-C243-0B89-51D6-A49219E1CF0E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0669838" y="3703823"/>
                  <a:ext cx="15588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54F6D35E-AB0F-0FF2-8ECA-6EB1D09CCF76}"/>
                    </a:ext>
                  </a:extLst>
                </p14:cNvPr>
                <p14:cNvContentPartPr/>
                <p14:nvPr/>
              </p14:nvContentPartPr>
              <p14:xfrm>
                <a:off x="9710798" y="4176503"/>
                <a:ext cx="164880" cy="1954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54F6D35E-AB0F-0FF2-8ECA-6EB1D09CCF76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9701798" y="4167863"/>
                  <a:ext cx="1825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FE9BAA21-E0C7-C511-8B41-3D9D23244FAC}"/>
                    </a:ext>
                  </a:extLst>
                </p14:cNvPr>
                <p14:cNvContentPartPr/>
                <p14:nvPr/>
              </p14:nvContentPartPr>
              <p14:xfrm>
                <a:off x="9920318" y="4199183"/>
                <a:ext cx="82080" cy="20988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FE9BAA21-E0C7-C511-8B41-3D9D23244FAC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9911678" y="4190183"/>
                  <a:ext cx="9972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43032462-D8D9-9B03-F2F3-59ED3BB2F5D4}"/>
                    </a:ext>
                  </a:extLst>
                </p14:cNvPr>
                <p14:cNvContentPartPr/>
                <p14:nvPr/>
              </p14:nvContentPartPr>
              <p14:xfrm>
                <a:off x="9979718" y="4166063"/>
                <a:ext cx="150480" cy="22428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43032462-D8D9-9B03-F2F3-59ED3BB2F5D4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971078" y="4157423"/>
                  <a:ext cx="16812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FE2A5784-0EA2-5948-846E-71E3FB71D506}"/>
                    </a:ext>
                  </a:extLst>
                </p14:cNvPr>
                <p14:cNvContentPartPr/>
                <p14:nvPr/>
              </p14:nvContentPartPr>
              <p14:xfrm>
                <a:off x="10227038" y="4195943"/>
                <a:ext cx="34560" cy="19008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FE2A5784-0EA2-5948-846E-71E3FB71D506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0218398" y="4187303"/>
                  <a:ext cx="5220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24241091-8777-2785-BF24-8D3305D4C5EC}"/>
                    </a:ext>
                  </a:extLst>
                </p14:cNvPr>
                <p14:cNvContentPartPr/>
                <p14:nvPr/>
              </p14:nvContentPartPr>
              <p14:xfrm>
                <a:off x="10285358" y="4234463"/>
                <a:ext cx="79920" cy="1818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24241091-8777-2785-BF24-8D3305D4C5EC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0276358" y="4225463"/>
                  <a:ext cx="975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981727A7-13AE-CECD-C013-9F7EE716EF9C}"/>
                    </a:ext>
                  </a:extLst>
                </p14:cNvPr>
                <p14:cNvContentPartPr/>
                <p14:nvPr/>
              </p14:nvContentPartPr>
              <p14:xfrm>
                <a:off x="9676238" y="4505903"/>
                <a:ext cx="114840" cy="162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981727A7-13AE-CECD-C013-9F7EE716EF9C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667238" y="4496903"/>
                  <a:ext cx="1324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02FE5B33-C9B6-7A04-5A97-0BA05E948382}"/>
                    </a:ext>
                  </a:extLst>
                </p14:cNvPr>
                <p14:cNvContentPartPr/>
                <p14:nvPr/>
              </p14:nvContentPartPr>
              <p14:xfrm>
                <a:off x="10001678" y="4533983"/>
                <a:ext cx="90360" cy="36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02FE5B33-C9B6-7A04-5A97-0BA05E948382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993038" y="4525343"/>
                  <a:ext cx="10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28FCEBAD-49C4-2CBE-FA89-BB03D8ED2CC8}"/>
                    </a:ext>
                  </a:extLst>
                </p14:cNvPr>
                <p14:cNvContentPartPr/>
                <p14:nvPr/>
              </p14:nvContentPartPr>
              <p14:xfrm>
                <a:off x="10333598" y="4528223"/>
                <a:ext cx="129240" cy="1044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28FCEBAD-49C4-2CBE-FA89-BB03D8ED2CC8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324958" y="4519223"/>
                  <a:ext cx="1468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10CB56D5-C6F2-14AB-84BD-837F72F8DBFE}"/>
                    </a:ext>
                  </a:extLst>
                </p14:cNvPr>
                <p14:cNvContentPartPr/>
                <p14:nvPr/>
              </p14:nvContentPartPr>
              <p14:xfrm>
                <a:off x="9846158" y="3092903"/>
                <a:ext cx="187560" cy="4428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10CB56D5-C6F2-14AB-84BD-837F72F8DBFE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837518" y="3083903"/>
                  <a:ext cx="20520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76B6915C-BA2D-A629-C03C-50E41733481F}"/>
                    </a:ext>
                  </a:extLst>
                </p14:cNvPr>
                <p14:cNvContentPartPr/>
                <p14:nvPr/>
              </p14:nvContentPartPr>
              <p14:xfrm>
                <a:off x="9807278" y="3472703"/>
                <a:ext cx="143640" cy="9576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76B6915C-BA2D-A629-C03C-50E41733481F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798278" y="3463703"/>
                  <a:ext cx="1612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B1EE30A3-0430-A2B2-7BE6-92F482C8E398}"/>
                    </a:ext>
                  </a:extLst>
                </p14:cNvPr>
                <p14:cNvContentPartPr/>
                <p14:nvPr/>
              </p14:nvContentPartPr>
              <p14:xfrm>
                <a:off x="10167998" y="2944943"/>
                <a:ext cx="342000" cy="26352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B1EE30A3-0430-A2B2-7BE6-92F482C8E398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0159358" y="2935943"/>
                  <a:ext cx="35964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535DDCB0-1092-7E63-B373-962CE0646CD9}"/>
                    </a:ext>
                  </a:extLst>
                </p14:cNvPr>
                <p14:cNvContentPartPr/>
                <p14:nvPr/>
              </p14:nvContentPartPr>
              <p14:xfrm>
                <a:off x="10552478" y="3041783"/>
                <a:ext cx="287280" cy="13068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535DDCB0-1092-7E63-B373-962CE0646CD9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0543838" y="3032783"/>
                  <a:ext cx="3049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D59B394F-12DF-8FE9-8700-7583E2FEA81E}"/>
                    </a:ext>
                  </a:extLst>
                </p14:cNvPr>
                <p14:cNvContentPartPr/>
                <p14:nvPr/>
              </p14:nvContentPartPr>
              <p14:xfrm>
                <a:off x="10734638" y="3020903"/>
                <a:ext cx="131760" cy="1940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D59B394F-12DF-8FE9-8700-7583E2FEA81E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0725638" y="3012263"/>
                  <a:ext cx="14940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77906C27-C3BF-BE3B-EC4C-63675BA5FD76}"/>
                    </a:ext>
                  </a:extLst>
                </p14:cNvPr>
                <p14:cNvContentPartPr/>
                <p14:nvPr/>
              </p14:nvContentPartPr>
              <p14:xfrm>
                <a:off x="5907038" y="4363343"/>
                <a:ext cx="3311640" cy="99432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77906C27-C3BF-BE3B-EC4C-63675BA5FD76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898038" y="4354343"/>
                  <a:ext cx="3329280" cy="10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B778DDB4-5E3B-35D9-1386-CB3DB136C861}"/>
                    </a:ext>
                  </a:extLst>
                </p14:cNvPr>
                <p14:cNvContentPartPr/>
                <p14:nvPr/>
              </p14:nvContentPartPr>
              <p14:xfrm>
                <a:off x="5907398" y="5235623"/>
                <a:ext cx="128880" cy="14616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B778DDB4-5E3B-35D9-1386-CB3DB136C861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5898758" y="5226983"/>
                  <a:ext cx="1465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441182D1-331E-74E5-75EC-B6FB985ED92F}"/>
                    </a:ext>
                  </a:extLst>
                </p14:cNvPr>
                <p14:cNvContentPartPr/>
                <p14:nvPr/>
              </p14:nvContentPartPr>
              <p14:xfrm>
                <a:off x="1938038" y="5248943"/>
                <a:ext cx="1381320" cy="56628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441182D1-331E-74E5-75EC-B6FB985ED92F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929398" y="5240303"/>
                  <a:ext cx="1398960" cy="58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7E651EB0-D380-ED9F-A199-7C994CB4F55C}"/>
                    </a:ext>
                  </a:extLst>
                </p14:cNvPr>
                <p14:cNvContentPartPr/>
                <p14:nvPr/>
              </p14:nvContentPartPr>
              <p14:xfrm>
                <a:off x="3187958" y="5500223"/>
                <a:ext cx="138240" cy="3697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7E651EB0-D380-ED9F-A199-7C994CB4F55C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3178958" y="5491223"/>
                  <a:ext cx="15588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6E153A6C-4B96-D616-26B7-CF9AD35B4A66}"/>
                    </a:ext>
                  </a:extLst>
                </p14:cNvPr>
                <p14:cNvContentPartPr/>
                <p14:nvPr/>
              </p14:nvContentPartPr>
              <p14:xfrm>
                <a:off x="2185358" y="4209263"/>
                <a:ext cx="1276200" cy="160200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6E153A6C-4B96-D616-26B7-CF9AD35B4A66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2176718" y="4200263"/>
                  <a:ext cx="1293840" cy="161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16E039F2-9CF1-0B59-9206-235485D17941}"/>
                    </a:ext>
                  </a:extLst>
                </p14:cNvPr>
                <p14:cNvContentPartPr/>
                <p14:nvPr/>
              </p14:nvContentPartPr>
              <p14:xfrm>
                <a:off x="3331598" y="5686703"/>
                <a:ext cx="156240" cy="17100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16E039F2-9CF1-0B59-9206-235485D17941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3322958" y="5677703"/>
                  <a:ext cx="1738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E3221FDB-532D-DFBD-AB7F-00412CC9B764}"/>
                    </a:ext>
                  </a:extLst>
                </p14:cNvPr>
                <p14:cNvContentPartPr/>
                <p14:nvPr/>
              </p14:nvContentPartPr>
              <p14:xfrm>
                <a:off x="1715918" y="3389183"/>
                <a:ext cx="1862640" cy="240048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E3221FDB-532D-DFBD-AB7F-00412CC9B764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706918" y="3380183"/>
                  <a:ext cx="1880280" cy="241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2BA9E563-65EA-B047-CC44-A7D6B3052E18}"/>
                    </a:ext>
                  </a:extLst>
                </p14:cNvPr>
                <p14:cNvContentPartPr/>
                <p14:nvPr/>
              </p14:nvContentPartPr>
              <p14:xfrm>
                <a:off x="3606998" y="5521823"/>
                <a:ext cx="136440" cy="21384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2BA9E563-65EA-B047-CC44-A7D6B3052E18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3597998" y="5512823"/>
                  <a:ext cx="154080" cy="231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10020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22A19-9144-8E42-2B02-B2275CF4D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603DC-1F63-C252-D21A-E25379EB3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47EE702-3CC8-DFBD-EDCD-6BB7132D9370}"/>
              </a:ext>
            </a:extLst>
          </p:cNvPr>
          <p:cNvGrpSpPr/>
          <p:nvPr/>
        </p:nvGrpSpPr>
        <p:grpSpPr>
          <a:xfrm>
            <a:off x="1104638" y="2793383"/>
            <a:ext cx="2382840" cy="1025280"/>
            <a:chOff x="1104638" y="2793383"/>
            <a:chExt cx="2382840" cy="102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381D687-FD09-2165-9A1A-DCA22F123F66}"/>
                    </a:ext>
                  </a:extLst>
                </p14:cNvPr>
                <p14:cNvContentPartPr/>
                <p14:nvPr/>
              </p14:nvContentPartPr>
              <p14:xfrm>
                <a:off x="1815278" y="3520223"/>
                <a:ext cx="1672200" cy="2628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381D687-FD09-2165-9A1A-DCA22F123F6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806278" y="3511583"/>
                  <a:ext cx="168984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ED43CF9-317A-D4AC-C634-4D15CFD85CB2}"/>
                    </a:ext>
                  </a:extLst>
                </p14:cNvPr>
                <p14:cNvContentPartPr/>
                <p14:nvPr/>
              </p14:nvContentPartPr>
              <p14:xfrm>
                <a:off x="3346718" y="3509783"/>
                <a:ext cx="132480" cy="3088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ED43CF9-317A-D4AC-C634-4D15CFD85CB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338078" y="3500783"/>
                  <a:ext cx="15012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A2C1EF0-4B81-99A4-FFCF-EA76DE8FC535}"/>
                    </a:ext>
                  </a:extLst>
                </p14:cNvPr>
                <p14:cNvContentPartPr/>
                <p14:nvPr/>
              </p14:nvContentPartPr>
              <p14:xfrm>
                <a:off x="1104638" y="2793383"/>
                <a:ext cx="339120" cy="3196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A2C1EF0-4B81-99A4-FFCF-EA76DE8FC53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95998" y="2784743"/>
                  <a:ext cx="35676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9901397-9690-2699-669A-E0AD5882DCD7}"/>
                    </a:ext>
                  </a:extLst>
                </p14:cNvPr>
                <p14:cNvContentPartPr/>
                <p14:nvPr/>
              </p14:nvContentPartPr>
              <p14:xfrm>
                <a:off x="1178438" y="3150143"/>
                <a:ext cx="308160" cy="2678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9901397-9690-2699-669A-E0AD5882DCD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69438" y="3141143"/>
                  <a:ext cx="325800" cy="285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4B91EEA-437A-2EF7-4FCC-A27A4A19E261}"/>
                  </a:ext>
                </a:extLst>
              </p14:cNvPr>
              <p14:cNvContentPartPr/>
              <p14:nvPr/>
            </p14:nvContentPartPr>
            <p14:xfrm>
              <a:off x="4001198" y="2773583"/>
              <a:ext cx="2682360" cy="18208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4B91EEA-437A-2EF7-4FCC-A27A4A19E26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992558" y="2764583"/>
                <a:ext cx="2700000" cy="18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2DAB524-BD95-7BC1-40CB-21E836FCCCB4}"/>
                  </a:ext>
                </a:extLst>
              </p14:cNvPr>
              <p14:cNvContentPartPr/>
              <p14:nvPr/>
            </p14:nvContentPartPr>
            <p14:xfrm>
              <a:off x="4506638" y="2183543"/>
              <a:ext cx="209160" cy="266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2DAB524-BD95-7BC1-40CB-21E836FCCCB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497638" y="2174903"/>
                <a:ext cx="226800" cy="2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672E4E1-E683-43A6-5695-DD38D5E98196}"/>
                  </a:ext>
                </a:extLst>
              </p14:cNvPr>
              <p14:cNvContentPartPr/>
              <p14:nvPr/>
            </p14:nvContentPartPr>
            <p14:xfrm>
              <a:off x="4828838" y="2197223"/>
              <a:ext cx="158760" cy="2012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672E4E1-E683-43A6-5695-DD38D5E9819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819838" y="2188583"/>
                <a:ext cx="17640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62F07D5-AFCB-8972-DE37-05EACFB0EA06}"/>
                  </a:ext>
                </a:extLst>
              </p14:cNvPr>
              <p14:cNvContentPartPr/>
              <p14:nvPr/>
            </p14:nvContentPartPr>
            <p14:xfrm>
              <a:off x="5059958" y="2115863"/>
              <a:ext cx="136440" cy="1432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62F07D5-AFCB-8972-DE37-05EACFB0EA0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051318" y="2106863"/>
                <a:ext cx="15408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090F801-1268-ACF1-4B8C-C53A3B79F6B5}"/>
                  </a:ext>
                </a:extLst>
              </p14:cNvPr>
              <p14:cNvContentPartPr/>
              <p14:nvPr/>
            </p14:nvContentPartPr>
            <p14:xfrm>
              <a:off x="5460638" y="2010383"/>
              <a:ext cx="524520" cy="2718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090F801-1268-ACF1-4B8C-C53A3B79F6B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451998" y="2001383"/>
                <a:ext cx="54216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5B4CE26-4E30-1816-2CFD-CD60815CDFC2}"/>
                  </a:ext>
                </a:extLst>
              </p14:cNvPr>
              <p14:cNvContentPartPr/>
              <p14:nvPr/>
            </p14:nvContentPartPr>
            <p14:xfrm>
              <a:off x="4447958" y="3449303"/>
              <a:ext cx="505800" cy="5443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5B4CE26-4E30-1816-2CFD-CD60815CDFC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438958" y="3440663"/>
                <a:ext cx="523440" cy="56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E61B6C3-BC7A-B322-1CDF-34F1B60E6377}"/>
                  </a:ext>
                </a:extLst>
              </p14:cNvPr>
              <p14:cNvContentPartPr/>
              <p14:nvPr/>
            </p14:nvContentPartPr>
            <p14:xfrm>
              <a:off x="5085518" y="3435263"/>
              <a:ext cx="186480" cy="2494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E61B6C3-BC7A-B322-1CDF-34F1B60E637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076518" y="3426623"/>
                <a:ext cx="20412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8795291-4283-FE3E-79DD-3ADD0E60670A}"/>
                  </a:ext>
                </a:extLst>
              </p14:cNvPr>
              <p14:cNvContentPartPr/>
              <p14:nvPr/>
            </p14:nvContentPartPr>
            <p14:xfrm>
              <a:off x="5297198" y="3442103"/>
              <a:ext cx="162360" cy="2149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8795291-4283-FE3E-79DD-3ADD0E60670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288198" y="3433103"/>
                <a:ext cx="18000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D2666EE-5BE5-1C12-9AB8-A2FF3E7D53EF}"/>
                  </a:ext>
                </a:extLst>
              </p14:cNvPr>
              <p14:cNvContentPartPr/>
              <p14:nvPr/>
            </p14:nvContentPartPr>
            <p14:xfrm>
              <a:off x="5461358" y="3314303"/>
              <a:ext cx="181080" cy="2926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D2666EE-5BE5-1C12-9AB8-A2FF3E7D53E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452358" y="3305303"/>
                <a:ext cx="198720" cy="3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B0C8E64-02B6-0B43-30AB-514CA72FFF11}"/>
                  </a:ext>
                </a:extLst>
              </p14:cNvPr>
              <p14:cNvContentPartPr/>
              <p14:nvPr/>
            </p14:nvContentPartPr>
            <p14:xfrm>
              <a:off x="5680598" y="3392063"/>
              <a:ext cx="82440" cy="2048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B0C8E64-02B6-0B43-30AB-514CA72FFF1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671598" y="3383063"/>
                <a:ext cx="10008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D55E609-5108-C6BD-0482-3F53FBC8AB79}"/>
                  </a:ext>
                </a:extLst>
              </p14:cNvPr>
              <p14:cNvContentPartPr/>
              <p14:nvPr/>
            </p14:nvContentPartPr>
            <p14:xfrm>
              <a:off x="5855918" y="3307463"/>
              <a:ext cx="228240" cy="2588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D55E609-5108-C6BD-0482-3F53FBC8AB7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846918" y="3298823"/>
                <a:ext cx="24588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6F6D87D-AEF0-C354-8D23-F74B7AB94411}"/>
                  </a:ext>
                </a:extLst>
              </p14:cNvPr>
              <p14:cNvContentPartPr/>
              <p14:nvPr/>
            </p14:nvContentPartPr>
            <p14:xfrm>
              <a:off x="5334998" y="4006943"/>
              <a:ext cx="80640" cy="10090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6F6D87D-AEF0-C354-8D23-F74B7AB9441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326358" y="3998303"/>
                <a:ext cx="98280" cy="10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625F236-E324-EEFC-2B65-07CD02CB6240}"/>
                  </a:ext>
                </a:extLst>
              </p14:cNvPr>
              <p14:cNvContentPartPr/>
              <p14:nvPr/>
            </p14:nvContentPartPr>
            <p14:xfrm>
              <a:off x="6306638" y="2532743"/>
              <a:ext cx="13320" cy="21204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625F236-E324-EEFC-2B65-07CD02CB624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297638" y="2523743"/>
                <a:ext cx="3096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ACA152BF-D9BD-C372-65FE-B38DEA7935F1}"/>
                  </a:ext>
                </a:extLst>
              </p14:cNvPr>
              <p14:cNvContentPartPr/>
              <p14:nvPr/>
            </p14:nvContentPartPr>
            <p14:xfrm>
              <a:off x="6306278" y="2341583"/>
              <a:ext cx="431640" cy="10764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ACA152BF-D9BD-C372-65FE-B38DEA7935F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297278" y="2332583"/>
                <a:ext cx="44928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96C0FAE5-4FD3-2371-13C6-76F9C4D5F5F4}"/>
                  </a:ext>
                </a:extLst>
              </p14:cNvPr>
              <p14:cNvContentPartPr/>
              <p14:nvPr/>
            </p14:nvContentPartPr>
            <p14:xfrm>
              <a:off x="6729278" y="2153303"/>
              <a:ext cx="368280" cy="11304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96C0FAE5-4FD3-2371-13C6-76F9C4D5F5F4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720638" y="2144303"/>
                <a:ext cx="38592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AD3A8D56-B908-A4BA-4C77-6CF40A7C1140}"/>
                  </a:ext>
                </a:extLst>
              </p14:cNvPr>
              <p14:cNvContentPartPr/>
              <p14:nvPr/>
            </p14:nvContentPartPr>
            <p14:xfrm>
              <a:off x="6776438" y="2223143"/>
              <a:ext cx="342720" cy="34128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AD3A8D56-B908-A4BA-4C77-6CF40A7C114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767438" y="2214503"/>
                <a:ext cx="360360" cy="35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37596DA4-1B51-E8BF-4247-20A55AB4215E}"/>
                  </a:ext>
                </a:extLst>
              </p14:cNvPr>
              <p14:cNvContentPartPr/>
              <p14:nvPr/>
            </p14:nvContentPartPr>
            <p14:xfrm>
              <a:off x="7094678" y="2237903"/>
              <a:ext cx="39960" cy="3348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37596DA4-1B51-E8BF-4247-20A55AB4215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085678" y="2228903"/>
                <a:ext cx="57600" cy="35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BBDEA028-FE0E-A2B7-C2B6-DAB0D5523D00}"/>
                  </a:ext>
                </a:extLst>
              </p14:cNvPr>
              <p14:cNvContentPartPr/>
              <p14:nvPr/>
            </p14:nvContentPartPr>
            <p14:xfrm>
              <a:off x="6505358" y="2428703"/>
              <a:ext cx="310680" cy="33408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BBDEA028-FE0E-A2B7-C2B6-DAB0D5523D0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496718" y="2419703"/>
                <a:ext cx="328320" cy="35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37ACDA04-FE86-DFDA-05B7-0A956F447D5F}"/>
                  </a:ext>
                </a:extLst>
              </p14:cNvPr>
              <p14:cNvContentPartPr/>
              <p14:nvPr/>
            </p14:nvContentPartPr>
            <p14:xfrm>
              <a:off x="6488438" y="2173103"/>
              <a:ext cx="676080" cy="43272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37ACDA04-FE86-DFDA-05B7-0A956F447D5F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479438" y="2164463"/>
                <a:ext cx="693720" cy="45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D23202B4-10E4-E1BF-0A96-6B64EB44B523}"/>
                  </a:ext>
                </a:extLst>
              </p14:cNvPr>
              <p14:cNvContentPartPr/>
              <p14:nvPr/>
            </p14:nvContentPartPr>
            <p14:xfrm>
              <a:off x="6600758" y="2069423"/>
              <a:ext cx="457560" cy="68976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D23202B4-10E4-E1BF-0A96-6B64EB44B523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592118" y="2060783"/>
                <a:ext cx="475200" cy="70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17338979-ADBA-D048-AFB0-F90FE73D2617}"/>
                  </a:ext>
                </a:extLst>
              </p14:cNvPr>
              <p14:cNvContentPartPr/>
              <p14:nvPr/>
            </p14:nvContentPartPr>
            <p14:xfrm>
              <a:off x="8949758" y="3494303"/>
              <a:ext cx="34920" cy="16488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17338979-ADBA-D048-AFB0-F90FE73D261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940758" y="3485663"/>
                <a:ext cx="5256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7AC3505D-91F4-E524-EB53-39AD2DCF1869}"/>
                  </a:ext>
                </a:extLst>
              </p14:cNvPr>
              <p14:cNvContentPartPr/>
              <p14:nvPr/>
            </p14:nvContentPartPr>
            <p14:xfrm>
              <a:off x="8981078" y="4020623"/>
              <a:ext cx="69480" cy="26352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7AC3505D-91F4-E524-EB53-39AD2DCF186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972078" y="4011983"/>
                <a:ext cx="87120" cy="28116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Group 77">
            <a:extLst>
              <a:ext uri="{FF2B5EF4-FFF2-40B4-BE49-F238E27FC236}">
                <a16:creationId xmlns:a16="http://schemas.microsoft.com/office/drawing/2014/main" id="{5EF6047A-C1DE-AB96-B9D5-B23E47F2E7CE}"/>
              </a:ext>
            </a:extLst>
          </p:cNvPr>
          <p:cNvGrpSpPr/>
          <p:nvPr/>
        </p:nvGrpSpPr>
        <p:grpSpPr>
          <a:xfrm>
            <a:off x="4948718" y="3859703"/>
            <a:ext cx="636480" cy="208080"/>
            <a:chOff x="4948718" y="3859703"/>
            <a:chExt cx="636480" cy="20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0EEA032-D4F3-D71A-0894-6975E963A851}"/>
                    </a:ext>
                  </a:extLst>
                </p14:cNvPr>
                <p14:cNvContentPartPr/>
                <p14:nvPr/>
              </p14:nvContentPartPr>
              <p14:xfrm>
                <a:off x="4948718" y="3859703"/>
                <a:ext cx="622440" cy="1515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0EEA032-D4F3-D71A-0894-6975E963A85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939718" y="3850703"/>
                  <a:ext cx="6400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9D04441-0E80-4477-CBBE-1A04CD62D544}"/>
                    </a:ext>
                  </a:extLst>
                </p14:cNvPr>
                <p14:cNvContentPartPr/>
                <p14:nvPr/>
              </p14:nvContentPartPr>
              <p14:xfrm>
                <a:off x="5109278" y="4017023"/>
                <a:ext cx="475920" cy="507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9D04441-0E80-4477-CBBE-1A04CD62D54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100638" y="4008023"/>
                  <a:ext cx="493560" cy="6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5C263EF4-6351-9FA9-88B4-A0BF648B26FB}"/>
              </a:ext>
            </a:extLst>
          </p:cNvPr>
          <p:cNvGrpSpPr/>
          <p:nvPr/>
        </p:nvGrpSpPr>
        <p:grpSpPr>
          <a:xfrm>
            <a:off x="4770878" y="4463063"/>
            <a:ext cx="6988680" cy="2030040"/>
            <a:chOff x="4770878" y="4463063"/>
            <a:chExt cx="6988680" cy="203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ADB3111-CB5C-7D07-C22B-6D5FCE6C1F35}"/>
                    </a:ext>
                  </a:extLst>
                </p14:cNvPr>
                <p14:cNvContentPartPr/>
                <p14:nvPr/>
              </p14:nvContentPartPr>
              <p14:xfrm>
                <a:off x="4770878" y="5011703"/>
                <a:ext cx="2861280" cy="11116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ADB3111-CB5C-7D07-C22B-6D5FCE6C1F3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762238" y="5003063"/>
                  <a:ext cx="2878920" cy="11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16E712F-CCF2-F35E-BD02-2125DF4C5F6B}"/>
                    </a:ext>
                  </a:extLst>
                </p14:cNvPr>
                <p14:cNvContentPartPr/>
                <p14:nvPr/>
              </p14:nvContentPartPr>
              <p14:xfrm>
                <a:off x="5304398" y="5480783"/>
                <a:ext cx="43200" cy="2721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16E712F-CCF2-F35E-BD02-2125DF4C5F6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295398" y="5471783"/>
                  <a:ext cx="6084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F29208D-94BC-CF77-2253-FCE983B52FE3}"/>
                    </a:ext>
                  </a:extLst>
                </p14:cNvPr>
                <p14:cNvContentPartPr/>
                <p14:nvPr/>
              </p14:nvContentPartPr>
              <p14:xfrm>
                <a:off x="5296838" y="5586983"/>
                <a:ext cx="53640" cy="687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F29208D-94BC-CF77-2253-FCE983B52FE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288198" y="5578343"/>
                  <a:ext cx="712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109C08A-475F-7DA2-D62C-78BE607FD4B6}"/>
                    </a:ext>
                  </a:extLst>
                </p14:cNvPr>
                <p14:cNvContentPartPr/>
                <p14:nvPr/>
              </p14:nvContentPartPr>
              <p14:xfrm>
                <a:off x="5450918" y="5475383"/>
                <a:ext cx="251640" cy="2156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109C08A-475F-7DA2-D62C-78BE607FD4B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441918" y="5466383"/>
                  <a:ext cx="2692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1425A8B-F8C3-A8CF-E0E9-387FCD541DDC}"/>
                    </a:ext>
                  </a:extLst>
                </p14:cNvPr>
                <p14:cNvContentPartPr/>
                <p14:nvPr/>
              </p14:nvContentPartPr>
              <p14:xfrm>
                <a:off x="5656838" y="5463503"/>
                <a:ext cx="5400" cy="291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1425A8B-F8C3-A8CF-E0E9-387FCD541DD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647838" y="5454863"/>
                  <a:ext cx="230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4B126F9-9A42-6E41-1C79-CDE491206343}"/>
                    </a:ext>
                  </a:extLst>
                </p14:cNvPr>
                <p14:cNvContentPartPr/>
                <p14:nvPr/>
              </p14:nvContentPartPr>
              <p14:xfrm>
                <a:off x="5750798" y="5532263"/>
                <a:ext cx="118080" cy="1155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4B126F9-9A42-6E41-1C79-CDE49120634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741798" y="5523263"/>
                  <a:ext cx="1357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5F05420-DDDE-6BAA-1EC1-54D65A73C42F}"/>
                    </a:ext>
                  </a:extLst>
                </p14:cNvPr>
                <p14:cNvContentPartPr/>
                <p14:nvPr/>
              </p14:nvContentPartPr>
              <p14:xfrm>
                <a:off x="5899478" y="5592743"/>
                <a:ext cx="12240" cy="54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5F05420-DDDE-6BAA-1EC1-54D65A73C42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890838" y="5583743"/>
                  <a:ext cx="298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ECE9158-EA6D-2233-49A6-C4F31EF6793E}"/>
                    </a:ext>
                  </a:extLst>
                </p14:cNvPr>
                <p14:cNvContentPartPr/>
                <p14:nvPr/>
              </p14:nvContentPartPr>
              <p14:xfrm>
                <a:off x="6006038" y="5522543"/>
                <a:ext cx="92520" cy="1346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ECE9158-EA6D-2233-49A6-C4F31EF6793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997398" y="5513543"/>
                  <a:ext cx="11016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47B87A0-41F3-DEF8-0E6D-05E9ABA30C77}"/>
                    </a:ext>
                  </a:extLst>
                </p14:cNvPr>
                <p14:cNvContentPartPr/>
                <p14:nvPr/>
              </p14:nvContentPartPr>
              <p14:xfrm>
                <a:off x="6188918" y="5475383"/>
                <a:ext cx="224640" cy="1267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47B87A0-41F3-DEF8-0E6D-05E9ABA30C7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180278" y="5466383"/>
                  <a:ext cx="2422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B57C9C2-7414-756A-6258-87722004FE13}"/>
                    </a:ext>
                  </a:extLst>
                </p14:cNvPr>
                <p14:cNvContentPartPr/>
                <p14:nvPr/>
              </p14:nvContentPartPr>
              <p14:xfrm>
                <a:off x="6476198" y="5398343"/>
                <a:ext cx="71280" cy="1882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B57C9C2-7414-756A-6258-87722004FE1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467558" y="5389343"/>
                  <a:ext cx="8892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41FD8CF-AEFF-DD6C-F4C7-432EE04934DD}"/>
                    </a:ext>
                  </a:extLst>
                </p14:cNvPr>
                <p14:cNvContentPartPr/>
                <p14:nvPr/>
              </p14:nvContentPartPr>
              <p14:xfrm>
                <a:off x="6652958" y="5272703"/>
                <a:ext cx="116640" cy="3124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41FD8CF-AEFF-DD6C-F4C7-432EE04934D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644318" y="5263703"/>
                  <a:ext cx="13428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C5C592B-759A-0764-CAA3-F1479F00B081}"/>
                    </a:ext>
                  </a:extLst>
                </p14:cNvPr>
                <p14:cNvContentPartPr/>
                <p14:nvPr/>
              </p14:nvContentPartPr>
              <p14:xfrm>
                <a:off x="6763838" y="5380343"/>
                <a:ext cx="126000" cy="1875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C5C592B-759A-0764-CAA3-F1479F00B08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754838" y="5371703"/>
                  <a:ext cx="1436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2CFD943-5F78-8870-687E-1388C1333A05}"/>
                    </a:ext>
                  </a:extLst>
                </p14:cNvPr>
                <p14:cNvContentPartPr/>
                <p14:nvPr/>
              </p14:nvContentPartPr>
              <p14:xfrm>
                <a:off x="6959318" y="5252183"/>
                <a:ext cx="286560" cy="3146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2CFD943-5F78-8870-687E-1388C1333A0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950318" y="5243183"/>
                  <a:ext cx="30420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55D91A5-E273-1183-589A-288461E6A0BB}"/>
                    </a:ext>
                  </a:extLst>
                </p14:cNvPr>
                <p14:cNvContentPartPr/>
                <p14:nvPr/>
              </p14:nvContentPartPr>
              <p14:xfrm>
                <a:off x="7253078" y="5298263"/>
                <a:ext cx="67680" cy="2876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55D91A5-E273-1183-589A-288461E6A0B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244438" y="5289263"/>
                  <a:ext cx="8532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1B808A4-AD63-0D71-D8AB-24744C3B041F}"/>
                    </a:ext>
                  </a:extLst>
                </p14:cNvPr>
                <p14:cNvContentPartPr/>
                <p14:nvPr/>
              </p14:nvContentPartPr>
              <p14:xfrm>
                <a:off x="7371518" y="5153543"/>
                <a:ext cx="2970360" cy="2329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1B808A4-AD63-0D71-D8AB-24744C3B041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362518" y="5144543"/>
                  <a:ext cx="298800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9418649-79B7-D440-551C-9C9503671E53}"/>
                    </a:ext>
                  </a:extLst>
                </p14:cNvPr>
                <p14:cNvContentPartPr/>
                <p14:nvPr/>
              </p14:nvContentPartPr>
              <p14:xfrm>
                <a:off x="10155038" y="5073263"/>
                <a:ext cx="91800" cy="1364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9418649-79B7-D440-551C-9C9503671E5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146038" y="5064623"/>
                  <a:ext cx="10944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35D74AA-716B-41AD-C2F2-DEC6AD0E27E5}"/>
                    </a:ext>
                  </a:extLst>
                </p14:cNvPr>
                <p14:cNvContentPartPr/>
                <p14:nvPr/>
              </p14:nvContentPartPr>
              <p14:xfrm>
                <a:off x="10156838" y="4868783"/>
                <a:ext cx="1602720" cy="9367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35D74AA-716B-41AD-C2F2-DEC6AD0E27E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148198" y="4860143"/>
                  <a:ext cx="1620360" cy="9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8DC837A-3DEE-440D-3910-90ADA4E24EDE}"/>
                    </a:ext>
                  </a:extLst>
                </p14:cNvPr>
                <p14:cNvContentPartPr/>
                <p14:nvPr/>
              </p14:nvContentPartPr>
              <p14:xfrm>
                <a:off x="10426478" y="5231663"/>
                <a:ext cx="236160" cy="2062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8DC837A-3DEE-440D-3910-90ADA4E24ED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417478" y="5223023"/>
                  <a:ext cx="25380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216AFCC-E1F1-2463-F1B3-3F13221BAA27}"/>
                    </a:ext>
                  </a:extLst>
                </p14:cNvPr>
                <p14:cNvContentPartPr/>
                <p14:nvPr/>
              </p14:nvContentPartPr>
              <p14:xfrm>
                <a:off x="10759838" y="5196743"/>
                <a:ext cx="253800" cy="2707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216AFCC-E1F1-2463-F1B3-3F13221BAA2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750838" y="5188103"/>
                  <a:ext cx="27144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79F3905-7A2A-C2B3-D2AE-690AD9388775}"/>
                    </a:ext>
                  </a:extLst>
                </p14:cNvPr>
                <p14:cNvContentPartPr/>
                <p14:nvPr/>
              </p14:nvContentPartPr>
              <p14:xfrm>
                <a:off x="7689758" y="5417063"/>
                <a:ext cx="2500200" cy="2221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79F3905-7A2A-C2B3-D2AE-690AD938877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680758" y="5408423"/>
                  <a:ext cx="25178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DCD00F9-F3C3-553F-A935-3B417A571C81}"/>
                    </a:ext>
                  </a:extLst>
                </p14:cNvPr>
                <p14:cNvContentPartPr/>
                <p14:nvPr/>
              </p14:nvContentPartPr>
              <p14:xfrm>
                <a:off x="7664558" y="5549543"/>
                <a:ext cx="79920" cy="1749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DCD00F9-F3C3-553F-A935-3B417A571C8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655918" y="5540543"/>
                  <a:ext cx="9756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4E77EDB-9B54-A8B5-AA7C-32C6DDE8AE8C}"/>
                    </a:ext>
                  </a:extLst>
                </p14:cNvPr>
                <p14:cNvContentPartPr/>
                <p14:nvPr/>
              </p14:nvContentPartPr>
              <p14:xfrm>
                <a:off x="9045158" y="4533983"/>
                <a:ext cx="35280" cy="4237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4E77EDB-9B54-A8B5-AA7C-32C6DDE8AE8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036518" y="4525343"/>
                  <a:ext cx="5292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87E64C6-74E2-F24D-46C1-9DDDA40BE9CF}"/>
                    </a:ext>
                  </a:extLst>
                </p14:cNvPr>
                <p14:cNvContentPartPr/>
                <p14:nvPr/>
              </p14:nvContentPartPr>
              <p14:xfrm>
                <a:off x="9068558" y="5110343"/>
                <a:ext cx="50400" cy="12016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87E64C6-74E2-F24D-46C1-9DDDA40BE9C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059918" y="5101703"/>
                  <a:ext cx="68040" cy="12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45FE4D7-2DC5-59D7-B43C-F89FE913E6B7}"/>
                    </a:ext>
                  </a:extLst>
                </p14:cNvPr>
                <p14:cNvContentPartPr/>
                <p14:nvPr/>
              </p14:nvContentPartPr>
              <p14:xfrm>
                <a:off x="9041198" y="6438383"/>
                <a:ext cx="21600" cy="547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45FE4D7-2DC5-59D7-B43C-F89FE913E6B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032558" y="6429383"/>
                  <a:ext cx="392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6E12D5F-928D-0576-1EFE-21E64C9B9F33}"/>
                    </a:ext>
                  </a:extLst>
                </p14:cNvPr>
                <p14:cNvContentPartPr/>
                <p14:nvPr/>
              </p14:nvContentPartPr>
              <p14:xfrm>
                <a:off x="6381518" y="4463063"/>
                <a:ext cx="275400" cy="5212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6E12D5F-928D-0576-1EFE-21E64C9B9F3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372878" y="4454063"/>
                  <a:ext cx="293040" cy="53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F74B5C1-9F7F-D310-7492-6CAD9BE7141E}"/>
                    </a:ext>
                  </a:extLst>
                </p14:cNvPr>
                <p14:cNvContentPartPr/>
                <p14:nvPr/>
              </p14:nvContentPartPr>
              <p14:xfrm>
                <a:off x="6725678" y="4754663"/>
                <a:ext cx="102240" cy="1735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F74B5C1-9F7F-D310-7492-6CAD9BE7141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716678" y="4746023"/>
                  <a:ext cx="1198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357352B-BC65-433D-5DA9-7AA6BFF018F1}"/>
                    </a:ext>
                  </a:extLst>
                </p14:cNvPr>
                <p14:cNvContentPartPr/>
                <p14:nvPr/>
              </p14:nvContentPartPr>
              <p14:xfrm>
                <a:off x="6856358" y="4737023"/>
                <a:ext cx="361440" cy="1576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357352B-BC65-433D-5DA9-7AA6BFF018F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847358" y="4728023"/>
                  <a:ext cx="3790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35DB28F-BF36-B751-DBF5-DE89382FF573}"/>
                    </a:ext>
                  </a:extLst>
                </p14:cNvPr>
                <p14:cNvContentPartPr/>
                <p14:nvPr/>
              </p14:nvContentPartPr>
              <p14:xfrm>
                <a:off x="7163438" y="4602383"/>
                <a:ext cx="39240" cy="396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35DB28F-BF36-B751-DBF5-DE89382FF57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154798" y="4593743"/>
                  <a:ext cx="568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83E4C77-9B71-04E7-7C42-5233AC621A29}"/>
                    </a:ext>
                  </a:extLst>
                </p14:cNvPr>
                <p14:cNvContentPartPr/>
                <p14:nvPr/>
              </p14:nvContentPartPr>
              <p14:xfrm>
                <a:off x="7277198" y="4703183"/>
                <a:ext cx="121680" cy="1252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83E4C77-9B71-04E7-7C42-5233AC621A2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268558" y="4694543"/>
                  <a:ext cx="1393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0B96E49-95BA-FC66-4179-9C6915C57953}"/>
                    </a:ext>
                  </a:extLst>
                </p14:cNvPr>
                <p14:cNvContentPartPr/>
                <p14:nvPr/>
              </p14:nvContentPartPr>
              <p14:xfrm>
                <a:off x="7520558" y="4574303"/>
                <a:ext cx="280080" cy="3416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0B96E49-95BA-FC66-4179-9C6915C5795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511918" y="4565663"/>
                  <a:ext cx="29772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E01247D-C7D9-CEA8-392C-2E87CE2F3C8C}"/>
                    </a:ext>
                  </a:extLst>
                </p14:cNvPr>
                <p14:cNvContentPartPr/>
                <p14:nvPr/>
              </p14:nvContentPartPr>
              <p14:xfrm>
                <a:off x="7872998" y="4591223"/>
                <a:ext cx="115200" cy="3877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E01247D-C7D9-CEA8-392C-2E87CE2F3C8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864358" y="4582223"/>
                  <a:ext cx="13284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630DBAF-1B41-01C6-3E72-FDF13434962E}"/>
                    </a:ext>
                  </a:extLst>
                </p14:cNvPr>
                <p14:cNvContentPartPr/>
                <p14:nvPr/>
              </p14:nvContentPartPr>
              <p14:xfrm>
                <a:off x="5567558" y="4571423"/>
                <a:ext cx="139680" cy="1184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630DBAF-1B41-01C6-3E72-FDF13434962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558918" y="4562783"/>
                  <a:ext cx="15732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E80F1F9-1014-5934-DB3B-6390DF3A9DB7}"/>
                    </a:ext>
                  </a:extLst>
                </p14:cNvPr>
                <p14:cNvContentPartPr/>
                <p14:nvPr/>
              </p14:nvContentPartPr>
              <p14:xfrm>
                <a:off x="5724158" y="4841423"/>
                <a:ext cx="6840" cy="39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E80F1F9-1014-5934-DB3B-6390DF3A9DB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715518" y="4832423"/>
                  <a:ext cx="2448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12B0C91-919F-8A6B-FD44-045BD99A2AF5}"/>
                    </a:ext>
                  </a:extLst>
                </p14:cNvPr>
                <p14:cNvContentPartPr/>
                <p14:nvPr/>
              </p14:nvContentPartPr>
              <p14:xfrm>
                <a:off x="5826038" y="4559183"/>
                <a:ext cx="99360" cy="763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12B0C91-919F-8A6B-FD44-045BD99A2AF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817398" y="4550183"/>
                  <a:ext cx="1170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CF2E837-00B5-8E73-C639-DAAAD559EC26}"/>
                    </a:ext>
                  </a:extLst>
                </p14:cNvPr>
                <p14:cNvContentPartPr/>
                <p14:nvPr/>
              </p14:nvContentPartPr>
              <p14:xfrm>
                <a:off x="5899478" y="4805783"/>
                <a:ext cx="41400" cy="187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CF2E837-00B5-8E73-C639-DAAAD559EC2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890838" y="4796783"/>
                  <a:ext cx="590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597A98D-605E-017D-29C3-A343AE29B49A}"/>
                    </a:ext>
                  </a:extLst>
                </p14:cNvPr>
                <p14:cNvContentPartPr/>
                <p14:nvPr/>
              </p14:nvContentPartPr>
              <p14:xfrm>
                <a:off x="6212678" y="4694903"/>
                <a:ext cx="190440" cy="3830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597A98D-605E-017D-29C3-A343AE29B49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204038" y="4686263"/>
                  <a:ext cx="20808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67ED7CF-FCA4-94F8-9417-42908EB5B51A}"/>
                    </a:ext>
                  </a:extLst>
                </p14:cNvPr>
                <p14:cNvContentPartPr/>
                <p14:nvPr/>
              </p14:nvContentPartPr>
              <p14:xfrm>
                <a:off x="5818118" y="5772743"/>
                <a:ext cx="52920" cy="266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67ED7CF-FCA4-94F8-9417-42908EB5B51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809478" y="5764103"/>
                  <a:ext cx="705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713E502-367B-1228-3FE1-C79335F71363}"/>
                    </a:ext>
                  </a:extLst>
                </p14:cNvPr>
                <p14:cNvContentPartPr/>
                <p14:nvPr/>
              </p14:nvContentPartPr>
              <p14:xfrm>
                <a:off x="5875718" y="5818103"/>
                <a:ext cx="77760" cy="338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713E502-367B-1228-3FE1-C79335F7136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866718" y="5809103"/>
                  <a:ext cx="95400" cy="51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292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26915-0504-E6A7-8B24-5F414AB70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83743D64-E2AE-D61B-8BB6-46E7D4A40860}"/>
                  </a:ext>
                </a:extLst>
              </p14:cNvPr>
              <p14:cNvContentPartPr/>
              <p14:nvPr/>
            </p14:nvContentPartPr>
            <p14:xfrm>
              <a:off x="2452838" y="1640663"/>
              <a:ext cx="129240" cy="27540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83743D64-E2AE-D61B-8BB6-46E7D4A4086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44198" y="1631663"/>
                <a:ext cx="146880" cy="29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AAF8B4E8-7C63-B75A-A555-74B73D416688}"/>
                  </a:ext>
                </a:extLst>
              </p14:cNvPr>
              <p14:cNvContentPartPr/>
              <p14:nvPr/>
            </p14:nvContentPartPr>
            <p14:xfrm>
              <a:off x="5962118" y="3456863"/>
              <a:ext cx="163440" cy="30096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AAF8B4E8-7C63-B75A-A555-74B73D41668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53118" y="3447863"/>
                <a:ext cx="181080" cy="31860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4CB6353D-DCCD-4E60-A41C-5624C9FCEB07}"/>
              </a:ext>
            </a:extLst>
          </p:cNvPr>
          <p:cNvGrpSpPr/>
          <p:nvPr/>
        </p:nvGrpSpPr>
        <p:grpSpPr>
          <a:xfrm>
            <a:off x="730598" y="1500983"/>
            <a:ext cx="10933920" cy="4634640"/>
            <a:chOff x="730598" y="1500983"/>
            <a:chExt cx="10933920" cy="463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2CBF9CF-2C00-CA18-9C75-E65EADE619A6}"/>
                    </a:ext>
                  </a:extLst>
                </p14:cNvPr>
                <p14:cNvContentPartPr/>
                <p14:nvPr/>
              </p14:nvContentPartPr>
              <p14:xfrm>
                <a:off x="2563718" y="4356863"/>
                <a:ext cx="3538800" cy="10620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2CBF9CF-2C00-CA18-9C75-E65EADE619A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555078" y="4347863"/>
                  <a:ext cx="3556440" cy="10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060C1DD-7714-3962-98AB-21A2CB2D561D}"/>
                    </a:ext>
                  </a:extLst>
                </p14:cNvPr>
                <p14:cNvContentPartPr/>
                <p14:nvPr/>
              </p14:nvContentPartPr>
              <p14:xfrm>
                <a:off x="3158798" y="4877063"/>
                <a:ext cx="252360" cy="3261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060C1DD-7714-3962-98AB-21A2CB2D561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150158" y="4868423"/>
                  <a:ext cx="27000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12CC13B-98E6-8BD1-5AB6-7B1CD2A4AC74}"/>
                    </a:ext>
                  </a:extLst>
                </p14:cNvPr>
                <p14:cNvContentPartPr/>
                <p14:nvPr/>
              </p14:nvContentPartPr>
              <p14:xfrm>
                <a:off x="3388118" y="4959863"/>
                <a:ext cx="243360" cy="255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12CC13B-98E6-8BD1-5AB6-7B1CD2A4AC7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379478" y="4951223"/>
                  <a:ext cx="2610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8516F87-3514-C0A0-8587-52904B132603}"/>
                    </a:ext>
                  </a:extLst>
                </p14:cNvPr>
                <p14:cNvContentPartPr/>
                <p14:nvPr/>
              </p14:nvContentPartPr>
              <p14:xfrm>
                <a:off x="3536438" y="4944023"/>
                <a:ext cx="83880" cy="1839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8516F87-3514-C0A0-8587-52904B13260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527798" y="4935023"/>
                  <a:ext cx="1015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C2C9698-3331-A60E-C5AD-FA4A442E70A6}"/>
                    </a:ext>
                  </a:extLst>
                </p14:cNvPr>
                <p14:cNvContentPartPr/>
                <p14:nvPr/>
              </p14:nvContentPartPr>
              <p14:xfrm>
                <a:off x="3701318" y="4884623"/>
                <a:ext cx="196200" cy="2761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C2C9698-3331-A60E-C5AD-FA4A442E70A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692678" y="4875623"/>
                  <a:ext cx="21384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63D69C2-0F73-18C7-CC93-51A7B82BBEA0}"/>
                    </a:ext>
                  </a:extLst>
                </p14:cNvPr>
                <p14:cNvContentPartPr/>
                <p14:nvPr/>
              </p14:nvContentPartPr>
              <p14:xfrm>
                <a:off x="10452758" y="5612183"/>
                <a:ext cx="45360" cy="2977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63D69C2-0F73-18C7-CC93-51A7B82BBEA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443758" y="5603543"/>
                  <a:ext cx="6300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AF9280A-D358-980B-3474-7E26BB267975}"/>
                    </a:ext>
                  </a:extLst>
                </p14:cNvPr>
                <p14:cNvContentPartPr/>
                <p14:nvPr/>
              </p14:nvContentPartPr>
              <p14:xfrm>
                <a:off x="10435838" y="5985503"/>
                <a:ext cx="150480" cy="1418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AF9280A-D358-980B-3474-7E26BB26797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427198" y="5976503"/>
                  <a:ext cx="1681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EB17C1A-855E-609E-4D15-E69A29A7BDA7}"/>
                    </a:ext>
                  </a:extLst>
                </p14:cNvPr>
                <p14:cNvContentPartPr/>
                <p14:nvPr/>
              </p14:nvContentPartPr>
              <p14:xfrm>
                <a:off x="10212998" y="6074783"/>
                <a:ext cx="606240" cy="388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EB17C1A-855E-609E-4D15-E69A29A7BDA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203998" y="6065783"/>
                  <a:ext cx="6238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82C6A80-8988-D284-B1A0-82144ADF1DB5}"/>
                    </a:ext>
                  </a:extLst>
                </p14:cNvPr>
                <p14:cNvContentPartPr/>
                <p14:nvPr/>
              </p14:nvContentPartPr>
              <p14:xfrm>
                <a:off x="9914558" y="4540823"/>
                <a:ext cx="1110240" cy="8956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82C6A80-8988-D284-B1A0-82144ADF1DB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905918" y="4532183"/>
                  <a:ext cx="1127880" cy="9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118C8D6-53DB-CEE1-41D6-74DAB835D365}"/>
                    </a:ext>
                  </a:extLst>
                </p14:cNvPr>
                <p14:cNvContentPartPr/>
                <p14:nvPr/>
              </p14:nvContentPartPr>
              <p14:xfrm>
                <a:off x="9950558" y="4041143"/>
                <a:ext cx="229320" cy="3182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118C8D6-53DB-CEE1-41D6-74DAB835D36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941558" y="4032143"/>
                  <a:ext cx="24696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8592F2B-295E-4E77-D253-17CFB7B7EC0E}"/>
                    </a:ext>
                  </a:extLst>
                </p14:cNvPr>
                <p14:cNvContentPartPr/>
                <p14:nvPr/>
              </p14:nvContentPartPr>
              <p14:xfrm>
                <a:off x="10239998" y="4129703"/>
                <a:ext cx="226080" cy="2642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8592F2B-295E-4E77-D253-17CFB7B7EC0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231358" y="4120703"/>
                  <a:ext cx="24372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E711A54-5239-B12A-5170-04F6C5CF9A1A}"/>
                    </a:ext>
                  </a:extLst>
                </p14:cNvPr>
                <p14:cNvContentPartPr/>
                <p14:nvPr/>
              </p14:nvContentPartPr>
              <p14:xfrm>
                <a:off x="10571558" y="4191263"/>
                <a:ext cx="171360" cy="2649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E711A54-5239-B12A-5170-04F6C5CF9A1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562918" y="4182263"/>
                  <a:ext cx="18900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35EB80D-B174-D309-1EF9-DF958064400A}"/>
                    </a:ext>
                  </a:extLst>
                </p14:cNvPr>
                <p14:cNvContentPartPr/>
                <p14:nvPr/>
              </p14:nvContentPartPr>
              <p14:xfrm>
                <a:off x="10832198" y="4211063"/>
                <a:ext cx="167040" cy="2329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35EB80D-B174-D309-1EF9-DF958064400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823558" y="4202063"/>
                  <a:ext cx="18468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BFACC7A-33FE-18C8-B6E8-A52A9DBF1E60}"/>
                    </a:ext>
                  </a:extLst>
                </p14:cNvPr>
                <p14:cNvContentPartPr/>
                <p14:nvPr/>
              </p14:nvContentPartPr>
              <p14:xfrm>
                <a:off x="10914638" y="4184423"/>
                <a:ext cx="440640" cy="2854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BFACC7A-33FE-18C8-B6E8-A52A9DBF1E6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905638" y="4175783"/>
                  <a:ext cx="45828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D1280FF-B6EB-DA4C-0D7D-B31DC4FCE040}"/>
                    </a:ext>
                  </a:extLst>
                </p14:cNvPr>
                <p14:cNvContentPartPr/>
                <p14:nvPr/>
              </p14:nvContentPartPr>
              <p14:xfrm>
                <a:off x="11398478" y="4180463"/>
                <a:ext cx="152640" cy="3286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D1280FF-B6EB-DA4C-0D7D-B31DC4FCE04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1389478" y="4171823"/>
                  <a:ext cx="17028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2024374-DFFA-9BB8-B8D3-A2AC7439F218}"/>
                    </a:ext>
                  </a:extLst>
                </p14:cNvPr>
                <p14:cNvContentPartPr/>
                <p14:nvPr/>
              </p14:nvContentPartPr>
              <p14:xfrm>
                <a:off x="11451758" y="4343903"/>
                <a:ext cx="212760" cy="464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2024374-DFFA-9BB8-B8D3-A2AC7439F21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443118" y="4335263"/>
                  <a:ext cx="2304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0FE8361-05AB-28D6-CEAE-051BBB8B37FF}"/>
                    </a:ext>
                  </a:extLst>
                </p14:cNvPr>
                <p14:cNvContentPartPr/>
                <p14:nvPr/>
              </p14:nvContentPartPr>
              <p14:xfrm>
                <a:off x="8612438" y="3176783"/>
                <a:ext cx="52560" cy="2386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0FE8361-05AB-28D6-CEAE-051BBB8B37F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603438" y="3168143"/>
                  <a:ext cx="7020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EDC5A19-9AB8-113C-9F1A-68374571FA08}"/>
                    </a:ext>
                  </a:extLst>
                </p14:cNvPr>
                <p14:cNvContentPartPr/>
                <p14:nvPr/>
              </p14:nvContentPartPr>
              <p14:xfrm>
                <a:off x="8730518" y="3820463"/>
                <a:ext cx="12960" cy="2512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EDC5A19-9AB8-113C-9F1A-68374571FA0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721878" y="3811463"/>
                  <a:ext cx="3060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55EEA3F-CAF0-C15E-3E09-354E9F20BA1E}"/>
                    </a:ext>
                  </a:extLst>
                </p14:cNvPr>
                <p14:cNvContentPartPr/>
                <p14:nvPr/>
              </p14:nvContentPartPr>
              <p14:xfrm>
                <a:off x="8712518" y="4540463"/>
                <a:ext cx="12240" cy="838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55EEA3F-CAF0-C15E-3E09-354E9F20BA1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703518" y="4531823"/>
                  <a:ext cx="298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69AF817-6FAE-61E3-0C16-8A36A27501E5}"/>
                    </a:ext>
                  </a:extLst>
                </p14:cNvPr>
                <p14:cNvContentPartPr/>
                <p14:nvPr/>
              </p14:nvContentPartPr>
              <p14:xfrm>
                <a:off x="8793158" y="5010263"/>
                <a:ext cx="360" cy="3052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69AF817-6FAE-61E3-0C16-8A36A27501E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784158" y="5001623"/>
                  <a:ext cx="1800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A4B8F7A-5522-5C8B-066F-8CA3205AF310}"/>
                    </a:ext>
                  </a:extLst>
                </p14:cNvPr>
                <p14:cNvContentPartPr/>
                <p14:nvPr/>
              </p14:nvContentPartPr>
              <p14:xfrm>
                <a:off x="8749238" y="5931143"/>
                <a:ext cx="37080" cy="2044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A4B8F7A-5522-5C8B-066F-8CA3205AF31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740598" y="5922143"/>
                  <a:ext cx="5472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94C8DDE-4E55-EE8B-68CE-0F7BEFC27805}"/>
                    </a:ext>
                  </a:extLst>
                </p14:cNvPr>
                <p14:cNvContentPartPr/>
                <p14:nvPr/>
              </p14:nvContentPartPr>
              <p14:xfrm>
                <a:off x="730598" y="1628063"/>
                <a:ext cx="351000" cy="3895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94C8DDE-4E55-EE8B-68CE-0F7BEFC2780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21958" y="1619063"/>
                  <a:ext cx="36864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1E9179B-1D6C-AE5B-C767-23716D9A74A1}"/>
                    </a:ext>
                  </a:extLst>
                </p14:cNvPr>
                <p14:cNvContentPartPr/>
                <p14:nvPr/>
              </p14:nvContentPartPr>
              <p14:xfrm>
                <a:off x="788918" y="2041343"/>
                <a:ext cx="255240" cy="3650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1E9179B-1D6C-AE5B-C767-23716D9A74A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79918" y="2032703"/>
                  <a:ext cx="27288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0422E12-8E79-F8C9-C0F1-77E5BA565B5C}"/>
                    </a:ext>
                  </a:extLst>
                </p14:cNvPr>
                <p14:cNvContentPartPr/>
                <p14:nvPr/>
              </p14:nvContentPartPr>
              <p14:xfrm>
                <a:off x="1321718" y="1922543"/>
                <a:ext cx="852120" cy="1569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0422E12-8E79-F8C9-C0F1-77E5BA565B5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313078" y="1913543"/>
                  <a:ext cx="8697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0FEE0A3-F1A4-FDDD-5D79-E58167A01B22}"/>
                    </a:ext>
                  </a:extLst>
                </p14:cNvPr>
                <p14:cNvContentPartPr/>
                <p14:nvPr/>
              </p14:nvContentPartPr>
              <p14:xfrm>
                <a:off x="2429438" y="1500983"/>
                <a:ext cx="2791440" cy="9745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0FEE0A3-F1A4-FDDD-5D79-E58167A01B2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420798" y="1491983"/>
                  <a:ext cx="2809080" cy="9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80A2C90-AD72-94F8-5CD0-DB7CDFBD299F}"/>
                    </a:ext>
                  </a:extLst>
                </p14:cNvPr>
                <p14:cNvContentPartPr/>
                <p14:nvPr/>
              </p14:nvContentPartPr>
              <p14:xfrm>
                <a:off x="3201638" y="1906343"/>
                <a:ext cx="443160" cy="2901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80A2C90-AD72-94F8-5CD0-DB7CDFBD299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192638" y="1897703"/>
                  <a:ext cx="46080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E913690-97D9-63DD-DB60-C305094B9978}"/>
                    </a:ext>
                  </a:extLst>
                </p14:cNvPr>
                <p14:cNvContentPartPr/>
                <p14:nvPr/>
              </p14:nvContentPartPr>
              <p14:xfrm>
                <a:off x="3562358" y="1886543"/>
                <a:ext cx="310320" cy="2271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E913690-97D9-63DD-DB60-C305094B997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553718" y="1877543"/>
                  <a:ext cx="3279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1A21BD6-8D31-11D1-39F8-2BAD76525EFB}"/>
                    </a:ext>
                  </a:extLst>
                </p14:cNvPr>
                <p14:cNvContentPartPr/>
                <p14:nvPr/>
              </p14:nvContentPartPr>
              <p14:xfrm>
                <a:off x="3018038" y="2418263"/>
                <a:ext cx="1767960" cy="4348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1A21BD6-8D31-11D1-39F8-2BAD76525EF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009038" y="2409263"/>
                  <a:ext cx="1785600" cy="45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68925B7-B3FD-41DC-580F-1E60A87192BF}"/>
                    </a:ext>
                  </a:extLst>
                </p14:cNvPr>
                <p14:cNvContentPartPr/>
                <p14:nvPr/>
              </p14:nvContentPartPr>
              <p14:xfrm>
                <a:off x="3419438" y="2627063"/>
                <a:ext cx="217440" cy="1627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68925B7-B3FD-41DC-580F-1E60A87192B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410438" y="2618423"/>
                  <a:ext cx="23508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465B782-1660-FA70-EA99-AEBF5BFCA29A}"/>
                    </a:ext>
                  </a:extLst>
                </p14:cNvPr>
                <p14:cNvContentPartPr/>
                <p14:nvPr/>
              </p14:nvContentPartPr>
              <p14:xfrm>
                <a:off x="3669998" y="2575583"/>
                <a:ext cx="267120" cy="153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465B782-1660-FA70-EA99-AEBF5BFCA29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661358" y="2566583"/>
                  <a:ext cx="2847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A74C273-D2C5-8D03-25B6-9A6B94CCCD7A}"/>
                    </a:ext>
                  </a:extLst>
                </p14:cNvPr>
                <p14:cNvContentPartPr/>
                <p14:nvPr/>
              </p14:nvContentPartPr>
              <p14:xfrm>
                <a:off x="4740638" y="2160143"/>
                <a:ext cx="75240" cy="504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A74C273-D2C5-8D03-25B6-9A6B94CCCD7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731998" y="2151143"/>
                  <a:ext cx="928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2BEB7AB-D01C-EBD5-4695-EC9424B8C113}"/>
                    </a:ext>
                  </a:extLst>
                </p14:cNvPr>
                <p14:cNvContentPartPr/>
                <p14:nvPr/>
              </p14:nvContentPartPr>
              <p14:xfrm>
                <a:off x="4643078" y="2103263"/>
                <a:ext cx="287280" cy="1875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2BEB7AB-D01C-EBD5-4695-EC9424B8C11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634078" y="2094623"/>
                  <a:ext cx="3049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81D6E30-7E73-FBDA-3AB8-2D1333046593}"/>
                    </a:ext>
                  </a:extLst>
                </p14:cNvPr>
                <p14:cNvContentPartPr/>
                <p14:nvPr/>
              </p14:nvContentPartPr>
              <p14:xfrm>
                <a:off x="4815878" y="2267063"/>
                <a:ext cx="9360" cy="39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81D6E30-7E73-FBDA-3AB8-2D133304659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807238" y="2258063"/>
                  <a:ext cx="270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0BABC17-C512-10D3-4F09-8F071167C884}"/>
                    </a:ext>
                  </a:extLst>
                </p14:cNvPr>
                <p14:cNvContentPartPr/>
                <p14:nvPr/>
              </p14:nvContentPartPr>
              <p14:xfrm>
                <a:off x="4532558" y="5050223"/>
                <a:ext cx="127080" cy="2419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0BABC17-C512-10D3-4F09-8F071167C88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523558" y="5041223"/>
                  <a:ext cx="14472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709B248-B1B1-47E2-9622-DD55BF4F7FBA}"/>
                    </a:ext>
                  </a:extLst>
                </p14:cNvPr>
                <p14:cNvContentPartPr/>
                <p14:nvPr/>
              </p14:nvContentPartPr>
              <p14:xfrm>
                <a:off x="4704278" y="5140583"/>
                <a:ext cx="228600" cy="112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709B248-B1B1-47E2-9622-DD55BF4F7FB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695278" y="5131943"/>
                  <a:ext cx="2462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C5427E3-3ACD-556B-3F55-9159CA7A820B}"/>
                    </a:ext>
                  </a:extLst>
                </p14:cNvPr>
                <p14:cNvContentPartPr/>
                <p14:nvPr/>
              </p14:nvContentPartPr>
              <p14:xfrm>
                <a:off x="4922438" y="5080823"/>
                <a:ext cx="122760" cy="1854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C5427E3-3ACD-556B-3F55-9159CA7A820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913438" y="5072183"/>
                  <a:ext cx="14040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868B818-F64A-B74D-3BE8-B910D08D3FB2}"/>
                    </a:ext>
                  </a:extLst>
                </p14:cNvPr>
                <p14:cNvContentPartPr/>
                <p14:nvPr/>
              </p14:nvContentPartPr>
              <p14:xfrm>
                <a:off x="4986158" y="5159663"/>
                <a:ext cx="60120" cy="262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868B818-F64A-B74D-3BE8-B910D08D3FB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977158" y="5151023"/>
                  <a:ext cx="777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CAD5E0B-332A-59D1-315E-F7BDC2461DD1}"/>
                    </a:ext>
                  </a:extLst>
                </p14:cNvPr>
                <p14:cNvContentPartPr/>
                <p14:nvPr/>
              </p14:nvContentPartPr>
              <p14:xfrm>
                <a:off x="4182998" y="4865543"/>
                <a:ext cx="1177200" cy="6379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CAD5E0B-332A-59D1-315E-F7BDC2461DD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174358" y="4856543"/>
                  <a:ext cx="1194840" cy="65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1690E62-1ADB-F943-36CF-7137E2F7AE5B}"/>
                    </a:ext>
                  </a:extLst>
                </p14:cNvPr>
                <p14:cNvContentPartPr/>
                <p14:nvPr/>
              </p14:nvContentPartPr>
              <p14:xfrm>
                <a:off x="5342198" y="5193143"/>
                <a:ext cx="4790160" cy="367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1690E62-1ADB-F943-36CF-7137E2F7AE5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333198" y="5184143"/>
                  <a:ext cx="480780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CA17CED-F5E0-928E-8E10-6F1A2C34C31A}"/>
                    </a:ext>
                  </a:extLst>
                </p14:cNvPr>
                <p14:cNvContentPartPr/>
                <p14:nvPr/>
              </p14:nvContentPartPr>
              <p14:xfrm>
                <a:off x="9916358" y="5109623"/>
                <a:ext cx="133200" cy="2019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CA17CED-F5E0-928E-8E10-6F1A2C34C31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907358" y="5100983"/>
                  <a:ext cx="15084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7E7E52F-6C87-1D83-4F8C-8E2FDCB74274}"/>
                    </a:ext>
                  </a:extLst>
                </p14:cNvPr>
                <p14:cNvContentPartPr/>
                <p14:nvPr/>
              </p14:nvContentPartPr>
              <p14:xfrm>
                <a:off x="4566758" y="3552623"/>
                <a:ext cx="225000" cy="2998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7E7E52F-6C87-1D83-4F8C-8E2FDCB7427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558118" y="3543623"/>
                  <a:ext cx="24264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D3F718B-C5F1-7968-368B-6E4A4714817D}"/>
                    </a:ext>
                  </a:extLst>
                </p14:cNvPr>
                <p14:cNvContentPartPr/>
                <p14:nvPr/>
              </p14:nvContentPartPr>
              <p14:xfrm>
                <a:off x="4577918" y="3857543"/>
                <a:ext cx="244800" cy="2584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D3F718B-C5F1-7968-368B-6E4A4714817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569278" y="3848903"/>
                  <a:ext cx="26244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659C264-6326-1686-BB37-E59376AD79E0}"/>
                    </a:ext>
                  </a:extLst>
                </p14:cNvPr>
                <p14:cNvContentPartPr/>
                <p14:nvPr/>
              </p14:nvContentPartPr>
              <p14:xfrm>
                <a:off x="4778798" y="4081463"/>
                <a:ext cx="1154160" cy="399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659C264-6326-1686-BB37-E59376AD79E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769798" y="4072463"/>
                  <a:ext cx="11718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F909017-506E-5C69-78BC-11C644B53124}"/>
                    </a:ext>
                  </a:extLst>
                </p14:cNvPr>
                <p14:cNvContentPartPr/>
                <p14:nvPr/>
              </p14:nvContentPartPr>
              <p14:xfrm>
                <a:off x="5887238" y="3738023"/>
                <a:ext cx="156240" cy="3394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F909017-506E-5C69-78BC-11C644B5312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878238" y="3729383"/>
                  <a:ext cx="17388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43BC94A-104D-4ED9-CD5A-4C64FE3AA2AE}"/>
                    </a:ext>
                  </a:extLst>
                </p14:cNvPr>
                <p14:cNvContentPartPr/>
                <p14:nvPr/>
              </p14:nvContentPartPr>
              <p14:xfrm>
                <a:off x="4772318" y="3456503"/>
                <a:ext cx="1238040" cy="633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43BC94A-104D-4ED9-CD5A-4C64FE3AA2A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763318" y="3447863"/>
                  <a:ext cx="125568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8B9B714-C057-2362-04DA-973425E753EF}"/>
                    </a:ext>
                  </a:extLst>
                </p14:cNvPr>
                <p14:cNvContentPartPr/>
                <p14:nvPr/>
              </p14:nvContentPartPr>
              <p14:xfrm>
                <a:off x="4822358" y="3650903"/>
                <a:ext cx="141840" cy="2858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8B9B714-C057-2362-04DA-973425E753E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813358" y="3641903"/>
                  <a:ext cx="15948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6DB2839-FEBD-E32D-DB86-CEB0ED8CA5E9}"/>
                    </a:ext>
                  </a:extLst>
                </p14:cNvPr>
                <p14:cNvContentPartPr/>
                <p14:nvPr/>
              </p14:nvContentPartPr>
              <p14:xfrm>
                <a:off x="4997678" y="3743423"/>
                <a:ext cx="118080" cy="1504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6DB2839-FEBD-E32D-DB86-CEB0ED8CA5E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989038" y="3734423"/>
                  <a:ext cx="1357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0CD4530-617B-8EC2-DCF4-E18039161E29}"/>
                    </a:ext>
                  </a:extLst>
                </p14:cNvPr>
                <p14:cNvContentPartPr/>
                <p14:nvPr/>
              </p14:nvContentPartPr>
              <p14:xfrm>
                <a:off x="5144558" y="3733343"/>
                <a:ext cx="72360" cy="1692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0CD4530-617B-8EC2-DCF4-E18039161E2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135918" y="3724343"/>
                  <a:ext cx="900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2474155-6095-597D-DF75-3F38246864B5}"/>
                    </a:ext>
                  </a:extLst>
                </p14:cNvPr>
                <p14:cNvContentPartPr/>
                <p14:nvPr/>
              </p14:nvContentPartPr>
              <p14:xfrm>
                <a:off x="5260838" y="3640463"/>
                <a:ext cx="43200" cy="2221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2474155-6095-597D-DF75-3F38246864B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251838" y="3631463"/>
                  <a:ext cx="608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9573ACA-CE9F-5D0D-B515-DF62DCA88BE2}"/>
                    </a:ext>
                  </a:extLst>
                </p14:cNvPr>
                <p14:cNvContentPartPr/>
                <p14:nvPr/>
              </p14:nvContentPartPr>
              <p14:xfrm>
                <a:off x="5257958" y="3779783"/>
                <a:ext cx="66960" cy="349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9573ACA-CE9F-5D0D-B515-DF62DCA88BE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249318" y="3770783"/>
                  <a:ext cx="846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3CA7651-5E4B-E322-E83F-D2DE93227199}"/>
                    </a:ext>
                  </a:extLst>
                </p14:cNvPr>
                <p14:cNvContentPartPr/>
                <p14:nvPr/>
              </p14:nvContentPartPr>
              <p14:xfrm>
                <a:off x="5422118" y="3801743"/>
                <a:ext cx="1800" cy="3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3CA7651-5E4B-E322-E83F-D2DE9322719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413118" y="3792743"/>
                  <a:ext cx="194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A54EC3B-D748-1E53-F066-8A3177286648}"/>
                    </a:ext>
                  </a:extLst>
                </p14:cNvPr>
                <p14:cNvContentPartPr/>
                <p14:nvPr/>
              </p14:nvContentPartPr>
              <p14:xfrm>
                <a:off x="4797518" y="2213063"/>
                <a:ext cx="784080" cy="12380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A54EC3B-D748-1E53-F066-8A317728664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788518" y="2204063"/>
                  <a:ext cx="801720" cy="12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CB6F158-5A60-E8C0-ED9E-41EC27A12DB6}"/>
                    </a:ext>
                  </a:extLst>
                </p14:cNvPr>
                <p14:cNvContentPartPr/>
                <p14:nvPr/>
              </p14:nvContentPartPr>
              <p14:xfrm>
                <a:off x="4611398" y="4097303"/>
                <a:ext cx="642600" cy="7891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CB6F158-5A60-E8C0-ED9E-41EC27A12DB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602758" y="4088303"/>
                  <a:ext cx="660240" cy="80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D755951-AC4B-4E5C-58DB-8A2381F99058}"/>
                    </a:ext>
                  </a:extLst>
                </p14:cNvPr>
                <p14:cNvContentPartPr/>
                <p14:nvPr/>
              </p14:nvContentPartPr>
              <p14:xfrm>
                <a:off x="4639118" y="4825223"/>
                <a:ext cx="88920" cy="835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D755951-AC4B-4E5C-58DB-8A2381F9905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630118" y="4816223"/>
                  <a:ext cx="106560" cy="101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32220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FFB1-B477-7234-7772-C52F2881B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on: Initialize CAPM Extension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2B31D3-E342-461D-7674-04DB2CC57CA4}"/>
              </a:ext>
            </a:extLst>
          </p:cNvPr>
          <p:cNvSpPr txBox="1"/>
          <p:nvPr/>
        </p:nvSpPr>
        <p:spPr>
          <a:xfrm>
            <a:off x="189756" y="874455"/>
            <a:ext cx="1180931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Create a new cap project with </a:t>
            </a:r>
            <a:r>
              <a:rPr lang="en-US" sz="2000" b="1" dirty="0" err="1">
                <a:solidFill>
                  <a:schemeClr val="bg1"/>
                </a:solidFill>
              </a:rPr>
              <a:t>cds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init</a:t>
            </a:r>
            <a:endParaRPr lang="en-US" sz="2000" dirty="0">
              <a:solidFill>
                <a:schemeClr val="bg1"/>
              </a:solidFill>
            </a:endParaRP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Drag drop </a:t>
            </a:r>
            <a:r>
              <a:rPr lang="en-US" sz="2000" dirty="0" err="1">
                <a:solidFill>
                  <a:schemeClr val="bg1"/>
                </a:solidFill>
              </a:rPr>
              <a:t>edmx</a:t>
            </a:r>
            <a:r>
              <a:rPr lang="en-US" sz="2000" dirty="0">
                <a:solidFill>
                  <a:schemeClr val="bg1"/>
                </a:solidFill>
              </a:rPr>
              <a:t> file downloaded from API hub and perform </a:t>
            </a:r>
            <a:r>
              <a:rPr lang="en-US" sz="2000" b="1" dirty="0" err="1">
                <a:solidFill>
                  <a:schemeClr val="bg1"/>
                </a:solidFill>
              </a:rPr>
              <a:t>cds</a:t>
            </a:r>
            <a:r>
              <a:rPr lang="en-US" sz="2000" b="1" dirty="0">
                <a:solidFill>
                  <a:schemeClr val="bg1"/>
                </a:solidFill>
              </a:rPr>
              <a:t> import </a:t>
            </a:r>
            <a:r>
              <a:rPr lang="en-US" sz="2000" dirty="0">
                <a:solidFill>
                  <a:schemeClr val="bg1"/>
                </a:solidFill>
              </a:rPr>
              <a:t>PATH_OF_EDMX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Add a new </a:t>
            </a:r>
            <a:r>
              <a:rPr lang="en-US" sz="2000" dirty="0" err="1">
                <a:solidFill>
                  <a:schemeClr val="bg1"/>
                </a:solidFill>
              </a:rPr>
              <a:t>CatalogService.cds</a:t>
            </a:r>
            <a:r>
              <a:rPr lang="en-US" sz="2000" dirty="0">
                <a:solidFill>
                  <a:schemeClr val="bg1"/>
                </a:solidFill>
              </a:rPr>
              <a:t> and CatalogService.js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rgbClr val="0000F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S4HANA cloud </a:t>
            </a:r>
            <a:r>
              <a:rPr lang="en-US" sz="2000" dirty="0" err="1">
                <a:solidFill>
                  <a:srgbClr val="0000F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sdk</a:t>
            </a:r>
            <a:r>
              <a:rPr lang="en-US" sz="200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is SAP’s portfolio of all the type safe API (node modules) to communicate to SAP APIs.</a:t>
            </a:r>
          </a:p>
          <a:p>
            <a:pPr marL="457200" indent="-457200">
              <a:buAutoNum type="arabicPeriod"/>
            </a:pPr>
            <a:r>
              <a:rPr lang="en-IN" sz="2000" dirty="0">
                <a:solidFill>
                  <a:schemeClr val="bg1"/>
                </a:solidFill>
              </a:rPr>
              <a:t>Install the node module @sap/cloud-sdk-vdm-sales-order-service</a:t>
            </a:r>
          </a:p>
          <a:p>
            <a:pPr marL="457200" indent="-457200">
              <a:buAutoNum type="arabicPeriod"/>
            </a:pPr>
            <a:r>
              <a:rPr lang="en-IN" sz="2000" dirty="0">
                <a:solidFill>
                  <a:schemeClr val="bg1"/>
                </a:solidFill>
              </a:rPr>
              <a:t>Add the configuration to test our </a:t>
            </a:r>
            <a:r>
              <a:rPr lang="en-IN" sz="2000" dirty="0" err="1">
                <a:solidFill>
                  <a:schemeClr val="bg1"/>
                </a:solidFill>
              </a:rPr>
              <a:t>api</a:t>
            </a:r>
            <a:r>
              <a:rPr lang="en-IN" sz="2000" dirty="0">
                <a:solidFill>
                  <a:schemeClr val="bg1"/>
                </a:solidFill>
              </a:rPr>
              <a:t> locally – credentials </a:t>
            </a:r>
          </a:p>
          <a:p>
            <a:pPr marL="457200" indent="-457200">
              <a:buAutoNum type="arabicPeriod"/>
            </a:pPr>
            <a:endParaRPr lang="en-IN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8346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A7F54-4532-E4E8-9F0B-6BA6890AB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on: Initialize CAPM Extension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E7517E-7184-B854-6DC3-2C27B9924D1A}"/>
              </a:ext>
            </a:extLst>
          </p:cNvPr>
          <p:cNvSpPr txBox="1"/>
          <p:nvPr/>
        </p:nvSpPr>
        <p:spPr>
          <a:xfrm>
            <a:off x="189756" y="980728"/>
            <a:ext cx="11809312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Create a new folder and initialize cap project using </a:t>
            </a:r>
            <a:r>
              <a:rPr lang="en-US" sz="2000" b="1" dirty="0" err="1">
                <a:solidFill>
                  <a:schemeClr val="bg1"/>
                </a:solidFill>
              </a:rPr>
              <a:t>cds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init</a:t>
            </a:r>
            <a:endParaRPr lang="en-US" sz="2000" b="1" dirty="0">
              <a:solidFill>
                <a:schemeClr val="bg1"/>
              </a:solidFill>
            </a:endParaRP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Go inside project and install following modules</a:t>
            </a:r>
          </a:p>
          <a:p>
            <a:pPr lvl="1"/>
            <a:r>
              <a:rPr lang="en-IN" sz="2000" dirty="0">
                <a:solidFill>
                  <a:schemeClr val="bg1"/>
                </a:solidFill>
              </a:rPr>
              <a:t>2.1 Cloud Foundry Security - @sap/xssec, @sap/xsenv, passport</a:t>
            </a:r>
          </a:p>
          <a:p>
            <a:pPr lvl="1"/>
            <a:r>
              <a:rPr lang="en-IN" sz="2000" dirty="0">
                <a:solidFill>
                  <a:schemeClr val="bg1"/>
                </a:solidFill>
              </a:rPr>
              <a:t>2.2 OData V2 @sap/cds-odata-v2-adapter-proxy</a:t>
            </a:r>
          </a:p>
          <a:p>
            <a:pPr lvl="1"/>
            <a:r>
              <a:rPr lang="en-IN" sz="2000" dirty="0">
                <a:solidFill>
                  <a:schemeClr val="bg1"/>
                </a:solidFill>
              </a:rPr>
              <a:t>2.3 Serving </a:t>
            </a:r>
            <a:r>
              <a:rPr lang="en-IN" sz="2000" dirty="0" err="1">
                <a:solidFill>
                  <a:schemeClr val="bg1"/>
                </a:solidFill>
              </a:rPr>
              <a:t>odata</a:t>
            </a:r>
            <a:r>
              <a:rPr lang="en-IN" sz="2000" dirty="0">
                <a:solidFill>
                  <a:schemeClr val="bg1"/>
                </a:solidFill>
              </a:rPr>
              <a:t> v2 over cloud </a:t>
            </a:r>
            <a:r>
              <a:rPr lang="en-IN" sz="2000" dirty="0" err="1">
                <a:solidFill>
                  <a:schemeClr val="bg1"/>
                </a:solidFill>
              </a:rPr>
              <a:t>sdk</a:t>
            </a:r>
            <a:r>
              <a:rPr lang="en-IN" sz="2000" dirty="0">
                <a:solidFill>
                  <a:schemeClr val="bg1"/>
                </a:solidFill>
              </a:rPr>
              <a:t> - @sap-cloud-sdk/odata-v2</a:t>
            </a:r>
          </a:p>
          <a:p>
            <a:pPr lvl="1"/>
            <a:r>
              <a:rPr lang="en-IN" sz="2000" dirty="0">
                <a:solidFill>
                  <a:schemeClr val="bg1"/>
                </a:solidFill>
              </a:rPr>
              <a:t>2.4 To generate the service code in node </a:t>
            </a:r>
            <a:r>
              <a:rPr lang="en-IN" sz="2000" dirty="0" err="1">
                <a:solidFill>
                  <a:schemeClr val="bg1"/>
                </a:solidFill>
              </a:rPr>
              <a:t>js</a:t>
            </a:r>
            <a:r>
              <a:rPr lang="en-IN" sz="2000" dirty="0">
                <a:solidFill>
                  <a:schemeClr val="bg1"/>
                </a:solidFill>
              </a:rPr>
              <a:t>, install cloud </a:t>
            </a:r>
            <a:r>
              <a:rPr lang="en-IN" sz="2000" dirty="0" err="1">
                <a:solidFill>
                  <a:schemeClr val="bg1"/>
                </a:solidFill>
              </a:rPr>
              <a:t>sdk</a:t>
            </a:r>
            <a:r>
              <a:rPr lang="en-IN" sz="2000" dirty="0">
                <a:solidFill>
                  <a:schemeClr val="bg1"/>
                </a:solidFill>
              </a:rPr>
              <a:t> generator module using @sap-cloud-sdk/generator</a:t>
            </a:r>
          </a:p>
          <a:p>
            <a:r>
              <a:rPr lang="en-IN" sz="2000" dirty="0">
                <a:solidFill>
                  <a:schemeClr val="bg1"/>
                </a:solidFill>
              </a:rPr>
              <a:t>3. Create a new folder service-spec, and </a:t>
            </a:r>
            <a:r>
              <a:rPr lang="en-IN" sz="2000" dirty="0" err="1">
                <a:solidFill>
                  <a:schemeClr val="bg1"/>
                </a:solidFill>
              </a:rPr>
              <a:t>cds</a:t>
            </a:r>
            <a:r>
              <a:rPr lang="en-IN" sz="2000" dirty="0">
                <a:solidFill>
                  <a:schemeClr val="bg1"/>
                </a:solidFill>
              </a:rPr>
              <a:t> watch, after that drag drop the </a:t>
            </a:r>
            <a:r>
              <a:rPr lang="en-IN" sz="2000" dirty="0" err="1">
                <a:solidFill>
                  <a:schemeClr val="bg1"/>
                </a:solidFill>
              </a:rPr>
              <a:t>edmx</a:t>
            </a:r>
            <a:r>
              <a:rPr lang="en-IN" sz="2000" dirty="0">
                <a:solidFill>
                  <a:schemeClr val="bg1"/>
                </a:solidFill>
              </a:rPr>
              <a:t> file of our service to the folder. It will create external folder</a:t>
            </a:r>
          </a:p>
          <a:p>
            <a:r>
              <a:rPr lang="en-IN" sz="2000" dirty="0">
                <a:solidFill>
                  <a:schemeClr val="bg1"/>
                </a:solidFill>
              </a:rPr>
              <a:t>4. Generate the JS code to automatically get all the calls which will call the service</a:t>
            </a:r>
          </a:p>
          <a:p>
            <a:r>
              <a:rPr lang="en-IN" sz="20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npx</a:t>
            </a:r>
            <a:r>
              <a:rPr lang="en-IN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generate-</a:t>
            </a:r>
            <a:r>
              <a:rPr lang="en-IN" sz="20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odata</a:t>
            </a:r>
            <a:r>
              <a:rPr lang="en-IN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-client --input ./service-spec --</a:t>
            </a:r>
            <a:r>
              <a:rPr lang="en-IN" sz="20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outputDir</a:t>
            </a:r>
            <a:r>
              <a:rPr lang="en-IN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./</a:t>
            </a:r>
            <a:r>
              <a:rPr lang="en-IN" sz="20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srv</a:t>
            </a:r>
            <a:r>
              <a:rPr lang="en-IN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/sales-order-</a:t>
            </a:r>
            <a:r>
              <a:rPr lang="en-IN" sz="20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api</a:t>
            </a:r>
            <a:endParaRPr lang="en-IN" sz="2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IN" sz="2000" dirty="0">
                <a:solidFill>
                  <a:schemeClr val="bg1"/>
                </a:solidFill>
              </a:rPr>
              <a:t>Give the folder path, not the </a:t>
            </a:r>
            <a:r>
              <a:rPr lang="en-IN" sz="2000" dirty="0" err="1">
                <a:solidFill>
                  <a:schemeClr val="bg1"/>
                </a:solidFill>
              </a:rPr>
              <a:t>edmx</a:t>
            </a:r>
            <a:r>
              <a:rPr lang="en-IN" sz="2000" dirty="0">
                <a:solidFill>
                  <a:schemeClr val="bg1"/>
                </a:solidFill>
              </a:rPr>
              <a:t> file path</a:t>
            </a:r>
          </a:p>
          <a:p>
            <a:r>
              <a:rPr lang="en-IN" sz="2000" dirty="0">
                <a:solidFill>
                  <a:schemeClr val="bg1"/>
                </a:solidFill>
              </a:rPr>
              <a:t>5. Define the service definition in </a:t>
            </a:r>
            <a:r>
              <a:rPr lang="en-IN" sz="2000" dirty="0" err="1">
                <a:solidFill>
                  <a:schemeClr val="bg1"/>
                </a:solidFill>
              </a:rPr>
              <a:t>CatalogService.cds</a:t>
            </a:r>
            <a:r>
              <a:rPr lang="en-IN" sz="2000" dirty="0">
                <a:solidFill>
                  <a:schemeClr val="bg1"/>
                </a:solidFill>
              </a:rPr>
              <a:t> file by referencing from </a:t>
            </a:r>
            <a:r>
              <a:rPr lang="en-IN" sz="2000" dirty="0" err="1">
                <a:solidFill>
                  <a:schemeClr val="bg1"/>
                </a:solidFill>
              </a:rPr>
              <a:t>csn</a:t>
            </a:r>
            <a:r>
              <a:rPr lang="en-IN" sz="2000" dirty="0">
                <a:solidFill>
                  <a:schemeClr val="bg1"/>
                </a:solidFill>
              </a:rPr>
              <a:t> file generated based on SAP OData</a:t>
            </a:r>
          </a:p>
          <a:p>
            <a:r>
              <a:rPr lang="en-IN" sz="2000" dirty="0">
                <a:solidFill>
                  <a:schemeClr val="bg1"/>
                </a:solidFill>
              </a:rPr>
              <a:t>6. Define the service implementation CatalogService.js file and write the code to use the generated type script modules which will act like bridge to communicate to our SAP OData Business API.</a:t>
            </a:r>
          </a:p>
          <a:p>
            <a:r>
              <a:rPr lang="en-IN" sz="2000" dirty="0">
                <a:solidFill>
                  <a:schemeClr val="bg1"/>
                </a:solidFill>
              </a:rPr>
              <a:t>7. Generate a Fiori application using free style with local cap project. </a:t>
            </a:r>
          </a:p>
        </p:txBody>
      </p:sp>
    </p:spTree>
    <p:extLst>
      <p:ext uri="{BB962C8B-B14F-4D97-AF65-F5344CB8AC3E}">
        <p14:creationId xmlns:p14="http://schemas.microsoft.com/office/powerpoint/2010/main" val="3666580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FFB1-B477-7234-7772-C52F2881B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 Cloud Extension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7C5E39-64FC-6595-A253-13AA437144EA}"/>
              </a:ext>
            </a:extLst>
          </p:cNvPr>
          <p:cNvSpPr txBox="1"/>
          <p:nvPr/>
        </p:nvSpPr>
        <p:spPr>
          <a:xfrm>
            <a:off x="189756" y="908720"/>
            <a:ext cx="1180931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8. Replace hardcoded credentials with destination</a:t>
            </a:r>
          </a:p>
          <a:p>
            <a:r>
              <a:rPr lang="en-US" sz="2000" dirty="0">
                <a:solidFill>
                  <a:schemeClr val="bg1"/>
                </a:solidFill>
              </a:rPr>
              <a:t>9. Create a destination service and maintain destination with name S4HANA because the same we used in our code.</a:t>
            </a:r>
          </a:p>
          <a:p>
            <a:r>
              <a:rPr lang="en-US" sz="2000" dirty="0">
                <a:solidFill>
                  <a:schemeClr val="bg1"/>
                </a:solidFill>
              </a:rPr>
              <a:t>10. Create </a:t>
            </a:r>
            <a:r>
              <a:rPr lang="en-US" sz="2000" dirty="0" err="1">
                <a:solidFill>
                  <a:schemeClr val="bg1"/>
                </a:solidFill>
              </a:rPr>
              <a:t>mta.yaml</a:t>
            </a:r>
            <a:r>
              <a:rPr lang="en-US" sz="2000" dirty="0">
                <a:solidFill>
                  <a:schemeClr val="bg1"/>
                </a:solidFill>
              </a:rPr>
              <a:t> file for deployment</a:t>
            </a:r>
          </a:p>
          <a:p>
            <a:r>
              <a:rPr lang="en-US" sz="2000" dirty="0">
                <a:solidFill>
                  <a:schemeClr val="bg1"/>
                </a:solidFill>
              </a:rPr>
              <a:t>11. Add the modules, both </a:t>
            </a:r>
            <a:r>
              <a:rPr lang="en-US" sz="2000" dirty="0" err="1">
                <a:solidFill>
                  <a:schemeClr val="bg1"/>
                </a:solidFill>
              </a:rPr>
              <a:t>srv</a:t>
            </a:r>
            <a:r>
              <a:rPr lang="en-US" sz="2000" dirty="0">
                <a:solidFill>
                  <a:schemeClr val="bg1"/>
                </a:solidFill>
              </a:rPr>
              <a:t> and </a:t>
            </a:r>
            <a:r>
              <a:rPr lang="en-US" sz="2000" dirty="0" err="1">
                <a:solidFill>
                  <a:schemeClr val="bg1"/>
                </a:solidFill>
              </a:rPr>
              <a:t>ui</a:t>
            </a:r>
            <a:r>
              <a:rPr lang="en-US" sz="2000" dirty="0">
                <a:solidFill>
                  <a:schemeClr val="bg1"/>
                </a:solidFill>
              </a:rPr>
              <a:t> module. </a:t>
            </a:r>
          </a:p>
          <a:p>
            <a:r>
              <a:rPr lang="en-US" sz="2000" dirty="0">
                <a:solidFill>
                  <a:schemeClr val="bg1"/>
                </a:solidFill>
              </a:rPr>
              <a:t>12. Add Resources as destination and </a:t>
            </a:r>
            <a:r>
              <a:rPr lang="en-US" sz="2000" dirty="0" err="1">
                <a:solidFill>
                  <a:schemeClr val="bg1"/>
                </a:solidFill>
              </a:rPr>
              <a:t>xsuaa</a:t>
            </a:r>
            <a:r>
              <a:rPr lang="en-US" sz="2000" dirty="0">
                <a:solidFill>
                  <a:schemeClr val="bg1"/>
                </a:solidFill>
              </a:rPr>
              <a:t>. Maintain the </a:t>
            </a:r>
            <a:r>
              <a:rPr lang="en-US" sz="2000" dirty="0" err="1">
                <a:solidFill>
                  <a:schemeClr val="bg1"/>
                </a:solidFill>
              </a:rPr>
              <a:t>xs-security.json</a:t>
            </a:r>
            <a:r>
              <a:rPr lang="en-US" sz="2000" dirty="0">
                <a:solidFill>
                  <a:schemeClr val="bg1"/>
                </a:solidFill>
              </a:rPr>
              <a:t> file</a:t>
            </a:r>
          </a:p>
          <a:p>
            <a:r>
              <a:rPr lang="en-US" sz="2000" dirty="0">
                <a:solidFill>
                  <a:schemeClr val="bg1"/>
                </a:solidFill>
              </a:rPr>
              <a:t>13. Get the package </a:t>
            </a:r>
            <a:r>
              <a:rPr lang="en-US" sz="2000" dirty="0" err="1">
                <a:solidFill>
                  <a:schemeClr val="bg1"/>
                </a:solidFill>
              </a:rPr>
              <a:t>json</a:t>
            </a:r>
            <a:r>
              <a:rPr lang="en-US" sz="2000" dirty="0">
                <a:solidFill>
                  <a:schemeClr val="bg1"/>
                </a:solidFill>
              </a:rPr>
              <a:t> in app folder from </a:t>
            </a:r>
            <a:r>
              <a:rPr lang="en-US" sz="2000" dirty="0" err="1">
                <a:solidFill>
                  <a:schemeClr val="bg1"/>
                </a:solidFill>
              </a:rPr>
              <a:t>ui</a:t>
            </a:r>
            <a:r>
              <a:rPr lang="en-US" sz="2000" dirty="0">
                <a:solidFill>
                  <a:schemeClr val="bg1"/>
                </a:solidFill>
              </a:rPr>
              <a:t> project, Add the app router module @sap/approuter and include start script.</a:t>
            </a:r>
          </a:p>
          <a:p>
            <a:r>
              <a:rPr lang="en-US" sz="2000" dirty="0">
                <a:solidFill>
                  <a:schemeClr val="bg1"/>
                </a:solidFill>
              </a:rPr>
              <a:t>14. </a:t>
            </a:r>
            <a:r>
              <a:rPr lang="en-US" sz="2000" dirty="0" err="1">
                <a:solidFill>
                  <a:schemeClr val="bg1"/>
                </a:solidFill>
              </a:rPr>
              <a:t>xs-app.json</a:t>
            </a:r>
            <a:r>
              <a:rPr lang="en-US" sz="2000" dirty="0">
                <a:solidFill>
                  <a:schemeClr val="bg1"/>
                </a:solidFill>
              </a:rPr>
              <a:t> file for routing paths</a:t>
            </a:r>
          </a:p>
          <a:p>
            <a:r>
              <a:rPr lang="en-US" sz="2000" dirty="0">
                <a:solidFill>
                  <a:schemeClr val="bg1"/>
                </a:solidFill>
              </a:rPr>
              <a:t>15. Push the code to the </a:t>
            </a:r>
            <a:r>
              <a:rPr lang="en-US" sz="2000" dirty="0" err="1">
                <a:solidFill>
                  <a:schemeClr val="bg1"/>
                </a:solidFill>
              </a:rPr>
              <a:t>github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16. You can pull the app in BAS tool, Right click on </a:t>
            </a:r>
            <a:r>
              <a:rPr lang="en-US" sz="2000" dirty="0" err="1">
                <a:solidFill>
                  <a:schemeClr val="bg1"/>
                </a:solidFill>
              </a:rPr>
              <a:t>mta.yaml</a:t>
            </a:r>
            <a:r>
              <a:rPr lang="en-US" sz="2000" dirty="0">
                <a:solidFill>
                  <a:schemeClr val="bg1"/>
                </a:solidFill>
              </a:rPr>
              <a:t> and build MTA </a:t>
            </a:r>
            <a:r>
              <a:rPr lang="en-US" sz="2000" dirty="0" err="1">
                <a:solidFill>
                  <a:schemeClr val="bg1"/>
                </a:solidFill>
              </a:rPr>
              <a:t>Archieve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17. Once done, right click and deploy </a:t>
            </a:r>
            <a:r>
              <a:rPr lang="en-US" sz="2000" dirty="0" err="1">
                <a:solidFill>
                  <a:schemeClr val="bg1"/>
                </a:solidFill>
              </a:rPr>
              <a:t>MTA_Archieve</a:t>
            </a:r>
            <a:r>
              <a:rPr lang="en-US" sz="2000" dirty="0">
                <a:solidFill>
                  <a:schemeClr val="bg1"/>
                </a:solidFill>
              </a:rPr>
              <a:t> to SAP BTP</a:t>
            </a:r>
            <a:endParaRPr lang="en-IN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972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FFB1-B477-7234-7772-C52F2881B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 Cloud Extension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7C5E39-64FC-6595-A253-13AA437144EA}"/>
              </a:ext>
            </a:extLst>
          </p:cNvPr>
          <p:cNvSpPr txBox="1"/>
          <p:nvPr/>
        </p:nvSpPr>
        <p:spPr>
          <a:xfrm>
            <a:off x="189756" y="908720"/>
            <a:ext cx="1180931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8. Replace hardcoded credentials with destination</a:t>
            </a:r>
          </a:p>
          <a:p>
            <a:r>
              <a:rPr lang="en-US" sz="2000" dirty="0">
                <a:solidFill>
                  <a:schemeClr val="bg1"/>
                </a:solidFill>
              </a:rPr>
              <a:t>9. Create a destination service and maintain destination with name S4HANA because the same we used in our code.</a:t>
            </a:r>
          </a:p>
          <a:p>
            <a:r>
              <a:rPr lang="en-US" sz="2000" dirty="0">
                <a:solidFill>
                  <a:schemeClr val="bg1"/>
                </a:solidFill>
              </a:rPr>
              <a:t>10. Create </a:t>
            </a:r>
            <a:r>
              <a:rPr lang="en-US" sz="2000" dirty="0" err="1">
                <a:solidFill>
                  <a:schemeClr val="bg1"/>
                </a:solidFill>
              </a:rPr>
              <a:t>mta.yaml</a:t>
            </a:r>
            <a:r>
              <a:rPr lang="en-US" sz="2000" dirty="0">
                <a:solidFill>
                  <a:schemeClr val="bg1"/>
                </a:solidFill>
              </a:rPr>
              <a:t> file for deployment</a:t>
            </a:r>
          </a:p>
          <a:p>
            <a:r>
              <a:rPr lang="en-US" sz="2000" dirty="0">
                <a:solidFill>
                  <a:schemeClr val="bg1"/>
                </a:solidFill>
              </a:rPr>
              <a:t>11. Add the modules, both </a:t>
            </a:r>
            <a:r>
              <a:rPr lang="en-US" sz="2000" dirty="0" err="1">
                <a:solidFill>
                  <a:schemeClr val="bg1"/>
                </a:solidFill>
              </a:rPr>
              <a:t>srv</a:t>
            </a:r>
            <a:r>
              <a:rPr lang="en-US" sz="2000" dirty="0">
                <a:solidFill>
                  <a:schemeClr val="bg1"/>
                </a:solidFill>
              </a:rPr>
              <a:t> and </a:t>
            </a:r>
            <a:r>
              <a:rPr lang="en-US" sz="2000" dirty="0" err="1">
                <a:solidFill>
                  <a:schemeClr val="bg1"/>
                </a:solidFill>
              </a:rPr>
              <a:t>ui</a:t>
            </a:r>
            <a:r>
              <a:rPr lang="en-US" sz="2000" dirty="0">
                <a:solidFill>
                  <a:schemeClr val="bg1"/>
                </a:solidFill>
              </a:rPr>
              <a:t> module. </a:t>
            </a:r>
          </a:p>
          <a:p>
            <a:r>
              <a:rPr lang="en-US" sz="2000" dirty="0">
                <a:solidFill>
                  <a:schemeClr val="bg1"/>
                </a:solidFill>
              </a:rPr>
              <a:t>12. Add Resources as destination and </a:t>
            </a:r>
            <a:r>
              <a:rPr lang="en-US" sz="2000" dirty="0" err="1">
                <a:solidFill>
                  <a:schemeClr val="bg1"/>
                </a:solidFill>
              </a:rPr>
              <a:t>xsuaa</a:t>
            </a:r>
            <a:r>
              <a:rPr lang="en-US" sz="2000" dirty="0">
                <a:solidFill>
                  <a:schemeClr val="bg1"/>
                </a:solidFill>
              </a:rPr>
              <a:t>. Maintain the </a:t>
            </a:r>
            <a:r>
              <a:rPr lang="en-US" sz="2000" dirty="0" err="1">
                <a:solidFill>
                  <a:schemeClr val="bg1"/>
                </a:solidFill>
              </a:rPr>
              <a:t>xs-security.json</a:t>
            </a:r>
            <a:r>
              <a:rPr lang="en-US" sz="2000" dirty="0">
                <a:solidFill>
                  <a:schemeClr val="bg1"/>
                </a:solidFill>
              </a:rPr>
              <a:t> file</a:t>
            </a:r>
          </a:p>
          <a:p>
            <a:r>
              <a:rPr lang="en-US" sz="2000" dirty="0">
                <a:solidFill>
                  <a:schemeClr val="bg1"/>
                </a:solidFill>
              </a:rPr>
              <a:t>13. Get the package </a:t>
            </a:r>
            <a:r>
              <a:rPr lang="en-US" sz="2000" dirty="0" err="1">
                <a:solidFill>
                  <a:schemeClr val="bg1"/>
                </a:solidFill>
              </a:rPr>
              <a:t>json</a:t>
            </a:r>
            <a:r>
              <a:rPr lang="en-US" sz="2000" dirty="0">
                <a:solidFill>
                  <a:schemeClr val="bg1"/>
                </a:solidFill>
              </a:rPr>
              <a:t> in app folder from </a:t>
            </a:r>
            <a:r>
              <a:rPr lang="en-US" sz="2000" dirty="0" err="1">
                <a:solidFill>
                  <a:schemeClr val="bg1"/>
                </a:solidFill>
              </a:rPr>
              <a:t>ui</a:t>
            </a:r>
            <a:r>
              <a:rPr lang="en-US" sz="2000" dirty="0">
                <a:solidFill>
                  <a:schemeClr val="bg1"/>
                </a:solidFill>
              </a:rPr>
              <a:t> project, Add the app router module @sap/approuter and include start script.</a:t>
            </a:r>
          </a:p>
          <a:p>
            <a:r>
              <a:rPr lang="en-US" sz="2000" dirty="0">
                <a:solidFill>
                  <a:schemeClr val="bg1"/>
                </a:solidFill>
              </a:rPr>
              <a:t>14. </a:t>
            </a:r>
            <a:r>
              <a:rPr lang="en-US" sz="2000" dirty="0" err="1">
                <a:solidFill>
                  <a:schemeClr val="bg1"/>
                </a:solidFill>
              </a:rPr>
              <a:t>xs-app.json</a:t>
            </a:r>
            <a:r>
              <a:rPr lang="en-US" sz="2000" dirty="0">
                <a:solidFill>
                  <a:schemeClr val="bg1"/>
                </a:solidFill>
              </a:rPr>
              <a:t> file for routing paths</a:t>
            </a:r>
          </a:p>
          <a:p>
            <a:r>
              <a:rPr lang="en-US" sz="2000" dirty="0">
                <a:solidFill>
                  <a:schemeClr val="bg1"/>
                </a:solidFill>
              </a:rPr>
              <a:t>15. Push the code to the </a:t>
            </a:r>
            <a:r>
              <a:rPr lang="en-US" sz="2000" dirty="0" err="1">
                <a:solidFill>
                  <a:schemeClr val="bg1"/>
                </a:solidFill>
              </a:rPr>
              <a:t>github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16. You can pull the app in BAS tool, Right click on </a:t>
            </a:r>
            <a:r>
              <a:rPr lang="en-US" sz="2000" dirty="0" err="1">
                <a:solidFill>
                  <a:schemeClr val="bg1"/>
                </a:solidFill>
              </a:rPr>
              <a:t>mta.yaml</a:t>
            </a:r>
            <a:r>
              <a:rPr lang="en-US" sz="2000" dirty="0">
                <a:solidFill>
                  <a:schemeClr val="bg1"/>
                </a:solidFill>
              </a:rPr>
              <a:t> and build MTA </a:t>
            </a:r>
            <a:r>
              <a:rPr lang="en-US" sz="2000" dirty="0" err="1">
                <a:solidFill>
                  <a:schemeClr val="bg1"/>
                </a:solidFill>
              </a:rPr>
              <a:t>Archieve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17. Once done, right click and deploy </a:t>
            </a:r>
            <a:r>
              <a:rPr lang="en-US" sz="2000" dirty="0" err="1">
                <a:solidFill>
                  <a:schemeClr val="bg1"/>
                </a:solidFill>
              </a:rPr>
              <a:t>MTA_Archieve</a:t>
            </a:r>
            <a:r>
              <a:rPr lang="en-US" sz="2000" dirty="0">
                <a:solidFill>
                  <a:schemeClr val="bg1"/>
                </a:solidFill>
              </a:rPr>
              <a:t> to SAP BTP</a:t>
            </a:r>
            <a:endParaRPr lang="en-IN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32779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64D82-70AA-2D55-B8BE-4C85B34A8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AD693-4654-2F3D-E4B0-13F998871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47299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5984C-7FDF-0A54-F147-9C740DC5C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DA7F2-5068-B234-96CA-9AACF8FFA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85370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420F5850-2D59-4C25-ADFF-E9013C5A6AA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85" r="10185"/>
          <a:stretch>
            <a:fillRect/>
          </a:stretch>
        </p:blipFill>
        <p:spPr/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CA9A03-C201-42B6-AF8D-AB31333C8852}"/>
              </a:ext>
            </a:extLst>
          </p:cNvPr>
          <p:cNvSpPr/>
          <p:nvPr/>
        </p:nvSpPr>
        <p:spPr>
          <a:xfrm>
            <a:off x="6065406" y="980728"/>
            <a:ext cx="5298342" cy="2776268"/>
          </a:xfrm>
          <a:prstGeom prst="roundRect">
            <a:avLst>
              <a:gd name="adj" fmla="val 8835"/>
            </a:avLst>
          </a:pr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09D3EC-7881-4341-8189-469046CA259E}"/>
              </a:ext>
            </a:extLst>
          </p:cNvPr>
          <p:cNvSpPr txBox="1"/>
          <p:nvPr/>
        </p:nvSpPr>
        <p:spPr>
          <a:xfrm>
            <a:off x="6641014" y="1389517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4000" b="1" i="0" dirty="0">
                <a:solidFill>
                  <a:schemeClr val="accent3"/>
                </a:solidFill>
                <a:effectLst/>
              </a:rPr>
              <a:t>What We</a:t>
            </a:r>
            <a:r>
              <a:rPr lang="en-IN" sz="4000" b="1" i="0" dirty="0">
                <a:solidFill>
                  <a:schemeClr val="accent1"/>
                </a:solidFill>
                <a:effectLst/>
              </a:rPr>
              <a:t> </a:t>
            </a:r>
            <a:r>
              <a:rPr lang="en-IN" sz="4000" b="1" i="0" dirty="0">
                <a:solidFill>
                  <a:schemeClr val="accent2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Did</a:t>
            </a:r>
            <a:endParaRPr lang="en-IN" sz="4000" b="1" dirty="0">
              <a:solidFill>
                <a:schemeClr val="accent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CBE2D0-9475-4BE8-AC62-B9A03DC275C3}"/>
              </a:ext>
            </a:extLst>
          </p:cNvPr>
          <p:cNvSpPr txBox="1"/>
          <p:nvPr/>
        </p:nvSpPr>
        <p:spPr>
          <a:xfrm>
            <a:off x="6641014" y="2147518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Let’s Summarize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BADDFA3-0336-41F5-81AE-B9456B828C2C}"/>
              </a:ext>
            </a:extLst>
          </p:cNvPr>
          <p:cNvGrpSpPr/>
          <p:nvPr/>
        </p:nvGrpSpPr>
        <p:grpSpPr>
          <a:xfrm>
            <a:off x="6664269" y="3161139"/>
            <a:ext cx="617354" cy="109990"/>
            <a:chOff x="6006451" y="5603130"/>
            <a:chExt cx="617354" cy="109990"/>
          </a:xfrm>
        </p:grpSpPr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EF42471A-33F9-4E04-8306-66A59FCEE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6451" y="5603130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C99CB4F6-0149-49F4-8A24-BEB708A29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0132" y="5603130"/>
              <a:ext cx="109992" cy="10999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8BED369E-8B8A-45FD-8B5A-703CE09C2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3813" y="5603130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77156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BB0BAE-F023-4B67-BE79-3E1A8ACA9361}"/>
              </a:ext>
            </a:extLst>
          </p:cNvPr>
          <p:cNvSpPr txBox="1"/>
          <p:nvPr/>
        </p:nvSpPr>
        <p:spPr>
          <a:xfrm>
            <a:off x="1260763" y="3440863"/>
            <a:ext cx="5583381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6000" b="1" i="0" dirty="0">
                <a:solidFill>
                  <a:schemeClr val="bg1"/>
                </a:solidFill>
                <a:effectLst/>
              </a:rPr>
              <a:t>Thank</a:t>
            </a:r>
            <a:r>
              <a:rPr lang="en-IN" sz="6000" b="1" i="0" dirty="0">
                <a:solidFill>
                  <a:schemeClr val="accent1"/>
                </a:solidFill>
                <a:effectLst/>
              </a:rPr>
              <a:t> </a:t>
            </a:r>
            <a:r>
              <a:rPr lang="en-IN" sz="6000" b="1" dirty="0">
                <a:solidFill>
                  <a:schemeClr val="accent2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You</a:t>
            </a:r>
            <a:endParaRPr lang="en-IN" sz="6000" dirty="0">
              <a:solidFill>
                <a:schemeClr val="accent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D57203-1FF5-432E-8E3E-4DFC442AA54C}"/>
              </a:ext>
            </a:extLst>
          </p:cNvPr>
          <p:cNvSpPr txBox="1"/>
          <p:nvPr/>
        </p:nvSpPr>
        <p:spPr>
          <a:xfrm>
            <a:off x="1260763" y="4581128"/>
            <a:ext cx="5583381" cy="83099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5400" b="1" kern="0" dirty="0">
                <a:solidFill>
                  <a:schemeClr val="accent2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End of Day 17</a:t>
            </a:r>
            <a:endParaRPr lang="en-US" sz="5400" b="1" dirty="0">
              <a:solidFill>
                <a:schemeClr val="accent2"/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CB110C8-9FFD-4804-BDCA-1C9EB581BD4D}"/>
              </a:ext>
            </a:extLst>
          </p:cNvPr>
          <p:cNvCxnSpPr>
            <a:cxnSpLocks/>
          </p:cNvCxnSpPr>
          <p:nvPr/>
        </p:nvCxnSpPr>
        <p:spPr>
          <a:xfrm flipV="1">
            <a:off x="1300694" y="-21772"/>
            <a:ext cx="0" cy="3284984"/>
          </a:xfrm>
          <a:prstGeom prst="line">
            <a:avLst/>
          </a:prstGeom>
          <a:ln w="63500" cap="rnd"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E98CF33A-90E6-4EA2-B3D7-0B26F42FF079}"/>
              </a:ext>
            </a:extLst>
          </p:cNvPr>
          <p:cNvGrpSpPr/>
          <p:nvPr/>
        </p:nvGrpSpPr>
        <p:grpSpPr>
          <a:xfrm>
            <a:off x="1260763" y="5662865"/>
            <a:ext cx="1311594" cy="371301"/>
            <a:chOff x="1162522" y="5662865"/>
            <a:chExt cx="1311594" cy="371301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21818D1-4413-4BFC-80DF-9BAF80F237AF}"/>
                </a:ext>
              </a:extLst>
            </p:cNvPr>
            <p:cNvSpPr/>
            <p:nvPr/>
          </p:nvSpPr>
          <p:spPr>
            <a:xfrm>
              <a:off x="1162522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Shape">
              <a:hlinkClick r:id="rId2"/>
              <a:extLst>
                <a:ext uri="{FF2B5EF4-FFF2-40B4-BE49-F238E27FC236}">
                  <a16:creationId xmlns:a16="http://schemas.microsoft.com/office/drawing/2014/main" id="{EDFC2025-1ECF-4924-AE38-C781400903DF}"/>
                </a:ext>
              </a:extLst>
            </p:cNvPr>
            <p:cNvSpPr/>
            <p:nvPr/>
          </p:nvSpPr>
          <p:spPr>
            <a:xfrm>
              <a:off x="1296648" y="5763560"/>
              <a:ext cx="85868" cy="1842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72" y="7078"/>
                  </a:moveTo>
                  <a:lnTo>
                    <a:pt x="14372" y="5216"/>
                  </a:lnTo>
                  <a:cubicBezTo>
                    <a:pt x="14372" y="4937"/>
                    <a:pt x="14400" y="4721"/>
                    <a:pt x="14456" y="4568"/>
                  </a:cubicBezTo>
                  <a:cubicBezTo>
                    <a:pt x="14512" y="4415"/>
                    <a:pt x="14639" y="4264"/>
                    <a:pt x="14836" y="4115"/>
                  </a:cubicBezTo>
                  <a:cubicBezTo>
                    <a:pt x="15033" y="3967"/>
                    <a:pt x="15352" y="3864"/>
                    <a:pt x="15793" y="3808"/>
                  </a:cubicBezTo>
                  <a:cubicBezTo>
                    <a:pt x="16233" y="3751"/>
                    <a:pt x="16819" y="3722"/>
                    <a:pt x="17551" y="3722"/>
                  </a:cubicBezTo>
                  <a:lnTo>
                    <a:pt x="21544" y="3722"/>
                  </a:lnTo>
                  <a:lnTo>
                    <a:pt x="21544" y="0"/>
                  </a:lnTo>
                  <a:lnTo>
                    <a:pt x="15160" y="0"/>
                  </a:lnTo>
                  <a:cubicBezTo>
                    <a:pt x="11466" y="0"/>
                    <a:pt x="8813" y="409"/>
                    <a:pt x="7200" y="1225"/>
                  </a:cubicBezTo>
                  <a:cubicBezTo>
                    <a:pt x="5588" y="2042"/>
                    <a:pt x="4782" y="3246"/>
                    <a:pt x="4782" y="4836"/>
                  </a:cubicBezTo>
                  <a:lnTo>
                    <a:pt x="4782" y="7077"/>
                  </a:lnTo>
                  <a:lnTo>
                    <a:pt x="0" y="7077"/>
                  </a:lnTo>
                  <a:lnTo>
                    <a:pt x="0" y="10800"/>
                  </a:lnTo>
                  <a:lnTo>
                    <a:pt x="4781" y="10800"/>
                  </a:lnTo>
                  <a:lnTo>
                    <a:pt x="4781" y="21600"/>
                  </a:lnTo>
                  <a:lnTo>
                    <a:pt x="14372" y="21600"/>
                  </a:lnTo>
                  <a:lnTo>
                    <a:pt x="14372" y="10800"/>
                  </a:lnTo>
                  <a:lnTo>
                    <a:pt x="20756" y="10800"/>
                  </a:lnTo>
                  <a:lnTo>
                    <a:pt x="21600" y="7078"/>
                  </a:lnTo>
                  <a:cubicBezTo>
                    <a:pt x="21600" y="7078"/>
                    <a:pt x="14372" y="7078"/>
                    <a:pt x="14372" y="7078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C594A17-950B-4231-AA93-6E8DB90F8098}"/>
                </a:ext>
              </a:extLst>
            </p:cNvPr>
            <p:cNvSpPr/>
            <p:nvPr/>
          </p:nvSpPr>
          <p:spPr>
            <a:xfrm>
              <a:off x="1632668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Shape">
              <a:hlinkClick r:id="rId3"/>
              <a:extLst>
                <a:ext uri="{FF2B5EF4-FFF2-40B4-BE49-F238E27FC236}">
                  <a16:creationId xmlns:a16="http://schemas.microsoft.com/office/drawing/2014/main" id="{C70A3C55-CE25-4C0F-9537-824AEA080D1D}"/>
                </a:ext>
              </a:extLst>
            </p:cNvPr>
            <p:cNvSpPr/>
            <p:nvPr/>
          </p:nvSpPr>
          <p:spPr>
            <a:xfrm>
              <a:off x="1716213" y="5774232"/>
              <a:ext cx="200503" cy="162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7"/>
                  </a:moveTo>
                  <a:cubicBezTo>
                    <a:pt x="20797" y="2991"/>
                    <a:pt x="19941" y="3278"/>
                    <a:pt x="19048" y="3418"/>
                  </a:cubicBezTo>
                  <a:cubicBezTo>
                    <a:pt x="19966" y="2743"/>
                    <a:pt x="20667" y="1683"/>
                    <a:pt x="20997" y="405"/>
                  </a:cubicBezTo>
                  <a:cubicBezTo>
                    <a:pt x="20141" y="1034"/>
                    <a:pt x="19196" y="1477"/>
                    <a:pt x="18188" y="1725"/>
                  </a:cubicBezTo>
                  <a:cubicBezTo>
                    <a:pt x="17376" y="660"/>
                    <a:pt x="16217" y="0"/>
                    <a:pt x="14954" y="0"/>
                  </a:cubicBezTo>
                  <a:cubicBezTo>
                    <a:pt x="12502" y="0"/>
                    <a:pt x="10529" y="2449"/>
                    <a:pt x="10529" y="5451"/>
                  </a:cubicBezTo>
                  <a:cubicBezTo>
                    <a:pt x="10529" y="5883"/>
                    <a:pt x="10558" y="6299"/>
                    <a:pt x="10631" y="6694"/>
                  </a:cubicBezTo>
                  <a:cubicBezTo>
                    <a:pt x="6950" y="6473"/>
                    <a:pt x="3692" y="4302"/>
                    <a:pt x="1504" y="994"/>
                  </a:cubicBezTo>
                  <a:cubicBezTo>
                    <a:pt x="1122" y="1809"/>
                    <a:pt x="898" y="2743"/>
                    <a:pt x="898" y="3748"/>
                  </a:cubicBezTo>
                  <a:cubicBezTo>
                    <a:pt x="898" y="5636"/>
                    <a:pt x="1687" y="7309"/>
                    <a:pt x="2865" y="8278"/>
                  </a:cubicBezTo>
                  <a:cubicBezTo>
                    <a:pt x="2153" y="8261"/>
                    <a:pt x="1455" y="8007"/>
                    <a:pt x="864" y="7606"/>
                  </a:cubicBezTo>
                  <a:cubicBezTo>
                    <a:pt x="864" y="7623"/>
                    <a:pt x="864" y="7645"/>
                    <a:pt x="864" y="7666"/>
                  </a:cubicBezTo>
                  <a:cubicBezTo>
                    <a:pt x="864" y="10315"/>
                    <a:pt x="2399" y="12515"/>
                    <a:pt x="4412" y="13022"/>
                  </a:cubicBezTo>
                  <a:cubicBezTo>
                    <a:pt x="4051" y="13143"/>
                    <a:pt x="3658" y="13201"/>
                    <a:pt x="3251" y="13201"/>
                  </a:cubicBezTo>
                  <a:cubicBezTo>
                    <a:pt x="2967" y="13201"/>
                    <a:pt x="2681" y="13181"/>
                    <a:pt x="2412" y="13108"/>
                  </a:cubicBezTo>
                  <a:cubicBezTo>
                    <a:pt x="2986" y="15266"/>
                    <a:pt x="4614" y="16853"/>
                    <a:pt x="6550" y="16905"/>
                  </a:cubicBezTo>
                  <a:cubicBezTo>
                    <a:pt x="5044" y="18355"/>
                    <a:pt x="3131" y="19229"/>
                    <a:pt x="1060" y="19229"/>
                  </a:cubicBezTo>
                  <a:cubicBezTo>
                    <a:pt x="697" y="19229"/>
                    <a:pt x="348" y="19209"/>
                    <a:pt x="0" y="19154"/>
                  </a:cubicBezTo>
                  <a:cubicBezTo>
                    <a:pt x="1962" y="20711"/>
                    <a:pt x="4286" y="21600"/>
                    <a:pt x="6793" y="21600"/>
                  </a:cubicBezTo>
                  <a:cubicBezTo>
                    <a:pt x="14942" y="21600"/>
                    <a:pt x="19397" y="13292"/>
                    <a:pt x="19397" y="6091"/>
                  </a:cubicBezTo>
                  <a:cubicBezTo>
                    <a:pt x="19397" y="5850"/>
                    <a:pt x="19390" y="5618"/>
                    <a:pt x="19380" y="5387"/>
                  </a:cubicBezTo>
                  <a:cubicBezTo>
                    <a:pt x="20259" y="4619"/>
                    <a:pt x="20998" y="3660"/>
                    <a:pt x="21600" y="2557"/>
                  </a:cubicBezTo>
                  <a:cubicBezTo>
                    <a:pt x="21600" y="2557"/>
                    <a:pt x="21600" y="2557"/>
                    <a:pt x="21600" y="2557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F389CA4-9215-4DA8-BFFA-FA4329B49979}"/>
                </a:ext>
              </a:extLst>
            </p:cNvPr>
            <p:cNvSpPr/>
            <p:nvPr/>
          </p:nvSpPr>
          <p:spPr>
            <a:xfrm>
              <a:off x="2102815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Shape">
              <a:hlinkClick r:id="rId4"/>
              <a:extLst>
                <a:ext uri="{FF2B5EF4-FFF2-40B4-BE49-F238E27FC236}">
                  <a16:creationId xmlns:a16="http://schemas.microsoft.com/office/drawing/2014/main" id="{F0CB12D6-F0DA-4BB6-B2C7-4BE43A29C51F}"/>
                </a:ext>
              </a:extLst>
            </p:cNvPr>
            <p:cNvSpPr/>
            <p:nvPr/>
          </p:nvSpPr>
          <p:spPr>
            <a:xfrm>
              <a:off x="2189003" y="5751342"/>
              <a:ext cx="202748" cy="2027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427" y="11280"/>
                  </a:moveTo>
                  <a:cubicBezTo>
                    <a:pt x="17712" y="10975"/>
                    <a:pt x="15821" y="11022"/>
                    <a:pt x="13768" y="11419"/>
                  </a:cubicBezTo>
                  <a:cubicBezTo>
                    <a:pt x="13571" y="10725"/>
                    <a:pt x="13362" y="10071"/>
                    <a:pt x="13146" y="9456"/>
                  </a:cubicBezTo>
                  <a:cubicBezTo>
                    <a:pt x="15173" y="8681"/>
                    <a:pt x="16814" y="7539"/>
                    <a:pt x="18018" y="6057"/>
                  </a:cubicBezTo>
                  <a:cubicBezTo>
                    <a:pt x="18916" y="7419"/>
                    <a:pt x="19440" y="9050"/>
                    <a:pt x="19440" y="10800"/>
                  </a:cubicBezTo>
                  <a:cubicBezTo>
                    <a:pt x="19440" y="10961"/>
                    <a:pt x="19435" y="11121"/>
                    <a:pt x="19427" y="11280"/>
                  </a:cubicBezTo>
                  <a:cubicBezTo>
                    <a:pt x="19427" y="11280"/>
                    <a:pt x="19427" y="11280"/>
                    <a:pt x="19427" y="11280"/>
                  </a:cubicBezTo>
                  <a:close/>
                  <a:moveTo>
                    <a:pt x="15025" y="18334"/>
                  </a:moveTo>
                  <a:cubicBezTo>
                    <a:pt x="14873" y="16593"/>
                    <a:pt x="14617" y="14987"/>
                    <a:pt x="14296" y="13522"/>
                  </a:cubicBezTo>
                  <a:cubicBezTo>
                    <a:pt x="15886" y="13225"/>
                    <a:pt x="17507" y="13137"/>
                    <a:pt x="19038" y="13406"/>
                  </a:cubicBezTo>
                  <a:cubicBezTo>
                    <a:pt x="18371" y="15511"/>
                    <a:pt x="16918" y="17268"/>
                    <a:pt x="15025" y="18334"/>
                  </a:cubicBezTo>
                  <a:cubicBezTo>
                    <a:pt x="15025" y="18334"/>
                    <a:pt x="15025" y="18334"/>
                    <a:pt x="15025" y="18334"/>
                  </a:cubicBezTo>
                  <a:close/>
                  <a:moveTo>
                    <a:pt x="10800" y="19440"/>
                  </a:moveTo>
                  <a:cubicBezTo>
                    <a:pt x="8577" y="19440"/>
                    <a:pt x="6548" y="18596"/>
                    <a:pt x="5015" y="17212"/>
                  </a:cubicBezTo>
                  <a:cubicBezTo>
                    <a:pt x="6456" y="16365"/>
                    <a:pt x="9162" y="14922"/>
                    <a:pt x="12199" y="14029"/>
                  </a:cubicBezTo>
                  <a:cubicBezTo>
                    <a:pt x="12538" y="15587"/>
                    <a:pt x="12795" y="17303"/>
                    <a:pt x="12924" y="19176"/>
                  </a:cubicBezTo>
                  <a:cubicBezTo>
                    <a:pt x="12244" y="19348"/>
                    <a:pt x="11533" y="19440"/>
                    <a:pt x="10800" y="19440"/>
                  </a:cubicBezTo>
                  <a:cubicBezTo>
                    <a:pt x="10800" y="19440"/>
                    <a:pt x="10800" y="19440"/>
                    <a:pt x="10800" y="19440"/>
                  </a:cubicBezTo>
                  <a:close/>
                  <a:moveTo>
                    <a:pt x="2160" y="10800"/>
                  </a:moveTo>
                  <a:cubicBezTo>
                    <a:pt x="2160" y="10677"/>
                    <a:pt x="2163" y="10555"/>
                    <a:pt x="2168" y="10434"/>
                  </a:cubicBezTo>
                  <a:cubicBezTo>
                    <a:pt x="3029" y="10541"/>
                    <a:pt x="4305" y="10658"/>
                    <a:pt x="5793" y="10658"/>
                  </a:cubicBezTo>
                  <a:cubicBezTo>
                    <a:pt x="6514" y="10658"/>
                    <a:pt x="7284" y="10631"/>
                    <a:pt x="8081" y="10562"/>
                  </a:cubicBezTo>
                  <a:cubicBezTo>
                    <a:pt x="9142" y="10470"/>
                    <a:pt x="10142" y="10310"/>
                    <a:pt x="11081" y="10088"/>
                  </a:cubicBezTo>
                  <a:cubicBezTo>
                    <a:pt x="11287" y="10669"/>
                    <a:pt x="11485" y="11281"/>
                    <a:pt x="11671" y="11928"/>
                  </a:cubicBezTo>
                  <a:cubicBezTo>
                    <a:pt x="10698" y="12211"/>
                    <a:pt x="9693" y="12565"/>
                    <a:pt x="8656" y="12990"/>
                  </a:cubicBezTo>
                  <a:cubicBezTo>
                    <a:pt x="6423" y="13906"/>
                    <a:pt x="4601" y="14931"/>
                    <a:pt x="3585" y="15547"/>
                  </a:cubicBezTo>
                  <a:cubicBezTo>
                    <a:pt x="2685" y="14184"/>
                    <a:pt x="2160" y="12552"/>
                    <a:pt x="2160" y="10800"/>
                  </a:cubicBezTo>
                  <a:cubicBezTo>
                    <a:pt x="2160" y="10800"/>
                    <a:pt x="2160" y="10800"/>
                    <a:pt x="2160" y="10800"/>
                  </a:cubicBezTo>
                  <a:close/>
                  <a:moveTo>
                    <a:pt x="7253" y="2922"/>
                  </a:moveTo>
                  <a:cubicBezTo>
                    <a:pt x="7897" y="3727"/>
                    <a:pt x="9119" y="5437"/>
                    <a:pt x="10273" y="8054"/>
                  </a:cubicBezTo>
                  <a:cubicBezTo>
                    <a:pt x="7243" y="8704"/>
                    <a:pt x="4136" y="8489"/>
                    <a:pt x="2530" y="8298"/>
                  </a:cubicBezTo>
                  <a:cubicBezTo>
                    <a:pt x="3257" y="5901"/>
                    <a:pt x="4998" y="3941"/>
                    <a:pt x="7253" y="2922"/>
                  </a:cubicBezTo>
                  <a:cubicBezTo>
                    <a:pt x="7253" y="2922"/>
                    <a:pt x="7253" y="2922"/>
                    <a:pt x="7253" y="2922"/>
                  </a:cubicBezTo>
                  <a:close/>
                  <a:moveTo>
                    <a:pt x="10800" y="2160"/>
                  </a:moveTo>
                  <a:cubicBezTo>
                    <a:pt x="13021" y="2160"/>
                    <a:pt x="15049" y="3003"/>
                    <a:pt x="16581" y="4385"/>
                  </a:cubicBezTo>
                  <a:cubicBezTo>
                    <a:pt x="15509" y="5855"/>
                    <a:pt x="14008" y="6822"/>
                    <a:pt x="12365" y="7445"/>
                  </a:cubicBezTo>
                  <a:cubicBezTo>
                    <a:pt x="12091" y="6806"/>
                    <a:pt x="11817" y="6226"/>
                    <a:pt x="11555" y="5709"/>
                  </a:cubicBezTo>
                  <a:cubicBezTo>
                    <a:pt x="10795" y="4211"/>
                    <a:pt x="10048" y="3064"/>
                    <a:pt x="9466" y="2263"/>
                  </a:cubicBezTo>
                  <a:cubicBezTo>
                    <a:pt x="9901" y="2195"/>
                    <a:pt x="10346" y="2160"/>
                    <a:pt x="10800" y="2160"/>
                  </a:cubicBezTo>
                  <a:cubicBezTo>
                    <a:pt x="10800" y="2160"/>
                    <a:pt x="10800" y="2160"/>
                    <a:pt x="10800" y="2160"/>
                  </a:cubicBezTo>
                  <a:close/>
                  <a:moveTo>
                    <a:pt x="18834" y="3590"/>
                  </a:moveTo>
                  <a:lnTo>
                    <a:pt x="18682" y="3425"/>
                  </a:lnTo>
                  <a:cubicBezTo>
                    <a:pt x="16710" y="1318"/>
                    <a:pt x="13906" y="0"/>
                    <a:pt x="10800" y="0"/>
                  </a:cubicBezTo>
                  <a:cubicBezTo>
                    <a:pt x="9564" y="0"/>
                    <a:pt x="8376" y="209"/>
                    <a:pt x="7269" y="593"/>
                  </a:cubicBezTo>
                  <a:lnTo>
                    <a:pt x="7157" y="633"/>
                  </a:lnTo>
                  <a:cubicBezTo>
                    <a:pt x="3542" y="1932"/>
                    <a:pt x="814" y="5108"/>
                    <a:pt x="154" y="8980"/>
                  </a:cubicBezTo>
                  <a:cubicBezTo>
                    <a:pt x="153" y="8984"/>
                    <a:pt x="152" y="8988"/>
                    <a:pt x="152" y="8991"/>
                  </a:cubicBezTo>
                  <a:cubicBezTo>
                    <a:pt x="149" y="9004"/>
                    <a:pt x="148" y="9016"/>
                    <a:pt x="146" y="9028"/>
                  </a:cubicBezTo>
                  <a:cubicBezTo>
                    <a:pt x="51" y="9605"/>
                    <a:pt x="0" y="10197"/>
                    <a:pt x="0" y="10800"/>
                  </a:cubicBezTo>
                  <a:cubicBezTo>
                    <a:pt x="0" y="13375"/>
                    <a:pt x="906" y="15741"/>
                    <a:pt x="2416" y="17599"/>
                  </a:cubicBezTo>
                  <a:cubicBezTo>
                    <a:pt x="2417" y="17600"/>
                    <a:pt x="2541" y="17751"/>
                    <a:pt x="2541" y="17751"/>
                  </a:cubicBezTo>
                  <a:cubicBezTo>
                    <a:pt x="4524" y="20103"/>
                    <a:pt x="7490" y="21600"/>
                    <a:pt x="10800" y="21600"/>
                  </a:cubicBezTo>
                  <a:cubicBezTo>
                    <a:pt x="12051" y="21600"/>
                    <a:pt x="13252" y="21385"/>
                    <a:pt x="14370" y="20993"/>
                  </a:cubicBezTo>
                  <a:cubicBezTo>
                    <a:pt x="14400" y="20983"/>
                    <a:pt x="14429" y="20974"/>
                    <a:pt x="14457" y="20962"/>
                  </a:cubicBezTo>
                  <a:cubicBezTo>
                    <a:pt x="18004" y="19681"/>
                    <a:pt x="20694" y="16594"/>
                    <a:pt x="21411" y="12816"/>
                  </a:cubicBezTo>
                  <a:cubicBezTo>
                    <a:pt x="21412" y="12806"/>
                    <a:pt x="21414" y="12797"/>
                    <a:pt x="21416" y="12788"/>
                  </a:cubicBezTo>
                  <a:cubicBezTo>
                    <a:pt x="21536" y="12143"/>
                    <a:pt x="21600" y="11479"/>
                    <a:pt x="21600" y="10800"/>
                  </a:cubicBezTo>
                  <a:cubicBezTo>
                    <a:pt x="21600" y="8032"/>
                    <a:pt x="20553" y="5503"/>
                    <a:pt x="18834" y="3590"/>
                  </a:cubicBezTo>
                  <a:cubicBezTo>
                    <a:pt x="18834" y="3590"/>
                    <a:pt x="18834" y="3590"/>
                    <a:pt x="18834" y="359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</p:grpSp>
      <p:pic>
        <p:nvPicPr>
          <p:cNvPr id="16" name="Picture 2" descr="E:\cloud\drive\websites\slidemodel\logo\sebastian\slidemodel-logo-trans.png">
            <a:extLst>
              <a:ext uri="{FF2B5EF4-FFF2-40B4-BE49-F238E27FC236}">
                <a16:creationId xmlns:a16="http://schemas.microsoft.com/office/drawing/2014/main" id="{59E8070B-51C3-4A5F-B241-A7744B4F6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8418" y="6398156"/>
            <a:ext cx="1432658" cy="271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E739AA3-A794-9F54-6A5A-CA2C7ED598BB}"/>
              </a:ext>
            </a:extLst>
          </p:cNvPr>
          <p:cNvSpPr/>
          <p:nvPr/>
        </p:nvSpPr>
        <p:spPr>
          <a:xfrm>
            <a:off x="1300694" y="2272374"/>
            <a:ext cx="5297771" cy="986340"/>
          </a:xfrm>
          <a:prstGeom prst="rect">
            <a:avLst/>
          </a:prstGeom>
          <a:ln>
            <a:solidFill>
              <a:schemeClr val="accent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www.anubhavtrainings.com</a:t>
            </a:r>
          </a:p>
        </p:txBody>
      </p:sp>
    </p:spTree>
    <p:extLst>
      <p:ext uri="{BB962C8B-B14F-4D97-AF65-F5344CB8AC3E}">
        <p14:creationId xmlns:p14="http://schemas.microsoft.com/office/powerpoint/2010/main" val="1842044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>
            <a:extLst>
              <a:ext uri="{FF2B5EF4-FFF2-40B4-BE49-F238E27FC236}">
                <a16:creationId xmlns:a16="http://schemas.microsoft.com/office/drawing/2014/main" id="{EAF14BF4-9A45-8B4E-AA65-A815CC72E5A3}"/>
              </a:ext>
            </a:extLst>
          </p:cNvPr>
          <p:cNvSpPr/>
          <p:nvPr/>
        </p:nvSpPr>
        <p:spPr>
          <a:xfrm flipH="1">
            <a:off x="3029488" y="2339447"/>
            <a:ext cx="9159332" cy="4517660"/>
          </a:xfrm>
          <a:prstGeom prst="rtTriangle">
            <a:avLst/>
          </a:prstGeom>
          <a:solidFill>
            <a:srgbClr val="18A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901FB9E-D5D8-0E42-9064-309ADD0ECF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892"/>
            <a:ext cx="12188825" cy="4876667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0F6EAF-BDD9-FA40-9881-470C78C023C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86" y="892"/>
            <a:ext cx="12185652" cy="487666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D8E97E7-E23C-4E4A-A0AF-1C43E32D5148}"/>
              </a:ext>
            </a:extLst>
          </p:cNvPr>
          <p:cNvSpPr/>
          <p:nvPr/>
        </p:nvSpPr>
        <p:spPr>
          <a:xfrm>
            <a:off x="3175" y="-9395"/>
            <a:ext cx="12184064" cy="4886954"/>
          </a:xfrm>
          <a:prstGeom prst="rect">
            <a:avLst/>
          </a:prstGeom>
          <a:gradFill>
            <a:gsLst>
              <a:gs pos="89000">
                <a:schemeClr val="accent4">
                  <a:lumMod val="75000"/>
                  <a:alpha val="96000"/>
                </a:schemeClr>
              </a:gs>
              <a:gs pos="29000">
                <a:schemeClr val="tx2">
                  <a:alpha val="84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en-US" sz="1799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FFC3F4-1A5C-6446-9CE3-98CE002CFF5F}"/>
              </a:ext>
            </a:extLst>
          </p:cNvPr>
          <p:cNvSpPr/>
          <p:nvPr/>
        </p:nvSpPr>
        <p:spPr>
          <a:xfrm>
            <a:off x="350568" y="5992010"/>
            <a:ext cx="3553364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3943">
              <a:defRPr/>
            </a:pPr>
            <a:r>
              <a:rPr lang="en-US" sz="1799" b="1" dirty="0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us today!</a:t>
            </a:r>
          </a:p>
          <a:p>
            <a:pPr defTabSz="913943">
              <a:defRPr/>
            </a:pPr>
            <a:r>
              <a:rPr lang="en-US" sz="1799" dirty="0">
                <a:solidFill>
                  <a:srgbClr val="44546A"/>
                </a:solidFill>
                <a:latin typeface="Arial" panose="020B0604020202020204"/>
              </a:rPr>
              <a:t>https://anubhavtrainings.com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91E6F4-0EB3-3446-B962-79A0A253F3F7}"/>
              </a:ext>
            </a:extLst>
          </p:cNvPr>
          <p:cNvSpPr/>
          <p:nvPr/>
        </p:nvSpPr>
        <p:spPr>
          <a:xfrm>
            <a:off x="8178219" y="2926031"/>
            <a:ext cx="3229442" cy="2769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IN" sz="1200" spc="50" dirty="0">
                <a:solidFill>
                  <a:srgbClr val="FFFFFF">
                    <a:lumMod val="9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build the workforce of the future.</a:t>
            </a:r>
            <a:endParaRPr lang="en-US" sz="1200" spc="50" dirty="0">
              <a:solidFill>
                <a:srgbClr val="FFFFFF">
                  <a:lumMod val="9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9EED0AA-D6A0-854A-9888-8400B6D1FE48}"/>
              </a:ext>
            </a:extLst>
          </p:cNvPr>
          <p:cNvSpPr/>
          <p:nvPr/>
        </p:nvSpPr>
        <p:spPr>
          <a:xfrm>
            <a:off x="1221676" y="3113856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260+ 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Corporate Clients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FBD6F02-53D0-BF4D-BF2A-4BD3E0AC1D30}"/>
              </a:ext>
            </a:extLst>
          </p:cNvPr>
          <p:cNvSpPr/>
          <p:nvPr/>
        </p:nvSpPr>
        <p:spPr>
          <a:xfrm>
            <a:off x="2825143" y="3113856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60,000+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Learners Trained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3EFFD71-D9A6-F843-8D97-4553654A0BAE}"/>
              </a:ext>
            </a:extLst>
          </p:cNvPr>
          <p:cNvSpPr/>
          <p:nvPr/>
        </p:nvSpPr>
        <p:spPr>
          <a:xfrm>
            <a:off x="4495429" y="3111497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26000+ 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Learners Placed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BB1580-5754-8F41-9AD0-21D8AE6FD29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83127" y="2279841"/>
            <a:ext cx="640059" cy="6400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5C330F-D3B3-C54E-A760-411AF08F90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05530" y="2272765"/>
            <a:ext cx="671928" cy="671928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32520" y="692233"/>
            <a:ext cx="6570959" cy="11384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We’re committed to empower you to be</a:t>
            </a:r>
          </a:p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7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en-US" sz="2799" b="1" dirty="0" err="1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FutureReady</a:t>
            </a:r>
            <a:r>
              <a:rPr lang="en-US" sz="27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through powerful training solutions.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9B88429-5E3E-E649-B2EC-6D73DF20380B}"/>
              </a:ext>
            </a:extLst>
          </p:cNvPr>
          <p:cNvSpPr/>
          <p:nvPr/>
        </p:nvSpPr>
        <p:spPr>
          <a:xfrm>
            <a:off x="350569" y="4998498"/>
            <a:ext cx="3900557" cy="892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>
              <a:defRPr/>
            </a:pPr>
            <a:r>
              <a:rPr lang="en-US" sz="1999" b="1" spc="100" dirty="0">
                <a:solidFill>
                  <a:srgbClr val="F97700"/>
                </a:solidFill>
                <a:latin typeface="Arial" panose="020B0604020202020204"/>
              </a:rPr>
              <a:t>FREE WEBINARS </a:t>
            </a:r>
          </a:p>
          <a:p>
            <a:pPr defTabSz="914126">
              <a:defRPr/>
            </a:pPr>
            <a:r>
              <a:rPr lang="en-US" sz="1600" i="1" dirty="0">
                <a:solidFill>
                  <a:srgbClr val="F97700"/>
                </a:solidFill>
                <a:latin typeface="Arial" panose="020B0604020202020204"/>
              </a:rPr>
              <a:t>Sign up for free webinars with industry experts every fortnight!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2992D5F-5E6B-654B-9458-11A35BA426B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1451" y="2194693"/>
            <a:ext cx="851865" cy="851865"/>
          </a:xfrm>
          <a:prstGeom prst="rect">
            <a:avLst/>
          </a:prstGeom>
        </p:spPr>
      </p:pic>
      <p:grpSp>
        <p:nvGrpSpPr>
          <p:cNvPr id="8" name="Group 13">
            <a:extLst>
              <a:ext uri="{FF2B5EF4-FFF2-40B4-BE49-F238E27FC236}">
                <a16:creationId xmlns:a16="http://schemas.microsoft.com/office/drawing/2014/main" id="{C4CE162D-F9BF-9140-A233-D39001B36CFD}"/>
              </a:ext>
            </a:extLst>
          </p:cNvPr>
          <p:cNvGrpSpPr/>
          <p:nvPr/>
        </p:nvGrpSpPr>
        <p:grpSpPr>
          <a:xfrm>
            <a:off x="6517598" y="3369121"/>
            <a:ext cx="5611184" cy="3380860"/>
            <a:chOff x="4482563" y="4980191"/>
            <a:chExt cx="3128574" cy="1841396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2C3C8DA-341B-5A4B-82D2-EE674B9C2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82563" y="4980191"/>
              <a:ext cx="3128574" cy="184139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F68CD41-8EF3-B443-924E-319DE8B168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906220" y="5127342"/>
              <a:ext cx="2275190" cy="1498325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4C82462-A6A9-9F40-B874-C2786492A285}"/>
              </a:ext>
            </a:extLst>
          </p:cNvPr>
          <p:cNvSpPr/>
          <p:nvPr/>
        </p:nvSpPr>
        <p:spPr>
          <a:xfrm>
            <a:off x="4492569" y="5574754"/>
            <a:ext cx="2196235" cy="5473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D41E04-1B35-BD4F-8B37-C6CC88C6B995}"/>
              </a:ext>
            </a:extLst>
          </p:cNvPr>
          <p:cNvSpPr/>
          <p:nvPr/>
        </p:nvSpPr>
        <p:spPr>
          <a:xfrm>
            <a:off x="4399734" y="5490332"/>
            <a:ext cx="2196235" cy="5473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A9D7C5-0368-6645-B73F-D51BF9C01567}"/>
              </a:ext>
            </a:extLst>
          </p:cNvPr>
          <p:cNvSpPr/>
          <p:nvPr/>
        </p:nvSpPr>
        <p:spPr>
          <a:xfrm>
            <a:off x="4802969" y="5590298"/>
            <a:ext cx="1466686" cy="3692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126">
              <a:defRPr/>
            </a:pPr>
            <a:r>
              <a:rPr lang="en-US" sz="1799" b="1" dirty="0">
                <a:solidFill>
                  <a:srgbClr val="44546A"/>
                </a:solidFill>
                <a:latin typeface="Arial" panose="020B0604020202020204"/>
              </a:rPr>
              <a:t>Enroll Now!</a:t>
            </a:r>
            <a:endParaRPr lang="en-US" sz="1799" b="1" dirty="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42A5B84E-0F13-E020-C1B3-A338EB416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2236" y="444130"/>
            <a:ext cx="2323495" cy="2294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6572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61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51C2B"/>
      </a:accent1>
      <a:accent2>
        <a:srgbClr val="CAC4F7"/>
      </a:accent2>
      <a:accent3>
        <a:srgbClr val="1C21E4"/>
      </a:accent3>
      <a:accent4>
        <a:srgbClr val="5FB7A2"/>
      </a:accent4>
      <a:accent5>
        <a:srgbClr val="3081AC"/>
      </a:accent5>
      <a:accent6>
        <a:srgbClr val="A5A5A5"/>
      </a:accent6>
      <a:hlink>
        <a:srgbClr val="0000FF"/>
      </a:hlink>
      <a:folHlink>
        <a:srgbClr val="800080"/>
      </a:folHlink>
    </a:clrScheme>
    <a:fontScheme name="Custom 2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9475</TotalTime>
  <Words>932</Words>
  <Application>Microsoft Office PowerPoint</Application>
  <PresentationFormat>Custom</PresentationFormat>
  <Paragraphs>99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Amasis MT Pro Black</vt:lpstr>
      <vt:lpstr>Arial</vt:lpstr>
      <vt:lpstr>Arial Black</vt:lpstr>
      <vt:lpstr>BentonSansRegular</vt:lpstr>
      <vt:lpstr>Calibri</vt:lpstr>
      <vt:lpstr>Cooper Black</vt:lpstr>
      <vt:lpstr>Segoe UI</vt:lpstr>
      <vt:lpstr>Segoe UI Light</vt:lpstr>
      <vt:lpstr>Office Theme</vt:lpstr>
      <vt:lpstr>SAP BTP Extension Suite Training</vt:lpstr>
      <vt:lpstr>PowerPoint Presentation</vt:lpstr>
      <vt:lpstr>Agenda – Day 17</vt:lpstr>
      <vt:lpstr>Hands on: Create Display like App for Sales Order</vt:lpstr>
      <vt:lpstr>Scenario 2: </vt:lpstr>
      <vt:lpstr>PowerPoint Presentation</vt:lpstr>
      <vt:lpstr>PowerPoint Presentation</vt:lpstr>
      <vt:lpstr>PowerPoint Presentation</vt:lpstr>
      <vt:lpstr>Hands on: Initialize CAPM Extension</vt:lpstr>
      <vt:lpstr>Hands on: Initialize CAPM Extension</vt:lpstr>
      <vt:lpstr>Hands on Cloud Extension</vt:lpstr>
      <vt:lpstr>Hands on Cloud Extension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Julian</dc:creator>
  <cp:lastModifiedBy>Anubhav Oberoy</cp:lastModifiedBy>
  <cp:revision>320</cp:revision>
  <dcterms:created xsi:type="dcterms:W3CDTF">2013-09-12T13:05:01Z</dcterms:created>
  <dcterms:modified xsi:type="dcterms:W3CDTF">2026-02-11T13:12:29Z</dcterms:modified>
</cp:coreProperties>
</file>