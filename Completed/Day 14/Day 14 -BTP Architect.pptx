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76" r:id="rId2"/>
    <p:sldId id="4122" r:id="rId3"/>
    <p:sldId id="277" r:id="rId4"/>
    <p:sldId id="4749" r:id="rId5"/>
    <p:sldId id="4817" r:id="rId6"/>
    <p:sldId id="4818" r:id="rId7"/>
    <p:sldId id="4825" r:id="rId8"/>
    <p:sldId id="4781" r:id="rId9"/>
    <p:sldId id="4782" r:id="rId10"/>
    <p:sldId id="4783" r:id="rId11"/>
    <p:sldId id="4784" r:id="rId12"/>
    <p:sldId id="4819" r:id="rId13"/>
    <p:sldId id="4820" r:id="rId14"/>
    <p:sldId id="4821" r:id="rId15"/>
    <p:sldId id="4822" r:id="rId16"/>
    <p:sldId id="282" r:id="rId17"/>
    <p:sldId id="280" r:id="rId18"/>
    <p:sldId id="4711" r:id="rId19"/>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40" autoAdjust="0"/>
    <p:restoredTop sz="95033" autoAdjust="0"/>
  </p:normalViewPr>
  <p:slideViewPr>
    <p:cSldViewPr>
      <p:cViewPr varScale="1">
        <p:scale>
          <a:sx n="102" d="100"/>
          <a:sy n="102" d="100"/>
        </p:scale>
        <p:origin x="640" y="288"/>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7-28T14:23:08.653"/>
    </inkml:context>
    <inkml:brush xml:id="br0">
      <inkml:brushProperty name="width" value="0.05" units="cm"/>
      <inkml:brushProperty name="height" value="0.05" units="cm"/>
      <inkml:brushProperty name="color" value="#FFFFFF"/>
    </inkml:brush>
  </inkml:definitions>
  <inkml:trace contextRef="#ctx0" brushRef="#br0">64 18 24575,'0'-1'0,"0"1"0,0 0 0,0-1 0,0 1 0,0-1 0,0 1 0,1-1 0,-1 1 0,0-1 0,0 1 0,0-1 0,0 1 0,1 0 0,-1-1 0,0 1 0,0-1 0,1 1 0,-1 0 0,0-1 0,1 1 0,-1 0 0,0-1 0,1 1 0,0 0 0,-1 0 0,0 0 0,0 0 0,0 0 0,1 0 0,-1 0 0,0 0 0,0 0 0,1 0 0,-1 0 0,0 0 0,0 0 0,0 0 0,1 0 0,-1 0 0,0 0 0,0 0 0,0 1 0,1-1 0,-1 0 0,0 0 0,0 0 0,0 0 0,1 0 0,-1 1 0,0-1 0,0 0 0,0 0 0,0 0 0,0 1 0,0-1 0,0 0 0,0 0 0,1 1 0,-1-1 0,0 0 0,0 0 0,0 0 0,0 1 0,0-1 0,0 0 0,0 0 0,0 1 0,0-1 0,0 0 0,-1 0 0,1 1 0,1 0 0,-1 1 0,0 0 0,0-1 0,1 1 0,-1 0 0,-1 0 0,1-1 0,0 1 0,0 0 0,-1-1 0,1 1 0,0-1 0,-1 1 0,0 0 0,1-1 0,-1 1 0,0-1 0,0 1 0,0-1 0,0 0 0,0 1 0,0-1 0,0 0 0,0 0 0,-1 0 0,1 0 0,0 0 0,-1 0 0,1 0 0,-1 0 0,1 0 0,-1-1 0,0 1 0,1-1 0,-1 1 0,1-1 0,-1 1 0,-2-1 0,-2-2 0,13-2 0,15-3 0,21 9 0,-42-2 0,0 0 0,0 1 0,0-1 0,0 0 0,0 0 0,0 1 0,0-1 0,-1 1 0,1-1 0,0 1 0,0-1 0,0 1 0,-1-1 0,1 1 0,0 0 0,1 1 0,-2-2 0,0 1 0,0 0 0,0-1 0,0 1 0,0 0 0,0-1 0,-1 1 0,1 0 0,0-1 0,0 1 0,0 0 0,-1-1 0,1 1 0,0-1 0,-1 1 0,1-1 0,0 1 0,-1 0 0,1-1 0,-1 1 0,1-1 0,-1 0 0,1 1 0,-1-1 0,1 1 0,-1-1 0,0 0 0,0 1 0,-1 0 0,0 0 0,0 0 0,0 0 0,0 0 0,-1 0 0,1-1 0,0 1 0,0-1 0,-1 1 0,1-1 0,0 0 0,0 0 0,-1 0 0,1 0 0,0 0 0,-1-1 0,1 1 0,-4-2 0,5 2 0,0 0 0,0-1 0,0 1 0,1-1 0,-1 1 0,0 0 0,0-1 0,1 0 0,-1 1 0,0-1 0,1 1 0,-1-1 0,0 0 0,1 1 0,-1-1 0,1 0 0,-1 0 0,1 1 0,-1-1 0,1 0 0,0 0 0,-1 0 0,1 0 0,0 1 0,0-1 0,0 0 0,-1 0 0,1 0 0,0 0 0,0 0 0,0 0 0,1 0 0,-1 0 0,0 1 0,0-1 0,0 0 0,1 0 0,-1 0 0,0 0 0,1 0 0,-1 1 0,1-1 0,-1 0 0,1 0 0,-1 1 0,1-1 0,-1 0 0,1 1 0,1-2 0,-1 1 0,0-1 0,0 1 0,0 0 0,1-1 0,-1 1 0,0 0 0,1 0 0,-1 0 0,1 0 0,0 0 0,-1 0 0,1 0 0,0 1 0,0-1 0,-1 0 0,1 1 0,0 0 0,0-1 0,0 1 0,0 0 0,-1 0 0,1 0 0,0 0 0,0 0 0,0 0 0,0 1 0,-1-1 0,4 1 0,-5 0 0,1-1 0,0 0 0,-1 1 0,1-1 0,0 1 0,-1-1 0,1 1 0,0-1 0,-1 1 0,1-1 0,-1 1 0,1 0 0,-1-1 0,0 1 0,1 0 0,-1-1 0,1 1 0,-1 0 0,0 0 0,0-1 0,0 1 0,1 0 0,-1 0 0,0 1 0,0-1 0,-1 1 0,1 0 0,0-1 0,-1 1 0,0 0 0,1-1 0,-1 1 0,0-1 0,0 1 0,0-1 0,0 1 0,0-1 0,0 0 0,0 1 0,0-1 0,-2 2 0,-1-1 0,1 0 0,0 0 0,-1 0 0,1 0 0,-1 0 0,0-1 0,0 1 0,1-1 0,-1 0 0,0-1 0,0 1 0,0 0 0,0-1 0,0 0 0,0 0 0,0 0 0,0-1 0,-4 0 0,6 1 0,1-1 0,-1 1 0,1-1 0,-1 1 0,1-1 0,-1 1 0,1-1 0,0 0 0,-1 0 0,1 0 0,0 0 0,-1 0 0,1 0 0,0 0 0,0 0 0,0 0 0,0-1 0,-1-1 0,1 1 0,1 0 0,-1 0 0,1 0 0,0 1 0,0-1 0,-1 0 0,1 0 0,1 0 0,-1 0 0,0 1 0,0-1 0,1 0 0,-1 0 0,1 1 0,-1-1 0,1 0 0,0 0 0,0 1 0,0-1 0,1-1 0,0 0-68,-1 1 0,1 0-1,0-1 1,0 1 0,-1 0 0,1 0-1,1 0 1,-1 1 0,0-1 0,0 1-1,1-1 1,-1 1 0,0-1 0,1 1-1,0 0 1,-1 0 0,1 1-1,0-1 1,3 0 0,10 1-6758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5:49.668"/>
    </inkml:context>
    <inkml:brush xml:id="br0">
      <inkml:brushProperty name="width" value="0.05" units="cm"/>
      <inkml:brushProperty name="height" value="0.05" units="cm"/>
      <inkml:brushProperty name="color" value="#FFFFFF"/>
    </inkml:brush>
  </inkml:definitions>
  <inkml:trace contextRef="#ctx0" brushRef="#br0">349 318 24575,'28'2'0,"-25"-2"0,-19 0 0,3 0 0,0 1 0,-1 0 0,1 1 0,0 1 0,0 0 0,0 1 0,1 0 0,-1 1 0,1 1 0,0-1 0,1 2 0,-1 0 0,1 0 0,0 1 0,-12 12 0,6-4 0,0 1 0,1 0 0,1 1 0,1 1 0,0 0 0,1 1 0,-18 40 0,28-53 0,0 0 0,0 1 0,1-1 0,0 1 0,0 0 0,1 0 0,0 0 0,0 0 0,1 12 0,1-17 0,-1 0 0,0-1 0,1 1 0,0-1 0,0 1 0,0-1 0,0 1 0,0-1 0,0 0 0,0 1 0,1-1 0,-1 0 0,1 0 0,0 0 0,0 0 0,-1 0 0,1 0 0,0-1 0,1 1 0,-1-1 0,0 1 0,0-1 0,1 0 0,-1 0 0,1 0 0,-1 0 0,1 0 0,-1 0 0,1-1 0,-1 1 0,6-1 0,6 1 0,1-1 0,-1 0 0,0-1 0,0-1 0,0 0 0,0-1 0,0-1 0,0 0 0,-1 0 0,0-2 0,24-12 0,-19 8 0,-1-1 0,0-1 0,0 0 0,-1-1 0,-1-1 0,0-1 0,20-25 0,-23 23 0,-1-1 0,-1-1 0,0 0 0,-2 0 0,0-1 0,-1 0 0,-1 0 0,0-1 0,-2 0 0,2-25 0,-1-26 0,-6-117 0,-1 153 0,1 12 0,1 24 0,0 0 0,0 0 0,0 0 0,0 0 0,0 0 0,0 0 0,0 0 0,0 0 0,0 0 0,0 0 0,0 0 0,0 0 0,0-1 0,1 1 0,-1 0 0,0 0 0,0 0 0,0 0 0,0 0 0,0 0 0,0 0 0,0 0 0,0 0 0,-1-1 0,1 1 0,0 0 0,0 0 0,0 0 0,0 0 0,0 0 0,0 0 0,0 0 0,0 0 0,0 0 0,0 0 0,0 0 0,0 0 0,0-1 0,0 1 0,0 0 0,0 0 0,0 0 0,-1 0 0,1 0 0,0 0 0,0 0 0,0 0 0,0 0 0,0 0 0,0 0 0,0 0 0,0 0 0,0 0 0,0 0 0,-1 0 0,1 0 0,0 0 0,0 0 0,0 0 0,0 0 0,0 0 0,0 0 0,0 0 0,0 0 0,0 0 0,0 0 0,-1 0 0,1 0 0,0 1 0,-3 8 0,-2 15 0,-3 96 0,9 129 0,2-182-682,16 95-1,-14-135-6143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5:50.074"/>
    </inkml:context>
    <inkml:brush xml:id="br0">
      <inkml:brushProperty name="width" value="0.05" units="cm"/>
      <inkml:brushProperty name="height" value="0.05" units="cm"/>
      <inkml:brushProperty name="color" value="#FFFFFF"/>
    </inkml:brush>
  </inkml:definitions>
  <inkml:trace contextRef="#ctx0" brushRef="#br0">19 132 24575,'6'0'0,"17"1"0,0-2 0,0-1 0,28-5 0,-45 6 0,-1 0 0,1-1 0,-1 0 0,1 0 0,-1 0 0,0 0 0,0-1 0,0 0 0,0 0 0,0 0 0,-1-1 0,0 0 0,1 0 0,-1 0 0,0 0 0,-1 0 0,1-1 0,4-8 0,-7 12 0,-1-1 0,1 1 0,0 0 0,-1-1 0,1 1 0,-1 0 0,1-1 0,-1 1 0,0-1 0,0 1 0,0-1 0,1 1 0,-2-1 0,1 1 0,0-1 0,0 1 0,0-1 0,-1 1 0,1-1 0,0 1 0,-1 0 0,0-1 0,1 1 0,-1 0 0,0-1 0,1 1 0,-1 0 0,0 0 0,0 0 0,0-1 0,0 1 0,0 0 0,-3-1 0,2 0 0,-1 1 0,1 0 0,-1 0 0,1 0 0,-1 0 0,1 0 0,-1 0 0,0 1 0,1 0 0,-1-1 0,0 1 0,0 0 0,1 0 0,-1 0 0,0 1 0,1-1 0,-6 2 0,-4 2 0,1 1 0,0 0 0,1 1 0,-1 0 0,1 0 0,0 1 0,1 1 0,0-1 0,0 2 0,1-1 0,-14 18 0,17-19 0,0 0 0,0 0 0,1 1 0,-1-1 0,2 1 0,-1 0 0,1 0 0,1 0 0,-1 0 0,2 1 0,-1-1 0,1 0 0,0 1 0,0 0 0,1-1 0,1 1 0,1 10 0,-1-14-52,0-1-1,1 1 1,0 0-1,0-1 1,0 0-1,1 1 1,0-1-1,-1 0 1,2 0-1,-1 0 1,0-1-1,1 1 1,-1-1-1,1 0 1,0 0-1,0 0 1,0 0-1,1-1 1,-1 1-1,0-1 0,1 0 1,0-1-1,-1 1 1,1-1-1,9 2 1,9 0-6774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5:50.465"/>
    </inkml:context>
    <inkml:brush xml:id="br0">
      <inkml:brushProperty name="width" value="0.05" units="cm"/>
      <inkml:brushProperty name="height" value="0.05" units="cm"/>
      <inkml:brushProperty name="color" value="#FFFFFF"/>
    </inkml:brush>
  </inkml:definitions>
  <inkml:trace contextRef="#ctx0" brushRef="#br0">0 45 24575,'0'-43'0,"21"85"0,-2 14 0,17 45 0,-30-87 0,1 1 0,1-1 0,0 0 0,16 20 0,-23-32 0,1 0 0,-1 0 0,1 0 0,0 0 0,0-1 0,0 1 0,0 0 0,0-1 0,0 1 0,0-1 0,0 0 0,1 1 0,-1-1 0,0 0 0,1-1 0,-1 1 0,1 0 0,-1-1 0,1 1 0,-1-1 0,1 0 0,0 0 0,-1 0 0,1 0 0,4-1 0,-3-1 0,0 1 0,0-1 0,0 0 0,0-1 0,0 1 0,-1-1 0,1 0 0,-1 0 0,0 0 0,0 0 0,0 0 0,0-1 0,0 1 0,2-6 0,10-18-59,-2 0 0,-2 0 0,0-1 0,-2-1 1,9-41-1,-8 30-953,-4 17-5814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5:51.353"/>
    </inkml:context>
    <inkml:brush xml:id="br0">
      <inkml:brushProperty name="width" value="0.05" units="cm"/>
      <inkml:brushProperty name="height" value="0.05" units="cm"/>
      <inkml:brushProperty name="color" value="#FFFFFF"/>
    </inkml:brush>
  </inkml:definitions>
  <inkml:trace contextRef="#ctx0" brushRef="#br0">12 97 24575,'13'-37'0,"-11"17"0,-1 15 0,-1 0 0,1 0 0,0 0 0,0 0 0,0 0 0,3-5 0,-4 10 0,0 0 0,0 1 0,0-1 0,0 0 0,0 0 0,0 0 0,0 0 0,0 1 0,0-1 0,0 0 0,0 0 0,0 0 0,1 0 0,-1 0 0,0 1 0,0-1 0,0 0 0,0 0 0,0 0 0,0 0 0,0 0 0,0 0 0,1 0 0,-1 1 0,0-1 0,0 0 0,0 0 0,0 0 0,0 0 0,0 0 0,1 0 0,-1 0 0,0 0 0,0 0 0,0 0 0,0 0 0,1 0 0,-1 0 0,0 0 0,0 0 0,0 0 0,0 0 0,0 0 0,1 0 0,-1 0 0,0 0 0,0 0 0,0 0 0,0 0 0,0 0 0,1 0 0,-1 0 0,0-1 0,0 1 0,0 0 0,0 0 0,0 0 0,0 0 0,1 0 0,1 17 0,1 267 0,-4-162 0,0 9-455,-6 0 0,-26 151 0,27-255-6371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5:52.081"/>
    </inkml:context>
    <inkml:brush xml:id="br0">
      <inkml:brushProperty name="width" value="0.05" units="cm"/>
      <inkml:brushProperty name="height" value="0.05" units="cm"/>
      <inkml:brushProperty name="color" value="#FFFFFF"/>
    </inkml:brush>
  </inkml:definitions>
  <inkml:trace contextRef="#ctx0" brushRef="#br0">12 17 24575,'-4'-4'0,"-4"-5"0,25 6 0,17 3 0,58 6 0,-21 1 0,644 16-1580,-1-23-1152,-360-1 1881,1712-14-629,-1600 10 1425,-158 6 4848,-311-1-4628,-49-1 940,49 1-1076,0 0 0,1 0 0,-1 0 0,1 1-1,-1-1 1,1 1 0,-1 0 0,1-1 0,-1 1 0,1 0 0,0 0 0,-1 1-1,1-1 1,0 0 0,0 1 0,0 0 0,0-1 0,0 1 0,0 0-1,1 0 1,-3 2 0,-1 12-29,1-1 0,0 1 0,2 0 0,-1-1 0,1 30 0,-1-2 0,-30 626-1365,32-613-5461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5:52.977"/>
    </inkml:context>
    <inkml:brush xml:id="br0">
      <inkml:brushProperty name="width" value="0.05" units="cm"/>
      <inkml:brushProperty name="height" value="0.05" units="cm"/>
      <inkml:brushProperty name="color" value="#FFFFFF"/>
    </inkml:brush>
  </inkml:definitions>
  <inkml:trace contextRef="#ctx0" brushRef="#br0">119 30 24575,'0'-3'0,"0"-4"0,0-3 0,0 2 0,0 6 0,0 6 0,0 9 0,-3 10 0,-1 11 0,-3 11 0,-2 10 0,-4 10 0,1 9 0,-1 7 0,-1 4 0,-1-1 0,0 1 0,1-15-8191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5:54.239"/>
    </inkml:context>
    <inkml:brush xml:id="br0">
      <inkml:brushProperty name="width" value="0.05" units="cm"/>
      <inkml:brushProperty name="height" value="0.05" units="cm"/>
      <inkml:brushProperty name="color" value="#FFFFFF"/>
    </inkml:brush>
  </inkml:definitions>
  <inkml:trace contextRef="#ctx0" brushRef="#br0">129 299 24575,'1'0'0,"0"1"0,0-1 0,0 1 0,0-1 0,0 1 0,0 0 0,-1-1 0,1 1 0,0 0 0,0 0 0,-1 0 0,1-1 0,-1 1 0,1 0 0,0 0 0,-1 0 0,0 0 0,1 0 0,-1 0 0,0 0 0,1 2 0,7 27 0,-6-25 0,3 22 0,-2 1 0,0 0 0,-2 0 0,-2 29 0,1-136 0,-1 39 0,1 0 0,3 0 0,8-52 0,-8 81 0,0-1 0,0 1 0,1 0 0,0 0 0,1 0 0,0 1 0,1-1 0,0 1 0,0 0 0,1 1 0,1 0 0,-1 0 0,2 1 0,-1-1 0,1 2 0,11-9 0,-8 9 0,-1 0 0,1 1 0,0 0 0,1 0 0,-1 2 0,1-1 0,0 2 0,0 0 0,0 0 0,1 1 0,15 0 0,-27 2 0,0 0 0,0 0 0,-1 0 0,1 0 0,0 1 0,0-1 0,0 0 0,-1 1 0,1 0 0,0-1 0,-1 1 0,1 0 0,0 0 0,2 2 0,-3-2 0,-1-1 0,1 1 0,0 0 0,-1 0 0,1 0 0,-1 0 0,1 0 0,-1-1 0,0 1 0,1 0 0,-1 0 0,0 0 0,0 0 0,0 0 0,1 0 0,-1 0 0,0 0 0,0 0 0,-1 2 0,1 0 0,-1 0 0,0 0 0,0 0 0,-1 0 0,1 0 0,0 0 0,-1 0 0,0-1 0,0 1 0,0-1 0,0 1 0,0-1 0,0 0 0,0 0 0,-4 3 0,-22 13 0,27-17 0,-1 0 0,0-1 0,1 1 0,-1 0 0,0 0 0,0-1 0,0 1 0,0-1 0,1 0 0,-1 0 0,0 1 0,0-1 0,0 0 0,-3-1 0,-7-8 0,11 8 0,0 0 0,0 0 0,0 0 0,0 0 0,0 0 0,0 1 0,0-1 0,-1 0 0,1 0 0,0 1 0,-3-2 0,-3 1 0,0 0 0,0 1 0,0 0 0,0 0 0,0 0 0,0 1 0,0 0 0,0 0 0,1 1 0,-1-1 0,0 2 0,1-1 0,-12 6 0,-8 6 0,-45 32 0,64-41 0,-9 6 0,1 1 0,0 0 0,1 2 0,0 0 0,1 0 0,1 1 0,0 0 0,-16 30 0,24-38 0,0 1 0,1-1 0,-1 1 0,2 0 0,-1 1 0,1-1 0,0 0 0,1 1 0,0-1 0,0 1 0,1-1 0,0 1 0,1-1 0,-1 1 0,2-1 0,-1 0 0,1 1 0,0-1 0,1 0 0,0 0 0,0 0 0,6 9 0,-2-8 0,0 0 0,0 0 0,0-1 0,1 0 0,0 0 0,1-1 0,0 0 0,0 0 0,1-1 0,-1 0 0,1-1 0,0 0 0,21 7 0,-8-5 0,-1-1 0,1-1 0,0-1 0,1-1 0,39 0 0,-34-4-273,0-2 0,-1-1 0,0-1 0,48-15 0,-24 2-6553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5:54.689"/>
    </inkml:context>
    <inkml:brush xml:id="br0">
      <inkml:brushProperty name="width" value="0.05" units="cm"/>
      <inkml:brushProperty name="height" value="0.05" units="cm"/>
      <inkml:brushProperty name="color" value="#FFFFFF"/>
    </inkml:brush>
  </inkml:definitions>
  <inkml:trace contextRef="#ctx0" brushRef="#br0">1 225 24575,'1'11'0,"0"0"0,1 0 0,0 0 0,1 0 0,4 11 0,-2-9 0,-1 1 0,2 17 0,-4-17 0,0 0 0,-1 0 0,0 0 0,-2 0 0,1 0 0,-2 0 0,0 0 0,0 0 0,-7 18 0,3-20 0,2-12 0,3-1 0,1-1 0,0 1 0,-1-1 0,1 1 0,0-1 0,0 0 0,0 1 0,0-1 0,1 1 0,-1-1 0,1-3 0,57-208 0,-47 178 0,3 1 0,1 1 0,1 0 0,22-31 0,-32 54 0,1 1 0,0 0 0,1 0 0,0 0 0,0 1 0,1 1 0,17-13 0,-23 18 0,0 1 0,0-1 0,0 0 0,1 1 0,-1-1 0,0 1 0,1 0 0,0 0 0,-1 1 0,1-1 0,-1 1 0,1 0 0,0 0 0,-1 0 0,1 0 0,0 0 0,-1 1 0,1 0 0,-1-1 0,1 1 0,-1 1 0,1-1 0,-1 0 0,0 1 0,0 0 0,0 0 0,0 0 0,4 3 0,1 3 0,-1-1 0,0 2 0,0-1 0,-1 1 0,0 0 0,-1 0 0,0 0 0,0 1 0,-1-1 0,0 1 0,3 15 0,3 16 0,7 61 0,-16-99 0,4 34-341,-2 0 0,-1 0-1,-4 40 1,-2-45-6485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5:55.316"/>
    </inkml:context>
    <inkml:brush xml:id="br0">
      <inkml:brushProperty name="width" value="0.05" units="cm"/>
      <inkml:brushProperty name="height" value="0.05" units="cm"/>
      <inkml:brushProperty name="color" value="#FFFFFF"/>
    </inkml:brush>
  </inkml:definitions>
  <inkml:trace contextRef="#ctx0" brushRef="#br0">1 192 24575,'110'6'0,"18"0"0,-111-7 0,-1 0 0,0-2 0,1 1 0,-1-2 0,29-10 0,24-21 0,-68 35 0,0 0 0,-1-1 0,1 1 0,0 0 0,-1 0 0,1 0 0,0 0 0,0 0 0,-1 0 0,1 0 0,0 0 0,-1 0 0,1 0 0,0 0 0,-1 1 0,1-1 0,0 0 0,-1 1 0,1-1 0,0 0 0,-1 1 0,1-1 0,-1 0 0,2 2 0,10 17 0,0 26 0,-12-42 0,44 282 0,-44-284 0,0 2 0,0 0 0,0 0 0,1-1 0,-1 1 0,1 0 0,0 0 0,0-1 0,0 1 0,0 0 0,1-1 0,-1 1 0,1-1 0,-1 1 0,1-1 0,0 0 0,2 3 0,-3-5 0,-1 0 0,1 0 0,-1 0 0,0 0 0,1 0 0,-1 0 0,1 0 0,-1 0 0,1 0 0,-1 0 0,0 0 0,1 0 0,-1 0 0,1-1 0,-1 1 0,0 0 0,1 0 0,-1 0 0,0-1 0,1 1 0,-1 0 0,0 0 0,1-1 0,-1 1 0,0 0 0,0 0 0,1-1 0,-1 1 0,0-1 0,0 1 0,0 0 0,1-1 0,-1 1 0,0 0 0,0-1 0,0 1 0,0-1 0,0 1 0,0 0 0,0-1 0,0 1 0,0-1 0,3-20 0,-4-1 0,0 0 0,-2-1 0,-1 1 0,-6-23 0,-4-21 0,-4-68 0,16 111 0,1-1 0,1 1 0,5-41 0,-4 62 0,-1 0 0,0-1 0,1 1 0,-1 0 0,1 0 0,-1-1 0,1 1 0,0 0 0,0 0 0,0 0 0,0 0 0,1 0 0,-1 0 0,0 0 0,1 1 0,0-1 0,-1 0 0,1 1 0,0-1 0,0 1 0,0 0 0,0-1 0,0 1 0,2-1 0,-1 1 0,0 1 0,1 0 0,-1 0 0,0 0 0,0 0 0,0 0 0,0 0 0,1 1 0,-1 0 0,0 0 0,0 0 0,0 0 0,0 0 0,0 0 0,-1 1 0,6 3 0,8 5 0,-1 0 0,0 1 0,17 17 0,-26-22 0,-1 0 0,1 0 0,-1 0 0,-1 1 0,1 0 0,-1 0 0,0 0 0,0 0 0,-1 1 0,2 7 0,-4-12 12,-1 0 1,1 0-1,-1 0 0,0 1 0,0-1 0,0 0 0,-1 0 0,1 0 1,-1 0-1,0 0 0,1 0 0,-1 0 0,-1-1 0,1 1 1,0 0-1,-1 0 0,1-1 0,-1 1 0,0-1 0,0 1 1,0-1-1,0 0 0,0 0 0,-1 0 0,1 0 0,0 0 0,-4 2 1,-7 4-379,-1 0 0,0-1 0,-28 11-1,37-17 126,-21 9-6585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5:56.209"/>
    </inkml:context>
    <inkml:brush xml:id="br0">
      <inkml:brushProperty name="width" value="0.05" units="cm"/>
      <inkml:brushProperty name="height" value="0.05" units="cm"/>
      <inkml:brushProperty name="color" value="#FFFFFF"/>
    </inkml:brush>
  </inkml:definitions>
  <inkml:trace contextRef="#ctx0" brushRef="#br0">31 338 24575,'0'-1'0,"0"1"0,-1 0 0,1 0 0,0-1 0,0 1 0,0 0 0,0 0 0,0-1 0,0 1 0,0 0 0,0 0 0,0-1 0,0 1 0,0 0 0,0 0 0,0-1 0,0 1 0,0 0 0,0 0 0,0-1 0,0 1 0,0 0 0,0-1 0,0 1 0,0 0 0,1 0 0,-1 0 0,0-1 0,0 1 0,0 0 0,0 0 0,1 0 0,-1-1 0,0 1 0,0 0 0,0 0 0,1 0 0,-1 0 0,1-1 0,5 13 0,4 19 0,-4-5 0,-2 0 0,0 0 0,-2 1 0,-1-1 0,-2 35 0,-4-41 0,0-16 0,-2-11 0,2-7 0,0-1 0,0 1 0,1-1 0,1 0 0,-2-21 0,0 2 0,-2-2 0,2 0 0,2 0 0,2-62 0,1 87 0,1 0 0,0-1 0,1 1 0,1 0 0,-1 0 0,2 0 0,0 1 0,0-1 0,1 1 0,0 0 0,0 0 0,1 0 0,1 1 0,0 0 0,0 0 0,9-8 0,-8 11 0,0 1 0,1-1 0,0 2 0,0-1 0,1 1 0,-1 0 0,1 1 0,0 0 0,0 1 0,0 0 0,0 0 0,0 1 0,0 0 0,0 1 0,0 1 0,1-1 0,10 3 0,-1 0 0,-1 1 0,1 0 0,-1 2 0,-1 0 0,1 1 0,-1 1 0,32 19 0,-45-24 0,-1 0 0,0-1 0,0 2 0,0-1 0,0 0 0,-1 1 0,1 0 0,-1 0 0,0 0 0,0 0 0,0 0 0,-1 1 0,3 4 0,-5-6 0,1 0 0,0-1 0,-1 1 0,0 0 0,0-1 0,0 1 0,0 0 0,0 0 0,0-1 0,-1 1 0,1 0 0,-1-1 0,0 1 0,0-1 0,0 1 0,0-1 0,0 1 0,-1-1 0,1 0 0,-1 1 0,1-1 0,-1 0 0,0 0 0,0 0 0,-3 3 0,-5 4 0,-1-1 0,-1 0 0,1 0 0,-1-1 0,0-1 0,-1 1 0,-17 4 0,-97 25 0,97-28 0,2-3 0,21-4 0,0 0 0,0 0 0,1 0 0,-1 1 0,1 0 0,-1 1 0,1-1 0,-10 7 0,15-9 0,1 0 0,0 1 0,0-1 0,0 0 0,0 0 0,0 1 0,0-1 0,0 0 0,0 0 0,-1 1 0,1-1 0,0 0 0,0 1 0,0-1 0,0 0 0,0 0 0,1 1 0,-1-1 0,0 0 0,0 1 0,0-1 0,0 0 0,0 0 0,0 1 0,0-1 0,0 0 0,1 0 0,-1 1 0,0-1 0,0 0 0,0 0 0,1 0 0,-1 1 0,0-1 0,0 0 0,0 0 0,1 0 0,-1 0 0,0 1 0,0-1 0,1 0 0,-1 0 0,15 9 0,-13-8 0,333 155 0,-283-134 0,-32-13-1365,-3-3-5461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5:56.630"/>
    </inkml:context>
    <inkml:brush xml:id="br0">
      <inkml:brushProperty name="width" value="0.05" units="cm"/>
      <inkml:brushProperty name="height" value="0.05" units="cm"/>
      <inkml:brushProperty name="color" value="#FFFFFF"/>
    </inkml:brush>
  </inkml:definitions>
  <inkml:trace contextRef="#ctx0" brushRef="#br0">1 229 24575,'10'-17'0,"-10"16"0,0-1 0,1 1 0,-1 0 0,1 0 0,0-1 0,-1 1 0,1 0 0,0 0 0,0 0 0,0 0 0,-1 0 0,1 0 0,0 0 0,3-1 0,-4 2 0,0 0 0,1 0 0,-1 0 0,1 0 0,-1 0 0,0 0 0,1 0 0,-1 0 0,1 0 0,-1 0 0,0 1 0,1-1 0,-1 0 0,0 0 0,1 1 0,-1-1 0,0 0 0,1 0 0,-1 1 0,0-1 0,0 0 0,1 1 0,-1-1 0,0 0 0,0 1 0,0-1 0,1 1 0,-1-1 0,0 0 0,0 1 0,0-1 0,0 1 0,0-1 0,0 0 0,0 1 0,5 21 0,-4-18 0,5 26 0,-2 1 0,0 1 0,-3 59 0,28-272 0,-23 151 0,2 0 0,2 1 0,24-55 0,-32 80 0,0 0 0,0 0 0,1 0 0,-1 1 0,1-1 0,0 1 0,0-1 0,0 1 0,0 0 0,1 0 0,-1 1 0,1-1 0,0 1 0,0-1 0,0 1 0,0 1 0,8-4 0,-8 5 0,0-1 0,-1 1 0,1-1 0,0 1 0,0 1 0,0-1 0,0 0 0,0 1 0,0 0 0,0 0 0,0 0 0,-1 0 0,1 1 0,0 0 0,-1-1 0,0 1 0,1 0 0,-1 1 0,0-1 0,4 4 0,5 6 0,0 0 0,-1 1 0,-1 0 0,0 1 0,0 0 0,12 26 0,-2 2 0,17 54 0,-20-33-1365,-12-36-5461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5:57.271"/>
    </inkml:context>
    <inkml:brush xml:id="br0">
      <inkml:brushProperty name="width" value="0.05" units="cm"/>
      <inkml:brushProperty name="height" value="0.05" units="cm"/>
      <inkml:brushProperty name="color" value="#FFFFFF"/>
    </inkml:brush>
  </inkml:definitions>
  <inkml:trace contextRef="#ctx0" brushRef="#br0">0 181 24575,'1'-1'0,"-1"1"0,0-1 0,1 0 0,-1 0 0,1 0 0,-1 1 0,1-1 0,-1 0 0,1 1 0,-1-1 0,1 0 0,0 1 0,-1-1 0,1 1 0,0-1 0,0 1 0,-1-1 0,1 1 0,0-1 0,0 1 0,0 0 0,1-1 0,22-7 0,-21 8 0,29-6 0,0 1 0,1 2 0,-1 1 0,49 4 0,-24-1 0,31 0 0,101-2 0,-176 0 0,-1-1 0,1-1 0,0 0 0,-1 0 0,14-7 0,-25 10 0,-1 0 0,1 0 0,0-1 0,-1 1 0,1 0 0,-1 0 0,1 0 0,0 0 0,-1 0 0,1 0 0,0 0 0,-1 0 0,1 0 0,-1 0 0,1 0 0,0 0 0,-1 0 0,1 0 0,-1 1 0,1-1 0,0 0 0,-1 0 0,1 1 0,-1-1 0,1 0 0,-1 1 0,1-1 0,-1 1 0,1-1 0,-1 1 0,0-1 0,1 1 0,-1-1 0,1 1 0,-1-1 0,0 1 0,0-1 0,1 1 0,-1-1 0,0 1 0,0 0 0,0-1 0,1 2 0,1 32 0,-2-23 0,3 33 0,2 0 0,2 0 0,2-1 0,27 79 0,-36-120 0,1 0 0,-1-1 0,1 1 0,0-1 0,0 1 0,-1-1 0,1 1 0,0-1 0,0 1 0,3 1 0,-4-3 0,0 0 0,0 0 0,0 0 0,1 0 0,-1 0 0,0 1 0,0-1 0,1 0 0,-1 0 0,0 0 0,0 0 0,1 0 0,-1-1 0,0 1 0,0 0 0,0 0 0,1 0 0,-1 0 0,0 0 0,0 0 0,1 0 0,-1 0 0,0 0 0,0-1 0,0 1 0,0 0 0,1 0 0,-1 0 0,0 0 0,0-1 0,0 1 0,0 0 0,0 0 0,1 0 0,-1-1 0,0 1 0,0 0 0,0 0 0,0 0 0,0-1 0,0 1 0,2-5 0,-1 0 0,0 0 0,0 1 0,0-1 0,0-10 0,-3-154 0,3-49 0,-1 215 0,0 0 0,0 0 0,1 0 0,-1 0 0,1 0 0,-1 1 0,1-1 0,0 0 0,0 1 0,0-1 0,0 0 0,1 1 0,-1-1 0,1 1 0,0 0 0,-1-1 0,1 1 0,4-3 0,-3 3 0,1 0 0,-1 0 0,1 1 0,-1-1 0,1 1 0,0 0 0,0 0 0,-1 1 0,1-1 0,0 1 0,0 0 0,0 0 0,7 1 0,6 0 0,1 2 0,0 0 0,-1 2 0,0-1 0,21 10 0,-8-1 0,-1 2 0,28 17 0,-52-29 0,0 0 0,0 1 0,0-1 0,-1 1 0,0 0 0,1 0 0,-2 0 0,6 7 0,-8-9 0,0-1 0,-1 1 0,1 0 0,0-1 0,-1 1 0,1 0 0,-1-1 0,0 1 0,0 0 0,1-1 0,-1 1 0,0 0 0,-1 0 0,1-1 0,0 1 0,0 0 0,-1-1 0,1 1 0,-1 0 0,1-1 0,-1 1 0,0-1 0,0 1 0,1-1 0,-1 1 0,0-1 0,0 1 0,-1-1 0,1 0 0,0 0 0,0 0 0,-3 2 0,-5 5 0,-1-1 0,1-1 0,-2 1 0,1-2 0,0 1 0,-1-1 0,-13 3 0,-84 22 0,108-30 0,-77 16-1365,5-5-5461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5:13.343"/>
    </inkml:context>
    <inkml:brush xml:id="br0">
      <inkml:brushProperty name="width" value="0.05" units="cm"/>
      <inkml:brushProperty name="height" value="0.05" units="cm"/>
      <inkml:brushProperty name="color" value="#FFFFFF"/>
    </inkml:brush>
  </inkml:definitions>
  <inkml:trace contextRef="#ctx0" brushRef="#br0">278 1 24575,'-2'0'0,"0"1"0,0-1 0,0 1 0,0 0 0,1 0 0,-1 0 0,0 0 0,0 0 0,1 0 0,-1 0 0,1 0 0,-1 1 0,-2 2 0,-17 21 0,15-13 0,0 0 0,0 0 0,1 1 0,1 0 0,0 0 0,1 1 0,-3 21 0,1-11 0,-14 77 0,-31 141 0,-20-8 0,62-218 0,6-23 0,5-30 0,-3 36 0,11-235 0,-11 164 0,3 0 0,17-94 0,-18 156 0,0 0 0,1 0 0,0 0 0,1 1 0,0-1 0,0 1 0,1 0 0,0 0 0,1 0 0,8-10 0,-8 13 0,0 1 0,0-1 0,1 1 0,-1 1 0,1-1 0,0 1 0,0 0 0,1 0 0,-1 1 0,1 0 0,0 0 0,0 1 0,11-2 0,-13 3 0,0 0 0,0 0 0,1 1 0,-1 0 0,0 0 0,0 1 0,0-1 0,1 1 0,-1 1 0,0-1 0,0 1 0,0 0 0,-1 0 0,8 4 0,-6-1 0,0 0 0,0 0 0,-1 0 0,0 0 0,0 1 0,-1 0 0,1 1 0,-1-1 0,-1 1 0,6 10 0,-5-9 0,-1-1 0,0 1 0,-1 1 0,0-1 0,0 0 0,-1 1 0,0 0 0,-1-1 0,0 1 0,0 0 0,-1 0 0,0 0 0,0-1 0,-1 1 0,0 0 0,-5 16 0,2-12 0,-1-1 0,0 0 0,-1 0 0,-1 0 0,0-1 0,0 0 0,-1 0 0,-1 0 0,0-1 0,-15 13 0,4-6 0,-1-1 0,-1-2 0,-1 0 0,-41 19 0,64-33 0,0 0 0,-1 0 0,1 0 0,0 1 0,0-1 0,0 0 0,-1 0 0,1 0 0,0 0 0,0 0 0,0 0 0,0 0 0,-1 1 0,1-1 0,0 0 0,0 0 0,0 0 0,0 0 0,0 1 0,0-1 0,-1 0 0,1 0 0,0 0 0,0 1 0,0-1 0,0 0 0,0 0 0,0 0 0,0 1 0,0-1 0,0 0 0,0 0 0,0 1 0,0-1 0,0 0 0,0 1 0,8 6 0,19 6 0,-19-10 0,9 6 0,0 0 0,-1 1 0,0 1 0,-1 1 0,22 20 0,-32-27 0,1 1 0,-1 1 0,-1-1 0,1 0 0,-1 1 0,0 0 0,3 8 0,-6-10 0,1-1 0,-1 1 0,0-1 0,0 1 0,0 0 0,-1-1 0,0 1 0,0 0 0,0 0 0,0-1 0,-1 1 0,-2 8 0,1-8 0,0 0 0,0-1 0,0 1 0,-1-1 0,0 0 0,0 0 0,0 0 0,0 0 0,-1 0 0,1-1 0,-1 1 0,0-1 0,0 0 0,0 0 0,0 0 0,-1-1 0,1 0 0,-1 0 0,-9 3 0,-8 2 0,-1-1 0,-45 7 0,57-12 0,-6 2-195,0-1 0,0-1 0,1-1 0,-1-1 0,0 0 0,-22-4 0,-1-6-6631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5:13.769"/>
    </inkml:context>
    <inkml:brush xml:id="br0">
      <inkml:brushProperty name="width" value="0.05" units="cm"/>
      <inkml:brushProperty name="height" value="0.05" units="cm"/>
      <inkml:brushProperty name="color" value="#FFFFFF"/>
    </inkml:brush>
  </inkml:definitions>
  <inkml:trace contextRef="#ctx0" brushRef="#br0">0 55 24575,'0'-1'0,"3"-10"0,13 8 0,112-2 0,-77 5 0,78-11 0,-104 3 0,-19 3 0,-16 0 0,1 3 0,0 1 0,0 0 0,0 0 0,-1 1 0,1 0 0,0 1 0,0 0 0,0 0 0,0 1 0,0 0 0,1 1 0,-1-1 0,0 2 0,1-1 0,0 1 0,0 1 0,0 0 0,0 0 0,1 0 0,0 1 0,0 0 0,1 0 0,-1 1 0,1-1 0,0 2 0,1-1 0,0 1 0,0-1 0,1 1 0,0 1 0,-4 8 0,-1 13 0,0 1 0,2 0 0,2 0 0,-4 62 0,12 128 0,5-149-1365,-4-46-5461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5:14.277"/>
    </inkml:context>
    <inkml:brush xml:id="br0">
      <inkml:brushProperty name="width" value="0.05" units="cm"/>
      <inkml:brushProperty name="height" value="0.05" units="cm"/>
      <inkml:brushProperty name="color" value="#FFFFFF"/>
    </inkml:brush>
  </inkml:definitions>
  <inkml:trace contextRef="#ctx0" brushRef="#br0">32 322 24575,'-11'193'0,"9"-169"0,0 1 0,-1-1 0,-10 37 0,32-138 0,-4 0 0,10-125 0,0-7 0,-24 202 0,0 0 0,1-1 0,-1 0 0,1 1 0,5-12 0,-6 17 0,0 0 0,0 1 0,0-1 0,0 0 0,0 1 0,0-1 0,0 1 0,1-1 0,-1 1 0,1 0 0,-1-1 0,1 1 0,0 0 0,-1 0 0,1 0 0,0 0 0,-1 1 0,1-1 0,0 0 0,0 1 0,0-1 0,0 1 0,3-1 0,11 2 0,0-1 0,0 2 0,1 0 0,-1 1 0,-1 1 0,1 0 0,0 1 0,-1 1 0,0 0 0,24 15 0,-36-20 0,0 1 0,-1-1 0,1 1 0,-1 0 0,1 0 0,-1 0 0,0 0 0,0 1 0,0-1 0,0 1 0,0-1 0,0 1 0,0-1 0,-1 1 0,0 0 0,1 0 0,-1 0 0,0 0 0,0 0 0,0 3 0,-1-1 0,0-1 0,-1 1 0,1-1 0,-1 0 0,0 1 0,0-1 0,0 0 0,-1 0 0,1 0 0,-1 0 0,0 0 0,-1 0 0,-3 6 0,-22 26-66,-1-2-1,-2-1 0,-35 30 0,31-30-1031,7-6-5728</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5:15.352"/>
    </inkml:context>
    <inkml:brush xml:id="br0">
      <inkml:brushProperty name="width" value="0.05" units="cm"/>
      <inkml:brushProperty name="height" value="0.05" units="cm"/>
      <inkml:brushProperty name="color" value="#FFFFFF"/>
    </inkml:brush>
  </inkml:definitions>
  <inkml:trace contextRef="#ctx0" brushRef="#br0">2685 243 24575,'5'-25'0,"-4"23"0,0 0 0,-1-1 0,1 1 0,-1 0 0,1 0 0,-1-1 0,0 1 0,0 0 0,0-1 0,0 1 0,0 0 0,-1-1 0,1 1 0,-1 0 0,0-3 0,-2-1 0,0 1 0,0 0 0,0 0 0,-1 1 0,0-1 0,1 1 0,-2 0 0,1 0 0,0 0 0,-1 0 0,0 1 0,0-1 0,0 1 0,0 1 0,0-1 0,-9-2 0,-7-3 0,0 2 0,0 0 0,-24-2 0,-52-5 0,1 4 0,-194 9 0,-192 56 0,364-35 0,-205 63 0,252-59 0,1 3 0,1 3 0,2 3 0,-64 44 0,58-28 0,3 4 0,-121 119 0,140-119 0,3 2 0,3 2 0,-72 120 0,101-150 0,2 0 0,1 1 0,1 1 0,2 0 0,-11 50 0,18-63 0,1 1 0,0 0 0,2-1 0,0 1 0,0 0 0,2 0 0,0-1 0,1 1 0,1-1 0,1 0 0,10 26 0,-1-14 0,2-1 0,1 0 0,1-1 0,1-1 0,1-1 0,1-1 0,2 0 0,0-2 0,27 20 0,16 7 0,2-2 0,99 50 0,-63-45-41,2-5 0,2-4 0,2-5-1,2-5 1,1-5 0,1-5 0,121 9 0,-80-21-25,0-7 0,0-7 0,0-6 0,272-53 0,-343 45 149,-1-5-1,-1-3 0,130-59 1,-161 59-36,0-3 0,-2-2 0,-1-2 0,-2-2 0,-1-2 0,56-58 0,-69 58-47,-1 0 0,-2-2 0,-1-1 0,-2-2 0,-2 0 0,-2-2 0,19-50 0,-28 57 0,-2-1 0,-1 0 0,-2 0 0,-1-1 0,-2 0 0,-2 0 0,-1 0 0,-2-1 0,-7-53 0,0 54 0,0 0 0,-3 0 0,-1 1 0,-2 1 0,-1 0 0,-22-38 0,13 32 0,-3 2 0,-1 1 0,-2 1 0,-53-56 0,39 54 0,-1 1 0,-1 2 0,-3 2 0,0 3 0,-2 1 0,-2 3 0,-1 2 0,-97-34 0,56 32 0,-1 4 0,-1 5 0,-146-12 0,217 31 0,-1 0 0,0 2 0,1 1 0,-1 0 0,-46 15 0,55-14-1365,2-2-5461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01.389"/>
    </inkml:context>
    <inkml:brush xml:id="br0">
      <inkml:brushProperty name="width" value="0.05" units="cm"/>
      <inkml:brushProperty name="height" value="0.05" units="cm"/>
      <inkml:brushProperty name="color" value="#FFFFFF"/>
    </inkml:brush>
  </inkml:definitions>
  <inkml:trace contextRef="#ctx0" brushRef="#br0">10270 71 24575,'-1011'-17'0,"-1064"-36"-636,756 79-331,255 0 812,486-17 155,-243 1 0,782-10-9,-1995-25-358,2028 25 365,-1126-28 2138,1094 27-2136,22 0 0,1 0 0,0 2 0,-1 0 0,-19 3 0,31-3 0,0 0 0,1 1 0,-1-1 0,0 1 0,1-1 0,-1 1 0,1 0 0,0 1 0,0-1 0,-5 5 0,7-6 0,-1 0 0,1 1 0,0-1 0,0 1 0,0-1 0,0 1 0,0 0 0,1-1 0,-1 1 0,0 0 0,1 0 0,-1-1 0,1 1 0,-1 0 0,1 0 0,0 0 0,0 0 0,0-1 0,0 1 0,0 0 0,1 0 0,-1 0 0,1 2 0,18 56 0,8 27 0,22 114 0,-41-135 0,-3-1 0,-2 1 0,-4 0 0,-2-1 0,-18 97 0,-3-7-1365,21-139-5461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01.688"/>
    </inkml:context>
    <inkml:brush xml:id="br0">
      <inkml:brushProperty name="width" value="0.05" units="cm"/>
      <inkml:brushProperty name="height" value="0.05" units="cm"/>
      <inkml:brushProperty name="color" value="#FFFFFF"/>
    </inkml:brush>
  </inkml:definitions>
  <inkml:trace contextRef="#ctx0" brushRef="#br0">1 1 24575,'3'3'0,"4"1"0,3 3 0,4 0 0,2 2 0,1 2 0,1 3 0,0 4 0,0 2 0,0 1 0,0 0 0,0 2 0,-1-3 0,1-2 0,-1 0 0,0-2 0,-2-2-8191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02.077"/>
    </inkml:context>
    <inkml:brush xml:id="br0">
      <inkml:brushProperty name="width" value="0.05" units="cm"/>
      <inkml:brushProperty name="height" value="0.05" units="cm"/>
      <inkml:brushProperty name="color" value="#FFFFFF"/>
    </inkml:brush>
  </inkml:definitions>
  <inkml:trace contextRef="#ctx0" brushRef="#br0">290 25 24575,'1'0'0,"-1"-1"0,1 1 0,-1 0 0,1-1 0,-1 1 0,1-1 0,-1 1 0,1-1 0,-1 1 0,0-1 0,1 1 0,-1-1 0,0 1 0,0-1 0,1 0 0,-1 1 0,0-1 0,0 1 0,0-1 0,0 0 0,0 1 0,0-1 0,0 0 0,0 1 0,0-1 0,0 1 0,0-1 0,0 0 0,0 1 0,-1-1 0,1 0 0,0 1 0,0-1 0,-1 0 0,0 1 0,1-1 0,-1 1 0,0-1 0,0 1 0,1-1 0,-1 1 0,0 0 0,0-1 0,0 1 0,0 0 0,1 0 0,-1 0 0,0 0 0,0 0 0,0-1 0,0 2 0,0-1 0,0 0 0,0 0 0,1 0 0,-1 0 0,0 1 0,0-1 0,0 0 0,0 1 0,-17 7 0,1 1 0,1 1 0,0 1 0,-19 15 0,-17 11 0,46-33 12,-12 7-287,1 1-1,0 0 1,1 1-1,-19 20 1,26-22-6551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13.640"/>
    </inkml:context>
    <inkml:brush xml:id="br0">
      <inkml:brushProperty name="width" value="0.05" units="cm"/>
      <inkml:brushProperty name="height" value="0.05" units="cm"/>
      <inkml:brushProperty name="color" value="#FFFFFF"/>
    </inkml:brush>
  </inkml:definitions>
  <inkml:trace contextRef="#ctx0" brushRef="#br0">3789 1 24575,'1'0'0,"0"0"0,-1 1 0,1-1 0,0 0 0,0 1 0,-1-1 0,1 1 0,0-1 0,-1 1 0,1-1 0,0 1 0,-1 0 0,1-1 0,-1 1 0,1 0 0,-1 0 0,0-1 0,1 1 0,-1 0 0,1 0 0,-1-1 0,0 1 0,0 0 0,0 0 0,1 0 0,-1 0 0,0-1 0,0 1 0,0 0 0,0 1 0,-1 27 0,-19 66 0,3-26 0,-29 274 0,39-258 0,1-13 0,2-1 0,9 105 0,-4-169 0,5 41 0,-1 1 0,-5 88 0,0-136 0,0 0 0,0 0 0,0 0 0,-1 0 0,1 0 0,0 0 0,-1 0 0,1 0 0,0 0 0,-1 0 0,1 0 0,-1 0 0,0 0 0,1 0 0,-1 0 0,0-1 0,1 1 0,-1 0 0,0 0 0,0-1 0,0 1 0,0 0 0,0-1 0,0 1 0,0-1 0,0 1 0,0-1 0,0 0 0,0 1 0,0-1 0,0 0 0,0 0 0,0 0 0,0 0 0,0 0 0,-2 0 0,-4 0 0,0-1 0,0 0 0,0-1 0,-12-3 0,2 0 0,-83-15 0,-128-9 0,-106 10 0,255 16 0,-1266-9-581,845 14 453,-493-2 837,989 0-709,-28 2 0,31-2 0,1 0 0,-1 0 0,1 0 0,-1 0 0,1 0 0,-1 0 0,1 0 0,0 0 0,-1 1 0,1-1 0,-1 0 0,1 0 0,0 0 0,-1 1 0,1-1 0,-1 0 0,1 0 0,0 1 0,-1-1 0,1 0 0,0 1 0,-1-1 0,1 0 0,0 1 0,0-1 0,0 1 0,-1-1 0,1 0 0,0 1 0,0-1 0,0 1 0,0-1 0,0 1 0,-1-1 0,1 0 0,0 1 0,0-1 0,0 1 0,0-1 0,0 1 0,1-1 0,-1 1 0,0-1 0,0 0 0,0 1 0,0-1 0,0 1 0,1-1 0,-1 1 0,0-1 0,0 0 0,0 1 0,1-1 0,-1 0 0,0 1 0,1-1 0,7 13 0,0-1 0,-1 1 0,-1 0 0,0 1 0,-1-1 0,0 1 0,-1 0 0,-1 0 0,3 28 0,-1 12 0,-5 72 0,0-70 0,-22 343 0,7-236-1365,15-147-5461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13.901"/>
    </inkml:context>
    <inkml:brush xml:id="br0">
      <inkml:brushProperty name="width" value="0.05" units="cm"/>
      <inkml:brushProperty name="height" value="0.05" units="cm"/>
      <inkml:brushProperty name="color" value="#FFFFFF"/>
    </inkml:brush>
  </inkml:definitions>
  <inkml:trace contextRef="#ctx0" brushRef="#br0">5 0 24575,'-3'0'0,"2"0"0,4 3 0,5 4 0,3 4 0,4 3 0,1 2 0,2 1 0,0 1 0,0 0 0,3 0 0,1-3 0,3-1 0,-1-3 0,3-3 0,-4-4-8191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14.263"/>
    </inkml:context>
    <inkml:brush xml:id="br0">
      <inkml:brushProperty name="width" value="0.05" units="cm"/>
      <inkml:brushProperty name="height" value="0.05" units="cm"/>
      <inkml:brushProperty name="color" value="#FFFFFF"/>
    </inkml:brush>
  </inkml:definitions>
  <inkml:trace contextRef="#ctx0" brushRef="#br0">251 8 24575,'0'0'0,"0"0"0,0-1 0,0 1 0,-1 0 0,1-1 0,0 1 0,0 0 0,0-1 0,0 1 0,0 0 0,0 0 0,0-1 0,0 1 0,-1 0 0,1 0 0,0-1 0,0 1 0,0 0 0,-1 0 0,1-1 0,0 1 0,0 0 0,-1 0 0,1 0 0,0 0 0,0-1 0,-1 1 0,1 0 0,0 0 0,-1 0 0,1 0 0,0 0 0,-1 0 0,-13 1 0,-15 9 0,29-10 0,-43 19-455,1 2 0,-64 44 0,97-59-6371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21.645"/>
    </inkml:context>
    <inkml:brush xml:id="br0">
      <inkml:brushProperty name="width" value="0.05" units="cm"/>
      <inkml:brushProperty name="height" value="0.05" units="cm"/>
      <inkml:brushProperty name="color" value="#FFFFFF"/>
    </inkml:brush>
  </inkml:definitions>
  <inkml:trace contextRef="#ctx0" brushRef="#br0">574 88 24575,'2'0'0,"-1"-1"0,1 1 0,0-1 0,0 1 0,-1-1 0,1 0 0,-1 0 0,1 0 0,0 0 0,-1 0 0,0 0 0,1 0 0,-1-1 0,0 1 0,0-1 0,1 1 0,-1 0 0,0-1 0,1-2 0,-1 2 0,0 0 0,0 0 0,0 1 0,0-1 0,0 0 0,-1 0 0,1 0 0,0 0 0,-1 0 0,0 0 0,1 0 0,-1 0 0,0 0 0,0 0 0,0 0 0,-1-4 0,0 4 0,-1 0 0,1 0 0,-1 0 0,0 0 0,1 1 0,-1-1 0,0 0 0,0 1 0,0 0 0,0 0 0,0-1 0,0 1 0,0 0 0,-1 0 0,1 1 0,0-1 0,0 0 0,-1 1 0,1 0 0,0-1 0,-4 1 0,-5-1 0,0 1 0,0 0 0,-14 2 0,-3 2 0,0 2 0,1 0 0,0 2 0,0 1 0,0 1 0,1 1 0,1 2 0,-28 18 0,32-18 0,0 2 0,2 0 0,0 1 0,0 1 0,2 1 0,0 1 0,1 0 0,1 1 0,-19 33 0,28-41 0,-1 1 0,2-1 0,0 1 0,1 1 0,0-1 0,0 1 0,-1 21 0,4-29 0,1 0 0,0 0 0,0 0 0,1 0 0,-1 0 0,1 0 0,1 0 0,-1 0 0,1 0 0,0-1 0,0 1 0,1-1 0,-1 1 0,1-1 0,1 0 0,-1 0 0,1 0 0,-1-1 0,2 1 0,3 3 0,3 0 0,-1 0 0,2-1 0,-1-1 0,1 0 0,0 0 0,0-1 0,0-1 0,1 0 0,17 3 0,12 0 0,66 3 0,-21-7 0,1-4 0,116-15 0,-198 15-170,-1 1-1,1-1 0,0-1 1,-1 1-1,1-1 0,-1 0 1,7-3-1,-1-4-6655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22.282"/>
    </inkml:context>
    <inkml:brush xml:id="br0">
      <inkml:brushProperty name="width" value="0.05" units="cm"/>
      <inkml:brushProperty name="height" value="0.05" units="cm"/>
      <inkml:brushProperty name="color" value="#FFFFFF"/>
    </inkml:brush>
  </inkml:definitions>
  <inkml:trace contextRef="#ctx0" brushRef="#br0">1 282 24575,'-1'-8'0,"3"-24"0,-2 31 0,0 0 0,0 0 0,0 0 0,0 0 0,0 0 0,1 0 0,-1 0 0,0 1 0,1-1 0,-1 0 0,1 0 0,-1 0 0,1 1 0,-1-1 0,1 0 0,-1 0 0,1 1 0,0-1 0,-1 1 0,1-1 0,0 0 0,0 1 0,0-1 0,-1 1 0,1 0 0,0-1 0,2 0 0,-3 2 0,1-1 0,0 0 0,0 0 0,-1 1 0,1-1 0,0 0 0,-1 1 0,1-1 0,-1 1 0,1-1 0,0 1 0,-1-1 0,1 1 0,-1 0 0,1-1 0,-1 1 0,0-1 0,1 1 0,-1 0 0,1 0 0,-1-1 0,0 1 0,0 0 0,0-1 0,1 1 0,-1 0 0,0 1 0,6 28 0,-5-24 0,5 31 0,-2 0 0,0 66 0,-16 75 0,9-143 0,2-26 0,-1 20 0,2-27 0,0-1 0,0 0 0,0 1 0,0-1 0,0 0 0,1 1 0,-1-1 0,0 0 0,1 0 0,-1 1 0,1-1 0,-1 0 0,1 0 0,0 0 0,0 0 0,1 2 0,-2-3 0,1 1 0,-1-1 0,1 0 0,-1 0 0,1 0 0,-1 0 0,1 0 0,0 1 0,-1-1 0,1 0 0,-1 0 0,1 0 0,-1 0 0,1-1 0,-1 1 0,1 0 0,0 0 0,-1 0 0,1 0 0,-1-1 0,1 1 0,-1 0 0,1 0 0,-1-1 0,1 1 0,-1 0 0,0-1 0,1 1 0,-1 0 0,1-1 0,-1 1 0,0-1 0,1 1 0,-1-1 0,0 1 0,1-1 0,-1 1 0,0-1 0,0 0 0,12-24 0,-11 24 0,8-27 0,0 0 0,-2 0 0,6-49 0,-1-92 0,2-13 0,-12 165 0,1 0 0,0 1 0,2-1 0,0 1 0,7-17 0,-10 29 0,0 0 0,0 0 0,1 0 0,-1 0 0,1 0 0,0 1 0,0 0 0,0-1 0,0 1 0,1 0 0,-1 1 0,1-1 0,0 1 0,0-1 0,-1 1 0,2 0 0,-1 1 0,0-1 0,0 1 0,1-1 0,-1 1 0,0 1 0,1-1 0,5 0 0,0 2 0,0-1 0,1 1 0,-1 1 0,-1 0 0,1 0 0,0 1 0,0 1 0,-1-1 0,0 1 0,0 1 0,0 0 0,0 0 0,8 8 0,-9-8 0,-1 1 0,0 0 0,0 1 0,-1-1 0,1 1 0,-2 0 0,1 1 0,-1 0 0,0 0 0,0 0 0,-1 0 0,0 1 0,-1-1 0,3 13 0,-4-15 0,-2-1 0,1 1 0,-1-1 0,0 1 0,0 0 0,0-1 0,-1 1 0,0-1 0,0 1 0,0-1 0,-1 0 0,1 1 0,-1-1 0,-3 5 0,0-3 0,1 0 0,-1 0 0,0-1 0,0 1 0,-1-1 0,0-1 0,0 1 0,-12 8 0,1-4 0,0 0 0,-1-1 0,-1 0 0,0-2 0,0 0 0,-38 8 0,31-10-273,1-1 0,-1-1 0,0-1 0,-45-3 0,40-3-6553</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22.675"/>
    </inkml:context>
    <inkml:brush xml:id="br0">
      <inkml:brushProperty name="width" value="0.05" units="cm"/>
      <inkml:brushProperty name="height" value="0.05" units="cm"/>
      <inkml:brushProperty name="color" value="#FFFFFF"/>
    </inkml:brush>
  </inkml:definitions>
  <inkml:trace contextRef="#ctx0" brushRef="#br0">18 13 24575,'0'0'0,"-1"-1"0,1 1 0,0-1 0,0 1 0,0 0 0,0-1 0,0 1 0,0-1 0,0 1 0,0 0 0,0-1 0,0 1 0,0-1 0,0 1 0,0 0 0,0-1 0,0 1 0,1 0 0,-1-1 0,0 1 0,0 0 0,0-1 0,0 1 0,1 0 0,-1-1 0,0 1 0,0 0 0,1-1 0,-1 1 0,0 0 0,1 0 0,-1-1 0,0 1 0,1 0 0,-1 0 0,0 0 0,1-1 0,0 2 0,0-1 0,-1 1 0,1-1 0,-1 1 0,1 0 0,0-1 0,-1 1 0,0 0 0,1-1 0,-1 1 0,1 0 0,-1-1 0,0 1 0,1 0 0,-1 0 0,0 0 0,0-1 0,0 1 0,1 1 0,2 31 0,0 1 0,-2-1 0,-2 1 0,-6 52 0,1-26 0,-17 189-1365,21-221-5461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22.906"/>
    </inkml:context>
    <inkml:brush xml:id="br0">
      <inkml:brushProperty name="width" value="0.05" units="cm"/>
      <inkml:brushProperty name="height" value="0.05" units="cm"/>
      <inkml:brushProperty name="color" value="#FFFFFF"/>
    </inkml:brush>
  </inkml:definitions>
  <inkml:trace contextRef="#ctx0" brushRef="#br0">47 95 24575,'-1'0'0,"-25"-1"0,25 1 0,0 0 0,0 0 0,0 0 0,0 0 0,0 0 0,0-1 0,0 1 0,1 0 0,-1 0 0,0-1 0,0 1 0,0-1 0,0 1 0,0-1 0,1 1 0,-1-1 0,0 0 0,0 1 0,1-1 0,-1 0 0,0 0 0,1 0 0,1 0 0,-1 1 0,1-1 0,-1 0 0,1 1 0,0-1 0,-1 1 0,1-1 0,0 1 0,0-1 0,-1 1 0,1 0 0,0-1 0,0 1 0,0 0 0,0-1 0,-1 1 0,1 0 0,0 0 0,1 0 0,20-5 0,196-19 321,-130 17-1164,117-25 0,-175 24-5983</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23.156"/>
    </inkml:context>
    <inkml:brush xml:id="br0">
      <inkml:brushProperty name="width" value="0.05" units="cm"/>
      <inkml:brushProperty name="height" value="0.05" units="cm"/>
      <inkml:brushProperty name="color" value="#FFFFFF"/>
    </inkml:brush>
  </inkml:definitions>
  <inkml:trace contextRef="#ctx0" brushRef="#br0">0 106 24575,'0'-3'0,"0"0"0,0 0 0,1 0 0,-1 0 0,1 0 0,-1 0 0,1 0 0,0 0 0,0 1 0,0-1 0,0 0 0,1 0 0,-1 1 0,1-1 0,0 1 0,-1-1 0,5-3 0,-2 3 0,0 0 0,0 0 0,1 1 0,-1-1 0,1 1 0,0 0 0,0 0 0,0 0 0,9-1 0,31-6 0,1 1 0,0 3 0,1 2 0,-1 1 0,0 3 0,1 2 0,63 12 0,-101-14 0,35 10 0,-41-11 0,0 2 0,0-1 0,0 0 0,0 0 0,0 1 0,0-1 0,-1 1 0,1 0 0,-1 0 0,1 0 0,2 3 0,-5-4-68,1-1 0,-1 1-1,0-1 1,0 1 0,1-1 0,-1 1-1,0-1 1,0 1 0,0-1 0,1 1-1,-1 0 1,0-1 0,0 1 0,0-1-1,0 1 1,0-1 0,0 1-1,0 0 1,-1 0 0,-4 10-6758</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28.056"/>
    </inkml:context>
    <inkml:brush xml:id="br0">
      <inkml:brushProperty name="width" value="0.05" units="cm"/>
      <inkml:brushProperty name="height" value="0.05" units="cm"/>
      <inkml:brushProperty name="color" value="#FFFFFF"/>
    </inkml:brush>
  </inkml:definitions>
  <inkml:trace contextRef="#ctx0" brushRef="#br0">15 210 24575,'-14'-37'0,"14"33"0,0-1 0,0 1 0,0-1 0,0 0 0,1 1 0,0-1 0,0 1 0,0-1 0,0 1 0,1-1 0,-1 1 0,1 0 0,0 0 0,1 0 0,-1 0 0,1 0 0,0 0 0,0 1 0,0-1 0,7-5 0,-3 2 0,1 1 0,1-1 0,-1 1 0,1 1 0,0 0 0,0 0 0,1 1 0,14-5 0,-1 2 0,0 2 0,0 0 0,45-2 0,-57 7 0,-1 0 0,0 0 0,0 2 0,0-1 0,0 1 0,0 0 0,0 1 0,0 0 0,-1 1 0,1 0 0,13 8 0,-21-11 0,0 0 0,0 0 0,0 1 0,0-1 0,0 0 0,-1 1 0,1-1 0,-1 1 0,1-1 0,-1 1 0,0 0 0,1 0 0,-1 0 0,0 0 0,0 0 0,0 0 0,0 0 0,-1 0 0,1 0 0,-1 0 0,1 0 0,-1 0 0,0 0 0,1 1 0,-1-1 0,0 0 0,-1 0 0,1 0 0,0 0 0,-1 1 0,1-1 0,-1 0 0,1 0 0,-1 0 0,0 0 0,0 0 0,0 0 0,-2 2 0,-1 2 0,-1 1 0,0-2 0,0 1 0,0 0 0,-1-1 0,0 0 0,0-1 0,0 1 0,-13 6 0,-106 45 0,65-31 0,45-15 0,15-10 0,1 1 0,-1-1 0,0 0 0,0 0 0,0 1 0,0-1 0,1 0 0,-1 0 0,0 1 0,0-1 0,1 0 0,-1 0 0,0 0 0,0 1 0,1-1 0,-1 0 0,0 0 0,0 0 0,1 0 0,-1 0 0,0 0 0,1 0 0,-1 0 0,0 1 0,1-1 0,-1 0 0,0 0 0,1 0 0,-1-1 0,1 1 0,39 1 0,-31-2 0,43 0 0,71 1 0,-110 1 0,0 0 0,-1 1 0,1 1 0,-1 0 0,0 0 0,1 2 0,14 6 0,-25-10 0,-1 0 0,1 0 0,0-1 0,-1 1 0,1 1 0,-1-1 0,1 0 0,-1 0 0,0 0 0,1 1 0,-1-1 0,0 1 0,0-1 0,0 1 0,0-1 0,0 1 0,0 0 0,0-1 0,-1 1 0,1 0 0,-1 0 0,1-1 0,-1 1 0,1 2 0,-2-2 0,1 1 0,-1-1 0,1 0 0,-1 0 0,0 0 0,0 0 0,0-1 0,0 1 0,0 0 0,0 0 0,-1 0 0,1-1 0,0 1 0,-1-1 0,0 1 0,1-1 0,-1 0 0,0 1 0,1-1 0,-1 0 0,-2 1 0,-13 6 43,0 0 0,0-1-1,-1-1 1,0-1 0,0 0-1,0-1 1,-20 1 0,-17-1-897,-59-2 1,94-2-5973</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28.479"/>
    </inkml:context>
    <inkml:brush xml:id="br0">
      <inkml:brushProperty name="width" value="0.05" units="cm"/>
      <inkml:brushProperty name="height" value="0.05" units="cm"/>
      <inkml:brushProperty name="color" value="#FFFFFF"/>
    </inkml:brush>
  </inkml:definitions>
  <inkml:trace contextRef="#ctx0" brushRef="#br0">48 37 24575,'21'-11'0,"-16"8"0,-15 7 0,6-2 0,-1 1 0,1 0 0,0 0 0,0 0 0,1 0 0,-1 1 0,1-1 0,-1 1 0,1 0 0,0 0 0,0 0 0,1 0 0,0 1 0,-1-1 0,1 1 0,1-1 0,-1 1 0,1 0 0,-2 9 0,1-5 0,1 0 0,0-1 0,1 1 0,0 0 0,0 0 0,1 0 0,0-1 0,1 1 0,0 0 0,4 11 0,-4-15 0,0 0 0,0-1 0,1 1 0,-1-1 0,1 0 0,0 0 0,0 0 0,0 0 0,1 0 0,0-1 0,-1 1 0,1-1 0,0 0 0,0 0 0,1-1 0,-1 1 0,1-1 0,-1 0 0,1 0 0,0-1 0,0 1 0,0-1 0,0 0 0,0 0 0,7 0 0,-5-1 0,-1 0 0,1-1 0,-1 0 0,1 0 0,-1 0 0,0-1 0,1 0 0,-1 0 0,0-1 0,0 1 0,-1-2 0,1 1 0,0 0 0,-1-1 0,0 0 0,0 0 0,0-1 0,-1 1 0,7-9 0,-6 7 0,-1 0 0,-1-1 0,1 1 0,-1-1 0,0 0 0,-1 0 0,1 0 0,-1 0 0,-1 0 0,1 0 0,-1-1 0,-1 1 0,1 0 0,-1-1 0,-1 1 0,-1-12 0,1 13 0,0 1 0,0-1 0,-1 1 0,0-1 0,0 1 0,0 0 0,-1 0 0,0 0 0,0 0 0,0 0 0,-1 1 0,1-1 0,-1 1 0,0 0 0,0 0 0,0 0 0,-1 1 0,0 0 0,1-1 0,-1 2 0,0-1 0,-6-2 0,7 4-72,1 0 1,0 0-1,-1 0 0,1 0 0,-1 1 0,1 0 0,-1 0 0,1 0 1,-1 0-1,1 0 0,-1 1 0,1-1 0,-1 1 0,1 0 0,-1 0 1,1 0-1,0 1 0,-4 2 0,-5 3-6754</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28.994"/>
    </inkml:context>
    <inkml:brush xml:id="br0">
      <inkml:brushProperty name="width" value="0.05" units="cm"/>
      <inkml:brushProperty name="height" value="0.05" units="cm"/>
      <inkml:brushProperty name="color" value="#FFFFFF"/>
    </inkml:brush>
  </inkml:definitions>
  <inkml:trace contextRef="#ctx0" brushRef="#br0">0 62 24575,'1'-7'0,"0"0"0,0 0 0,1 1 0,3-12 0,0 1 0,-3 78 0,-3 5 0,-1 51 0,3-100 0,1 0 0,0-1 0,1 1 0,9 27 0,-11-41 0,0 0 0,0 0 0,0 0 0,1-1 0,0 1 0,-1 0 0,3 2 0,-3-4 0,-1-1 0,1 0 0,-1 1 0,0-1 0,1 0 0,-1 1 0,1-1 0,0 0 0,-1 0 0,1 1 0,-1-1 0,1 0 0,-1 0 0,1 0 0,-1 0 0,1 0 0,0 0 0,-1 0 0,1 0 0,-1 0 0,1 0 0,0 0 0,-1 0 0,1 0 0,-1-1 0,1 1 0,-1 0 0,1 0 0,-1-1 0,1 1 0,-1 0 0,1-1 0,-1 1 0,1 0 0,-1-1 0,1 1 0,-1-1 0,0 1 0,1 0 0,-1-1 0,0 1 0,1-1 0,-1 1 0,0-2 0,37-49 0,-25 33 0,0 0 0,2 1 0,0 0 0,1 1 0,21-18 0,-35 32 0,0 1 0,1 0 0,-1 0 0,1 0 0,-1 0 0,1 0 0,-1 0 0,1 0 0,0 1 0,-1-1 0,1 0 0,0 1 0,0-1 0,-1 1 0,1 0 0,0 0 0,0 0 0,0 0 0,-1 0 0,1 0 0,0 0 0,0 0 0,0 1 0,-1-1 0,1 1 0,0-1 0,-1 1 0,1 0 0,0-1 0,2 3 0,-1 0 0,0 0 0,0 1 0,0-1 0,-1 1 0,1 0 0,-1 0 0,0 0 0,0 0 0,0 0 0,0 0 0,1 6 0,1 3 37,-2-2-193,2 0 0,-1 0 0,1 0 1,1 0-1,0-1 0,1 0 0,-1 0 1,14 16-1,-6-15-6670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40.502"/>
    </inkml:context>
    <inkml:brush xml:id="br0">
      <inkml:brushProperty name="width" value="0.05" units="cm"/>
      <inkml:brushProperty name="height" value="0.05" units="cm"/>
      <inkml:brushProperty name="color" value="#FFFFFF"/>
    </inkml:brush>
  </inkml:definitions>
  <inkml:trace contextRef="#ctx0" brushRef="#br0">4 1 24575,'0'1'0,"-1"1"0,0-1 0,1 1 0,-1-1 0,1 1 0,0-1 0,0 1 0,-1 0 0,1-1 0,0 1 0,0-1 0,0 1 0,1-1 0,-1 1 0,0 0 0,1 1 0,0 4 0,-1 125 0,2 33 0,-2-162 0,0-1 0,1 0 0,-1 1 0,1-1 0,-1 0 0,1 1 0,0-1 0,0 0 0,0 0 0,0 0 0,0 0 0,1 0 0,-1 0 0,1 0 0,-1 0 0,1 0 0,0-1 0,-1 1 0,1-1 0,0 1 0,0-1 0,0 0 0,0 1 0,1-1 0,-1 0 0,0-1 0,0 1 0,1 0 0,2 0 0,7 1 0,1-1 0,-1 0 0,0-1 0,22-2 0,-4 0 0,298 14 0,-1 21 0,72 5 0,-372-37 0,17 0 0,-42-1 0,1 1 0,0-1 0,0 1 0,0 0 0,0-1 0,0 1 0,-1 0 0,1 1 0,0-1 0,4 3 0,-6-2 0,0-1 0,0 0 0,0 0 0,0 1 0,0-1 0,0 0 0,0 1 0,-1-1 0,1 1 0,-1-1 0,1 1 0,-1 0 0,1-1 0,-1 1 0,0-1 0,1 1 0,-1 0 0,0-1 0,0 1 0,-1 3 0,-9 35 0,4-19 0,0 23 0,1 1 0,2-1 0,5 64 0,0-34 0,12 210 0,-10-106-1365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40.766"/>
    </inkml:context>
    <inkml:brush xml:id="br0">
      <inkml:brushProperty name="width" value="0.05" units="cm"/>
      <inkml:brushProperty name="height" value="0.05" units="cm"/>
      <inkml:brushProperty name="color" value="#FFFFFF"/>
    </inkml:brush>
  </inkml:definitions>
  <inkml:trace contextRef="#ctx0" brushRef="#br0">0 1 24575,'0'2'0,"3"2"0,1 3 0,3 0 0,2 2 0,4 2 0,2 3 0,2 1 0,0-2 0,1 0 0,0 2 0,0-4 0,0 1 0,0-2 0,2-3 0,2-3 0,-1-1 0,-4-2-8191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40.970"/>
    </inkml:context>
    <inkml:brush xml:id="br0">
      <inkml:brushProperty name="width" value="0.05" units="cm"/>
      <inkml:brushProperty name="height" value="0.05" units="cm"/>
      <inkml:brushProperty name="color" value="#FFFFFF"/>
    </inkml:brush>
  </inkml:definitions>
  <inkml:trace contextRef="#ctx0" brushRef="#br0">92 44 24575,'0'-3'0,"3"-1"0,1-2 0,0-4 0,-4 0 0,-4 2 0,-3 5 0,-2 3 0,0 5 0,-1 4 0,1 3 0,-1 4 0,1 1 0,2 0 0,0 2 0,0-1 0,0 0 0,-1-3-8191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41.932"/>
    </inkml:context>
    <inkml:brush xml:id="br0">
      <inkml:brushProperty name="width" value="0.05" units="cm"/>
      <inkml:brushProperty name="height" value="0.05" units="cm"/>
      <inkml:brushProperty name="color" value="#FFFFFF"/>
    </inkml:brush>
  </inkml:definitions>
  <inkml:trace contextRef="#ctx0" brushRef="#br0">8 36 24575,'-4'-15'0,"3"14"0,1 0 0,-1 0 0,1 0 0,0 0 0,-1 0 0,1 0 0,0 0 0,0 0 0,-1 0 0,1 0 0,0 0 0,0 0 0,0 0 0,0 0 0,0-1 0,1 1 0,-1-2 0,12 25 0,-6 12 0,-1 0 0,-2 1 0,-1-1 0,-4 59 0,0-26 0,2-59 30,1 3-309,-2 0 0,1 0 0,-2 0 0,-3 16 0,2-16-6547</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42.244"/>
    </inkml:context>
    <inkml:brush xml:id="br0">
      <inkml:brushProperty name="width" value="0.05" units="cm"/>
      <inkml:brushProperty name="height" value="0.05" units="cm"/>
      <inkml:brushProperty name="color" value="#FFFFFF"/>
    </inkml:brush>
  </inkml:definitions>
  <inkml:trace contextRef="#ctx0" brushRef="#br0">16 247 24575,'-1'-3'0,"-1"1"0,0 0 0,1-1 0,-1 1 0,1-1 0,0 1 0,0-1 0,0 0 0,0 0 0,0 1 0,1-1 0,-1 0 0,1 0 0,0 0 0,-1 0 0,2 0 0,-1 0 0,0 1 0,2-7 0,-1 3 0,0-1 0,1 0 0,0 1 0,0 0 0,1 0 0,0-1 0,5-8 0,0 6 0,-1-1 0,1 1 0,1 1 0,0-1 0,0 1 0,1 1 0,-1 0 0,2 0 0,-1 1 0,1 0 0,0 1 0,20-7 0,-10 6 0,0 0 0,0 2 0,0 0 0,1 2 0,-1 0 0,30 2 0,-44 0 0,1 1 0,-1 0 0,0 0 0,1 0 0,-1 1 0,0 0 0,13 6 0,-17-7 0,0 1 0,-1 0 0,1-1 0,-1 1 0,1 0 0,-1 0 0,0 0 0,0 1 0,0-1 0,0 0 0,0 1 0,0 0 0,-1-1 0,1 1 0,-1 0 0,0-1 0,0 1 0,0 0 0,0 0 0,-1 0 0,2 5 0,-1 14-1365,-2-3-5461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42.447"/>
    </inkml:context>
    <inkml:brush xml:id="br0">
      <inkml:brushProperty name="width" value="0.05" units="cm"/>
      <inkml:brushProperty name="height" value="0.05" units="cm"/>
      <inkml:brushProperty name="color" value="#FFFFFF"/>
    </inkml:brush>
  </inkml:definitions>
  <inkml:trace contextRef="#ctx0" brushRef="#br0">4 1 24575,'-3'3'0,"2"1"0,4 0 0,8-1 0,7-1 0,10 0 0,6-2 0,6 1 0,6-4 0,3-1 0,-1 0 0,1 0 0,-3 2 0,-2 1 0,-10 0-8191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42.784"/>
    </inkml:context>
    <inkml:brush xml:id="br0">
      <inkml:brushProperty name="width" value="0.05" units="cm"/>
      <inkml:brushProperty name="height" value="0.05" units="cm"/>
      <inkml:brushProperty name="color" value="#FFFFFF"/>
    </inkml:brush>
  </inkml:definitions>
  <inkml:trace contextRef="#ctx0" brushRef="#br0">256 29 24575,'1'-2'0,"0"1"0,0-1 0,0 1 0,0-1 0,0 1 0,0-1 0,0 0 0,-1 1 0,1-1 0,0-3 0,-3-2 0,-10 9 0,-2 8 0,0 0 0,0 1 0,2 0 0,-1 1 0,-13 17 0,1-3 0,10-11 0,-5 6 0,0 0 0,-28 41 0,44-57 0,1 0 0,-1 1 0,1-1 0,0 1 0,1 0 0,0 0 0,-1 0 0,2 0 0,-1 1 0,1-1 0,0 0 0,0 1 0,1-1 0,0 0 0,0 1 0,0-1 0,1 1 0,2 7 0,-1-8 0,1 1 0,1-1 0,-1 0 0,1 0 0,0 0 0,0-1 0,1 1 0,0-1 0,0 0 0,0 0 0,1-1 0,-1 1 0,1-1 0,0-1 0,0 1 0,0-1 0,1 0 0,10 4 0,5 0 0,1 0 0,-1-2 0,1 0 0,32 2 0,78-1 342,-111-7-684,-1 0 1,0-1 0,1-2-1,24-6 1,-24 2-6485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44.153"/>
    </inkml:context>
    <inkml:brush xml:id="br0">
      <inkml:brushProperty name="width" value="0.05" units="cm"/>
      <inkml:brushProperty name="height" value="0.05" units="cm"/>
      <inkml:brushProperty name="color" value="#FFFFFF"/>
    </inkml:brush>
  </inkml:definitions>
  <inkml:trace contextRef="#ctx0" brushRef="#br0">1 14 24575,'0'-3'0,"0"-3"0,0 1 0,0 5 0,0 9 0,3 8 0,1 7 0,0 9 0,-1 10 0,-1 7 0,-1 10 0,0 6 0,-1 4 0,0 2 0,0 0 0,0 0 0,0-12-8191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44.880"/>
    </inkml:context>
    <inkml:brush xml:id="br0">
      <inkml:brushProperty name="width" value="0.05" units="cm"/>
      <inkml:brushProperty name="height" value="0.05" units="cm"/>
      <inkml:brushProperty name="color" value="#FFFFFF"/>
    </inkml:brush>
  </inkml:definitions>
  <inkml:trace contextRef="#ctx0" brushRef="#br0">0 1 24575,'529'27'-710,"-334"-13"327,134 7 81,2349 137-4979,-943-86 3594,-1341-53 3882,-373-18-932</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47.074"/>
    </inkml:context>
    <inkml:brush xml:id="br0">
      <inkml:brushProperty name="width" value="0.05" units="cm"/>
      <inkml:brushProperty name="height" value="0.05" units="cm"/>
      <inkml:brushProperty name="color" value="#FFFFFF"/>
    </inkml:brush>
  </inkml:definitions>
  <inkml:trace contextRef="#ctx0" brushRef="#br0">20 1 24575,'-3'0'0,"0"3"0,-1 3 0,4 5 0,2 6 0,0 5 0,0 3 0,0 3 0,-1 2 0,0 3 0,-1 0 0,-2 2 0,-2-3 0,-3-4 0,0-6-8191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47.605"/>
    </inkml:context>
    <inkml:brush xml:id="br0">
      <inkml:brushProperty name="width" value="0.05" units="cm"/>
      <inkml:brushProperty name="height" value="0.05" units="cm"/>
      <inkml:brushProperty name="color" value="#FFFFFF"/>
    </inkml:brush>
  </inkml:definitions>
  <inkml:trace contextRef="#ctx0" brushRef="#br0">47 386 24575,'-8'-20'0,"1"-1"0,1 1 0,-6-40 0,8 36 0,1 7 0,0 1 0,1 0 0,1-1 0,0 1 0,2-1 0,3-24 0,-4 36 0,1 0 0,1 0 0,-1 1 0,1-1 0,-1 0 0,1 1 0,0-1 0,1 1 0,-1 0 0,1 0 0,0 0 0,0 0 0,0 0 0,1 1 0,-1-1 0,1 1 0,0 0 0,0 0 0,0 0 0,0 1 0,0 0 0,1-1 0,-1 1 0,1 1 0,0-1 0,5-1 0,3 1 0,-1 1 0,0 0 0,0 0 0,1 1 0,-1 1 0,0 0 0,1 0 0,-1 2 0,14 3 0,-9-1 0,0 1 0,0 1 0,-1 0 0,1 1 0,24 17 0,-37-22 0,1 0 0,-1 1 0,0-1 0,0 1 0,0 0 0,0 0 0,-1 1 0,1-1 0,-1 1 0,0-1 0,0 1 0,-1 0 0,0 0 0,0 0 0,2 6 0,-4-7 0,1 0 0,-1 0 0,0 0 0,0 0 0,0 0 0,0 1 0,-1-1 0,0 0 0,0 0 0,0-1 0,0 1 0,-1 0 0,1 0 0,-1 0 0,0-1 0,0 1 0,0-1 0,-1 0 0,1 1 0,-1-1 0,-3 3 0,-10 8 0,0 1 0,-1-2 0,-37 22 0,-9 7 0,62-42 0,-1 1 0,1 0 0,0 0 0,0 0 0,0 0 0,0 0 0,0 0 0,0 0 0,0 0 0,0 0 0,1 0 0,-1 0 0,0 1 0,1-1 0,-1 0 0,1 0 0,-1 1 0,1-1 0,-1 2 0,1-2 0,1 0 0,-1 0 0,0 0 0,0 0 0,1 0 0,-1-1 0,1 1 0,-1 0 0,1 0 0,-1 0 0,1-1 0,-1 1 0,1 0 0,0-1 0,-1 1 0,1 0 0,0-1 0,0 1 0,-1-1 0,1 1 0,1 0 0,7 3 0,0-1 0,1 1 0,-1-1 0,14 2 0,-10-2 0,10 2 0,-9-2 0,0 0 0,0 1 0,0 1 0,0 0 0,18 10 0,-31-14 0,0-1 0,0 1 0,1-1 0,-1 1 0,0 0 0,0 0 0,0-1 0,0 1 0,0 0 0,0 0 0,0 0 0,-1 0 0,1 0 0,0 0 0,0 0 0,-1 0 0,1 1 0,0-1 0,-1 0 0,0 0 0,1 0 0,-1 1 0,0-1 0,1 0 0,-1 1 0,0-1 0,0 0 0,0 1 0,0-1 0,0 0 0,0 0 0,-1 1 0,1-1 0,0 0 0,-1 1 0,1-1 0,-1 0 0,1 0 0,-1 0 0,1 1 0,-1-1 0,0 0 0,0 0 0,0 0 0,1 0 0,-1 0 0,-2 1 0,-3 3 0,0 0 0,-1 0 0,0 0 0,0-1 0,0 0 0,-12 4 0,-14 5-273,-1-2 0,0-2 0,-1-1 0,-38 3 0,48-8-6553</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48.007"/>
    </inkml:context>
    <inkml:brush xml:id="br0">
      <inkml:brushProperty name="width" value="0.05" units="cm"/>
      <inkml:brushProperty name="height" value="0.05" units="cm"/>
      <inkml:brushProperty name="color" value="#FFFFFF"/>
    </inkml:brush>
  </inkml:definitions>
  <inkml:trace contextRef="#ctx0" brushRef="#br0">0 1 24575,'1'0'0,"0"0"0,1 0 0,-1 0 0,0 0 0,0 0 0,1 1 0,-1-1 0,0 0 0,0 1 0,0-1 0,0 1 0,0-1 0,0 1 0,0-1 0,0 1 0,0 0 0,0 0 0,0-1 0,0 1 0,0 0 0,0 0 0,0 0 0,-1 0 0,1 0 0,0 0 0,-1 0 0,1 0 0,-1 1 0,1-1 0,-1 0 0,0 0 0,0 0 0,1 0 0,-1 1 0,0-1 0,0 2 0,0 6 0,0 0 0,-1-1 0,0 1 0,-2 11 0,-1 2 0,4-15 0,0-1 0,0 0 0,0 0 0,1 1 0,0-1 0,0 0 0,1 0 0,0 0 0,0 0 0,0 0 0,1 0 0,0-1 0,0 1 0,0-1 0,1 0 0,-1 0 0,1 0 0,1 0 0,-1-1 0,1 1 0,-1-1 0,1 0 0,0-1 0,8 5 0,-4-3 0,-1-1 0,1 1 0,0-1 0,1-1 0,-1 0 0,1 0 0,-1-1 0,1-1 0,0 1 0,0-1 0,0-1 0,0 0 0,0 0 0,0-1 0,10-2 0,-15 1 14,-1 1 0,1-1-1,0 0 1,-1 0 0,1-1-1,-1 0 1,1 1-1,-1-1 1,0-1 0,-1 1-1,1-1 1,0 1 0,-1-1-1,0 0 1,0 0 0,0-1-1,0 1 1,-1 0 0,1-1-1,-1 0 1,-1 1 0,1-1-1,0 0 1,0-9 0,1 2-170,-2 1 1,0 0 0,0 0 0,-1 0 0,0-1 0,-1 1 0,0 0-1,-1 0 1,0 0 0,-6-15 0,1 7-6671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48.256"/>
    </inkml:context>
    <inkml:brush xml:id="br0">
      <inkml:brushProperty name="width" value="0.05" units="cm"/>
      <inkml:brushProperty name="height" value="0.05" units="cm"/>
      <inkml:brushProperty name="color" value="#FFFFFF"/>
    </inkml:brush>
  </inkml:definitions>
  <inkml:trace contextRef="#ctx0" brushRef="#br0">12 0 24575,'0'3'0,"0"4"0,0 4 0,0 2 0,0 3 0,0 1 0,0 1 0,0 0 0,0 3 0,0 1 0,0 0 0,0-1 0,0-2 0,-3-3 0,-1-2 0,0-2-8191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48.429"/>
    </inkml:context>
    <inkml:brush xml:id="br0">
      <inkml:brushProperty name="width" value="0.05" units="cm"/>
      <inkml:brushProperty name="height" value="0.05" units="cm"/>
      <inkml:brushProperty name="color" value="#FFFFFF"/>
    </inkml:brush>
  </inkml:definitions>
  <inkml:trace contextRef="#ctx0" brushRef="#br0">1 101 24575,'0'-6'0,"0"-8"0,0-4 0,0-2 0,0-1 0,0 6 0,0 9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48.709"/>
    </inkml:context>
    <inkml:brush xml:id="br0">
      <inkml:brushProperty name="width" value="0.05" units="cm"/>
      <inkml:brushProperty name="height" value="0.05" units="cm"/>
      <inkml:brushProperty name="color" value="#FFFFFF"/>
    </inkml:brush>
  </inkml:definitions>
  <inkml:trace contextRef="#ctx0" brushRef="#br0">0 0 24575,'1'0'0,"0"1"0,-1-1 0,1 0 0,-1 1 0,1-1 0,0 0 0,-1 1 0,1-1 0,-1 1 0,1-1 0,-1 1 0,1-1 0,-1 1 0,1 0 0,-1-1 0,1 1 0,-1 0 0,0-1 0,0 1 0,1 0 0,-1-1 0,0 1 0,0 0 0,0 0 0,1-1 0,-1 2 0,3 24 0,-3-22 0,2 300 0,-15-185-1365,11-100-5461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49.312"/>
    </inkml:context>
    <inkml:brush xml:id="br0">
      <inkml:brushProperty name="width" value="0.05" units="cm"/>
      <inkml:brushProperty name="height" value="0.05" units="cm"/>
      <inkml:brushProperty name="color" value="#FFFFFF"/>
    </inkml:brush>
  </inkml:definitions>
  <inkml:trace contextRef="#ctx0" brushRef="#br0">90 413 24575,'0'-2'0,"1"0"0,-1 0 0,0 0 0,-1 0 0,1 1 0,0-1 0,0 0 0,-1 0 0,1 0 0,-1 0 0,0 1 0,0-1 0,1 0 0,-1 0 0,0 1 0,0-1 0,-1 1 0,1-1 0,0 1 0,-3-3 0,3 4 0,0-1 0,-1 1 0,1 0 0,-1 0 0,1-1 0,-1 1 0,1 0 0,0 0 0,-1 0 0,1 0 0,-1 1 0,1-1 0,-1 0 0,1 1 0,0-1 0,-1 1 0,1-1 0,0 1 0,-1 0 0,1-1 0,0 1 0,0 0 0,0 0 0,0 0 0,0 0 0,0 0 0,0 0 0,-2 2 0,0 1 0,-1 1 0,0 0 0,1 0 0,0 0 0,0 0 0,0 1 0,1-1 0,0 1 0,0 0 0,0-1 0,1 1 0,0 0 0,0 0 0,0 0 0,1 0 0,-1 0 0,2 0 0,-1 0 0,1 0 0,0 0 0,3 10 0,-4-11 0,2-1 0,-1 1 0,1-1 0,-1 0 0,1 0 0,0 0 0,1 0 0,-1 0 0,1 0 0,0 0 0,0-1 0,0 1 0,0-1 0,0 0 0,1 0 0,-1 0 0,1 0 0,0-1 0,0 0 0,0 1 0,0-1 0,1-1 0,-1 1 0,0-1 0,1 0 0,-1 1 0,1-2 0,8 2 0,-8-3 0,0 1 0,-1-1 0,1 0 0,0-1 0,0 1 0,-1-1 0,1 1 0,-1-1 0,1-1 0,-1 1 0,0-1 0,0 1 0,0-1 0,0-1 0,-1 1 0,1 0 0,-1-1 0,0 0 0,0 1 0,5-9 0,0-1 0,0-1 0,0-1 0,-2 1 0,0-1 0,4-17 0,-3 6 0,-1 0 0,-2-1 0,-1 1 0,-1-1 0,-2-38 0,-3 20 0,-2 0 0,-15-61 0,20 104 0,-9-27 0,8 27 0,1 1 0,-1-1 0,1 1 0,-1 0 0,0-1 0,0 1 0,0 0 0,0-1 0,0 1 0,0 0 0,0 0 0,-1 0 0,1 0 0,0 0 0,-2-1 0,2 2 0,0 0 0,1 0 0,-1 0 0,1 0 0,-1 0 0,1 0 0,-1 0 0,0 0 0,1 0 0,-1 0 0,1 1 0,-1-1 0,1 0 0,-1 0 0,1 1 0,-1-1 0,1 0 0,-1 1 0,1-1 0,-1 0 0,1 1 0,-1-1 0,1 1 0,0-1 0,-1 1 0,1-1 0,0 1 0,-1-1 0,1 1 0,0-1 0,0 1 0,0-1 0,-1 2 0,-6 19 0,7-20 0,-6 23 0,2 1 0,1 0 0,1 0 0,1 0 0,1 0 0,6 39 0,36 146 0,-22-141-682,28 66-1,-43-120-6143</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52.671"/>
    </inkml:context>
    <inkml:brush xml:id="br0">
      <inkml:brushProperty name="width" value="0.05" units="cm"/>
      <inkml:brushProperty name="height" value="0.05" units="cm"/>
      <inkml:brushProperty name="color" value="#FFFFFF"/>
    </inkml:brush>
  </inkml:definitions>
  <inkml:trace contextRef="#ctx0" brushRef="#br0">72 1 24575,'-2'24'0,"0"1"0,-2-1 0,-7 25 0,0 3 0,-7 63 0,5 0 0,3 167 0,11-190-1365,-1-71-5461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51.818"/>
    </inkml:context>
    <inkml:brush xml:id="br0">
      <inkml:brushProperty name="width" value="0.05" units="cm"/>
      <inkml:brushProperty name="height" value="0.05" units="cm"/>
      <inkml:brushProperty name="color" value="#FFFFFF"/>
    </inkml:brush>
  </inkml:definitions>
  <inkml:trace contextRef="#ctx0" brushRef="#br0">37 13 24575,'-3'-13'0,"-2"21"0,-4 23 0,0 20 0,3-1 0,2 1 0,4 67 0,0-61 0,6 165 0,54 348 0,-54-529 164,-4-17-546,2 0-1,1 0 1,10 31 0,-6-35-6444</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53.498"/>
    </inkml:context>
    <inkml:brush xml:id="br0">
      <inkml:brushProperty name="width" value="0.05" units="cm"/>
      <inkml:brushProperty name="height" value="0.05" units="cm"/>
      <inkml:brushProperty name="color" value="#FFFFFF"/>
    </inkml:brush>
  </inkml:definitions>
  <inkml:trace contextRef="#ctx0" brushRef="#br0">30 0 24575,'2'2'0,"-1"0"0,1 1 0,-1-1 0,1 1 0,-1-1 0,0 1 0,0-1 0,0 1 0,0 0 0,0-1 0,0 1 0,0 5 0,1 37 0,-2-33 0,-1 33-273,-1 1 0,-2-1 0,-3 0 0,-22 82 0,25-111-6553</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54.041"/>
    </inkml:context>
    <inkml:brush xml:id="br0">
      <inkml:brushProperty name="width" value="0.05" units="cm"/>
      <inkml:brushProperty name="height" value="0.05" units="cm"/>
      <inkml:brushProperty name="color" value="#FFFFFF"/>
    </inkml:brush>
  </inkml:definitions>
  <inkml:trace contextRef="#ctx0" brushRef="#br0">67 263 24575,'-1'-13'0,"-1"0"0,0 0 0,0 0 0,-7-19 0,5 22 0,1 0 0,1-1 0,-1 0 0,2 1 0,0-1 0,0 0 0,1-13 0,0 21 0,1 1 0,0-1 0,-1 1 0,1-1 0,0 0 0,0 1 0,0-1 0,0 1 0,1 0 0,-1-1 0,1 1 0,0 0 0,-1 0 0,1 0 0,3-3 0,0 2 0,-1 0 0,1 0 0,-1 0 0,1 0 0,0 1 0,0 0 0,7-2 0,7-1 0,1 2 0,-1 0 0,26-1 0,-42 4 0,25-1 0,-1 1 0,1 1 0,44 8 0,-59-6 0,0 0 0,0 0 0,0 1 0,0 1 0,0 0 0,-1 1 0,0 0 0,0 1 0,14 11 0,-24-16 0,0-1 0,0 1 0,0 0 0,0 0 0,0-1 0,-1 1 0,1 0 0,-1 1 0,1-1 0,-1 0 0,0 0 0,0 1 0,0-1 0,0 0 0,0 1 0,-1-1 0,1 1 0,-1-1 0,0 1 0,1-1 0,-1 1 0,0-1 0,0 1 0,-1 0 0,0 2 0,0 0 0,-1 0 0,-1 0 0,1 0 0,-1 0 0,1 0 0,-1-1 0,-1 0 0,1 1 0,-1-1 0,1 0 0,-6 3 0,-5 5 0,-1-1 0,-1 0 0,0-1 0,-20 9 0,15-8 0,-38 26 0,57-35 0,0 0 0,-1 0 0,1 0 0,0 0 0,0 0 0,0 1 0,0-1 0,0 1 0,1-1 0,-3 6 0,3-7 0,1 0 0,0 0 0,0 0 0,0 0 0,0 0 0,0 0 0,0 0 0,0 1 0,0-1 0,0 0 0,1 0 0,-1 0 0,0 0 0,0 0 0,1 0 0,-1 0 0,1 0 0,-1 0 0,1-1 0,0 1 0,-1 0 0,1 0 0,0 0 0,-1-1 0,1 1 0,0 0 0,0-1 0,0 1 0,0 0 0,0-1 0,0 1 0,-1-1 0,1 1 0,2-1 0,19 9 0,-1-1 0,36 7 0,-30-8 0,36 14 0,-55-18 0,-1 0 0,1 1 0,-1 0 0,0 1 0,0 0 0,0 0 0,-1 0 0,12 13 0,-17-17 0,1 1 0,-1-1 0,0 1 0,1-1 0,-1 1 0,0 0 0,0 0 0,-1-1 0,1 1 0,0 0 0,0 0 0,-1 0 0,1 0 0,-1 0 0,0 0 0,0 0 0,1 0 0,-1 0 0,0 0 0,-1 0 0,1 0 0,-1 3 0,0-3 0,0 1 0,-1 0 0,1-1 0,-1 1 0,0-1 0,1 1 0,-1-1 0,0 0 0,-1 0 0,1 0 0,0 0 0,-1 0 0,-3 2 0,-6 3 0,-1-1 0,0 0 0,0-1 0,-1 0 0,-15 3 0,-16 1 0,0-2 0,-1-2 0,0-1 0,1-3 0,-66-6 0,110 4 1,-13 0 112,0-1 1,-26-6-1,37 7-194,0 0 0,0 0 0,1 0-1,-1 0 1,0 0 0,1 0 0,-1-1-1,1 0 1,0 1 0,-1-1 0,1 0-1,0 0 1,0 0 0,0 0 0,0 0-1,0-1 1,1 1 0,-1-1-1,1 1 1,-2-5 0,-1-11-6745</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54.598"/>
    </inkml:context>
    <inkml:brush xml:id="br0">
      <inkml:brushProperty name="width" value="0.05" units="cm"/>
      <inkml:brushProperty name="height" value="0.05" units="cm"/>
      <inkml:brushProperty name="color" value="#FFFFFF"/>
    </inkml:brush>
  </inkml:definitions>
  <inkml:trace contextRef="#ctx0" brushRef="#br0">1 178 24575,'1'0'0,"1"1"0,-1-1 0,0 0 0,1 0 0,-1 1 0,0-1 0,0 0 0,1 1 0,-1-1 0,0 1 0,0 0 0,0-1 0,0 1 0,0 0 0,0 0 0,0 0 0,0 0 0,2 2 0,-1 0 0,0 0 0,0 0 0,0 0 0,0 1 0,-1-1 0,2 7 0,1 4 0,-1 1 0,2 21 0,-5-32 0,3 172 0,-3-137 0,-21-95 0,10 12 0,3-1 0,-4-53 0,11 83 0,0 0 0,2-1 0,0 1 0,0 0 0,2 0 0,-1 0 0,2 0 0,0 0 0,1 0 0,9-17 0,-12 27 0,2 0 0,-1 0 0,0 0 0,1 1 0,0-1 0,0 1 0,0 0 0,1 0 0,-1 0 0,1 1 0,0-1 0,0 1 0,6-3 0,-3 3 0,0 0 0,0 1 0,0-1 0,1 2 0,-1-1 0,1 1 0,-1 0 0,13 1 0,-7 1 0,0 0 0,0 1 0,-1 0 0,1 2 0,-1-1 0,1 2 0,-1 0 0,-1 0 0,1 1 0,-1 1 0,13 8 0,-19-10 0,0-1 0,-1 1 0,1-1 0,-1 2 0,0-1 0,-1 0 0,1 1 0,5 10 0,-9-14 0,0 0 0,0 0 0,-1 0 0,1 0 0,0 0 0,-1 1 0,1-1 0,-1 0 0,0 0 0,0 0 0,0 1 0,0-1 0,0 0 0,0 0 0,-1 1 0,1-1 0,-1 0 0,0 0 0,1 0 0,-1 0 0,0 0 0,0 0 0,0 0 0,-1 0 0,1 0 0,0 0 0,-1-1 0,1 1 0,-1-1 0,1 1 0,-3 1 0,-4 3 0,-1 0 0,1 0 0,-1-1 0,0 0 0,-1-1 0,-18 6 0,-64 14 0,69-19 0,-112 21-1365,103-21-5461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55.110"/>
    </inkml:context>
    <inkml:brush xml:id="br0">
      <inkml:brushProperty name="width" value="0.05" units="cm"/>
      <inkml:brushProperty name="height" value="0.05" units="cm"/>
      <inkml:brushProperty name="color" value="#FFFFFF"/>
    </inkml:brush>
  </inkml:definitions>
  <inkml:trace contextRef="#ctx0" brushRef="#br0">0 172 24575,'0'312'0,"1"-371"0,10-82 0,-7 117 0,1 0 0,1 0 0,1 0 0,1 0 0,0 1 0,14-23 0,-18 38 0,1 1 0,-1 0 0,1 0 0,1 0 0,-1 1 0,1 0 0,0 0 0,1 0 0,-1 1 0,1-1 0,0 2 0,12-7 0,-15 9 0,0 1 0,0-1 0,0 1 0,1 0 0,-1 0 0,0 1 0,0-1 0,1 1 0,-1 0 0,1 0 0,-1 0 0,0 1 0,0 0 0,1 0 0,-1 0 0,0 0 0,0 0 0,0 1 0,0 0 0,0 0 0,0 0 0,0 0 0,-1 1 0,1-1 0,-1 1 0,4 3 0,1 2 0,-1 1 0,1 0 0,-2 0 0,1 0 0,-1 1 0,-1 0 0,0 0 0,0 0 0,-1 1 0,0-1 0,3 15 0,2 15 0,6 72 0,-12-83 0,10 171-1365,-13-183-5461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55.325"/>
    </inkml:context>
    <inkml:brush xml:id="br0">
      <inkml:brushProperty name="width" value="0.05" units="cm"/>
      <inkml:brushProperty name="height" value="0.05" units="cm"/>
      <inkml:brushProperty name="color" value="#FFFFFF"/>
    </inkml:brush>
  </inkml:definitions>
  <inkml:trace contextRef="#ctx0" brushRef="#br0">37 70 24575,'-3'0'0,"-3"-3"0,-5 0 0,0-4 0,5 0 0,7 1 0,8-1 0,9 0 0,8 1 0,7 3 0,8-3 0,6 1 0,0 1 0,-2 1 0,-2 2 0,-6 0 0,-6 0 0,-8 1-8191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56.391"/>
    </inkml:context>
    <inkml:brush xml:id="br0">
      <inkml:brushProperty name="width" value="0.05" units="cm"/>
      <inkml:brushProperty name="height" value="0.05" units="cm"/>
      <inkml:brushProperty name="color" value="#FFFFFF"/>
    </inkml:brush>
  </inkml:definitions>
  <inkml:trace contextRef="#ctx0" brushRef="#br0">290 138 24575,'3'-8'0,"0"1"0,0-1 0,-1 0 0,0 0 0,0 0 0,-1 0 0,0 0 0,0 0 0,-1-1 0,0 1 0,-1 0 0,-2-13 0,3 19 0,-1 1 0,1 0 0,-1 0 0,1 0 0,-1 0 0,0 0 0,1 0 0,-1 0 0,0 0 0,0 0 0,0 0 0,0 0 0,0 1 0,0-1 0,0 0 0,0 1 0,0-1 0,0 0 0,0 1 0,0-1 0,0 1 0,0 0 0,-2-1 0,0 1 0,0-1 0,0 1 0,0 0 0,-1 0 0,1 1 0,0-1 0,0 1 0,0-1 0,-3 2 0,-4 2 0,0 0 0,0 0 0,0 1 0,-12 9 0,6-3 0,0 2 0,2 0 0,-1 1 0,2 0 0,0 2 0,0-1 0,2 1 0,0 1 0,1 0 0,0 0 0,2 1 0,0 0 0,-7 26 0,12-32 0,0 1 0,0 0 0,1 0 0,1 0 0,0 0 0,1 0 0,1 0 0,0 0 0,3 17 0,-1-20 0,0-1 0,0 1 0,0-1 0,2 0 0,-1 0 0,1 0 0,0 0 0,1-1 0,0 0 0,0 0 0,0-1 0,1 1 0,9 6 0,-5-6 0,0-1 0,0 0 0,1 0 0,0-1 0,0-1 0,0 0 0,1-1 0,-1 0 0,1-1 0,0 0 0,0-1 0,16 0 0,-10-1 0,0 0 0,1-2 0,-1 0 0,0-2 0,0 0 0,0-1 0,32-11 0,-37 10 0,-1-1 0,0-1 0,0 0 0,0-1 0,-1-1 0,0 1 0,-1-2 0,1 0 0,-2 0 0,0-1 0,0 0 0,-1-1 0,14-22 0,-18 24 0,0 0 0,-1 0 0,1 0 0,-2 0 0,0-1 0,0 1 0,-1-1 0,0 0 0,-1 0 0,0 1 0,-1-1 0,0 0 0,-1 0 0,0 0 0,0 0 0,-2 0 0,1 1 0,-1-1 0,-5-12 0,3 13 27,0 0-1,0 0 0,-1 1 0,-1-1 1,1 1-1,-1 0 0,-1 1 0,0 0 1,0 0-1,0 1 0,-1 0 0,-16-10 1,18 13-109,1 1 1,-1 0 0,0 0 0,0 0-1,1 1 1,-2 0 0,1 1-1,0-1 1,0 1 0,-1 1 0,1-1-1,0 1 1,-1 1 0,1-1 0,0 1-1,0 0 1,-1 1 0,1 0 0,0 0-1,-8 4 1,-14 9-6745</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56.752"/>
    </inkml:context>
    <inkml:brush xml:id="br0">
      <inkml:brushProperty name="width" value="0.05" units="cm"/>
      <inkml:brushProperty name="height" value="0.05" units="cm"/>
      <inkml:brushProperty name="color" value="#FFFFFF"/>
    </inkml:brush>
  </inkml:definitions>
  <inkml:trace contextRef="#ctx0" brushRef="#br0">53 105 24575,'-5'-15'0,"1"1"0,1-1 0,0 0 0,0-28 0,2 40 0,1 6 0,-19 340 163,5-187-1691,13-136-5298</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57.199"/>
    </inkml:context>
    <inkml:brush xml:id="br0">
      <inkml:brushProperty name="width" value="0.05" units="cm"/>
      <inkml:brushProperty name="height" value="0.05" units="cm"/>
      <inkml:brushProperty name="color" value="#FFFFFF"/>
    </inkml:brush>
  </inkml:definitions>
  <inkml:trace contextRef="#ctx0" brushRef="#br0">247 67 24575,'-7'-8'0,"-1"1"0,0 1 0,0-1 0,-1 1 0,1 1 0,-1 0 0,0 0 0,-1 1 0,-14-5 0,20 8 0,0 0 0,0 0 0,0 0 0,0 1 0,0-1 0,0 1 0,0 0 0,0 0 0,-1 1 0,1-1 0,0 1 0,0 0 0,0 0 0,0 0 0,0 1 0,1 0 0,-1-1 0,0 1 0,1 0 0,-1 1 0,1-1 0,0 1 0,-1-1 0,1 1 0,-5 7 0,3-3 0,-1 1 0,2 0 0,-1 0 0,1 1 0,1 0 0,-1-1 0,1 1 0,1 0 0,0 0 0,0 1 0,1-1 0,0 0 0,0 1 0,1-1 0,0 1 0,1-1 0,0 0 0,4 15 0,-3-13 0,1 0 0,1-1 0,-1 1 0,1-1 0,1 1 0,0-1 0,1-1 0,0 1 0,0-1 0,1 0 0,0 0 0,1-1 0,0 0 0,0 0 0,11 8 0,-8-10 0,1 1 0,-1-1 0,1-1 0,0 0 0,0-1 0,0 0 0,1-1 0,0 0 0,-1-1 0,1 0 0,0-1 0,15-1 0,-17-1 0,-1 0 0,1 0 0,-1-1 0,0 0 0,1-1 0,-1 0 0,0-1 0,-1 0 0,1 0 0,-1-1 0,1-1 0,-2 1 0,1-1 0,-1-1 0,11-9 0,-14 10 0,0-1 0,0 0 0,0 0 0,0-1 0,-1 1 0,-1-1 0,1 0 0,-1 0 0,0 0 0,-1 0 0,0-1 0,-1 1 0,1 0 0,-1-1 0,-1 0 0,0 1 0,0-1 0,-1 1 0,0-1 0,0 1 0,-1-1 0,-4-13 0,4 15 0,-1 0 0,1 0 0,-1 0 0,0 1 0,-1-1 0,0 1 0,0 0 0,0 0 0,-1 0 0,0 0 0,0 1 0,0 0 0,-1 0 0,1 0 0,-1 1 0,-1-1 0,1 1 0,0 1 0,-1 0 0,0 0 0,0 0 0,0 0 0,0 1 0,0 0 0,0 1 0,-9-1 0,-15 2-1365,4 3-5461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57.605"/>
    </inkml:context>
    <inkml:brush xml:id="br0">
      <inkml:brushProperty name="width" value="0.05" units="cm"/>
      <inkml:brushProperty name="height" value="0.05" units="cm"/>
      <inkml:brushProperty name="color" value="#FFFFFF"/>
    </inkml:brush>
  </inkml:definitions>
  <inkml:trace contextRef="#ctx0" brushRef="#br0">1 14 24575,'0'-1'0,"0"1"0,-1-1 0,1 1 0,0 0 0,0-1 0,0 1 0,0-1 0,0 1 0,0 0 0,0-1 0,0 1 0,0-1 0,0 1 0,1-1 0,-1 1 0,0 0 0,0-1 0,0 1 0,0 0 0,0-1 0,1 1 0,-1-1 0,0 1 0,0 0 0,1 0 0,-1-1 0,0 1 0,1 0 0,-1-1 0,0 1 0,1 0 0,-1 0 0,0 0 0,1-1 0,-1 1 0,0 0 0,1 0 0,-1 0 0,1 0 0,-1 0 0,0 0 0,1 0 0,-1 0 0,1 0 0,-1 0 0,1 0 0,0 0 0,0 0 0,0 1 0,0-1 0,0 1 0,0-1 0,0 1 0,0 0 0,0-1 0,0 1 0,-1 0 0,1 0 0,0 0 0,0 0 0,-1-1 0,1 1 0,0 0 0,0 2 0,3 9 0,-1 0 0,-1 0 0,0 0 0,0 0 0,-1 19 0,2 4 0,7 371-119,-11-295-1127,1-92-5580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58.039"/>
    </inkml:context>
    <inkml:brush xml:id="br0">
      <inkml:brushProperty name="width" value="0.05" units="cm"/>
      <inkml:brushProperty name="height" value="0.05" units="cm"/>
      <inkml:brushProperty name="color" value="#FFFFFF"/>
    </inkml:brush>
  </inkml:definitions>
  <inkml:trace contextRef="#ctx0" brushRef="#br0">175 39 24575,'-2'-1'0,"0"-1"0,0 0 0,0 1 0,-1-1 0,1 1 0,-1 0 0,1 0 0,-1 0 0,1 0 0,-1 0 0,0 0 0,0 1 0,1-1 0,-1 1 0,0 0 0,0 0 0,1 0 0,-1 0 0,0 0 0,0 1 0,1-1 0,-5 2 0,2 0 0,1-1 0,-1 1 0,1 0 0,0 1 0,-1-1 0,1 1 0,0 0 0,1 0 0,-1 0 0,0 0 0,-5 7 0,2-1 0,1 1 0,0-1 0,0 1 0,1 0 0,0 1 0,1-1 0,0 1 0,1 0 0,0 0 0,1 0 0,0 1 0,-1 22 0,3-29 0,0 1 0,1 0 0,-1 0 0,1 0 0,0-1 0,1 1 0,-1 0 0,1-1 0,1 1 0,-1-1 0,1 0 0,0 0 0,0 0 0,0 0 0,0 0 0,1 0 0,0-1 0,0 0 0,0 0 0,1 0 0,-1 0 0,1-1 0,0 0 0,0 0 0,0 0 0,10 3 0,-1-1 0,0-1 0,1 0 0,-1-2 0,1 0 0,0 0 0,-1-1 0,1-1 0,0 0 0,-1-1 0,1-1 0,0 0 0,14-5 0,-15 3 0,0 0 0,-1-1 0,1 0 0,-1-1 0,0-1 0,0 0 0,-1-1 0,0 0 0,0-1 0,-1 0 0,0-1 0,11-13 0,-17 18 0,-1-1 0,0 0 0,0-1 0,-1 1 0,1-1 0,-1 0 0,-1 1 0,1-1 0,-1 0 0,-1-1 0,1 1 0,-1 0 0,0 0 0,-1-1 0,0 1 0,0 0 0,-2-15 0,0 16 0,1 0 0,-1 1 0,0-1 0,0 0 0,0 1 0,-1 0 0,0-1 0,0 1 0,0 0 0,-1 1 0,0-1 0,0 1 0,0-1 0,0 1 0,-1 0 0,1 1 0,-1-1 0,0 1 0,0 0 0,-1 0 0,1 0 0,-8-2 0,-17-3-1365,2 3-5461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58.569"/>
    </inkml:context>
    <inkml:brush xml:id="br0">
      <inkml:brushProperty name="width" value="0.05" units="cm"/>
      <inkml:brushProperty name="height" value="0.05" units="cm"/>
      <inkml:brushProperty name="color" value="#FFFFFF"/>
    </inkml:brush>
  </inkml:definitions>
  <inkml:trace contextRef="#ctx0" brushRef="#br0">574 0 24575,'-8'1'0,"0"0"0,-1 0 0,1 0 0,0 1 0,0 1 0,0-1 0,0 1 0,0 1 0,-13 8 0,-5 4 0,-32 27 0,45-33 0,-95 80 0,56-45 0,-3-2 0,-85 53 0,112-78-1365</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58.958"/>
    </inkml:context>
    <inkml:brush xml:id="br0">
      <inkml:brushProperty name="width" value="0.05" units="cm"/>
      <inkml:brushProperty name="height" value="0.05" units="cm"/>
      <inkml:brushProperty name="color" value="#FFFFFF"/>
    </inkml:brush>
  </inkml:definitions>
  <inkml:trace contextRef="#ctx0" brushRef="#br0">0 11 24575,'0'0'0,"0"-1"0,0 1 0,0-1 0,0 1 0,0 0 0,1-1 0,-1 1 0,0-1 0,0 1 0,0 0 0,0-1 0,0 1 0,0-1 0,1 1 0,-1 0 0,0-1 0,0 1 0,1 0 0,-1-1 0,0 1 0,0 0 0,1 0 0,-1-1 0,0 1 0,1 0 0,-1 0 0,0-1 0,1 1 0,-1 0 0,1 0 0,15 1 0,14 12 0,-29-13 0,66 40 0,-2 2 0,81 71 0,-100-77 0,-11-8 0,172 124 0,-189-142-1365,-6-6-5461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6:59.378"/>
    </inkml:context>
    <inkml:brush xml:id="br0">
      <inkml:brushProperty name="width" value="0.05" units="cm"/>
      <inkml:brushProperty name="height" value="0.05" units="cm"/>
      <inkml:brushProperty name="color" value="#FFFFFF"/>
    </inkml:brush>
  </inkml:definitions>
  <inkml:trace contextRef="#ctx0" brushRef="#br0">293 15 24575,'-71'-15'0,"63"16"0,-1-1 0,1 1 0,-1 1 0,1 0 0,0 0 0,0 0 0,0 1 0,0 0 0,0 1 0,0 0 0,1 0 0,0 0 0,0 1 0,0 0 0,-11 11 0,9-7 0,1 0 0,-1 1 0,2 0 0,-1 1 0,1-1 0,1 2 0,0-1 0,1 0 0,-8 22 0,11-27 0,1 1 0,-1-1 0,1 0 0,0 0 0,1 1 0,0-1 0,0 0 0,0 1 0,1-1 0,-1 0 0,1 1 0,1-1 0,0 0 0,-1 0 0,7 11 0,-5-10 0,1-1 0,0 0 0,1 0 0,0-1 0,0 0 0,0 1 0,0-2 0,1 1 0,-1-1 0,1 1 0,1-1 0,-1-1 0,13 6 0,-4-4 0,0 0 0,1-1 0,0 0 0,0-1 0,0-1 0,0-1 0,0 0 0,0-1 0,0-1 0,0 0 0,0-2 0,0 1 0,0-2 0,0 0 0,-1-1 0,0-1 0,0 0 0,0-1 0,-1 0 0,0-1 0,0-1 0,-1 0 0,0-1 0,-1-1 0,0 0 0,16-18 0,-25 25 0,0-1 0,1 1 0,-2-1 0,1 1 0,0-1 0,-1 0 0,0 0 0,0-1 0,-1 1 0,1 0 0,-1 0 0,0-1 0,0 1 0,-1-1 0,0 1 0,0-1 0,0 1 0,-1-1 0,1 1 0,-1 0 0,0-1 0,-1 1 0,0 0 0,1 0 0,-2 0 0,1 0 0,0 0 0,-1 0 0,0 1 0,0-1 0,-1 1 0,1 0 0,-1 0 0,0 0 0,0 0 0,0 1 0,-1-1 0,1 1 0,-6-3 0,-23-11-1365,1 4-5461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00.062"/>
    </inkml:context>
    <inkml:brush xml:id="br0">
      <inkml:brushProperty name="width" value="0.05" units="cm"/>
      <inkml:brushProperty name="height" value="0.05" units="cm"/>
      <inkml:brushProperty name="color" value="#FFFFFF"/>
    </inkml:brush>
  </inkml:definitions>
  <inkml:trace contextRef="#ctx0" brushRef="#br0">386 49 24575,'-6'-5'0,"0"0"0,0 0 0,-1 1 0,0 0 0,0 0 0,0 0 0,0 1 0,-1 0 0,1 0 0,-1 1 0,1 0 0,-1 0 0,0 1 0,0 0 0,0 1 0,0-1 0,0 2 0,0-1 0,-10 2 0,7 0 0,0 1 0,1 0 0,-1 0 0,1 1 0,-1 0 0,1 1 0,0 0 0,1 1 0,-1 0 0,1 1 0,0-1 0,1 2 0,-10 9 0,9-6 0,0 1 0,1 0 0,0 0 0,1 1 0,0-1 0,1 2 0,1-1 0,0 1 0,0 0 0,2 0 0,0 0 0,0 0 0,1 1 0,0 26 0,3-31 0,-1 0 0,2 0 0,-1 0 0,1 0 0,1-1 0,0 1 0,0 0 0,1-1 0,8 16 0,-8-19 0,1 1 0,0 0 0,0-1 0,0 0 0,1 0 0,0-1 0,0 0 0,1 0 0,-1 0 0,1-1 0,0 1 0,0-2 0,9 4 0,-2-2 0,-1-1 0,0 0 0,1-1 0,0-1 0,0-1 0,0 1 0,0-2 0,0 0 0,0-1 0,-1 0 0,1-1 0,0-1 0,0 0 0,-1-1 0,0 0 0,0-1 0,23-12 0,-27 12 0,0 0 0,0-1 0,-1 0 0,1 0 0,-1-1 0,0 0 0,-1 0 0,0-1 0,0 0 0,-1-1 0,0 1 0,0-1 0,-1 0 0,0-1 0,0 1 0,-1-1 0,-1 0 0,0 0 0,0 0 0,-1 0 0,0-1 0,-1 1 0,0 0 0,0-12 0,-2 11 0,0 1 0,0-1 0,-1 0 0,0 1 0,-1-1 0,0 1 0,-1 0 0,0 0 0,0 0 0,-10-15 0,11 20 0,-1 0 0,0 0 0,0 1 0,-1-1 0,1 1 0,-1-1 0,0 2 0,0-1 0,0 0 0,-1 1 0,1 0 0,-1 0 0,0 1 0,0 0 0,0 0 0,0 0 0,0 0 0,0 1 0,-8-1 0,-12 1-1365,4 2-5461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00.514"/>
    </inkml:context>
    <inkml:brush xml:id="br0">
      <inkml:brushProperty name="width" value="0.05" units="cm"/>
      <inkml:brushProperty name="height" value="0.05" units="cm"/>
      <inkml:brushProperty name="color" value="#FFFFFF"/>
    </inkml:brush>
  </inkml:definitions>
  <inkml:trace contextRef="#ctx0" brushRef="#br0">14 1 24575,'0'0'0,"-1"0"0,0 0 0,1 0 0,-1 1 0,0-1 0,1 0 0,-1 0 0,0 1 0,1-1 0,-1 1 0,1-1 0,-1 0 0,1 1 0,-1-1 0,1 1 0,-1 0 0,1-1 0,-1 1 0,1-1 0,0 1 0,-1 0 0,1-1 0,0 1 0,-1-1 0,1 1 0,0 0 0,0 0 0,0-1 0,0 1 0,0 0 0,-1-1 0,1 1 0,1 0 0,-1 0 0,0-1 0,0 1 0,0 1 0,7 27 0,-2-19 0,0 0 0,1 0 0,1-1 0,-1 0 0,1 0 0,1-1 0,0 0 0,11 9 0,78 53 0,-64-48 0,279 211 0,-303-226-1365</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01.039"/>
    </inkml:context>
    <inkml:brush xml:id="br0">
      <inkml:brushProperty name="width" value="0.05" units="cm"/>
      <inkml:brushProperty name="height" value="0.05" units="cm"/>
      <inkml:brushProperty name="color" value="#FFFFFF"/>
    </inkml:brush>
  </inkml:definitions>
  <inkml:trace contextRef="#ctx0" brushRef="#br0">150 0 24575,'-5'0'0,"0"0"0,-1 1 0,1-1 0,-1 1 0,1 0 0,0 1 0,-1-1 0,1 1 0,0 0 0,0 0 0,0 1 0,0-1 0,1 1 0,-1 0 0,1 0 0,-7 7 0,5-4 0,1 1 0,-1 1 0,1-1 0,0 1 0,1-1 0,0 2 0,0-1 0,1 0 0,-3 12 0,4-13 0,0 0 0,0 0 0,1 0 0,0 0 0,0 1 0,0-1 0,1 0 0,1 1 0,-1-1 0,1 0 0,3 13 0,-2-15 0,0 1 0,1-1 0,-1 0 0,1 0 0,0 0 0,1 0 0,-1 0 0,1-1 0,0 0 0,0 1 0,1-1 0,-1-1 0,1 1 0,0-1 0,6 4 0,4 1 0,0 0 0,0-2 0,0 0 0,1 0 0,0-2 0,0 0 0,31 4 0,-40-7 0,0-1 0,1 1 0,-1-1 0,1-1 0,-1 1 0,0-1 0,1 0 0,-1-1 0,0 0 0,0 0 0,0 0 0,0-1 0,0 0 0,-1-1 0,1 1 0,-1-1 0,0 0 0,0-1 0,10-9 0,-13 11 0,-1-1 0,1 0 0,0 1 0,-1-1 0,0 0 0,0 0 0,0 0 0,0-1 0,-1 1 0,0 0 0,0-1 0,0 1 0,0-1 0,0 1 0,-1-1 0,0 1 0,0-1 0,0 1 0,-1-1 0,0 1 0,1-1 0,-2 1 0,1 0 0,0-1 0,-1 1 0,0 0 0,0 0 0,0 0 0,0 0 0,-4-4 0,-2-2 0,0 0 0,0 0 0,-1 1 0,0 1 0,-1-1 0,0 1 0,0 1 0,0 0 0,-20-9 0,7 6 122,-43-11-1,17 7-1729,36 9-5218</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01.554"/>
    </inkml:context>
    <inkml:brush xml:id="br0">
      <inkml:brushProperty name="width" value="0.05" units="cm"/>
      <inkml:brushProperty name="height" value="0.05" units="cm"/>
      <inkml:brushProperty name="color" value="#FFFFFF"/>
    </inkml:brush>
  </inkml:definitions>
  <inkml:trace contextRef="#ctx0" brushRef="#br0">656 73 24575,'0'-3'0,"-1"0"0,1 0 0,-1 0 0,0 1 0,0-1 0,0 0 0,0 1 0,0-1 0,0 1 0,-1-1 0,1 1 0,-1-1 0,0 1 0,0 0 0,0 0 0,0 0 0,0 0 0,0 0 0,0 1 0,-1-1 0,1 0 0,0 1 0,-1 0 0,0 0 0,1 0 0,-1 0 0,-5-2 0,-4 0 0,0 0 0,0 1 0,-1 0 0,1 1 0,-14 0 0,19 1 0,0 1 0,1 0 0,-1 1 0,0-1 0,1 1 0,-1 0 0,1 1 0,0 0 0,0 0 0,0 0 0,0 1 0,0-1 0,-7 8 0,-8 7 0,1 1 0,-18 23 0,19-20 0,-84 99 0,-11 13 0,98-117 0,1 0 0,0 1 0,1 1 0,2 0 0,-17 32 0,28-50-25,1-1 0,0 1-1,-1-1 1,1 0 0,0 1 0,-1-1-1,1 1 1,0-1 0,0 1-1,0-1 1,0 1 0,-1-1 0,1 1-1,0-1 1,0 1 0,0-1-1,0 1 1,0-1 0,0 1 0,0-1-1,0 1 1,0-1 0,1 1-1,-1-1 1,0 1 0,0-1 0,0 1-1,0-1 1,1 1 0,-1-1-1,0 1 1,1-1 0,-1 0 0,0 1-1,1-1 1,-1 1 0,0-1 0,1 0-1,-1 1 1,1-1 0,-1 0-1,0 0 1,1 1 0,-1-1 0,1 0-1,-1 0 1,1 0 0,-1 0-1,1 0 1,-1 1 0,1-1 0,-1 0-1,2 0 1,8-2-6801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02.033"/>
    </inkml:context>
    <inkml:brush xml:id="br0">
      <inkml:brushProperty name="width" value="0.05" units="cm"/>
      <inkml:brushProperty name="height" value="0.05" units="cm"/>
      <inkml:brushProperty name="color" value="#FFFFFF"/>
    </inkml:brush>
  </inkml:definitions>
  <inkml:trace contextRef="#ctx0" brushRef="#br0">54 0 24575,'-19'419'0,"11"-358"0,-18 201 0,26-256 342,3-8-2049</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03.254"/>
    </inkml:context>
    <inkml:brush xml:id="br0">
      <inkml:brushProperty name="width" value="0.05" units="cm"/>
      <inkml:brushProperty name="height" value="0.05" units="cm"/>
      <inkml:brushProperty name="color" value="#FFFFFF"/>
    </inkml:brush>
  </inkml:definitions>
  <inkml:trace contextRef="#ctx0" brushRef="#br0">29 19 24575,'0'3'0,"-6"1"0,-5 0 0,2-1 0,6-1 0,10-1 0,8 0 0,9-4 0,9-1 0,7 1 0,6-3 0,4-1 0,3 2 0,0 1 0,-2 2 0,-4 0 0,-10 2-8191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07.400"/>
    </inkml:context>
    <inkml:brush xml:id="br0">
      <inkml:brushProperty name="width" value="0.05" units="cm"/>
      <inkml:brushProperty name="height" value="0.05" units="cm"/>
      <inkml:brushProperty name="color" value="#FFFFFF"/>
    </inkml:brush>
  </inkml:definitions>
  <inkml:trace contextRef="#ctx0" brushRef="#br0">13 156 24575,'-1'0'0,"0"-1"0,0 0 0,0 1 0,0-1 0,1 0 0,-1 1 0,0-1 0,1 0 0,-1 0 0,0 0 0,1 0 0,-1 0 0,1 0 0,0 0 0,-1 0 0,1 0 0,0 0 0,-1 0 0,1 0 0,0 0 0,0 0 0,0 0 0,0 0 0,0 0 0,0 0 0,0 0 0,0 0 0,0 0 0,1 0 0,-1 0 0,0 0 0,1 0 0,-1 0 0,1 0 0,-1 0 0,1 0 0,-1 0 0,1 1 0,0-1 0,-1 0 0,1 0 0,0 0 0,0 1 0,-1-1 0,1 1 0,0-1 0,0 0 0,0 1 0,1-1 0,7-3 0,-1 0 0,1 0 0,0 1 0,14-3 0,-20 5 0,70-15 0,98-10 0,78 7 0,-193 16 0,81-3 261,123-13-1887,-249 17-5200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07.651"/>
    </inkml:context>
    <inkml:brush xml:id="br0">
      <inkml:brushProperty name="width" value="0.05" units="cm"/>
      <inkml:brushProperty name="height" value="0.05" units="cm"/>
      <inkml:brushProperty name="color" value="#FFFFFF"/>
    </inkml:brush>
  </inkml:definitions>
  <inkml:trace contextRef="#ctx0" brushRef="#br0">10 33 24575,'-1'-1'0,"1"-1"0,0 1 0,0 0 0,1 0 0,-1-1 0,0 1 0,0 0 0,1 0 0,-1 0 0,0-1 0,1 1 0,0 0 0,-1 0 0,1 0 0,-1 0 0,1 0 0,0 0 0,0 0 0,0 0 0,-1 0 0,1 0 0,2-1 0,-1 1 0,0 0 0,0 0 0,1 1 0,-1-1 0,0 1 0,0-1 0,0 1 0,0 0 0,1 0 0,-1 0 0,0 0 0,3 0 0,3 1 0,0 1 0,0 0 0,-1 0 0,1 1 0,0 0 0,8 4 0,-11-4 0,1 0 0,-1 0 0,0 1 0,0 0 0,-1-1 0,1 2 0,-1-1 0,0 0 0,0 1 0,0 0 0,0 0 0,-1 0 0,0 1 0,0-1 0,2 7 0,-4-7 0,0-1 0,0 0 0,0 0 0,-1 1 0,1-1 0,-1 0 0,0 1 0,-1-1 0,1 0 0,-1 1 0,1-1 0,-2 0 0,1 0 0,0 0 0,-1 0 0,1 0 0,-1 0 0,0 0 0,-1 0 0,1-1 0,-1 1 0,-3 4 0,-6 4-195,0-1 0,-1 0 0,0-1 0,0 0 0,-1-1 0,-25 12 0,-7 2-6631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08.546"/>
    </inkml:context>
    <inkml:brush xml:id="br0">
      <inkml:brushProperty name="width" value="0.05" units="cm"/>
      <inkml:brushProperty name="height" value="0.05" units="cm"/>
      <inkml:brushProperty name="color" value="#FFFFFF"/>
    </inkml:brush>
  </inkml:definitions>
  <inkml:trace contextRef="#ctx0" brushRef="#br0">801 55 24575,'0'-2'0,"0"0"0,-1 0 0,1 0 0,0 0 0,-1 0 0,1 0 0,-1 0 0,0 0 0,0 0 0,1 0 0,-1 0 0,0 0 0,-1 0 0,1 1 0,0-1 0,-1 0 0,1 1 0,0-1 0,-1 1 0,0-1 0,1 1 0,-1 0 0,0 0 0,0 0 0,0 0 0,0 0 0,0 0 0,0 0 0,0 1 0,0-1 0,-2 0 0,-8-1 0,1 0 0,-1 1 0,0 1 0,-16 1 0,21-1 0,-30 3 0,-1 2 0,1 1 0,1 2 0,-1 1 0,1 2 0,1 2 0,0 1 0,1 2 0,1 1 0,-34 23 0,44-25 0,2 2 0,0 0 0,1 1 0,1 1 0,0 0 0,2 2 0,0 0 0,-22 38 0,30-43 0,2-1 0,0 1 0,0 0 0,1 0 0,1 0 0,1 1 0,1 0 0,0 0 0,1 0 0,0 0 0,2 1 0,0-1 0,1 0 0,5 27 0,-2-26 0,1 0 0,0 0 0,2-1 0,0 0 0,1 0 0,0-1 0,2 0 0,0 0 0,16 18 0,-9-15 0,1 0 0,1-1 0,0-1 0,1-1 0,1-1 0,25 14 0,-4-7 0,1-2 0,1-2 0,1-2 0,0-1 0,1-3 0,91 13 0,-69-18 0,1-3 0,-1-3 0,1-2 0,75-13 0,-94 6 0,0-2 0,0-2 0,-1-2 0,-1-3 0,-1-2 0,55-29 0,-81 36 0,-1 0 0,-1-2 0,0 0 0,-1-1 0,0-1 0,-2-1 0,0 0 0,0-1 0,-2 0 0,19-32 0,-24 33 0,-1 1 0,0-1 0,-1 0 0,-1-1 0,-1 0 0,-1 0 0,0 0 0,-1 0 0,-1-1 0,-1 1 0,0-1 0,-2 1 0,-4-36 0,1 36 0,0-1 0,-1 1 0,-1 0 0,-1 0 0,0 1 0,-1 0 0,-1 0 0,-1 1 0,0 0 0,-2 1 0,-20-23 0,13 19 0,-1 1 0,-1 1 0,0 1 0,-1 1 0,-1 0 0,-1 2 0,-41-17 0,20 13 0,0 2 0,0 1 0,-2 3 0,1 2 0,-1 2 0,-1 2 0,-72 2 0,64 8-1365,10 2-5461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09.126"/>
    </inkml:context>
    <inkml:brush xml:id="br0">
      <inkml:brushProperty name="width" value="0.05" units="cm"/>
      <inkml:brushProperty name="height" value="0.05" units="cm"/>
      <inkml:brushProperty name="color" value="#FFFFFF"/>
    </inkml:brush>
  </inkml:definitions>
  <inkml:trace contextRef="#ctx0" brushRef="#br0">17 13 24575,'-14'-7'0,"12"2"0,9 5 0,76 14 156,-13-1-917,132 7 1,-183-19-6066</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09.548"/>
    </inkml:context>
    <inkml:brush xml:id="br0">
      <inkml:brushProperty name="width" value="0.05" units="cm"/>
      <inkml:brushProperty name="height" value="0.05" units="cm"/>
      <inkml:brushProperty name="color" value="#FFFFFF"/>
    </inkml:brush>
  </inkml:definitions>
  <inkml:trace contextRef="#ctx0" brushRef="#br0">126 31 24575,'1'-1'0,"-1"0"0,0 0 0,0 0 0,0 0 0,0-1 0,0 1 0,0 0 0,-1 0 0,1 0 0,0 0 0,-1 0 0,1 0 0,0 0 0,-1 0 0,1 0 0,-1 0 0,1 0 0,-1 0 0,0 0 0,1 0 0,-1 1 0,0-1 0,0 0 0,0 0 0,0 1 0,1-1 0,-1 0 0,0 1 0,0-1 0,0 1 0,0-1 0,0 1 0,0 0 0,0-1 0,-1 1 0,1 0 0,0 0 0,0 0 0,0 0 0,0 0 0,0 0 0,0 0 0,0 0 0,0 0 0,0 0 0,-1 1 0,1-1 0,-1 1 0,-3 1 0,1-1 0,0 1 0,0-1 0,0 1 0,1 1 0,-1-1 0,0 0 0,1 1 0,0 0 0,-1 0 0,-3 5 0,1 0 0,1 0 0,0 1 0,1 0 0,0 0 0,0 0 0,-4 17 0,6-20 0,1 0 0,0 0 0,0 0 0,1 0 0,0 0 0,0 0 0,0 0 0,1 0 0,-1 0 0,2 0 0,-1-1 0,3 10 0,-3-13 0,0 0 0,1-1 0,-1 1 0,0 0 0,1 0 0,-1-1 0,1 1 0,-1-1 0,1 1 0,0-1 0,0 0 0,-1 0 0,1 0 0,0 0 0,0 0 0,0 0 0,0 0 0,0 0 0,0-1 0,1 1 0,-1-1 0,0 0 0,0 0 0,0 0 0,1 0 0,-1 0 0,0 0 0,0 0 0,0-1 0,0 1 0,0-1 0,3 0 0,2-1 0,-1 0 0,1-1 0,-1 1 0,0-1 0,0 0 0,0-1 0,0 1 0,-1-1 0,7-6 0,-5 3 0,-1 0 0,-1 0 0,0-1 0,0 0 0,0 0 0,-1 0 0,0 0 0,0-1 0,4-16 0,-7 22 0,-1 0 0,1 0 0,-1-1 0,0 1 0,1 0 0,-1 0 0,-1-1 0,1 1 0,-1 0 0,1 0 0,-1 0 0,0 0 0,-1-5 0,0 6 0,1 0 0,-1 0 0,1 0 0,-1 0 0,1 0 0,-1 0 0,0 1 0,0-1 0,0 1 0,0-1 0,0 1 0,-1 0 0,1-1 0,0 1 0,0 0 0,-1 1 0,1-1 0,-1 0 0,-3 0 0,-29-2-1365,19 2-5461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09.874"/>
    </inkml:context>
    <inkml:brush xml:id="br0">
      <inkml:brushProperty name="width" value="0.05" units="cm"/>
      <inkml:brushProperty name="height" value="0.05" units="cm"/>
      <inkml:brushProperty name="color" value="#FFFFFF"/>
    </inkml:brush>
  </inkml:definitions>
  <inkml:trace contextRef="#ctx0" brushRef="#br0">0 12 24575,'1'-1'0,"-1"0"0,0 1 0,0-1 0,0 1 0,1-1 0,-1 1 0,0-1 0,1 1 0,-1-1 0,0 1 0,1-1 0,-1 1 0,0-1 0,1 1 0,-1-1 0,1 1 0,-1 0 0,1-1 0,-1 1 0,1 0 0,0 0 0,-1-1 0,1 1 0,-1 0 0,1 0 0,-1 0 0,1 0 0,0 0 0,-1 0 0,1 0 0,-1 0 0,1 0 0,0 0 0,-1 0 0,2 0 0,27 3 0,-22-2 0,71 9 0,-26-3 0,59 1 0,-102-8 90,-2 1-381,-1-1 0,0-1 0,1 1 0,11-3 0,-7-1-6535</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10.404"/>
    </inkml:context>
    <inkml:brush xml:id="br0">
      <inkml:brushProperty name="width" value="0.05" units="cm"/>
      <inkml:brushProperty name="height" value="0.05" units="cm"/>
      <inkml:brushProperty name="color" value="#FFFFFF"/>
    </inkml:brush>
  </inkml:definitions>
  <inkml:trace contextRef="#ctx0" brushRef="#br0">161 26 24575,'-7'0'0,"-1"1"0,1 0 0,0 1 0,-1-1 0,1 1 0,0 1 0,0-1 0,0 1 0,1 1 0,-1-1 0,1 1 0,-1 0 0,1 1 0,1-1 0,-1 1 0,-9 11 0,11-12 0,0 1 0,0-1 0,1 1 0,0 0 0,0 0 0,0 0 0,1 1 0,-1-1 0,1 0 0,1 1 0,-1 0 0,1-1 0,0 1 0,0 0 0,0 0 0,1 0 0,0 0 0,0-1 0,1 1 0,0 0 0,0 0 0,2 6 0,-2-8 0,1 0 0,1-1 0,-1 1 0,0-1 0,1 1 0,0-1 0,0 0 0,0 0 0,0 0 0,0-1 0,1 1 0,-1-1 0,1 1 0,0-1 0,-1-1 0,1 1 0,0 0 0,0-1 0,0 0 0,0 0 0,1 0 0,-1 0 0,0-1 0,6 1 0,-4-1 0,-1 1 0,1-1 0,-1 0 0,1 0 0,0-1 0,-1 0 0,1 0 0,-1 0 0,1-1 0,-1 1 0,1-1 0,-1-1 0,0 1 0,0-1 0,0 0 0,-1 0 0,10-7 0,-12 6 0,0 1 0,1-1 0,-1 0 0,-1 0 0,1 0 0,0 0 0,-1 0 0,0-1 0,0 1 0,0 0 0,-1-1 0,1 1 0,-1 0 0,0-1 0,0 1 0,-2-5 0,1-7 0,-2 1 0,0 0 0,-7-18 0,8 26-136,0-1-1,-1 1 1,0 0-1,-1 0 1,0 0-1,0 1 1,0-1-1,-1 1 0,-10-10 1,5 6-6690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10.666"/>
    </inkml:context>
    <inkml:brush xml:id="br0">
      <inkml:brushProperty name="width" value="0.05" units="cm"/>
      <inkml:brushProperty name="height" value="0.05" units="cm"/>
      <inkml:brushProperty name="color" value="#FFFFFF"/>
    </inkml:brush>
  </inkml:definitions>
  <inkml:trace contextRef="#ctx0" brushRef="#br0">1 8 24575,'3'0'0,"4"0"0,7 0 0,6 0 0,7 0 0,4 0 0,2 0 0,6 0 0,0 0 0,1 0 0,0 0 0,-3 0 0,-3 0 0,-5-3 0,-7-1-8191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11.167"/>
    </inkml:context>
    <inkml:brush xml:id="br0">
      <inkml:brushProperty name="width" value="0.05" units="cm"/>
      <inkml:brushProperty name="height" value="0.05" units="cm"/>
      <inkml:brushProperty name="color" value="#FFFFFF"/>
    </inkml:brush>
  </inkml:definitions>
  <inkml:trace contextRef="#ctx0" brushRef="#br0">0 1 24575,'0'560'-1365,"0"-544"-5461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11.631"/>
    </inkml:context>
    <inkml:brush xml:id="br0">
      <inkml:brushProperty name="width" value="0.05" units="cm"/>
      <inkml:brushProperty name="height" value="0.05" units="cm"/>
      <inkml:brushProperty name="color" value="#FFFFFF"/>
    </inkml:brush>
  </inkml:definitions>
  <inkml:trace contextRef="#ctx0" brushRef="#br0">208 16 24575,'-37'-14'0,"31"13"0,0 1 0,1 0 0,-1 0 0,0 0 0,0 0 0,1 1 0,-1 0 0,0 1 0,1-1 0,-1 1 0,1 0 0,-1 0 0,1 1 0,0-1 0,0 1 0,0 0 0,0 1 0,1-1 0,-8 8 0,7-6 0,-1 1 0,1 0 0,0 1 0,1-1 0,-1 1 0,1 0 0,1 0 0,-1 0 0,1 1 0,1-1 0,-1 1 0,1 0 0,-2 15 0,4-20 0,-1 0 0,1 0 0,0 1 0,0-1 0,1 0 0,-1 0 0,1 0 0,-1 0 0,1 0 0,0 0 0,0 0 0,0 0 0,1 0 0,-1 0 0,1 0 0,-1-1 0,1 1 0,0-1 0,4 5 0,-3-4 0,1 0 0,0-1 0,0 1 0,1-1 0,-1 1 0,0-1 0,1 0 0,-1-1 0,1 1 0,0-1 0,8 1 0,-3 0 0,0-2 0,1 1 0,-1-1 0,0-1 0,1 0 0,-1 0 0,0-1 0,0 0 0,0-1 0,0 0 0,14-7 0,-17 6 0,0-1 0,-1 0 0,0 0 0,0 0 0,0-1 0,-1 0 0,0 0 0,0 0 0,0-1 0,7-13 0,-11 18 0,0 0 0,0 0 0,0-1 0,0 1 0,0 0 0,0 0 0,-1-1 0,1 1 0,-1-1 0,1 1 0,-1-1 0,0 1 0,0-1 0,0 1 0,0-1 0,-1 1 0,1 0 0,-1-1 0,1 1 0,-1-1 0,0 1 0,0 0 0,0 0 0,0-1 0,-1 1 0,1 0 0,0 0 0,-1 0 0,1 0 0,-1 1 0,0-1 0,0 0 0,0 1 0,0-1 0,0 1 0,0-1 0,0 1 0,-5-2 0,-2 0-195,0 0 0,0 0 0,-1 1 0,1 1 0,-1-1 0,-17 1 0,-2 0-6631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20.005"/>
    </inkml:context>
    <inkml:brush xml:id="br0">
      <inkml:brushProperty name="width" value="0.05" units="cm"/>
      <inkml:brushProperty name="height" value="0.05" units="cm"/>
      <inkml:brushProperty name="color" value="#FFFFFF"/>
    </inkml:brush>
  </inkml:definitions>
  <inkml:trace contextRef="#ctx0" brushRef="#br0">454 71 24575,'5'-17'0,"-4"16"0,-1 0 0,1 1 0,-1-1 0,1 0 0,-1 0 0,0 0 0,1 0 0,-1 0 0,0 0 0,0 0 0,0 0 0,1 0 0,-1 0 0,0 0 0,0 0 0,-1 0 0,1 0 0,0 0 0,0 0 0,0 0 0,-1 0 0,1 0 0,-1 0 0,1 0 0,0 0 0,-2-1 0,0-1 0,0 1 0,0 0 0,0 0 0,-1 0 0,1 0 0,-1 0 0,1 1 0,-1-1 0,1 1 0,-1 0 0,0-1 0,0 1 0,0 0 0,0 1 0,0-1 0,0 1 0,0-1 0,0 1 0,-5 0 0,-3 0 0,0 1 0,0 0 0,0 0 0,-12 4 0,-6 3 0,0 1 0,1 1 0,1 2 0,-1 0 0,-25 17 0,42-22 0,0 0 0,0 1 0,0 1 0,1-1 0,1 1 0,-1 1 0,1 0 0,1 0 0,0 1 0,1 0 0,0 1 0,0-1 0,-8 21 0,14-29 0,0 0 0,0 0 0,0 1 0,1-1 0,-1 0 0,1 1 0,0-1 0,0 0 0,0 0 0,0 1 0,0-1 0,1 0 0,-1 1 0,1-1 0,0 0 0,0 0 0,3 6 0,-1-5 0,-1 0 0,1-1 0,0 1 0,0-1 0,1 0 0,-1 0 0,1 0 0,-1 0 0,1-1 0,0 0 0,7 4 0,6 1 0,0-1 0,1-1 0,-1-1 0,1 0 0,24 2 0,9-1 171,54-1 0,-84-5-456,-1 0 1,1-1-1,0-1 1,-1-1-1,29-10 1,-32 8-6542</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20.748"/>
    </inkml:context>
    <inkml:brush xml:id="br0">
      <inkml:brushProperty name="width" value="0.05" units="cm"/>
      <inkml:brushProperty name="height" value="0.05" units="cm"/>
      <inkml:brushProperty name="color" value="#FFFFFF"/>
    </inkml:brush>
  </inkml:definitions>
  <inkml:trace contextRef="#ctx0" brushRef="#br0">11 37 24575,'-5'-14'0,"4"13"0,1 0 0,-1 1 0,1-1 0,-1 0 0,1 0 0,-1 0 0,1 1 0,0-1 0,-1 0 0,1 0 0,0 0 0,0 0 0,0 0 0,0 1 0,0-1 0,0 0 0,0-1 0,8 28 0,-5 25 0,-4 59 0,2 26 0,-1-132 0,1 0 0,-1 0 0,1 0 0,0 0 0,1 0 0,-1-1 0,0 1 0,1 0 0,0-1 0,0 0 0,0 1 0,3 3 0,-4-6 0,0 0 0,0 0 0,0 0 0,0-1 0,0 1 0,0 0 0,0 0 0,1-1 0,-1 1 0,0 0 0,0-1 0,0 0 0,1 1 0,-1-1 0,0 0 0,1 1 0,-1-1 0,0 0 0,1 0 0,-1 0 0,0 0 0,0 0 0,1 0 0,-1-1 0,0 1 0,1 0 0,-1-1 0,0 1 0,0-1 0,1 1 0,-1-1 0,0 0 0,0 1 0,0-1 0,0 0 0,0 0 0,0 0 0,0 0 0,1-1 0,9-9 0,0-1 0,0 0 0,-2-1 0,16-24 0,26-61 0,-25 43 0,-25 53 0,0 0 0,0 0 0,1 0 0,-1 1 0,0-1 0,1 0 0,-1 0 0,1 1 0,-1-1 0,1 1 0,0 0 0,0-1 0,2 0 0,-3 2 0,-1 0 0,1-1 0,0 1 0,0 0 0,0 0 0,-1 0 0,1 0 0,0 1 0,0-1 0,0 0 0,-1 0 0,1 0 0,0 1 0,0-1 0,-1 0 0,1 1 0,0-1 0,-1 0 0,1 1 0,0-1 0,-1 1 0,1-1 0,0 1 0,-1-1 0,1 1 0,-1 0 0,1-1 0,-1 1 0,1 0 0,-1-1 0,0 1 0,1 0 0,-1 0 0,0-1 0,0 1 0,1 0 0,-1 0 0,0 0 0,0 0 0,5 14 0,3 7 0,0 0 0,1-1 0,20 33 0,-25-48 0,1 0 0,-1 0 0,1 0 0,1-1 0,-1 0 0,1 0 0,-1 0 0,1 0 0,1-1 0,-1 0 0,0-1 0,1 1 0,0-1 0,0-1 0,12 4 0,-12-4 0,-1-1 0,0 0 0,0 0 0,1 0 0,-1-1 0,0 0 0,1 0 0,-1-1 0,0 0 0,1 0 0,-1 0 0,0-1 0,0 0 0,0 0 0,0 0 0,0-1 0,-1 0 0,1 0 0,-1-1 0,0 1 0,1-1 0,-2 0 0,1-1 0,0 1 0,-1-1 0,0 0 0,0 0 0,0 0 0,-1 0 0,0-1 0,0 1 0,0-1 0,-1 0 0,0 0 0,0 0 0,1-7 0,0-3 0,-1 1 0,-1-1 0,0 0 0,-2 1 0,1-1 0,-5-18 0,5 28 0,-1 1 0,0 0 0,-1-1 0,1 1 0,-1 0 0,0 0 0,0 0 0,0 0 0,-1 0 0,0 1 0,0-1 0,0 1 0,-1-1 0,1 1 0,-1 0 0,0 1 0,0-1 0,0 1 0,-1-1 0,-9-4 0,13 7-25,-1 1 0,1-1-1,-1 0 1,1 1 0,-1-1 0,1 1-1,-1 0 1,1 0 0,-1-1-1,0 1 1,1 0 0,-1 0 0,0 1-1,1-1 1,-1 0 0,1 0-1,-1 1 1,1-1 0,-1 1 0,1-1-1,-1 1 1,1 0 0,-1-1-1,1 1 1,0 0 0,-1 0 0,1 0-1,0 0 1,0 0 0,0 1-1,0-1 1,0 0 0,0 0 0,0 1-1,0-1 1,0 1 0,0-1 0,1 1-1,-1-1 1,1 1 0,-1-1-1,1 1 1,0-1 0,-1 1 0,1 0-1,0-1 1,0 1 0,0-1-1,0 1 1,0 0 0,1-1 0,-1 1-1,1 1 1,2 12-6801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21.356"/>
    </inkml:context>
    <inkml:brush xml:id="br0">
      <inkml:brushProperty name="width" value="0.05" units="cm"/>
      <inkml:brushProperty name="height" value="0.05" units="cm"/>
      <inkml:brushProperty name="color" value="#FFFFFF"/>
    </inkml:brush>
  </inkml:definitions>
  <inkml:trace contextRef="#ctx0" brushRef="#br0">40 111 24575,'-36'0'0,"32"0"0,6 0 0,19 0 0,73 1 0,107-3 0,-200 2 0,0 0 0,1 1 0,-1-1 0,0-1 0,1 1 0,-1 0 0,0 0 0,0 0 0,1-1 0,-1 1 0,0-1 0,0 1 0,1-1 0,-1 1 0,0-1 0,2-1 0,-4 2 0,1-1 0,0 0 0,-1 1 0,1-1 0,-1 1 0,1-1 0,0 1 0,-1-1 0,1 1 0,-1-1 0,0 1 0,1 0 0,-1-1 0,1 1 0,-1 0 0,0-1 0,1 1 0,-1 0 0,1 0 0,-1 0 0,-1-1 0,-47-12 0,3 8 0,29 4 0,0 0 0,1-2 0,-1 0 0,-22-8 0,36 9 0,0 1 0,0-1 0,0 0 0,0 0 0,1 0 0,-1 0 0,1-1 0,-4-3 0,5 5 0,0 1 0,0-1 0,1 0 0,-1 0 0,1 0 0,-1 1 0,1-1 0,-1 0 0,1 0 0,-1 0 0,1 0 0,0 0 0,-1 0 0,1 0 0,0 0 0,0 0 0,0 0 0,0 0 0,0 0 0,0 0 0,0 0 0,0 0 0,0 0 0,0 0 0,0 0 0,1 0 0,-1 0 0,0 0 0,1 0 0,-1 0 0,1 0 0,0-1 0,-1 2 0,1 0 0,-1-1 0,0 1 0,0 0 0,1-1 0,-1 1 0,0 0 0,1 0 0,-1 0 0,0-1 0,1 1 0,-1 0 0,0 0 0,1 0 0,-1 0 0,0-1 0,1 1 0,-1 0 0,1 0 0,-1 0 0,0 0 0,1 0 0,-1 0 0,0 0 0,1 0 0,-1 0 0,1 0 0,-1 0 0,0 1 0,1-1 0,0 0 0,8 11 0,0 19 0,21 241 0,-23-195-1365,-7-58-5461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22.057"/>
    </inkml:context>
    <inkml:brush xml:id="br0">
      <inkml:brushProperty name="width" value="0.05" units="cm"/>
      <inkml:brushProperty name="height" value="0.05" units="cm"/>
      <inkml:brushProperty name="color" value="#FFFFFF"/>
    </inkml:brush>
  </inkml:definitions>
  <inkml:trace contextRef="#ctx0" brushRef="#br0">0 0 24575,'0'3'0,"0"4"0,0 3 0,0 7 0,0 6 0,0 5 0,0 3 0,0 3 0,0 1 0,0 1 0,3-3 0,1-1 0,5-3 0,5-3 0,5-7 0,3-6 0,4-5 0,-4-5-8191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22.258"/>
    </inkml:context>
    <inkml:brush xml:id="br0">
      <inkml:brushProperty name="width" value="0.05" units="cm"/>
      <inkml:brushProperty name="height" value="0.05" units="cm"/>
      <inkml:brushProperty name="color" value="#FFFFFF"/>
    </inkml:brush>
  </inkml:definitions>
  <inkml:trace contextRef="#ctx0" brushRef="#br0">8 31 24575,'-2'-3'0,"-2"-4"0,3-1 0,5 1 0,4 2 0,5 4 0,2 3 0,-1 1-8191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22.823"/>
    </inkml:context>
    <inkml:brush xml:id="br0">
      <inkml:brushProperty name="width" value="0.05" units="cm"/>
      <inkml:brushProperty name="height" value="0.05" units="cm"/>
      <inkml:brushProperty name="color" value="#FFFFFF"/>
    </inkml:brush>
  </inkml:definitions>
  <inkml:trace contextRef="#ctx0" brushRef="#br0">50 179 24575,'-1'12'0,"0"1"0,-5 20 0,-2 15 0,7 5 0,2 0 0,9 60 0,-8-102 0,-1 7 0,-2-14 0,1 0 0,0 0 0,1 0 0,-1 0 0,1 0 0,-1 0 0,1-1 0,0 1 0,1 0 0,-1 0 0,3 5 0,-3-9 0,-1 0 0,1 0 0,-1 0 0,0 0 0,1 0 0,-1 0 0,1 0 0,-1-1 0,0 1 0,1 0 0,-1 0 0,0 0 0,1 0 0,-1-1 0,0 1 0,1 0 0,-1 0 0,0-1 0,0 1 0,1 0 0,-1-1 0,0 1 0,0 0 0,1-1 0,-1 1 0,0 0 0,0-1 0,0 1 0,0 0 0,0-1 0,1 1 0,-1-1 0,0 1 0,0 0 0,0-1 0,6-16 0,6-39 0,-3 1 0,4-70 0,-8 61 0,17-83 0,-20 139 0,0 1 0,0-1 0,1 0 0,0 1 0,0 0 0,1-1 0,0 1 0,0 1 0,1-1 0,6-7 0,-8 11 0,-1 1 0,1 0 0,-1 0 0,1 0 0,0 0 0,0 0 0,0 1 0,0-1 0,0 1 0,0 0 0,0 0 0,1 0 0,-1 0 0,0 1 0,1-1 0,-1 1 0,0 0 0,1 0 0,-1 0 0,1 0 0,-1 1 0,0-1 0,1 1 0,-1 0 0,0 0 0,6 2 0,-5-1 0,1 0 0,-1 0 0,1 0 0,-1 1 0,0-1 0,0 1 0,0 0 0,0 0 0,-1 1 0,1-1 0,-1 1 0,0 0 0,0 0 0,0 0 0,0 0 0,3 9 0,-4-10 0,-2 1 0,1-1 0,0 0 0,-1 1 0,1-1 0,-1 1 0,0-1 0,0 1 0,-1-1 0,1 1 0,-1-1 0,1 1 0,-1-1 0,0 0 0,-1 1 0,1-1 0,0 0 0,-1 0 0,0 0 0,0 0 0,0 0 0,0 0 0,0-1 0,-4 5 0,-3 2 0,-1-1 0,1 0 0,-1-1 0,0 0 0,-19 9 0,-61 24 0,10-5 0,75-33 0,-2 1 0,1 1 0,-1-1 0,1 1 0,-1 1 0,-10 9 0,16-13 0,0 0 0,0 0 0,0 1 0,0-1 0,1 0 0,-1 1 0,0-1 0,1 0 0,-1 1 0,1-1 0,-1 1 0,1-1 0,-1 1 0,1-1 0,0 1 0,0-1 0,0 1 0,0 0 0,0-1 0,0 1 0,1-1 0,-1 1 0,0-1 0,1 1 0,-1-1 0,1 1 0,0-1 0,-1 0 0,1 1 0,0-1 0,0 0 0,0 0 0,0 1 0,0-1 0,2 2 0,12 11 0,0 0 0,2-1 0,-1 0 0,2-1 0,36 18 0,-11-6 0,-27-14 60,3 2-416,1 0-1,1-2 1,25 11 0,-31-17-6470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23.289"/>
    </inkml:context>
    <inkml:brush xml:id="br0">
      <inkml:brushProperty name="width" value="0.05" units="cm"/>
      <inkml:brushProperty name="height" value="0.05" units="cm"/>
      <inkml:brushProperty name="color" value="#FFFFFF"/>
    </inkml:brush>
  </inkml:definitions>
  <inkml:trace contextRef="#ctx0" brushRef="#br0">20 276 24575,'0'-7'0,"-1"-1"0,0 1 0,0-1 0,-1 1 0,0 0 0,-5-13 0,4 32 0,2 9 0,-1 51 0,5 116 0,-1-178 0,2-8 0,5-17 0,6-28 0,15-112 0,-8 29 0,-17 104 0,1 1 0,2 0 0,15-35 0,-20 51 0,0 0 0,0 0 0,0 0 0,0 1 0,1-1 0,0 1 0,0 0 0,0 0 0,8-6 0,-11 10 0,0-1 0,1 0 0,0 0 0,-1 0 0,1 1 0,-1-1 0,1 1 0,0-1 0,-1 1 0,1 0 0,0 0 0,-1 0 0,1 0 0,0 0 0,0 0 0,-1 0 0,1 0 0,0 1 0,-1-1 0,1 1 0,0-1 0,-1 1 0,1-1 0,-1 1 0,1 0 0,-1 0 0,1 0 0,-1 0 0,0 0 0,1 0 0,-1 0 0,0 1 0,0-1 0,0 0 0,2 3 0,4 6 0,0 0 0,-1 1 0,0 0 0,-1 0 0,0 0 0,7 23 0,11 75 0,-21-102 0,28 256-929,-28-247 493,-1 6-6390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23.644"/>
    </inkml:context>
    <inkml:brush xml:id="br0">
      <inkml:brushProperty name="width" value="0.05" units="cm"/>
      <inkml:brushProperty name="height" value="0.05" units="cm"/>
      <inkml:brushProperty name="color" value="#FFFFFF"/>
    </inkml:brush>
  </inkml:definitions>
  <inkml:trace contextRef="#ctx0" brushRef="#br0">12 73 24575,'-1'0'0,"1"1"0,-1-1 0,1-1 0,0 1 0,-1 0 0,1 0 0,-1 0 0,1 0 0,-1 0 0,1 0 0,0 0 0,-1-1 0,1 1 0,-1 0 0,1 0 0,0 0 0,-1-1 0,1 1 0,0 0 0,-1-1 0,1 1 0,0 0 0,-1-1 0,1 1 0,0 0 0,0-1 0,0 1 0,-1 0 0,1-1 0,0 1 0,0-1 0,0 1 0,0-1 0,0 1 0,0 0 0,-1-1 0,1 1 0,0-1 0,0 1 0,1-1 0,-1 1 0,0-1 0,0 1 0,0 0 0,0-1 0,0 1 0,0-1 0,0 1 0,1 0 0,-1-1 0,1-1 0,0 0 0,-1 0 0,1 1 0,0-1 0,0 0 0,0 1 0,0-1 0,1 1 0,-1-1 0,3-2 0,4 0 0,0 0 0,0 0 0,0 1 0,0 0 0,1 1 0,-1-1 0,15-1 0,65-2 0,-73 5 0,182 1 0,-197 0 0,4 0 118,-3 0-186,-1 0 1,1 1 0,0-1-1,-1 0 1,1 0-1,-1 0 1,1 0 0,0 0-1,-1 0 1,1 0-1,0 0 1,-1-1 0,1 1-1,-1 0 1,1 0-1,0 0 1,-1-1 0,1 1-1,-1 0 1,1-1-1,0 0 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24.391"/>
    </inkml:context>
    <inkml:brush xml:id="br0">
      <inkml:brushProperty name="width" value="0.05" units="cm"/>
      <inkml:brushProperty name="height" value="0.05" units="cm"/>
      <inkml:brushProperty name="color" value="#FFFFFF"/>
    </inkml:brush>
  </inkml:definitions>
  <inkml:trace contextRef="#ctx0" brushRef="#br0">126 224 24575,'-2'-3'0,"0"0"0,0 0 0,1 0 0,-1-1 0,1 1 0,-1 0 0,1-1 0,0 0 0,1 1 0,-1-1 0,0 1 0,1-7 0,-1 0 0,2 42 0,-1-1 0,-1 1 0,-2 0 0,-8 38 0,7-52 0,-1 0 0,0-1 0,-13 27 0,17-43 0,1 0 0,0 0 0,-1 0 0,1 0 0,0-1 0,-1 1 0,1 0 0,-1 0 0,1 0 0,-1-1 0,1 1 0,-1 0 0,0-1 0,1 1 0,-1-1 0,0 1 0,1-1 0,-1 1 0,0-1 0,0 1 0,0-1 0,1 0 0,-1 1 0,0-1 0,-1 1 0,1-2 0,0 1 0,0-1 0,0 1 0,0 0 0,0-1 0,1 0 0,-1 1 0,0-1 0,0 1 0,0-1 0,1 0 0,-1 0 0,0 1 0,1-1 0,-1 0 0,1 0 0,-1 0 0,0-1 0,-3-6 0,1 0 0,0 0 0,-4-16 0,2-1 0,1 1 0,1-1 0,2 0 0,0 1 0,3-28 0,0 36 0,0 0 0,1 1 0,1-1 0,0 0 0,1 1 0,1 0 0,0 0 0,15-25 0,-17 33 0,1 1 0,-1 0 0,1 0 0,1 1 0,-1 0 0,1 0 0,0 0 0,0 0 0,0 1 0,12-6 0,-15 8 0,1 1 0,-1-1 0,1 1 0,-1 0 0,1 0 0,-1 0 0,1 1 0,0 0 0,-1-1 0,1 1 0,0 0 0,0 1 0,-1-1 0,1 1 0,0-1 0,-1 1 0,1 0 0,-1 1 0,1-1 0,-1 1 0,1-1 0,-1 1 0,4 3 0,0 1 0,0 0 0,0 0 0,-1 1 0,0 0 0,0 0 0,-1 0 0,0 1 0,0 0 0,-1 0 0,0 0 0,0 0 0,-1 1 0,0-1 0,0 1 0,-1 0 0,1 13 0,-1-12 0,-2-1 0,1 1 0,-1-1 0,-1 1 0,0-1 0,0 1 0,-1-1 0,0 0 0,0 1 0,-1-1 0,0 0 0,-1-1 0,0 1 0,0-1 0,-10 13 0,7-12 0,0-1 0,0 0 0,-1 0 0,0-1 0,-1 0 0,0-1 0,0 0 0,0 0 0,-1-1 0,0 0 0,0 0 0,0-1 0,0-1 0,-1 0 0,-21 4 0,30-7-114,-1 0 1,1 0-1,-1 0 0,1 0 0,-1-1 1,0 1-1,1-1 0,-1 0 0,1 0 1,0 1-1,-4-3 0,-6-5-6712</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24.935"/>
    </inkml:context>
    <inkml:brush xml:id="br0">
      <inkml:brushProperty name="width" value="0.05" units="cm"/>
      <inkml:brushProperty name="height" value="0.05" units="cm"/>
      <inkml:brushProperty name="color" value="#FFFFFF"/>
    </inkml:brush>
  </inkml:definitions>
  <inkml:trace contextRef="#ctx0" brushRef="#br0">53 311 24575,'-17'-3'0,"16"3"0,1 0 0,-1-1 0,0 1 0,0 0 0,0 0 0,0 0 0,1 0 0,-1 0 0,0 0 0,0 0 0,0 0 0,0 0 0,1 0 0,-1 0 0,-2 1 0,3 0 0,-1 0 0,0 0 0,1-1 0,-1 1 0,1 0 0,-1 0 0,1 1 0,-1-1 0,1 0 0,0 0 0,-1 0 0,1 0 0,0 0 0,0 0 0,0 0 0,0 1 0,0 1 0,0 70 0,1-50 0,-1 0 0,-1-1 0,-1 1 0,-7 32 0,5-115 0,7 18 0,2 0 0,1 0 0,15-49 0,-13 63 0,2 1 0,0 0 0,2 1 0,1 0 0,25-38 0,-32 56 0,0 0 0,0 1 0,0 0 0,1 0 0,0 0 0,1 1 0,8-6 0,-15 11 0,1-1 0,1 1 0,-1 0 0,0 0 0,0 0 0,0 0 0,0 1 0,1-1 0,-1 1 0,0-1 0,1 1 0,-1 0 0,0 0 0,1 0 0,-1 0 0,0 0 0,1 0 0,-1 1 0,0-1 0,1 1 0,-1-1 0,0 1 0,0 0 0,0 0 0,1 0 0,-1 0 0,0 1 0,-1-1 0,1 0 0,0 1 0,0-1 0,0 1 0,2 3 0,2 3 0,-1-1 0,1 2 0,-2-1 0,1 0 0,-1 1 0,0 0 0,-1 0 0,4 13 0,11 81 0,-13-64 0,6 27 169,14 135-1703,-24-182-5292</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25.092"/>
    </inkml:context>
    <inkml:brush xml:id="br0">
      <inkml:brushProperty name="width" value="0.05" units="cm"/>
      <inkml:brushProperty name="height" value="0.05" units="cm"/>
      <inkml:brushProperty name="color" value="#FFFFFF"/>
    </inkml:brush>
  </inkml:definitions>
  <inkml:trace contextRef="#ctx0" brushRef="#br0">1 131 24575,'0'-6'0,"0"-5"0,0-4 0,0-1 0,3 1 0,4 0 0,3 3 0,7 4 0,6-1 0,4 3 0,8 0 0,6 3 0,2 2 0,2 0 0,0-2 0,-7-1-8191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26.058"/>
    </inkml:context>
    <inkml:brush xml:id="br0">
      <inkml:brushProperty name="width" value="0.05" units="cm"/>
      <inkml:brushProperty name="height" value="0.05" units="cm"/>
      <inkml:brushProperty name="color" value="#FFFFFF"/>
    </inkml:brush>
  </inkml:definitions>
  <inkml:trace contextRef="#ctx0" brushRef="#br0">3534 755 24575,'-50'-50'0,"-100"-77"0,35 50 0,-4 5 0,-2 5 0,-3 5 0,-245-84 0,242 107 0,-1 6 0,-1 5 0,-202-17 0,228 38 0,0 5 0,0 5 0,0 4 0,1 4 0,-110 28 0,163-27 0,1 3 0,0 1 0,2 3 0,-70 38 0,81-36 0,1 1 0,1 2 0,1 1 0,1 2 0,1 1 0,-29 35 0,5 6 0,-62 102 0,-29 85 0,116-202 0,3 0 0,2 2 0,3 1 0,2 0 0,-19 99 0,33-124 0,2-1 0,0 1 0,3 0 0,0 0 0,2 0 0,2 0 0,0 0 0,2-1 0,2 0 0,1 0 0,1-1 0,20 43 0,-12-40 0,1 0 0,2-2 0,1 0 0,44 46 0,-29-39 0,2-2 0,79 56 0,-34-39 0,3-3 0,2-3 0,103 37 0,-41-28 0,3-7 0,285 54 0,-233-72 0,358 6 0,-449-38 0,139-18 0,-181 8 0,-1-3 0,141-46 0,-181 47 0,0-1 0,-1-2 0,-1-1 0,0-1 0,-1-2 0,-2-1 0,0-1 0,-1-1 0,-1-1 0,-1-1 0,-2-2 0,0 0 0,-2-1 0,-1-1 0,-1-1 0,18-43 0,-6 2 0,-4-1 0,-3-1 0,-3-1 0,-3-1 0,-4 0 0,-3-1 0,0-131 0,-12 153 0,-2 0 0,-3 1 0,-2-1 0,-2 2 0,-3-1 0,-2 2 0,-2 0 0,-2 1 0,-3 1 0,-1 1 0,-3 1 0,-2 1 0,-1 2 0,-63-69 0,85 104 0,-1 0 0,0 1 0,0 0 0,-1 0 0,-21-12 0,28 19 0,0 0 0,1 0 0,-1-1 0,0 2 0,0-1 0,0 0 0,0 1 0,0-1 0,0 1 0,-1 0 0,1 0 0,-4 0 0,5 1 0,-1-1 0,1 1 0,0 0 0,0 0 0,0 0 0,0 0 0,0 0 0,1 0 0,-1 1 0,0-1 0,0 1 0,1-1 0,-1 1 0,1-1 0,0 1 0,-1 0 0,1 0 0,0 0 0,-2 3 0,-7 20-1365,3 0-5461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26.537"/>
    </inkml:context>
    <inkml:brush xml:id="br0">
      <inkml:brushProperty name="width" value="0.05" units="cm"/>
      <inkml:brushProperty name="height" value="0.05" units="cm"/>
      <inkml:brushProperty name="color" value="#FFFFFF"/>
    </inkml:brush>
  </inkml:definitions>
  <inkml:trace contextRef="#ctx0" brushRef="#br0">15 15 24575,'-3'-3'0,"-4"-1"0,3 0 0,7 1 0,6 3 0,8 3 0,4 3 0,4 4 0,4 0 0,3 1 0,-2 2 0,1-1 0,-5 0 0,-4-2 0,-6 0 0,-6-1-8191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26.756"/>
    </inkml:context>
    <inkml:brush xml:id="br0">
      <inkml:brushProperty name="width" value="0.05" units="cm"/>
      <inkml:brushProperty name="height" value="0.05" units="cm"/>
      <inkml:brushProperty name="color" value="#FFFFFF"/>
    </inkml:brush>
  </inkml:definitions>
  <inkml:trace contextRef="#ctx0" brushRef="#br0">22 0 24575,'-3'0'0,"-4"0"0,0 3 0,3 1 0,6 0 0,8-1 0,5 3 0,7-1 0,5 2 0,0 4 0,3-2 0,1 2 0,2 2 0,-2-2 0,-4 1 0,-2-2 0,-4-3 0,-4-2-8191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27.142"/>
    </inkml:context>
    <inkml:brush xml:id="br0">
      <inkml:brushProperty name="width" value="0.05" units="cm"/>
      <inkml:brushProperty name="height" value="0.05" units="cm"/>
      <inkml:brushProperty name="color" value="#FFFFFF"/>
    </inkml:brush>
  </inkml:definitions>
  <inkml:trace contextRef="#ctx0" brushRef="#br0">374 8 24575,'-1'-1'0,"1"1"0,-1-1 0,1 1 0,-1-1 0,0 1 0,1-1 0,-1 1 0,1-1 0,-1 1 0,0 0 0,1-1 0,-1 1 0,0 0 0,0 0 0,1-1 0,-1 1 0,0 0 0,1 0 0,-1 0 0,0 0 0,-1 0 0,2 0 0,0 1 0,0-1 0,-1 0 0,1 1 0,0-1 0,0 0 0,0 1 0,0-1 0,0 1 0,-1-1 0,1 0 0,0 1 0,0-1 0,0 1 0,0-1 0,0 0 0,0 1 0,0-1 0,1 0 0,-1 1 0,0-1 0,0 1 0,0-1 0,0 0 0,0 1 0,1-1 0,-1 0 0,0 1 0,0-1 0,0 0 0,1 1 0,-1-1 0,0 0 0,1 0 0,-1 1 0,0-1 0,0 0 0,1 0 0,-1 1 0,1-1 0,23 26 0,-2 2 0,0 0 0,-2 2 0,26 51 0,-36-60 0,-1 0 0,-1 1 0,-1 1 0,-1-1 0,-1 1 0,-1 0 0,-1 0 0,0 25 0,-3-37 0,0 0 0,0-1 0,-1 1 0,0 0 0,-4 11 0,4-18 0,-1 0 0,1 0 0,-1 0 0,0-1 0,0 1 0,-1-1 0,1 1 0,-1-1 0,0 0 0,0 0 0,0 0 0,0 0 0,0 0 0,0-1 0,-1 0 0,-4 3 0,-17 7 0,0-2 0,-1 0 0,0-2 0,-31 6 0,-4 2 0,-22 6 257,-79 27-1879,131-37-5204</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28.150"/>
    </inkml:context>
    <inkml:brush xml:id="br0">
      <inkml:brushProperty name="width" value="0.05" units="cm"/>
      <inkml:brushProperty name="height" value="0.05" units="cm"/>
      <inkml:brushProperty name="color" value="#FFFFFF"/>
    </inkml:brush>
  </inkml:definitions>
  <inkml:trace contextRef="#ctx0" brushRef="#br0">89 217 24575,'-1'-1'0,"0"0"0,0 0 0,0 0 0,0 0 0,0 0 0,0 0 0,0 0 0,0 0 0,-1 1 0,1-1 0,0 0 0,-2 0 0,2 1 0,0 1 0,0-1 0,1 1 0,-1-1 0,0 1 0,1-1 0,-1 1 0,0-1 0,1 1 0,-1 0 0,1-1 0,-1 1 0,1 0 0,-1 0 0,1-1 0,-1 1 0,1 0 0,0 0 0,-1 0 0,1 0 0,0-1 0,0 3 0,-15 40 0,2 1 0,2 1 0,-7 58 0,18-100 0,-1 0 0,1-1 0,-1 1 0,1-1 0,0 1 0,0 0 0,0-1 0,0 1 0,0-1 0,0 1 0,1-1 0,-1 1 0,1-1 0,0 1 0,2 3 0,-3-6 0,0 0 0,1 0 0,-1 0 0,0 0 0,1 0 0,-1 0 0,0 0 0,1 0 0,-1 0 0,0 0 0,1 0 0,-1 0 0,0 0 0,1 0 0,-1-1 0,0 1 0,0 0 0,1 0 0,-1 0 0,0 0 0,1-1 0,-1 1 0,0 0 0,0 0 0,0-1 0,1 1 0,-1 0 0,0 0 0,0-1 0,0 1 0,0 0 0,1-1 0,-1 1 0,0 0 0,0-1 0,0 0 0,7-12 0,-3 1 0,-1-1 0,0 1 0,-1-1 0,-1 1 0,0-1 0,0 0 0,-2-18 0,-17-92 0,1 14 0,17 100 0,-1-1 0,0 0 0,1 0 0,0 0 0,3-18 0,-3 25 0,1 1 0,0-1 0,-1 1 0,1 0 0,0-1 0,0 1 0,1 0 0,-1 0 0,0 0 0,1 0 0,-1 0 0,1 0 0,0 0 0,0 0 0,-1 0 0,1 1 0,0-1 0,1 1 0,-1 0 0,0-1 0,0 1 0,0 0 0,1 0 0,3 0 0,5-2 0,0 1 0,1 1 0,-1 0 0,1 1 0,-1 0 0,1 0 0,-1 1 0,0 1 0,1 0 0,-1 1 0,0 0 0,17 7 0,-12-3 0,1 0 0,-1 2 0,0 0 0,-1 0 0,0 2 0,0 0 0,15 15 0,-27-23 0,-1-1 0,1 1 0,-1 0 0,0 0 0,1 0 0,-1 0 0,-1 0 0,1 1 0,0-1 0,-1 1 0,0-1 0,1 1 0,-2-1 0,2 5 0,-2-5 0,0-1 0,0 1 0,0 0 0,-1-1 0,1 1 0,-1-1 0,0 1 0,0-1 0,0 1 0,0-1 0,0 1 0,0-1 0,0 0 0,-1 0 0,1 0 0,-1 0 0,0 0 0,0 0 0,1 0 0,-5 3 0,-5 3 0,0-1 0,-1 0 0,0 0 0,-18 6 0,-13 7 0,43-20 0,-1 1 0,0-1 0,0 1 0,0-1 0,0 1 0,0 0 0,0-1 0,1 1 0,-1 0 0,0-1 0,1 1 0,-1 0 0,0 0 0,1 0 0,-1-1 0,1 1 0,-1 0 0,1 0 0,-1 1 0,1-1 0,0 0 0,0-1 0,0 1 0,0 0 0,1 0 0,-1 0 0,0-1 0,0 1 0,1 0 0,-1 0 0,0-1 0,1 1 0,-1 0 0,0-1 0,1 1 0,-1 0 0,1-1 0,-1 1 0,2 0 0,4 4 0,0-1 0,0 0 0,1 0 0,9 5 0,1 0 0,4 4 0,3 3 0,28 22 0,-46-34 0,-1 1 0,0-1 0,0 1 0,0 1 0,-1-1 0,0 1 0,0-1 0,-1 1 0,1 0 0,3 11 0,-6-15 0,0 1 0,0-1 0,-1 0 0,1 0 0,-1 1 0,0-1 0,0 0 0,0 1 0,0-1 0,0 0 0,0 1 0,0-1 0,-1 0 0,1 1 0,-1-1 0,0 0 0,0 0 0,0 0 0,0 0 0,-2 3 0,1-2 0,0 0 0,-1-1 0,0 0 0,1 1 0,-1-1 0,0 0 0,0 0 0,0-1 0,0 1 0,-1-1 0,1 1 0,-4 0 0,-9 2 0,-1-1 0,1 0 0,-1-2 0,-24 1 0,22-2 69,0-1-1,-1 0 0,1-1 0,-20-5 1,33 6-159,1-1 0,0 1 0,-1-1 0,1 0 0,0-1 1,1 1-1,-1-1 0,0 0 0,1 0 0,-1 0 1,1-1-1,0 1 0,0-1 0,0 0 0,1 0 0,-1-1 1,1 1-1,-5-10 0,1-5-6736</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28.646"/>
    </inkml:context>
    <inkml:brush xml:id="br0">
      <inkml:brushProperty name="width" value="0.05" units="cm"/>
      <inkml:brushProperty name="height" value="0.05" units="cm"/>
      <inkml:brushProperty name="color" value="#FFFFFF"/>
    </inkml:brush>
  </inkml:definitions>
  <inkml:trace contextRef="#ctx0" brushRef="#br0">0 128 24575,'18'-1'0,"-8"1"0,1 0 0,-1 0 0,1 1 0,12 3 0,-19-3 0,-1 0 0,1 1 0,-1-1 0,1 1 0,-1-1 0,0 1 0,0 0 0,0 1 0,0-1 0,0 0 0,0 1 0,-1 0 0,1-1 0,-1 1 0,4 6 0,4 9 0,-1-1 0,0 2 0,-1-1 0,-2 1 0,9 34 0,-8-19 0,-2 0 0,2 53 0,-7-82 0,0-2 0,0-1 0,1 1 0,-1 0 0,0-1 0,-1 1 0,1 0 0,0-1 0,-1 1 0,0 0 0,1-1 0,-1 1 0,0-1 0,-3 5 0,4-7 0,0 0 0,-1 0 0,1 0 0,0 0 0,-1 0 0,1-1 0,0 1 0,-1 0 0,1 0 0,0 0 0,0 0 0,-1-1 0,1 1 0,0 0 0,-1 0 0,1-1 0,0 1 0,0 0 0,-1 0 0,1-1 0,0 1 0,0 0 0,0-1 0,0 1 0,-1 0 0,1-1 0,0 1 0,0 0 0,0-1 0,0 1 0,0 0 0,0-1 0,0 1 0,0-1 0,-5-16 0,5 17 0,-17-73 0,-14-142 0,29 198 0,1 0 0,1 1 0,0-1 0,2 0 0,3-18 0,-5 31 0,1 0 0,0 0 0,0 0 0,1 0 0,-1 0 0,1 0 0,0 1 0,0-1 0,0 1 0,1-1 0,-1 1 0,1 0 0,-1 0 0,1 0 0,0 0 0,1 0 0,-1 1 0,0-1 0,1 1 0,-1 0 0,1 0 0,0 0 0,-1 1 0,1-1 0,8-1 0,-2 1 0,0 1 0,0 1 0,0-1 0,1 2 0,-1-1 0,0 1 0,19 5 0,-23-5 0,0 1 0,0 0 0,0 0 0,0 1 0,0 0 0,0 0 0,-1 0 0,1 0 0,-1 1 0,0 0 0,0 0 0,0 1 0,6 7 0,-10-11 0,0 1 0,0 0 0,0-1 0,0 1 0,0 0 0,0 0 0,0 0 0,0 0 0,-1 0 0,1 0 0,-1 0 0,0 0 0,0 0 0,1 0 0,-1 0 0,0 0 0,-1 0 0,1 0 0,0 0 0,-1 0 0,1 0 0,-1 0 0,1 0 0,-1 0 0,0 0 0,0 0 0,0 0 0,0-1 0,0 1 0,0 0 0,-1-1 0,1 1 0,0-1 0,-1 1 0,1-1 0,-4 3 0,-5 3 0,0 0 0,-1-1 0,0 0 0,-19 8 0,29-14 0,-16 6-195,0 0 0,0-1 0,-1-1 0,0-1 0,1 0 0,-29 0 0,23-3-6631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29.126"/>
    </inkml:context>
    <inkml:brush xml:id="br0">
      <inkml:brushProperty name="width" value="0.05" units="cm"/>
      <inkml:brushProperty name="height" value="0.05" units="cm"/>
      <inkml:brushProperty name="color" value="#FFFFFF"/>
    </inkml:brush>
  </inkml:definitions>
  <inkml:trace contextRef="#ctx0" brushRef="#br0">33 120 24575,'-10'235'0,"8"-211"0,1-12 0,0 0 0,-1 0 0,0 0 0,-1 0 0,-4 12 0,4-22 0,1-10 0,3-11 0,33-144 0,-25 128 0,2-1 0,23-50 0,-28 73 0,1 1 0,1 0 0,0 0 0,14-16 0,-20 24 0,1 1 0,1 0 0,-1 0 0,0 0 0,1 0 0,-1 0 0,1 1 0,0-1 0,0 1 0,0 0 0,0 0 0,0 1 0,0-1 0,1 1 0,-1 0 0,0 0 0,1 0 0,5 0 0,-7 2 0,0 0 0,0-1 0,0 1 0,0 0 0,0 0 0,0 1 0,-1-1 0,1 0 0,0 1 0,-1 0 0,1 0 0,-1 0 0,1 0 0,-1 0 0,0 0 0,0 0 0,0 1 0,0-1 0,0 1 0,-1 0 0,1-1 0,-1 1 0,0 0 0,0 0 0,2 4 0,1 6 0,0 1 0,-1-1 0,-1 1 0,1 17 0,0 33-47,-4 0 1,-10 79-1,4-72-1178,6-51-5601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29.312"/>
    </inkml:context>
    <inkml:brush xml:id="br0">
      <inkml:brushProperty name="width" value="0.05" units="cm"/>
      <inkml:brushProperty name="height" value="0.05" units="cm"/>
      <inkml:brushProperty name="color" value="#FFFFFF"/>
    </inkml:brush>
  </inkml:definitions>
  <inkml:trace contextRef="#ctx0" brushRef="#br0">45 106 24575,'-3'-3'0,"-4"-4"0,-4 0 0,0-3 0,2-2 0,6 0 0,8 4 0,8-2 0,9 3 0,7 1 0,8 0 0,6 0 0,2 1 0,0 2 0,-3 1 0,-5 1 0,-9 0-8191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32.803"/>
    </inkml:context>
    <inkml:brush xml:id="br0">
      <inkml:brushProperty name="width" value="0.05" units="cm"/>
      <inkml:brushProperty name="height" value="0.05" units="cm"/>
      <inkml:brushProperty name="color" value="#FFFFFF"/>
    </inkml:brush>
  </inkml:definitions>
  <inkml:trace contextRef="#ctx0" brushRef="#br0">19 18 24575,'0'0'0,"0"-1"0,0 0 0,0 1 0,0-1 0,0 0 0,0 1 0,0-1 0,0 0 0,0 0 0,0 1 0,0-1 0,1 0 0,-1 1 0,0-1 0,0 1 0,1-1 0,-1 0 0,0 1 0,1-1 0,-1 1 0,1-1 0,-1 1 0,0-1 0,1 1 0,-1-1 0,1 1 0,0-1 0,0 0 0,-1 2 0,1-1 0,-1 0 0,1 1 0,-1-1 0,1 0 0,-1 1 0,1-1 0,-1 1 0,0-1 0,1 1 0,-1-1 0,0 1 0,0-1 0,1 1 0,-1-1 0,0 1 0,0-1 0,0 1 0,0 0 0,1-1 0,-1 1 0,0-1 0,0 1 0,0-1 0,0 1 0,0 0 0,-1-1 0,1 1 0,0-1 0,0 1 0,0-1 0,-1 2 0,-9 70 167,0-10-933,-1 98 0,11-143-6060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33.408"/>
    </inkml:context>
    <inkml:brush xml:id="br0">
      <inkml:brushProperty name="width" value="0.05" units="cm"/>
      <inkml:brushProperty name="height" value="0.05" units="cm"/>
      <inkml:brushProperty name="color" value="#FFFFFF"/>
    </inkml:brush>
  </inkml:definitions>
  <inkml:trace contextRef="#ctx0" brushRef="#br0">41 351 24575,'-7'-12'0,"1"-1"0,1-1 0,0 1 0,0-1 0,1 0 0,1 0 0,1 0 0,-2-17 0,4 22 0,1 0 0,-1 0 0,1 1 0,1-1 0,-1 1 0,2-1 0,-1 1 0,1 0 0,0 0 0,1 0 0,0 0 0,0 1 0,1-1 0,9-11 0,-7 11 0,0 1 0,0 1 0,1 0 0,0 0 0,0 0 0,1 1 0,-1 0 0,1 0 0,0 1 0,1 1 0,-1-1 0,0 1 0,1 1 0,0 0 0,0 0 0,18 0 0,-19 2 0,0 0 0,-1 0 0,1 0 0,0 1 0,-1 1 0,1-1 0,-1 2 0,1-1 0,-1 1 0,0 0 0,0 1 0,0 0 0,-1 0 0,1 0 0,-1 1 0,0 0 0,-1 1 0,1 0 0,9 11 0,-13-14 0,0 1 0,0 0 0,-1 1 0,1-1 0,-1 0 0,0 1 0,0-1 0,-1 1 0,1 0 0,-1-1 0,0 1 0,-1 0 0,1 0 0,-1 0 0,0 8 0,-1-6 0,0-1 0,-1 0 0,1 1 0,-2-1 0,1 0 0,0 0 0,-1-1 0,0 1 0,-1 0 0,-6 8 0,-1-2 0,0 0 0,0-1 0,-1 0 0,0-1 0,-1-1 0,-1 0 0,1 0 0,-28 11 0,6-7 0,25-10 0,0 1 0,1 0 0,-1 0 0,1 1 0,-12 8 0,20-13 0,1 0 0,0 0 0,-1 1 0,1-1 0,0 0 0,0 1 0,-1-1 0,1 0 0,0 0 0,0 1 0,0-1 0,-1 0 0,1 1 0,0-1 0,0 1 0,0-1 0,0 0 0,0 1 0,0-1 0,0 0 0,0 1 0,0-1 0,0 1 0,0-1 0,0 0 0,0 1 0,0-1 0,0 0 0,0 1 0,0-1 0,0 1 0,0-1 0,1 0 0,-1 1 0,0-1 0,0 0 0,0 0 0,1 1 0,-1-1 0,0 0 0,1 1 0,-1-1 0,0 0 0,0 0 0,1 1 0,-1-1 0,0 0 0,1 0 0,-1 0 0,0 0 0,1 0 0,-1 1 0,1-1 0,-1 0 0,1 0 0,22 7 0,52 1 0,-48-6 0,27 5 0,-50-6 0,20 4 0,0 0 0,34 14 0,-52-17 0,-1 0 0,0 0 0,0 1 0,0 0 0,0 0 0,0 0 0,-1 0 0,1 1 0,-1 0 0,0 0 0,0 0 0,-1 1 0,1-1 0,-1 1 0,0 0 0,5 8 0,-7-10 0,0-1 0,-1 1 0,1 0 0,0-1 0,-1 1 0,0 0 0,1 0 0,-1-1 0,0 1 0,-1 0 0,1 0 0,0-1 0,-1 1 0,1 0 0,-1 0 0,0-1 0,-2 5 0,1-3 0,-1 0 0,1-1 0,-1 1 0,0-1 0,0 0 0,0 0 0,0 0 0,-1 0 0,1 0 0,-5 2 0,-3 1 0,-1 0 0,1 0 0,-1-2 0,0 1 0,-1-2 0,-20 5 0,12-5 0,-1-1 0,1-1 0,-1-1 0,1 0 0,-22-4 0,34 3 0,0-1 0,0 0 0,0 0 0,0-1 0,1 0 0,-1 0 0,1-1 0,0 0 0,0-1 0,0 0 0,1 0 0,0 0 0,0-1 0,-9-9 0,13 10-76,-1 1 1,2-1-1,-1 0 0,1 0 0,-1 0 0,1 0 0,1 0 0,-1 0 1,1-1-1,0 1 0,0-1 0,0 1 0,1-1 0,0 1 1,0-1-1,1 1 0,1-10 0,2-2-6750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34.121"/>
    </inkml:context>
    <inkml:brush xml:id="br0">
      <inkml:brushProperty name="width" value="0.05" units="cm"/>
      <inkml:brushProperty name="height" value="0.05" units="cm"/>
      <inkml:brushProperty name="color" value="#FFFFFF"/>
    </inkml:brush>
  </inkml:definitions>
  <inkml:trace contextRef="#ctx0" brushRef="#br0">32 17 24575,'7'-14'0,"-4"11"0,-5 10 0,-5 10 0,0 0 0,1 1 0,1 0 0,0 0 0,-3 35 0,7-48 0,1 0 0,0 0 0,0 1 0,0-1 0,1-1 0,0 1 0,0 0 0,0 0 0,0 0 0,1 0 0,0-1 0,0 1 0,0 0 0,0-1 0,1 0 0,0 0 0,0 0 0,0 0 0,0 0 0,1 0 0,-1-1 0,1 0 0,0 0 0,0 0 0,0 0 0,8 4 0,-3-3 0,1 0 0,-1-1 0,0 1 0,1-2 0,0 0 0,-1 0 0,1 0 0,0-1 0,0-1 0,0 0 0,18-2 0,-22 1 0,-1 0 0,1 0 0,-1-1 0,1 0 0,-1 0 0,0 0 0,0-1 0,0 0 0,0 0 0,0 0 0,-1 0 0,1-1 0,-1 0 0,0 0 0,0 0 0,0 0 0,-1-1 0,1 0 0,-1 1 0,0-1 0,4-10 0,-3 5-136,0 0-1,0-1 1,-1 0-1,0 0 1,-1 0-1,-1 0 1,1 0-1,-2 0 0,0-18 1,-3 7-6690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34.371"/>
    </inkml:context>
    <inkml:brush xml:id="br0">
      <inkml:brushProperty name="width" value="0.05" units="cm"/>
      <inkml:brushProperty name="height" value="0.05" units="cm"/>
      <inkml:brushProperty name="color" value="#FFFFFF"/>
    </inkml:brush>
  </inkml:definitions>
  <inkml:trace contextRef="#ctx0" brushRef="#br0">1 1 24575,'0'3'0,"3"0"0,4 1 0,1 2 0,2 3 0,-1 6 0,-2 4 0,1 3 0,-1 6 0,-2-1 0,-1 2 0,1-1 0,0-3 0,-1-2 0,-1-2 0,-1-5-8191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34.539"/>
    </inkml:context>
    <inkml:brush xml:id="br0">
      <inkml:brushProperty name="width" value="0.05" units="cm"/>
      <inkml:brushProperty name="height" value="0.05" units="cm"/>
      <inkml:brushProperty name="color" value="#FFFFFF"/>
    </inkml:brush>
  </inkml:definitions>
  <inkml:trace contextRef="#ctx0" brushRef="#br0">69 46 24575,'0'-3'0,"-2"-7"0,-5-1 0,-4 0 0,-2 3 0,0 6 0,3 5 0,2 6 0,4 1-8191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35.050"/>
    </inkml:context>
    <inkml:brush xml:id="br0">
      <inkml:brushProperty name="width" value="0.05" units="cm"/>
      <inkml:brushProperty name="height" value="0.05" units="cm"/>
      <inkml:brushProperty name="color" value="#FFFFFF"/>
    </inkml:brush>
  </inkml:definitions>
  <inkml:trace contextRef="#ctx0" brushRef="#br0">155 326 24575,'1'1'0,"-1"1"0,1-1 0,0 0 0,-1 1 0,1-1 0,-1 1 0,1-1 0,-1 1 0,1-1 0,-1 1 0,0-1 0,0 1 0,0-1 0,0 1 0,0-1 0,0 1 0,0-1 0,-1 1 0,1-1 0,-1 1 0,1-1 0,-1 1 0,1-1 0,-1 0 0,0 1 0,0-1 0,1 0 0,-1 0 0,0 1 0,-2 0 0,-4 7 0,0-1 0,-15 15 0,20-22 0,-8 9 0,-7 5 0,1 0 0,-28 36 0,41-47 0,1-1 0,-1 1 0,1 0 0,-1 0 0,1-1 0,1 2 0,-1-1 0,0 0 0,1 0 0,0 0 0,0 1 0,0-1 0,1 1 0,-1-1 0,1 1 0,0-1 0,0 0 0,1 1 0,-1-1 0,1 1 0,2 6 0,-1-8 0,0 0 0,0 0 0,0 0 0,0 0 0,1-1 0,-1 1 0,1-1 0,-1 0 0,1 1 0,0-1 0,0-1 0,0 1 0,0 0 0,1-1 0,-1 1 0,0-1 0,1 0 0,-1 0 0,0 0 0,1-1 0,-1 1 0,7-1 0,3 1 0,1 0 0,0-2 0,0 0 0,20-3 0,-26 2 0,-1 1 0,0-1 0,0-1 0,0 1 0,0-1 0,0 0 0,-1-1 0,1 1 0,-1-1 0,0-1 0,0 1 0,0-1 0,9-10 0,-10 8 0,0 0 0,0 0 0,-1-1 0,0 0 0,0 0 0,0 0 0,-1 0 0,-1 0 0,1-1 0,-2 1 0,3-15 0,-1-18 0,-1-1 0,-3 0 0,-7-56 0,-29-122 0,36 217 0,-5-23 0,6 26 0,0 0 0,0 0 0,0 0 0,0-1 0,0 1 0,0 0 0,0 0 0,0 0 0,0 0 0,0 0 0,0 0 0,0 0 0,0 0 0,0 0 0,0 0 0,0 0 0,0 0 0,0-1 0,0 1 0,0 0 0,0 0 0,0 0 0,-1 0 0,1 0 0,0 0 0,0 0 0,0 0 0,0 0 0,0 0 0,0 0 0,0 0 0,0 0 0,0 0 0,0 0 0,0 0 0,0 0 0,0 0 0,-1 0 0,1 0 0,0 0 0,0 0 0,0 0 0,0 0 0,0 0 0,0 0 0,0 0 0,0 0 0,0 0 0,0 0 0,0 0 0,0 0 0,-1 0 0,1 0 0,0 0 0,0 0 0,0 0 0,0 0 0,0 0 0,0 0 0,0 0 0,0 0 0,0 0 0,0 0 0,0 0 0,0 0 0,0 0 0,0 1 0,-3 13 0,-5 119 0,6 0 0,24 207 0,-19-304-1365,-1-8-5461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35.684"/>
    </inkml:context>
    <inkml:brush xml:id="br0">
      <inkml:brushProperty name="width" value="0.05" units="cm"/>
      <inkml:brushProperty name="height" value="0.05" units="cm"/>
      <inkml:brushProperty name="color" value="#FFFFFF"/>
    </inkml:brush>
  </inkml:definitions>
  <inkml:trace contextRef="#ctx0" brushRef="#br0">70 101 24575,'0'-6'0,"0"4"0,-1 1 0,1-1 0,0 0 0,0 1 0,0-1 0,0 0 0,1 1 0,-1-1 0,0 0 0,1 1 0,-1-1 0,1 1 0,-1-1 0,1 1 0,0-1 0,0 1 0,1-2 0,-2 3 0,0 0 0,1 0 0,-1 0 0,0 0 0,1 0 0,-1 0 0,0 0 0,0 1 0,1-1 0,-1 0 0,0 0 0,0 0 0,1 1 0,-1-1 0,0 0 0,0 0 0,1 1 0,-1-1 0,0 0 0,0 0 0,0 1 0,0-1 0,0 0 0,1 1 0,-1-1 0,0 0 0,0 0 0,0 1 0,0-1 0,0 0 0,0 1 0,0-1 0,0 0 0,0 1 0,0-1 0,0 0 0,0 1 0,2 14 0,-4 8 0,-1 0 0,-1-1 0,-1 0 0,-1 0 0,0 0 0,-15 30 0,6-22 0,4-19 0,11-11 0,-1 0 0,1 0 0,0 0 0,-1 0 0,1 0 0,0 0 0,-1 0 0,1 0 0,0 0 0,-1 0 0,1 0 0,0-1 0,-1 1 0,1 0 0,0 0 0,0 0 0,-1 0 0,1-1 0,0 1 0,-1 0 0,1 0 0,0 0 0,0-1 0,0 1 0,-1 0 0,1-1 0,0 1 0,0 0 0,0 0 0,0-1 0,-1 1 0,1 0 0,0-1 0,0 1 0,0 0 0,0-1 0,0 0 0,-1-2 0,0-1 0,1 0 0,0 0 0,-1 0 0,1 0 0,1 1 0,-1-1 0,0 0 0,1 0 0,0 0 0,0 1 0,0-1 0,3-5 0,25-51 0,-18 40 0,-1 1 0,1 0 0,1 1 0,22-26 0,-28 37 0,0 0 0,1 1 0,0 0 0,0 0 0,0 0 0,1 1 0,0 0 0,0 1 0,0-1 0,17-4 0,-22 8 0,0 0 0,0 1 0,0-1 0,0 1 0,0 0 0,0 0 0,0 0 0,0 0 0,0 1 0,0-1 0,0 1 0,0 0 0,0 0 0,0 0 0,0 0 0,0 0 0,-1 1 0,1-1 0,0 1 0,-1-1 0,1 1 0,-1 0 0,0 0 0,0 1 0,0-1 0,0 0 0,0 1 0,0-1 0,0 1 0,2 5 0,4 8 0,-1-1 0,0 2 0,-2-1 0,6 21 0,-9-28 0,38 120-1365,-30-106-5461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36.263"/>
    </inkml:context>
    <inkml:brush xml:id="br0">
      <inkml:brushProperty name="width" value="0.05" units="cm"/>
      <inkml:brushProperty name="height" value="0.05" units="cm"/>
      <inkml:brushProperty name="color" value="#FFFFFF"/>
    </inkml:brush>
  </inkml:definitions>
  <inkml:trace contextRef="#ctx0" brushRef="#br0">31 196 24575,'-4'-3'0,"1"0"0,0 0 0,0 0 0,0-1 0,1 0 0,-1 0 0,1 1 0,-4-9 0,6 11 0,0 1 0,-1-1 0,1 0 0,0 0 0,0 0 0,0 0 0,0 1 0,0-1 0,0 0 0,0 0 0,0 0 0,0 0 0,1 1 0,-1-1 0,0 0 0,0 0 0,1 0 0,-1 1 0,0-1 0,1-1 0,0 1 0,1 0 0,-1 0 0,0 0 0,0 0 0,0 1 0,1-1 0,-1 0 0,1 0 0,-1 1 0,0-1 0,1 1 0,-1-1 0,1 1 0,-1 0 0,2-1 0,32-2 0,-1 0 0,68 6 0,-29-1 0,54-1 0,-125-1 0,0 1 0,0-1 0,0 0 0,0 1 0,-1 0 0,1-1 0,0 1 0,0 0 0,-1 0 0,1 0 0,-1 0 0,1 0 0,-1 0 0,1 0 0,-1 1 0,1-1 0,-1 1 0,0-1 0,0 1 0,0-1 0,0 1 0,0 0 0,0-1 0,0 1 0,0 2 0,2 5 0,0 0 0,-1 1 0,2 17 0,-1-5 0,4 17 0,-1 1 0,20 64 0,-30-129 0,1 0 0,2 0 0,2-43 0,-1 25 0,0 18 0,1-1 0,7-33 0,-7 50 0,1 1 0,0 0 0,0 0 0,1 0 0,0 0 0,1 1 0,0-1 0,0 1 0,0 0 0,1 0 0,6-7 0,-9 11 0,0 1 0,1 0 0,-1 0 0,1 0 0,-1 1 0,1-1 0,0 1 0,0-1 0,0 1 0,0 0 0,0 0 0,0 0 0,0 0 0,0 1 0,6-1 0,-4 1 0,1 0 0,-1 1 0,0 0 0,0 0 0,1 0 0,-1 0 0,0 1 0,8 4 0,1 1 0,0 1 0,-1 1 0,0 0 0,-1 1 0,15 15 0,-22-21 0,-1 0 0,-1 0 0,1 1 0,-1-1 0,1 1 0,-1 0 0,-1-1 0,1 1 0,-1 1 0,0-1 0,3 11 0,-4-14 0,-1 1 0,0 0 0,0-1 0,0 1 0,0-1 0,-1 1 0,1 0 0,-1-1 0,1 1 0,-1-1 0,0 0 0,0 1 0,0-1 0,0 0 0,-1 1 0,1-1 0,0 0 0,-1 0 0,0 0 0,1 0 0,-1 0 0,0 0 0,0-1 0,0 1 0,0-1 0,-1 1 0,-3 1 0,-4 1-136,1 0-1,-1-1 1,0 0-1,0 0 1,0-1-1,-1-1 1,1 1-1,0-2 0,-12 0 1,-5 1-6690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36.750"/>
    </inkml:context>
    <inkml:brush xml:id="br0">
      <inkml:brushProperty name="width" value="0.05" units="cm"/>
      <inkml:brushProperty name="height" value="0.05" units="cm"/>
      <inkml:brushProperty name="color" value="#FFFFFF"/>
    </inkml:brush>
  </inkml:definitions>
  <inkml:trace contextRef="#ctx0" brushRef="#br0">0 191 24575,'2'1'0,"0"-1"0,-1 1 0,1-1 0,0 1 0,-1 0 0,1 0 0,0 0 0,-1 0 0,1 0 0,-1 0 0,0 0 0,1 0 0,-1 1 0,0-1 0,2 2 0,18 27 0,-17-25 0,8 13 0,-1 0 0,17 37 0,-24-45 0,0 0 0,-1 0 0,0 1 0,-1-1 0,0 1 0,-1-1 0,1 20 0,-2-28 0,0 1 0,-1-1 0,1 0 0,-1 0 0,1 0 0,-1 0 0,1 0 0,-1-1 0,0 1 0,0 0 0,0 0 0,0 0 0,0-1 0,-1 1 0,1 0 0,-1-1 0,1 0 0,-2 2 0,2-2 0,1-1 0,-1 0 0,1 1 0,-1-1 0,0 0 0,1 0 0,-1 1 0,0-1 0,1 0 0,-1 0 0,0 0 0,1 0 0,-1 0 0,0 0 0,1 0 0,-1 0 0,0 0 0,1 0 0,-1 0 0,0 0 0,0-1 0,-1 0 0,1 1 0,0-1 0,0 0 0,0 0 0,0 0 0,0 0 0,0 0 0,0 0 0,1 0 0,-1 0 0,0-1 0,1 1 0,-1 0 0,0 0 0,0-2 0,-4-12 0,0-1 0,1 1 0,1-1 0,0 0 0,0-18 0,2-84 0,1 73 0,0 18 0,-1 5 0,3-30 0,-1 47 0,0 0 0,-1 0 0,2-1 0,-1 1 0,1 0 0,-1 1 0,1-1 0,0 0 0,1 0 0,-1 1 0,5-6 0,-5 9 0,-1-1 0,1 0 0,0 1 0,0 0 0,0 0 0,0-1 0,0 1 0,0 0 0,1 1 0,-1-1 0,0 0 0,0 1 0,1-1 0,-1 1 0,0 0 0,1-1 0,-1 1 0,0 0 0,1 1 0,-1-1 0,0 0 0,1 1 0,-1-1 0,0 1 0,1 0 0,-1-1 0,2 3 0,7 1 0,0 2 0,0-1 0,17 13 0,-12-7 0,3 2 0,29 24 0,-43-33 0,-1 1 0,1-1 0,-1 1 0,0 0 0,-1 0 0,1 0 0,-1 1 0,0-1 0,0 1 0,3 11 0,-5-15 0,-1 0 0,1 0 0,-1 0 0,0 0 0,0-1 0,0 1 0,0 0 0,0 0 0,0 0 0,-1 0 0,1 0 0,-1 0 0,1 0 0,-1 0 0,1-1 0,-1 1 0,0 0 0,0-1 0,0 1 0,0 0 0,-1-1 0,1 1 0,0-1 0,0 1 0,-1-1 0,1 0 0,-1 0 0,1 0 0,-1 0 0,0 0 0,-3 2 0,-5 1 0,0 0 0,0 0 0,0-1 0,-16 2 0,26-5 0,-49 9-1365,0-3-5461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44.590"/>
    </inkml:context>
    <inkml:brush xml:id="br0">
      <inkml:brushProperty name="width" value="0.05" units="cm"/>
      <inkml:brushProperty name="height" value="0.05" units="cm"/>
      <inkml:brushProperty name="color" value="#FFFFFF"/>
    </inkml:brush>
  </inkml:definitions>
  <inkml:trace contextRef="#ctx0" brushRef="#br0">353 231 24575,'0'0'0,"0"-1"0,-1 1 0,1 0 0,0 0 0,0 0 0,0 0 0,0-1 0,0 1 0,0 0 0,0 0 0,0 0 0,0-1 0,0 1 0,0 0 0,0 0 0,0 0 0,0 0 0,0-1 0,0 1 0,0 0 0,0 0 0,0 0 0,0-1 0,1 1 0,-1 0 0,0 0 0,0 0 0,0 0 0,0 0 0,0-1 0,0 1 0,0 0 0,1 0 0,-1 0 0,0 0 0,0 0 0,0 0 0,0 0 0,1-1 0,-1 1 0,0 0 0,0 0 0,0 0 0,0 0 0,1 0 0,-1 0 0,0 0 0,0 0 0,0 0 0,1 0 0,-1 0 0,0 0 0,0 0 0,0 0 0,1 0 0,-1 0 0,0 0 0,0 0 0,0 1 0,8 11 0,-4 24 0,-1 1 0,-4 64 0,-1-35 0,-21 557 0,-27-1 0,40-505 0,-13 105 0,-12 260 0,35-478 0,0 0 0,0 0 0,0 0 0,1 0 0,-1 0 0,1 0 0,3 7 0,-4-10 0,1 0 0,0 0 0,-1 0 0,1 0 0,0 0 0,0 0 0,0 0 0,0 0 0,0-1 0,0 1 0,0 0 0,0-1 0,0 1 0,0-1 0,1 1 0,-1-1 0,0 0 0,0 1 0,0-1 0,1 0 0,-1 0 0,0 0 0,0 0 0,1 0 0,-1 0 0,0 0 0,0 0 0,0 0 0,2-1 0,47-6 0,0 3 0,0 2 0,1 2 0,-1 3 0,55 8 0,131 34 0,25 3 0,-244-45 0,221 30 0,2-20 0,-233-13 0,0-1 0,0 1 0,-1-1 0,1 0 0,0 0 0,0-1 0,-1 0 0,1 0 0,-1-1 0,10-4 0,-14 5 0,1-1 0,0 1 0,-1 0 0,1-1 0,-1 1 0,1-1 0,-1 0 0,0 0 0,-1 0 0,1 0 0,0 0 0,-1 0 0,1-1 0,-1 1 0,0 0 0,0-1 0,-1 1 0,1-1 0,-1 1 0,1-1 0,-1 1 0,-1-5 0,0-29 0,-8-42 0,-2-11 0,26-393 0,1 176 0,-16-76 0,4-124 0,-2 464 0,1 1 0,2-1 0,1 1 0,3 1 0,22-66 0,-30 105 0,0 0 0,-1 0 0,1 0 0,0 0 0,-1 0 0,1 0 0,-1 0 0,1 0 0,-1 0 0,0-1 0,0 1 0,0 0 0,0 0 0,-1 0 0,1 0 0,0 0 0,-1-1 0,0 1 0,1 0 0,-2-3 0,0 3 0,0 0 0,0 0 0,0 0 0,-1 1 0,1-1 0,0 0 0,-1 1 0,1 0 0,-1-1 0,1 1 0,-1 0 0,0 0 0,1 0 0,-1 1 0,-4-1 0,-470-129 0,-57-12 0,477 130 0,-258-50 0,238 51 0,-1 3 0,-84 3 0,156 5 0,0 0 0,0 1 0,0 0 0,0 0 0,0 0 0,-7 3 0,12-4 0,1 1 0,-1-1 0,0 0 0,1 1 0,-1-1 0,0 0 0,1 1 0,-1-1 0,1 1 0,-1-1 0,1 1 0,-1-1 0,1 1 0,-1 0 0,1-1 0,-1 1 0,1-1 0,0 1 0,-1 0 0,1-1 0,0 1 0,-1 1 0,2-1 0,-1 0 0,0 1 0,0-1 0,1 0 0,-1 0 0,1 0 0,-1 1 0,1-1 0,-1 0 0,1 0 0,0 0 0,0 0 0,-1 0 0,1 0 0,0 0 0,0 0 0,0-1 0,1 2 0,71 53-15,-49-39-1335,3 3-5476</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45.089"/>
    </inkml:context>
    <inkml:brush xml:id="br0">
      <inkml:brushProperty name="width" value="0.05" units="cm"/>
      <inkml:brushProperty name="height" value="0.05" units="cm"/>
      <inkml:brushProperty name="color" value="#FFFFFF"/>
    </inkml:brush>
  </inkml:definitions>
  <inkml:trace contextRef="#ctx0" brushRef="#br0">83 12 24575,'0'0'0,"0"-1"0,0 1 0,0-1 0,0 1 0,0 0 0,0-1 0,0 1 0,0-1 0,0 1 0,0 0 0,0-1 0,-1 1 0,1-1 0,0 1 0,0 0 0,0-1 0,0 1 0,-1 0 0,1-1 0,0 1 0,0 0 0,-1-1 0,1 1 0,0 0 0,-1 0 0,1-1 0,0 1 0,-1 0 0,1 0 0,0 0 0,-1-1 0,1 1 0,-1 0 0,-15 4 0,-12 15 0,25-14 0,-1-1 0,1 0 0,0 1 0,0 0 0,1 0 0,0 0 0,-1 0 0,2 0 0,-1 0 0,0 0 0,1 1 0,0-1 0,1 1 0,-1-1 0,1 1 0,0-1 0,0 0 0,2 11 0,-1-12 0,0 1 0,1-1 0,0 1 0,0-1 0,0 0 0,0 1 0,0-1 0,1 0 0,0-1 0,0 1 0,0 0 0,0-1 0,1 0 0,-1 1 0,1-1 0,0-1 0,0 1 0,0-1 0,0 1 0,0-1 0,0 0 0,6 1 0,-1 0 0,1 0 0,-1-1 0,1 0 0,0-1 0,0 0 0,0-1 0,-1 0 0,18-1 0,-24 0 0,1 1 0,-1-1 0,1 0 0,-1 1 0,1-1 0,-1-1 0,1 1 0,-1-1 0,0 1 0,0-1 0,0 0 0,0 0 0,0 0 0,0 0 0,0-1 0,-1 1 0,1-1 0,-1 0 0,1 0 0,-1 1 0,0-1 0,-1-1 0,1 1 0,0 0 0,-1 0 0,2-5 0,-2 4 0,0 0 0,0-1 0,-1 1 0,1-1 0,-1 1 0,0-1 0,0 1 0,0 0 0,-1-1 0,0 1 0,0-1 0,0 1 0,0 0 0,-1 0 0,1-1 0,-1 1 0,0 0 0,-4-6 0,2 6 0,-1-1 0,1 0 0,-1 1 0,1 0 0,-1 0 0,0 0 0,-1 1 0,1 0 0,-1 0 0,0 0 0,1 0 0,-11-2 0,-11-2-1365,3 2-5461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46.204"/>
    </inkml:context>
    <inkml:brush xml:id="br0">
      <inkml:brushProperty name="width" value="0.05" units="cm"/>
      <inkml:brushProperty name="height" value="0.05" units="cm"/>
      <inkml:brushProperty name="color" value="#FFFFFF"/>
    </inkml:brush>
  </inkml:definitions>
  <inkml:trace contextRef="#ctx0" brushRef="#br0">349 53 24575,'0'-3'0,"0"1"0,0-1 0,0 1 0,0-1 0,0 0 0,0 1 0,1-1 0,-1 0 0,1 1 0,0-1 0,0 1 0,0-1 0,0 1 0,0 0 0,1-1 0,-1 1 0,1 0 0,-1 0 0,4-3 0,-5 5 0,1 0 0,-1 0 0,1 0 0,-1 0 0,1 0 0,-1 0 0,1 0 0,-1 0 0,1 0 0,-1 0 0,1 0 0,-1 0 0,1 0 0,-1 1 0,1-1 0,-1 0 0,1 0 0,-1 1 0,1-1 0,-1 0 0,1 0 0,-1 1 0,0-1 0,1 1 0,-1-1 0,0 0 0,1 1 0,-1-1 0,0 1 0,0-1 0,1 1 0,-1-1 0,0 1 0,0-1 0,0 1 0,1-1 0,-1 1 0,0-1 0,0 2 0,7 22 0,-2 8 0,-1-1 0,-2 0 0,-1 1 0,-5 51 0,-27 128 0,26-183 0,-51 287-107,-109 700-536,45 309 593,112-1164 206,-4 246 488,13-398-2009</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46.875"/>
    </inkml:context>
    <inkml:brush xml:id="br0">
      <inkml:brushProperty name="width" value="0.05" units="cm"/>
      <inkml:brushProperty name="height" value="0.05" units="cm"/>
      <inkml:brushProperty name="color" value="#FFFFFF"/>
    </inkml:brush>
  </inkml:definitions>
  <inkml:trace contextRef="#ctx0" brushRef="#br0">226 70 24575,'0'-2'0,"0"0"0,0-1 0,0 1 0,0 0 0,0-1 0,-1 1 0,1 0 0,-1-1 0,0 1 0,0 0 0,0 0 0,0 0 0,0 0 0,0 0 0,-2-3 0,1 4 0,1 0 0,-1 0 0,1 0 0,-1 0 0,1 0 0,-1 0 0,1 1 0,-1-1 0,0 1 0,1-1 0,-1 1 0,0 0 0,1 0 0,-1-1 0,0 1 0,0 0 0,1 1 0,-1-1 0,0 0 0,1 0 0,-1 1 0,-1 0 0,-6 1 0,0 2 0,1-1 0,0 1 0,0 0 0,0 0 0,0 1 0,1 1 0,0-1 0,0 1 0,0 0 0,-10 12 0,7-7 0,1 0 0,1 1 0,0 0 0,1 0 0,0 1 0,-9 23 0,14-32 0,1 0 0,0 0 0,0 0 0,0 0 0,0 0 0,1 0 0,-1 0 0,1 0 0,0 0 0,0 0 0,1 0 0,-1 0 0,1 0 0,0 0 0,0-1 0,0 1 0,0 0 0,1 0 0,0-1 0,-1 1 0,1-1 0,1 1 0,-1-1 0,0 0 0,1 0 0,0 0 0,-1 0 0,1 0 0,0 0 0,1-1 0,-1 0 0,0 1 0,1-1 0,-1-1 0,1 1 0,0 0 0,-1-1 0,1 0 0,6 2 0,4-1 0,1-1 0,-1 1 0,1-2 0,-1 0 0,1-1 0,-1-1 0,1 0 0,-1-1 0,0 0 0,0-1 0,0-1 0,0 0 0,17-10 0,-19 9 0,-1-1 0,0 0 0,0-1 0,0 0 0,-1 0 0,14-17 0,-18 18 0,-1 1 0,1-2 0,-2 1 0,1-1 0,-1 1 0,0-1 0,-1 0 0,0-1 0,0 1 0,2-13 0,-4 17-45,-1-1-1,1 0 1,-1 0-1,-1 1 1,1-1-1,-1 0 1,1 0-1,-1 1 1,-1-1-1,1 0 1,-1 1-1,1-1 1,-1 1-1,-1 0 1,1 0-1,-1 0 1,1 0-1,-1 0 1,0 0-1,0 1 1,-1-1-1,1 1 1,-1 0-1,0 0 0,0 0 1,0 1-1,0-1 1,0 1-1,-5-2 1,-11-4-6781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47.387"/>
    </inkml:context>
    <inkml:brush xml:id="br0">
      <inkml:brushProperty name="width" value="0.05" units="cm"/>
      <inkml:brushProperty name="height" value="0.05" units="cm"/>
      <inkml:brushProperty name="color" value="#FFFFFF"/>
    </inkml:brush>
  </inkml:definitions>
  <inkml:trace contextRef="#ctx0" brushRef="#br0">342 119 24575,'0'-7'0,"-1"1"0,0 0 0,0 0 0,0-1 0,0 1 0,-1 0 0,0 0 0,0 0 0,-1 0 0,0 1 0,0-1 0,0 1 0,-6-7 0,7 9 0,0 1 0,0 0 0,0 0 0,0 0 0,-1 0 0,1 0 0,-1 0 0,1 1 0,-1-1 0,0 1 0,0-1 0,1 1 0,-1 0 0,0 0 0,0 1 0,0-1 0,0 1 0,0-1 0,-1 1 0,1 0 0,0 0 0,0 0 0,0 1 0,0-1 0,0 1 0,0-1 0,0 1 0,-5 2 0,-6 4 0,0 0 0,0 1 0,1 0 0,0 1 0,1 1 0,0 0 0,0 1 0,-12 15 0,11-11 0,0 1 0,2 0 0,0 1 0,0 0 0,2 1 0,-8 20 0,15-32 0,-1 1 0,1-1 0,1 1 0,-1 0 0,1 0 0,1-1 0,-1 1 0,1 0 0,0 0 0,1 0 0,-1 0 0,1 0 0,1 0 0,3 10 0,-3-12 0,0 0 0,0-1 0,1 1 0,0 0 0,0-1 0,0 0 0,0 0 0,1 0 0,0 0 0,0-1 0,0 1 0,0-1 0,0 0 0,1 0 0,-1 0 0,1-1 0,0 0 0,0 0 0,9 3 0,-6-3 0,0 0 0,1-1 0,-1 0 0,1 0 0,0 0 0,-1-1 0,1-1 0,0 0 0,-1 0 0,1 0 0,-1-1 0,0 0 0,1-1 0,-1 0 0,9-5 0,-12 6 0,0-1 0,-1 0 0,0 0 0,1 0 0,-1 0 0,0-1 0,-1 0 0,1 0 0,0 0 0,-1 0 0,0 0 0,0-1 0,-1 1 0,1-1 0,-1 0 0,0 0 0,0 1 0,0-2 0,-1 1 0,0 0 0,0 0 0,0 0 0,0-1 0,-1 1 0,-1-10 0,0 9 23,0 0 0,0 0 0,0 0-1,-1 1 1,0-1 0,0 1 0,-1-1-1,0 1 1,0 0 0,0 0 0,0 0-1,-1 0 1,0 1 0,-8-9 0,9 10-109,-1 0 1,1 0 0,-1 0-1,0 1 1,0 0 0,0-1-1,0 1 1,0 1 0,-1-1-1,1 1 1,-1-1 0,1 1-1,-1 0 1,1 1 0,-1-1-1,1 1 1,-1 0 0,0 0-1,-6 1 1,-4 3-6741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47.854"/>
    </inkml:context>
    <inkml:brush xml:id="br0">
      <inkml:brushProperty name="width" value="0.05" units="cm"/>
      <inkml:brushProperty name="height" value="0.05" units="cm"/>
      <inkml:brushProperty name="color" value="#FFFFFF"/>
    </inkml:brush>
  </inkml:definitions>
  <inkml:trace contextRef="#ctx0" brushRef="#br0">237 26 24575,'-3'0'0,"1"-1"0,-1 0 0,1 0 0,-1 1 0,1-2 0,-1 1 0,1 0 0,0 0 0,-5-4 0,-16-7 0,19 11 0,0 1 0,0 0 0,0 0 0,0 1 0,0-1 0,0 1 0,1 0 0,-1 0 0,0 0 0,0 0 0,1 0 0,-1 1 0,1 0 0,-1 0 0,1 0 0,0 0 0,0 0 0,0 1 0,-4 4 0,-7 6 0,0 1 0,-17 24 0,29-35 0,-4 4 0,1 1 0,0-1 0,0 2 0,0-1 0,1 0 0,1 1 0,-1 0 0,1 0 0,1 0 0,-3 16 0,4-21 0,1 1 0,0 0 0,1-1 0,-1 1 0,1 0 0,-1-1 0,1 1 0,1-1 0,-1 1 0,1-1 0,0 0 0,0 0 0,0 0 0,0 0 0,1 0 0,-1 0 0,1 0 0,0-1 0,0 1 0,1-1 0,-1 0 0,1 0 0,5 4 0,3 0 0,0 0 0,0-1 0,0-1 0,1 0 0,0-1 0,0 0 0,0 0 0,0-2 0,0 0 0,1 0 0,14-1 0,-8-1 0,-1 0 0,1-2 0,-1 0 0,1-2 0,-1 0 0,-1-1 0,21-8 0,-27 8 0,-1 0 0,0-1 0,0 0 0,0-1 0,-1 0 0,0-1 0,18-17 0,-24 21 0,0-1 0,-1 1 0,1-1 0,-1 0 0,0 0 0,0 0 0,0 0 0,-1 0 0,0-1 0,0 1 0,0-1 0,-1 0 0,0 1 0,0-1 0,0 0 0,-1 0 0,1 0 0,-1 0 0,-2-7 0,2 9 0,-1 0 0,0 0 0,-1 0 0,1 0 0,-1 0 0,1 0 0,-1 1 0,0-1 0,-1 1 0,1-1 0,-1 1 0,1 0 0,-1 0 0,-6-5 0,3 4 0,0 0 0,0 0 0,0 1 0,0-1 0,-1 2 0,0-1 0,1 1 0,-9-2 0,-1 1 0,-1 0 0,1 2 0,-1 0 0,1 0 0,-1 2 0,-28 4 0,31-4-151,0 2-1,0 0 0,0 1 0,0 0 1,1 1-1,0 0 0,0 1 1,-14 9-1,10-2-6674</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48.370"/>
    </inkml:context>
    <inkml:brush xml:id="br0">
      <inkml:brushProperty name="width" value="0.05" units="cm"/>
      <inkml:brushProperty name="height" value="0.05" units="cm"/>
      <inkml:brushProperty name="color" value="#FFFFFF"/>
    </inkml:brush>
  </inkml:definitions>
  <inkml:trace contextRef="#ctx0" brushRef="#br0">1 594 24575,'3'-4'0,"1"1"0,0 0 0,0 0 0,1 0 0,5-2 0,37-15 0,1 2 0,94-21 0,-89 26 0,579-137-448,-42 10 44,-162 10 377,-414 125-176,-1 0 0,0-1-1,-1 0 1,1-1 0,11-9 0,-7-1-5890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48.848"/>
    </inkml:context>
    <inkml:brush xml:id="br0">
      <inkml:brushProperty name="width" value="0.05" units="cm"/>
      <inkml:brushProperty name="height" value="0.05" units="cm"/>
      <inkml:brushProperty name="color" value="#FFFFFF"/>
    </inkml:brush>
  </inkml:definitions>
  <inkml:trace contextRef="#ctx0" brushRef="#br0">18 55 24575,'-1'-2'0,"-1"1"0,0-1 0,1 0 0,-1 1 0,1-1 0,0 0 0,-1 0 0,1 0 0,0 0 0,0 0 0,0-1 0,0-2 0,1 5 0,0-1 0,0 1 0,0-1 0,0 0 0,0 1 0,0-1 0,0 1 0,0-1 0,0 1 0,0-1 0,1 1 0,-1-1 0,0 1 0,0-1 0,1 1 0,-1-1 0,0 1 0,1 0 0,-1-1 0,1 1 0,0-1 0,18-6 0,25 2 0,0 2 0,0 2 0,77 9 0,-76-5 0,780 68-1449,364 22-1071,-1010-88 1791,-128-4-2764</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49.269"/>
    </inkml:context>
    <inkml:brush xml:id="br0">
      <inkml:brushProperty name="width" value="0.05" units="cm"/>
      <inkml:brushProperty name="height" value="0.05" units="cm"/>
      <inkml:brushProperty name="color" value="#FFFFFF"/>
    </inkml:brush>
  </inkml:definitions>
  <inkml:trace contextRef="#ctx0" brushRef="#br0">0 1 24575,'4'0'0,"0"1"0,-1 0 0,1 0 0,0 0 0,-1 1 0,1-1 0,-1 1 0,1 0 0,3 2 0,9 5 0,69 27 23,111 32-1,96 10-136,-206-56-6,523 129-872,328 87-137,-907-230-4752</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49.981"/>
    </inkml:context>
    <inkml:brush xml:id="br0">
      <inkml:brushProperty name="width" value="0.05" units="cm"/>
      <inkml:brushProperty name="height" value="0.05" units="cm"/>
      <inkml:brushProperty name="color" value="#FFFFFF"/>
    </inkml:brush>
  </inkml:definitions>
  <inkml:trace contextRef="#ctx0" brushRef="#br0">161 30 24575,'0'-2'0,"0"1"0,-1 0 0,1 0 0,0-1 0,-1 1 0,1 0 0,-1 0 0,1 0 0,-1 0 0,1-1 0,-1 1 0,0 0 0,0 0 0,1 0 0,-1 0 0,0 1 0,0-1 0,0 0 0,0 0 0,0 0 0,0 1 0,0-1 0,0 0 0,-1 1 0,1-1 0,0 1 0,0 0 0,0-1 0,-1 1 0,1 0 0,-2-1 0,-1 1 0,1-1 0,-1 1 0,1 0 0,-1 0 0,1 0 0,-1 0 0,1 1 0,-1-1 0,1 1 0,-5 1 0,2 2 0,0-1 0,0 1 0,1 0 0,-1 0 0,1 1 0,-1-1 0,2 1 0,-1 1 0,0-1 0,1 0 0,0 1 0,0 0 0,1 0 0,0 0 0,0 1 0,0-1 0,1 1 0,0-1 0,0 1 0,0 0 0,0 11 0,1-13 0,1 0 0,-1 0 0,1 0 0,0 0 0,0 0 0,1 0 0,0 0 0,0 0 0,0 0 0,0-1 0,1 1 0,-1 0 0,1-1 0,1 1 0,-1-1 0,1 1 0,-1-1 0,1 0 0,0 0 0,1 0 0,-1-1 0,1 1 0,-1-1 0,1 0 0,0 0 0,1 0 0,-1 0 0,0-1 0,1 0 0,6 3 0,0-2 0,1 0 0,-1-1 0,1-1 0,-1 0 0,1-1 0,-1 0 0,1 0 0,-1-1 0,1-1 0,-1 0 0,0 0 0,0-1 0,19-8 0,-23 8 0,0 0 0,0 0 0,0 0 0,-1-1 0,1 0 0,-1-1 0,0 1 0,0-1 0,0 0 0,-1-1 0,0 0 0,0 1 0,0-1 0,-1-1 0,0 1 0,0-1 0,0 1 0,-1-1 0,0 0 0,-1-1 0,4-11 0,-6 16-76,0 0 1,1 0-1,-1 0 0,-1-1 0,1 1 0,0 0 0,-1 0 0,1 0 1,-1 0-1,0-1 0,0 1 0,0 0 0,-1 0 0,1 1 1,-1-1-1,1 0 0,-4-4 0,-7-5-6750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50.449"/>
    </inkml:context>
    <inkml:brush xml:id="br0">
      <inkml:brushProperty name="width" value="0.05" units="cm"/>
      <inkml:brushProperty name="height" value="0.05" units="cm"/>
      <inkml:brushProperty name="color" value="#FFFFFF"/>
    </inkml:brush>
  </inkml:definitions>
  <inkml:trace contextRef="#ctx0" brushRef="#br0">123 13 24575,'-2'-1'0,"1"0"0,-1 0 0,1-1 0,-1 1 0,1 0 0,-1 1 0,0-1 0,1 0 0,-1 0 0,0 1 0,0-1 0,0 1 0,0-1 0,1 1 0,-1 0 0,0 0 0,0 0 0,0 0 0,0 0 0,0 0 0,0 0 0,1 1 0,-1-1 0,0 1 0,0-1 0,0 1 0,1 0 0,-1 0 0,0 0 0,1 0 0,-1 0 0,1 0 0,-1 0 0,1 0 0,-1 0 0,-1 3 0,-3 2 0,1 0 0,0 0 0,-1 0 0,2 1 0,-1 0 0,1 0 0,-4 8 0,5-9 0,1 0 0,0 0 0,0 1 0,0-1 0,1 0 0,0 0 0,0 1 0,1-1 0,0 1 0,0 8 0,1-13 0,-1 1 0,1-1 0,-1 0 0,1 1 0,0-1 0,0 0 0,0 1 0,0-1 0,1 0 0,-1 0 0,0 0 0,1 0 0,-1 0 0,1 0 0,0 0 0,0-1 0,0 1 0,0-1 0,0 1 0,0-1 0,0 0 0,0 0 0,1 0 0,-1 0 0,0 0 0,1 0 0,-1 0 0,0-1 0,4 1 0,4 0 0,0 0 0,0-1 0,1 0 0,-1-1 0,0 0 0,0-1 0,0 0 0,0 0 0,0-1 0,-1 0 0,13-7 0,-17 8 0,0 0 0,-1 0 0,1-1 0,0 0 0,-1 0 0,1 0 0,-1 0 0,0-1 0,0 0 0,-1 0 0,1 0 0,-1 0 0,0 0 0,0-1 0,0 1 0,0-1 0,-1 0 0,0 0 0,0 0 0,0 0 0,-1 0 0,2-10 0,-3 13-80,0 1 0,0-1-1,0 1 1,0-1 0,0 1-1,0-1 1,-1 1 0,1-1-1,-1 1 1,1-1 0,-1 1 0,0-1-1,1 1 1,-1 0 0,0-1-1,-1 0 1,-6-6-6746</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50.912"/>
    </inkml:context>
    <inkml:brush xml:id="br0">
      <inkml:brushProperty name="width" value="0.05" units="cm"/>
      <inkml:brushProperty name="height" value="0.05" units="cm"/>
      <inkml:brushProperty name="color" value="#FFFFFF"/>
    </inkml:brush>
  </inkml:definitions>
  <inkml:trace contextRef="#ctx0" brushRef="#br0">0 189 24575,'6'-24'0,"-1"21"0,-1 14 0,-3-2 0,0-4 0,-1 0 0,1-1 0,0 1 0,0-1 0,0 1 0,1-1 0,2 6 0,-3-9 0,0 1 0,0-1 0,0 0 0,0 0 0,0 0 0,1 0 0,-1 0 0,0-1 0,0 1 0,1 0 0,-1-1 0,0 1 0,1 0 0,-1-1 0,1 0 0,-1 1 0,0-1 0,1 0 0,-1 0 0,1 1 0,-1-1 0,1-1 0,-1 1 0,1 0 0,-1 0 0,1 0 0,-1-1 0,3 0 0,4-1 0,0-1 0,-1 0 0,1 0 0,-1 0 0,1-1 0,11-9 0,42-36 0,-6 5 0,-48 39 4,30-20 164,40-21 1,-66 40-359,0 1 1,1 0-1,0 1 0,0 0 1,0 0-1,0 2 1,0-1-1,20 0 1,-9 4-6637</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53.181"/>
    </inkml:context>
    <inkml:brush xml:id="br0">
      <inkml:brushProperty name="width" value="0.05" units="cm"/>
      <inkml:brushProperty name="height" value="0.05" units="cm"/>
      <inkml:brushProperty name="color" value="#FFFFFF"/>
    </inkml:brush>
  </inkml:definitions>
  <inkml:trace contextRef="#ctx0" brushRef="#br0">1 30 24575,'3'-3'0,"0"0"0,1 0 0,0 1 0,-1-1 0,1 1 0,0 0 0,0 0 0,1 0 0,-1 0 0,0 1 0,1 0 0,-1 0 0,0 0 0,7 0 0,-9 0 0,0 1 0,0 0 0,0 0 0,0 1 0,0-1 0,0 0 0,0 1 0,0-1 0,0 1 0,0 0 0,0-1 0,0 1 0,0 0 0,0 0 0,-1 1 0,1-1 0,0 0 0,-1 0 0,1 1 0,-1-1 0,1 1 0,-1-1 0,0 1 0,0 0 0,1 0 0,-1-1 0,-1 1 0,1 0 0,0 0 0,0 0 0,-1 0 0,1 2 0,3 21 0,-1 0 0,-1 1 0,-2-1 0,0 0 0,-8 43 0,2-2 0,-3 445 0,10-416 0,-1-82 106,-1-9-219,1 1 0,0-1 0,0 0 0,0 0-1,0 0 1,1 0 0,-1 0 0,1 0 0,0 0-1,1 0 1,-1 0 0,4 6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53.755"/>
    </inkml:context>
    <inkml:brush xml:id="br0">
      <inkml:brushProperty name="width" value="0.05" units="cm"/>
      <inkml:brushProperty name="height" value="0.05" units="cm"/>
      <inkml:brushProperty name="color" value="#FFFFFF"/>
    </inkml:brush>
  </inkml:definitions>
  <inkml:trace contextRef="#ctx0" brushRef="#br0">1 18 24575,'0'-3'0,"3"-1"0,1-2 0,2 2 0,2 5 0,-2 5 0,-2 8 0,-1 4 0,-1 5 0,-2 4 0,1 5 0,-2 1 0,1 2 0,0 1 0,-1-4 0,1 0 0,0-3 0,0-6-8191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54.264"/>
    </inkml:context>
    <inkml:brush xml:id="br0">
      <inkml:brushProperty name="width" value="0.05" units="cm"/>
      <inkml:brushProperty name="height" value="0.05" units="cm"/>
      <inkml:brushProperty name="color" value="#FFFFFF"/>
    </inkml:brush>
  </inkml:definitions>
  <inkml:trace contextRef="#ctx0" brushRef="#br0">14 263 24575,'-7'-63'0,"4"49"0,1 1 0,1-1 0,0 0 0,2-18 0,0 27 0,-1 1 0,1 0 0,0 0 0,1 0 0,-1-1 0,1 1 0,-1 0 0,1 1 0,1-1 0,-1 0 0,0 1 0,1-1 0,0 1 0,0-1 0,0 1 0,0 0 0,0 1 0,5-4 0,1 0 0,1 1 0,0 0 0,0 1 0,0 0 0,1 0 0,-1 1 0,1 0 0,0 1 0,0 1 0,0-1 0,13 2 0,-3 0 0,0 0 0,-1 2 0,1 1 0,40 10 0,-49-9 0,-1 0 0,1 0 0,-1 1 0,1 0 0,10 8 0,-20-12 0,0 1 0,0-1 0,0 1 0,0-1 0,-1 1 0,1 0 0,-1 0 0,1 0 0,-1 0 0,1 0 0,-1 0 0,0 0 0,0 0 0,1 3 0,-2-3 0,0 0 0,0 0 0,0 0 0,0 0 0,0-1 0,0 1 0,0 0 0,-1 0 0,1 0 0,-1 0 0,1 0 0,-1-1 0,0 1 0,0 0 0,0-1 0,0 1 0,0 0 0,0-1 0,0 1 0,-3 1 0,-1 3 0,0-2 0,-1 1 0,0 0 0,0-1 0,0 0 0,0-1 0,-8 4 0,-51 19 0,46-20 0,-15 5 0,22-8 0,0 1 0,1 0 0,-1 1 0,1 0 0,-1 1 0,-9 6 0,20-11 0,1-1 0,-1 1 0,0-1 0,1 1 0,-1 0 0,1-1 0,-1 1 0,1-1 0,-1 1 0,1 0 0,0-1 0,-1 1 0,1 0 0,0 0 0,-1-1 0,1 1 0,0 0 0,0 0 0,0-1 0,0 1 0,0 0 0,0 0 0,0 0 0,0-1 0,0 1 0,0 0 0,0 0 0,0 0 0,1-1 0,-1 1 0,0 0 0,0-1 0,1 1 0,-1 0 0,1 0 0,-1-1 0,0 1 0,1-1 0,-1 1 0,1 0 0,0-1 0,-1 1 0,1-1 0,-1 1 0,1-1 0,0 0 0,1 1 0,4 4 0,1-1 0,-1-1 0,14 6 0,-18-8 0,30 12 0,-6-3 0,30 17 0,-51-24 0,1 0 0,-1 0 0,0 1 0,0-1 0,0 1 0,-1 0 0,1 1 0,-1-1 0,0 1 0,-1 0 0,5 7 0,-7-11 0,0 0 0,-1 0 0,1 1 0,-1-1 0,0 0 0,1 0 0,-1 0 0,0 1 0,0-1 0,1 0 0,-1 1 0,0-1 0,0 0 0,-1 0 0,1 1 0,0-1 0,0 0 0,-1 0 0,1 1 0,0-1 0,-1 0 0,1 0 0,-1 0 0,0 1 0,-1 1 0,0-1 0,0 0 0,0 0 0,0-1 0,-1 1 0,1 0 0,0-1 0,-1 1 0,1-1 0,-5 2 0,-4 1 0,0-1 0,0 0 0,0 0 0,-15 0 0,17-2 20,-10 2 138,-35-2 0,50-1-271,0 0-1,0-1 1,0 1-1,0-1 1,0 0 0,0 0-1,0 0 1,0-1-1,0 1 1,1-1 0,-1 0-1,1 0 1,-1 0-1,-4-5 1,-1-4-6713</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54.845"/>
    </inkml:context>
    <inkml:brush xml:id="br0">
      <inkml:brushProperty name="width" value="0.05" units="cm"/>
      <inkml:brushProperty name="height" value="0.05" units="cm"/>
      <inkml:brushProperty name="color" value="#FFFFFF"/>
    </inkml:brush>
  </inkml:definitions>
  <inkml:trace contextRef="#ctx0" brushRef="#br0">0 13 24575,'1'0'0,"-1"-1"0,1 0 0,-1 1 0,1-1 0,-1 1 0,1 0 0,-1-1 0,1 1 0,-1-1 0,1 1 0,-1 0 0,1-1 0,0 1 0,-1 0 0,1 0 0,0-1 0,-1 1 0,1 0 0,0 0 0,-1 0 0,1 0 0,0 0 0,0 0 0,-1 0 0,1 0 0,0 0 0,-1 0 0,1 1 0,0-1 0,0 0 0,0 1 0,0 0 0,0 0 0,0 0 0,0 0 0,-1 0 0,1 1 0,0-1 0,0 0 0,-1 0 0,1 1 0,-1-1 0,1 0 0,-1 3 0,2 7 0,0-1 0,0 21 0,-2-30 0,-1 75 0,2 24 0,-1-97 0,0 1 0,1-1 0,-1 1 0,1-1 0,0 0 0,0 1 0,0-1 0,1 0 0,-1 0 0,1 0 0,0 0 0,-1 0 0,1 0 0,1 0 0,-1-1 0,0 1 0,1-1 0,-1 0 0,1 1 0,5 2 0,-6-4 0,1 0 0,-1 0 0,0 0 0,1 0 0,0 0 0,-1-1 0,1 0 0,-1 1 0,1-1 0,0 0 0,-1 0 0,1 0 0,0 0 0,-1-1 0,1 1 0,-1-1 0,1 0 0,0 1 0,-1-1 0,0 0 0,1-1 0,-1 1 0,0 0 0,1-1 0,-1 1 0,0-1 0,3-2 0,3-5 0,1 0 0,-2 0 0,1-1 0,-2 0 0,1 0 0,-1-1 0,-1 0 0,1 0 0,-2 0 0,5-15 0,-2 1 0,-2 0 0,0-1 0,2-43 0,-13 84 0,-2 16 0,6-20 0,2-1 0,-1 0 0,2 1 0,-1-1 0,1 0 0,1 1 0,0-1 0,0 0 0,1 0 0,0-1 0,5 11 0,-5-14 0,0-1 0,0 0 0,0 0 0,0 0 0,1-1 0,0 1 0,0-1 0,0 0 0,1 0 0,-1-1 0,1 1 0,0-1 0,0 0 0,0 0 0,0 0 0,1-1 0,-1 0 0,1 0 0,-1 0 0,1-1 0,6 1 0,-7-1 0,0 0 0,1 0 0,-1-1 0,1 0 0,-1 0 0,1-1 0,-1 1 0,1-1 0,-1 0 0,0 0 0,0-1 0,1 0 0,-1 0 0,0 0 0,0 0 0,-1-1 0,1 0 0,0 0 0,-1 0 0,0-1 0,0 1 0,0-1 0,0 0 0,0 0 0,-1 0 0,0-1 0,0 1 0,0-1 0,0 0 0,-1 0 0,0 0 0,0 0 0,0 0 0,-1 0 0,1-1 0,0-9 0,-1 6-72,-1 0 1,0-1-1,-1 1 0,0 0 0,0 0 0,-1 0 0,0 0 0,-1 0 1,0 0-1,0 1 0,-1-1 0,0 1 0,0 0 0,-1 0 0,0 0 1,0 1-1,-1 0 0,-12-12 0,9 11-6754</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55.405"/>
    </inkml:context>
    <inkml:brush xml:id="br0">
      <inkml:brushProperty name="width" value="0.05" units="cm"/>
      <inkml:brushProperty name="height" value="0.05" units="cm"/>
      <inkml:brushProperty name="color" value="#FFFFFF"/>
    </inkml:brush>
  </inkml:definitions>
  <inkml:trace contextRef="#ctx0" brushRef="#br0">70 66 24575,'-5'-1'0,"1"0"0,0-1 0,-1 0 0,1 0 0,0 0 0,0-1 0,0 1 0,0-1 0,-3-3 0,2 2 0,4 3 0,-1 0 0,1 0 0,-1 0 0,1 0 0,0 0 0,0 0 0,0-1 0,0 1 0,-1 0 0,2-1 0,-1 1 0,0-1 0,0 0 0,0 1 0,1-1 0,-1 1 0,1-1 0,-1-2 0,1 4 0,0-1 0,0 1 0,0-1 0,0 1 0,0 0 0,0-1 0,1 1 0,-1-1 0,0 1 0,0 0 0,0-1 0,1 1 0,-1 0 0,0-1 0,0 1 0,1 0 0,-1-1 0,0 1 0,1 0 0,-1 0 0,0-1 0,1 1 0,-1 0 0,0 0 0,1 0 0,-1 0 0,1-1 0,1 1 0,0 0 0,0-1 0,0 1 0,-1 0 0,1 0 0,0 1 0,0-1 0,0 0 0,3 1 0,5 2 0,0 1 0,-1 0 0,0 0 0,0 0 0,10 8 0,-14-9 0,0 0 0,0 1 0,0 0 0,-1-1 0,1 2 0,-1-1 0,0 1 0,-1-1 0,1 1 0,3 6 0,-6-9 0,-1 1 0,1 0 0,0-1 0,-1 1 0,0 0 0,1 0 0,-1-1 0,0 1 0,-1 0 0,1 0 0,0 0 0,-1-1 0,1 1 0,-1 0 0,-1 2 0,-20 43 0,11-27 0,5-7 0,1 1 0,0-1 0,1 1 0,1 0 0,0 0 0,2 0 0,-1 0 0,2 22 0,0-30 0,0 0 0,1 1 0,0-1 0,0 0 0,0 0 0,1 0 0,0 0 0,1 0 0,0 0 0,0-1 0,0 1 0,1-1 0,-1 0 0,2 0 0,-1 0 0,1 0 0,0-1 0,0 0 0,8 7 0,-10-10 0,1-1 0,-1 1 0,0-1 0,0 1 0,1-1 0,-1 0 0,1-1 0,-1 1 0,1 0 0,-1-1 0,1 0 0,4 0 0,-6 0 0,-1 0 0,0 0 0,0 0 0,0-1 0,0 1 0,0 0 0,0-1 0,1 1 0,-1 0 0,0-1 0,0 1 0,0-1 0,0 0 0,0 1 0,-1-1 0,1 0 0,0 1 0,0-1 0,0 0 0,0 0 0,-1 0 0,1 0 0,0 0 0,-1 0 0,1 0 0,-1 0 0,1 0 0,-1 0 0,0 0 0,1 0 0,-1 0 0,0 0 0,0 0 0,0-1 0,0 1 0,1 0 0,-2 0 0,1 0 0,0 0 0,0-2 0,-1-1 0,-1 0 0,1 0 0,-1 0 0,1 1 0,-1-1 0,0 1 0,0-1 0,-1 1 0,1 0 0,-4-4 0,-31-29 0,31 31 0,6 4 0,-12-9 0,1-1 0,1 0 0,0-1 0,-13-19 0,21 29 0,1 0 0,-1-1 0,1 0 0,0 1 0,0-1 0,0 0 0,0 0 0,1 1 0,-1-1 0,1 0 0,0 0 0,-1 0 0,2-4 0,-1 4 0,1 1 0,0 0 0,-1 0 0,1 0 0,0 0 0,0 1 0,1-1 0,-1 0 0,0 0 0,0 1 0,1-1 0,-1 0 0,1 1 0,0 0 0,-1-1 0,1 1 0,0 0 0,0 0 0,0 0 0,3-2 0,10-3 0,-1 1 0,1 1 0,0 0 0,1 1 0,-1 0 0,0 1 0,1 1 0,-1 1 0,1 0 0,0 1 0,-1 0 0,18 5 0,-14 0-1365,-5 2-5461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7:56.723"/>
    </inkml:context>
    <inkml:brush xml:id="br0">
      <inkml:brushProperty name="width" value="0.05" units="cm"/>
      <inkml:brushProperty name="height" value="0.05" units="cm"/>
      <inkml:brushProperty name="color" value="#FFFFFF"/>
    </inkml:brush>
  </inkml:definitions>
  <inkml:trace contextRef="#ctx0" brushRef="#br0">2106 259 24575,'-1'-1'0,"1"-1"0,-1 0 0,1 1 0,-1-1 0,1 0 0,-1 1 0,0-1 0,0 1 0,0-1 0,0 1 0,0 0 0,0-1 0,0 1 0,-2-2 0,-23-19 0,17 15 0,-19-15 0,0 1 0,-2 2 0,0 1 0,-1 2 0,-1 1 0,0 1 0,-1 1 0,0 3 0,-43-9 0,-1 4 0,0 4 0,0 4 0,-86 2 0,59 7 0,0 5 0,-174 33 0,206-24 0,1 4 0,1 2 0,0 4 0,-105 54 0,146-63 0,0 0 0,1 2 0,1 1 0,1 1 0,1 2 0,1 0 0,0 2 0,2 0 0,-19 29 0,29-35 0,0 0 0,2 1 0,0 0 0,1 1 0,1 0 0,1 0 0,1 1 0,1-1 0,1 2 0,1-1 0,0 0 0,2 0 0,1 1 0,3 32 0,1-31 0,0 0 0,2-1 0,1 1 0,0-1 0,2-1 0,0 1 0,2-1 0,13 20 0,-6-15 0,1 0 0,2-1 0,1-1 0,0-1 0,34 26 0,-4-10 0,1-3 0,2-2 0,2-3 0,1-2 0,90 33 0,-50-28 0,1-5 0,1-3 0,166 20 0,-181-38 0,1-4 0,1-3 0,-1-5 0,147-22 0,-194 18 0,-1-2 0,0-1 0,-1-2 0,0-2 0,-1-1 0,-1-2 0,35-23 0,-47 25 0,0-1 0,-1-2 0,-1 0 0,-1-2 0,0 0 0,-2-1 0,0 0 0,-2-2 0,0 0 0,20-41 0,-22 35 0,-1-1 0,-1-1 0,-2 0 0,-1 0 0,-2-1 0,-1 0 0,-1-1 0,0-50 0,-5 61 0,-2-1 0,0 0 0,-1 0 0,-2 1 0,0 0 0,-1 0 0,-2 0 0,0 1 0,-1 0 0,-1 0 0,-1 1 0,-1 1 0,-14-19 0,2 8 0,-2 2 0,-1 0 0,-1 2 0,-1 1 0,-51-33 0,36 30 0,-1 2 0,-2 3 0,-77-29 0,116 49 86,-1 0-1,1 1 0,-13-2 1,19 4-168,0 0 1,0 0 0,0-1 0,0 2-1,0-1 1,0 0 0,0 0-1,0 1 1,0-1 0,0 1 0,1-1-1,-1 1 1,0 0 0,0 0 0,0 0-1,1 0 1,-1 0 0,0 0 0,1 0-1,-3 3 1,-4 7-6745</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04.518"/>
    </inkml:context>
    <inkml:brush xml:id="br0">
      <inkml:brushProperty name="width" value="0.05" units="cm"/>
      <inkml:brushProperty name="height" value="0.05" units="cm"/>
      <inkml:brushProperty name="color" value="#FFFFFF"/>
    </inkml:brush>
  </inkml:definitions>
  <inkml:trace contextRef="#ctx0" brushRef="#br0">362 251 24575,'0'-5'0,"2"0"0,-1 0 0,0 0 0,1 0 0,0 0 0,0 1 0,1-1 0,3-5 0,4-9 0,-5 8 0,-1 0 0,0 0 0,-1 0 0,0 0 0,-1-1 0,0 1 0,-1-1 0,0 0 0,-1 1 0,0-1 0,-4-22 0,4 33 0,-1 0 0,1 0 0,0-1 0,-1 1 0,1 0 0,-1 0 0,1 0 0,-1 0 0,1 0 0,-1 0 0,0 0 0,1 0 0,-1 0 0,0 0 0,0 1 0,0-1 0,0 0 0,0 0 0,0 1 0,0-1 0,0 0 0,0 1 0,0-1 0,0 1 0,0 0 0,0-1 0,0 1 0,-1 0 0,1 0 0,0 0 0,0-1 0,0 1 0,0 0 0,-1 1 0,1-1 0,0 0 0,0 0 0,0 0 0,0 1 0,-1-1 0,0 1 0,-6 2 0,1 1 0,0-1 0,0 2 0,-12 8 0,19-13 0,-37 29 0,0 1 0,2 2 0,-37 43 0,52-51 0,1 0 0,2 1 0,0 1 0,2 1 0,0 0 0,-10 30 0,22-48 0,0 1 0,0-1 0,1 1 0,0-1 0,1 1 0,0 0 0,1 0 0,0-1 0,0 1 0,3 17 0,-1-21 0,-1 0 0,1 0 0,0 0 0,1 0 0,0 0 0,0 0 0,0-1 0,0 1 0,1-1 0,0 0 0,0 0 0,0 0 0,1-1 0,-1 1 0,1-1 0,0 0 0,8 4 0,-1-1 0,1-1 0,0 0 0,0-1 0,1 0 0,-1-1 0,1-1 0,0 0 0,0-1 0,0 0 0,0-2 0,0 1 0,0-1 0,0-1 0,0-1 0,22-5 0,-24 5 0,-1-2 0,1 0 0,-1 0 0,0-1 0,-1 0 0,1 0 0,-1-2 0,0 1 0,0-1 0,-1-1 0,0 1 0,0-2 0,-1 1 0,0-1 0,-1 0 0,0-1 0,0 0 0,9-18 0,-7 6 0,-1-2 0,9-46 0,-8 30 0,-4 26 0,-4 25 0,-5 24 0,-1 1 114,1 0 0,2 59 0,3-83-257,0 0 1,0 0 0,1-1 0,1 1-1,0 0 1,0-1 0,1 1 0,0-1 0,1 0-1,1-1 1,11 19 0,-3-13-6684</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04.921"/>
    </inkml:context>
    <inkml:brush xml:id="br0">
      <inkml:brushProperty name="width" value="0.05" units="cm"/>
      <inkml:brushProperty name="height" value="0.05" units="cm"/>
      <inkml:brushProperty name="color" value="#FFFFFF"/>
    </inkml:brush>
  </inkml:definitions>
  <inkml:trace contextRef="#ctx0" brushRef="#br0">48 203 24575,'-16'-8'0,"5"2"0,11 6 0,1-1 0,-1 1 0,0 0 0,0-1 0,1 1 0,-1 0 0,0 0 0,0-1 0,1 1 0,-1 0 0,0 0 0,1 0 0,-1 0 0,0-1 0,1 1 0,-1 0 0,0 0 0,1 0 0,-1 0 0,1 0 0,-1 0 0,0 0 0,1 0 0,-1 0 0,0 0 0,1 0 0,-1 0 0,1 0 0,-1 0 0,0 0 0,1 1 0,-1-1 0,26-1 0,-14 1 0,-1 0 0,1-1 0,-1 0 0,14-4 0,-21 4 0,0 0 0,0-1 0,-1 0 0,1 1 0,0-1 0,-1-1 0,0 1 0,1 0 0,-1-1 0,0 0 0,0 0 0,0 0 0,-1 0 0,1 0 0,3-7 0,-3 6 0,-1 0 0,0 0 0,0-1 0,-1 1 0,0-1 0,1 1 0,-1-1 0,-1 0 0,1 1 0,-1-1 0,0 0 0,0 1 0,0-1 0,0 0 0,-1 0 0,-2-7 0,3 10 0,-1-1 0,0 0 0,-1 1 0,1-1 0,0 1 0,-1-1 0,1 1 0,-1-1 0,0 1 0,0 0 0,0 0 0,0 0 0,0 0 0,0 0 0,0 1 0,-1-1 0,1 1 0,-1-1 0,1 1 0,-1 0 0,1 0 0,-1 0 0,0 0 0,0 0 0,1 1 0,-1-1 0,0 1 0,-4 0 0,2 0 0,1 1 0,0 0 0,-1 0 0,1 0 0,0 0 0,0 1 0,0-1 0,0 1 0,0 0 0,0 0 0,0 1 0,1-1 0,-1 1 0,1 0 0,-1 0 0,1 0 0,0 0 0,1 1 0,-1-1 0,-3 6 0,-1 2 0,0 1 0,0 0 0,1 0 0,1 1 0,-6 17 0,9-23 0,1 1 0,-1-1 0,1 0 0,0 0 0,1 0 0,0 1 0,0-1 0,0 0 0,1 1 0,0-1 0,0 0 0,1 0 0,0 0 0,0 0 0,1 0 0,0 0 0,0-1 0,1 1 0,0-1 0,0 0 0,0 0 0,0 0 0,1-1 0,0 0 0,1 0 0,-1 0 0,1 0 0,0-1 0,0 0 0,0 0 0,0 0 0,1-1 0,-1 0 0,11 3 0,17 0-1365,-1-2-5461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05.327"/>
    </inkml:context>
    <inkml:brush xml:id="br0">
      <inkml:brushProperty name="width" value="0.05" units="cm"/>
      <inkml:brushProperty name="height" value="0.05" units="cm"/>
      <inkml:brushProperty name="color" value="#FFFFFF"/>
    </inkml:brush>
  </inkml:definitions>
  <inkml:trace contextRef="#ctx0" brushRef="#br0">14 59 24575,'-14'-58'0,"14"58"0,6 19 0,7 24 0,-3 1 0,10 77 0,-21-127 0,2 1 0,-1 0 0,1-1 0,0 1 0,0 0 0,0 0 0,1-1 0,-1 1 0,1 0 0,0 1 0,1-1 0,0 0 0,5-7 0,-2 4 0,0 0 0,1 0 0,0 1 0,1 0 0,0 0 0,0 1 0,14-9 0,-15 11 0,0 0 0,0 0 0,0 1 0,1 0 0,-1 1 0,1 0 0,0 0 0,-1 0 0,1 1 0,9 0 0,-12 1 0,-1 0 0,1 1 0,0-1 0,0 1 0,-1 0 0,1 0 0,-1 1 0,1 0 0,-1-1 0,0 1 0,1 1 0,-1-1 0,0 1 0,0-1 0,-1 1 0,1 0 0,5 6 0,-6-4-68,1 0 0,-1 0-1,-1 0 1,1 1 0,-1-1 0,0 1-1,0-1 1,0 1 0,-1 0 0,0 0-1,0-1 1,-1 1 0,1 0 0,-1 0-1,0 0 1,-1 0 0,0 0-1,0 0 1,-3 10 0,0 1-6758</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05.811"/>
    </inkml:context>
    <inkml:brush xml:id="br0">
      <inkml:brushProperty name="width" value="0.05" units="cm"/>
      <inkml:brushProperty name="height" value="0.05" units="cm"/>
      <inkml:brushProperty name="color" value="#FFFFFF"/>
    </inkml:brush>
  </inkml:definitions>
  <inkml:trace contextRef="#ctx0" brushRef="#br0">46 210 24575,'-13'174'0,"8"-123"0,4-50 0,1 1 0,0 0 0,0-1 0,-1 1 0,1 0 0,0-1 0,-1 1 0,0-1 0,1 1 0,-1-1 0,-1 3 0,-3-5 0,2-13 0,-1-24 0,-5-77 0,9 97 0,1 1 0,1-1 0,0 0 0,7-26 0,-5 29 0,1 0 0,1 0 0,0 1 0,0 0 0,2 0 0,-1 0 0,16-19 0,-20 30 0,-1 0 0,1 0 0,0 0 0,0 0 0,0 0 0,0 1 0,1 0 0,-1-1 0,1 1 0,-1 0 0,1 1 0,0-1 0,0 1 0,-1-1 0,1 1 0,0 0 0,0 1 0,0-1 0,1 1 0,-1 0 0,0 0 0,0 0 0,0 0 0,0 1 0,0-1 0,0 1 0,0 0 0,0 0 0,0 1 0,-1-1 0,1 1 0,0 0 0,6 4 0,1 2 0,0 0 0,0 1 0,-1 0 0,0 1 0,-1 0 0,0 1 0,0-1 0,12 23 0,-3-1 0,-2 0 0,15 41 0,-24-58-170,-1 1-1,-1 0 0,-1 1 1,0-1-1,-1 1 0,-1 0 1,1 30-1,-6-24-6655</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05.979"/>
    </inkml:context>
    <inkml:brush xml:id="br0">
      <inkml:brushProperty name="width" value="0.05" units="cm"/>
      <inkml:brushProperty name="height" value="0.05" units="cm"/>
      <inkml:brushProperty name="color" value="#FFFFFF"/>
    </inkml:brush>
  </inkml:definitions>
  <inkml:trace contextRef="#ctx0" brushRef="#br0">11 55 24575,'-3'0'0,"-1"-3"0,1-4 0,3-1 0,4-2 0,6 1 0,2 2 0,7 2 0,5 2 0,5 1 0,6 2 0,6 0 0,-4 0-8191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06.277"/>
    </inkml:context>
    <inkml:brush xml:id="br0">
      <inkml:brushProperty name="width" value="0.05" units="cm"/>
      <inkml:brushProperty name="height" value="0.05" units="cm"/>
      <inkml:brushProperty name="color" value="#FFFFFF"/>
    </inkml:brush>
  </inkml:definitions>
  <inkml:trace contextRef="#ctx0" brushRef="#br0">0 36 24575,'1'0'0,"0"-1"0,0 1 0,-1 0 0,1-1 0,0 0 0,0 1 0,0-1 0,-1 1 0,1-1 0,0 0 0,-1 0 0,1 1 0,-1-1 0,1 0 0,-1 0 0,1 0 0,-1 1 0,1-1 0,-1 0 0,0 0 0,0 0 0,1 0 0,-1-2 0,0 2 0,1 0 0,-1-1 0,1 1 0,-1 0 0,1-1 0,-1 1 0,1 0 0,0 0 0,0-1 0,-1 1 0,1 0 0,1-1 0,-1 2 0,-1 0 0,0 0 0,1 0 0,-1 0 0,0 0 0,1 0 0,-1 0 0,0 0 0,0 0 0,1 1 0,-1-1 0,0 0 0,1 0 0,-1 0 0,0 0 0,0 1 0,1-1 0,-1 0 0,0 0 0,0 0 0,0 1 0,1-1 0,-1 0 0,0 0 0,0 1 0,0-1 0,0 0 0,1 0 0,-1 1 0,0-1 0,0 0 0,0 1 0,0-1 0,0 0 0,0 0 0,0 1 0,0-1 0,0 0 0,0 1 0,0-1 0,2 16 0,-1-15 0,11 162 0,-10-143 60,1 9-535,2 0 0,10 39 0,-10-53-6351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15.172"/>
    </inkml:context>
    <inkml:brush xml:id="br0">
      <inkml:brushProperty name="width" value="0.05" units="cm"/>
      <inkml:brushProperty name="height" value="0.05" units="cm"/>
      <inkml:brushProperty name="color" value="#FFFFFF"/>
    </inkml:brush>
  </inkml:definitions>
  <inkml:trace contextRef="#ctx0" brushRef="#br0">66 147 24575,'0'0'0,"1"1"0,0-1 0,0 0 0,0 1 0,0-1 0,-1 1 0,1-1 0,0 1 0,0 0 0,-1-1 0,1 1 0,0 0 0,-1-1 0,1 1 0,-1 0 0,1 0 0,-1 0 0,1-1 0,-1 1 0,0 0 0,1 0 0,-1 0 0,0 0 0,0 0 0,1 0 0,-1 0 0,0 0 0,0 0 0,0 0 0,-1 1 0,1 31 0,-5-3 0,-16 52 0,1-4 0,17-64 0,1-2 0,0 1 0,-2-1 0,-6 19 0,3-23 0,3-11 0,2-17 0,7-7 0,1-1 0,1 1 0,14-37 0,4-12 0,-16 41 0,2 0 0,0 1 0,3 1 0,23-43 0,-36 74 0,0 0 0,0 0 0,0 1 0,0-1 0,1 0 0,-1 1 0,0-1 0,1 1 0,0-1 0,-1 1 0,1 0 0,0 0 0,-1 0 0,1 0 0,0 0 0,0 0 0,2-1 0,-2 2 0,-1 1 0,1-1 0,-1 0 0,0 0 0,1 0 0,-1 1 0,0-1 0,0 1 0,1-1 0,-1 1 0,0 0 0,0-1 0,0 1 0,0 0 0,0 0 0,0 0 0,0-1 0,0 1 0,0 0 0,0 1 0,0-1 0,0 0 0,-1 0 0,1 0 0,0 0 0,-1 1 0,1 0 0,9 21 0,-1 1 0,-1-1 0,-1 1 0,7 43 0,-5-21 0,12 80 0,-21-125 0,0 0 0,0-1 0,0 1 0,0 0 0,0 0 0,1-1 0,-1 1 0,0 0 0,0 0 0,1-1 0,-1 1 0,0 0 0,1-1 0,-1 1 0,1 0 0,-1-1 0,1 1 0,-1-1 0,1 1 0,0-1 0,-1 1 0,2 0 0,-1-1 0,-1 0 0,1 0 0,-1-1 0,1 1 0,0 0 0,-1 0 0,1-1 0,-1 1 0,1 0 0,-1-1 0,1 1 0,-1-1 0,1 1 0,-1 0 0,1-1 0,-1 1 0,0-1 0,1 0 0,-1 1 0,0-1 0,1 0 0,17-40 0,-17 37 0,15-38 0,2 2 0,1 0 0,2 1 0,47-65 0,-64 99 0,1 0 0,-1 0 0,1 0 0,0 1 0,0-1 0,1 1 0,5-3 0,-9 6 0,-1 0 0,0 1 0,0-1 0,0 0 0,1 1 0,-1-1 0,0 1 0,1 0 0,-1-1 0,0 1 0,1 0 0,-1 0 0,1 0 0,-1 0 0,0 0 0,1 0 0,-1 0 0,1 0 0,-1 1 0,0-1 0,1 1 0,-1-1 0,0 1 0,0-1 0,1 1 0,-1 0 0,0-1 0,0 1 0,0 0 0,0 0 0,0 0 0,0 0 0,0 0 0,0 0 0,0 0 0,0 0 0,-1 0 0,1 1 0,0-1 0,0 1 0,4 11 0,0 0 0,-1-1 0,0 1 0,-1 1 0,0-1 0,1 18 0,-1 86 0,-3-95 0,-1 113-1365,0-118-5461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15.589"/>
    </inkml:context>
    <inkml:brush xml:id="br0">
      <inkml:brushProperty name="width" value="0.05" units="cm"/>
      <inkml:brushProperty name="height" value="0.05" units="cm"/>
      <inkml:brushProperty name="color" value="#FFFFFF"/>
    </inkml:brush>
  </inkml:definitions>
  <inkml:trace contextRef="#ctx0" brushRef="#br0">1 26 24575,'0'-1'0,"0"-1"0,0 0 0,0 1 0,1-1 0,-1 0 0,1 1 0,-1-1 0,1 1 0,-1-1 0,1 1 0,0-1 0,2-2 0,4 1 0,1 13 0,4 22 0,-2 1 0,7 38 0,-6-21 0,-6-26 0,-2-1 0,0 2 0,-1 27 0,0 4 0,-2-53 0,0-1 0,1 1 0,-1-1 0,1 1 0,0-1 0,0 0 0,0 1 0,0-1 0,0 0 0,0 0 0,0 0 0,1 0 0,-1 0 0,1 0 0,0 0 0,-1 0 0,1-1 0,0 1 0,0-1 0,0 1 0,0-1 0,0 0 0,1 1 0,-1-1 0,0 0 0,0-1 0,1 1 0,-1 0 0,1-1 0,4 1 0,8 1 0,1-1 0,-1 0 0,0-1 0,17-3 0,-4 1 0,40 1-1365,-51 1-5461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16.565"/>
    </inkml:context>
    <inkml:brush xml:id="br0">
      <inkml:brushProperty name="width" value="0.05" units="cm"/>
      <inkml:brushProperty name="height" value="0.05" units="cm"/>
      <inkml:brushProperty name="color" value="#FFFFFF"/>
    </inkml:brush>
  </inkml:definitions>
  <inkml:trace contextRef="#ctx0" brushRef="#br0">18 0 24575,'0'3'0,"0"4"0,0 6 0,0 5 0,0 4 0,0 5 0,-3 4 0,-1 2 0,1 2 0,-1 0 0,2-2 0,1-4 0,0-7-8191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16.989"/>
    </inkml:context>
    <inkml:brush xml:id="br0">
      <inkml:brushProperty name="width" value="0.05" units="cm"/>
      <inkml:brushProperty name="height" value="0.05" units="cm"/>
      <inkml:brushProperty name="color" value="#FFFFFF"/>
    </inkml:brush>
  </inkml:definitions>
  <inkml:trace contextRef="#ctx0" brushRef="#br0">0 79 24575,'0'0'0,"0"0"0,1 0 0,-1-1 0,0 1 0,0 0 0,0 0 0,1 0 0,-1 0 0,0-1 0,0 1 0,0 0 0,1 0 0,-1 0 0,0 0 0,0 0 0,1 0 0,-1 0 0,0 0 0,0 0 0,1 0 0,-1 0 0,0 0 0,0 0 0,1 0 0,-1 0 0,0 0 0,0 0 0,1 0 0,-1 0 0,0 0 0,0 0 0,1 0 0,-1 0 0,0 0 0,0 0 0,0 1 0,1-1 0,-1 0 0,0 0 0,0 0 0,0 0 0,1 1 0,-1-1 0,0 0 0,0 0 0,0 0 0,0 1 0,1-1 0,12 11 0,242 232 0,-254-241 0,1-1 0,-1 0 0,0 0 0,1 0 0,-1 0 0,1 0 0,-1 0 0,1-1 0,-1 1 0,4 0 0,-4 0 0,-1-1 0,1 0 0,0 0 0,-1 0 0,1 0 0,0 0 0,-1-1 0,1 1 0,0 0 0,-1 0 0,1 0 0,0 0 0,-1-1 0,1 1 0,-1 0 0,1-1 0,-1 1 0,1 0 0,0-2 0,1 0 0,0-1 0,0 0 0,0 1 0,-1-1 0,1 0 0,-1 0 0,0 0 0,0 0 0,1-7 0,83-270 0,-84 277-151,0 0-1,0 1 0,0-1 0,0 1 1,0 0-1,1-1 0,-1 1 1,3-3-1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17.689"/>
    </inkml:context>
    <inkml:brush xml:id="br0">
      <inkml:brushProperty name="width" value="0.05" units="cm"/>
      <inkml:brushProperty name="height" value="0.05" units="cm"/>
      <inkml:brushProperty name="color" value="#FFFFFF"/>
    </inkml:brush>
  </inkml:definitions>
  <inkml:trace contextRef="#ctx0" brushRef="#br0">39 138 24575,'-14'188'0,"13"-169"0,0-14 0,1 1 0,-1 0 0,1-1 0,-1 1 0,-1-1 0,1 0 0,-3 7 0,4-12 0,0 0 0,0 0 0,-1 0 0,1 0 0,0 0 0,0 0 0,0 0 0,0 1 0,0-1 0,0 0 0,0 0 0,0 0 0,0 0 0,0 0 0,0 0 0,0 0 0,0 0 0,0 1 0,0-1 0,0 0 0,-1 0 0,1 0 0,0 0 0,0 0 0,0 0 0,0 0 0,0 0 0,0 0 0,0 0 0,0 0 0,-1 0 0,1 0 0,0 0 0,0 0 0,0 0 0,0 0 0,0 0 0,0 0 0,0 0 0,-1 0 0,1 0 0,0 0 0,0 0 0,0 0 0,0 0 0,0 0 0,0 0 0,0 0 0,-1 0 0,1 0 0,-3-8 0,1-12 0,-2-44 0,11-112 0,-6 162 0,2 0 0,0 0 0,5-13 0,-7 23 0,0 1 0,1-1 0,-1 0 0,1 0 0,0 1 0,0-1 0,0 1 0,1 0 0,-1 0 0,1 0 0,0 0 0,0 0 0,0 0 0,6-4 0,-7 7 0,0-1 0,-1 1 0,1-1 0,0 1 0,-1 0 0,1-1 0,0 1 0,-1 0 0,1 0 0,0 0 0,0 0 0,-1 1 0,1-1 0,0 0 0,-1 1 0,1-1 0,0 1 0,-1 0 0,1-1 0,-1 1 0,1 0 0,-1 0 0,1 0 0,-1 0 0,0 0 0,1 1 0,-1-1 0,0 0 0,2 3 0,4 4 0,-1 1 0,0 0 0,8 15 0,-10-17 0,21 44 0,33 91 0,-29-63 0,-28-78 0,-1 0 0,0 0 0,1 1 0,-1-1 0,1 0 0,-1 0 0,1 0 0,0 0 0,-1 0 0,1 0 0,0 0 0,0 0 0,0-1 0,0 1 0,0 0 0,0 0 0,0-1 0,0 1 0,0 0 0,0-1 0,2 1 0,-2-1 0,0 0 0,1 0 0,-1 0 0,0 0 0,0 0 0,0 0 0,1-1 0,-1 1 0,0-1 0,0 1 0,0-1 0,0 1 0,0-1 0,0 0 0,0 1 0,0-1 0,2-1 0,3-5 0,1 0 0,-1 0 0,0 0 0,6-12 0,-12 18 0,17-25 0,-2-1 0,-1-1 0,14-40 0,-21 48 0,-1 0 0,-1 0 0,-1 0 0,-1-1 0,2-41 0,-6 60 171,1 5 0,-1 7-1878,1 2-5119</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18.524"/>
    </inkml:context>
    <inkml:brush xml:id="br0">
      <inkml:brushProperty name="width" value="0.05" units="cm"/>
      <inkml:brushProperty name="height" value="0.05" units="cm"/>
      <inkml:brushProperty name="color" value="#FFFFFF"/>
    </inkml:brush>
  </inkml:definitions>
  <inkml:trace contextRef="#ctx0" brushRef="#br0">33 5 24575,'0'-3'0,"0"2"0,0 4 0,0 4 0,0 8 0,0 6 0,0 3 0,0 3 0,-3 4 0,-1 1 0,0 2 0,1 1 0,-3-3 0,1-3 0,1-5 0,0-5-8191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18.961"/>
    </inkml:context>
    <inkml:brush xml:id="br0">
      <inkml:brushProperty name="width" value="0.05" units="cm"/>
      <inkml:brushProperty name="height" value="0.05" units="cm"/>
      <inkml:brushProperty name="color" value="#FFFFFF"/>
    </inkml:brush>
  </inkml:definitions>
  <inkml:trace contextRef="#ctx0" brushRef="#br0">1 70 24575,'6'-19'0,"-5"16"0,-1 1 0,1-1 0,0 1 0,-1 0 0,1-1 0,0 1 0,0 0 0,1 0 0,-1 0 0,0-1 0,1 1 0,-1 1 0,3-3 0,-3 4 0,-1 0 0,1 0 0,0 0 0,0 0 0,-1 0 0,1 0 0,0 0 0,-1 0 0,1 0 0,0 0 0,0 1 0,-1-1 0,1 0 0,0 1 0,-1-1 0,1 0 0,-1 1 0,1-1 0,0 1 0,-1-1 0,1 1 0,-1-1 0,1 1 0,-1-1 0,0 1 0,1-1 0,-1 1 0,1 0 0,-1 0 0,17 26 0,-13-20 0,22 35 0,63 97 0,-72-117 0,0 0 0,2-2 0,41 37 0,-45-44 0,31 23 0,-43-33 0,0-1 0,1 0 0,-1 0 0,1-1 0,-1 1 0,1-1 0,-1 0 0,1 0 0,0 0 0,0 0 0,6 0 0,-9-1 0,1-1 0,0 1 0,0-1 0,-1 1 0,1-1 0,-1 1 0,1-1 0,-1 0 0,1 0 0,-1 0 0,1 0 0,-1 0 0,0 0 0,1-1 0,-1 1 0,0 0 0,0-1 0,0 1 0,0 0 0,0-1 0,0 1 0,-1-1 0,1 0 0,0 1 0,-1-1 0,1-3 0,2-6 0,0 0 0,1-23 0,-2 22 0,5-54 0,-3 0 0,-8-113 0,5 178 0,-1 0 0,0 1 0,0-1 0,0 0 0,0 0 0,0 0 0,-1 0 0,1 0 0,0 0 0,0 0 0,-1 0 0,1 0 0,0 0 0,-1 1 0,1-1 0,-1 0 0,1 0 0,-1 0 0,0-1 0,0 3 0,0-1 0,1 0 0,-1 0 0,1 1 0,-1-1 0,1 1 0,-1-1 0,1 0 0,-1 1 0,1-1 0,-1 1 0,1-1 0,0 1 0,-1 0 0,1-1 0,0 1 0,0-1 0,-1 1 0,1-1 0,0 2 0,-14 39 0,8 10-1365,5-28-5461</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19.364"/>
    </inkml:context>
    <inkml:brush xml:id="br0">
      <inkml:brushProperty name="width" value="0.05" units="cm"/>
      <inkml:brushProperty name="height" value="0.05" units="cm"/>
      <inkml:brushProperty name="color" value="#FFFFFF"/>
    </inkml:brush>
  </inkml:definitions>
  <inkml:trace contextRef="#ctx0" brushRef="#br0">31 12 24575,'0'0'0,"-1"0"0,0 0 0,1 0 0,-1-1 0,0 1 0,1 0 0,-1-1 0,0 1 0,1 0 0,-1-1 0,1 1 0,-1-1 0,0 1 0,1-1 0,-1 1 0,1-1 0,-1-1 0,-4-1 0,3 17 0,1 83 0,2-44 0,-11 86 0,9-136 0,1 0 0,-1-1 0,1 1 0,0 0 0,0-1 0,0 1 0,0 0 0,0 0 0,1-1 0,-1 1 0,1 0 0,0-1 0,0 1 0,2 4 0,-2-6 0,0 1 0,1-1 0,0 1 0,-1-1 0,1 0 0,0 0 0,-1 0 0,1 0 0,0 0 0,0 0 0,0 0 0,0-1 0,0 1 0,0-1 0,0 1 0,0-1 0,0 0 0,0 0 0,0 0 0,3 0 0,205-5 0,-195 2-1365,-4-1-5461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20.036"/>
    </inkml:context>
    <inkml:brush xml:id="br0">
      <inkml:brushProperty name="width" value="0.05" units="cm"/>
      <inkml:brushProperty name="height" value="0.05" units="cm"/>
      <inkml:brushProperty name="color" value="#FFFFFF"/>
    </inkml:brush>
  </inkml:definitions>
  <inkml:trace contextRef="#ctx0" brushRef="#br0">2 230 24575,'1'10'0,"0"-1"0,0 0 0,5 13 0,1 21 0,-6-42 0,1 25 0,0 0 0,-1 0 0,-2 0 0,-1-1 0,-6 33 0,8-58 0,0 1 0,0 0 0,0-1 0,0 1 0,0 0 0,0-1 0,0 1 0,-1 0 0,1-1 0,0 1 0,0 0 0,-1-1 0,1 1 0,0-1 0,-1 1 0,1-1 0,-1 1 0,1-1 0,-1 1 0,0 0 0,-3-13 0,3-23 0,0-37 0,6-169 0,-4 228 0,1 0 0,0 0 0,1 0 0,0 1 0,1-1 0,0 1 0,10-18 0,-12 27 0,0 0 0,-1 0 0,1 0 0,0 0 0,1 1 0,-1-1 0,0 1 0,1-1 0,0 1 0,-1 0 0,1 0 0,0 0 0,0 0 0,0 1 0,0-1 0,1 1 0,-1 0 0,0 0 0,0 0 0,1 0 0,-1 0 0,1 1 0,-1-1 0,1 1 0,-1 0 0,1 0 0,-1 1 0,1-1 0,-1 1 0,0-1 0,1 1 0,5 2 0,-2 0 0,-1 1 0,1-1 0,-1 1 0,1 0 0,-1 0 0,0 1 0,-1 0 0,1 0 0,-1 0 0,0 1 0,0 0 0,-1 0 0,1 0 0,-1 0 0,3 8 0,2 4 0,-1 1 0,-1-1 0,0 1 0,5 30 0,-11-46 0,0 1 0,-1 0 0,1 0 0,-1 0 0,0 0 0,0 0 0,0 0 0,0 0 0,-1 0 0,0 0 0,-2 7 0,2-9 0,0 0 0,0 0 0,-1 0 0,1 0 0,-1 0 0,1-1 0,-1 1 0,1 0 0,-1-1 0,0 1 0,0-1 0,0 0 0,0 1 0,0-1 0,0 0 0,0 0 0,-1-1 0,1 1 0,0 0 0,0-1 0,-4 1 0,-19 2 33,-1-1 0,1-1 0,-36-3 0,3-1-1530,42 3-5329</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25.907"/>
    </inkml:context>
    <inkml:brush xml:id="br0">
      <inkml:brushProperty name="width" value="0.05" units="cm"/>
      <inkml:brushProperty name="height" value="0.05" units="cm"/>
      <inkml:brushProperty name="color" value="#FFFFFF"/>
    </inkml:brush>
  </inkml:definitions>
  <inkml:trace contextRef="#ctx0" brushRef="#br0">314 52 24575,'0'-3'0,"0"1"0,0-1 0,0 0 0,-1 1 0,1-1 0,-1 0 0,0 1 0,0-1 0,1 1 0,-2-1 0,1 1 0,0-1 0,-3-2 0,3 4 0,0 0 0,0 0 0,0 0 0,0 0 0,-1 0 0,1 0 0,0 0 0,-1 0 0,1 1 0,-1-1 0,1 1 0,0-1 0,-1 1 0,1-1 0,-1 1 0,0 0 0,1 0 0,-1 0 0,1 0 0,-1 0 0,1 0 0,-1 0 0,1 1 0,-1-1 0,-2 1 0,-4 2 0,0 0 0,0 1 0,1 0 0,-1 0 0,1 1 0,0 0 0,0 0 0,1 0 0,0 1 0,-1 0 0,-4 8 0,-7 8 0,-31 48 0,31-40 0,2 1 0,0 0 0,2 2 0,-15 50 0,25-68 0,1 1 0,0-1 0,1 1 0,1 0 0,1 19 0,1-25 0,0 0 0,1 0 0,0-1 0,0 1 0,1 0 0,0-1 0,1 0 0,0 1 0,6 8 0,-6-11 0,1 0 0,0-1 0,0 0 0,0 0 0,1 0 0,0-1 0,0 0 0,1 0 0,-1 0 0,1-1 0,0 0 0,0 0 0,1-1 0,-1 0 0,1 0 0,-1-1 0,1 0 0,0 0 0,0-1 0,0 0 0,0 0 0,0-1 0,0 0 0,0 0 0,0-1 0,0 0 0,0-1 0,0 0 0,0 0 0,-1 0 0,1-1 0,-1 0 0,1-1 0,-1 1 0,0-1 0,-1-1 0,1 1 0,-1-1 0,0-1 0,0 1 0,0-1 0,-1 0 0,0 0 0,9-14 0,-5 3 0,-2-1 0,0-1 0,-1 0 0,0 1 0,-2-2 0,3-22 0,5-19 0,-12 59 0,0 1 0,1 0 0,-1 0 0,0-1 0,0 1 0,1 0 0,-1 0 0,1-1 0,-1 1 0,1 0 0,0 0 0,-1 0 0,1 0 0,1-1 0,2 14 0,-2 33 0,-3 12 0,0-29 0,1 0 0,1 0 0,7 38 0,-7-61-195,0 0 0,1-1 0,0 1 0,0 0 0,0 0 0,4 5 0,4 4-6631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26.294"/>
    </inkml:context>
    <inkml:brush xml:id="br0">
      <inkml:brushProperty name="width" value="0.05" units="cm"/>
      <inkml:brushProperty name="height" value="0.05" units="cm"/>
      <inkml:brushProperty name="color" value="#FFFFFF"/>
    </inkml:brush>
  </inkml:definitions>
  <inkml:trace contextRef="#ctx0" brushRef="#br0">39 116 24575,'-23'0'0,"19"0"0,15 0 0,-4 0 0,0-1 0,0 1 0,0-1 0,1-1 0,-1 0 0,0 0 0,-1 0 0,13-6 0,-17 7 0,-1 0 0,1 0 0,0 0 0,0 0 0,0 0 0,-1-1 0,1 1 0,0-1 0,-1 1 0,0-1 0,1 0 0,-1 1 0,0-1 0,0 0 0,0 0 0,0 0 0,0 0 0,0 0 0,0 0 0,-1 0 0,1 0 0,-1 0 0,1 0 0,-1 0 0,0 0 0,0 0 0,0-1 0,0 1 0,0 0 0,-1 0 0,1 0 0,-1 0 0,1 0 0,-2-3 0,2 3 0,-1 1 0,0-1 0,1 0 0,-1 0 0,0 1 0,0-1 0,0 1 0,0-1 0,0 1 0,0-1 0,0 1 0,-1 0 0,1-1 0,-1 1 0,1 0 0,-1 0 0,1 0 0,-1 0 0,1 0 0,-1 0 0,0 1 0,0-1 0,1 0 0,-1 1 0,0-1 0,0 1 0,-2 0 0,1 0 0,0 0 0,1 1 0,-1-1 0,0 1 0,1 0 0,-1 0 0,1 0 0,-1 0 0,1 0 0,0 1 0,0-1 0,-1 1 0,1-1 0,0 1 0,0 0 0,0 0 0,1 0 0,-3 3 0,-1 1 0,0 1 0,1-1 0,1 1 0,-1 1 0,1-1 0,0 0 0,0 1 0,1 0 0,0-1 0,1 1 0,-2 9 0,3-12 0,0-1 0,0 0 0,0 0 0,0 1 0,1-1 0,-1 0 0,1 0 0,0 1 0,0-1 0,1 0 0,-1 0 0,1 0 0,0-1 0,0 1 0,0 0 0,1-1 0,-1 1 0,1-1 0,0 0 0,0 0 0,0 0 0,5 4 0,14 6-1365,0-1-5461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26.681"/>
    </inkml:context>
    <inkml:brush xml:id="br0">
      <inkml:brushProperty name="width" value="0.05" units="cm"/>
      <inkml:brushProperty name="height" value="0.05" units="cm"/>
      <inkml:brushProperty name="color" value="#FFFFFF"/>
    </inkml:brush>
  </inkml:definitions>
  <inkml:trace contextRef="#ctx0" brushRef="#br0">0 54 24575,'0'-50'0,"0"47"0,0 5 0,2 21 0,5 37 0,1 6 0,0-74 0,-1 0 0,0 0 0,6-11 0,-3 6 0,0-1 0,1 1 0,0 1 0,13-11 0,-21 20 0,0 0 0,0 1 0,0-1 0,0 1 0,0 0 0,1 0 0,-1 0 0,1 0 0,-1 1 0,1 0 0,0-1 0,0 1 0,-1 1 0,1-1 0,0 0 0,0 1 0,0 0 0,0 0 0,0 0 0,0 0 0,-1 1 0,1-1 0,5 2 0,-6 0 0,-1-1 0,1 1 0,-1 0 0,0 0 0,1 0 0,-1 0 0,0 0 0,0 0 0,0 1 0,-1-1 0,1 0 0,0 1 0,-1 0 0,0-1 0,0 1 0,1 0 0,-2 0 0,1 0 0,0-1 0,0 1 0,-1 5 0,2 7 0,-1 1 0,-1 28 0,-1-32 0,0 28-1365,0-23-5461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27.082"/>
    </inkml:context>
    <inkml:brush xml:id="br0">
      <inkml:brushProperty name="width" value="0.05" units="cm"/>
      <inkml:brushProperty name="height" value="0.05" units="cm"/>
      <inkml:brushProperty name="color" value="#FFFFFF"/>
    </inkml:brush>
  </inkml:definitions>
  <inkml:trace contextRef="#ctx0" brushRef="#br0">35 175 24575,'1'46'0,"0"-20"0,-1-1 0,-1 1 0,-1-1 0,-7 35 0,8-58 0,1-1 0,0 1 0,-1-1 0,1 1 0,-1-1 0,0 0 0,1 1 0,-1-1 0,0 0 0,0 1 0,0-1 0,0 0 0,0 0 0,-1 1 0,1-2 0,1 0 0,0 1 0,0-1 0,0 0 0,-1 0 0,1 0 0,0 0 0,0 0 0,0 0 0,-1 0 0,1 0 0,0 0 0,0 0 0,0 0 0,-1 0 0,1 0 0,0 0 0,0 0 0,0 0 0,-1-1 0,1 1 0,0 0 0,0 0 0,0 0 0,0 0 0,-1 0 0,1 0 0,0 0 0,0-1 0,0 1 0,0 0 0,0 0 0,-1 0 0,1-1 0,-4-13 0,3-11 0,0 1 0,2 0 0,1-1 0,1 1 0,1 0 0,1 0 0,1 1 0,1 0 0,2 0 0,0 0 0,1 1 0,20-32 0,-27 48 0,1 1 0,-1 1 0,1-1 0,0 0 0,0 1 0,1 0 0,5-5 0,-8 8 0,-1 0 0,0 1 0,1-1 0,-1 0 0,0 0 0,1 1 0,-1-1 0,1 1 0,-1-1 0,1 1 0,-1 0 0,1-1 0,-1 1 0,1 0 0,-1 0 0,1 0 0,0 0 0,-1 1 0,1-1 0,-1 0 0,1 1 0,-1-1 0,1 1 0,-1-1 0,1 1 0,-1-1 0,0 1 0,1 0 0,-1 0 0,0 0 0,0 0 0,3 2 0,1 3 0,0 0 0,0 1 0,-1 0 0,0 0 0,0 0 0,0 0 0,-1 0 0,0 1 0,-1 0 0,3 11 0,2 12 0,2 42 0,-6-42 0,6 98-1365,-8-109-5461</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27.269"/>
    </inkml:context>
    <inkml:brush xml:id="br0">
      <inkml:brushProperty name="width" value="0.05" units="cm"/>
      <inkml:brushProperty name="height" value="0.05" units="cm"/>
      <inkml:brushProperty name="color" value="#FFFFFF"/>
    </inkml:brush>
  </inkml:definitions>
  <inkml:trace contextRef="#ctx0" brushRef="#br0">1 1 24575,'3'0'0,"4"3"0,3 1 0,4-1 0,4 3 0,3 0 0,4 2 0,3 0 0,0-2 0,1-1 0,-1-2 0,0-2 0,-4 0-8191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27.455"/>
    </inkml:context>
    <inkml:brush xml:id="br0">
      <inkml:brushProperty name="width" value="0.05" units="cm"/>
      <inkml:brushProperty name="height" value="0.05" units="cm"/>
      <inkml:brushProperty name="color" value="#FFFFFF"/>
    </inkml:brush>
  </inkml:definitions>
  <inkml:trace contextRef="#ctx0" brushRef="#br0">1 48 24575,'2'-3'0,"2"-4"0,0-4 0,-1-3 0,-1 5 0,-1 5 0,0 7 0,-1 7 0,0 6 0,0 7 0,0 3 0,3 2 0,1 3 0,-1-1 0,0 0 0,2-2 0,1-3 0,-2-5-8191</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28.171"/>
    </inkml:context>
    <inkml:brush xml:id="br0">
      <inkml:brushProperty name="width" value="0.05" units="cm"/>
      <inkml:brushProperty name="height" value="0.05" units="cm"/>
      <inkml:brushProperty name="color" value="#FFFFFF"/>
    </inkml:brush>
  </inkml:definitions>
  <inkml:trace contextRef="#ctx0" brushRef="#br0">17 1 24575,'2'86'0,"-4"125"0,-5-184 0,3-22 0,-1-18 0,5 4 0,0 1 0,0-1 0,1 0 0,0 0 0,0 0 0,1 1 0,0-1 0,1 1 0,0-1 0,0 1 0,1 0 0,5-10 0,-7 16 0,0 0 0,0 0 0,0 0 0,0 0 0,0 0 0,1 0 0,-1 1 0,0-1 0,1 1 0,-1 0 0,1 0 0,0 0 0,-1 0 0,1 0 0,0 0 0,-1 1 0,1-1 0,0 1 0,0 0 0,3 0 0,7 1 0,0 0 0,0 1 0,15 4 0,8 1 0,25 2 0,-37-4 0,0-2 0,44 2 0,-67-5 0,0 0 0,-1 0 0,1 0 0,0 0 0,0 0 0,0-1 0,-1 1 0,1 0 0,0 0 0,0-1 0,-1 1 0,1 0 0,0-1 0,0 1 0,-1 0 0,2-2 0,-2 2 0,1-1 0,-1 1 0,0 0 0,0-1 0,0 1 0,0-1 0,0 1 0,0 0 0,0-1 0,0 1 0,0-1 0,0 1 0,0 0 0,0-1 0,0 1 0,0-1 0,0 1 0,0 0 0,0-1 0,0 1 0,-1 0 0,1-1 0,0 1 0,0-1 0,-24-26 0,9 10 0,6-9 0,9 25 0,0 1 0,-1-1 0,1 0 0,0 0 0,0 0 0,0 0 0,0 0 0,0 1 0,0-1 0,0 0 0,0 0 0,1 0 0,-1 0 0,0 0 0,0 0 0,1 1 0,-1-1 0,1 0 0,-1 0 0,0 1 0,1-1 0,-1 0 0,1 0 0,0 1 0,-1-1 0,2 0 0,-1 0 0,-1 1 0,1 0 0,-1 0 0,1 0 0,-1 0 0,1 0 0,-1 0 0,1 0 0,-1 0 0,1 0 0,-1 0 0,1 0 0,-1 0 0,1 0 0,-1 1 0,1-1 0,-1 0 0,1 0 0,-1 0 0,0 1 0,1-1 0,-1 0 0,1 0 0,-1 1 0,1-1 0,-1 1 0,0-1 0,1 0 0,-1 1 0,0-1 0,0 1 0,1-1 0,-1 1 0,0-1 0,0 0 0,1 1 0,-1 0 0,8 22 0,-8-21 0,14 59-682,9 93-1,-22-139-6143</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28.530"/>
    </inkml:context>
    <inkml:brush xml:id="br0">
      <inkml:brushProperty name="width" value="0.05" units="cm"/>
      <inkml:brushProperty name="height" value="0.05" units="cm"/>
      <inkml:brushProperty name="color" value="#FFFFFF"/>
    </inkml:brush>
  </inkml:definitions>
  <inkml:trace contextRef="#ctx0" brushRef="#br0">54 73 24575,'-5'-39'0,"5"36"0,-1 1 0,1-1 0,-1 1 0,0 0 0,0-1 0,0 1 0,0 0 0,0 0 0,0 0 0,-1 0 0,1 0 0,-1 0 0,-2-2 0,4 4 0,0 0 0,-1 0 0,1 0 0,0 0 0,-1 0 0,1 0 0,0 0 0,-1 0 0,1 0 0,0 0 0,0 0 0,-1 0 0,1 0 0,0 0 0,-1 1 0,1-1 0,0 0 0,0 0 0,-1 0 0,1 0 0,0 1 0,0-1 0,-1 0 0,1 0 0,0 1 0,0-1 0,0 0 0,0 0 0,-1 1 0,1-1 0,0 0 0,0 1 0,0-1 0,0 0 0,0 0 0,0 1 0,0-1 0,-6 16 0,6-14 0,-5 14 0,1 1 0,1-1 0,1 1 0,0-1 0,1 1 0,1 18 0,1-25 0,0-1 0,0 1 0,1 0 0,0-1 0,0 1 0,1-1 0,1 1 0,-1-1 0,2 0 0,-1-1 0,10 15 0,-12-21 0,-1 0 0,1 0 0,-1 0 0,1-1 0,0 1 0,0 0 0,0-1 0,0 1 0,0-1 0,0 0 0,0 0 0,1 0 0,-1 0 0,0 0 0,1 0 0,-1 0 0,0-1 0,1 1 0,-1-1 0,4 0 0,-2 0 0,-1-1 0,1 1 0,-1-1 0,1 0 0,-1 0 0,1-1 0,-1 1 0,1-1 0,-1 0 0,0 1 0,0-2 0,4-2 0,4-5 0,-1 0 0,0-1 0,0 0 0,-1-1 0,14-22 0,-11 11 0,0 0 0,-2-1 0,14-48 0,-23 71-45,-1 0-1,1-1 1,-1 1-1,1 0 1,-1-1-1,0 1 1,1 0-1,-1-1 1,0 1-1,0-1 1,0 1-1,0 0 1,0-1-1,-1 1 1,1-1-1,0 1 1,-1 0-1,1-1 1,-1 1-1,1 0 1,-1 0-1,1-1 1,-1 1-1,0 0 0,0 0 1,0 0-1,1 0 1,-1 0-1,-2-1 1,-6-3-6781</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29.239"/>
    </inkml:context>
    <inkml:brush xml:id="br0">
      <inkml:brushProperty name="width" value="0.05" units="cm"/>
      <inkml:brushProperty name="height" value="0.05" units="cm"/>
      <inkml:brushProperty name="color" value="#FFFFFF"/>
    </inkml:brush>
  </inkml:definitions>
  <inkml:trace contextRef="#ctx0" brushRef="#br0">2 188 24575,'1'0'0,"0"0"0,0 1 0,-1-1 0,1 1 0,0-1 0,0 1 0,0-1 0,-1 1 0,1-1 0,0 1 0,-1 0 0,1-1 0,0 1 0,-1 0 0,1 0 0,-1-1 0,1 1 0,-1 0 0,1 0 0,-1 1 0,9 19 0,-9-21 0,4 19 0,0 1 0,-1 0 0,-1 1 0,-1-1 0,-2 23 0,1-21 0,5-194 0,-3 149 0,2 0 0,0 1 0,2-1 0,0 1 0,14-31 0,-19 50 0,1-1 0,0 0 0,0 1 0,0 0 0,0-1 0,1 1 0,-1 0 0,1 0 0,0 0 0,0 1 0,0-1 0,6-3 0,-7 5 0,0 0 0,0 1 0,0-1 0,0 0 0,0 1 0,0-1 0,0 1 0,1 0 0,-1 0 0,0 0 0,0 0 0,0 0 0,0 1 0,1-1 0,-1 0 0,0 1 0,0 0 0,0-1 0,0 1 0,0 0 0,0 0 0,0 0 0,0 0 0,2 2 0,3 4 0,1 0 0,-1 0 0,0 0 0,0 1 0,-1 0 0,0 0 0,-1 0 0,0 1 0,0 0 0,-1 0 0,0 0 0,0 1 0,-1-1 0,-1 1 0,1 0 0,-2 0 0,1 0 0,-1 11 0,-1-15 0,-1-1 0,0 1 0,0-1 0,-1 0 0,1 1 0,-1-1 0,-4 7 0,4-9 0,1 0 0,-1 0 0,1 0 0,0 0 0,0 0 0,0 0 0,0 1 0,0-1 0,1 0 0,-1 1 0,1-1 0,0 1 0,0-1 0,0 0 0,1 1 0,-1-1 0,1 1 0,0-1 0,1 4 0,19 28 0,4 8 0,-24-41 0,0 1 0,0 0 0,0 0 0,0 0 0,0 0 0,-1 0 0,1 0 0,-1 0 0,0 0 0,0 0 0,0 0 0,-1 5 0,1-6 0,-1 0 0,0 0 0,0-1 0,0 1 0,-1 0 0,1 0 0,0 0 0,-1-1 0,1 1 0,-1-1 0,1 1 0,-1-1 0,0 0 0,1 1 0,-1-1 0,0 0 0,0 0 0,0 0 0,0-1 0,0 1 0,0 0 0,0-1 0,-4 1 0,-6 2 0,0-2 0,-22 2 0,29-3 0,-157 0-1365,135-1-5461</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30.030"/>
    </inkml:context>
    <inkml:brush xml:id="br0">
      <inkml:brushProperty name="width" value="0.05" units="cm"/>
      <inkml:brushProperty name="height" value="0.05" units="cm"/>
      <inkml:brushProperty name="color" value="#FFFFFF"/>
    </inkml:brush>
  </inkml:definitions>
  <inkml:trace contextRef="#ctx0" brushRef="#br0">472 1 24575,'-3'2'0,"0"0"0,0 0 0,0 1 0,0-1 0,1 1 0,-5 5 0,-40 49 0,-54 86 0,-27 70 0,117-194 0,-31 51 0,-65 125 0,100-177-1365,3-4-5461</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30.604"/>
    </inkml:context>
    <inkml:brush xml:id="br0">
      <inkml:brushProperty name="width" value="0.05" units="cm"/>
      <inkml:brushProperty name="height" value="0.05" units="cm"/>
      <inkml:brushProperty name="color" value="#FFFFFF"/>
    </inkml:brush>
  </inkml:definitions>
  <inkml:trace contextRef="#ctx0" brushRef="#br0">36 174 24575,'-1'1'0,"1"-1"0,-1 0 0,0 1 0,0-1 0,0 1 0,1-1 0,-1 1 0,0-1 0,0 1 0,1-1 0,-1 1 0,1 0 0,-1 0 0,0-1 0,1 1 0,-1 0 0,1 0 0,0-1 0,-1 1 0,1 0 0,0 0 0,-1 0 0,1 0 0,0 0 0,0 0 0,0-1 0,0 1 0,0 1 0,-3 32 0,3-29 0,-18 216 0,23-254 0,2-1 0,22-61 0,34-61 0,-60 149 0,7-17 0,14-23 0,-21 42 0,0-1 0,0 1 0,1 0 0,0 1 0,0-1 0,0 1 0,1 0 0,0 0 0,-1 0 0,8-4 0,-11 7 0,0 1 0,0-1 0,0 1 0,1-1 0,-1 1 0,0 0 0,0-1 0,0 1 0,0 0 0,1 0 0,-1 0 0,0 0 0,0 0 0,1 0 0,-1 0 0,0 0 0,0 1 0,0-1 0,0 0 0,1 1 0,-1-1 0,1 2 0,0-1 0,0 1 0,0-1 0,0 1 0,0 0 0,0 0 0,0 0 0,-1 0 0,1 0 0,-1 0 0,2 3 0,2 6 0,0 1 0,0 0 0,4 17 0,-8-22 0,32 146 0,-14-52 0,-13-72-1365,-2-5-5461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30.775"/>
    </inkml:context>
    <inkml:brush xml:id="br0">
      <inkml:brushProperty name="width" value="0.05" units="cm"/>
      <inkml:brushProperty name="height" value="0.05" units="cm"/>
      <inkml:brushProperty name="color" value="#FFFFFF"/>
    </inkml:brush>
  </inkml:definitions>
  <inkml:trace contextRef="#ctx0" brushRef="#br0">18 17 24575,'-3'0'0,"-1"-3"0,-3-1 0,3 0 0,5 1 0,6 1 0,3 4 0,7 1 0,7 0 0,4 3 0,4 1 0,2-2 0,-4-1-8191</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30.946"/>
    </inkml:context>
    <inkml:brush xml:id="br0">
      <inkml:brushProperty name="width" value="0.05" units="cm"/>
      <inkml:brushProperty name="height" value="0.05" units="cm"/>
      <inkml:brushProperty name="color" value="#FFFFFF"/>
    </inkml:brush>
  </inkml:definitions>
  <inkml:trace contextRef="#ctx0" brushRef="#br0">1 48 24575,'3'-3'0,"4"0"0,1-4 0,2-3 0,-1-3 0,-2 4 0,-2 6 0,-2 10 0,-2 7 0,0 6 0,-1 6 0,0 2 0,-1 2 0,1 1 0,-1 2 0,1-2 0,3-3 0,1-7-8191</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31.238"/>
    </inkml:context>
    <inkml:brush xml:id="br0">
      <inkml:brushProperty name="width" value="0.05" units="cm"/>
      <inkml:brushProperty name="height" value="0.05" units="cm"/>
      <inkml:brushProperty name="color" value="#FFFFFF"/>
    </inkml:brush>
  </inkml:definitions>
  <inkml:trace contextRef="#ctx0" brushRef="#br0">186 1 24575,'-2'0'0,"0"0"0,0 1 0,0-1 0,0 1 0,0 0 0,0 0 0,0 0 0,1 0 0,-1 0 0,0 0 0,1 0 0,-3 3 0,-19 19 0,20-20 0,-14 16 0,0 1 0,2 0 0,0 1 0,1 0 0,1 2 0,2-1 0,-17 43 0,27-62 14,0 0 1,1 1-1,-1-1 0,1 0 0,-1 1 1,1-1-1,0 0 0,0 1 0,1-1 0,-1 0 1,1 0-1,0 1 0,-1-1 0,1 0 1,1 0-1,-1 0 0,0 0 0,1 0 0,0 0 1,-1 0-1,1 0 0,0-1 0,4 5 1,-1-3-158,-1-1 1,1 1 0,0-1 0,0 1-1,0-1 1,1-1 0,-1 1 0,1-1 0,0 0-1,0 0 1,11 1 0,10 1-6684</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31.568"/>
    </inkml:context>
    <inkml:brush xml:id="br0">
      <inkml:brushProperty name="width" value="0.05" units="cm"/>
      <inkml:brushProperty name="height" value="0.05" units="cm"/>
      <inkml:brushProperty name="color" value="#FFFFFF"/>
    </inkml:brush>
  </inkml:definitions>
  <inkml:trace contextRef="#ctx0" brushRef="#br0">110 14 24575,'0'0'0,"0"-1"0,0 1 0,0-1 0,0 1 0,0 0 0,0-1 0,0 1 0,0-1 0,0 1 0,0-1 0,0 1 0,0 0 0,0-1 0,0 1 0,0-1 0,0 1 0,0 0 0,-1-1 0,1 1 0,0-1 0,0 1 0,0 0 0,-1-1 0,1 1 0,0 0 0,-1-1 0,1 1 0,0 0 0,-1 0 0,1-1 0,0 1 0,-1 0 0,1 0 0,0-1 0,-1 1 0,1 0 0,-1 0 0,1 0 0,-1 0 0,0 0 0,-1 1 0,1-1 0,-1 1 0,1-1 0,-1 1 0,1 0 0,0 0 0,-1 0 0,1 0 0,0 0 0,-1 1 0,-29 32 0,23-23 0,1 0 0,1 0 0,0 0 0,1 1 0,-8 23 0,11-29 0,0 0 0,1 0 0,0 0 0,0 0 0,0 0 0,1 0 0,0 0 0,0 0 0,0 0 0,1 0 0,0 0 0,0 0 0,1 0 0,3 9 0,-4-14 0,0 1 0,0 0 0,0 0 0,0-1 0,1 1 0,-1-1 0,0 0 0,1 1 0,-1-1 0,1 0 0,-1 0 0,1 1 0,0-1 0,-1 0 0,1-1 0,0 1 0,0 0 0,0-1 0,0 1 0,0-1 0,0 1 0,0-1 0,0 0 0,-1 0 0,1 0 0,0 0 0,0 0 0,0 0 0,0 0 0,0-1 0,4-1 0,-2 1 0,0 0 0,0-1 0,-1 1 0,1-1 0,0 0 0,-1 0 0,1-1 0,-1 1 0,0-1 0,1 0 0,-1 1 0,-1-1 0,1-1 0,3-3 0,-2-2 0,1-1 0,-2 1 0,1-1 0,-2 0 0,1 0 0,-1 0 0,-1 0 0,0-1 0,0 1 0,-1 0 0,-1-15 0,1 24-52,0 0-1,0-1 1,0 1-1,0-1 1,0 1-1,-1-1 1,1 1-1,0 0 1,-1-1-1,1 1 1,-1 0-1,0-1 1,1 1-1,-1 0 1,0 0-1,0 0 1,0 0-1,0-1 1,0 1-1,0 0 0,0 0 1,0 1-1,0-1 1,0 0-1,-3-1 1</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31.908"/>
    </inkml:context>
    <inkml:brush xml:id="br0">
      <inkml:brushProperty name="width" value="0.05" units="cm"/>
      <inkml:brushProperty name="height" value="0.05" units="cm"/>
      <inkml:brushProperty name="color" value="#FFFFFF"/>
    </inkml:brush>
  </inkml:definitions>
  <inkml:trace contextRef="#ctx0" brushRef="#br0">14 31 24575,'1'38'0,"0"-25"0,0 1 0,-1-1 0,-1 0 0,0 0 0,-4 18 0,1-23 0,1-10 0,1-14 0,4 4-114,1 0 1,1 1-1,-1-1 0,2 1 0,0 0 1,0 0-1,1 1 0,0-1 0,1 1 1,0 1-1,17-18 0,-15 19-6712</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32.312"/>
    </inkml:context>
    <inkml:brush xml:id="br0">
      <inkml:brushProperty name="width" value="0.05" units="cm"/>
      <inkml:brushProperty name="height" value="0.05" units="cm"/>
      <inkml:brushProperty name="color" value="#FFFFFF"/>
    </inkml:brush>
  </inkml:definitions>
  <inkml:trace contextRef="#ctx0" brushRef="#br0">22 177 24575,'-1'0'0,"0"0"0,0 0 0,0 0 0,0 0 0,0 0 0,0 1 0,0-1 0,0 0 0,0 1 0,1-1 0,-1 1 0,0-1 0,0 1 0,0-1 0,1 1 0,-1 0 0,0-1 0,1 1 0,-1 0 0,0-1 0,1 1 0,-1 0 0,1 0 0,-1 0 0,1-1 0,0 1 0,-1 0 0,1 0 0,0 0 0,0 0 0,-1 0 0,1 0 0,0 0 0,0 0 0,0 0 0,0 0 0,0 0 0,0 0 0,0 0 0,1-1 0,-1 1 0,0 0 0,0 0 0,1 0 0,-1 0 0,1 0 0,-1 0 0,1-1 0,-1 1 0,1 0 0,-1 0 0,1-1 0,0 1 0,-1 0 0,1-1 0,0 1 0,0 0 0,-1-1 0,1 1 0,0-1 0,0 0 0,0 1 0,0-1 0,0 0 0,-1 1 0,1-1 0,0 0 0,2 0 0,3 0 0,0-1 0,0-1 0,0 1 0,-1-1 0,1 0 0,0 0 0,-1 0 0,1-1 0,-1 0 0,0 0 0,0-1 0,9-6 0,0-2 0,-1-1 0,23-28 0,-33 39 0,28-43 0,-29 43 0,-1-1 0,1 0 0,-1 0 0,0 0 0,1 0 0,-1 0 0,-1-1 0,1 1 0,0 0 0,-1 0 0,0 0 0,1-1 0,-2-5 0,1 8 0,-1-1 0,1 1 0,-1 0 0,0 0 0,1-1 0,-1 1 0,0 0 0,0 0 0,0 0 0,0 0 0,0 0 0,0 0 0,0 0 0,0 1 0,0-1 0,0 0 0,0 0 0,0 1 0,-1-1 0,1 1 0,0-1 0,0 1 0,-1 0 0,1-1 0,0 1 0,-1 0 0,1 0 0,-1 0 0,1 0 0,0 0 0,-2 0 0,-3 1 0,0-1 0,0 1 0,0 0 0,0 0 0,-10 4 0,9-2 0,-1 1 0,0 0 0,1 0 0,-1 0 0,1 1 0,1 1 0,-1-1 0,1 1 0,0 0 0,0 0 0,0 1 0,1 0 0,-8 13 0,11-17 0,0 1 0,0 0 0,0 0 0,1 0 0,-1 0 0,1 0 0,0 1 0,1-1 0,-1 0 0,1 1 0,-1-1 0,1 0 0,1 1 0,-1-1 0,1 0 0,-1 0 0,1 1 0,0-1 0,1 0 0,-1 0 0,1 0 0,0 0 0,0 0 0,0-1 0,0 1 0,1 0 0,-1-1 0,7 6 0,-4-3 34,1-1 1,1 0-1,-1-1 0,1 1 0,0-1 0,0 0 0,0-1 0,0 0 0,10 3 1,2-1-604,-1 0 0,32 2 0,-1-3-6257</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32.730"/>
    </inkml:context>
    <inkml:brush xml:id="br0">
      <inkml:brushProperty name="width" value="0.05" units="cm"/>
      <inkml:brushProperty name="height" value="0.05" units="cm"/>
      <inkml:brushProperty name="color" value="#FFFFFF"/>
    </inkml:brush>
  </inkml:definitions>
  <inkml:trace contextRef="#ctx0" brushRef="#br0">85 7 24575,'-3'-1'0,"-1"0"0,1 0 0,-1 0 0,0 0 0,1 0 0,-1 1 0,1-1 0,-1 1 0,0 0 0,1 0 0,-1 1 0,0-1 0,1 1 0,-1-1 0,1 1 0,-5 2 0,7-3 0,0 1 0,-1 0 0,1-1 0,0 1 0,0 0 0,0 0 0,0 0 0,0 0 0,0 0 0,0 0 0,0 0 0,0 0 0,0 0 0,1 0 0,-1 0 0,0 0 0,1 1 0,-2 1 0,2-1 0,0 0 0,0 0 0,0 0 0,0-1 0,0 1 0,0 0 0,0 0 0,1 0 0,-1 0 0,1 0 0,-1 0 0,1 0 0,0 0 0,0-1 0,0 1 0,2 3 0,4 6 0,2 0 0,-1-1 0,1 0 0,1 0 0,0-1 0,17 12 0,72 45 0,-88-60 0,45 28 0,397 246 0,-452-279 0,13 7-341,-1 1 0,0 1-1,21 20 1,-22-16-6485</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33.227"/>
    </inkml:context>
    <inkml:brush xml:id="br0">
      <inkml:brushProperty name="width" value="0.05" units="cm"/>
      <inkml:brushProperty name="height" value="0.05" units="cm"/>
      <inkml:brushProperty name="color" value="#FFFFFF"/>
    </inkml:brush>
  </inkml:definitions>
  <inkml:trace contextRef="#ctx0" brushRef="#br0">136 340 24575,'-4'0'0,"0"0"0,0 1 0,1-1 0,-1 1 0,0-1 0,0 1 0,1 1 0,-1-1 0,1 0 0,-1 1 0,1 0 0,0-1 0,0 2 0,0-1 0,0 0 0,0 0 0,0 1 0,0 0 0,1-1 0,-1 1 0,-2 4 0,-2 5 0,1 0 0,-1 0 0,2 1 0,-7 19 0,-5 14 0,11-36 0,7-18 0,6-19 0,37-78 0,74-171 0,-113 265 0,1-2 0,1-1 0,12-18 0,-18 30 0,1 0 0,-1 0 0,0 0 0,1 0 0,-1 0 0,1 0 0,0 1 0,0-1 0,-1 1 0,1-1 0,0 1 0,0 0 0,0 0 0,0 0 0,1 0 0,-1 0 0,0 0 0,0 1 0,1-1 0,-1 1 0,0-1 0,0 1 0,5 0 0,-4 1 0,-1 0 0,0 0 0,1 0 0,-1 0 0,0 0 0,0 1 0,0-1 0,0 1 0,0 0 0,0-1 0,0 1 0,-1 0 0,1 0 0,-1 0 0,1 0 0,-1 0 0,0 1 0,0-1 0,1 0 0,0 5 0,3 7 0,-1 0 0,4 20 0,-6-21 0,37 189 0,-28-135-1365,-4-31-5461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33.412"/>
    </inkml:context>
    <inkml:brush xml:id="br0">
      <inkml:brushProperty name="width" value="0.05" units="cm"/>
      <inkml:brushProperty name="height" value="0.05" units="cm"/>
      <inkml:brushProperty name="color" value="#FFFFFF"/>
    </inkml:brush>
  </inkml:definitions>
  <inkml:trace contextRef="#ctx0" brushRef="#br0">0 55 24575,'0'-3'0,"0"-3"0,0-5 0,3 0 0,4 2 0,3 3 0,7 1 0,5 3 0,6 1 0,4 1 0,5 0 0,-4 1-8191</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33.599"/>
    </inkml:context>
    <inkml:brush xml:id="br0">
      <inkml:brushProperty name="width" value="0.05" units="cm"/>
      <inkml:brushProperty name="height" value="0.05" units="cm"/>
      <inkml:brushProperty name="color" value="#FFFFFF"/>
    </inkml:brush>
  </inkml:definitions>
  <inkml:trace contextRef="#ctx0" brushRef="#br0">18 15 24575,'0'-3'0,"0"-4"0,0 2 0,0 5 0,0 9 0,0 5 0,0 6 0,0 6 0,0 5 0,0 2 0,-3 2 0,-1 1 0,1-3 0,-1-1 0,2-3 0,1-7-8191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34.231"/>
    </inkml:context>
    <inkml:brush xml:id="br0">
      <inkml:brushProperty name="width" value="0.05" units="cm"/>
      <inkml:brushProperty name="height" value="0.05" units="cm"/>
      <inkml:brushProperty name="color" value="#FFFFFF"/>
    </inkml:brush>
  </inkml:definitions>
  <inkml:trace contextRef="#ctx0" brushRef="#br0">70 8 24575,'10'-8'0,"-15"18"0,-4 7 0,8-14 0,-42 113 0,38-98 0,0 0 0,1 0 0,1 1 0,-2 30 0,5-46 0,0 0 0,1 0 0,-1 0 0,0 0 0,1 0 0,-1-1 0,1 1 0,0 0 0,0 0 0,0-1 0,1 1 0,-1-1 0,0 1 0,1-1 0,0 1 0,-1-1 0,1 0 0,0 0 0,0 0 0,1 0 0,-1 0 0,0-1 0,0 1 0,1 0 0,-1-1 0,1 0 0,0 0 0,-1 0 0,1 0 0,0 0 0,0 0 0,-1 0 0,1-1 0,6 1 0,3-1 0,1 1 0,0-1 0,-1-1 0,1-1 0,0 1 0,19-7 0,0-2-1365,-2 0-5461</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34.483"/>
    </inkml:context>
    <inkml:brush xml:id="br0">
      <inkml:brushProperty name="width" value="0.05" units="cm"/>
      <inkml:brushProperty name="height" value="0.05" units="cm"/>
      <inkml:brushProperty name="color" value="#FFFFFF"/>
    </inkml:brush>
  </inkml:definitions>
  <inkml:trace contextRef="#ctx0" brushRef="#br0">52 27 24575,'0'-3'0,"0"-4"0,-3 0 0,-4 0 0,0 5 0,0 5 0,2 6 0,1 4 0,2 2 0,1 2 0,1 4 0,0 2 0,-3-1 0,0-1 0,-1 0 0,1-2 0,1-1 0,1-3-8191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34.740"/>
    </inkml:context>
    <inkml:brush xml:id="br0">
      <inkml:brushProperty name="width" value="0.05" units="cm"/>
      <inkml:brushProperty name="height" value="0.05" units="cm"/>
      <inkml:brushProperty name="color" value="#FFFFFF"/>
    </inkml:brush>
  </inkml:definitions>
  <inkml:trace contextRef="#ctx0" brushRef="#br0">33 212 24575,'-1'-17'0,"-1"1"0,-1-1 0,-7-28 0,5 26 0,-5-38 0,10 56 0,-1-1 0,1 1 0,0 0 0,0-1 0,0 1 0,0-1 0,0 1 0,0 0 0,0-1 0,0 1 0,1-1 0,-1 1 0,1 0 0,-1-1 0,1 1 0,-1 0 0,1 0 0,0-1 0,-1 1 0,1 0 0,0 0 0,0 0 0,0 0 0,0 0 0,0 0 0,0 0 0,0 0 0,1 0 0,-1 1 0,0-1 0,0 0 0,1 1 0,-1-1 0,0 1 0,0-1 0,1 1 0,-1 0 0,1 0 0,-1-1 0,0 1 0,1 0 0,-1 0 0,1 0 0,-1 1 0,0-1 0,1 0 0,-1 0 0,2 1 0,7 1 0,-1 1 0,0 0 0,0 0 0,0 1 0,15 8 0,-18-8 18,1 0 0,-1 0 0,0 1 0,-1 0 0,1 0 0,-1 1 0,0-1 0,0 1 0,-1 1 0,1-1 0,-1 0 0,-1 1 0,1 0 0,-1 0 0,-1 0 0,1 0 0,-1 0 0,1 8 0,-2-10-77,0 0 0,-1 0 0,0 0 0,0 0 0,0-1 0,-1 1 1,1 0-1,-1 0 0,0 0 0,-1-1 0,1 1 0,-1 0 1,0-1-1,0 1 0,0-1 0,-1 0 0,1 0 0,-1 0 0,0 0 1,-1 0-1,1-1 0,0 1 0,-1-1 0,0 0 0,0 0 0,0 0 1,0 0-1,-7 2 0,-8 4-6767</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35.047"/>
    </inkml:context>
    <inkml:brush xml:id="br0">
      <inkml:brushProperty name="width" value="0.05" units="cm"/>
      <inkml:brushProperty name="height" value="0.05" units="cm"/>
      <inkml:brushProperty name="color" value="#FFFFFF"/>
    </inkml:brush>
  </inkml:definitions>
  <inkml:trace contextRef="#ctx0" brushRef="#br0">48 1 24575,'-3'0'0,"-4"0"0,-3 0 0,-1 3 0,2 3 0,3 5 0,4 5 0,4 4 0,1 1 0,0 3 0,-1 0 0,0-1 0,-1 2 0,0-1 0,-1-1 0,0-1 0,0-6-8191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35.279"/>
    </inkml:context>
    <inkml:brush xml:id="br0">
      <inkml:brushProperty name="width" value="0.05" units="cm"/>
      <inkml:brushProperty name="height" value="0.05" units="cm"/>
      <inkml:brushProperty name="color" value="#FFFFFF"/>
    </inkml:brush>
  </inkml:definitions>
  <inkml:trace contextRef="#ctx0" brushRef="#br0">116 0 24575,'3'3'0,"7"4"0,4 6 0,3 8 0,2 2 0,-3 4 0,-3 3 0,-5 2 0,-4 2 0,-4-2 0,-9-3 0,-6-1 0,-9-3 0,-10-4 0,-7-4 0,-9-2 0,4-3-8191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36.377"/>
    </inkml:context>
    <inkml:brush xml:id="br0">
      <inkml:brushProperty name="width" value="0.05" units="cm"/>
      <inkml:brushProperty name="height" value="0.05" units="cm"/>
      <inkml:brushProperty name="color" value="#FFFFFF"/>
    </inkml:brush>
  </inkml:definitions>
  <inkml:trace contextRef="#ctx0" brushRef="#br0">62 1 24575,'1'6'0,"-1"0"0,1 0 0,0 0 0,3 8 0,3 15 0,-4 4 0,-2 0 0,-1 0 0,-8 51 0,-25 97 0,12-77 0,5-16 0,16-88-32,0 1 1,-1-1-1,1 1 0,0-1 0,0 1 1,0-1-1,0 1 0,-1-1 0,1 1 1,0-1-1,0 1 0,0 0 0,0-1 1,0 1-1,1-1 0,-1 1 0,0-1 1,0 1-1,0-1 0,0 1 0,1-1 1,-1 1-1,0-1 0,0 1 0,1-1 1,-1 1-1,0-1 0,1 1 0,-1-1 1,0 0-1,1 1 0,-1-1 0,1 0 1,-1 1-1,1-1 0,-1 0 0,1 1 1,-1-1-1,1 0 0,-1 0 0,1 0 1,0 1-1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42.364"/>
    </inkml:context>
    <inkml:brush xml:id="br0">
      <inkml:brushProperty name="width" value="0.05" units="cm"/>
      <inkml:brushProperty name="height" value="0.05" units="cm"/>
      <inkml:brushProperty name="color" value="#FFFFFF"/>
    </inkml:brush>
  </inkml:definitions>
  <inkml:trace contextRef="#ctx0" brushRef="#br0">154 166 24575,'-1'9'0,"-1"-1"0,0 1 0,-1 0 0,0 0 0,0-1 0,-1 0 0,0 0 0,-10 15 0,-3 7 0,-8 24 0,14-28 0,-1 0 0,-22 32 0,34-57 0,-1-1 0,1 1 0,0 0 0,-1-1 0,1 1 0,-1 0 0,1-1 0,-1 1 0,1-1 0,-1 1 0,1-1 0,-1 1 0,1-1 0,-1 1 0,0-1 0,1 0 0,-1 1 0,0-1 0,1 0 0,-1 1 0,0-1 0,-1 0 0,2 0 0,-1-1 0,1 1 0,-1 0 0,1-1 0,0 1 0,-1-1 0,1 0 0,0 1 0,-1-1 0,1 1 0,0-1 0,0 1 0,0-1 0,-1 0 0,1 1 0,0-1 0,0 1 0,0-1 0,0 0 0,0 0 0,4-38 0,9-6 0,3 1 0,2 1 0,1 0 0,37-59 0,-51 94 0,8-16 0,20-25 0,-30 44 0,1 0 0,0 1 0,0-1 0,1 1 0,-1 0 0,1 0 0,0 0 0,0 1 0,1-1 0,-1 1 0,7-2 0,-11 4 0,0 1 0,0-1 0,1 1 0,-1 0 0,0 0 0,0 0 0,0 0 0,0 0 0,0 0 0,1 0 0,-1 0 0,0 0 0,0 0 0,0 0 0,0 1 0,1-1 0,-1 1 0,0-1 0,0 1 0,0-1 0,0 1 0,0-1 0,0 1 0,0 0 0,-1 0 0,1-1 0,0 1 0,0 0 0,0 0 0,-1 0 0,1 0 0,0 0 0,-1 0 0,1 0 0,-1 0 0,1 0 0,-1 0 0,0 0 0,1 1 0,-1-1 0,0 2 0,2 5 0,-1 0 0,0 0 0,-1 1 0,0 11 0,-3 24 0,-3 0 0,-2 0 0,-1 0 0,-27 71 0,27-93 0,1-3 0,14-30 0,41-81 0,45-85 0,-92 177 0,6-9 0,0 0 0,0 0 0,10-10 0,-15 17 0,1 1 0,0-1 0,-1 1 0,1 0 0,0-1 0,-1 1 0,1 0 0,0 0 0,0 0 0,0 1 0,2-2 0,-3 2 0,0 0 0,0 0 0,0 0 0,-1 0 0,1 0 0,0 0 0,0 0 0,0 0 0,0 1 0,0-1 0,0 0 0,-1 1 0,1-1 0,0 0 0,0 1 0,0-1 0,-1 1 0,1-1 0,0 1 0,-1-1 0,1 1 0,0 0 0,-1-1 0,1 1 0,-1 0 0,2 1 0,1 4 0,1 1 0,-1 0 0,0 0 0,0 0 0,-1 1 0,0-1 0,0 0 0,1 15 0,-1 67 0,-2-64 0,-1 18-352,-10 54-1,9-83-307,-1 4-6166</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42.643"/>
    </inkml:context>
    <inkml:brush xml:id="br0">
      <inkml:brushProperty name="width" value="0.05" units="cm"/>
      <inkml:brushProperty name="height" value="0.05" units="cm"/>
      <inkml:brushProperty name="color" value="#FFFFFF"/>
    </inkml:brush>
  </inkml:definitions>
  <inkml:trace contextRef="#ctx0" brushRef="#br0">20 36 24575,'8'-16'0,"-8"15"0,0 0 0,1 0 0,-1 0 0,1-1 0,-1 1 0,1 0 0,-1 0 0,1 0 0,-1 0 0,1 0 0,0 0 0,0 0 0,0 0 0,-1 1 0,1-1 0,0 0 0,0 0 0,2 0 0,-3 1 0,0 0 0,1 0 0,-1 0 0,0 0 0,0 0 0,1 0 0,-1 0 0,0 1 0,1-1 0,-1 0 0,0 0 0,0 0 0,1 1 0,-1-1 0,0 0 0,0 0 0,0 0 0,1 1 0,-1-1 0,0 0 0,0 0 0,0 1 0,0-1 0,0 0 0,1 1 0,-1-1 0,0 0 0,0 0 0,0 1 0,0-1 0,0 0 0,0 1 0,0-1 0,0 0 0,0 1 0,0-1 0,0 0 0,0 1 0,-1-1 0,0 17 0,1-15 0,-22 108 0,16-87 0,0 1 0,2-1 0,0 1 0,2 0 0,1 37 0,1-58 13,1 0 1,-1 0-1,1 0 0,0 0 0,0 0 0,0-1 0,0 1 0,0 0 0,1-1 1,-1 1-1,1 0 0,-1-1 0,1 0 0,0 1 0,0-1 0,0 0 0,1 0 1,-1 0-1,0 0 0,1-1 0,-1 1 0,1-1 0,0 1 0,0-1 0,3 1 1,0 0-170,1 0 1,-1 0 0,1-1 0,0 0 0,-1-1 0,1 1 0,0-1-1,0-1 1,0 1 0,7-2 0,5-2-6671</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43.090"/>
    </inkml:context>
    <inkml:brush xml:id="br0">
      <inkml:brushProperty name="width" value="0.05" units="cm"/>
      <inkml:brushProperty name="height" value="0.05" units="cm"/>
      <inkml:brushProperty name="color" value="#FFFFFF"/>
    </inkml:brush>
  </inkml:definitions>
  <inkml:trace contextRef="#ctx0" brushRef="#br0">174 145 24575,'0'-5'0,"1"-1"0,0 1 0,0 0 0,0-1 0,3-5 0,4-20 0,-8 24 0,1 1 0,-1-1 0,0 0 0,0 1 0,0-1 0,-1 0 0,-2-6 0,3 12 0,0 0 0,-1 0 0,1 0 0,0 0 0,-1 1 0,1-1 0,-1 0 0,1 0 0,-1 0 0,1 1 0,-1-1 0,0 0 0,1 1 0,-1-1 0,0 1 0,0-1 0,0 1 0,1-1 0,-1 1 0,0-1 0,0 1 0,-1-1 0,0 1 0,0 0 0,0 0 0,0 0 0,0 1 0,0-1 0,1 0 0,-1 1 0,0-1 0,0 1 0,0 0 0,0-1 0,1 1 0,-1 0 0,0 0 0,-2 2 0,-8 6 0,0 0 0,0 0 0,1 2 0,0-1 0,0 1 0,2 1 0,-1 0 0,1 0 0,1 1 0,0 0 0,1 0 0,-8 22 0,14-33 0,0 1 0,0-1 0,1 0 0,-1 0 0,1 0 0,-1 0 0,1 1 0,0-1 0,0 0 0,0 0 0,0 1 0,1-1 0,-1 0 0,0 0 0,1 0 0,0 0 0,-1 1 0,1-1 0,0 0 0,0 0 0,0 0 0,1-1 0,-1 1 0,0 0 0,1 0 0,-1-1 0,4 4 0,-2-3 0,0 0 0,0-1 0,0 1 0,1-1 0,-1 0 0,1 0 0,-1 0 0,0 0 0,1-1 0,0 1 0,-1-1 0,1 0 0,-1 0 0,1 0 0,-1-1 0,1 1 0,3-2 0,1 0 0,0-1 0,0 0 0,-1 0 0,1-1 0,-1 0 0,0 0 0,0-1 0,0 0 0,-1 0 0,0-1 0,8-8 0,-3 4 0,-1 1 0,16-11 0,-26 20 0,0 0 0,1-1 0,-1 1 0,0 0 0,1-1 0,-1 1 0,1 0 0,-1 0 0,1-1 0,-1 1 0,1 0 0,-1 0 0,1 0 0,-1 0 0,1 0 0,-1-1 0,1 1 0,-1 0 0,1 0 0,-1 0 0,1 0 0,-1 1 0,1-1 0,0 0 0,-1 0 0,1 0 0,-1 0 0,1 0 0,-1 1 0,0-1 0,1 1 0,0-1 0,0 1 0,-1 0 0,1 0 0,-1 0 0,0 1 0,1-1 0,-1 0 0,0 0 0,1 0 0,-1 0 0,0 0 0,0 0 0,0 0 0,0 2 0,-7 43 0,6-41 0,-6 38-1365,5-26-5461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43.497"/>
    </inkml:context>
    <inkml:brush xml:id="br0">
      <inkml:brushProperty name="width" value="0.05" units="cm"/>
      <inkml:brushProperty name="height" value="0.05" units="cm"/>
      <inkml:brushProperty name="color" value="#FFFFFF"/>
    </inkml:brush>
  </inkml:definitions>
  <inkml:trace contextRef="#ctx0" brushRef="#br0">47 97 24575,'1'-29'0,"-3"-33"0,-1 56 0,-2 13 0,-3 14 0,8-20 0,-8 22 0,4-12 0,0 1 0,0-1 0,1 0 0,1 1 0,-2 22 0,4-34 0,0 0 0,0 0 0,0 0 0,0 0 0,0 0 0,0 0 0,0 0 0,0 1 0,0-1 0,0 0 0,0 0 0,0 0 0,0 0 0,0 0 0,0 0 0,0 0 0,0 0 0,0 0 0,0 0 0,1 1 0,-1-1 0,0 0 0,0 0 0,0 0 0,0 0 0,0 0 0,0 0 0,0 0 0,0 0 0,0 0 0,0 0 0,1 0 0,-1 0 0,0 0 0,0 0 0,0 0 0,0 0 0,0 0 0,0 0 0,0 0 0,0 0 0,1 0 0,-1 0 0,0 0 0,0 0 0,0 0 0,0 0 0,0 0 0,0 0 0,0 0 0,0 0 0,0 0 0,1 0 0,-1-1 0,0 1 0,8-6 0,9-11 0,-17 16 0,19-21 0,27-29 0,-43 47 0,1 1 0,-1 0 0,1 0 0,0 0 0,0 1 0,0-1 0,1 1 0,-1 0 0,1 0 0,-1 1 0,6-2 0,-9 3 0,0-1 0,0 1 0,1 0 0,-1 0 0,0 0 0,0 0 0,0 0 0,0 1 0,1-1 0,-1 0 0,0 0 0,0 1 0,0-1 0,0 1 0,0-1 0,0 1 0,0-1 0,0 1 0,0 0 0,0-1 0,0 1 0,1 1 0,0 0 0,-1 1 0,0-1 0,1 0 0,-1 0 0,0 1 0,0-1 0,0 1 0,-1-1 0,2 6 0,-1 3 0,0 1 0,0 0 0,-3 17 0,-12 56-1365,11-69-5461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43.854"/>
    </inkml:context>
    <inkml:brush xml:id="br0">
      <inkml:brushProperty name="width" value="0.05" units="cm"/>
      <inkml:brushProperty name="height" value="0.05" units="cm"/>
      <inkml:brushProperty name="color" value="#FFFFFF"/>
    </inkml:brush>
  </inkml:definitions>
  <inkml:trace contextRef="#ctx0" brushRef="#br0">16 34 24575,'1'-4'0,"0"0"0,0 1 0,1-1 0,0 1 0,0-1 0,3-4 0,-3 18 0,-3 7 0,-13 21 0,11-32 0,0 1 0,0-1 0,1 0 0,0 1 0,-1 8 0,3-15 0,0 0 0,0 0 0,0 1 0,0-1 0,0 0 0,0 0 0,-1 0 0,1 0 0,0 0 0,0 1 0,0-1 0,1 0 0,-1 0 0,0 0 0,0 0 0,0 0 0,0 1 0,0-1 0,0 0 0,0 0 0,0 0 0,0 0 0,0 0 0,0 0 0,0 1 0,0-1 0,0 0 0,1 0 0,-1 0 0,0 0 0,0 0 0,0 0 0,0 0 0,0 0 0,0 0 0,0 0 0,1 0 0,-1 1 0,0-1 0,0 0 0,0 0 0,0 0 0,0 0 0,1 0 0,-1 0 0,0 0 0,0 0 0,0 0 0,0 0 0,1 0 0,9-5 0,9-11 0,-1 1 0,2-3 0,24-17 0,-38 31 0,1 0 0,0 0 0,-1 0 0,1 1 0,1 0 0,-1 1 0,0-1 0,12-1 0,-17 4 10,-1 0-1,1-1 1,0 1 0,0 0-1,0 0 1,-1 1 0,1-1-1,0 0 1,0 1-1,-1-1 1,1 1 0,0-1-1,-1 1 1,1 0 0,-1-1-1,1 1 1,-1 0-1,1 0 1,-1 0 0,1 1-1,-1-1 1,0 0 0,0 0-1,0 1 1,1-1-1,-1 0 1,-1 1 0,1 0-1,0-1 1,0 1-1,0 2 1,2 5-111,0 1-1,-1-1 1,0 1-1,0 17 0,1-1-1063,0-11-5661</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44.244"/>
    </inkml:context>
    <inkml:brush xml:id="br0">
      <inkml:brushProperty name="width" value="0.05" units="cm"/>
      <inkml:brushProperty name="height" value="0.05" units="cm"/>
      <inkml:brushProperty name="color" value="#FFFFFF"/>
    </inkml:brush>
  </inkml:definitions>
  <inkml:trace contextRef="#ctx0" brushRef="#br0">100 144 24575,'2'-1'0,"0"1"0,-1 0 0,1-1 0,0 1 0,0-1 0,0 0 0,-1 0 0,1 0 0,0 0 0,-1 0 0,1 0 0,-1 0 0,1 0 0,-1-1 0,0 1 0,1 0 0,0-3 0,20-28 0,-18 26 0,3-5 0,-3 5 0,0 0 0,0-1 0,0 1 0,-1-1 0,0 0 0,0 0 0,3-13 0,-6 19 0,0 1 0,0 0 0,0-1 0,0 1 0,0 0 0,0 0 0,0-1 0,0 1 0,0 0 0,0-1 0,0 1 0,0 0 0,0 0 0,0-1 0,0 1 0,0 0 0,0-1 0,0 1 0,-1 0 0,1 0 0,0-1 0,0 1 0,0 0 0,0 0 0,-1-1 0,1 1 0,0 0 0,0 0 0,0 0 0,-1-1 0,1 1 0,0 0 0,0 0 0,-1 0 0,1 0 0,0 0 0,0-1 0,-1 1 0,-12 5 0,-13 15 0,25-20 0,-76 72 0,65-60 0,1 1 0,0 0 0,0 1 0,-8 17 0,18-30 0,0 1 0,0-1 0,0 1 0,1-1 0,-1 1 0,0 0 0,1-1 0,-1 1 0,1 0 0,0-1 0,0 1 0,-1 0 0,1 0 0,0-1 0,0 1 0,1 0 0,-1 0 0,0-1 0,1 1 0,-1 0 0,1 0 0,0 1 0,0-2 0,0 0 0,0 0 0,0 1 0,1-1 0,-1-1 0,0 1 0,1 0 0,-1 0 0,1 0 0,-1-1 0,0 1 0,1-1 0,0 1 0,-1-1 0,1 0 0,-1 1 0,1-1 0,-1 0 0,1 0 0,0 0 0,-1 0 0,1-1 0,-1 1 0,4-1 0,5-2 0,0 0 0,0 0 0,0-1 0,0-1 0,-1 0 0,0 0 0,0 0 0,15-13 0,-16 11 0,-1 2 0,1-1 0,1 1 0,-1 0 0,1 0 0,-1 1 0,1 1 0,1-1 0,-1 1 0,18-3 0,-25 6 13,0 0 0,0 0 0,0 0 0,0 0 0,0 0 0,0 1 0,0-1 0,0 1 0,0-1 0,0 1 0,0 0 0,0-1 0,0 1 0,0 0 0,0 0 0,-1 1 0,1-1 0,0 0 0,-1 1 0,1-1 0,-1 1 0,0-1 0,3 4 0,-1 1-107,1 1-1,-1 0 1,0 0 0,-1 0-1,3 9 1,2 6-1017,-2-8-5715</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44.724"/>
    </inkml:context>
    <inkml:brush xml:id="br0">
      <inkml:brushProperty name="width" value="0.05" units="cm"/>
      <inkml:brushProperty name="height" value="0.05" units="cm"/>
      <inkml:brushProperty name="color" value="#FFFFFF"/>
    </inkml:brush>
  </inkml:definitions>
  <inkml:trace contextRef="#ctx0" brushRef="#br0">262 17 24575,'-1'-1'0,"-1"-1"0,0 1 0,0-1 0,0 1 0,0-1 0,0 1 0,0 0 0,0 0 0,0 0 0,0 0 0,-1 1 0,1-1 0,0 1 0,-1-1 0,1 1 0,0 0 0,-1 0 0,1 0 0,0 0 0,-1 0 0,1 0 0,-4 1 0,2 1 0,-1-1 0,1 1 0,0-1 0,-1 1 0,1 0 0,0 1 0,0-1 0,1 1 0,-1-1 0,-5 6 0,-8 11 0,1 0 0,0 2 0,2 0 0,0 0 0,2 1 0,0 1 0,1 0 0,2 1 0,0 0 0,1 0 0,2 1 0,0 0 0,-2 39 0,7-58 0,1-1 0,0 1 0,1 0 0,-1-1 0,1 1 0,0 0 0,0-1 0,1 0 0,0 1 0,0-1 0,0 0 0,4 6 0,-5-9 0,0 1 0,1-1 0,0 0 0,-1-1 0,1 1 0,0 0 0,0 0 0,0-1 0,0 1 0,0-1 0,1 0 0,-1 0 0,0 1 0,1-1 0,-1-1 0,0 1 0,1 0 0,-1-1 0,1 1 0,0-1 0,-1 0 0,1 0 0,-1 0 0,1 0 0,-1 0 0,1 0 0,-1-1 0,1 1 0,2-2 0,1 0 0,0 0 0,0-1 0,-1 0 0,1 0 0,0-1 0,-1 1 0,0-1 0,0 0 0,0 0 0,-1-1 0,9-9 0,4-9 0,20-34 0,-24 36 0,-10 17 0,15-25 0,-13 25 0,-10 19 0,-23 41 0,17-37 0,1 2 0,1-1 0,1 1 0,-6 25 0,13-42-136,0-1-1,1 1 1,0 0-1,-1 0 1,1 0-1,1 0 1,-1 0-1,1 0 0,1 4 1,4 9-6690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45.112"/>
    </inkml:context>
    <inkml:brush xml:id="br0">
      <inkml:brushProperty name="width" value="0.05" units="cm"/>
      <inkml:brushProperty name="height" value="0.05" units="cm"/>
      <inkml:brushProperty name="color" value="#FFFFFF"/>
    </inkml:brush>
  </inkml:definitions>
  <inkml:trace contextRef="#ctx0" brushRef="#br0">54 56 24575,'0'-1'0,"0"-1"0,-1 1 0,1 0 0,0 0 0,0 0 0,-1 0 0,1 0 0,-1 0 0,1 0 0,-1 0 0,0 0 0,1 0 0,-1 0 0,0 0 0,0 0 0,0 0 0,1 1 0,-1-1 0,0 0 0,0 0 0,0 1 0,0-1 0,0 1 0,0-1 0,0 1 0,-1-1 0,1 1 0,0 0 0,0 0 0,0-1 0,0 1 0,0 0 0,-2 0 0,2 0 0,1 0 0,-1 0 0,1 0 0,-1 0 0,0 0 0,1 0 0,-1 0 0,1 0 0,-1 0 0,0 0 0,1 1 0,-1-1 0,1 0 0,-1 0 0,1 0 0,-1 1 0,1-1 0,-1 0 0,1 1 0,-1-1 0,1 0 0,-1 1 0,1-1 0,0 1 0,-1-1 0,1 1 0,0-1 0,-1 1 0,1-1 0,0 1 0,-1-1 0,1 1 0,0-1 0,0 1 0,0-1 0,0 1 0,-1 0 0,1-1 0,0 1 0,0-1 0,0 1 0,0 0 0,0-1 0,1 1 0,-1-1 0,0 1 0,0-1 0,0 1 0,0 0 0,1-1 0,-1 1 0,0-1 0,0 1 0,1-1 0,-1 1 0,0-1 0,1 1 0,-1-1 0,1 0 0,-1 1 0,1 0 0,1 1 0,0 1 0,1 0 0,-1-1 0,1 1 0,-1-1 0,1 0 0,0 0 0,-1 0 0,1 0 0,0-1 0,0 1 0,1-1 0,-1 0 0,0 1 0,0-1 0,1-1 0,-1 1 0,0 0 0,1-1 0,-1 0 0,1 0 0,-1 0 0,0 0 0,5-1 0,-5 0 0,-1 1 0,1-1 0,-1 0 0,1 0 0,-1 0 0,0 0 0,1 0 0,-1 0 0,0-1 0,0 1 0,0-1 0,0 0 0,0 1 0,0-1 0,-1 0 0,1 0 0,0 0 0,-1 0 0,0-1 0,1 1 0,-1 0 0,0-1 0,0 1 0,0 0 0,-1-1 0,1 1 0,0-1 0,-1 0 0,0 1 0,1-1 0,-1 1 0,-1-4 0,1 5 0,1 0 0,-1 0 0,0 0 0,0 0 0,-1 0 0,1 0 0,0 0 0,0 0 0,0 0 0,-1 0 0,1 0 0,0 0 0,-1 0 0,1 0 0,-1 0 0,1 1 0,-1-1 0,0 0 0,1 0 0,-1 0 0,0 1 0,-1-2 0,1 2 0,0 0 0,0-1 0,0 1 0,0 0 0,0 0 0,0 0 0,0 0 0,0 0 0,0 0 0,0 0 0,0 0 0,0 0 0,0 0 0,0 1 0,0-1 0,0 0 0,-1 2 0,-4 1 0,0 0 0,0 1 0,1-1 0,0 1 0,-8 8 0,5-4 0,1 0 0,0 1 0,1 0 0,-1 0 0,2 1 0,-1-1 0,2 1 0,-1 0 0,1 1 0,1-1 0,-1 1 0,2-1 0,0 1 0,-1 15 0,3-24-68,0 0 0,0 0-1,0 0 1,0 1 0,1-1 0,-1 0-1,1 0 1,0 0 0,0 0 0,-1 0-1,1 0 1,1 0 0,-1 0 0,0 0-1,0 0 1,1-1 0,-1 1-1,1 0 1,2 1 0,7 5-6758</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45.766"/>
    </inkml:context>
    <inkml:brush xml:id="br0">
      <inkml:brushProperty name="width" value="0.05" units="cm"/>
      <inkml:brushProperty name="height" value="0.05" units="cm"/>
      <inkml:brushProperty name="color" value="#FFFFFF"/>
    </inkml:brush>
  </inkml:definitions>
  <inkml:trace contextRef="#ctx0" brushRef="#br0">1 100 24575,'2'-3'0,"1"-1"0,-1 1 0,0-1 0,0 0 0,0 0 0,-1 0 0,1 0 0,-1 0 0,0 0 0,1-4 0,-2 4 0,1 0 0,0 0 0,0 0 0,0 1 0,1-1 0,-1 0 0,1 1 0,0-1 0,0 1 0,0 0 0,4-4 0,-6 6 0,0 1 0,1-1 0,-1 1 0,1-1 0,-1 1 0,0 0 0,1-1 0,-1 1 0,1 0 0,-1-1 0,1 1 0,-1 0 0,1 0 0,-1-1 0,1 1 0,-1 0 0,1 0 0,-1 0 0,1 0 0,0 0 0,-1 0 0,1 0 0,-1 0 0,1 0 0,-1 0 0,1 0 0,0 0 0,-1 0 0,1 0 0,-1 0 0,1 1 0,0 0 0,0 0 0,0-1 0,0 1 0,-1 0 0,1 0 0,0 1 0,-1-1 0,1 0 0,-1 0 0,1 0 0,-1 0 0,1 0 0,-1 2 0,5 39 0,-6-23 0,0 17 0,1-35 0,1 1 0,-1 0 0,0 0 0,0 0 0,1-1 0,-1 1 0,1 0 0,0 0 0,-1-1 0,1 1 0,0-1 0,0 1 0,0-1 0,2 3 0,-2-3 0,1 0 0,-1-1 0,1 1 0,-1-1 0,1 1 0,-1-1 0,1 0 0,-1 0 0,1 1 0,-1-1 0,1 0 0,-1-1 0,1 1 0,-1 0 0,1 0 0,0 0 0,-1-1 0,1 1 0,-1-1 0,0 1 0,1-1 0,-1 0 0,1 0 0,0-1 0,34-21 0,-10-2 0,-21 19 0,1 0 0,0 0 0,0 1 0,0 0 0,10-6 0,-16 11 0,1-1 0,-1 1 0,0 0 0,1 0 0,-1-1 0,1 1 0,-1 0 0,1 0 0,-1 0 0,1 0 0,-1 0 0,1 0 0,-1 0 0,1-1 0,-1 1 0,1 0 0,-1 1 0,1-1 0,-1 0 0,1 0 0,-1 0 0,1 0 0,-1 0 0,0 0 0,1 1 0,-1-1 0,1 0 0,0 1 0,3 13 0,-10 26 0,5-33 0,1-6 0,-1 1 0,1-1 0,0 1 0,0-1 0,0 0 0,0 1 0,0-1 0,0 1 0,1-1 0,-1 1 0,1-1 0,-1 1 0,0-1 0,1 0 0,0 1 0,-1-1 0,1 0 0,0 0 0,0 1 0,0-1 0,0 0 0,0 0 0,1 1 0,1 0 0,-1-1 0,1 1 0,0-1 0,-1 0 0,1 0 0,0 0 0,0 0 0,0-1 0,-1 1 0,1-1 0,4 1 0,1-1 0,0 0 0,-1 0 0,1-1 0,-1 0 0,1-1 0,-1 1 0,1-2 0,12-4 0,-10 0 0,1 0 0,-1-1 0,-1 0 0,0 0 0,0-1 0,0-1 0,-1 1 0,0-1 0,-1-1 0,7-11 0,-20 33 0,1 0 0,0 0 0,1 1 0,0 0 0,1 0 0,0 0 0,1 0 0,1 0 0,-1 18 0,2-28-36,0-1 0,0 1 0,0-1 1,0 0-1,1 1 0,-1-1 0,0 0 0,1 1 0,-1-1 0,1 0 0,-1 0 0,1 1 0,-1-1 0,1 0 0,0 0 0,0 0 0,0 0 1,0 0-1,0 0 0,0 0 0,0 0 0,0 0 0,0 0 0,0 0 0,0-1 0,0 1 0,1-1 0,-1 1 0,0-1 0,1 1 0,-1-1 1,0 1-1,1-1 0,-1 0 0,0 0 0,1 0 0,1 0 0,10-2-6790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45.921"/>
    </inkml:context>
    <inkml:brush xml:id="br0">
      <inkml:brushProperty name="width" value="0.05" units="cm"/>
      <inkml:brushProperty name="height" value="0.05" units="cm"/>
      <inkml:brushProperty name="color" value="#FFFFFF"/>
    </inkml:brush>
  </inkml:definitions>
  <inkml:trace contextRef="#ctx0" brushRef="#br0">72 16 24575,'-3'-3'0,"-4"-1"0,-3 0 0,-4 1 0,-2 1 0,2 4 0,6 4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46.510"/>
    </inkml:context>
    <inkml:brush xml:id="br0">
      <inkml:brushProperty name="width" value="0.05" units="cm"/>
      <inkml:brushProperty name="height" value="0.05" units="cm"/>
      <inkml:brushProperty name="color" value="#FFFFFF"/>
    </inkml:brush>
  </inkml:definitions>
  <inkml:trace contextRef="#ctx0" brushRef="#br0">9 1 24575,'-1'1'0,"0"0"0,0 1 0,0-1 0,1 1 0,-1-1 0,0 1 0,1 0 0,-1-1 0,1 1 0,-1 0 0,1-1 0,0 1 0,0 0 0,0-1 0,0 4 0,4 31 0,-1-15 0,-3-4 0,-1-11 0,1 0 0,0-1 0,1 1 0,0 0 0,1 9 0,-1-14 0,-1 0 0,0 0 0,1 0 0,-1-1 0,1 1 0,-1 0 0,1 0 0,-1-1 0,1 1 0,0 0 0,-1-1 0,1 1 0,0-1 0,-1 1 0,1-1 0,0 1 0,0-1 0,0 1 0,-1-1 0,1 1 0,0-1 0,0 0 0,0 0 0,0 0 0,0 1 0,0-1 0,-1 0 0,1 0 0,0 0 0,0 0 0,0 0 0,0-1 0,0 1 0,0 0 0,0 0 0,0 0 0,-1-1 0,1 1 0,0-1 0,0 1 0,1-1 0,10-5 0,-1 0 0,0-1 0,17-13 0,3-2 0,-21 15 0,-3 2 0,1 0 0,0 0 0,1 0 0,12-4 0,-20 9 0,0-1 0,0 1 0,0 0 0,0-1 0,0 1 0,0 0 0,0 0 0,1-1 0,-1 1 0,0 0 0,0 0 0,0 0 0,0 1 0,0-1 0,1 0 0,-1 0 0,0 1 0,0-1 0,0 0 0,0 1 0,0-1 0,0 1 0,0-1 0,0 1 0,0 0 0,0-1 0,-1 1 0,1 0 0,0 0 0,0 0 0,0 0 0,-1-1 0,1 1 0,-1 0 0,1 0 0,-1 0 0,1 0 0,-1 1 0,1-1 0,-1 0 0,0 0 0,1 0 0,-1 0 0,0 2 0,2 29 0,-2-22 0,0-1 0,1 0 0,3 16 0,-4-23 0,1 0 0,-1 0 0,1 0 0,0 0 0,0-1 0,0 1 0,0 0 0,0 0 0,0-1 0,0 1 0,1-1 0,-1 1 0,0-1 0,1 0 0,-1 1 0,1-1 0,0 0 0,-1 0 0,1 0 0,0 0 0,0 0 0,2 0 0,-1 0 0,0-1 0,-1 0 0,1 0 0,-1 0 0,1-1 0,0 1 0,-1 0 0,1-1 0,-1 0 0,1 0 0,-1 0 0,1 0 0,-1 0 0,1 0 0,-1-1 0,0 1 0,0-1 0,0 1 0,0-1 0,3-3 0,1-1 0,0 0 0,0 0 0,-1-1 0,0 0 0,6-10 0,7-23 0,-18 40-23,0 0 1,0 0-1,0-1 0,0 1 0,0 0 1,0 0-1,1 0 0,-1 0 0,0 0 1,0-1-1,0 1 0,0 0 0,0 0 1,0 0-1,1 0 0,-1 0 0,0 0 1,0-1-1,0 1 0,0 0 0,0 0 1,1 0-1,-1 0 0,0 0 0,0 0 1,0 0-1,1 0 0,-1 0 0,0 0 1,0 0-1,0 0 0,0 0 0,1 0 1,-1 0-1,0 0 0,0 0 0,0 0 1,0 0-1,1 0 0,-1 0 0,0 0 1,0 0-1,0 0 0,0 1 0,1-1 1,-1 0-1,0 0 0,0 0 0,0 0 0,0 0 1,0 0-1,1 1 0,-1-1 0,0 0 1,0 0-1,0 0 0,0 0 0,0 1 1,0-1-1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46.664"/>
    </inkml:context>
    <inkml:brush xml:id="br0">
      <inkml:brushProperty name="width" value="0.05" units="cm"/>
      <inkml:brushProperty name="height" value="0.05" units="cm"/>
      <inkml:brushProperty name="color" value="#FFFFFF"/>
    </inkml:brush>
  </inkml:definitions>
  <inkml:trace contextRef="#ctx0" brushRef="#br0">10 52 24575,'0'-3'0,"0"-4"0,0-4 0,0-2 0,0 3 0,-3 3 0,-4 7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47.892"/>
    </inkml:context>
    <inkml:brush xml:id="br0">
      <inkml:brushProperty name="width" value="0.05" units="cm"/>
      <inkml:brushProperty name="height" value="0.05" units="cm"/>
      <inkml:brushProperty name="color" value="#FFFFFF"/>
    </inkml:brush>
  </inkml:definitions>
  <inkml:trace contextRef="#ctx0" brushRef="#br0">166 43 24575,'1'0'0,"0"-1"0,0 1 0,-1-1 0,1 1 0,0-1 0,0 1 0,-1-1 0,1 1 0,0-1 0,0 0 0,-1 1 0,1-1 0,-1 0 0,1 0 0,-1 0 0,1 1 0,-1-1 0,0 0 0,1 0 0,-1 0 0,0 0 0,1 0 0,-1 0 0,0 0 0,0 1 0,0-1 0,0 0 0,0 0 0,0 0 0,0 0 0,-1-1 0,2 1 0,-1 1 0,0-1 0,0 0 0,0 1 0,0-1 0,-1 0 0,1 1 0,0-1 0,0 0 0,0 1 0,0-1 0,-1 1 0,1-1 0,0 0 0,-1 1 0,1-1 0,0 1 0,-1-1 0,1 1 0,-1-1 0,1 1 0,0-1 0,-1 1 0,0 0 0,1-1 0,-1 1 0,1-1 0,-1 1 0,1 0 0,-1 0 0,0-1 0,1 1 0,-1 0 0,1 0 0,-1 0 0,0 0 0,1 0 0,-1 0 0,0 0 0,1 0 0,-1 0 0,0 0 0,1 0 0,-1 0 0,0 0 0,1 0 0,-1 1 0,1-1 0,-1 0 0,-1 1 0,-6 4 0,1-1 0,-1 2 0,1-1 0,0 1 0,0 0 0,1 0 0,-1 1 0,2 0 0,-9 10 0,-1 6 0,-23 45 0,34-58 0,-1-1 0,2 1 0,-1 0 0,1 0 0,1 0 0,0 0 0,0 0 0,1 1 0,0 15 0,1-22 0,1 0 0,-1 0 0,1 0 0,0 0 0,0 0 0,0 0 0,0 0 0,1-1 0,0 1 0,0 0 0,0-1 0,0 1 0,0-1 0,1 0 0,-1 0 0,1 0 0,0 0 0,0 0 0,0 0 0,0-1 0,0 1 0,1-1 0,-1 0 0,1 0 0,0 0 0,-1-1 0,6 2 0,0-1 0,-1 0 0,2 0 0,-1-1 0,0 0 0,0 0 0,0-1 0,0-1 0,1 1 0,-1-2 0,0 1 0,0-1 0,0 0 0,0-1 0,-1 0 0,1-1 0,-1 0 0,0 0 0,0 0 0,0-1 0,0-1 0,-1 1 0,14-14 0,-16 14 0,0 0 0,0-1 0,0 0 0,0 0 0,-1 0 0,0-1 0,0 1 0,-1-1 0,0 0 0,0 0 0,0 0 0,-1 0 0,0-1 0,-1 1 0,0 0 0,0-1 0,0 0 0,-1 1 0,0-1 0,-1 1 0,1-1 0,-1 1 0,-1-1 0,0 1 0,0 0 0,0-1 0,-1 1 0,-3-7 0,1 6 0,0 0 0,0 1 0,-1 0 0,1 0 0,-2 1 0,1-1 0,-1 1 0,-8-6 0,12 10 0,1 1 0,-1-1 0,0 0 0,0 1 0,0 0 0,0 0 0,0 0 0,0 0 0,-1 0 0,1 1 0,-5-1 0,6 1 0,0 0 0,0 0 0,0 1 0,0-1 0,0 1 0,0-1 0,1 1 0,-1 0 0,0 0 0,0 0 0,0 0 0,1 0 0,-1 0 0,1 0 0,-1 0 0,1 1 0,-1-1 0,1 1 0,0-1 0,-2 3 0,1-1-72,1-1 1,0 1-1,0-1 0,0 1 0,0 0 0,0-1 0,1 1 0,-1 0 1,1 0-1,0-1 0,0 1 0,0 0 0,0 0 0,0-1 0,0 1 1,1 0-1,0 0 0,1 4 0,4 13-6754</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48.359"/>
    </inkml:context>
    <inkml:brush xml:id="br0">
      <inkml:brushProperty name="width" value="0.05" units="cm"/>
      <inkml:brushProperty name="height" value="0.05" units="cm"/>
      <inkml:brushProperty name="color" value="#FFFFFF"/>
    </inkml:brush>
  </inkml:definitions>
  <inkml:trace contextRef="#ctx0" brushRef="#br0">4 285 24575,'0'-1'0,"0"0"0,0 1 0,0-1 0,0 1 0,0-1 0,0 1 0,0-1 0,0 0 0,0 1 0,0-1 0,0 1 0,1-1 0,-1 1 0,0-1 0,0 1 0,1-1 0,-1 1 0,0-1 0,1 1 0,-1-1 0,1 1 0,-1-1 0,0 1 0,1 0 0,-1-1 0,1 1 0,-1 0 0,1-1 0,-1 1 0,1 0 0,-1 0 0,1 0 0,0-1 0,-1 1 0,1 0 0,-1 0 0,1 0 0,-1 0 0,1 0 0,0 0 0,-1 0 0,1 0 0,-1 0 0,1 0 0,0 0 0,-1 0 0,1 1 0,-1-1 0,1 0 0,-1 0 0,1 1 0,-1-1 0,1 0 0,-1 1 0,1-1 0,-1 0 0,1 1 0,-1-1 0,0 1 0,1-1 0,-1 1 0,0-1 0,1 1 0,-1-1 0,0 1 0,1 0 0,1 6 0,1 1 0,-1-1 0,-1 1 0,0-1 0,0 1 0,0 0 0,-1 10 0,-7 56 0,6-60 0,-29 160 0,32-201 0,-2-45 0,-1 23 0,-1-41 0,0 40 0,2 0 0,3 0 0,8-53 0,-9 93 0,1 1 0,0-1 0,0 1 0,1 0 0,0 0 0,1 0 0,0 1 0,7-10 0,-11 16 0,1 0 0,0-1 0,-1 1 0,1 1 0,0-1 0,0 0 0,0 0 0,0 1 0,0-1 0,0 1 0,0 0 0,1-1 0,-1 1 0,1 0 0,-1 1 0,1-1 0,-1 0 0,1 1 0,-1-1 0,1 1 0,-1 0 0,1 0 0,0 0 0,-1 0 0,1 0 0,-1 0 0,1 1 0,-1-1 0,1 1 0,-1 0 0,1 0 0,-1 0 0,1 0 0,-1 0 0,3 3 0,1 0 13,0 0 1,-1 0-1,0 1 0,0 0 0,0 0 0,-1 0 0,0 0 0,0 1 0,0 0 1,0 0-1,-1 0 0,0 0 0,-1 1 0,1-1 0,-1 1 0,0-1 0,-1 1 1,0 0-1,0 0 0,0 0 0,-1 0 0,0 0 0,0 0 0,-1-1 0,-2 13 1,2-11-96,-1 1 1,0-1 0,-1 0 0,0 0-1,0 0 1,-1 0 0,0-1-1,0 1 1,-1-1 0,1 0 0,-2-1-1,1 1 1,-1-1 0,0 0 0,0 0-1,-1-1 1,0 1 0,0-2 0,0 1-1,-12 5 1,-3-2-6745</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48.780"/>
    </inkml:context>
    <inkml:brush xml:id="br0">
      <inkml:brushProperty name="width" value="0.05" units="cm"/>
      <inkml:brushProperty name="height" value="0.05" units="cm"/>
      <inkml:brushProperty name="color" value="#FFFFFF"/>
    </inkml:brush>
  </inkml:definitions>
  <inkml:trace contextRef="#ctx0" brushRef="#br0">0 170 24575,'1'1'0,"1"0"0,-1-1 0,0 1 0,0 0 0,0 0 0,0 0 0,0 0 0,0 0 0,0 0 0,0 0 0,-1 0 0,1 0 0,0 0 0,-1 0 0,1 0 0,-1 1 0,1-1 0,0 3 0,10 14 0,-8-16 0,1 0 0,-1 0 0,1 0 0,-1 0 0,1-1 0,0 1 0,0-1 0,0 0 0,0 0 0,0-1 0,-1 1 0,1-1 0,0 0 0,0 0 0,0 0 0,0 0 0,0-1 0,5-1 0,-3 1 0,-1-1 0,1 1 0,-1-1 0,0-1 0,1 1 0,-1-1 0,0 0 0,-1 0 0,1 0 0,0-1 0,-1 1 0,5-6 0,-5 3 0,1 0 0,-1 0 0,-1 0 0,1-1 0,-1 0 0,0 0 0,0 0 0,-1 0 0,0 0 0,1-9 0,-2 11 0,0-1 0,0 1 0,-1 0 0,0-1 0,0 1 0,-1 0 0,1-1 0,-1 1 0,0 0 0,-1-1 0,1 1 0,-1 0 0,0 0 0,-5-8 0,7 12 0,-1 0 0,0-1 0,1 1 0,-1 0 0,0 0 0,0 1 0,0-1 0,0 0 0,0 0 0,0 0 0,0 1 0,0-1 0,0 0 0,0 1 0,0-1 0,-1 1 0,1-1 0,0 1 0,0 0 0,0-1 0,-1 1 0,1 0 0,0 0 0,-3 0 0,2 1 0,-1-1 0,0 1 0,1 0 0,-1 0 0,1 0 0,-1 0 0,1 1 0,0-1 0,0 1 0,-1-1 0,-1 3 0,-4 3 0,1 0 0,1 1 0,-1 0 0,1 0 0,-7 13 0,7-8 34,0 0 1,1 0-1,0 0 0,1 1 0,1 0 0,0 0 0,1 0 0,0 0 0,1 25 1,1-31-78,1 1 0,0-1 1,1 0-1,0 0 0,0 0 1,0 0-1,8 15 0,-8-18-62,1-1 0,0 1 0,1-1 0,-1 1 0,1-1 0,-1 0 0,1 0 0,0-1 0,1 1 0,-1-1 0,1 0 0,8 5 0,5-1-6721</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49.118"/>
    </inkml:context>
    <inkml:brush xml:id="br0">
      <inkml:brushProperty name="width" value="0.05" units="cm"/>
      <inkml:brushProperty name="height" value="0.05" units="cm"/>
      <inkml:brushProperty name="color" value="#FFFFFF"/>
    </inkml:brush>
  </inkml:definitions>
  <inkml:trace contextRef="#ctx0" brushRef="#br0">3 107 24575,'0'-107'0,"-1"140"0,0-21 0,0 1 0,1-1 0,1 0 0,0 1 0,3 12 0,-4-24 0,1 0 0,-1-1 0,0 1 0,1 0 0,-1-1 0,1 1 0,-1-1 0,1 1 0,-1-1 0,1 1 0,0-1 0,-1 1 0,1-1 0,-1 1 0,1-1 0,0 0 0,0 1 0,-1-1 0,1 0 0,0 0 0,-1 0 0,1 1 0,0-1 0,0 0 0,-1 0 0,1 0 0,0 0 0,0 0 0,0 0 0,-1-1 0,1 1 0,0 0 0,-1 0 0,1 0 0,0-1 0,0 1 0,-1 0 0,1-1 0,0 1 0,0-1 0,36-21 0,-29 17 0,16-11 0,22-13 0,-42 27 0,-1 1 0,1-1 0,0 0 0,0 1 0,0 0 0,0 0 0,0 0 0,0 1 0,0-1 0,4 1 0,-6 0 11,0 0 0,0 1 0,-1-1-1,1 1 1,0 0 0,-1-1 0,1 1-1,0 0 1,-1 0 0,1 0 0,-1 0-1,0 0 1,1 0 0,-1 1 0,0-1-1,0 0 1,1 1 0,-1-1 0,0 1-1,0-1 1,-1 1 0,1-1 0,0 1-1,0 0 1,-1-1 0,1 1 0,-1 0 0,0 0-1,1-1 1,-1 3 0,1 8-276,0-1 1,0 1 0,-2 17-1,1-20-376,-1 9-6185</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49.568"/>
    </inkml:context>
    <inkml:brush xml:id="br0">
      <inkml:brushProperty name="width" value="0.05" units="cm"/>
      <inkml:brushProperty name="height" value="0.05" units="cm"/>
      <inkml:brushProperty name="color" value="#FFFFFF"/>
    </inkml:brush>
  </inkml:definitions>
  <inkml:trace contextRef="#ctx0" brushRef="#br0">146 170 24575,'0'-1'0,"0"1"0,0-1 0,0 1 0,0-1 0,0 0 0,0 1 0,0-1 0,0 0 0,0 1 0,0-1 0,0 0 0,-1 1 0,1-1 0,0 1 0,0-1 0,-1 0 0,1 1 0,0-1 0,-1 1 0,1-1 0,0 1 0,-1-1 0,1 1 0,-1-1 0,1 1 0,-1 0 0,1-1 0,-1 1 0,1 0 0,-1-1 0,0 1 0,1 0 0,-1-1 0,1 1 0,-1 0 0,0 0 0,1 0 0,-1 0 0,0 0 0,1 0 0,-2 0 0,1 0 0,-1 0 0,1 1 0,-1-1 0,1 1 0,-1-1 0,1 1 0,-1 0 0,1-1 0,-1 1 0,1 0 0,0 0 0,0 0 0,-1 0 0,1 0 0,-2 2 0,-6 11 0,0 1 0,0 0 0,-11 29 0,13-28 0,0 0 0,-1-1 0,-17 25 0,15-31 0,9-16 0,11-20 0,25-50 0,22-40 0,-48 101 0,0 0 0,2 1 0,0 0 0,25-25 0,-35 38 0,1 1 0,-1-1 0,1 1 0,0-1 0,-1 1 0,1 0 0,0 0 0,0 0 0,0 0 0,0 0 0,0 0 0,0 0 0,0 1 0,0-1 0,0 1 0,0-1 0,0 1 0,0 0 0,1 0 0,-1 0 0,0 0 0,0 0 0,0 0 0,0 1 0,4 0 0,-3 1 0,-1-1 0,0 1 0,0 0 0,0-1 0,0 1 0,0 0 0,0 0 0,0 0 0,0 1 0,-1-1 0,1 0 0,-1 1 0,0-1 0,0 1 0,0-1 0,0 1 0,0-1 0,0 1 0,0 5 0,3 27 2,-1 1-1,-2-1 1,-4 44 0,1-17-1374,1-39-5454</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49.880"/>
    </inkml:context>
    <inkml:brush xml:id="br0">
      <inkml:brushProperty name="width" value="0.05" units="cm"/>
      <inkml:brushProperty name="height" value="0.05" units="cm"/>
      <inkml:brushProperty name="color" value="#FFFFFF"/>
    </inkml:brush>
  </inkml:definitions>
  <inkml:trace contextRef="#ctx0" brushRef="#br0">7 124 24575,'-3'-11'0,"2"10"0,1 1 0,0-1 0,0 1 0,-1 0 0,1-1 0,0 1 0,0-1 0,-1 1 0,1-1 0,0 1 0,0-1 0,0 1 0,0 0 0,0-1 0,0 1 0,0-1 0,0 1 0,0-1 0,0 1 0,0-1 0,0 1 0,0-1 0,0 1 0,0-1 0,1 1 0,-1-1 0,0 1 0,0-1 0,0 1 0,1 0 0,-1-1 0,0 1 0,1 0 0,-1-1 0,0 1 0,1 0 0,-1-1 0,0 1 0,1 0 0,-1-1 0,1 1 0,-1 0 0,1 0 0,-1 0 0,1-1 0,-1 1 0,0 0 0,1 0 0,-1 0 0,1 0 0,-1 0 0,1 0 0,0 0 0,16-3 0,0 0 0,0 1 0,0 1 0,0 1 0,23 2 0,3 0 0,-27-2 0,4 1 0,-1-1 0,1-1 0,-1-1 0,24-5 0,-38 5 0,0 1 0,0-1 0,0 0 0,0 0 0,0 0 0,-1-1 0,1 1 0,-1-1 0,0 0 0,0-1 0,0 1 0,0-1 0,0 0 0,-1 0 0,1 0 0,-1 0 0,0 0 0,-1-1 0,1 0 0,2-6 0,-2 6 0,-2 5 0,-1 14 0,-6 23 0,-29 111-1365,24-113-5461</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50.908"/>
    </inkml:context>
    <inkml:brush xml:id="br0">
      <inkml:brushProperty name="width" value="0.05" units="cm"/>
      <inkml:brushProperty name="height" value="0.05" units="cm"/>
      <inkml:brushProperty name="color" value="#FFFFFF"/>
    </inkml:brush>
  </inkml:definitions>
  <inkml:trace contextRef="#ctx0" brushRef="#br0">172 103 24575,'12'-11'0,"19"-22"0,-30 32 0,1-1 0,-1 0 0,0 1 0,0-1 0,0 0 0,0 0 0,-1 0 0,1 0 0,0 0 0,-1 0 0,1 0 0,-1 0 0,0 0 0,0 0 0,0 0 0,0 0 0,0-3 0,0 3 0,-1 1 0,1 0 0,-1 0 0,1 0 0,-1 0 0,0 0 0,1-1 0,-1 1 0,0 0 0,0 1 0,0-1 0,0 0 0,0 0 0,0 0 0,0 0 0,0 1 0,0-1 0,0 0 0,0 1 0,-1-1 0,1 1 0,0 0 0,0-1 0,0 1 0,-1 0 0,1 0 0,0-1 0,-1 1 0,1 0 0,0 0 0,0 1 0,-1-1 0,1 0 0,-2 1 0,-3 0 0,0 0 0,0 1 0,0-1 0,0 1 0,1 1 0,-7 2 0,0 3 0,0 0 0,0 1 0,1 0 0,0 1 0,0 0 0,1 1 0,1 0 0,0 1 0,0-1 0,1 2 0,1-1 0,-8 17 0,14-27 0,1 0 0,-1 0 0,0 0 0,0 1 0,1-1 0,-1 0 0,1 0 0,0 1 0,0-1 0,0 1 0,0-1 0,0 0 0,0 1 0,0-1 0,1 0 0,0 1 0,-1-1 0,1 0 0,0 0 0,0 0 0,0 0 0,0 1 0,0-1 0,1-1 0,-1 1 0,1 0 0,-1 0 0,1 0 0,-1-1 0,1 1 0,0-1 0,0 1 0,0-1 0,0 0 0,0 0 0,4 2 0,8 3 0,-1-1 0,1-1 0,0 0 0,26 3 0,-33-6 0,-4 0 0,0-1 0,1 1 0,-1-1 0,1 0 0,-1 0 0,1-1 0,-1 1 0,0-1 0,1 1 0,-1-1 0,0 0 0,0 0 0,1-1 0,-1 1 0,0-1 0,0 1 0,0-1 0,0 0 0,-1 0 0,4-3 0,2-3 0,-1-1 0,0 0 0,0-1 0,9-16 0,14-19 0,6 8 0,-35 35 0,1 0 0,0 1 0,0-1 0,0 1 0,0 0 0,0-1 0,1 1 0,-1 0 0,0 0 0,0 0 0,1 1 0,-1-1 0,0 0 0,1 1 0,-1 0 0,1-1 0,-1 1 0,4 0 0,-5 1 0,-1-1 0,1 1 0,0-1 0,0 1 0,0-1 0,-1 1 0,1 0 0,0-1 0,-1 1 0,1 0 0,-1 0 0,1-1 0,-1 1 0,1 0 0,-1 0 0,1 0 0,-1 0 0,0-1 0,1 1 0,-1 0 0,0 0 0,0 0 0,0 0 0,0 0 0,0 0 0,0 0 0,0 0 0,0 0 0,0 0 0,0 0 0,-1 1 0,-7 32 0,8-33 0,-6 17 114,1 1 0,-3 21 0,7-32-328,0 0 1,1 0 0,0-1-1,0 1 1,1 0 0,0 0-1,3 14 1,0-10-6613</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51.389"/>
    </inkml:context>
    <inkml:brush xml:id="br0">
      <inkml:brushProperty name="width" value="0.05" units="cm"/>
      <inkml:brushProperty name="height" value="0.05" units="cm"/>
      <inkml:brushProperty name="color" value="#FFFFFF"/>
    </inkml:brush>
  </inkml:definitions>
  <inkml:trace contextRef="#ctx0" brushRef="#br0">65 174 24575,'-1'0'0,"1"0"0,-1 1 0,1-1 0,-1 1 0,1-1 0,-1 0 0,1 1 0,-1-1 0,1 1 0,0 0 0,-1-1 0,1 1 0,-1-1 0,1 1 0,0 0 0,0-1 0,-1 1 0,1-1 0,0 1 0,0 0 0,0-1 0,0 1 0,0 0 0,0-1 0,0 1 0,0 0 0,0-1 0,0 1 0,0 0 0,0-1 0,1 2 0,3 26 0,-4-25 0,1 2 0,7 33 0,-3 0 0,2 69 0,-8-201 0,-2 59 0,2 1 0,2-1 0,1 0 0,10-51 0,-10 79 0,0 1 0,0-1 0,1 1 0,-1-1 0,2 1 0,-1 0 0,1 0 0,-1 1 0,9-10 0,-10 13 0,0 0 0,1 0 0,-1 0 0,0 0 0,1 1 0,-1-1 0,1 1 0,-1 0 0,1 0 0,0 0 0,0 0 0,-1 0 0,1 0 0,0 1 0,0-1 0,0 1 0,0 0 0,0 0 0,0 0 0,0 0 0,0 0 0,-1 1 0,1 0 0,0-1 0,3 2 0,0 1 0,-1-1 0,1 1 0,-1 0 0,0 0 0,0 0 0,0 1 0,-1 0 0,1 0 0,-1 0 0,0 1 0,0-1 0,0 1 0,-1 0 0,0 0 0,1 0 0,3 11 0,-5-12 0,-1-1 0,0 1 0,1 0 0,-1 0 0,0-1 0,-1 1 0,1 0 0,-1 0 0,0 0 0,0 0 0,0 0 0,0 0 0,-1 0 0,0 0 0,1 0 0,-1-1 0,-1 1 0,1 0 0,0 0 0,-1-1 0,0 1 0,0-1 0,0 0 0,0 1 0,-1-1 0,-3 4 0,-2-1 0,0 0 0,0 0 0,-1-1 0,0 0 0,0-1 0,0 1 0,0-2 0,0 0 0,-12 3 0,-89 14 0,109-20 0,-29 4-1365,5-2-5461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51.773"/>
    </inkml:context>
    <inkml:brush xml:id="br0">
      <inkml:brushProperty name="width" value="0.05" units="cm"/>
      <inkml:brushProperty name="height" value="0.05" units="cm"/>
      <inkml:brushProperty name="color" value="#FFFFFF"/>
    </inkml:brush>
  </inkml:definitions>
  <inkml:trace contextRef="#ctx0" brushRef="#br0">0 86 24575,'4'0'0,"0"-1"0,-1 0 0,1 0 0,-1 0 0,0-1 0,1 1 0,-1-1 0,0 0 0,0 0 0,0 0 0,0 0 0,0 0 0,2-3 0,-1 2 0,0-1 0,0 1 0,0 1 0,0-1 0,0 1 0,0-1 0,1 1 0,5-1 0,2 1 0,1 1 0,0 0 0,0 1 0,18 2 0,-20-1 0,0-1 0,0 1 0,0-2 0,0 1 0,20-5 0,-31 5 0,1 0 0,-1 0 0,0 0 0,1 0 0,-1 0 0,0 0 0,1 0 0,-1-1 0,0 1 0,1 0 0,-1 0 0,0 0 0,1 0 0,-1-1 0,0 1 0,0 0 0,1 0 0,-1 0 0,0-1 0,0 1 0,1 0 0,-1-1 0,0 1 0,0 0 0,1 0 0,-1-1 0,0 1 0,0 0 0,0-1 0,0 1 0,0-1 0,0 0 0,-8-7 0,-19-3 0,23 10 0,-1 0 0,1 0 0,-1 0 0,1 1 0,-1 0 0,1 0 0,-1 0 0,1 1 0,-1 0 0,1-1 0,-1 2 0,1-1 0,-1 0 0,1 1 0,0 0 0,-7 4 0,6-3 0,0 1 0,0 1 0,1-1 0,0 0 0,0 1 0,0 0 0,0 0 0,1 0 0,0 0 0,0 1 0,-3 5 0,-1 8 0,1 1 0,1 0 0,0-1 0,2 1 0,0 1 0,0 26 0,2 34-1365,2-47-5461</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54.429"/>
    </inkml:context>
    <inkml:brush xml:id="br0">
      <inkml:brushProperty name="width" value="0.05" units="cm"/>
      <inkml:brushProperty name="height" value="0.05" units="cm"/>
      <inkml:brushProperty name="color" value="#FFFFFF"/>
    </inkml:brush>
  </inkml:definitions>
  <inkml:trace contextRef="#ctx0" brushRef="#br0">144 380 24575,'-1'9'0,"0"0"0,0 0 0,-1 0 0,0-1 0,-7 15 0,-23 52 0,14-35 0,-59 135 0,160-371 0,-55 122 0,3 1 0,42-68 0,10 15 0,-70 108 0,1 1 0,1 1 0,0 0 0,32-24 0,-44 38 0,0 0 0,0-1 0,1 1 0,-1 1 0,1-1 0,-1 0 0,1 1 0,0 0 0,0 0 0,5-1 0,-8 2 0,0 0 0,1 0 0,-1 0 0,0 0 0,0 1 0,1-1 0,-1 0 0,0 1 0,0-1 0,0 1 0,0-1 0,0 1 0,0 0 0,0-1 0,0 1 0,0 0 0,0 0 0,0 0 0,0 0 0,0 0 0,0 0 0,-1 0 0,1 0 0,0 0 0,-1 0 0,1 0 0,-1 0 0,1 0 0,-1 1 0,0-1 0,1 0 0,-1 0 0,0 0 0,0 1 0,0 1 0,1 14 0,-1 0 0,-1 0 0,0 1 0,-2-2 0,0 1 0,0 0 0,-7 17 0,0 6 0,-19 90 0,-16 184 0,45-272 0,0-40 0,1-1 0,-1 0 0,0 1 0,1-1 0,-1 0 0,1 0 0,-1 1 0,1-1 0,-1 0 0,1 0 0,0 0 0,1 2 0,-2-3 0,1 1 0,-1-1 0,1 0 0,-1 1 0,1-1 0,-1 0 0,1 0 0,-1 0 0,1 0 0,-1 1 0,1-1 0,0 0 0,-1 0 0,1 0 0,-1 0 0,1 0 0,0 0 0,-1 0 0,1 0 0,-1-1 0,1 1 0,-1 0 0,1 0 0,-1 0 0,1-1 0,0 1 0,-1 0 0,1-1 0,0 0 0,2-1 0,-1 0 0,1 0 0,-1-1 0,1 1 0,-1-1 0,0 0 0,0 0 0,0 0 0,0 0 0,-1 0 0,1 0 0,-1 0 0,0-1 0,1-4 0,1-4 0,0 1 0,1-24 0,-4 22 0,0 0 0,-1 0 0,-1 0 0,0 0 0,-1 0 0,0 0 0,-1 0 0,0 1 0,-1 0 0,-1 0 0,-8-14 0,11 21 0,0 0 0,-1 0 0,0 0 0,0 0 0,0 1 0,-1 0 0,1 0 0,-1 0 0,0 0 0,0 1 0,-8-5 0,8 7 0,1-1 0,0 1 0,-1 0 0,1 0 0,-1 0 0,1 1 0,-1-1 0,1 1 0,-1 0 0,1 1 0,-1-1 0,1 1 0,-1 0 0,1 0 0,0 0 0,-1 0 0,-4 3 0,4-1 0,-1 0 0,1 0 0,0 0 0,0 0 0,1 1 0,-1 0 0,1 0 0,0 0 0,0 1 0,-5 5 0,7-7 0,1-1 0,-1 1 0,0 0 0,1 0 0,-1 0 0,1 0 0,0 0 0,0 0 0,0 0 0,0 0 0,0 1 0,1-1 0,0 0 0,-1 1 0,1-1 0,1 0 0,-1 0 0,0 1 0,2 5 0,-1-8 0,0 1 0,-1-1 0,1 1 0,0-1 0,0 1 0,0-1 0,0 0 0,1 0 0,-1 1 0,0-1 0,0 0 0,1 0 0,-1 0 0,1 0 0,-1-1 0,1 1 0,-1 0 0,1-1 0,-1 1 0,1-1 0,0 1 0,-1-1 0,1 0 0,0 1 0,-1-1 0,1 0 0,0 0 0,-1 0 0,1-1 0,0 1 0,1-1 0,6 0 0,0-1 0,0 0 0,0-1 0,11-5 0,22-12 0,-2-2 0,49-35 0,-48 30 0,75-38 0,-106 60 0,1 1 0,-1 0 0,19-4 0,-26 8 0,0-1 0,-1 1 0,1 0 0,0 0 0,0 0 0,-1 0 0,1 0 0,0 1 0,3 0 0,-5 0 0,1-1 0,-1 1 0,0-1 0,0 1 0,0 0 0,0-1 0,0 1 0,0 0 0,0 0 0,0 0 0,0 0 0,0 0 0,0 0 0,-1 0 0,1 0 0,0 0 0,-1 0 0,1 1 0,-1-1 0,1 2 0,1 8 0,0 0 0,0 0 0,-2 1 0,1-1 0,-2 0 0,1 1 0,-3 12 0,1-10 0,1 0 0,0 0 0,3 23 0,-2-36 0,0-1 0,0 0 0,0 0 0,0 0 0,0 0 0,0 0 0,0 0 0,0 1 0,0-1 0,0 0 0,0 0 0,0 0 0,0 0 0,0 0 0,0 0 0,0 0 0,0 0 0,0 1 0,0-1 0,0 0 0,0 0 0,0 0 0,1 0 0,-1 0 0,0 0 0,0 0 0,0 0 0,0 0 0,0 0 0,0 0 0,0 0 0,0 0 0,1 0 0,-1 1 0,0-1 0,0 0 0,0 0 0,0 0 0,0 0 0,0 0 0,0 0 0,1 0 0,-1 0 0,0 0 0,0-1 0,0 1 0,0 0 0,0 0 0,0 0 0,0 0 0,1 0 0,-1 0 0,0 0 0,8-7 0,6-12 0,-14 19 0,2-3 0,74-101 0,-64 90 0,0 0 0,1 1 0,0 0 0,30-20 0,-41 31 0,1 0 0,-1 1 0,0 0 0,1-1 0,-1 1 0,1 0 0,-1 0 0,1 0 0,0 1 0,-1-1 0,1 1 0,0-1 0,-1 1 0,1 0 0,0 0 0,0 0 0,-1 0 0,5 1 0,-5 0 0,1 1 0,-1-1 0,1 1 0,-1-1 0,1 1 0,-1 0 0,0 0 0,0 0 0,0 0 0,0 0 0,0 0 0,0 1 0,0-1 0,-1 1 0,1-1 0,1 5 0,-2-3-76,1 1 1,0-1-1,0 0 0,1 0 0,-1 0 0,1-1 0,0 1 0,-1-1 1,2 1-1,-1-1 0,0 0 0,1 0 0,-1-1 0,1 1 1,0-1-1,0 1 0,7 2 0,3 0-6750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55.175"/>
    </inkml:context>
    <inkml:brush xml:id="br0">
      <inkml:brushProperty name="width" value="0.05" units="cm"/>
      <inkml:brushProperty name="height" value="0.05" units="cm"/>
      <inkml:brushProperty name="color" value="#FFFFFF"/>
    </inkml:brush>
  </inkml:definitions>
  <inkml:trace contextRef="#ctx0" brushRef="#br0">5 19 24575,'0'-3'0,"-3"-1"0,2 0 0,4 1 0,7 1 0,9 1 0,6 0 0,5 1 0,3 0 0,3 0 0,0 0 0,-6 0-8191</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55.578"/>
    </inkml:context>
    <inkml:brush xml:id="br0">
      <inkml:brushProperty name="width" value="0.05" units="cm"/>
      <inkml:brushProperty name="height" value="0.05" units="cm"/>
      <inkml:brushProperty name="color" value="#FFFFFF"/>
    </inkml:brush>
  </inkml:definitions>
  <inkml:trace contextRef="#ctx0" brushRef="#br0">275 102 24575,'2'-1'0,"0"-1"0,0 0 0,0 1 0,0-1 0,-1 0 0,1 0 0,-1 0 0,0-1 0,1 1 0,-1 0 0,0 0 0,0-1 0,-1 1 0,1 0 0,0-1 0,-1 1 0,1-1 0,-1 1 0,0-1 0,0 1 0,0-4 0,-1 4 0,0-1 0,0 1 0,0 0 0,0-1 0,0 1 0,-1 0 0,1 0 0,-1 0 0,1 0 0,-1 0 0,0 0 0,0 0 0,1 1 0,-1-1 0,-1 1 0,1-1 0,0 1 0,0 0 0,0 0 0,-1 0 0,-2-1 0,1 0 0,-1 0 0,0 1 0,1 0 0,-1-1 0,0 2 0,0-1 0,0 0 0,0 1 0,0 0 0,0 0 0,1 1 0,-1-1 0,0 1 0,0 0 0,0 0 0,0 1 0,1-1 0,-1 1 0,1 0 0,-1 0 0,1 1 0,0-1 0,0 1 0,0 0 0,0 0 0,0 0 0,1 1 0,-1 0 0,1-1 0,0 1 0,0 0 0,1 0 0,-1 1 0,1-1 0,0 0 0,0 1 0,0-1 0,0 1 0,1 0 0,-2 9 0,2-4 0,1 1 0,0-1 0,1 0 0,0 0 0,0 0 0,1 0 0,3 11 0,29 67 0,-24-66 0,-1 1 0,-1-1 0,4 25 0,-11-45 9,-1 1-1,1-1 1,-1 0-1,0 1 1,0-1-1,0 0 1,-1 1 0,1-1-1,0 0 1,-1 1-1,0-1 1,1 0-1,-1 1 1,0-1-1,0 0 1,0 0-1,-1 0 1,1 0-1,-2 3 1,-1-2 8,1 0 0,-1 0 0,1 0 0,-1 0 0,0-1 0,0 1 0,0-1 0,-1 0 1,-5 2-1,-5 0-302,1 0 1,-1-1-1,-1 0 1,1-1-1,-16 0 1,12-2-6542</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55.971"/>
    </inkml:context>
    <inkml:brush xml:id="br0">
      <inkml:brushProperty name="width" value="0.05" units="cm"/>
      <inkml:brushProperty name="height" value="0.05" units="cm"/>
      <inkml:brushProperty name="color" value="#FFFFFF"/>
    </inkml:brush>
  </inkml:definitions>
  <inkml:trace contextRef="#ctx0" brushRef="#br0">161 5 24575,'-1'0'0,"1"0"0,0-1 0,0 1 0,-1 0 0,1-1 0,0 1 0,-1 0 0,1-1 0,0 1 0,-1 0 0,1 0 0,0 0 0,-1-1 0,1 1 0,0 0 0,-1 0 0,1 0 0,-1 0 0,1 0 0,0 0 0,-1-1 0,1 1 0,-1 0 0,1 0 0,-1 0 0,1 1 0,0-1 0,-1 0 0,1 0 0,-1 0 0,1 0 0,0 0 0,-1 0 0,1 1 0,0-1 0,-1 0 0,1 0 0,0 0 0,-1 1 0,1-1 0,-1 1 0,-19 9 0,9-2 0,-1 1 0,2 0 0,-1 1 0,1 0 0,1 0 0,-1 1 0,-8 15 0,13-18 0,1-1 0,0 1 0,0-1 0,1 1 0,0 0 0,0 1 0,1-1 0,0 0 0,1 1 0,-1-1 0,2 1 0,-1-1 0,2 14 0,-1-20 0,0 0 0,1 0 0,-1 1 0,0-1 0,1 0 0,0 0 0,-1 0 0,1 1 0,0-1 0,0 0 0,0 0 0,1 0 0,-1 0 0,0-1 0,1 1 0,-1 0 0,1-1 0,0 1 0,-1 0 0,1-1 0,0 0 0,0 0 0,0 1 0,0-1 0,0 0 0,0 0 0,0-1 0,1 1 0,-1 0 0,0-1 0,0 1 0,1-1 0,-1 0 0,0 0 0,0 0 0,5 0 0,-1-1 0,0 0 0,-1 0 0,1 0 0,0-1 0,0 1 0,0-2 0,-1 1 0,1 0 0,-1-1 0,0 0 0,0 0 0,0-1 0,5-4 0,-3 1 0,0-1 0,-1 0 0,1 0 0,-1-1 0,-1 0 0,0 0 0,8-18 0,-10 19 0,-1 1 0,1-1 0,-1 0 0,-1 0 0,1 0 0,-1 0 0,-1 0 0,0 0 0,0 0 0,-2-13 0,2 19 0,0 1 0,0-1 0,-1 0 0,1 1 0,0-1 0,-1 1 0,0-1 0,1 1 0,-1-1 0,0 1 0,0-1 0,0 1 0,0-1 0,0 1 0,0 0 0,0 0 0,-1 0 0,1-1 0,-2 0 0,1 2 0,1-1 0,0 1 0,-1 0 0,1-1 0,0 1 0,-1 0 0,1 0 0,0 0 0,-1 0 0,1 0 0,0 0 0,-1 1 0,1-1 0,-1 0 0,1 1 0,0-1 0,0 1 0,-3 1 0,-1 1 0,-1 0 0,1 1 0,0 0 0,0 1 0,0-1 0,1 1 0,0 0 0,-6 7 0,-2 8-1365,3-3-5461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56.376"/>
    </inkml:context>
    <inkml:brush xml:id="br0">
      <inkml:brushProperty name="width" value="0.05" units="cm"/>
      <inkml:brushProperty name="height" value="0.05" units="cm"/>
      <inkml:brushProperty name="color" value="#FFFFFF"/>
    </inkml:brush>
  </inkml:definitions>
  <inkml:trace contextRef="#ctx0" brushRef="#br0">119 48 24575,'0'-3'0,"-1"-1"0,1 1 0,-1-1 0,0 1 0,0 0 0,0-1 0,0 1 0,-1 0 0,-2-5 0,4 8 0,0-1 0,0 1 0,-1-1 0,1 1 0,0-1 0,-1 1 0,1-1 0,-1 1 0,1-1 0,0 1 0,-1-1 0,1 1 0,-1 0 0,1-1 0,-1 1 0,1 0 0,-1-1 0,0 1 0,1 0 0,-1 0 0,1-1 0,-1 1 0,1 0 0,-1 0 0,0 0 0,1 0 0,-1 0 0,0 0 0,1 0 0,-1 0 0,1 0 0,-1 0 0,0 0 0,1 1 0,-1-1 0,1 0 0,-1 0 0,0 0 0,1 1 0,-1-1 0,1 0 0,-1 1 0,1-1 0,-1 1 0,1-1 0,0 0 0,-1 1 0,1-1 0,-1 1 0,1-1 0,0 1 0,-1-1 0,1 1 0,0 0 0,0-1 0,-1 1 0,1 0 0,-14 26 0,0 0 0,2 1 0,2 0 0,0 1 0,-7 35 0,16-60 0,1 0 0,-1 0 0,1 0 0,-1 0 0,1 0 0,0 0 0,1 6 0,-1-9 0,0-1 0,0 1 0,1-1 0,-1 1 0,0-1 0,0 1 0,0-1 0,1 1 0,-1-1 0,0 1 0,1-1 0,-1 1 0,0-1 0,1 0 0,-1 1 0,1-1 0,-1 0 0,0 1 0,1-1 0,-1 0 0,1 0 0,-1 1 0,2-1 0,-1 0 0,0 0 0,1 0 0,-1 0 0,0 0 0,1 0 0,-1 0 0,0-1 0,0 1 0,0-1 0,1 1 0,-1-1 0,0 1 0,0-1 0,2-1 0,20-13 0,-1-2 0,-1 0 0,23-24 0,22-18 0,-63 56 0,0 1 0,0 0 0,0 0 0,0 0 0,0 0 0,1 0 0,-1 1 0,1-1 0,-1 1 0,8-1 0,-9 2 0,-1 0 0,0 0 0,0 0 0,0 0 0,0 1 0,1-1 0,-1 0 0,0 1 0,0-1 0,0 1 0,0-1 0,0 1 0,0-1 0,0 1 0,0 0 0,0 0 0,0-1 0,0 1 0,-1 0 0,1 0 0,0 0 0,0 0 0,-1 0 0,1 0 0,-1 0 0,1 0 0,-1 0 0,1 0 0,-1 0 0,0 1 0,1-1 0,-1 0 0,0 0 0,0 0 0,0 1 0,0-1 0,0 1 0,1 18-300,-1 35-1,-1-46-463,0 9-6062</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56.777"/>
    </inkml:context>
    <inkml:brush xml:id="br0">
      <inkml:brushProperty name="width" value="0.05" units="cm"/>
      <inkml:brushProperty name="height" value="0.05" units="cm"/>
      <inkml:brushProperty name="color" value="#FFFFFF"/>
    </inkml:brush>
  </inkml:definitions>
  <inkml:trace contextRef="#ctx0" brushRef="#br0">31 43 24575,'0'-2'0,"-1"-2"0,1 1 0,0-1 0,0 1 0,1-1 0,-1 1 0,1-1 0,0 1 0,0-1 0,2-5 0,-12 54 0,3-26 0,-14 65 0,19-83 0,1 0 0,0 0 0,0 0 0,-1 0 0,1 0 0,0 0 0,0 0 0,0 0 0,0 0 0,0 0 0,1 0 0,-1 0 0,0 0 0,0 0 0,1 0 0,-1 0 0,0 0 0,1 0 0,-1 0 0,1 0 0,-1-1 0,1 1 0,0 0 0,-1 0 0,1 0 0,0-1 0,1 2 0,0-1 0,-1-1 0,1 1 0,0-1 0,-1 0 0,1 0 0,0 0 0,0 0 0,-1 0 0,1 0 0,0 0 0,0 0 0,-1-1 0,1 1 0,3-2 0,6-2 0,0-1 0,0-1 0,15-9 0,-8 2 0,-15 10 0,1 0 0,0 0 0,-1 1 0,1-1 0,0 1 0,0 0 0,0 0 0,6-2 0,-9 4 0,0 0 0,0 0 0,-1 1 0,1-1 0,0 0 0,0 0 0,-1 1 0,1-1 0,0 1 0,-1-1 0,1 0 0,0 1 0,-1-1 0,1 1 0,-1-1 0,1 1 0,-1 0 0,1-1 0,-1 1 0,1 0 0,-1-1 0,1 1 0,-1 0 0,0-1 0,0 1 0,1 0 0,-1 0 0,0-1 0,0 1 0,0 0 0,0 0 0,0 0 0,0-1 0,0 1 0,0 1 0,0 31 0,-6-4 319,4-23-656,1 1 0,0-1 1,0 0-1,0 10 0,2-4-6489</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57.365"/>
    </inkml:context>
    <inkml:brush xml:id="br0">
      <inkml:brushProperty name="width" value="0.05" units="cm"/>
      <inkml:brushProperty name="height" value="0.05" units="cm"/>
      <inkml:brushProperty name="color" value="#FFFFFF"/>
    </inkml:brush>
  </inkml:definitions>
  <inkml:trace contextRef="#ctx0" brushRef="#br0">17 375 24575,'7'0'0,"0"-1"0,0 0 0,0 0 0,-1-1 0,1 0 0,-1 0 0,1-1 0,9-5 0,-12 6 0,-1 0 0,1 0 0,0 0 0,-1 0 0,0-1 0,0 0 0,0 0 0,0 1 0,0-2 0,0 1 0,-1 0 0,1-1 0,-1 1 0,0-1 0,1-3 0,-2 6 0,-1 0 0,1 1 0,-1-1 0,0 0 0,1 0 0,-1 0 0,0 1 0,0-1 0,1 0 0,-1 0 0,0 0 0,0 1 0,0-1 0,0 0 0,0 0 0,0 0 0,-1 0 0,1 1 0,0-1 0,0 0 0,0 0 0,-1 0 0,1 1 0,0-1 0,-1 0 0,1 0 0,-1 1 0,1-1 0,-1 0 0,1 1 0,-1-1 0,0 1 0,1-1 0,-1 1 0,1-1 0,-1 1 0,0-1 0,0 1 0,1 0 0,-1-1 0,0 1 0,0 0 0,1-1 0,-1 1 0,0 0 0,0 0 0,0 0 0,0 0 0,1 0 0,-1 0 0,-2 0 0,0 0 0,0 1 0,-1-1 0,1 1 0,-1 0 0,1 0 0,0 0 0,0 0 0,0 1 0,-1 0 0,1-1 0,-3 4 0,-2 2 0,1 0 0,0 1 0,0 0 0,1 0 0,0 0 0,1 1 0,0 0 0,-5 12 0,7-17 0,1 1 0,1-1 0,-1 1 0,1 0 0,0 0 0,0-1 0,0 1 0,0 0 0,1 0 0,0 0 0,0 0 0,0 0 0,1 0 0,0 0 0,0 0 0,0-1 0,0 1 0,1 0 0,2 5 0,-1-7 0,-1 0 0,0 0 0,1 0 0,-1-1 0,1 1 0,0-1 0,-1 0 0,1 0 0,0 0 0,1 0 0,-1 0 0,0-1 0,1 1 0,-1-1 0,0 0 0,1 0 0,0 0 0,-1 0 0,1-1 0,-1 0 0,1 1 0,0-1 0,-1 0 0,1-1 0,5 0 0,4-1 0,-1-1 0,0 0 0,0 0 0,-1-2 0,1 1 0,14-9 0,-6 1 0,1 0 0,-2-2 0,0-1 0,-1 0 0,0-1 0,-2-1 0,0-1 0,0 0 0,15-25 0,-17 21 0,-1-2 0,0 0 0,-2 0 0,0-1 0,-2-1 0,-1 1 0,9-52 0,-16 73 0,1-23 0,-2 26 0,1 0 0,-1-1 0,0 1 0,-1 0 0,1 0 0,0 0 0,0-1 0,0 1 0,-1 0 0,1 0 0,-1 0 0,1 0 0,-1 0 0,1-1 0,-1 1 0,0 0 0,0-1 0,0 2 0,0 0 0,1 0 0,-1-1 0,1 1 0,-1 0 0,1 0 0,-1 0 0,0 0 0,1 0 0,-1 0 0,1 0 0,-1 0 0,0 0 0,1 1 0,-1-1 0,1 0 0,-1 0 0,1 0 0,-1 1 0,1-1 0,-1 0 0,1 1 0,-1-1 0,1 0 0,-1 1 0,1-1 0,0 1 0,-1-1 0,0 1 0,-13 16 0,12-15 0,-16 25 0,1 1 0,2 1 0,0 0 0,2 2 0,1-1 0,2 1 0,1 1 0,1-1 0,1 2 0,-2 42 0,8-58-455,1 0 0,2 18 0,1-10-6371</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57.521"/>
    </inkml:context>
    <inkml:brush xml:id="br0">
      <inkml:brushProperty name="width" value="0.05" units="cm"/>
      <inkml:brushProperty name="height" value="0.05" units="cm"/>
      <inkml:brushProperty name="color" value="#FFFFFF"/>
    </inkml:brush>
  </inkml:definitions>
  <inkml:trace contextRef="#ctx0" brushRef="#br0">1 73 24575,'3'-3'0,"0"-4"0,1-3 0,2-4 0,3 1 0,3 3 0,2 2 0,2 4 0,1 2 0,1 1 0,-3 1-8191</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9:15.485"/>
    </inkml:context>
    <inkml:brush xml:id="br0">
      <inkml:brushProperty name="width" value="0.05" units="cm"/>
      <inkml:brushProperty name="height" value="0.05" units="cm"/>
      <inkml:brushProperty name="color" value="#FFFFFF"/>
    </inkml:brush>
  </inkml:definitions>
  <inkml:trace contextRef="#ctx0" brushRef="#br0">89 1 24575,'-2'103'0,"-29"187"0,24-248 0,-37 280 0,41-273 0,2 0 0,2 0 0,2 1 0,14 75 0,-11-97-1365,-1-6-5461</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9:16.201"/>
    </inkml:context>
    <inkml:brush xml:id="br0">
      <inkml:brushProperty name="width" value="0.05" units="cm"/>
      <inkml:brushProperty name="height" value="0.05" units="cm"/>
      <inkml:brushProperty name="color" value="#FFFFFF"/>
    </inkml:brush>
  </inkml:definitions>
  <inkml:trace contextRef="#ctx0" brushRef="#br0">267 228 24575,'-29'-49'0,"19"33"0,1-1 0,0 1 0,-7-23 0,15 37 0,0 0 0,1 0 0,-1 0 0,1 0 0,-1 0 0,1 0 0,0 0 0,0 0 0,0 0 0,0 0 0,0 0 0,0 0 0,1 0 0,-1 0 0,1 0 0,0 0 0,-1 0 0,1 0 0,2-3 0,-1 2 0,0 1 0,0 0 0,0 0 0,0 0 0,1 0 0,-1 0 0,1 0 0,-1 0 0,1 1 0,0-1 0,0 1 0,3-1 0,9-2 0,0 0 0,0 1 0,1 1 0,19-1 0,-26 2 0,347-4 0,-232 6 0,-100-1 0,93 4 0,-101-3 0,0 1 0,0 1 0,-1 1 0,1 0 0,17 8 0,-29-10 0,0 0 0,-1 0 0,1 1 0,-1-1 0,1 1 0,-1 0 0,0 0 0,0 0 0,-1 0 0,1 1 0,0-1 0,-1 1 0,0 0 0,0 0 0,0-1 0,0 1 0,-1 0 0,0 1 0,0-1 0,0 0 0,0 0 0,0 8 0,0 9 0,0 0 0,-2 0 0,-4 31 0,2-29 0,-15 649 0,19-465 0,0-150 0,1-1 0,3 0 0,13 57 0,-18-111 0,1 0 0,-1 0 0,1 0 0,-1 0 0,0 0 0,0 0 0,0 1 0,0-1 0,0 0 0,0 0 0,0 0 0,-1 0 0,1 0 0,-1 0 0,-1 3 0,1-4 0,0 0 0,0 1 0,0-1 0,-1 0 0,1 0 0,-1 0 0,1 0 0,-1 0 0,1-1 0,-1 1 0,1 0 0,-1-1 0,0 1 0,1-1 0,-1 0 0,0 1 0,1-1 0,-1 0 0,-3 0 0,-24 0 0,0-1 0,-1-1 0,-33-7 0,-7-1 0,-600-51 0,629 58 0,16 0 0,-1 1 0,1 1 0,-46 5 0,59 0-1365</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9:16.725"/>
    </inkml:context>
    <inkml:brush xml:id="br0">
      <inkml:brushProperty name="width" value="0.05" units="cm"/>
      <inkml:brushProperty name="height" value="0.05" units="cm"/>
      <inkml:brushProperty name="color" value="#FFFFFF"/>
    </inkml:brush>
  </inkml:definitions>
  <inkml:trace contextRef="#ctx0" brushRef="#br0">47 37 24575,'-28'-5'0,"27"5"0,0 0 0,1 0 0,-1 0 0,0-1 0,0 1 0,0 0 0,0-1 0,0 1 0,0-1 0,1 1 0,-1-1 0,0 1 0,0-1 0,1 0 0,-1 1 0,0-1 0,1 0 0,-1 1 0,1-1 0,-1 0 0,1 0 0,-1 0 0,1 0 0,-1 1 0,1-3 0,0 3 0,0-1 0,0 0 0,0 1 0,1-1 0,-1 1 0,0-1 0,1 1 0,-1-1 0,0 1 0,1-1 0,-1 1 0,1-1 0,-1 1 0,1 0 0,-1-1 0,1 1 0,-1 0 0,1-1 0,-1 1 0,1 0 0,-1 0 0,1-1 0,0 1 0,-1 0 0,1 0 0,-1 0 0,2 0 0,21-3 0,-20 3 0,246-3 0,0 22 0,-34-2 0,-210-17 24,4 1-371,0-1 0,1 0-1,14-2 1,-12-2-6479</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9:16.990"/>
    </inkml:context>
    <inkml:brush xml:id="br0">
      <inkml:brushProperty name="width" value="0.05" units="cm"/>
      <inkml:brushProperty name="height" value="0.05" units="cm"/>
      <inkml:brushProperty name="color" value="#FFFFFF"/>
    </inkml:brush>
  </inkml:definitions>
  <inkml:trace contextRef="#ctx0" brushRef="#br0">10 45 24575,'-1'-2'0,"0"1"0,0 0 0,0-1 0,0 1 0,1 0 0,-1-1 0,0 1 0,1-1 0,-1 1 0,1-1 0,-1 1 0,1-1 0,0 0 0,0 1 0,0-1 0,0 1 0,0-1 0,0-3 0,1 5 0,-1-1 0,0 0 0,0 1 0,0-1 0,1 0 0,-1 1 0,0-1 0,1 1 0,-1-1 0,1 1 0,-1-1 0,0 1 0,1-1 0,-1 1 0,1-1 0,0 1 0,-1-1 0,1 1 0,-1 0 0,1-1 0,-1 1 0,1 0 0,0 0 0,-1-1 0,1 1 0,0 0 0,-1 0 0,1 0 0,0 0 0,-1 0 0,1 0 0,0 0 0,-1 0 0,1 0 0,0 0 0,-1 0 0,1 0 0,0 1 0,-1-1 0,1 0 0,0 0 0,-1 1 0,1-1 0,-1 0 0,1 1 0,0 0 0,7 4 0,-1 1 0,0 0 0,0 1 0,0 0 0,-1 0 0,0 0 0,0 1 0,7 13 0,-1-5 0,20 28 0,-2 2 0,-2 1 0,-2 1 0,25 64 0,-49-107 0,0 1 0,0-1 0,-1 1 0,0-1 0,0 1 0,0-1 0,-1 1 0,0 0 0,0-1 0,-2 12 0,1-13 0,0 0 0,-1-1 0,1 1 0,-1-1 0,0 1 0,0-1 0,0 1 0,-1-1 0,1 0 0,-1 0 0,0 0 0,0 0 0,0-1 0,0 1 0,0-1 0,-5 3 0,-4 2-227,0-1-1,0 0 1,-1-1-1,0 0 1,-23 5-1,4-3-6598</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9:17.996"/>
    </inkml:context>
    <inkml:brush xml:id="br0">
      <inkml:brushProperty name="width" value="0.05" units="cm"/>
      <inkml:brushProperty name="height" value="0.05" units="cm"/>
      <inkml:brushProperty name="color" value="#FFFFFF"/>
    </inkml:brush>
  </inkml:definitions>
  <inkml:trace contextRef="#ctx0" brushRef="#br0">481 70 24575,'1'0'0,"-1"0"0,1-1 0,0 1 0,-1 0 0,1 0 0,0-1 0,-1 1 0,1 0 0,0-1 0,-1 1 0,1-1 0,-1 1 0,1 0 0,-1-1 0,1 0 0,-1 1 0,1-1 0,-1 1 0,0-1 0,1 1 0,-1-1 0,0 0 0,1 1 0,-1-1 0,0 0 0,0 1 0,0-1 0,1 0 0,-1 1 0,0-1 0,0 0 0,0 0 0,0 1 0,0-1 0,-1-1 0,1 0 0,0-1 0,0 1 0,0 0 0,-1 0 0,1 0 0,-1 0 0,1-1 0,-1 1 0,0 0 0,-2-3 0,1 3 0,0 0 0,-1-1 0,0 1 0,0 1 0,1-1 0,-1 0 0,0 1 0,0-1 0,0 1 0,-1 0 0,1 0 0,0 0 0,0 0 0,-1 1 0,1-1 0,0 1 0,-6 0 0,-3 0 0,1 1 0,0 0 0,0 1 0,-12 3 0,4 1 0,0 0 0,0 2 0,0 1 0,1 0 0,0 1 0,0 1 0,1 0 0,1 2 0,0 0 0,-25 26 0,26-22 0,0 1 0,1 0 0,0 1 0,2 0 0,0 1 0,2 1 0,0 0 0,1 0 0,-9 32 0,15-40 0,1 0 0,-1 0 0,2 1 0,0-1 0,1 1 0,0-1 0,1 1 0,1-1 0,0 0 0,0 1 0,2-1 0,0 0 0,6 15 0,-3-14 0,0-1 0,0 0 0,2 0 0,0 0 0,0-1 0,1 0 0,0-1 0,1 0 0,1-1 0,0 0 0,17 11 0,-2-4 0,1-2 0,1-1 0,0-1 0,0-1 0,1-2 0,1-1 0,0-1 0,0-2 0,0-1 0,1-2 0,0-1 0,0-1 0,54-6 0,-73 4 0,1-2 0,-1 0 0,0 0 0,1-1 0,-2-1 0,1 0 0,0-1 0,-1 0 0,0-1 0,20-16 0,-22 15 0,-2 0 0,1-1 0,-1 0 0,-1 0 0,0-1 0,0 0 0,-1 0 0,0-1 0,-1 1 0,0-1 0,0-1 0,4-18 0,-3 2 0,-1 1 0,-1-1 0,-2 0 0,0 0 0,-2 0 0,-1 0 0,-6-34 0,4 41 0,-1 1 0,-1 0 0,-1 1 0,-1-1 0,0 1 0,-2 1 0,0-1 0,-1 1 0,-1 1 0,-20-26 0,23 34 0,0 1 0,-1 1 0,0 0 0,0 0 0,-1 0 0,0 1 0,0 1 0,0 0 0,-1 0 0,0 1 0,0 0 0,0 1 0,-12-2 0,10 2 0,-1 1 0,0 1 0,0 0 0,0 1 0,0 1 0,0 0 0,1 1 0,-1 0 0,0 1 0,-19 7 0,9 1-1365,7 1-5461</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9:19.158"/>
    </inkml:context>
    <inkml:brush xml:id="br0">
      <inkml:brushProperty name="width" value="0.05" units="cm"/>
      <inkml:brushProperty name="height" value="0.05" units="cm"/>
      <inkml:brushProperty name="color" value="#FFFFFF"/>
    </inkml:brush>
  </inkml:definitions>
  <inkml:trace contextRef="#ctx0" brushRef="#br0">0 136 24575,'2'-5'0,"0"1"0,0 0 0,0 0 0,0-1 0,1 2 0,-1-1 0,1 0 0,0 1 0,0-1 0,7-5 0,-7 6 0,6-6 0,0 1 0,0 1 0,1-1 0,0 1 0,0 1 0,0 0 0,1 0 0,0 1 0,0 1 0,1 0 0,0 0 0,16-2 0,-20 4 0,0 1 0,0 1 0,0-1 0,1 1 0,-1 1 0,0-1 0,0 2 0,0-1 0,-1 1 0,1 0 0,0 0 0,0 1 0,-1 0 0,0 1 0,0 0 0,0 0 0,0 0 0,0 1 0,8 7 0,-4 0-455,0 0 0,15 21 0,-17-20-6371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9:19.511"/>
    </inkml:context>
    <inkml:brush xml:id="br0">
      <inkml:brushProperty name="width" value="0.05" units="cm"/>
      <inkml:brushProperty name="height" value="0.05" units="cm"/>
      <inkml:brushProperty name="color" value="#FFFFFF"/>
    </inkml:brush>
  </inkml:definitions>
  <inkml:trace contextRef="#ctx0" brushRef="#br0">1 1 24575,'0'3'0,"1"1"0,-1 0 0,1 0 0,0 0 0,1-1 0,-1 1 0,0-1 0,1 1 0,0-1 0,0 1 0,0-1 0,0 0 0,1 0 0,-1 0 0,1 0 0,0 0 0,-1-1 0,1 1 0,0-1 0,1 0 0,-1 0 0,0 0 0,5 2 0,7 3 0,0 0 0,0-2 0,32 9 0,-37-12 38,-1 0 0,1 0 0,0-1 0,-1 0 0,1-1 0,0 0 0,-1 0 0,20-4 0,-25 3-102,-1 0 1,1 0 0,-1-1 0,0 1 0,1-1-1,-1 0 1,0 1 0,0-2 0,0 1 0,-1 0-1,1 0 1,0-1 0,-1 0 0,0 1-1,1-1 1,-1 0 0,0 0 0,0 0 0,-1-1-1,1 1 1,-1 0 0,0-1 0,1 1 0,-1-1-1,-1 1 1,2-8 0,0-5-6763</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9:19.790"/>
    </inkml:context>
    <inkml:brush xml:id="br0">
      <inkml:brushProperty name="width" value="0.05" units="cm"/>
      <inkml:brushProperty name="height" value="0.05" units="cm"/>
      <inkml:brushProperty name="color" value="#FFFFFF"/>
    </inkml:brush>
  </inkml:definitions>
  <inkml:trace contextRef="#ctx0" brushRef="#br0">119 19 24575,'-4'0'0,"0"-3"0,-2-1 0,-4 0 0,-3 1 0,-2 0 0,-1 2 0,-2 0 0,0 1 0,3 0-8191</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9:19.928"/>
    </inkml:context>
    <inkml:brush xml:id="br0">
      <inkml:brushProperty name="width" value="0.05" units="cm"/>
      <inkml:brushProperty name="height" value="0.05" units="cm"/>
      <inkml:brushProperty name="color" value="#FFFFFF"/>
    </inkml:brush>
  </inkml:definitions>
  <inkml:trace contextRef="#ctx0" brushRef="#br0">1 1 24575,'0'3'0,"3"1"0,1 3 0,2-1 0,4 0 0,0 2 0,1 1 0,2 1 0,-2 0 0,1-1 0,-2 1 0,0-1 0,-1 1 0,0-2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9:20.115"/>
    </inkml:context>
    <inkml:brush xml:id="br0">
      <inkml:brushProperty name="width" value="0.05" units="cm"/>
      <inkml:brushProperty name="height" value="0.05" units="cm"/>
      <inkml:brushProperty name="color" value="#FFFFFF"/>
    </inkml:brush>
  </inkml:definitions>
  <inkml:trace contextRef="#ctx0" brushRef="#br0">1 5 24575,'0'-3'0,"3"2"0,1 4 0,2 4 0,1 5 0,2-1 0,2 2 0,3-3 0,1 2 0,1-3 0,5-2 0,0-2 0,-2-3-8191</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9:20.639"/>
    </inkml:context>
    <inkml:brush xml:id="br0">
      <inkml:brushProperty name="width" value="0.05" units="cm"/>
      <inkml:brushProperty name="height" value="0.05" units="cm"/>
      <inkml:brushProperty name="color" value="#FFFFFF"/>
    </inkml:brush>
  </inkml:definitions>
  <inkml:trace contextRef="#ctx0" brushRef="#br0">153 209 24575,'-13'-1'0,"11"1"0,1 0 0,0-1 0,0 1 0,0 0 0,0 0 0,-1 0 0,1 0 0,0 0 0,0 0 0,0 0 0,0 1 0,-1-1 0,1 0 0,0 0 0,0 1 0,0-1 0,0 1 0,0-1 0,0 1 0,0 0 0,0-1 0,0 1 0,0 0 0,0 0 0,0 0 0,0-1 0,1 1 0,-1 0 0,0 0 0,1 0 0,-1 0 0,0 0 0,1 0 0,0 1 0,-1-1 0,1 0 0,-1 1 0,-13 36 0,8-18 0,-1-2 0,-1 1 0,-1-1 0,0 0 0,-22 28 0,31-45 0,0 0 0,-1 0 0,1-1 0,-1 1 0,1 0 0,-1-1 0,0 1 0,1 0 0,-1-1 0,0 1 0,1-1 0,-1 1 0,0-1 0,1 1 0,-1-1 0,0 0 0,0 1 0,0-1 0,0 0 0,1 0 0,-2 1 0,1-2 0,1 1 0,-1-1 0,1 1 0,0 0 0,-1-1 0,1 0 0,0 1 0,0-1 0,-1 1 0,1-1 0,0 1 0,0-1 0,0 1 0,0-1 0,-1 0 0,1 1 0,0-1 0,0 1 0,0-1 0,0 0 0,1 0 0,6-40 0,22-57 0,49-109 0,-75 201 0,0-1 0,1 1 0,0 0 0,0 0 0,0 0 0,6-6 0,-9 12 0,0-1 0,0 0 0,-1 0 0,1 0 0,0 1 0,0-1 0,0 0 0,0 1 0,0-1 0,0 1 0,0-1 0,0 1 0,0 0 0,0-1 0,0 1 0,0 0 0,0 0 0,0-1 0,0 1 0,0 0 0,1 0 0,-1 0 0,0 1 0,0-1 0,0 0 0,0 0 0,0 0 0,0 1 0,0-1 0,0 1 0,0-1 0,0 1 0,0-1 0,0 1 0,0-1 0,0 1 0,0 0 0,-1 0 0,1-1 0,0 1 0,0 0 0,-1 0 0,1 0 0,0 0 0,-1 0 0,1 0 0,-1 0 0,1 1 0,8 15 0,-1 0 0,-1 1 0,11 36 0,6 60 0,-11-47 0,-5-31-1365,-1-6-5461</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9:20.781"/>
    </inkml:context>
    <inkml:brush xml:id="br0">
      <inkml:brushProperty name="width" value="0.05" units="cm"/>
      <inkml:brushProperty name="height" value="0.05" units="cm"/>
      <inkml:brushProperty name="color" value="#FFFFFF"/>
    </inkml:brush>
  </inkml:definitions>
  <inkml:trace contextRef="#ctx0" brushRef="#br0">0 47 24575,'3'-2'0,"4"-5"0,4-4 0,2 0 0,3 2 0,-2 3-8191</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9:20.980"/>
    </inkml:context>
    <inkml:brush xml:id="br0">
      <inkml:brushProperty name="width" value="0.05" units="cm"/>
      <inkml:brushProperty name="height" value="0.05" units="cm"/>
      <inkml:brushProperty name="color" value="#FFFFFF"/>
    </inkml:brush>
  </inkml:definitions>
  <inkml:trace contextRef="#ctx0" brushRef="#br0">0 4 24575,'3'0'0,"1"-3"0,0 3 0,-1 3 0,2 4 0,0 8 0,0 6 0,-2 9 0,-1 8 0,-1 10 0,0 8 0,-1 6 0,0 5 0,-1 0 0,1-3 0,0-12-8191</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9:22.441"/>
    </inkml:context>
    <inkml:brush xml:id="br0">
      <inkml:brushProperty name="width" value="0.05" units="cm"/>
      <inkml:brushProperty name="height" value="0.05" units="cm"/>
      <inkml:brushProperty name="color" value="#FFFFFF"/>
    </inkml:brush>
  </inkml:definitions>
  <inkml:trace contextRef="#ctx0" brushRef="#br0">0 1 24575,'40'14'0,"8"-10"0,1-1 0,48-5 0,-24 1 0,537 1 0,-600 0 0,3 0 0,0 0 0,0 0 0,0-2 0,0 1 0,23-7 0,-36 8 7,0 0-1,0 0 1,0 0 0,0 0-1,0 0 1,0-1-1,-1 1 1,1 0-1,0 0 1,0 0-1,0 0 1,0 0 0,0 0-1,0 0 1,0 0-1,0 0 1,0-1-1,0 1 1,0 0 0,0 0-1,0 0 1,0 0-1,0 0 1,-1 0-1,1 0 1,0-1-1,0 1 1,0 0 0,0 0-1,0 0 1,1 0-1,-1 0 1,0 0-1,0 0 1,0-1 0,0 1-1,0 0 1,0 0-1,0 0 1,0 0-1,0 0 1,0 0 0,0 0-1,0 0 1,0-1-1,0 1 1,0 0-1,1 0 1,-1 0-1,0 0 1,0 0 0,-11-2-1714,-2 1-5119</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9:22.767"/>
    </inkml:context>
    <inkml:brush xml:id="br0">
      <inkml:brushProperty name="width" value="0.05" units="cm"/>
      <inkml:brushProperty name="height" value="0.05" units="cm"/>
      <inkml:brushProperty name="color" value="#FFFFFF"/>
    </inkml:brush>
  </inkml:definitions>
  <inkml:trace contextRef="#ctx0" brushRef="#br0">36 1 24575,'-6'0'0,"5"0"0,-1-1 0,1 1 0,-1 0 0,0 0 0,1 0 0,-1 0 0,0 1 0,1-1 0,-1 0 0,1 1 0,-1-1 0,0 1 0,1-1 0,-1 1 0,1 0 0,-1-1 0,-1 3 0,4-3 0,-1 1 0,1 0 0,-1 0 0,1-1 0,0 1 0,-1 0 0,1-1 0,0 1 0,-1 0 0,1-1 0,0 1 0,0-1 0,-1 1 0,1-1 0,0 0 0,0 1 0,0-1 0,0 0 0,0 1 0,1-1 0,-1 0 0,38 12 0,43 7 0,25 7 0,-88-20 0,-1 1 0,28 14 0,-41-19 0,-1 0 0,0 1 0,-1-1 0,1 1 0,0 0 0,-1 0 0,1 0 0,-1 0 0,0 0 0,0 1 0,-1 0 0,1-1 0,-1 1 0,1 0 0,-1 0 0,0 1 0,1 5 0,-2-8 10,-1 0 0,0 0 0,0 1 0,0-1 0,0 1 0,0-1 1,0 0-1,-1 1 0,1-1 0,-1 0 0,1 0 0,-1 1 0,0-1 0,0 0 0,0 0 0,-2 2 0,0 1 14,0-1 1,-1 0-1,1 0 0,-1 0 1,0-1-1,-8 6 1,-2 1-452,-2-1 0,1-1 1,-21 7-1,8-4-6399</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9:27.077"/>
    </inkml:context>
    <inkml:brush xml:id="br0">
      <inkml:brushProperty name="width" value="0.05" units="cm"/>
      <inkml:brushProperty name="height" value="0.05" units="cm"/>
      <inkml:brushProperty name="color" value="#FFFFFF"/>
    </inkml:brush>
  </inkml:definitions>
  <inkml:trace contextRef="#ctx0" brushRef="#br0">0 1 24575,'1'0'0,"0"0"0,0 1 0,-1-1 0,1 0 0,0 1 0,-1-1 0,1 1 0,-1-1 0,1 0 0,-1 1 0,1 0 0,-1-1 0,1 1 0,-1-1 0,1 1 0,-1 0 0,1-1 0,-1 1 0,0-1 0,1 1 0,-1 0 0,0 0 0,0-1 0,1 3 0,4 23 0,-3-16 0,5 26 0,-2 0 0,1 71 0,-2-15 0,20 174 0,-23-233 0,-1-25 0,0-1 0,0 1 0,0 0 0,1 0 0,0-1 0,1 1 0,0-1 0,0 1 0,0-1 0,5 9 0,-5-14 0,0 0 0,-1 0 0,1-1 0,0 1 0,0-1 0,0 1 0,0-1 0,0 0 0,0 0 0,0 0 0,0 0 0,1 0 0,-1 0 0,0-1 0,1 1 0,-1-1 0,3 1 0,46 0 0,-36-2 0,495 19 0,-286-6 0,-214-11 96,-5-1-229,-1 1 0,0-1 0,0 0 1,0 0-1,1 0 0,-1-1 0,0 1 0,0-1 1,0 0-1,6-2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9:27.680"/>
    </inkml:context>
    <inkml:brush xml:id="br0">
      <inkml:brushProperty name="width" value="0.05" units="cm"/>
      <inkml:brushProperty name="height" value="0.05" units="cm"/>
      <inkml:brushProperty name="color" value="#FFFFFF"/>
    </inkml:brush>
  </inkml:definitions>
  <inkml:trace contextRef="#ctx0" brushRef="#br0">0 21 24575,'37'-13'0,"10"9"0,-1 1 0,66 4 0,-29 1 0,28-3 0,107 3 0,-212-2 0,0 0 0,-1 1 0,1 0 0,-1 0 0,0 0 0,1 1 0,9 3 0,-13-4 0,0 1 0,-1-1 0,1 0 0,0 1 0,0 0 0,-1-1 0,1 1 0,0 0 0,-1 0 0,0 0 0,1 0 0,-1 0 0,0 0 0,0 0 0,0 0 0,-1 1 0,1-1 0,0 0 0,-1 1 0,1 2 0,14 67 0,47 132 0,1-1 0,-55-167 0,17 58 0,-21-83-1365</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9:28.236"/>
    </inkml:context>
    <inkml:brush xml:id="br0">
      <inkml:brushProperty name="width" value="0.05" units="cm"/>
      <inkml:brushProperty name="height" value="0.05" units="cm"/>
      <inkml:brushProperty name="color" value="#FFFFFF"/>
    </inkml:brush>
  </inkml:definitions>
  <inkml:trace contextRef="#ctx0" brushRef="#br0">14 0 24575,'-7'43'0,"6"-38"0,-1 0 0,1 1 0,0-1 0,1 1 0,-1-1 0,1 1 0,0-1 0,1 9 0,0-13 0,-1 1 0,1-1 0,0 0 0,-1 1 0,1-1 0,0 0 0,0 0 0,0 0 0,0 1 0,0-1 0,0 0 0,0 0 0,0 0 0,1-1 0,-1 1 0,0 0 0,1 0 0,-1-1 0,0 1 0,1-1 0,-1 1 0,1-1 0,-1 1 0,1-1 0,-1 0 0,1 0 0,-1 0 0,1 0 0,-1 0 0,3 0 0,7-1 0,1 0 0,-1-1 0,13-3 0,-10 2 0,17-3 0,-5 2 0,-1-1 0,31-11 0,-47 11-1365</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9:41.563"/>
    </inkml:context>
    <inkml:brush xml:id="br0">
      <inkml:brushProperty name="width" value="0.05" units="cm"/>
      <inkml:brushProperty name="height" value="0.05" units="cm"/>
      <inkml:brushProperty name="color" value="#FFFFFF"/>
    </inkml:brush>
  </inkml:definitions>
  <inkml:trace contextRef="#ctx0" brushRef="#br0">1 441 24575,'139'0'-28,"885"23"-635,-37 70 663,-978-91 56,19 1 323,-26-3-363,-1 0-1,0 0 0,0 0 0,1 0 0,-1 0 0,0 0 0,0 0 0,0-1 0,1 1 0,-1 0 0,0-1 0,0 1 0,0-1 0,0 1 0,0-1 0,2 0 0,-4 0-15,1 1 0,0-1 0,0 1 0,-1-1 0,1 1 0,0-1 0,-1 1 0,1-1 0,0 1 0,-1-1 0,1 1 0,-1-1 0,1 1 0,-1 0 0,1-1 0,-1 1 0,1 0 0,-1 0 0,1-1 0,-1 1 0,1 0 0,-2 0 0,-14-8 0,-106-30 0,116 35 0,7 0 0,15 0 0,26 1 0,-7 3 0,165-5 0,-156 1 0,-1-2 0,68-17 0,-76 13 0,0-1 0,0-3 0,-1 0 0,-1-2 0,53-33 0,-73 39 0,-1 0 0,-1-1 0,0 0 0,0 0 0,-1-1 0,-1-1 0,10-13 0,-13 15 0,0 0 0,-1-1 0,-1 1 0,0-1 0,0 0 0,-1 0 0,0 0 0,-1 0 0,0-1 0,0-14 0,-2-10 248,-1 26-517,1 0 0,0 1 1,1-1-1,0 0 0,3-14 0,0 13-6557</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9:42.045"/>
    </inkml:context>
    <inkml:brush xml:id="br0">
      <inkml:brushProperty name="width" value="0.05" units="cm"/>
      <inkml:brushProperty name="height" value="0.05" units="cm"/>
      <inkml:brushProperty name="color" value="#FFFFFF"/>
    </inkml:brush>
  </inkml:definitions>
  <inkml:trace contextRef="#ctx0" brushRef="#br0">0 47 24575,'14'-1'0,"-1"0"0,0-2 0,0 1 0,0-2 0,0 0 0,-1 0 0,1-1 0,18-11 0,-30 15 8,0 0-1,0 1 0,1-1 1,-1 0-1,0 1 0,0-1 1,1 1-1,-1 0 1,0-1-1,1 1 0,-1 0 1,1 0-1,-1 0 0,0 0 1,1 0-1,-1 0 1,0 0-1,1 0 0,-1 0 1,0 1-1,1-1 0,-1 1 1,0-1-1,1 1 1,-1-1-1,0 1 0,0 0 1,0 0-1,0-1 0,1 1 1,-1 0-1,0 0 0,-1 0 1,1 0-1,0 0 1,0 0-1,1 2 0,1 4-44,0 0 0,-1 0 0,1 1 0,-2-1 1,3 15-1,5 16-1387,-2-26-5402</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0:17.722"/>
    </inkml:context>
    <inkml:brush xml:id="br0">
      <inkml:brushProperty name="width" value="0.05" units="cm"/>
      <inkml:brushProperty name="height" value="0.05" units="cm"/>
      <inkml:brushProperty name="color" value="#FFFFFF"/>
    </inkml:brush>
  </inkml:definitions>
  <inkml:trace contextRef="#ctx0" brushRef="#br0">1 203 24575,'1'12'0,"2"0"0,-1 0 0,2 0 0,-1 0 0,2-1 0,0 0 0,0 0 0,7 11 0,-1 0 0,1-4 0,-8-18 0,-1-13 0,-1-16 0,2 1 0,13-49 0,24-53 0,-41 128 0,3-7 0,12-32 0,-14 39 0,0 0 0,0 0 0,0 0 0,0 0 0,0 0 0,1 1 0,-1-1 0,1 0 0,-1 1 0,1-1 0,-1 1 0,1 0 0,0-1 0,-1 1 0,1 0 0,2-1 0,-2 2 0,-1 0 0,0 0 0,0 0 0,1 0 0,-1 0 0,0 0 0,0 1 0,1-1 0,-1 1 0,0-1 0,0 0 0,0 1 0,1 0 0,-1-1 0,0 1 0,0 0 0,0 0 0,1 1 0,22 21 0,-14-12 0,65 63 0,-65-62 0,0 0 0,-1 1 0,0 0 0,12 24 0,-20-35 0,0 0 0,0 0 0,0 0 0,-1 0 0,1 0 0,-1 0 0,1 0 0,-1 0 0,1 0 0,-1 1 0,0-1 0,0 0 0,0 0 0,-1 0 0,1 1 0,0-1 0,-1 0 0,1 0 0,-1 0 0,0 0 0,0 0 0,0 0 0,0 0 0,0 0 0,0 0 0,0-1 0,-3 4 0,0-2 0,1 0 0,-1 0 0,0-1 0,0 1 0,0-1 0,0 0 0,-1 0 0,1 0 0,0-1 0,-1 0 0,-8 2 0,42 14 0,-6-5 0,-20-10 0,0 0 0,0 0 0,-1 0 0,1 1 0,0-1 0,-1 1 0,1 0 0,-1 0 0,0 0 0,0 0 0,0 0 0,0 0 0,-1 0 0,1 0 0,-1 1 0,0-1 0,1 6 0,-2-7 0,0 1 0,0-1 0,0 0 0,0 1 0,0-1 0,0 1 0,-1-1 0,0 0 0,1 1 0,-1-1 0,0 0 0,0 1 0,0-1 0,0 0 0,-1 0 0,1 0 0,0 0 0,-1 0 0,0 0 0,1-1 0,-1 1 0,0-1 0,0 1 0,0-1 0,0 1 0,-3 1 0,-5 2-136,0 0-1,-1-1 1,1 0-1,-1 0 1,1-1-1,-1-1 1,0 0-1,0 0 0,-16 0 1,11-2-6690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0:18.172"/>
    </inkml:context>
    <inkml:brush xml:id="br0">
      <inkml:brushProperty name="width" value="0.05" units="cm"/>
      <inkml:brushProperty name="height" value="0.05" units="cm"/>
      <inkml:brushProperty name="color" value="#FFFFFF"/>
    </inkml:brush>
  </inkml:definitions>
  <inkml:trace contextRef="#ctx0" brushRef="#br0">1 105 24575,'0'10'0,"0"0"0,0 0 0,1 0 0,0 0 0,6 18 0,-6-25 0,0 0 0,0 0 0,1-1 0,-1 1 0,1-1 0,0 1 0,0-1 0,0 0 0,0 1 0,0-1 0,0 0 0,1 0 0,-1-1 0,1 1 0,-1 0 0,1-1 0,0 0 0,-1 1 0,1-1 0,0 0 0,0 0 0,0-1 0,5 2 0,-2-1 0,0-1 0,1 1 0,-1-1 0,0 0 0,0 0 0,1-1 0,-1 0 0,0 0 0,0-1 0,0 1 0,0-1 0,0 0 0,0-1 0,9-5 0,-12 6 0,0 0 0,0-1 0,0 1 0,0-1 0,0 1 0,-1-1 0,1 0 0,-1 0 0,0 0 0,0-1 0,0 1 0,0 0 0,-1-1 0,1 0 0,-1 1 0,0-1 0,0 0 0,0 1 0,0-1 0,-1 0 0,0 0 0,0 1 0,0-1 0,0 0 0,-1-4 0,0 2-52,0 0-1,0 0 1,-1 0-1,0 0 1,0 1-1,0-1 1,-1 1-1,0-1 1,0 1-1,0 0 1,0 0-1,-1 0 1,0 1-1,0-1 1,-1 1-1,1 0 1,-1 0-1,0 0 1,0 1-1,0 0 0,0 0 1,0 0-1,-1 1 1,1-1-1,-10-1 1,0 1-6774</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0:18.465"/>
    </inkml:context>
    <inkml:brush xml:id="br0">
      <inkml:brushProperty name="width" value="0.05" units="cm"/>
      <inkml:brushProperty name="height" value="0.05" units="cm"/>
      <inkml:brushProperty name="color" value="#FFFFFF"/>
    </inkml:brush>
  </inkml:definitions>
  <inkml:trace contextRef="#ctx0" brushRef="#br0">0 36 24575,'8'-14'0,"4"-5"0,-12 18 0,0 1 0,0 0 0,1 0 0,-1 0 0,0-1 0,1 1 0,-1 0 0,0 0 0,1 0 0,-1 0 0,1-1 0,-1 1 0,0 0 0,1 0 0,-1 0 0,0 0 0,1 0 0,-1 0 0,1 0 0,-1 0 0,0 0 0,1 0 0,-1 0 0,0 1 0,1-1 0,-1 0 0,1 0 0,-1 0 0,0 0 0,1 0 0,-1 1 0,0-1 0,0 0 0,1 0 0,-1 1 0,0-1 0,1 0 0,-1 1 0,0-1 0,0 0 0,0 0 0,1 1 0,-1-1 0,0 0 0,0 1 0,0-1 0,0 1 0,0-1 0,3 6 0,0 0 0,0 0 0,-1 0 0,0 0 0,0 1 0,-1-1 0,0 1 0,1 8 0,-1 58 0,-1-48 0,-1 1-455,2-1 0,5 28 0,-3-33-6371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0:18.652"/>
    </inkml:context>
    <inkml:brush xml:id="br0">
      <inkml:brushProperty name="width" value="0.05" units="cm"/>
      <inkml:brushProperty name="height" value="0.05" units="cm"/>
      <inkml:brushProperty name="color" value="#FFFFFF"/>
    </inkml:brush>
  </inkml:definitions>
  <inkml:trace contextRef="#ctx0" brushRef="#br0">0 34 24575,'3'0'0,"7"-3"0,5-1 0,5-3 0,6 1 0,1 0 0,2 1 0,-4 3-8191</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0:19.011"/>
    </inkml:context>
    <inkml:brush xml:id="br0">
      <inkml:brushProperty name="width" value="0.05" units="cm"/>
      <inkml:brushProperty name="height" value="0.05" units="cm"/>
      <inkml:brushProperty name="color" value="#FFFFFF"/>
    </inkml:brush>
  </inkml:definitions>
  <inkml:trace contextRef="#ctx0" brushRef="#br0">45 12 24575,'0'-1'0,"0"1"0,0 0 0,0-1 0,0 1 0,0-1 0,0 1 0,0-1 0,0 1 0,0 0 0,0-1 0,-1 1 0,1-1 0,0 1 0,0 0 0,0-1 0,-1 1 0,1 0 0,0-1 0,0 1 0,-1 0 0,1-1 0,0 1 0,-1 0 0,1-1 0,0 1 0,-1 0 0,1 0 0,-1 0 0,1-1 0,0 1 0,-1 0 0,1 0 0,-1 0 0,1 0 0,0 0 0,-1 0 0,1 0 0,-1 0 0,1 0 0,-1 0 0,1 0 0,0 0 0,-1 0 0,1 0 0,-1 0 0,1 0 0,-1 0 0,1 0 0,0 1 0,-1-1 0,0 0 0,-1 1 0,0 0 0,1 0 0,-1 0 0,0 0 0,0 0 0,0 0 0,1 1 0,-1-1 0,-2 3 0,3-3 0,0 1 0,0 0 0,0 0 0,0 0 0,0 0 0,1 0 0,-1 0 0,1 0 0,-1 0 0,1 0 0,0 0 0,-1 0 0,1 1 0,0-1 0,0 0 0,1 0 0,-1 2 0,1 1 0,1-1 0,-1 1 0,1-1 0,0 1 0,0-1 0,0 0 0,4 6 0,3 1 0,1 1 0,0-1 0,22 19 0,-24-24 0,-1 1 0,1 0 0,-1 0 0,-1 1 0,10 13 0,-15-19 0,0-1 0,0 1 0,-1-1 0,1 1 0,0 0 0,0-1 0,-1 1 0,1 0 0,-1-1 0,0 1 0,1 0 0,-1 0 0,0-1 0,0 1 0,0 0 0,0 0 0,-1-1 0,1 1 0,0 0 0,-1-1 0,1 1 0,-1 0 0,1-1 0,-1 1 0,0 0 0,0-1 0,0 1 0,0-1 0,0 1 0,0-1 0,0 0 0,0 0 0,0 1 0,-1-1 0,1 0 0,-1 0 0,1 0 0,-1 0 0,1 0 0,-3 0 0,-6 4-227,0-1-1,-1 0 1,0 0-1,1-1 1,-19 2-1,0 0-6598</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0:20.353"/>
    </inkml:context>
    <inkml:brush xml:id="br0">
      <inkml:brushProperty name="width" value="0.05" units="cm"/>
      <inkml:brushProperty name="height" value="0.05" units="cm"/>
      <inkml:brushProperty name="color" value="#FFFFFF"/>
    </inkml:brush>
  </inkml:definitions>
  <inkml:trace contextRef="#ctx0" brushRef="#br0">0 3 24575,'0'-3'0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0:28.638"/>
    </inkml:context>
    <inkml:brush xml:id="br0">
      <inkml:brushProperty name="width" value="0.05" units="cm"/>
      <inkml:brushProperty name="height" value="0.05" units="cm"/>
      <inkml:brushProperty name="color" value="#FFFFFF"/>
    </inkml:brush>
  </inkml:definitions>
  <inkml:trace contextRef="#ctx0" brushRef="#br0">0 471 24575,'3'4'0,"-1"-1"0,0 1 0,0 0 0,0 0 0,0 0 0,0 0 0,-1 0 0,0 1 0,0-1 0,1 5 0,6 20 0,-8-29 0,1 0 0,-1 1 0,0-1 0,0 0 0,0 1 0,0-1 0,0 0 0,1 0 0,-1 1 0,0-1 0,0 0 0,0 0 0,1 0 0,-1 1 0,0-1 0,0 0 0,1 0 0,-1 0 0,0 0 0,1 0 0,-1 1 0,0-1 0,0 0 0,1 0 0,-1 0 0,0 0 0,1 0 0,-1 0 0,0 0 0,1 0 0,-1 0 0,0 0 0,0 0 0,1 0 0,-1 0 0,0 0 0,1 0 0,-1-1 0,0 1 0,0 0 0,1 0 0,-1 0 0,0 0 0,0-1 0,1 1 0,-1 0 0,0 0 0,0 0 0,1-1 0,-1 1 0,0 0 0,0 0 0,0-1 0,0 1 0,1 0 0,-1 0 0,0-1 0,0 1 0,0 0 0,0-1 0,0 1 0,0 0 0,0-1 0,10-21 0,-9 21 0,11-37 0,-2 0 0,6-42 0,5-20 0,-14 70 0,2-5 0,18-51 0,-23 76 0,0 1 0,1 0 0,-1 0 0,2 1 0,-1-1 0,1 1 0,1 0 0,-1 0 0,2 1 0,8-8 0,-12 13 0,-1 0 0,1 0 0,0 0 0,0 0 0,0 1 0,0 0 0,0 0 0,0 0 0,0 0 0,1 0 0,-1 1 0,0 0 0,0 0 0,1 0 0,-1 0 0,0 1 0,0 0 0,0 0 0,0 0 0,1 0 0,-1 0 0,6 4 0,7 3 0,0 1 0,-1 1 0,25 19 0,-29-21 0,-2 1 0,1 0 0,-1 1 0,0 0 0,-1 0 0,0 1 0,-1 1 0,12 20 0,-17-26 0,-1-1 0,1 0 0,-1 1 0,-1-1 0,1 1 0,-1 0 0,0 0 0,0-1 0,-1 1 0,0 0 0,0 0 0,0 0 0,-1 0 0,1-1 0,-1 1 0,-1 0 0,1-1 0,-1 1 0,0-1 0,0 1 0,-1-1 0,0 0 0,-4 7 0,1-4 0,-1 0 0,0-1 0,-1 0 0,1 0 0,-1 0 0,-1-1 0,1 0 0,-1-1 0,0 0 0,-1 0 0,1-1 0,-1 0 0,0-1 0,0 0 0,-14 2 0,-4 0 0,0-1 0,-1-1 0,1-2 0,-40-3 0,63 2 0,1-1 0,-1 1 0,1-1 0,-1 0 0,-7-4 0,12 5 0,-1 0 0,1 0 0,0 0 0,0 0 0,-1 0 0,1 0 0,0 0 0,0 0 0,-1-1 0,1 1 0,0 0 0,0 0 0,0 0 0,-1 0 0,1-1 0,0 1 0,0 0 0,0 0 0,0 0 0,0-1 0,-1 1 0,1 0 0,0 0 0,0-1 0,0 1 0,0 0 0,0 0 0,0-1 0,0 1 0,0 0 0,0-1 0,0 1 0,0 0 0,0 0 0,0-1 0,1 0 0,0 0 0,0 0 0,0 1 0,0-1 0,0 0 0,0 0 0,0 1 0,0-1 0,0 1 0,0-1 0,1 1 0,-1-1 0,1 1 0,7-3 0,0 1 0,0 0 0,0 1 0,1 0 0,-1 0 0,0 1 0,0 1 0,0-1 0,0 1 0,1 1 0,-1-1 0,-1 2 0,1-1 0,0 1 0,11 6 0,11 7 0,-1 1 0,51 39 0,9 6 0,-78-56-341,-1 0 0,1-1-1,17 5 1,-11-5-6485</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0:29.137"/>
    </inkml:context>
    <inkml:brush xml:id="br0">
      <inkml:brushProperty name="width" value="0.05" units="cm"/>
      <inkml:brushProperty name="height" value="0.05" units="cm"/>
      <inkml:brushProperty name="color" value="#FFFFFF"/>
    </inkml:brush>
  </inkml:definitions>
  <inkml:trace contextRef="#ctx0" brushRef="#br0">85 271 24575,'-4'-24'0,"0"21"0,-3 14 0,-1 16 0,-7 47 0,-6 17 0,19-83 0,2-6 0,0 0 0,-1 0 0,0 1 0,1-1 0,-1 0 0,0 0 0,0 0 0,0 0 0,-1 0 0,1 0 0,0 0 0,-1 0 0,-1 1 0,3-3 0,-1 0 0,1 0 0,0 0 0,0 0 0,-1 0 0,1 0 0,0 0 0,-1 0 0,1 0 0,0 0 0,0 0 0,-1 0 0,1 0 0,0 0 0,0 0 0,-1-1 0,1 1 0,0 0 0,0 0 0,-1 0 0,1 0 0,0-1 0,0 1 0,0 0 0,-1 0 0,1 0 0,0-1 0,0 1 0,0 0 0,0 0 0,-1-1 0,1 1 0,0 0 0,0 0 0,0-1 0,0 1 0,0 0 0,0-1 0,0 1 0,0 0 0,0 0 0,0-1 0,0 1 0,0 0 0,0-1 0,0 1 0,0 0 0,0 0 0,1-1 0,-2-17 0,5-9 0,0 0 0,2 0 0,11-31 0,34-78 0,-7 44 0,-38 81 0,1-1 0,1 2 0,-1-1 0,2 1 0,15-15 0,-23 24 0,0 0 0,0 0 0,0 0 0,0 0 0,0 0 0,0 1 0,0-1 0,0 0 0,1 1 0,-1-1 0,0 1 0,1-1 0,-1 1 0,0 0 0,1-1 0,-1 1 0,0 0 0,1 0 0,-1 0 0,0 0 0,1 0 0,-1 0 0,1 1 0,-1-1 0,2 1 0,0 0 0,-1 1 0,0-1 0,0 1 0,0 0 0,0 0 0,0-1 0,0 1 0,0 1 0,0-1 0,-1 0 0,1 0 0,0 4 0,5 7 0,-1 1 0,-1 1 0,6 22 0,-11-37 0,11 52 0,6 60 0,-12-61 0,20 73 0,-20-106-1365,-2-3-5461</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0:29.289"/>
    </inkml:context>
    <inkml:brush xml:id="br0">
      <inkml:brushProperty name="width" value="0.05" units="cm"/>
      <inkml:brushProperty name="height" value="0.05" units="cm"/>
      <inkml:brushProperty name="color" value="#FFFFFF"/>
    </inkml:brush>
  </inkml:definitions>
  <inkml:trace contextRef="#ctx0" brushRef="#br0">44 109 24575,'-3'-6'0,"-4"-5"0,-3-4 0,-1-2 0,2-1 0,6 3 0,5 3 0,9 5 0,6 2 0,5 3 0,6 2 0,3 0 0,5 1 0,3-1 0,4 1 0,0 0 0,-8-1-8191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0:29.742"/>
    </inkml:context>
    <inkml:brush xml:id="br0">
      <inkml:brushProperty name="width" value="0.05" units="cm"/>
      <inkml:brushProperty name="height" value="0.05" units="cm"/>
      <inkml:brushProperty name="color" value="#FFFFFF"/>
    </inkml:brush>
  </inkml:definitions>
  <inkml:trace contextRef="#ctx0" brushRef="#br0">192 125 24575,'0'-9'0,"1"-2"0,-1 0 0,0 1 0,-1-1 0,0 0 0,-1 1 0,0-1 0,-6-17 0,7 28 0,1-1 0,0 0 0,0 1 0,0-1 0,-1 0 0,1 1 0,0-1 0,-1 1 0,1-1 0,-1 0 0,1 1 0,0-1 0,-1 1 0,1-1 0,-1 1 0,1 0 0,-1-1 0,0 1 0,1-1 0,-1 1 0,1 0 0,-1-1 0,0 1 0,1 0 0,-1 0 0,0 0 0,1-1 0,-1 1 0,0 0 0,1 0 0,-1 0 0,0 0 0,0 0 0,1 0 0,-1 0 0,0 1 0,1-1 0,-1 0 0,0 0 0,1 0 0,-1 1 0,0-1 0,1 0 0,-1 1 0,1-1 0,-1 0 0,1 1 0,-1-1 0,1 1 0,-2 0 0,-2 4 0,-1-1 0,1 1 0,0 0 0,-4 8 0,6-9 0,-77 125 0,72-115 0,0 1 0,1 0 0,0 0 0,1 0 0,1 1 0,1-1 0,-3 23 0,6-33 0,0 0 0,1 0 0,0 0 0,0 0 0,0 0 0,0-1 0,0 1 0,1 0 0,0-1 0,0 0 0,0 1 0,1-1 0,0 0 0,-1 0 0,1 0 0,1 0 0,-1-1 0,0 1 0,1-1 0,0 0 0,0 0 0,0 0 0,0 0 0,0-1 0,1 0 0,4 2 0,-3-1 0,0-1 0,0 1 0,0-1 0,1-1 0,-1 1 0,1-1 0,-1 0 0,1-1 0,-1 0 0,1 0 0,-1 0 0,1-1 0,0 0 0,-1 0 0,0 0 0,1-1 0,-1 0 0,0 0 0,7-4 0,-6 1 0,0 0 0,0-1 0,0 1 0,-1-2 0,0 1 0,0-1 0,-1 0 0,1 0 0,-2 0 0,1-1 0,-1 1 0,0-1 0,0 0 0,-1-1 0,0 1 0,-1-1 0,0 1 0,0-1 0,-1 0 0,0 1 0,0-1 0,-2-12 0,1 21 0,0 0 0,0 0 0,0 0 0,1-1 0,-1 1 0,0 0 0,0 0 0,0 0 0,0 0 0,0 0 0,0 0 0,0 0 0,0 0 0,0-1 0,0 1 0,0 0 0,0 0 0,0 0 0,0 0 0,0 0 0,0 0 0,0 0 0,-1 0 0,1-1 0,0 1 0,0 0 0,0 0 0,0 0 0,0 0 0,0 0 0,0 0 0,0 0 0,0 0 0,0 0 0,0 0 0,0 0 0,0 0 0,-1-1 0,1 1 0,0 0 0,0 0 0,0 0 0,0 0 0,0 0 0,0 0 0,0 0 0,0 0 0,-1 0 0,1 0 0,0 0 0,0 0 0,0 0 0,0 0 0,0 0 0,0 0 0,0 0 0,0 0 0,-1 0 0,1 0 0,0 0 0,0 1 0,0-1 0,0 0 0,-6 9 0,-3 13 0,-1 12-273,2 0 0,1 1 0,1 0 0,-1 63 0,7-77-6553</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13.533"/>
    </inkml:context>
    <inkml:brush xml:id="br0">
      <inkml:brushProperty name="width" value="0.05" units="cm"/>
      <inkml:brushProperty name="height" value="0.05" units="cm"/>
      <inkml:brushProperty name="color" value="#FFFFFF"/>
    </inkml:brush>
  </inkml:definitions>
  <inkml:trace contextRef="#ctx0" brushRef="#br0">62 71 24575,'-2'-2'0,"-1"1"0,0-1 0,1 0 0,0 0 0,-1 0 0,1 0 0,0 0 0,-3-4 0,-6-6 0,-5 1 0,6 4 0,30 4 0,313-6 313,-93 2-1991,-193 6-5148</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16.528"/>
    </inkml:context>
    <inkml:brush xml:id="br0">
      <inkml:brushProperty name="width" value="0.05" units="cm"/>
      <inkml:brushProperty name="height" value="0.05" units="cm"/>
      <inkml:brushProperty name="color" value="#FFFFFF"/>
    </inkml:brush>
  </inkml:definitions>
  <inkml:trace contextRef="#ctx0" brushRef="#br0">270 59 24575,'3'-17'0,"-2"13"0,0-1 0,-1 0 0,1 1 0,-1-1 0,0-6 0,0 11 0,0-1 0,0 1 0,0 0 0,0-1 0,0 1 0,-1 0 0,1-1 0,0 1 0,0 0 0,0-1 0,0 1 0,-1 0 0,1-1 0,0 1 0,0 0 0,0 0 0,-1-1 0,1 1 0,0 0 0,0 0 0,-1 0 0,1-1 0,0 1 0,-1 0 0,1 0 0,0 0 0,-1 0 0,1 0 0,-1-1 0,0 2 0,0-1 0,0 0 0,-1 0 0,1 1 0,0-1 0,0 0 0,0 1 0,0-1 0,0 1 0,0-1 0,0 1 0,0 0 0,-2 1 0,-12 10 0,-1 1 0,2 1 0,0 0 0,-21 27 0,-41 71 0,64-92 0,0 1 0,1 0 0,1 0 0,1 1 0,-11 42 0,18-54 0,0 0 0,1 0 0,0 0 0,0 0 0,1 0 0,0 1 0,1-1 0,0 0 0,1 0 0,0 0 0,1-1 0,0 1 0,0 0 0,1-1 0,0 0 0,7 11 0,-3-8-455,1 0 0,16 16 0,20 15-6371</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20.567"/>
    </inkml:context>
    <inkml:brush xml:id="br0">
      <inkml:brushProperty name="width" value="0.05" units="cm"/>
      <inkml:brushProperty name="height" value="0.05" units="cm"/>
      <inkml:brushProperty name="color" value="#FFFFFF"/>
    </inkml:brush>
  </inkml:definitions>
  <inkml:trace contextRef="#ctx0" brushRef="#br0">18 1 24575,'-2'0'0,"-2"3"0,0 4 0,1 3 0,1 7 0,1 6 0,0 8 0,1 4 0,3 9 0,1 5 0,3 6 0,0 3 0,-1-8-8191</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22.671"/>
    </inkml:context>
    <inkml:brush xml:id="br0">
      <inkml:brushProperty name="width" value="0.05" units="cm"/>
      <inkml:brushProperty name="height" value="0.05" units="cm"/>
      <inkml:brushProperty name="color" value="#FFFFFF"/>
    </inkml:brush>
  </inkml:definitions>
  <inkml:trace contextRef="#ctx0" brushRef="#br0">0 19 24575,'3'0'0,"4"0"0,7 0 0,10-3 0,9-1 0,11 0 0,11 1 0,9 1 0,7 0 0,-9 1-8191</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21.814"/>
    </inkml:context>
    <inkml:brush xml:id="br0">
      <inkml:brushProperty name="width" value="0.05" units="cm"/>
      <inkml:brushProperty name="height" value="0.05" units="cm"/>
      <inkml:brushProperty name="color" value="#FFFFFF"/>
    </inkml:brush>
  </inkml:definitions>
  <inkml:trace contextRef="#ctx0" brushRef="#br0">5 1 24575,'-3'0'0,"2"0"0,4 0 0,8 0 0,10 0 0,11 0 0,15 0 0,11 0 0,10 0 0,9 0 0,6 3 0,0 4 0,-4 1 0,-10-1 0,-17-2-8191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22.280"/>
    </inkml:context>
    <inkml:brush xml:id="br0">
      <inkml:brushProperty name="width" value="0.05" units="cm"/>
      <inkml:brushProperty name="height" value="0.05" units="cm"/>
      <inkml:brushProperty name="color" value="#FFFFFF"/>
    </inkml:brush>
  </inkml:definitions>
  <inkml:trace contextRef="#ctx0" brushRef="#br0">15 0 24575,'-3'0'0,"-4"0"0,2 0 0,5 0 0,12 0 0,9 0 0,13 0 0,9 0 0,13 0 0,8 0 0,6 3 0,2 1 0,1 0 0,-12-1-8191</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25.213"/>
    </inkml:context>
    <inkml:brush xml:id="br0">
      <inkml:brushProperty name="width" value="0.05" units="cm"/>
      <inkml:brushProperty name="height" value="0.05" units="cm"/>
      <inkml:brushProperty name="color" value="#FFFFFF"/>
    </inkml:brush>
  </inkml:definitions>
  <inkml:trace contextRef="#ctx0" brushRef="#br0">5 19 24575,'-3'0'0,"2"0"0,4 0 0,5 0 0,3 0 0,7 0 0,5-3 0,2-1 0,3 0 0,2 1 0,3 1 0,-2 0 0,-7 2-8191</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25.463"/>
    </inkml:context>
    <inkml:brush xml:id="br0">
      <inkml:brushProperty name="width" value="0.05" units="cm"/>
      <inkml:brushProperty name="height" value="0.05" units="cm"/>
      <inkml:brushProperty name="color" value="#FFFFFF"/>
    </inkml:brush>
  </inkml:definitions>
  <inkml:trace contextRef="#ctx0" brushRef="#br0">1 1 24575,'0'3'0,"3"1"0,4-1 0,3 1 0,4-5 0,5-2 0,2 0 0,4 0 0,3 1 0,-3 0-8191</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25.710"/>
    </inkml:context>
    <inkml:brush xml:id="br0">
      <inkml:brushProperty name="width" value="0.05" units="cm"/>
      <inkml:brushProperty name="height" value="0.05" units="cm"/>
      <inkml:brushProperty name="color" value="#FFFFFF"/>
    </inkml:brush>
  </inkml:definitions>
  <inkml:trace contextRef="#ctx0" brushRef="#br0">1 0 24575,'0'3'0,"6"1"0,5 0 0,9 2 0,8 0 0,10 0 0,-1-3-8191</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43.868"/>
    </inkml:context>
    <inkml:brush xml:id="br0">
      <inkml:brushProperty name="width" value="0.05" units="cm"/>
      <inkml:brushProperty name="height" value="0.05" units="cm"/>
      <inkml:brushProperty name="color" value="#FFFFFF"/>
    </inkml:brush>
  </inkml:definitions>
  <inkml:trace contextRef="#ctx0" brushRef="#br0">404 155 24575,'0'-6'0,"-1"1"0,1-1 0,-1 1 0,0 0 0,0-1 0,-1 1 0,1 0 0,-1 0 0,0 0 0,-1 0 0,1 0 0,-1 0 0,-5-6 0,3 5 0,0 0 0,-1 1 0,0 0 0,1 0 0,-2 1 0,1-1 0,0 1 0,-14-6 0,6 5 0,1 0 0,0 1 0,-1 1 0,0 0 0,0 1 0,0 0 0,0 1 0,0 1 0,0 0 0,-16 2 0,19 0 0,0 0 0,0 1 0,0 0 0,0 1 0,0 0 0,0 1 0,-17 10 0,24-12 0,1-1 0,0 0 0,1 1 0,-1-1 0,0 1 0,1 0 0,-1-1 0,1 1 0,0 1 0,0-1 0,0 0 0,-1 4 0,2-4 0,0 0 0,1 0 0,-1 0 0,1-1 0,0 1 0,0 0 0,0 0 0,0 0 0,0 0 0,1-1 0,-1 1 0,1 0 0,0 0 0,0-1 0,0 1 0,0 0 0,0-1 0,2 3 0,3 5 0,1-1 0,0 0 0,0 0 0,0-1 0,1 0 0,12 10 0,60 40 0,-42-32 0,-5-4 0,-11-8 0,22 18 0,-39-28 0,-1 1 0,1-1 0,-1 1 0,0 0 0,0 0 0,0 0 0,-1 0 0,1 1 0,3 10 0,-6-15 0,0 1 0,-1 0 0,0-1 0,1 1 0,-1-1 0,0 1 0,0 0 0,0 0 0,0-1 0,0 1 0,0 0 0,0-1 0,-1 1 0,1-1 0,-1 1 0,1 0 0,-1-1 0,0 1 0,-1 2 0,0-2 0,0 1 0,0-1 0,0 1 0,-1-1 0,1 0 0,-1 0 0,1 0 0,-1 0 0,-5 2 0,-2 1 0,0-1 0,0-1 0,0 0 0,0 0 0,-16 2 0,16-4-195,-1 0 0,0-1 0,1 0 0,-1-1 0,0 0 0,-17-4 0,2-3-6631</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44.271"/>
    </inkml:context>
    <inkml:brush xml:id="br0">
      <inkml:brushProperty name="width" value="0.05" units="cm"/>
      <inkml:brushProperty name="height" value="0.05" units="cm"/>
      <inkml:brushProperty name="color" value="#FFFFFF"/>
    </inkml:brush>
  </inkml:definitions>
  <inkml:trace contextRef="#ctx0" brushRef="#br0">0 4 24575,'0'-3'0,"0"2"0,0 4 0,0 5 0,0 6 0,0 5 0,0 4 0,0 5 0,0 6 0,0 3 0,0 1 0,0 1 0,0-1 0,0-1 0,0-4 0,0-5 0,0-3 0,0-7-8191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44.552"/>
    </inkml:context>
    <inkml:brush xml:id="br0">
      <inkml:brushProperty name="width" value="0.05" units="cm"/>
      <inkml:brushProperty name="height" value="0.05" units="cm"/>
      <inkml:brushProperty name="color" value="#FFFFFF"/>
    </inkml:brush>
  </inkml:definitions>
  <inkml:trace contextRef="#ctx0" brushRef="#br0">17 127 24575,'-3'-8'0,"0"0"0,1 1 0,0-1 0,0 0 0,-1-9 0,3 14 0,-1 0 0,1-1 0,0 1 0,0-1 0,0 1 0,0 0 0,0-1 0,1 1 0,0-1 0,0 1 0,0 0 0,0 0 0,0-1 0,2-2 0,-1 4 0,0 0 0,0 1 0,0-1 0,1 1 0,-1-1 0,0 1 0,0 0 0,1 0 0,-1 0 0,1 0 0,-1 0 0,1 1 0,-1-1 0,1 1 0,0-1 0,-1 1 0,1 0 0,-1 0 0,1 0 0,2 1 0,9 1 0,-1 0 0,18 5 0,-30-7 0,123 40 0,-107-33 0,-1 0 0,0 1 0,0 1 0,-1 1 0,17 13 0,-29-21 0,1 1 0,-1 0 0,0 0 0,0 1 0,0-1 0,-1 1 0,1-1 0,-1 1 0,0 0 0,0 0 0,0 0 0,-1 0 0,1 0 0,-1 0 0,0 0 0,0 1 0,0-1 0,-1 0 0,1 1 0,-1-1 0,0 1 0,-1 3 0,-1 0 0,1-1 0,-1 0 0,-1 0 0,0 0 0,0 0 0,0-1 0,-1 1 0,0-1 0,0 1 0,0-2 0,-1 1 0,-6 6 0,-6 4 0,0 0 0,-2-2 0,0 0 0,0-1 0,-1 0 0,-1-2 0,0-1 0,0 0 0,-26 7 0,26-14-1365,7-3-5461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44.894"/>
    </inkml:context>
    <inkml:brush xml:id="br0">
      <inkml:brushProperty name="width" value="0.05" units="cm"/>
      <inkml:brushProperty name="height" value="0.05" units="cm"/>
      <inkml:brushProperty name="color" value="#FFFFFF"/>
    </inkml:brush>
  </inkml:definitions>
  <inkml:trace contextRef="#ctx0" brushRef="#br0">103 16 24575,'18'-1'0,"33"-6"0,8-1 0,-57 10 0,-7 3 0,-9 4 0,-48 16 0,43-19 0,1 2 0,0 0 0,1 0 0,-1 2 0,-17 13 0,33-21 0,0-1 0,0 1 0,0 0 0,0-1 0,0 1 0,1 0 0,-1 0 0,1 0 0,-1 1 0,1-1 0,0 0 0,0 1 0,0-1 0,0 0 0,0 1 0,0-1 0,1 1 0,-1 2 0,1-2 0,1-1 0,-1 1 0,1-1 0,-1 1 0,1 0 0,0-1 0,0 1 0,0-1 0,0 0 0,1 1 0,-1-1 0,0 0 0,1 0 0,0 0 0,0 0 0,-1 0 0,4 2 0,18 16 0,43 28 0,-45-33 0,0 0 0,-1 2 0,22 21 0,-40-36 0,0 0 0,-1 0 0,1 0 0,0 1 0,-1-1 0,1 0 0,-1 1 0,0 0 0,0-1 0,0 1 0,0-1 0,0 1 0,0 4 0,-1-6 0,0 1 0,0 0 0,-1-1 0,1 1 0,0-1 0,-1 1 0,1-1 0,-1 1 0,0-1 0,1 0 0,-1 1 0,0-1 0,0 0 0,0 1 0,0-1 0,0 0 0,0 0 0,0 0 0,0 0 0,-1 0 0,1 0 0,0 0 0,-1 0 0,1 0 0,-3 0 0,-13 6-131,-1 0 0,0-1-1,0-1 1,-1-1 0,-27 3 0,35-5-447,-52 7-6248</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45.609"/>
    </inkml:context>
    <inkml:brush xml:id="br0">
      <inkml:brushProperty name="width" value="0.05" units="cm"/>
      <inkml:brushProperty name="height" value="0.05" units="cm"/>
      <inkml:brushProperty name="color" value="#FFFFFF"/>
    </inkml:brush>
  </inkml:definitions>
  <inkml:trace contextRef="#ctx0" brushRef="#br0">4 85 24575,'-3'0'0,"5"0"0,11-3 0,12 0 0,17-4 0,15-3 0,17 0 0,10-1 0,9-2 0,0-1 0,-16 1-8191</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41.756"/>
    </inkml:context>
    <inkml:brush xml:id="br0">
      <inkml:brushProperty name="width" value="0.05" units="cm"/>
      <inkml:brushProperty name="height" value="0.05" units="cm"/>
      <inkml:brushProperty name="color" value="#FFFFFF"/>
    </inkml:brush>
  </inkml:definitions>
  <inkml:trace contextRef="#ctx0" brushRef="#br0">670 85 24575,'-4'-1'0,"0"0"0,1 0 0,-1 0 0,1-1 0,-1 1 0,1-1 0,0 0 0,-1 0 0,-4-5 0,-9-4 0,-1 2 0,-1 1 0,1 0 0,-2 2 0,1 0 0,0 1 0,-1 1 0,0 1 0,0 0 0,0 2 0,0 0 0,0 2 0,0 0 0,0 1 0,-35 8 0,35-5 0,-89 23 0,100-24 0,-1-1 0,1 1 0,0 1 0,0 0 0,0 0 0,0 1 0,1 0 0,-12 12 0,18-17 0,1 0 0,0 1 0,-1 0 0,1-1 0,0 1 0,0 0 0,0-1 0,0 1 0,0 0 0,0 0 0,0 0 0,1 0 0,-1 0 0,1 0 0,0 0 0,-1 0 0,1 0 0,0 0 0,0 0 0,0 0 0,0 0 0,1 0 0,-1 0 0,0 0 0,1 0 0,0 0 0,-1 0 0,1 0 0,0 0 0,0 0 0,0 0 0,0-1 0,0 1 0,1 0 0,-1-1 0,0 1 0,1-1 0,-1 1 0,3 0 0,5 6 0,1 0 0,0-1 0,1-1 0,-1 1 0,15 5 0,115 41 0,-101-41 0,-2 2 0,1 1 0,53 32 0,-88-46 0,0 1 0,0 0 0,0 0 0,-1 1 0,1-1 0,-1 1 0,1-1 0,-1 1 0,0 0 0,0 0 0,0 0 0,0 0 0,-1 0 0,1 0 0,1 6 0,-2-6 0,-1 0 0,0-1 0,0 1 0,0 0 0,0-1 0,0 1 0,-1-1 0,1 1 0,-1 0 0,0-1 0,0 1 0,0-1 0,0 1 0,0-1 0,0 0 0,-1 0 0,1 1 0,-1-1 0,1 0 0,-1 0 0,-3 2 0,-6 6 0,0 0 0,-1-2 0,0 1 0,0-1 0,-1-1 0,0 0 0,0-1 0,-19 6 0,-16 3 0,-52 9 0,68-17-273,-1-1 0,1-1 0,-1-3 0,-34 0 0,35-5-6553</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42.205"/>
    </inkml:context>
    <inkml:brush xml:id="br0">
      <inkml:brushProperty name="width" value="0.05" units="cm"/>
      <inkml:brushProperty name="height" value="0.05" units="cm"/>
      <inkml:brushProperty name="color" value="#FFFFFF"/>
    </inkml:brush>
  </inkml:definitions>
  <inkml:trace contextRef="#ctx0" brushRef="#br0">77 117 24575,'-1'24'0,"-2"0"0,-1 0 0,-11 40 0,-2 8 0,-18 103 0,34-159 0,8-23 0,11-24 0,56-128 0,-40 82 0,53-87 0,-82 155 0,1 1 0,-1 0 0,2 1 0,-1 0 0,1 0 0,0 0 0,8-6 0,-13 12 0,0 0 0,-1-1 0,1 1 0,0 0 0,0 0 0,0 0 0,0 1 0,0-1 0,0 0 0,0 1 0,0-1 0,1 1 0,-1 0 0,0 0 0,0 0 0,0 0 0,0 0 0,1 0 0,-1 0 0,0 1 0,0-1 0,0 1 0,0 0 0,0 0 0,0-1 0,0 1 0,0 0 0,0 1 0,0-1 0,-1 0 0,1 0 0,0 1 0,-1-1 0,1 1 0,-1-1 0,0 1 0,2 3 0,2 1 0,-1 1 0,1 0 0,-2 1 0,1-1 0,-1 1 0,3 12 0,10 52 0,-8-29 0,8 23 243,14 73-1851,-25-110-5218</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42.378"/>
    </inkml:context>
    <inkml:brush xml:id="br0">
      <inkml:brushProperty name="width" value="0.05" units="cm"/>
      <inkml:brushProperty name="height" value="0.05" units="cm"/>
      <inkml:brushProperty name="color" value="#FFFFFF"/>
    </inkml:brush>
  </inkml:definitions>
  <inkml:trace contextRef="#ctx0" brushRef="#br0">8 81 24575,'0'-6'0,"-3"-5"0,-1-3 0,3 0 0,8 3 0,6 3 0,6 3 0,6 2 0,7 2 0,5 1 0,4 1 0,2-1 0,2-2 0,0-1 0,-9 0-8191</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43.291"/>
    </inkml:context>
    <inkml:brush xml:id="br0">
      <inkml:brushProperty name="width" value="0.05" units="cm"/>
      <inkml:brushProperty name="height" value="0.05" units="cm"/>
      <inkml:brushProperty name="color" value="#FFFFFF"/>
    </inkml:brush>
  </inkml:definitions>
  <inkml:trace contextRef="#ctx0" brushRef="#br0">37 144 24575,'-2'-3'0,"-3"9"0,-2 10 0,-4 65 0,-1 161 0,12-238 0,0 7 0,1-1 0,2 21 0,-3-29 0,0-1 0,1 1 0,-1-1 0,0 1 0,1-1 0,-1 1 0,1-1 0,-1 0 0,1 1 0,0-1 0,-1 1 0,1-1 0,0 0 0,0 0 0,0 0 0,0 1 0,0-1 0,0 0 0,1 0 0,-1 0 0,0 0 0,0-1 0,1 1 0,-1 0 0,0-1 0,1 1 0,-1 0 0,4 0 0,-4-1 0,1-1 0,-1 1 0,1 0 0,0-1 0,-1 1 0,1-1 0,-1 0 0,0 1 0,1-1 0,-1 0 0,1 0 0,-1 0 0,0 0 0,0 0 0,0 0 0,1 0 0,-1 0 0,0-1 0,-1 1 0,1 0 0,0-1 0,0 1 0,1-3 0,14-38 0,-14 36 0,3-8 0,-3 8 0,0-1 0,0 1 0,0-1 0,0-9 0,-4 20 0,-10 13 0,12-17 0,0 1 0,0-1 0,-1 0 0,1 0 0,0 0 0,0 0 0,0 0 0,0 0 0,0 0 0,-1 0 0,1 0 0,0 0 0,0 0 0,0 1 0,0-1 0,-1 0 0,1 0 0,0 0 0,0 0 0,0 0 0,-1 0 0,1-1 0,0 1 0,0 0 0,0 0 0,0 0 0,-1 0 0,1 0 0,0 0 0,0 0 0,0 0 0,0 0 0,0 0 0,-1 0 0,1 0 0,0-1 0,0 1 0,0 0 0,-4-15 0,1-23 0,1 1 0,3-1 0,1 0 0,1 0 0,3 1 0,1 0 0,15-48 0,-20 79 0,-1 1 0,2 0 0,-1 0 0,0-1 0,1 1 0,0 0 0,0 1 0,1-1 0,-1 1 0,1-1 0,0 1 0,0 0 0,6-4 0,-3 4 0,0 0 0,0 1 0,0-1 0,0 1 0,0 1 0,1-1 0,0 2 0,-1-1 0,10 0 0,55-4 0,-65 6 0,0 0 0,0 1 0,-1 0 0,1 0 0,0 0 0,-1 1 0,1 0 0,8 4 0,-15-6 0,0 0 0,0 0 0,0 0 0,0 0 0,0 0 0,0 0 0,0 0 0,0 0 0,0 0 0,1 0 0,-1 0 0,0 0 0,0 0 0,0 0 0,0 0 0,0 0 0,0 0 0,0 0 0,0 0 0,0 0 0,0 0 0,0 0 0,0 0 0,0 0 0,0 0 0,0 1 0,0-1 0,1 0 0,-1 0 0,0 0 0,0 0 0,0 0 0,0 0 0,0 0 0,0 0 0,0 0 0,0 0 0,0 0 0,0 1 0,0-1 0,0 0 0,0 0 0,0 0 0,0 0 0,0 0 0,0 0 0,0 0 0,0 0 0,-1 0 0,1 0 0,0 0 0,0 1 0,0-1 0,0 0 0,0 0 0,0 0 0,0 0 0,0 0 0,0 0 0,0 0 0,0 0 0,0 0 0,0 0 0,0 0 0,-1 0 0,-7 3 0,-12-1 0,8-2 0,0 1 0,0 1 0,0 0 0,0 1 0,0 0 0,1 0 0,-1 1 0,1 1 0,0 0 0,0 1 0,1 0 0,0 0 0,-16 13 0,15-9 0,1 0 0,1 0 0,-1 1 0,2 0 0,0 1 0,0 0 0,1 0 0,0 1 0,1 0 0,1 0 0,-6 19 0,10-31 0,-3 14 0,0 0 0,0-1 0,1 2 0,-1 28 0,4-40 0,0 0 0,0 0 0,1 0 0,0 0 0,0 0 0,0 0 0,0 0 0,0-1 0,1 1 0,0 0 0,-1-1 0,1 1 0,1-1 0,-1 0 0,0 1 0,1-1 0,0-1 0,0 1 0,0 0 0,0 0 0,0-1 0,0 0 0,0 0 0,5 2 0,3 1 0,0 0 0,0-1 0,1-1 0,0 0 0,-1-1 0,1 0 0,0 0 0,16-1 0,-6-1 0,1-1 0,0-1 0,32-7 0,-30 2-1365,-4 0-5461</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46.058"/>
    </inkml:context>
    <inkml:brush xml:id="br0">
      <inkml:brushProperty name="width" value="0.05" units="cm"/>
      <inkml:brushProperty name="height" value="0.05" units="cm"/>
      <inkml:brushProperty name="color" value="#FFFFFF"/>
    </inkml:brush>
  </inkml:definitions>
  <inkml:trace contextRef="#ctx0" brushRef="#br0">5 82 24575,'-3'0'0,"2"0"0,4 0 0,7 0 0,12-3 0,10-4 0,14-3 0,15-4 0,15-2 0,11-1 0,-8 3-8191</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47.053"/>
    </inkml:context>
    <inkml:brush xml:id="br0">
      <inkml:brushProperty name="width" value="0.05" units="cm"/>
      <inkml:brushProperty name="height" value="0.05" units="cm"/>
      <inkml:brushProperty name="color" value="#FFFFFF"/>
    </inkml:brush>
  </inkml:definitions>
  <inkml:trace contextRef="#ctx0" brushRef="#br0">15 16 24575,'-3'-3'0,"-1"-4"0,0 2 0,1 5 0,4 8 0,1 9 0,4 8 0,1 5 0,-1 6 0,1 3 0,0 4 0,-1 1 0,-2-2 0,-2-2 0,-1-1 0,0-5 0,-1-8-8191</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47.612"/>
    </inkml:context>
    <inkml:brush xml:id="br0">
      <inkml:brushProperty name="width" value="0.05" units="cm"/>
      <inkml:brushProperty name="height" value="0.05" units="cm"/>
      <inkml:brushProperty name="color" value="#FFFFFF"/>
    </inkml:brush>
  </inkml:definitions>
  <inkml:trace contextRef="#ctx0" brushRef="#br0">65 281 24575,'-18'-32'0,"11"20"0,-1-1 0,2 0 0,0-1 0,0 1 0,-5-24 0,10 33 0,1 1 0,-1-1 0,1 1 0,0-1 0,0 1 0,0-1 0,1 1 0,-1 0 0,1-1 0,0 1 0,0 0 0,0-1 0,0 1 0,1 0 0,-1 0 0,1 0 0,0 0 0,0 0 0,0 0 0,0 1 0,1-1 0,-1 0 0,1 1 0,-1 0 0,1 0 0,0 0 0,0 0 0,0 0 0,4-1 0,12-7 0,1 2 0,0 0 0,1 1 0,-1 1 0,1 1 0,1 1 0,27-2 0,153 3 0,-182 4 0,0 0 0,26 6 0,-42-6 0,1 0 0,-1 0 0,1 0 0,-1 0 0,0 1 0,0 0 0,0 0 0,0 0 0,0 1 0,0-1 0,0 1 0,-1 0 0,0 0 0,1 0 0,-1 0 0,5 7 0,-8-9 0,1 1 0,0-1 0,-1 1 0,1-1 0,-1 1 0,1-1 0,-1 1 0,0-1 0,1 1 0,-1 0 0,0-1 0,0 1 0,0-1 0,0 1 0,-1 0 0,1-1 0,0 1 0,-1-1 0,0 3 0,0-1 0,-1 0 0,0 0 0,1 0 0,-1-1 0,0 1 0,-1 0 0,1-1 0,-5 5 0,-5 2 0,0-1 0,0 0 0,-19 8 0,24-12 0,-28 12 0,-53 18 0,16-8 0,70-26 0,0 1 0,0 0 0,0 0 0,0 0 0,0 0 0,0 0 0,0 1 0,1-1 0,-1 0 0,1 1 0,-3 2 0,3-4 0,1 1 0,0-1 0,0 0 0,0 0 0,0 1 0,0-1 0,0 0 0,0 0 0,0 0 0,0 1 0,0-1 0,0 0 0,0 0 0,0 1 0,0-1 0,0 0 0,0 0 0,0 1 0,0-1 0,0 0 0,0 0 0,0 0 0,1 1 0,-1-1 0,0 0 0,0 0 0,0 0 0,0 1 0,0-1 0,1 0 0,-1 0 0,0 0 0,0 0 0,1 1 0,16 3 0,42 0 0,-26-3 0,63 12 0,-79-9 0,0 1 0,0 0 0,0 2 0,-1 0 0,23 12 0,-34-15 0,1-1 0,-1 1 0,0 0 0,0 0 0,0 0 0,0 1 0,-1-1 0,0 1 0,0 0 0,0 1 0,0-1 0,-1 1 0,0-1 0,0 1 0,-1 0 0,1 0 0,-1 0 0,1 7 0,-2-10 0,-1 0 0,0 0 0,0-1 0,0 1 0,0 0 0,0 0 0,-1-1 0,1 1 0,-1 0 0,0-1 0,0 1 0,0 0 0,0-1 0,0 1 0,0-1 0,-3 5 0,0-4 0,1 1 0,-1 0 0,1-1 0,-1 0 0,0 0 0,0 0 0,0 0 0,-8 3 0,-2 0 0,1-1 0,-1 0 0,0-1 0,0-1 0,-22 3 0,0-2 0,-65-1 0,87-4 0,1 0 0,0-1 0,-1 0 0,1-1 0,0 0 0,0-1 0,1-1 0,-15-6 0,24 9-68,1 1 0,0 0-1,0-1 1,0 0 0,0 1 0,0-1-1,0 0 1,0 0 0,1 0 0,-1 0-1,1 0 1,-1 0 0,1 0 0,0-1-1,0 1 1,0 0 0,0-1-1,0 1 1,0-4 0,-1-8-6758</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48.390"/>
    </inkml:context>
    <inkml:brush xml:id="br0">
      <inkml:brushProperty name="width" value="0.05" units="cm"/>
      <inkml:brushProperty name="height" value="0.05" units="cm"/>
      <inkml:brushProperty name="color" value="#FFFFFF"/>
    </inkml:brush>
  </inkml:definitions>
  <inkml:trace contextRef="#ctx0" brushRef="#br0">18 16 24575,'-3'0'0,"-1"-3"0,0-4 0,1 2 0,1 5 0,4 5 0,1 6 0,0 5 0,0 7 0,0 9 0,-2 4 0,0 5 0,-3 1 0,-2 3 0,0-1 0,1-4 0,0-4 0,2-7-8191</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48.681"/>
    </inkml:context>
    <inkml:brush xml:id="br0">
      <inkml:brushProperty name="width" value="0.05" units="cm"/>
      <inkml:brushProperty name="height" value="0.05" units="cm"/>
      <inkml:brushProperty name="color" value="#FFFFFF"/>
    </inkml:brush>
  </inkml:definitions>
  <inkml:trace contextRef="#ctx0" brushRef="#br0">63 250 24575,'-23'-59'0,"16"45"0,1-1 0,0 1 0,1-1 0,1 0 0,0 0 0,1-1 0,-2-24 0,5 38 0,0 0 0,1 1 0,-1-1 0,0 0 0,1 1 0,-1-1 0,1 0 0,-1 1 0,1-1 0,0 0 0,-1 1 0,1-1 0,0 1 0,0-1 0,0 1 0,0 0 0,1-1 0,-1 1 0,2-2 0,0 2 0,0-1 0,-1 0 0,1 1 0,0 0 0,0 0 0,1 0 0,-1 0 0,0 0 0,6 0 0,2 0 0,-1 1 0,1 0 0,-1 1 0,1 0 0,15 4 0,-7 0 0,0 1 0,0 1 0,0 1 0,-1 1 0,0 0 0,-1 2 0,0-1 0,0 2 0,-1 1 0,-1 0 0,0 0 0,-1 2 0,-1 0 0,19 26 0,-28-35 0,0 1 0,-1-1 0,0 0 0,-1 1 0,1 0 0,-1-1 0,-1 1 0,1 0 0,-1 0 0,0 0 0,-1 0 0,0 1 0,0-1 0,0 0 0,-1 0 0,0 0 0,0 0 0,-1 0 0,0 0 0,0-1 0,-1 1 0,1 0 0,-2-1 0,1 0 0,-1 0 0,1 0 0,-10 11 0,3-6 0,-1 0 0,0-1 0,0 0 0,-1-1 0,0 0 0,-1-1 0,0 0 0,0-1 0,0-1 0,-1 0 0,0-1 0,-20 5 0,-5-2-1365,7-4-5461</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48.973"/>
    </inkml:context>
    <inkml:brush xml:id="br0">
      <inkml:brushProperty name="width" value="0.05" units="cm"/>
      <inkml:brushProperty name="height" value="0.05" units="cm"/>
      <inkml:brushProperty name="color" value="#FFFFFF"/>
    </inkml:brush>
  </inkml:definitions>
  <inkml:trace contextRef="#ctx0" brushRef="#br0">211 1 24575,'1'0'0,"-1"0"0,0 0 0,0-1 0,0 1 0,1 0 0,-1 0 0,0 0 0,0 0 0,0 0 0,1 0 0,-1 0 0,0 0 0,0 0 0,0 0 0,1 0 0,-1 1 0,0-1 0,0 0 0,1 0 0,-1 0 0,0 0 0,0 0 0,0 0 0,0 0 0,1 0 0,-1 1 0,0-1 0,0 0 0,0 0 0,0 0 0,0 0 0,1 1 0,-1-1 0,0 0 0,0 0 0,0 0 0,0 1 0,0-1 0,-6 7 0,-13 5 0,-29 2 0,41-13 0,-1 1 0,1-1 0,-1 2 0,1-1 0,0 1 0,0 0 0,0 0 0,0 1 0,1 0 0,-1 0 0,1 1 0,0-1 0,0 1 0,-7 9 0,9-8 0,0-1 0,0 1 0,1-1 0,0 1 0,0 0 0,0 0 0,1 0 0,0 1 0,0-1 0,0 0 0,1 1 0,0 0 0,0-1 0,1 1 0,0-1 0,0 1 0,0 0 0,1-1 0,0 1 0,1-1 0,-1 1 0,5 10 0,-2-9 0,0 0 0,0 0 0,1 0 0,0-1 0,0 0 0,1 0 0,0 0 0,0 0 0,1-1 0,0 0 0,0-1 0,0 1 0,0-1 0,1-1 0,0 1 0,10 3 0,-1-2-227,1-1-1,0-1 1,0 0-1,0-1 1,26 0-1,-5-1-6598</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49.346"/>
    </inkml:context>
    <inkml:brush xml:id="br0">
      <inkml:brushProperty name="width" value="0.05" units="cm"/>
      <inkml:brushProperty name="height" value="0.05" units="cm"/>
      <inkml:brushProperty name="color" value="#FFFFFF"/>
    </inkml:brush>
  </inkml:definitions>
  <inkml:trace contextRef="#ctx0" brushRef="#br0">14 0 24575,'-1'1'0,"0"0"0,0 0 0,0 0 0,0 0 0,0 1 0,0-1 0,0 0 0,0 0 0,0 1 0,1-1 0,-1 0 0,0 1 0,1-1 0,-1 1 0,1-1 0,0 1 0,-1-1 0,1 1 0,0-1 0,0 1 0,0-1 0,0 1 0,0-1 0,1 1 0,-1-1 0,0 1 0,1-1 0,-1 1 0,1-1 0,-1 0 0,1 1 0,0-1 0,-1 0 0,3 3 0,-1-2 0,1 1 0,0 0 0,0-1 0,0 0 0,0 0 0,1 0 0,-1 0 0,0 0 0,1-1 0,-1 1 0,1-1 0,6 1 0,65 10 0,1-3 0,110-1 0,-73-5 0,922 28-659,-721-40 659,-310 8 0,2 1 0,0 0 0,-1-1 0,1 0 0,0-1 0,-1 1 0,11-5 0,-16 6 8,0 0 0,0 0 0,1-1 0,-1 1 0,0 0 0,0 0 0,0 0 0,0 0 0,1 0-1,-1-1 1,0 1 0,0 0 0,0 0 0,0 0 0,0 0 0,0-1 0,0 1 0,0 0 0,1 0 0,-1 0 0,0-1 0,0 1 0,0 0 0,0 0 0,0 0 0,0-1 0,0 1 0,0 0 0,0 0 0,0 0 0,0-1 0,0 1 0,0 0-1,-1 0 1,1 0 0,0-1 0,0 1 0,0 0 0,0 0 0,0 0 0,0 0 0,0-1 0,-1 1 0,1 0 0,0 0 0,0 0 0,0 0 0,0 0 0,0-1 0,-1 1 0,1 0 0,0 0 0,0 0 0,0 0 0,-1 0 0,1 0 0,0 0 0,0 0-1,0 0 1,-1 0 0,1 0 0,0 0 0,0 0 0,-1 0 0,-15-6-679,14 6 119,-18-5-6274</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51.023"/>
    </inkml:context>
    <inkml:brush xml:id="br0">
      <inkml:brushProperty name="width" value="0.05" units="cm"/>
      <inkml:brushProperty name="height" value="0.05" units="cm"/>
      <inkml:brushProperty name="color" value="#FFFFFF"/>
    </inkml:brush>
  </inkml:definitions>
  <inkml:trace contextRef="#ctx0" brushRef="#br0">2205 294 24575,'-1'-2'0,"1"1"0,-1-1 0,1 0 0,-1 0 0,0 1 0,0-1 0,0 0 0,0 1 0,0-1 0,0 1 0,0 0 0,-1-1 0,1 1 0,0 0 0,-3-2 0,-25-19 0,24 19 0,-38-27 0,-1 3 0,-2 1 0,-1 3 0,0 2 0,-2 1 0,0 3 0,-1 2 0,-56-9 0,-8 6 0,0 6 0,-218 3 0,189 17 0,-271 51 0,234-14 0,145-33 0,0 1 0,1 2 0,-36 20 0,53-25 0,1 1 0,0 0 0,1 1 0,1 0 0,0 1 0,0 1 0,-16 22 0,22-24 0,0 1 0,0 0 0,2 0 0,-1 0 0,2 1 0,0 0 0,1 0 0,0 0 0,1 1 0,-3 26 0,5-19 0,1 0 0,1 0 0,1 0 0,0 0 0,2-1 0,1 1 0,10 29 0,-5-22 0,2-1 0,2-1 0,0 0 0,34 46 0,-17-34 0,2-1 0,1-2 0,2-1 0,1-2 0,2-2 0,61 38 0,-34-29-59,2-4-1,2-3 1,1-3 0,2-3-1,75 17 1,-45-20-30,0-4 0,2-5 0,120 1-1,-145-14 90,1-4 0,-1-4 0,0-3 0,0-3 0,-1-4 0,-1-4 0,132-51 1,-162 50-1,-1-2 0,-2-2 0,-1-2 0,0-2 0,56-50 0,-70 51 0,-1-2 0,-1 0 0,-2-2 0,-1-1 0,-1-1 0,-2-1 0,26-56 0,-37 67 0,-2 0 0,0 0 0,-2-1 0,0 0 0,5-42 0,-11 54 0,0 0 0,-1 0 0,-1 0 0,0 0 0,0 0 0,-1 0 0,-1 0 0,0 0 0,-1 1 0,-1-1 0,1 1 0,-14-22 0,7 19 8,0 0 1,0 1 0,-2 0 0,0 1-1,0 1 1,-1 0 0,-1 1 0,0 0 0,0 1-1,-1 1 1,-19-8 0,-14-4-460,-1 2 1,-77-19-1,-11 5-5781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03.259"/>
    </inkml:context>
    <inkml:brush xml:id="br0">
      <inkml:brushProperty name="width" value="0.05" units="cm"/>
      <inkml:brushProperty name="height" value="0.05" units="cm"/>
      <inkml:brushProperty name="color" value="#FFFFFF"/>
    </inkml:brush>
  </inkml:definitions>
  <inkml:trace contextRef="#ctx0" brushRef="#br0">0 33 24575,'230'-11'0,"190"-10"0,735 21-747,-516 20 217,-229-6-28,1596 87-1371,267 52 809,-1492-87 1044,-361-29 2781,-391-35-2465,3 2 714,56-3 1,-83-2-939,0 0 1,0 0-1,0 0 1,0-1-1,-1 0 1,1 0 0,4-3-1,-6 3-18,1 0 0,-1 0 0,0 0 0,0 1 0,1 0 0,-1 0 0,1 0 0,-1 0 0,1 0 0,-1 1 0,1-1 0,6 1 0,-9 1 2,0-1 0,0 0 0,0 1 0,0 0 0,0-1 0,1 1 0,-1 0 0,0 0 0,0-1 0,-1 1 0,1 0 0,0 0 0,0 0 0,0 0 0,-1 0 0,1 0 0,0 0 0,-1 1 0,1-1 0,-1 0 0,1 0 0,-1 0 0,0 1 0,1-1 0,-1 0 0,0 0 0,0 2 0,1 40 0,-1-35 0,-3 351 0,3-350-136,1-1-1,-1 0 1,1 0-1,1 0 1,0 0-1,0 0 1,0 0-1,1-1 0,6 13 1,-3-10-6690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28:03.648"/>
    </inkml:context>
    <inkml:brush xml:id="br0">
      <inkml:brushProperty name="width" value="0.05" units="cm"/>
      <inkml:brushProperty name="height" value="0.05" units="cm"/>
      <inkml:brushProperty name="color" value="#FFFFFF"/>
    </inkml:brush>
  </inkml:definitions>
  <inkml:trace contextRef="#ctx0" brushRef="#br0">0 0 24575,'1'5'0,"0"0"0,0 0 0,0 0 0,0 0 0,1-1 0,0 1 0,0-1 0,0 1 0,1-1 0,-1 0 0,1 0 0,0 0 0,0 0 0,6 5 0,-4-3 0,1-1 0,-1 0 0,1 0 0,1-1 0,-1 1 0,0-1 0,1-1 0,13 6 0,-14-7 0,0 0 0,0-1 0,0 0 0,0 0 0,0-1 0,0 0 0,0 0 0,1 0 0,-1-1 0,0 1 0,0-1 0,0-1 0,0 1 0,6-4 0,-3 1 0,1-1 0,-1 0 0,0-1 0,0 0 0,0 0 0,-1-1 0,8-9 0,-16 16 10,1 0 0,-1-1 0,0 1-1,0-1 1,1 1 0,-1 0 0,0-1-1,1 1 1,-1 0 0,0 0 0,1-1-1,-1 1 1,0 0 0,1 0 0,-1-1-1,1 1 1,-1 0 0,1 0 0,-1 0-1,0 0 1,1-1 0,-1 1 0,1 0-1,-1 0 1,1 0 0,-1 0 0,1 0-1,-1 0 1,0 0 0,1 1 0,-1-1-1,1 0 1,-1 0 0,1 0 0,3 17-1717,-3-2-5119</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54.035"/>
    </inkml:context>
    <inkml:brush xml:id="br0">
      <inkml:brushProperty name="width" value="0.05" units="cm"/>
      <inkml:brushProperty name="height" value="0.05" units="cm"/>
      <inkml:brushProperty name="color" value="#FFFFFF"/>
    </inkml:brush>
  </inkml:definitions>
  <inkml:trace contextRef="#ctx0" brushRef="#br0">4 122 24575,'0'0'0,"0"0"0,0 0 0,-1 0 0,1 0 0,0 0 0,0 0 0,0 0 0,-1 1 0,1-1 0,0 0 0,0 0 0,0 0 0,0 1 0,0-1 0,-1 0 0,1 0 0,0 0 0,0 1 0,0-1 0,0 0 0,0 0 0,0 0 0,0 1 0,0-1 0,0 0 0,0 0 0,0 1 0,0-1 0,0 0 0,0 0 0,0 1 0,0-1 0,0 0 0,0 0 0,0 1 0,9 1 0,15-3 0,134-26 0,41-5 0,457-22-1741,4 38-659,1056 82-1012,-1325-28 6750,-391-38-3316,7 0 1817,-10-2-2323,-5-2-4869</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54.424"/>
    </inkml:context>
    <inkml:brush xml:id="br0">
      <inkml:brushProperty name="width" value="0.05" units="cm"/>
      <inkml:brushProperty name="height" value="0.05" units="cm"/>
      <inkml:brushProperty name="color" value="#FFFFFF"/>
    </inkml:brush>
  </inkml:definitions>
  <inkml:trace contextRef="#ctx0" brushRef="#br0">71 2 24575,'-14'0'0,"10"-1"0,1 1 0,-1-1 0,0 1 0,0 0 0,1 0 0,-1 1 0,0-1 0,1 1 0,-1 0 0,0 0 0,1 0 0,-1 0 0,-3 2 0,7-2 0,0-1 0,-1 1 0,1-1 0,0 0 0,0 1 0,0-1 0,0 1 0,-1-1 0,1 1 0,0-1 0,0 1 0,0-1 0,0 1 0,0-1 0,0 1 0,0-1 0,0 1 0,0-1 0,1 1 0,-1-1 0,0 1 0,0-1 0,0 0 0,0 1 0,1-1 0,-1 1 0,0-1 0,1 1 0,-1-1 0,0 0 0,0 1 0,1-1 0,-1 0 0,1 1 0,14 12 0,-15-12 0,26 16 0,1-1 0,0-1 0,1-2 0,0 0 0,37 10 0,-29-11 0,-2 2 0,0 1 0,33 20 0,-63-33 0,-1 0 0,1 1 0,-1 0 0,1-1 0,-1 1 0,0 1 0,0-1 0,0 0 0,-1 1 0,4 5 0,-5-7 0,0-1 0,-1 1 0,1 0 0,-1 0 0,0 0 0,1-1 0,-1 1 0,0 0 0,0 0 0,0 0 0,0 0 0,-1-1 0,1 1 0,0 0 0,-1 0 0,1-1 0,-1 1 0,0 0 0,1 0 0,-1-1 0,0 1 0,0-1 0,0 1 0,0-1 0,0 1 0,-1-1 0,0 2 0,-6 5 42,-1-1 0,1 0 0,-1 0 0,0-1 0,-1 0 0,1-1 0,-14 6 0,-75 24-1182,83-30 579,-20 6-6265</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56.069"/>
    </inkml:context>
    <inkml:brush xml:id="br0">
      <inkml:brushProperty name="width" value="0.05" units="cm"/>
      <inkml:brushProperty name="height" value="0.05" units="cm"/>
      <inkml:brushProperty name="color" value="#FFFFFF"/>
    </inkml:brush>
  </inkml:definitions>
  <inkml:trace contextRef="#ctx0" brushRef="#br0">122 108 24575,'-1'30'0,"-1"0"0,-2 0 0,-1 0 0,-2 0 0,-13 38 0,3-11 0,7-21 0,-2 0 0,-22 48 0,34-84 0,0 0 0,0 0 0,0 1 0,0-1 0,0 0 0,0 1 0,0-1 0,0 0 0,0 0 0,0 1 0,0-1 0,-1 0 0,1 0 0,0 1 0,0-1 0,0 0 0,0 0 0,-1 0 0,1 1 0,0-1 0,0 0 0,0 0 0,-1 0 0,1 0 0,0 1 0,0-1 0,-1 0 0,1 0 0,0 0 0,0 0 0,-1 0 0,1 0 0,0 0 0,0 0 0,-1 0 0,1 0 0,0 0 0,-1 0 0,-1-12 0,3-19 0,54-231 0,-49 238 0,2-5 0,17-44 0,-20 61 0,0 1 0,1 1 0,0-1 0,0 1 0,1 0 0,15-16 0,-20 24 0,0 0 0,0 0 0,1 0 0,-1 0 0,1 0 0,-1 1 0,1-1 0,-1 1 0,1-1 0,0 1 0,0 0 0,0 0 0,0 0 0,0 1 0,0-1 0,0 1 0,0-1 0,0 1 0,0 0 0,0 0 0,0 1 0,0-1 0,3 1 0,-2 1 0,0-1 0,0 1 0,-1 0 0,1 0 0,0 0 0,-1 1 0,1-1 0,-1 1 0,0 0 0,0 0 0,0 0 0,0 0 0,-1 0 0,1 1 0,3 6 0,3 7 0,-1 0 0,-1 1 0,0-1 0,-2 2 0,5 24 0,10 99 0,-13-83 0,3 36-1365,-7-57-5461</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56.238"/>
    </inkml:context>
    <inkml:brush xml:id="br0">
      <inkml:brushProperty name="width" value="0.05" units="cm"/>
      <inkml:brushProperty name="height" value="0.05" units="cm"/>
      <inkml:brushProperty name="color" value="#FFFFFF"/>
    </inkml:brush>
  </inkml:definitions>
  <inkml:trace contextRef="#ctx0" brushRef="#br0">0 55 24575,'0'-3'0,"0"-4"0,0-4 0,3 1 0,4 1 0,4 2 0,6 3 0,6 2 0,1 1 0,4 1 0,2 0 0,-3 0-8191</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56.440"/>
    </inkml:context>
    <inkml:brush xml:id="br0">
      <inkml:brushProperty name="width" value="0.05" units="cm"/>
      <inkml:brushProperty name="height" value="0.05" units="cm"/>
      <inkml:brushProperty name="color" value="#FFFFFF"/>
    </inkml:brush>
  </inkml:definitions>
  <inkml:trace contextRef="#ctx0" brushRef="#br0">0 81 24575,'17'-21'0,"-11"12"0,0 1 0,0 1 0,1-1 0,13-11 0,-19 18 0,1 0 0,-1 0 0,0 1 0,0-1 0,0 0 0,1 1 0,-1-1 0,0 0 0,1 1 0,-1 0 0,1-1 0,-1 1 0,1 0 0,-1 0 0,1-1 0,-1 1 0,0 0 0,1 1 0,-1-1 0,1 0 0,-1 0 0,1 1 0,-1-1 0,0 0 0,1 1 0,-1 0 0,1-1 0,-1 1 0,0 0 0,0 0 0,0-1 0,1 1 0,-1 0 0,0 0 0,0 0 0,0 0 0,0 1 0,1 1 0,1 2 0,1 1 0,-1-1 0,0 1 0,0 0 0,-1 1 0,0-1 0,3 11 0,6 51 0,-6-34 0,18 145 70,-15-112-1505,-5-39-5391</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57.487"/>
    </inkml:context>
    <inkml:brush xml:id="br0">
      <inkml:brushProperty name="width" value="0.05" units="cm"/>
      <inkml:brushProperty name="height" value="0.05" units="cm"/>
      <inkml:brushProperty name="color" value="#FFFFFF"/>
    </inkml:brush>
  </inkml:definitions>
  <inkml:trace contextRef="#ctx0" brushRef="#br0">121 146 24575,'2'-1'0,"0"1"0,0-1 0,0 0 0,0 1 0,-1-1 0,1 0 0,0 0 0,0 0 0,-1 0 0,1 0 0,-1 0 0,1-1 0,-1 1 0,1-1 0,-1 1 0,0-1 0,2-1 0,0-1 0,-1 0 0,1 1 0,-1-1 0,0 0 0,0 0 0,2-7 0,-3 8 0,-1 0 0,1 0 0,-1 0 0,0 0 0,1 0 0,-2 0 0,1 0 0,0 0 0,0 0 0,-1 0 0,0 0 0,1 0 0,-1 0 0,0 1 0,-1-1 0,1 0 0,-2-3 0,2 5 0,0 0 0,0 0 0,-1 0 0,1 0 0,0 0 0,0 0 0,-1 0 0,1 0 0,0 0 0,-1 1 0,1-1 0,-1 0 0,1 1 0,-1 0 0,1-1 0,-1 1 0,1 0 0,-1 0 0,1 0 0,-1-1 0,1 2 0,-1-1 0,1 0 0,-1 0 0,1 0 0,-1 1 0,1-1 0,-1 1 0,1-1 0,-1 1 0,1 0 0,0-1 0,-1 1 0,1 0 0,-2 2 0,-7 4 0,0 1 0,0 0 0,1 1 0,1 0 0,-1 0 0,2 1 0,-1 0 0,1 0 0,1 1 0,-1 0 0,-6 19 0,12-27 0,0-1 0,0 1 0,0 0 0,1 0 0,-1 0 0,1-1 0,-1 1 0,1 0 0,0 0 0,0 0 0,0 0 0,1 0 0,-1 0 0,1-1 0,0 1 0,-1 0 0,1 0 0,1-1 0,-1 1 0,3 4 0,-1-3 0,0 0 0,1-1 0,0 0 0,0 0 0,0 0 0,0 0 0,0 0 0,0-1 0,1 0 0,-1 0 0,8 2 0,-11-3 0,9 3 0,0-1 0,1 0 0,-1 0 0,20 2 0,-26-5 0,-1 0 0,0 0 0,0-1 0,1 1 0,-1-1 0,0 1 0,0-1 0,0 0 0,0 0 0,0 0 0,0-1 0,0 1 0,0-1 0,-1 0 0,1 1 0,-1-1 0,1-1 0,-1 1 0,1 0 0,2-5 0,3-4 0,0-2 0,-1 1 0,-1 0 0,0-1 0,-1 0 0,0-1 0,-1 1 0,-1-1 0,0 0 0,2-26 0,-6 55 0,0 0 0,1 0 0,0 0 0,2 0 0,5 27 0,-6-38 0,0 1 0,1 0 0,-1-1 0,1 0 0,0 1 0,1-1 0,-1 0 0,1 0 0,0 0 0,0 0 0,0-1 0,0 1 0,0-1 0,1 0 0,0 0 0,0 0 0,0 0 0,0-1 0,0 1 0,0-1 0,1 0 0,-1-1 0,1 1 0,5 1 0,-1-1 0,1-1 0,0 0 0,0 0 0,1-1 0,-1 0 0,0 0 0,0-1 0,0-1 0,0 0 0,-1 0 0,1-1 0,0 0 0,-1-1 0,0 0 0,0 0 0,0-1 0,0 0 0,-1-1 0,14-10 0,-13 7 0,1 0 0,-1-1 0,0 0 0,-1 0 0,0-1 0,-1 0 0,0-1 0,-1 1 0,0-1 0,-1 0 0,0-1 0,-1 0 0,0 1 0,2-20 0,-5 29 0,-1 0 0,1 0 0,-1 0 0,0 0 0,0 0 0,-1 0 0,1 0 0,0 1 0,-1-1 0,-1-4 0,2 6 0,-1 1 0,1-1 0,0 1 0,-1-1 0,1 1 0,0-1 0,-1 1 0,1 0 0,-1-1 0,1 1 0,0 0 0,-1-1 0,1 1 0,-1 0 0,1-1 0,-1 1 0,1 0 0,-1 0 0,1-1 0,-1 1 0,0 0 0,0 0 0,0 0 0,0 0 0,-1 0 0,1 1 0,-1-1 0,1 0 0,0 1 0,-1-1 0,1 1 0,0-1 0,0 1 0,-1-1 0,1 1 0,-1 1 0,-4 2 0,1 0 0,0 1 0,0 0 0,0 0 0,1 0 0,-1 1 0,1 0 0,1 0 0,-1 0 0,1 0 0,0 0 0,0 0 0,1 1 0,0 0 0,0-1 0,0 1 0,0 8 0,0-3 0,1 0 0,1 0 0,0 0 0,0 0 0,1-1 0,1 1 0,0 0 0,0 0 0,5 13 0,8 10 0,27 49 0,11 22 0,-52-103-41,0-1 0,0 0-1,0 1 1,0-1-1,0 1 1,-1-1 0,1 1-1,-1-1 1,0 1 0,0-1-1,0 1 1,0 0-1,0-1 1,0 1 0,-1-1-1,1 1 1,-1-1 0,0 1-1,0-1 1,0 0-1,0 1 1,0-1 0,0 0-1,-1 1 1,1-1 0,-1 0-1,1 0 1,-1 0-1,0-1 1,0 1 0,0 0-1,-3 2 1,-8 2-6785</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57.888"/>
    </inkml:context>
    <inkml:brush xml:id="br0">
      <inkml:brushProperty name="width" value="0.05" units="cm"/>
      <inkml:brushProperty name="height" value="0.05" units="cm"/>
      <inkml:brushProperty name="color" value="#FFFFFF"/>
    </inkml:brush>
  </inkml:definitions>
  <inkml:trace contextRef="#ctx0" brushRef="#br0">102 173 24575,'-11'9'0,"-8"8"0,18-17 0,1 1 0,-1-1 0,1 1 0,-1-1 0,1 1 0,0-1 0,-1 1 0,1 0 0,0-1 0,-1 1 0,1 0 0,0-1 0,0 1 0,-1-1 0,1 1 0,0 0 0,0 0 0,0-1 0,0 1 0,0 0 0,0-1 0,0 1 0,0 0 0,0-1 0,0 2 0,1-1 0,0-1 0,-1 1 0,1 0 0,0-1 0,0 1 0,-1-1 0,1 0 0,0 1 0,0-1 0,0 0 0,-1 1 0,1-1 0,0 0 0,0 0 0,0 0 0,0 0 0,0 0 0,0 0 0,-1 0 0,1 0 0,0 0 0,0 0 0,0 0 0,0 0 0,0-1 0,-1 1 0,1 0 0,0-1 0,0 1 0,-1-1 0,1 1 0,1-2 0,27-16 0,-23 13 0,-1 0 0,1 0 0,-1-1 0,0 0 0,0 0 0,0-1 0,-1 0 0,0 1 0,-1-1 0,1 0 0,4-16 0,-7 20 0,0-1 0,0 1 0,0-1 0,0 1 0,-1-1 0,0 0 0,1 1 0,-1-1 0,-1 0 0,1 0 0,0 1 0,-1-1 0,0 1 0,0-1 0,0 0 0,0 1 0,0-1 0,-1 1 0,0 0 0,1 0 0,-1-1 0,-1 1 0,1 0 0,0 1 0,-1-1 0,1 0 0,-4-2 0,4 4 0,0-1 0,0 1 0,0 0 0,0 0 0,0 0 0,0 0 0,-1 0 0,1 1 0,0-1 0,0 0 0,-1 1 0,1 0 0,0 0 0,-1 0 0,1 0 0,-1 0 0,-3 1 0,2 0 0,0 0 0,1 0 0,-1 1 0,0-1 0,1 1 0,-1 0 0,1 0 0,-1 1 0,-4 3 0,1 1 0,0 0 0,0 1 0,1 0 0,0 0 0,0 0 0,1 1 0,-7 14 0,9-16 0,0 0 0,1-1 0,0 2 0,0-1 0,1 0 0,0 0 0,0 0 0,1 1 0,0-1 0,0 0 0,0 1 0,1-1 0,2 8 0,-1-9 0,0 0 0,0 0 0,1-1 0,-1 1 0,1-1 0,0 1 0,1-1 0,-1 0 0,1 0 0,0-1 0,1 1 0,-1-1 0,1 0 0,-1 0 0,1 0 0,6 2 0,13 7-1365,-1-2-5461</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58.518"/>
    </inkml:context>
    <inkml:brush xml:id="br0">
      <inkml:brushProperty name="width" value="0.05" units="cm"/>
      <inkml:brushProperty name="height" value="0.05" units="cm"/>
      <inkml:brushProperty name="color" value="#FFFFFF"/>
    </inkml:brush>
  </inkml:definitions>
  <inkml:trace contextRef="#ctx0" brushRef="#br0">0 364 24575,'1'-89'0,"2"117"0,2 0 0,12 39 0,-17-66 0,1 0 0,-1 0 0,0 1 0,1-1 0,-1 0 0,1 0 0,0 0 0,-1 1 0,1-1 0,0 0 0,0 0 0,-1 0 0,1 0 0,0-1 0,0 1 0,0 0 0,0 0 0,0 0 0,1-1 0,-1 1 0,2 0 0,-2-1 0,0 0 0,1 0 0,-1 0 0,0 0 0,1 0 0,-1 0 0,0-1 0,0 1 0,1 0 0,-1-1 0,0 1 0,0-1 0,0 0 0,0 1 0,0-1 0,0 0 0,2-1 0,5-6 0,0 0 0,-1 0 0,-1-1 0,8-10 0,-8 10 0,-1 1 0,-3 4 0,0 1 0,1-1 0,-1 1 0,0 0 0,1 0 0,0 0 0,-1 1 0,1-1 0,0 0 0,1 1 0,-1 0 0,4-3 0,-6 5 0,0 1 0,0-1 0,-1 0 0,1 0 0,0 0 0,0 0 0,0 1 0,-1-1 0,1 0 0,0 1 0,0-1 0,-1 0 0,1 1 0,0-1 0,-1 1 0,1-1 0,-1 1 0,1-1 0,-1 1 0,1 0 0,-1-1 0,1 1 0,-1 0 0,1-1 0,-1 1 0,0 0 0,1 0 0,-1-1 0,0 2 0,8 24 0,-6-14 0,3 15 0,11 32 0,-13-51 0,0 1 0,0-1 0,1 0 0,1-1 0,-1 1 0,1-1 0,0 0 0,7 7 0,-10-12 0,0 0 0,0 0 0,0 0 0,0 0 0,0-1 0,1 1 0,-1-1 0,1 0 0,-1 1 0,1-1 0,0 0 0,-1 0 0,1-1 0,0 1 0,0 0 0,0-1 0,-1 0 0,5 0 0,-3 0 0,0-1 0,1 0 0,-1 0 0,0 0 0,0 0 0,0-1 0,0 0 0,0 1 0,0-2 0,-1 1 0,5-3 0,-1-1 0,1 0 0,-1-1 0,-1 1 0,1-2 0,-1 1 0,0-1 0,-1 1 0,0-2 0,0 1 0,5-12 0,0-11 0,-1 0 0,-2 0 0,7-61 0,-10 33 0,-5-71 0,1 123 0,0 3 0,0-1 0,0 1 0,-1-1 0,1 1 0,-1 0 0,0 0 0,0-1 0,-2-3 0,3 7 0,0 1 0,-1 0 0,1 0 0,0 0 0,0 0 0,0-1 0,0 1 0,0 0 0,0 0 0,0 0 0,0 0 0,0 0 0,-1 0 0,1-1 0,0 1 0,0 0 0,0 0 0,0 0 0,0 0 0,-1 0 0,1 0 0,0 0 0,0 0 0,0 0 0,0 0 0,0-1 0,-1 1 0,1 0 0,0 0 0,0 0 0,0 0 0,0 0 0,-1 0 0,1 0 0,0 0 0,0 1 0,0-1 0,-1 0 0,1 0 0,0 0 0,0 0 0,0 0 0,0 0 0,0 0 0,-1 0 0,1 0 0,0 1 0,-6 9 0,-2 16 0,1 31 0,3 1 0,5 101 0,1-126 171,6 35 0,-6-57-415,0 1 0,1-1 0,1 1 0,0-1 1,0 0-1,9 15 0,-2-10-6582</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1:58.679"/>
    </inkml:context>
    <inkml:brush xml:id="br0">
      <inkml:brushProperty name="width" value="0.05" units="cm"/>
      <inkml:brushProperty name="height" value="0.05" units="cm"/>
      <inkml:brushProperty name="color" value="#FFFFFF"/>
    </inkml:brush>
  </inkml:definitions>
  <inkml:trace contextRef="#ctx0" brushRef="#br0">1 109 24575,'0'-6'0,"0"-5"0,0-4 0,0-1 0,0-2 0,3 2 0,3 4 0,5 5 0,3 2 0,4 3 0,3 1 0,4 2 0,6 2 0,4 2 0,-1 0 0,-1-2 0,-5 3 0,-8-1-8191</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2:00.084"/>
    </inkml:context>
    <inkml:brush xml:id="br0">
      <inkml:brushProperty name="width" value="0.05" units="cm"/>
      <inkml:brushProperty name="height" value="0.05" units="cm"/>
      <inkml:brushProperty name="color" value="#FFFFFF"/>
    </inkml:brush>
  </inkml:definitions>
  <inkml:trace contextRef="#ctx0" brushRef="#br0">1 60 24575,'1'-9'0,"0"1"0,1-1 0,0 1 0,0-1 0,4-8 0,-2 70 0,-4 573-1365,0-579-5461</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2:00.752"/>
    </inkml:context>
    <inkml:brush xml:id="br0">
      <inkml:brushProperty name="width" value="0.05" units="cm"/>
      <inkml:brushProperty name="height" value="0.05" units="cm"/>
      <inkml:brushProperty name="color" value="#FFFFFF"/>
    </inkml:brush>
  </inkml:definitions>
  <inkml:trace contextRef="#ctx0" brushRef="#br0">142 40 24575,'-14'-8'0,"-6"-5"0,19 7 0,13 1 0,18 1 0,-1 2 0,1 0 0,45 5 0,-14-2 0,-25-2 0,-25 0 0,0 0 0,1 1 0,-1 1 0,0-1 0,1 2 0,13 3 0,-24-5 0,0 1 0,1 0 0,-1 0 0,0 0 0,0 0 0,0 0 0,0 0 0,-1 0 0,1 0 0,0 0 0,0 0 0,0 0 0,-1 1 0,1-1 0,-1 0 0,1 0 0,-1 1 0,0-1 0,1 0 0,-1 1 0,0-1 0,0 1 0,0-1 0,0 0 0,0 1 0,0-1 0,-1 3 0,-7 44 0,5-37 0,-7 54 0,2 1 0,3 0 0,5 88 0,-6-169 0,-2 0 0,-15-23 0,17 29 0,0 1 0,-1 0 0,0 1 0,-1 0 0,1 0 0,-1 1 0,-1-1 0,1 2 0,-1-1 0,0 1 0,0 1 0,-1 0 0,1 0 0,-1 0 0,0 1 0,0 1 0,0 0 0,-11-1 0,8 2 0,0 0 0,-1 1 0,1 1 0,0 0 0,0 1 0,0 0 0,0 1 0,0 1 0,1 0 0,-1 0 0,1 1 0,0 1 0,-19 12 0,26-15 43,1 0 0,-1 1-1,1-1 1,0 1 0,1 0-1,-1 0 1,-5 9 0,8-12-104,0 1 0,0-1 0,0 1 0,1-1 0,-1 1 0,0 0 0,1-1 0,-1 1 0,1 0 0,0-1 0,-1 1 0,1 0 0,0 0 0,0-1 0,0 1 0,0 0 0,1-1 0,-1 1 1,0 0-1,1 0 0,-1-1 0,1 1 0,0-1 0,-1 1 0,1 0 0,0-1 0,2 3 0,8 8-6765</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2:01.095"/>
    </inkml:context>
    <inkml:brush xml:id="br0">
      <inkml:brushProperty name="width" value="0.05" units="cm"/>
      <inkml:brushProperty name="height" value="0.05" units="cm"/>
      <inkml:brushProperty name="color" value="#FFFFFF"/>
    </inkml:brush>
  </inkml:definitions>
  <inkml:trace contextRef="#ctx0" brushRef="#br0">241 107 24575,'2'-2'0,"0"0"0,0 0 0,0 0 0,-1-1 0,1 1 0,0 0 0,-1-1 0,0 1 0,1-1 0,-1 1 0,0-1 0,0 0 0,-1 1 0,1-1 0,0 0 0,-1 0 0,1-3 0,-2 3 0,1 1 0,-1 0 0,1 0 0,-1 0 0,0 0 0,0 0 0,0 0 0,0 0 0,0 0 0,-1 0 0,1 0 0,0 0 0,-1 1 0,0-1 0,1 0 0,-1 1 0,0 0 0,0-1 0,1 1 0,-1 0 0,0 0 0,-3-1 0,-2-2 0,-1 2 0,0-1 0,0 1 0,0 0 0,0 0 0,0 1 0,0 0 0,0 1 0,0 0 0,-14 1 0,15 0 0,0-1 0,0 2 0,0-1 0,1 1 0,-1 0 0,1 0 0,0 1 0,-1 0 0,1 0 0,0 0 0,0 1 0,1 0 0,-7 5 0,9-5 0,0 0 0,0 0 0,0 0 0,1 0 0,0 0 0,0 1 0,0-1 0,0 1 0,1-1 0,0 1 0,-1 0 0,2-1 0,-1 1 0,1 0 0,-1 0 0,1-1 0,1 1 0,-1 0 0,2 8 0,0-3 0,1 1 0,0 0 0,0-1 0,1 0 0,0 0 0,1 0 0,9 14 0,78 102 0,-91-124 0,0-1 0,0 0 0,-1 1 0,1-1 0,0 1 0,-1-1 0,1 1 0,-1-1 0,1 1 0,-1 0 0,1-1 0,-1 1 0,0-1 0,0 1 0,0 0 0,0-1 0,0 1 0,-1 1 0,1-2 0,-1 1 0,0-1 0,1 0 0,-1 0 0,0 0 0,1 0 0,-1 0 0,0 0 0,0 0 0,0 0 0,0 0 0,0 0 0,0 0 0,-1 0 0,1-1 0,0 1 0,-2 0 0,-2 1 0,-1 0 0,1-1 0,-1 0 0,1 0 0,-1 0 0,0-1 0,1 1 0,-1-1 0,-6-1 0,-22-5-1365,1-1-5461</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2:01.374"/>
    </inkml:context>
    <inkml:brush xml:id="br0">
      <inkml:brushProperty name="width" value="0.05" units="cm"/>
      <inkml:brushProperty name="height" value="0.05" units="cm"/>
      <inkml:brushProperty name="color" value="#FFFFFF"/>
    </inkml:brush>
  </inkml:definitions>
  <inkml:trace contextRef="#ctx0" brushRef="#br0">399 1 24575,'-31'11'0,"0"1"0,1 2 0,1 1 0,0 1 0,1 2 0,0 0 0,-36 34 0,52-41 0,1 0 0,0 1 0,0 0 0,1 0 0,1 2 0,0-1 0,1 1 0,0 0 0,1 0 0,1 1 0,0 0 0,1 1 0,1-1 0,0 1 0,1 0 0,1-1 0,-1 22 0,4-24 0,0-1 0,1 1 0,1-1 0,-1 0 0,2 0 0,0 0 0,0 0 0,1 0 0,1-1 0,0 0 0,0 0 0,1-1 0,0 1 0,1-2 0,13 15 0,1-4 0,0 0 0,1-2 0,1 0 0,0-1 0,42 20 0,-24-17-455,2-2 0,54 16 0,-8-9-6371</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2:01.605"/>
    </inkml:context>
    <inkml:brush xml:id="br0">
      <inkml:brushProperty name="width" value="0.05" units="cm"/>
      <inkml:brushProperty name="height" value="0.05" units="cm"/>
      <inkml:brushProperty name="color" value="#FFFFFF"/>
    </inkml:brush>
  </inkml:definitions>
  <inkml:trace contextRef="#ctx0" brushRef="#br0">0 0 24575,'3'6'0,"4"5"0,6 6 0,8 7 0,5 5 0,8 6 0,4 3 0,-2 4 0,-4 1 0,-7 2 0,-9-1 0,-15-1 0,-16-4 0,-22-1 0,-3-7-8191</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2:03.940"/>
    </inkml:context>
    <inkml:brush xml:id="br0">
      <inkml:brushProperty name="width" value="0.05" units="cm"/>
      <inkml:brushProperty name="height" value="0.05" units="cm"/>
      <inkml:brushProperty name="color" value="#FFFFFF"/>
    </inkml:brush>
  </inkml:definitions>
  <inkml:trace contextRef="#ctx0" brushRef="#br0">0 0 24575,'3'3'0,"4"1"0,4 0 0,2-1 0,6-1 0,8 0 0,6-2 0,5 1 0,6-1 0,4-4 0,-6 0-8191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2:04.126"/>
    </inkml:context>
    <inkml:brush xml:id="br0">
      <inkml:brushProperty name="width" value="0.05" units="cm"/>
      <inkml:brushProperty name="height" value="0.05" units="cm"/>
      <inkml:brushProperty name="color" value="#FFFFFF"/>
    </inkml:brush>
  </inkml:definitions>
  <inkml:trace contextRef="#ctx0" brushRef="#br0">1 1 24575,'0'3'0,"3"1"0,4 0 0,3-1 0,7-1 0,9-1 0,6 0 0,6-1 0,9 0 0,5 0 0,-7 0-8191</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2:39.959"/>
    </inkml:context>
    <inkml:brush xml:id="br0">
      <inkml:brushProperty name="width" value="0.05" units="cm"/>
      <inkml:brushProperty name="height" value="0.05" units="cm"/>
      <inkml:brushProperty name="color" value="#FFFFFF"/>
    </inkml:brush>
  </inkml:definitions>
  <inkml:trace contextRef="#ctx0" brushRef="#br0">1 54 24575,'28'-2'0,"33"-5"0,14 0 0,415-2 0,593-20 0,-1036 30-682,72 9-1,-99-7-6143</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2:40.427"/>
    </inkml:context>
    <inkml:brush xml:id="br0">
      <inkml:brushProperty name="width" value="0.05" units="cm"/>
      <inkml:brushProperty name="height" value="0.05" units="cm"/>
      <inkml:brushProperty name="color" value="#FFFFFF"/>
    </inkml:brush>
  </inkml:definitions>
  <inkml:trace contextRef="#ctx0" brushRef="#br0">1 35 24575,'2'2'0,"0"0"0,1 0 0,-1-1 0,1 0 0,-1 1 0,1-1 0,-1 0 0,1 0 0,0 0 0,-1-1 0,1 1 0,4 0 0,38 1 0,-27-2 0,825-17-366,-320 0 188,22-1-1097,-517 17-5097</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2:42.267"/>
    </inkml:context>
    <inkml:brush xml:id="br0">
      <inkml:brushProperty name="width" value="0.05" units="cm"/>
      <inkml:brushProperty name="height" value="0.05" units="cm"/>
      <inkml:brushProperty name="color" value="#FFFFFF"/>
    </inkml:brush>
  </inkml:definitions>
  <inkml:trace contextRef="#ctx0" brushRef="#br0">87 278 24575,'-1'26'0,"-1"0"0,-1 0 0,-2-1 0,0 1 0,-2-1 0,-17 45 0,16-49 0,6-15 0,0 0 0,0-1 0,0 1 0,0-1 0,-1 0 0,0 1 0,0-1 0,-5 4 0,8-9 0,0 0 0,0 0 0,0 0 0,0 1 0,0-1 0,-1 0 0,1 0 0,0 0 0,0 0 0,0 0 0,0 0 0,0 0 0,-1 0 0,1 0 0,0 0 0,0 0 0,0 0 0,0 0 0,0 0 0,-1-1 0,1 1 0,0 0 0,0 0 0,0 0 0,0 0 0,0 0 0,0 0 0,-1 0 0,1 0 0,0 0 0,0 0 0,0-1 0,0 1 0,0 0 0,0 0 0,0 0 0,0 0 0,0 0 0,-1-1 0,1 1 0,0 0 0,0 0 0,0 0 0,0 0 0,0 0 0,0-1 0,0 1 0,0 0 0,0 0 0,0 0 0,0 0 0,0 0 0,0-1 0,0 1 0,0 0 0,0 0 0,1 0 0,-1 0 0,0 0 0,0-1 0,0 1 0,0 0 0,0 0 0,0 0 0,2-13 0,12-28 0,31-64 0,-6 18 0,-29 61 0,51-115 0,-50 120 0,0 0 0,2 1 0,0 0 0,22-24 0,-33 41 0,1 1 0,-1-1 0,1 0 0,0 1 0,0 0 0,0-1 0,0 1 0,0 1 0,1-1 0,-1 0 0,1 1 0,-1 0 0,1-1 0,-1 1 0,1 1 0,4-2 0,-5 2 0,0 1 0,0-1 0,0 1 0,0-1 0,0 1 0,0 0 0,0 0 0,0 0 0,-1 1 0,1-1 0,0 0 0,-1 1 0,1 0 0,-1 0 0,1 0 0,-1 0 0,0 0 0,0 0 0,0 0 0,2 4 0,7 11 0,0-1 0,-1 2 0,-2-1 0,1 1 0,-2 1 0,0-1 0,6 34 0,-4-6 0,-2-1 0,1 56 0,-7-74-1365,-1-4-5461</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2:42.794"/>
    </inkml:context>
    <inkml:brush xml:id="br0">
      <inkml:brushProperty name="width" value="0.05" units="cm"/>
      <inkml:brushProperty name="height" value="0.05" units="cm"/>
      <inkml:brushProperty name="color" value="#FFFFFF"/>
    </inkml:brush>
  </inkml:definitions>
  <inkml:trace contextRef="#ctx0" brushRef="#br0">25 160 24575,'-6'-6'0,"4"5"0,0-1 0,0 0 0,0 0 0,0 0 0,0-1 0,1 1 0,-1 0 0,-1-3 0,3 4 0,0 0 0,0-1 0,0 1 0,0 0 0,0 0 0,0 0 0,0 0 0,0 0 0,0 0 0,0 0 0,0 0 0,1 0 0,-1 0 0,0 0 0,1 0 0,-1 0 0,1 0 0,-1 0 0,1 0 0,0 0 0,-1 0 0,1 1 0,0-1 0,-1 0 0,1 0 0,1 0 0,9-8 0,0 0 0,0 1 0,1 0 0,0 1 0,24-11 0,-11 8 0,1 1 0,27-7 0,-39 13 0,0 0 0,1 1 0,-1 0 0,27 0 0,-37 3 0,0-1 0,0 0 0,1 1 0,-1 0 0,0 0 0,0 0 0,0 0 0,0 1 0,0 0 0,-1 0 0,1 0 0,0 0 0,-1 0 0,1 1 0,-1-1 0,0 1 0,0 0 0,0 0 0,0 0 0,3 6 0,-2-1 0,0-1 0,-1 1 0,1 0 0,-2 0 0,1 1 0,-1-1 0,-1 0 0,1 1 0,-1 9 0,0 4 0,-1 0 0,-5 29 0,5-49 0,0-1 0,0 0 0,0 0 0,0 0 0,-1 1 0,1-1 0,0 0 0,-1 0 0,1 0 0,-1 0 0,1 0 0,-1 0 0,0 0 0,1 0 0,-2 2 0,0-6 0,5-11 0,5-7 0,19-38 0,-24 54 0,0 0 0,0 0 0,0 0 0,0 1 0,1-1 0,0 1 0,0 0 0,0 0 0,0 1 0,1-1 0,0 1 0,-1 0 0,8-4 0,-10 7 0,0-1 0,0 0 0,0 1 0,1-1 0,-1 1 0,0 0 0,0-1 0,1 1 0,-1 0 0,0 1 0,1-1 0,-1 0 0,0 1 0,0-1 0,0 1 0,1 0 0,-1-1 0,0 1 0,2 2 0,0-1 0,0 1 0,-1 0 0,1 0 0,-1 0 0,0 0 0,0 1 0,0-1 0,-1 1 0,4 4 0,1 7 0,0-1 0,0 1 0,-2 1 0,6 19 0,-1-4-1365,-6-19-5461</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2:43.137"/>
    </inkml:context>
    <inkml:brush xml:id="br0">
      <inkml:brushProperty name="width" value="0.05" units="cm"/>
      <inkml:brushProperty name="height" value="0.05" units="cm"/>
      <inkml:brushProperty name="color" value="#FFFFFF"/>
    </inkml:brush>
  </inkml:definitions>
  <inkml:trace contextRef="#ctx0" brushRef="#br0">2 92 24575,'-1'-20'0,"0"-19"0,1 36 0,0 1 0,0 0 0,1 0 0,-1-1 0,1 1 0,-1 0 0,1 0 0,0 0 0,-1 0 0,1 0 0,0 0 0,2-3 0,-3 5 0,1 0 0,-1 0 0,0 0 0,1-1 0,-1 1 0,0 0 0,1 0 0,-1 0 0,0 0 0,1 0 0,-1 0 0,1 0 0,-1 0 0,0 0 0,1 0 0,-1 0 0,0 0 0,1 0 0,-1 0 0,0 0 0,1 1 0,-1-1 0,0 0 0,1 0 0,-1 0 0,0 0 0,1 1 0,-1-1 0,0 0 0,0 0 0,1 1 0,-1-1 0,0 0 0,0 0 0,0 1 0,1-1 0,-1 0 0,0 1 0,0-1 0,0 0 0,0 1 0,1 0 0,7 14 0,-4-3 0,1 0 0,0 0 0,1 0 0,0-1 0,1 0 0,0-1 0,12 14 0,-15-19 0,1 0 0,-1-1 0,1 0 0,0 0 0,0 0 0,1 0 0,-1-1 0,1 0 0,-1 0 0,1-1 0,0 1 0,0-1 0,0 0 0,0-1 0,1 0 0,11 1 0,-14-2 14,0 0 0,0-1-1,0 1 1,-1-1 0,1 0-1,0 0 1,0-1-1,-1 1 1,1-1 0,-1 0-1,1 0 1,-1 0 0,0 0-1,0 0 1,0-1 0,0 0-1,0 1 1,0-1 0,-1 0-1,1 0 1,-1-1 0,0 1-1,0 0 1,2-7 0,1 1-228,-1-1 1,-1 0 0,1 0-1,-2 0 1,0-1 0,0 1-1,1-21 1,-3 15-6613</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2:44.224"/>
    </inkml:context>
    <inkml:brush xml:id="br0">
      <inkml:brushProperty name="width" value="0.05" units="cm"/>
      <inkml:brushProperty name="height" value="0.05" units="cm"/>
      <inkml:brushProperty name="color" value="#FFFFFF"/>
    </inkml:brush>
  </inkml:definitions>
  <inkml:trace contextRef="#ctx0" brushRef="#br0">32 85 24575,'-2'-1'0,"1"1"0,-1 0 0,1 0 0,-1 0 0,1 0 0,-1 0 0,1 1 0,0-1 0,-1 0 0,1 1 0,-1-1 0,1 1 0,0-1 0,-1 1 0,1 0 0,0-1 0,0 1 0,0 0 0,-2 1 0,2 0 0,1-1 0,-1 1 0,1 0 0,0-1 0,-1 1 0,1-1 0,0 1 0,0 0 0,0-1 0,1 1 0,-1-1 0,0 1 0,0-1 0,1 1 0,-1 0 0,1-1 0,-1 0 0,2 3 0,23 70 0,-21-75 0,2-8 0,8-15 0,-12 19 0,2-2 0,1-1 0,0 1 0,0 0 0,1 0 0,-1 0 0,2 1 0,-1-1 0,12-7 0,-14 11 0,0 1 0,0-1 0,0 1 0,0 0 0,1 1 0,-1-1 0,0 1 0,1-1 0,0 1 0,-1 1 0,1-1 0,0 1 0,-1 0 0,1 0 0,0 0 0,-1 0 0,1 1 0,4 1 0,36 10 0,-11-3 0,0-1 0,0-1 0,39 2 0,-63-8 0,0-1 0,0-1 0,0 1 0,0-2 0,0 1 0,0-1 0,0-1 0,-1 0 0,1 0 0,-1-1 0,0 0 0,0 0 0,0-1 0,-1-1 0,13-9 0,-18 13 0,0-2 0,0 1 0,-1 0 0,1 0 0,0-1 0,-1 0 0,0 1 0,0-1 0,2-5 0,-4 8 0,0 0 0,1 0 0,-1 0 0,0 1 0,0-1 0,0 0 0,0 0 0,0 0 0,0 0 0,0 0 0,0 0 0,0 0 0,0 0 0,0 0 0,-1 0 0,1 1 0,0-1 0,-1 0 0,0-1 0,1 1 0,-1 0 0,0 1 0,0-1 0,0 0 0,0 1 0,0-1 0,0 1 0,0-1 0,0 1 0,0-1 0,0 1 0,-1 0 0,1 0 0,0-1 0,0 1 0,0 0 0,0 0 0,0 0 0,-1 0 0,0 0 0,-6 2 0,0-1 0,0 1 0,0 0 0,1 0 0,-1 1 0,1 0 0,-1 1 0,1-1 0,0 1 0,0 1 0,1-1 0,-1 1 0,1 1 0,0-1 0,0 1 0,1 0 0,0 0 0,0 0 0,0 1 0,1 0 0,0 0 0,0 0 0,-3 9 0,6-14 0,1 0 0,-1 0 0,1-1 0,0 1 0,0 0 0,-1 0 0,1 0 0,0 0 0,1-1 0,-1 1 0,0 0 0,0 0 0,1 0 0,-1-1 0,1 1 0,-1 0 0,1 0 0,0-1 0,0 1 0,2 2 0,-1-1 0,0-1 0,0 0 0,0 0 0,1-1 0,-1 1 0,1 0 0,-1-1 0,1 1 0,0-1 0,-1 0 0,7 2 0,-2-1 0,0-1 0,0 0 0,0 0 0,0 0 0,0-1 0,0 0 0,0 0 0,0-1 0,0 0 0,9-3 0,-6 1 0,-1-1 0,0 0 0,0 0 0,-1-1 0,1-1 0,-1 1 0,0-1 0,0-1 0,-1 0 0,0 0 0,0 0 0,0-1 0,5-8 0,-12 15 0,0 1 0,1-1 0,-1 1 0,0-1 0,1 1 0,-1-1 0,0 1 0,1-1 0,-1 1 0,0 0 0,1-1 0,-1 1 0,1 0 0,-1-1 0,1 1 0,-1 0 0,1-1 0,-1 1 0,1 0 0,-1 0 0,1 0 0,-1 0 0,1 0 0,0-1 0,-1 1 0,1 0 0,-1 0 0,1 0 0,-1 0 0,1 1 0,-1-1 0,1 0 0,0 0 0,-1 0 0,1 0 0,0 1 0,16 15 0,-5-4 0,-3-6 0,0-1 0,0 0 0,1 0 0,0-1 0,-1 0 0,1-1 0,1 0 0,-1-1 0,20 3 0,-21-4 0,-1-1 0,1 0 0,0 0 0,0-1 0,0 0 0,-1 0 0,1-1 0,0 0 0,-1-1 0,0 0 0,1 0 0,7-5 0,10-14 0,-17 7 0,-9 15 0,0-1 0,0 1 0,0-1 0,0 1 0,0 0 0,0-1 0,0 1 0,0-1 0,0 1 0,0 0 0,0-1 0,0 1 0,0-1 0,0 1 0,0 0 0,0-1 0,-1 1 0,1-1 0,0 1 0,0 0 0,0-1 0,-1 1 0,1 0 0,0-1 0,0 1 0,-1 0 0,1-1 0,0 1 0,-1 0 0,1-1 0,-1 1 0,-1 0 0,1 0 0,0-1 0,0 1 0,0 0 0,0 0 0,0 0 0,0 0 0,0 0 0,0 1 0,-1-1 0,1 0 0,0 0 0,0 1 0,0-1 0,0 1 0,0-1 0,0 1 0,0-1 0,0 1 0,0-1 0,1 1 0,-1 0 0,0 0 0,0-1 0,-1 3 0,-20 22 0,17-16 0,1 0 0,-1 0 0,2 1 0,-1-1 0,1 1 0,1 0 0,-1-1 0,2 1 0,-2 19 0,2 2 0,6 58 0,12 3 0,-12-67 0,0-1 0,-1 1 0,0 30 0,-4-53 0,0-1 0,0 1 0,0-1 0,0 1 0,-1-1 0,1 1 0,0-1 0,-1 1 0,1-1 0,-1 1 0,1-1 0,-1 0 0,0 1 0,1-1 0,-1 0 0,0 1 0,0-1 0,-2 2 0,2-2 0,0 0 0,-1-1 0,1 1 0,0-1 0,0 1 0,0-1 0,-1 0 0,1 1 0,0-1 0,-1 0 0,1 0 0,0 0 0,0 0 0,-1 0 0,1 0 0,0 0 0,-3-1 0,-1-1 0,0 1 0,0-1 0,0-1 0,0 1 0,1 0 0,-1-1 0,0 0 0,1 0 0,-6-6 0,4 1-195,-1 1 0,2-1 0,-1 0 0,1 0 0,1-1 0,-8-16 0,1-2-6631</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2:44.411"/>
    </inkml:context>
    <inkml:brush xml:id="br0">
      <inkml:brushProperty name="width" value="0.05" units="cm"/>
      <inkml:brushProperty name="height" value="0.05" units="cm"/>
      <inkml:brushProperty name="color" value="#FFFFFF"/>
    </inkml:brush>
  </inkml:definitions>
  <inkml:trace contextRef="#ctx0" brushRef="#br0">0 1 24575,'0'2'0,"3"2"0,1 3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2:44.952"/>
    </inkml:context>
    <inkml:brush xml:id="br0">
      <inkml:brushProperty name="width" value="0.05" units="cm"/>
      <inkml:brushProperty name="height" value="0.05" units="cm"/>
      <inkml:brushProperty name="color" value="#FFFFFF"/>
    </inkml:brush>
  </inkml:definitions>
  <inkml:trace contextRef="#ctx0" brushRef="#br0">307 0 24575,'-12'1'0,"0"1"0,0-1 0,0 2 0,0 0 0,1 0 0,0 1 0,-1 1 0,1-1 0,1 2 0,-1 0 0,1 0 0,0 1 0,0 0 0,1 1 0,0 0 0,-11 12 0,8-7 0,0 1 0,1 0 0,1 0 0,0 2 0,1-1 0,0 1 0,2 0 0,0 1 0,0 0 0,-4 22 0,8-24 0,1-1 0,0 1 0,1 0 0,1 0 0,1-1 0,0 1 0,0 0 0,2 0 0,0-1 0,0 1 0,1-1 0,1 0 0,10 19 0,-5-14 0,1 0 0,1-1 0,1 0 0,0-1 0,1-1 0,1 0 0,1-1 0,28 22 0,-7-12-227,1-1-1,1-1 1,1-3-1,1-1 1,61 19-1,1-6-6598</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05:32:45.386"/>
    </inkml:context>
    <inkml:brush xml:id="br0">
      <inkml:brushProperty name="width" value="0.05" units="cm"/>
      <inkml:brushProperty name="height" value="0.05" units="cm"/>
      <inkml:brushProperty name="color" value="#FFFFFF"/>
    </inkml:brush>
  </inkml:definitions>
  <inkml:trace contextRef="#ctx0" brushRef="#br0">50 1 24575,'7'6'0,"0"-1"0,1 1 0,-1-1 0,14 6 0,15 11 0,-22-12 0,-1 1 0,0 1 0,0 0 0,-1 1 0,0 1 0,-2-1 0,1 2 0,11 22 0,-18-29 0,0 0 0,0 0 0,-1 0 0,-1 0 0,1 0 0,-2 1 0,1-1 0,-1 1 0,0 0 0,0-1 0,-1 1 0,-1 0 0,1-1 0,-2 1 0,1 0 0,-1-1 0,0 1 0,-1-1 0,-3 9 0,0-6 38,0 0 0,-1 0 0,0-1 0,0 0 0,-1 0 0,-1-1 0,0 0 0,-15 13 0,3-7-465,0 0 0,-1-1 1,-25 11-1,-24 8-6399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2/3/2026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2/3/2026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s://creativecommons.org/licenses/by/3.0/" TargetMode="External"/><Relationship Id="rId3" Type="http://schemas.openxmlformats.org/officeDocument/2006/relationships/hyperlink" Target="http://commons.wikimedia.org/wiki/File:User_icon_2.svg" TargetMode="External"/><Relationship Id="rId7" Type="http://schemas.openxmlformats.org/officeDocument/2006/relationships/hyperlink" Target="https://www.flickr.com/photos/jeepersmedia/14765960308/" TargetMode="External"/><Relationship Id="rId12" Type="http://schemas.openxmlformats.org/officeDocument/2006/relationships/image" Target="../media/image2000.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6.jpeg"/><Relationship Id="rId11" Type="http://schemas.openxmlformats.org/officeDocument/2006/relationships/customXml" Target="../ink/ink1.xml"/><Relationship Id="rId5" Type="http://schemas.openxmlformats.org/officeDocument/2006/relationships/hyperlink" Target="https://pixabay.com/illustrations/icon-business-user-business-icons-1740415/" TargetMode="External"/><Relationship Id="rId10" Type="http://schemas.openxmlformats.org/officeDocument/2006/relationships/hyperlink" Target="https://openclipart.org/detail/22037/notes-by-agone" TargetMode="External"/><Relationship Id="rId4" Type="http://schemas.openxmlformats.org/officeDocument/2006/relationships/image" Target="../media/image5.png"/><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17" Type="http://schemas.openxmlformats.org/officeDocument/2006/relationships/image" Target="../media/image69.png"/><Relationship Id="rId21" Type="http://schemas.openxmlformats.org/officeDocument/2006/relationships/image" Target="../media/image21.png"/><Relationship Id="rId324" Type="http://schemas.openxmlformats.org/officeDocument/2006/relationships/customXml" Target="../ink/ink163.xml"/><Relationship Id="rId531" Type="http://schemas.openxmlformats.org/officeDocument/2006/relationships/image" Target="../media/image276.png"/><Relationship Id="rId170" Type="http://schemas.openxmlformats.org/officeDocument/2006/relationships/customXml" Target="../ink/ink86.xml"/><Relationship Id="rId268" Type="http://schemas.openxmlformats.org/officeDocument/2006/relationships/customXml" Target="../ink/ink135.xml"/><Relationship Id="rId475" Type="http://schemas.openxmlformats.org/officeDocument/2006/relationships/image" Target="../media/image248.png"/><Relationship Id="rId32" Type="http://schemas.openxmlformats.org/officeDocument/2006/relationships/customXml" Target="../ink/ink17.xml"/><Relationship Id="rId128" Type="http://schemas.openxmlformats.org/officeDocument/2006/relationships/customXml" Target="../ink/ink65.xml"/><Relationship Id="rId335" Type="http://schemas.openxmlformats.org/officeDocument/2006/relationships/image" Target="../media/image178.png"/><Relationship Id="rId542" Type="http://schemas.openxmlformats.org/officeDocument/2006/relationships/customXml" Target="../ink/ink272.xml"/><Relationship Id="rId181" Type="http://schemas.openxmlformats.org/officeDocument/2006/relationships/image" Target="../media/image101.png"/><Relationship Id="rId402" Type="http://schemas.openxmlformats.org/officeDocument/2006/relationships/customXml" Target="../ink/ink202.xml"/><Relationship Id="rId279" Type="http://schemas.openxmlformats.org/officeDocument/2006/relationships/image" Target="../media/image150.png"/><Relationship Id="rId486" Type="http://schemas.openxmlformats.org/officeDocument/2006/relationships/customXml" Target="../ink/ink244.xml"/><Relationship Id="rId43" Type="http://schemas.openxmlformats.org/officeDocument/2006/relationships/image" Target="../media/image32.png"/><Relationship Id="rId139" Type="http://schemas.openxmlformats.org/officeDocument/2006/relationships/image" Target="../media/image80.png"/><Relationship Id="rId346" Type="http://schemas.openxmlformats.org/officeDocument/2006/relationships/customXml" Target="../ink/ink174.xml"/><Relationship Id="rId553" Type="http://schemas.openxmlformats.org/officeDocument/2006/relationships/customXml" Target="../ink/ink278.xml"/><Relationship Id="rId192" Type="http://schemas.openxmlformats.org/officeDocument/2006/relationships/customXml" Target="../ink/ink97.xml"/><Relationship Id="rId206" Type="http://schemas.openxmlformats.org/officeDocument/2006/relationships/customXml" Target="../ink/ink104.xml"/><Relationship Id="rId413" Type="http://schemas.openxmlformats.org/officeDocument/2006/relationships/image" Target="../media/image217.png"/><Relationship Id="rId497" Type="http://schemas.openxmlformats.org/officeDocument/2006/relationships/image" Target="../media/image259.png"/><Relationship Id="rId357" Type="http://schemas.openxmlformats.org/officeDocument/2006/relationships/image" Target="../media/image189.png"/><Relationship Id="rId54" Type="http://schemas.openxmlformats.org/officeDocument/2006/relationships/customXml" Target="../ink/ink28.xml"/><Relationship Id="rId96" Type="http://schemas.openxmlformats.org/officeDocument/2006/relationships/customXml" Target="../ink/ink49.xml"/><Relationship Id="rId161" Type="http://schemas.openxmlformats.org/officeDocument/2006/relationships/image" Target="../media/image91.png"/><Relationship Id="rId217" Type="http://schemas.openxmlformats.org/officeDocument/2006/relationships/image" Target="../media/image119.png"/><Relationship Id="rId399" Type="http://schemas.openxmlformats.org/officeDocument/2006/relationships/image" Target="../media/image210.png"/><Relationship Id="rId259" Type="http://schemas.openxmlformats.org/officeDocument/2006/relationships/image" Target="../media/image140.png"/><Relationship Id="rId424" Type="http://schemas.openxmlformats.org/officeDocument/2006/relationships/customXml" Target="../ink/ink213.xml"/><Relationship Id="rId466" Type="http://schemas.openxmlformats.org/officeDocument/2006/relationships/customXml" Target="../ink/ink234.xml"/><Relationship Id="rId23" Type="http://schemas.openxmlformats.org/officeDocument/2006/relationships/image" Target="../media/image22.png"/><Relationship Id="rId119" Type="http://schemas.openxmlformats.org/officeDocument/2006/relationships/image" Target="../media/image70.png"/><Relationship Id="rId270" Type="http://schemas.openxmlformats.org/officeDocument/2006/relationships/customXml" Target="../ink/ink136.xml"/><Relationship Id="rId326" Type="http://schemas.openxmlformats.org/officeDocument/2006/relationships/customXml" Target="../ink/ink164.xml"/><Relationship Id="rId533" Type="http://schemas.openxmlformats.org/officeDocument/2006/relationships/image" Target="../media/image277.png"/><Relationship Id="rId65" Type="http://schemas.openxmlformats.org/officeDocument/2006/relationships/image" Target="../media/image43.png"/><Relationship Id="rId130" Type="http://schemas.openxmlformats.org/officeDocument/2006/relationships/customXml" Target="../ink/ink66.xml"/><Relationship Id="rId368" Type="http://schemas.openxmlformats.org/officeDocument/2006/relationships/customXml" Target="../ink/ink185.xml"/><Relationship Id="rId172" Type="http://schemas.openxmlformats.org/officeDocument/2006/relationships/customXml" Target="../ink/ink87.xml"/><Relationship Id="rId228" Type="http://schemas.openxmlformats.org/officeDocument/2006/relationships/customXml" Target="../ink/ink115.xml"/><Relationship Id="rId435" Type="http://schemas.openxmlformats.org/officeDocument/2006/relationships/image" Target="../media/image228.png"/><Relationship Id="rId477" Type="http://schemas.openxmlformats.org/officeDocument/2006/relationships/image" Target="../media/image249.png"/><Relationship Id="rId281" Type="http://schemas.openxmlformats.org/officeDocument/2006/relationships/image" Target="../media/image151.png"/><Relationship Id="rId337" Type="http://schemas.openxmlformats.org/officeDocument/2006/relationships/image" Target="../media/image179.png"/><Relationship Id="rId502" Type="http://schemas.openxmlformats.org/officeDocument/2006/relationships/customXml" Target="../ink/ink252.xml"/><Relationship Id="rId34" Type="http://schemas.openxmlformats.org/officeDocument/2006/relationships/customXml" Target="../ink/ink18.xml"/><Relationship Id="rId76" Type="http://schemas.openxmlformats.org/officeDocument/2006/relationships/customXml" Target="../ink/ink39.xml"/><Relationship Id="rId141" Type="http://schemas.openxmlformats.org/officeDocument/2006/relationships/image" Target="../media/image81.png"/><Relationship Id="rId379" Type="http://schemas.openxmlformats.org/officeDocument/2006/relationships/image" Target="../media/image200.png"/><Relationship Id="rId544" Type="http://schemas.openxmlformats.org/officeDocument/2006/relationships/customXml" Target="../ink/ink273.xml"/><Relationship Id="rId7" Type="http://schemas.openxmlformats.org/officeDocument/2006/relationships/image" Target="../media/image14.png"/><Relationship Id="rId183" Type="http://schemas.openxmlformats.org/officeDocument/2006/relationships/image" Target="../media/image102.png"/><Relationship Id="rId239" Type="http://schemas.openxmlformats.org/officeDocument/2006/relationships/image" Target="../media/image130.png"/><Relationship Id="rId390" Type="http://schemas.openxmlformats.org/officeDocument/2006/relationships/customXml" Target="../ink/ink196.xml"/><Relationship Id="rId404" Type="http://schemas.openxmlformats.org/officeDocument/2006/relationships/customXml" Target="../ink/ink203.xml"/><Relationship Id="rId446" Type="http://schemas.openxmlformats.org/officeDocument/2006/relationships/customXml" Target="../ink/ink224.xml"/><Relationship Id="rId250" Type="http://schemas.openxmlformats.org/officeDocument/2006/relationships/customXml" Target="../ink/ink126.xml"/><Relationship Id="rId292" Type="http://schemas.openxmlformats.org/officeDocument/2006/relationships/customXml" Target="../ink/ink147.xml"/><Relationship Id="rId306" Type="http://schemas.openxmlformats.org/officeDocument/2006/relationships/customXml" Target="../ink/ink154.xml"/><Relationship Id="rId488" Type="http://schemas.openxmlformats.org/officeDocument/2006/relationships/customXml" Target="../ink/ink245.xml"/><Relationship Id="rId45" Type="http://schemas.openxmlformats.org/officeDocument/2006/relationships/image" Target="../media/image33.png"/><Relationship Id="rId87" Type="http://schemas.openxmlformats.org/officeDocument/2006/relationships/image" Target="../media/image54.png"/><Relationship Id="rId110" Type="http://schemas.openxmlformats.org/officeDocument/2006/relationships/customXml" Target="../ink/ink56.xml"/><Relationship Id="rId348" Type="http://schemas.openxmlformats.org/officeDocument/2006/relationships/customXml" Target="../ink/ink175.xml"/><Relationship Id="rId513" Type="http://schemas.openxmlformats.org/officeDocument/2006/relationships/image" Target="../media/image267.png"/><Relationship Id="rId152" Type="http://schemas.openxmlformats.org/officeDocument/2006/relationships/customXml" Target="../ink/ink77.xml"/><Relationship Id="rId194" Type="http://schemas.openxmlformats.org/officeDocument/2006/relationships/customXml" Target="../ink/ink98.xml"/><Relationship Id="rId208" Type="http://schemas.openxmlformats.org/officeDocument/2006/relationships/customXml" Target="../ink/ink105.xml"/><Relationship Id="rId415" Type="http://schemas.openxmlformats.org/officeDocument/2006/relationships/image" Target="../media/image218.png"/><Relationship Id="rId457" Type="http://schemas.openxmlformats.org/officeDocument/2006/relationships/image" Target="../media/image239.png"/><Relationship Id="rId261" Type="http://schemas.openxmlformats.org/officeDocument/2006/relationships/image" Target="../media/image141.png"/><Relationship Id="rId499" Type="http://schemas.openxmlformats.org/officeDocument/2006/relationships/image" Target="../media/image260.png"/><Relationship Id="rId14" Type="http://schemas.openxmlformats.org/officeDocument/2006/relationships/customXml" Target="../ink/ink8.xml"/><Relationship Id="rId56" Type="http://schemas.openxmlformats.org/officeDocument/2006/relationships/customXml" Target="../ink/ink29.xml"/><Relationship Id="rId317" Type="http://schemas.openxmlformats.org/officeDocument/2006/relationships/image" Target="../media/image169.png"/><Relationship Id="rId359" Type="http://schemas.openxmlformats.org/officeDocument/2006/relationships/image" Target="../media/image190.png"/><Relationship Id="rId524" Type="http://schemas.openxmlformats.org/officeDocument/2006/relationships/customXml" Target="../ink/ink263.xml"/><Relationship Id="rId98" Type="http://schemas.openxmlformats.org/officeDocument/2006/relationships/customXml" Target="../ink/ink50.xml"/><Relationship Id="rId121" Type="http://schemas.openxmlformats.org/officeDocument/2006/relationships/image" Target="../media/image71.png"/><Relationship Id="rId163" Type="http://schemas.openxmlformats.org/officeDocument/2006/relationships/image" Target="../media/image92.png"/><Relationship Id="rId219" Type="http://schemas.openxmlformats.org/officeDocument/2006/relationships/image" Target="../media/image120.png"/><Relationship Id="rId370" Type="http://schemas.openxmlformats.org/officeDocument/2006/relationships/customXml" Target="../ink/ink186.xml"/><Relationship Id="rId426" Type="http://schemas.openxmlformats.org/officeDocument/2006/relationships/customXml" Target="../ink/ink214.xml"/><Relationship Id="rId230" Type="http://schemas.openxmlformats.org/officeDocument/2006/relationships/customXml" Target="../ink/ink116.xml"/><Relationship Id="rId468" Type="http://schemas.openxmlformats.org/officeDocument/2006/relationships/customXml" Target="../ink/ink235.xml"/><Relationship Id="rId25" Type="http://schemas.openxmlformats.org/officeDocument/2006/relationships/image" Target="../media/image23.png"/><Relationship Id="rId67" Type="http://schemas.openxmlformats.org/officeDocument/2006/relationships/image" Target="../media/image44.png"/><Relationship Id="rId272" Type="http://schemas.openxmlformats.org/officeDocument/2006/relationships/customXml" Target="../ink/ink137.xml"/><Relationship Id="rId328" Type="http://schemas.openxmlformats.org/officeDocument/2006/relationships/customXml" Target="../ink/ink165.xml"/><Relationship Id="rId535" Type="http://schemas.openxmlformats.org/officeDocument/2006/relationships/image" Target="../media/image278.png"/><Relationship Id="rId132" Type="http://schemas.openxmlformats.org/officeDocument/2006/relationships/customXml" Target="../ink/ink67.xml"/><Relationship Id="rId174" Type="http://schemas.openxmlformats.org/officeDocument/2006/relationships/customXml" Target="../ink/ink88.xml"/><Relationship Id="rId381" Type="http://schemas.openxmlformats.org/officeDocument/2006/relationships/image" Target="../media/image201.png"/><Relationship Id="rId241" Type="http://schemas.openxmlformats.org/officeDocument/2006/relationships/image" Target="../media/image131.png"/><Relationship Id="rId437" Type="http://schemas.openxmlformats.org/officeDocument/2006/relationships/image" Target="../media/image229.png"/><Relationship Id="rId479" Type="http://schemas.openxmlformats.org/officeDocument/2006/relationships/image" Target="../media/image250.png"/><Relationship Id="rId36" Type="http://schemas.openxmlformats.org/officeDocument/2006/relationships/customXml" Target="../ink/ink19.xml"/><Relationship Id="rId283" Type="http://schemas.openxmlformats.org/officeDocument/2006/relationships/image" Target="../media/image152.png"/><Relationship Id="rId339" Type="http://schemas.openxmlformats.org/officeDocument/2006/relationships/image" Target="../media/image180.png"/><Relationship Id="rId490" Type="http://schemas.openxmlformats.org/officeDocument/2006/relationships/customXml" Target="../ink/ink246.xml"/><Relationship Id="rId504" Type="http://schemas.openxmlformats.org/officeDocument/2006/relationships/customXml" Target="../ink/ink253.xml"/><Relationship Id="rId546" Type="http://schemas.openxmlformats.org/officeDocument/2006/relationships/customXml" Target="../ink/ink274.xml"/><Relationship Id="rId78" Type="http://schemas.openxmlformats.org/officeDocument/2006/relationships/customXml" Target="../ink/ink40.xml"/><Relationship Id="rId101" Type="http://schemas.openxmlformats.org/officeDocument/2006/relationships/image" Target="../media/image61.png"/><Relationship Id="rId143" Type="http://schemas.openxmlformats.org/officeDocument/2006/relationships/image" Target="../media/image82.png"/><Relationship Id="rId185" Type="http://schemas.openxmlformats.org/officeDocument/2006/relationships/image" Target="../media/image103.png"/><Relationship Id="rId350" Type="http://schemas.openxmlformats.org/officeDocument/2006/relationships/customXml" Target="../ink/ink176.xml"/><Relationship Id="rId406" Type="http://schemas.openxmlformats.org/officeDocument/2006/relationships/customXml" Target="../ink/ink204.xml"/><Relationship Id="rId9" Type="http://schemas.openxmlformats.org/officeDocument/2006/relationships/image" Target="../media/image15.png"/><Relationship Id="rId210" Type="http://schemas.openxmlformats.org/officeDocument/2006/relationships/customXml" Target="../ink/ink106.xml"/><Relationship Id="rId392" Type="http://schemas.openxmlformats.org/officeDocument/2006/relationships/customXml" Target="../ink/ink197.xml"/><Relationship Id="rId448" Type="http://schemas.openxmlformats.org/officeDocument/2006/relationships/customXml" Target="../ink/ink225.xml"/><Relationship Id="rId252" Type="http://schemas.openxmlformats.org/officeDocument/2006/relationships/customXml" Target="../ink/ink127.xml"/><Relationship Id="rId294" Type="http://schemas.openxmlformats.org/officeDocument/2006/relationships/customXml" Target="../ink/ink148.xml"/><Relationship Id="rId308" Type="http://schemas.openxmlformats.org/officeDocument/2006/relationships/customXml" Target="../ink/ink155.xml"/><Relationship Id="rId515" Type="http://schemas.openxmlformats.org/officeDocument/2006/relationships/image" Target="../media/image268.png"/><Relationship Id="rId47" Type="http://schemas.openxmlformats.org/officeDocument/2006/relationships/image" Target="../media/image34.png"/><Relationship Id="rId89" Type="http://schemas.openxmlformats.org/officeDocument/2006/relationships/image" Target="../media/image55.png"/><Relationship Id="rId112" Type="http://schemas.openxmlformats.org/officeDocument/2006/relationships/customXml" Target="../ink/ink57.xml"/><Relationship Id="rId154" Type="http://schemas.openxmlformats.org/officeDocument/2006/relationships/customXml" Target="../ink/ink78.xml"/><Relationship Id="rId361" Type="http://schemas.openxmlformats.org/officeDocument/2006/relationships/image" Target="../media/image191.png"/><Relationship Id="rId196" Type="http://schemas.openxmlformats.org/officeDocument/2006/relationships/customXml" Target="../ink/ink99.xml"/><Relationship Id="rId417" Type="http://schemas.openxmlformats.org/officeDocument/2006/relationships/image" Target="../media/image219.png"/><Relationship Id="rId459" Type="http://schemas.openxmlformats.org/officeDocument/2006/relationships/image" Target="../media/image240.png"/><Relationship Id="rId16" Type="http://schemas.openxmlformats.org/officeDocument/2006/relationships/customXml" Target="../ink/ink9.xml"/><Relationship Id="rId221" Type="http://schemas.openxmlformats.org/officeDocument/2006/relationships/image" Target="../media/image121.png"/><Relationship Id="rId263" Type="http://schemas.openxmlformats.org/officeDocument/2006/relationships/image" Target="../media/image142.png"/><Relationship Id="rId319" Type="http://schemas.openxmlformats.org/officeDocument/2006/relationships/image" Target="../media/image170.png"/><Relationship Id="rId470" Type="http://schemas.openxmlformats.org/officeDocument/2006/relationships/customXml" Target="../ink/ink236.xml"/><Relationship Id="rId526" Type="http://schemas.openxmlformats.org/officeDocument/2006/relationships/customXml" Target="../ink/ink264.xml"/><Relationship Id="rId58" Type="http://schemas.openxmlformats.org/officeDocument/2006/relationships/customXml" Target="../ink/ink30.xml"/><Relationship Id="rId123" Type="http://schemas.openxmlformats.org/officeDocument/2006/relationships/image" Target="../media/image72.png"/><Relationship Id="rId330" Type="http://schemas.openxmlformats.org/officeDocument/2006/relationships/customXml" Target="../ink/ink166.xml"/><Relationship Id="rId165" Type="http://schemas.openxmlformats.org/officeDocument/2006/relationships/image" Target="../media/image93.png"/><Relationship Id="rId372" Type="http://schemas.openxmlformats.org/officeDocument/2006/relationships/customXml" Target="../ink/ink187.xml"/><Relationship Id="rId428" Type="http://schemas.openxmlformats.org/officeDocument/2006/relationships/customXml" Target="../ink/ink215.xml"/><Relationship Id="rId232" Type="http://schemas.openxmlformats.org/officeDocument/2006/relationships/customXml" Target="../ink/ink117.xml"/><Relationship Id="rId274" Type="http://schemas.openxmlformats.org/officeDocument/2006/relationships/customXml" Target="../ink/ink138.xml"/><Relationship Id="rId481" Type="http://schemas.openxmlformats.org/officeDocument/2006/relationships/image" Target="../media/image251.png"/><Relationship Id="rId27" Type="http://schemas.openxmlformats.org/officeDocument/2006/relationships/image" Target="../media/image24.png"/><Relationship Id="rId69" Type="http://schemas.openxmlformats.org/officeDocument/2006/relationships/image" Target="../media/image45.png"/><Relationship Id="rId134" Type="http://schemas.openxmlformats.org/officeDocument/2006/relationships/customXml" Target="../ink/ink68.xml"/><Relationship Id="rId537" Type="http://schemas.openxmlformats.org/officeDocument/2006/relationships/image" Target="../media/image279.png"/><Relationship Id="rId80" Type="http://schemas.openxmlformats.org/officeDocument/2006/relationships/customXml" Target="../ink/ink41.xml"/><Relationship Id="rId176" Type="http://schemas.openxmlformats.org/officeDocument/2006/relationships/customXml" Target="../ink/ink89.xml"/><Relationship Id="rId341" Type="http://schemas.openxmlformats.org/officeDocument/2006/relationships/image" Target="../media/image181.png"/><Relationship Id="rId383" Type="http://schemas.openxmlformats.org/officeDocument/2006/relationships/image" Target="../media/image202.png"/><Relationship Id="rId439" Type="http://schemas.openxmlformats.org/officeDocument/2006/relationships/image" Target="../media/image230.png"/><Relationship Id="rId201" Type="http://schemas.openxmlformats.org/officeDocument/2006/relationships/image" Target="../media/image111.png"/><Relationship Id="rId243" Type="http://schemas.openxmlformats.org/officeDocument/2006/relationships/image" Target="../media/image132.png"/><Relationship Id="rId285" Type="http://schemas.openxmlformats.org/officeDocument/2006/relationships/image" Target="../media/image153.png"/><Relationship Id="rId450" Type="http://schemas.openxmlformats.org/officeDocument/2006/relationships/customXml" Target="../ink/ink226.xml"/><Relationship Id="rId506" Type="http://schemas.openxmlformats.org/officeDocument/2006/relationships/customXml" Target="../ink/ink254.xml"/><Relationship Id="rId38" Type="http://schemas.openxmlformats.org/officeDocument/2006/relationships/customXml" Target="../ink/ink20.xml"/><Relationship Id="rId103" Type="http://schemas.openxmlformats.org/officeDocument/2006/relationships/image" Target="../media/image62.png"/><Relationship Id="rId310" Type="http://schemas.openxmlformats.org/officeDocument/2006/relationships/customXml" Target="../ink/ink156.xml"/><Relationship Id="rId492" Type="http://schemas.openxmlformats.org/officeDocument/2006/relationships/customXml" Target="../ink/ink247.xml"/><Relationship Id="rId548" Type="http://schemas.openxmlformats.org/officeDocument/2006/relationships/customXml" Target="../ink/ink275.xml"/><Relationship Id="rId91" Type="http://schemas.openxmlformats.org/officeDocument/2006/relationships/image" Target="../media/image56.png"/><Relationship Id="rId145" Type="http://schemas.openxmlformats.org/officeDocument/2006/relationships/image" Target="../media/image83.png"/><Relationship Id="rId187" Type="http://schemas.openxmlformats.org/officeDocument/2006/relationships/image" Target="../media/image104.png"/><Relationship Id="rId352" Type="http://schemas.openxmlformats.org/officeDocument/2006/relationships/customXml" Target="../ink/ink177.xml"/><Relationship Id="rId394" Type="http://schemas.openxmlformats.org/officeDocument/2006/relationships/customXml" Target="../ink/ink198.xml"/><Relationship Id="rId408" Type="http://schemas.openxmlformats.org/officeDocument/2006/relationships/customXml" Target="../ink/ink205.xml"/><Relationship Id="rId212" Type="http://schemas.openxmlformats.org/officeDocument/2006/relationships/customXml" Target="../ink/ink107.xml"/><Relationship Id="rId254" Type="http://schemas.openxmlformats.org/officeDocument/2006/relationships/customXml" Target="../ink/ink128.xml"/><Relationship Id="rId49" Type="http://schemas.openxmlformats.org/officeDocument/2006/relationships/image" Target="../media/image35.png"/><Relationship Id="rId114" Type="http://schemas.openxmlformats.org/officeDocument/2006/relationships/customXml" Target="../ink/ink58.xml"/><Relationship Id="rId296" Type="http://schemas.openxmlformats.org/officeDocument/2006/relationships/customXml" Target="../ink/ink149.xml"/><Relationship Id="rId461" Type="http://schemas.openxmlformats.org/officeDocument/2006/relationships/image" Target="../media/image241.png"/><Relationship Id="rId517" Type="http://schemas.openxmlformats.org/officeDocument/2006/relationships/image" Target="../media/image269.png"/><Relationship Id="rId60" Type="http://schemas.openxmlformats.org/officeDocument/2006/relationships/customXml" Target="../ink/ink31.xml"/><Relationship Id="rId156" Type="http://schemas.openxmlformats.org/officeDocument/2006/relationships/customXml" Target="../ink/ink79.xml"/><Relationship Id="rId198" Type="http://schemas.openxmlformats.org/officeDocument/2006/relationships/customXml" Target="../ink/ink100.xml"/><Relationship Id="rId321" Type="http://schemas.openxmlformats.org/officeDocument/2006/relationships/image" Target="../media/image171.png"/><Relationship Id="rId363" Type="http://schemas.openxmlformats.org/officeDocument/2006/relationships/image" Target="../media/image192.png"/><Relationship Id="rId419" Type="http://schemas.openxmlformats.org/officeDocument/2006/relationships/image" Target="../media/image220.png"/><Relationship Id="rId223" Type="http://schemas.openxmlformats.org/officeDocument/2006/relationships/image" Target="../media/image122.png"/><Relationship Id="rId430" Type="http://schemas.openxmlformats.org/officeDocument/2006/relationships/customXml" Target="../ink/ink216.xml"/><Relationship Id="rId18" Type="http://schemas.openxmlformats.org/officeDocument/2006/relationships/customXml" Target="../ink/ink10.xml"/><Relationship Id="rId265" Type="http://schemas.openxmlformats.org/officeDocument/2006/relationships/image" Target="../media/image143.png"/><Relationship Id="rId472" Type="http://schemas.openxmlformats.org/officeDocument/2006/relationships/customXml" Target="../ink/ink237.xml"/><Relationship Id="rId528" Type="http://schemas.openxmlformats.org/officeDocument/2006/relationships/customXml" Target="../ink/ink265.xml"/><Relationship Id="rId125" Type="http://schemas.openxmlformats.org/officeDocument/2006/relationships/image" Target="../media/image73.png"/><Relationship Id="rId167" Type="http://schemas.openxmlformats.org/officeDocument/2006/relationships/image" Target="../media/image94.png"/><Relationship Id="rId332" Type="http://schemas.openxmlformats.org/officeDocument/2006/relationships/customXml" Target="../ink/ink167.xml"/><Relationship Id="rId374" Type="http://schemas.openxmlformats.org/officeDocument/2006/relationships/customXml" Target="../ink/ink188.xml"/><Relationship Id="rId71" Type="http://schemas.openxmlformats.org/officeDocument/2006/relationships/image" Target="../media/image46.png"/><Relationship Id="rId234" Type="http://schemas.openxmlformats.org/officeDocument/2006/relationships/customXml" Target="../ink/ink118.xml"/><Relationship Id="rId2" Type="http://schemas.openxmlformats.org/officeDocument/2006/relationships/customXml" Target="../ink/ink2.xml"/><Relationship Id="rId29" Type="http://schemas.openxmlformats.org/officeDocument/2006/relationships/image" Target="../media/image25.png"/><Relationship Id="rId276" Type="http://schemas.openxmlformats.org/officeDocument/2006/relationships/customXml" Target="../ink/ink139.xml"/><Relationship Id="rId441" Type="http://schemas.openxmlformats.org/officeDocument/2006/relationships/image" Target="../media/image231.png"/><Relationship Id="rId483" Type="http://schemas.openxmlformats.org/officeDocument/2006/relationships/image" Target="../media/image252.png"/><Relationship Id="rId539" Type="http://schemas.openxmlformats.org/officeDocument/2006/relationships/image" Target="../media/image280.png"/><Relationship Id="rId40" Type="http://schemas.openxmlformats.org/officeDocument/2006/relationships/customXml" Target="../ink/ink21.xml"/><Relationship Id="rId136" Type="http://schemas.openxmlformats.org/officeDocument/2006/relationships/customXml" Target="../ink/ink69.xml"/><Relationship Id="rId178" Type="http://schemas.openxmlformats.org/officeDocument/2006/relationships/customXml" Target="../ink/ink90.xml"/><Relationship Id="rId301" Type="http://schemas.openxmlformats.org/officeDocument/2006/relationships/image" Target="../media/image161.png"/><Relationship Id="rId343" Type="http://schemas.openxmlformats.org/officeDocument/2006/relationships/image" Target="../media/image182.png"/><Relationship Id="rId550" Type="http://schemas.openxmlformats.org/officeDocument/2006/relationships/customXml" Target="../ink/ink276.xml"/><Relationship Id="rId82" Type="http://schemas.openxmlformats.org/officeDocument/2006/relationships/customXml" Target="../ink/ink42.xml"/><Relationship Id="rId203" Type="http://schemas.openxmlformats.org/officeDocument/2006/relationships/image" Target="../media/image112.png"/><Relationship Id="rId385" Type="http://schemas.openxmlformats.org/officeDocument/2006/relationships/image" Target="../media/image203.png"/><Relationship Id="rId245" Type="http://schemas.openxmlformats.org/officeDocument/2006/relationships/image" Target="../media/image133.png"/><Relationship Id="rId287" Type="http://schemas.openxmlformats.org/officeDocument/2006/relationships/image" Target="../media/image154.png"/><Relationship Id="rId410" Type="http://schemas.openxmlformats.org/officeDocument/2006/relationships/customXml" Target="../ink/ink206.xml"/><Relationship Id="rId452" Type="http://schemas.openxmlformats.org/officeDocument/2006/relationships/customXml" Target="../ink/ink227.xml"/><Relationship Id="rId494" Type="http://schemas.openxmlformats.org/officeDocument/2006/relationships/customXml" Target="../ink/ink248.xml"/><Relationship Id="rId508" Type="http://schemas.openxmlformats.org/officeDocument/2006/relationships/customXml" Target="../ink/ink255.xml"/><Relationship Id="rId105" Type="http://schemas.openxmlformats.org/officeDocument/2006/relationships/image" Target="../media/image63.png"/><Relationship Id="rId147" Type="http://schemas.openxmlformats.org/officeDocument/2006/relationships/image" Target="../media/image84.png"/><Relationship Id="rId312" Type="http://schemas.openxmlformats.org/officeDocument/2006/relationships/customXml" Target="../ink/ink157.xml"/><Relationship Id="rId354" Type="http://schemas.openxmlformats.org/officeDocument/2006/relationships/customXml" Target="../ink/ink178.xml"/><Relationship Id="rId51" Type="http://schemas.openxmlformats.org/officeDocument/2006/relationships/image" Target="../media/image36.png"/><Relationship Id="rId93" Type="http://schemas.openxmlformats.org/officeDocument/2006/relationships/image" Target="../media/image57.png"/><Relationship Id="rId189" Type="http://schemas.openxmlformats.org/officeDocument/2006/relationships/image" Target="../media/image105.png"/><Relationship Id="rId396" Type="http://schemas.openxmlformats.org/officeDocument/2006/relationships/customXml" Target="../ink/ink199.xml"/><Relationship Id="rId214" Type="http://schemas.openxmlformats.org/officeDocument/2006/relationships/customXml" Target="../ink/ink108.xml"/><Relationship Id="rId256" Type="http://schemas.openxmlformats.org/officeDocument/2006/relationships/customXml" Target="../ink/ink129.xml"/><Relationship Id="rId298" Type="http://schemas.openxmlformats.org/officeDocument/2006/relationships/customXml" Target="../ink/ink150.xml"/><Relationship Id="rId421" Type="http://schemas.openxmlformats.org/officeDocument/2006/relationships/image" Target="../media/image221.png"/><Relationship Id="rId463" Type="http://schemas.openxmlformats.org/officeDocument/2006/relationships/image" Target="../media/image242.png"/><Relationship Id="rId519" Type="http://schemas.openxmlformats.org/officeDocument/2006/relationships/image" Target="../media/image270.png"/><Relationship Id="rId116" Type="http://schemas.openxmlformats.org/officeDocument/2006/relationships/customXml" Target="../ink/ink59.xml"/><Relationship Id="rId158" Type="http://schemas.openxmlformats.org/officeDocument/2006/relationships/customXml" Target="../ink/ink80.xml"/><Relationship Id="rId323" Type="http://schemas.openxmlformats.org/officeDocument/2006/relationships/image" Target="../media/image172.png"/><Relationship Id="rId530" Type="http://schemas.openxmlformats.org/officeDocument/2006/relationships/customXml" Target="../ink/ink266.xml"/><Relationship Id="rId20" Type="http://schemas.openxmlformats.org/officeDocument/2006/relationships/customXml" Target="../ink/ink11.xml"/><Relationship Id="rId62" Type="http://schemas.openxmlformats.org/officeDocument/2006/relationships/customXml" Target="../ink/ink32.xml"/><Relationship Id="rId365" Type="http://schemas.openxmlformats.org/officeDocument/2006/relationships/image" Target="../media/image193.png"/><Relationship Id="rId225" Type="http://schemas.openxmlformats.org/officeDocument/2006/relationships/image" Target="../media/image123.png"/><Relationship Id="rId267" Type="http://schemas.openxmlformats.org/officeDocument/2006/relationships/image" Target="../media/image144.png"/><Relationship Id="rId432" Type="http://schemas.openxmlformats.org/officeDocument/2006/relationships/customXml" Target="../ink/ink217.xml"/><Relationship Id="rId474" Type="http://schemas.openxmlformats.org/officeDocument/2006/relationships/customXml" Target="../ink/ink238.xml"/><Relationship Id="rId127" Type="http://schemas.openxmlformats.org/officeDocument/2006/relationships/image" Target="../media/image74.png"/><Relationship Id="rId31" Type="http://schemas.openxmlformats.org/officeDocument/2006/relationships/image" Target="../media/image26.png"/><Relationship Id="rId73" Type="http://schemas.openxmlformats.org/officeDocument/2006/relationships/image" Target="../media/image47.png"/><Relationship Id="rId169" Type="http://schemas.openxmlformats.org/officeDocument/2006/relationships/image" Target="../media/image95.png"/><Relationship Id="rId334" Type="http://schemas.openxmlformats.org/officeDocument/2006/relationships/customXml" Target="../ink/ink168.xml"/><Relationship Id="rId376" Type="http://schemas.openxmlformats.org/officeDocument/2006/relationships/customXml" Target="../ink/ink189.xml"/><Relationship Id="rId541" Type="http://schemas.openxmlformats.org/officeDocument/2006/relationships/image" Target="../media/image281.png"/><Relationship Id="rId4" Type="http://schemas.openxmlformats.org/officeDocument/2006/relationships/customXml" Target="../ink/ink3.xml"/><Relationship Id="rId180" Type="http://schemas.openxmlformats.org/officeDocument/2006/relationships/customXml" Target="../ink/ink91.xml"/><Relationship Id="rId236" Type="http://schemas.openxmlformats.org/officeDocument/2006/relationships/customXml" Target="../ink/ink119.xml"/><Relationship Id="rId278" Type="http://schemas.openxmlformats.org/officeDocument/2006/relationships/customXml" Target="../ink/ink140.xml"/><Relationship Id="rId401" Type="http://schemas.openxmlformats.org/officeDocument/2006/relationships/image" Target="../media/image211.png"/><Relationship Id="rId443" Type="http://schemas.openxmlformats.org/officeDocument/2006/relationships/image" Target="../media/image232.png"/><Relationship Id="rId303" Type="http://schemas.openxmlformats.org/officeDocument/2006/relationships/image" Target="../media/image162.png"/><Relationship Id="rId485" Type="http://schemas.openxmlformats.org/officeDocument/2006/relationships/image" Target="../media/image253.png"/><Relationship Id="rId42" Type="http://schemas.openxmlformats.org/officeDocument/2006/relationships/customXml" Target="../ink/ink22.xml"/><Relationship Id="rId84" Type="http://schemas.openxmlformats.org/officeDocument/2006/relationships/customXml" Target="../ink/ink43.xml"/><Relationship Id="rId138" Type="http://schemas.openxmlformats.org/officeDocument/2006/relationships/customXml" Target="../ink/ink70.xml"/><Relationship Id="rId345" Type="http://schemas.openxmlformats.org/officeDocument/2006/relationships/image" Target="../media/image183.png"/><Relationship Id="rId387" Type="http://schemas.openxmlformats.org/officeDocument/2006/relationships/image" Target="../media/image204.png"/><Relationship Id="rId510" Type="http://schemas.openxmlformats.org/officeDocument/2006/relationships/customXml" Target="../ink/ink256.xml"/><Relationship Id="rId552" Type="http://schemas.openxmlformats.org/officeDocument/2006/relationships/image" Target="../media/image286.png"/><Relationship Id="rId191" Type="http://schemas.openxmlformats.org/officeDocument/2006/relationships/image" Target="../media/image106.png"/><Relationship Id="rId205" Type="http://schemas.openxmlformats.org/officeDocument/2006/relationships/image" Target="../media/image113.png"/><Relationship Id="rId247" Type="http://schemas.openxmlformats.org/officeDocument/2006/relationships/image" Target="../media/image134.png"/><Relationship Id="rId412" Type="http://schemas.openxmlformats.org/officeDocument/2006/relationships/customXml" Target="../ink/ink207.xml"/><Relationship Id="rId107" Type="http://schemas.openxmlformats.org/officeDocument/2006/relationships/image" Target="../media/image64.png"/><Relationship Id="rId289" Type="http://schemas.openxmlformats.org/officeDocument/2006/relationships/image" Target="../media/image155.png"/><Relationship Id="rId454" Type="http://schemas.openxmlformats.org/officeDocument/2006/relationships/customXml" Target="../ink/ink228.xml"/><Relationship Id="rId496" Type="http://schemas.openxmlformats.org/officeDocument/2006/relationships/customXml" Target="../ink/ink249.xml"/><Relationship Id="rId11" Type="http://schemas.openxmlformats.org/officeDocument/2006/relationships/image" Target="../media/image16.png"/><Relationship Id="rId53" Type="http://schemas.openxmlformats.org/officeDocument/2006/relationships/image" Target="../media/image37.png"/><Relationship Id="rId149" Type="http://schemas.openxmlformats.org/officeDocument/2006/relationships/image" Target="../media/image85.png"/><Relationship Id="rId314" Type="http://schemas.openxmlformats.org/officeDocument/2006/relationships/customXml" Target="../ink/ink158.xml"/><Relationship Id="rId356" Type="http://schemas.openxmlformats.org/officeDocument/2006/relationships/customXml" Target="../ink/ink179.xml"/><Relationship Id="rId398" Type="http://schemas.openxmlformats.org/officeDocument/2006/relationships/customXml" Target="../ink/ink200.xml"/><Relationship Id="rId521" Type="http://schemas.openxmlformats.org/officeDocument/2006/relationships/image" Target="../media/image271.png"/><Relationship Id="rId95" Type="http://schemas.openxmlformats.org/officeDocument/2006/relationships/image" Target="../media/image58.png"/><Relationship Id="rId160" Type="http://schemas.openxmlformats.org/officeDocument/2006/relationships/customXml" Target="../ink/ink81.xml"/><Relationship Id="rId216" Type="http://schemas.openxmlformats.org/officeDocument/2006/relationships/customXml" Target="../ink/ink109.xml"/><Relationship Id="rId423" Type="http://schemas.openxmlformats.org/officeDocument/2006/relationships/image" Target="../media/image222.png"/><Relationship Id="rId258" Type="http://schemas.openxmlformats.org/officeDocument/2006/relationships/customXml" Target="../ink/ink130.xml"/><Relationship Id="rId465" Type="http://schemas.openxmlformats.org/officeDocument/2006/relationships/image" Target="../media/image243.png"/><Relationship Id="rId22" Type="http://schemas.openxmlformats.org/officeDocument/2006/relationships/customXml" Target="../ink/ink12.xml"/><Relationship Id="rId64" Type="http://schemas.openxmlformats.org/officeDocument/2006/relationships/customXml" Target="../ink/ink33.xml"/><Relationship Id="rId118" Type="http://schemas.openxmlformats.org/officeDocument/2006/relationships/customXml" Target="../ink/ink60.xml"/><Relationship Id="rId325" Type="http://schemas.openxmlformats.org/officeDocument/2006/relationships/image" Target="../media/image173.png"/><Relationship Id="rId367" Type="http://schemas.openxmlformats.org/officeDocument/2006/relationships/image" Target="../media/image194.png"/><Relationship Id="rId532" Type="http://schemas.openxmlformats.org/officeDocument/2006/relationships/customXml" Target="../ink/ink267.xml"/><Relationship Id="rId171" Type="http://schemas.openxmlformats.org/officeDocument/2006/relationships/image" Target="../media/image96.png"/><Relationship Id="rId227" Type="http://schemas.openxmlformats.org/officeDocument/2006/relationships/image" Target="../media/image124.png"/><Relationship Id="rId269" Type="http://schemas.openxmlformats.org/officeDocument/2006/relationships/image" Target="../media/image145.png"/><Relationship Id="rId434" Type="http://schemas.openxmlformats.org/officeDocument/2006/relationships/customXml" Target="../ink/ink218.xml"/><Relationship Id="rId476" Type="http://schemas.openxmlformats.org/officeDocument/2006/relationships/customXml" Target="../ink/ink239.xml"/><Relationship Id="rId33" Type="http://schemas.openxmlformats.org/officeDocument/2006/relationships/image" Target="../media/image27.png"/><Relationship Id="rId129" Type="http://schemas.openxmlformats.org/officeDocument/2006/relationships/image" Target="../media/image75.png"/><Relationship Id="rId280" Type="http://schemas.openxmlformats.org/officeDocument/2006/relationships/customXml" Target="../ink/ink141.xml"/><Relationship Id="rId336" Type="http://schemas.openxmlformats.org/officeDocument/2006/relationships/customXml" Target="../ink/ink169.xml"/><Relationship Id="rId501" Type="http://schemas.openxmlformats.org/officeDocument/2006/relationships/image" Target="../media/image261.png"/><Relationship Id="rId543" Type="http://schemas.openxmlformats.org/officeDocument/2006/relationships/image" Target="../media/image282.png"/><Relationship Id="rId75" Type="http://schemas.openxmlformats.org/officeDocument/2006/relationships/image" Target="../media/image48.png"/><Relationship Id="rId140" Type="http://schemas.openxmlformats.org/officeDocument/2006/relationships/customXml" Target="../ink/ink71.xml"/><Relationship Id="rId182" Type="http://schemas.openxmlformats.org/officeDocument/2006/relationships/customXml" Target="../ink/ink92.xml"/><Relationship Id="rId378" Type="http://schemas.openxmlformats.org/officeDocument/2006/relationships/customXml" Target="../ink/ink190.xml"/><Relationship Id="rId403" Type="http://schemas.openxmlformats.org/officeDocument/2006/relationships/image" Target="../media/image212.png"/><Relationship Id="rId6" Type="http://schemas.openxmlformats.org/officeDocument/2006/relationships/customXml" Target="../ink/ink4.xml"/><Relationship Id="rId238" Type="http://schemas.openxmlformats.org/officeDocument/2006/relationships/customXml" Target="../ink/ink120.xml"/><Relationship Id="rId445" Type="http://schemas.openxmlformats.org/officeDocument/2006/relationships/image" Target="../media/image233.png"/><Relationship Id="rId487" Type="http://schemas.openxmlformats.org/officeDocument/2006/relationships/image" Target="../media/image254.png"/><Relationship Id="rId291" Type="http://schemas.openxmlformats.org/officeDocument/2006/relationships/image" Target="../media/image156.png"/><Relationship Id="rId305" Type="http://schemas.openxmlformats.org/officeDocument/2006/relationships/image" Target="../media/image163.png"/><Relationship Id="rId347" Type="http://schemas.openxmlformats.org/officeDocument/2006/relationships/image" Target="../media/image184.png"/><Relationship Id="rId512" Type="http://schemas.openxmlformats.org/officeDocument/2006/relationships/customXml" Target="../ink/ink257.xml"/><Relationship Id="rId44" Type="http://schemas.openxmlformats.org/officeDocument/2006/relationships/customXml" Target="../ink/ink23.xml"/><Relationship Id="rId86" Type="http://schemas.openxmlformats.org/officeDocument/2006/relationships/customXml" Target="../ink/ink44.xml"/><Relationship Id="rId151" Type="http://schemas.openxmlformats.org/officeDocument/2006/relationships/image" Target="../media/image86.png"/><Relationship Id="rId389" Type="http://schemas.openxmlformats.org/officeDocument/2006/relationships/image" Target="../media/image205.png"/><Relationship Id="rId554" Type="http://schemas.openxmlformats.org/officeDocument/2006/relationships/image" Target="../media/image287.png"/><Relationship Id="rId193" Type="http://schemas.openxmlformats.org/officeDocument/2006/relationships/image" Target="../media/image107.png"/><Relationship Id="rId207" Type="http://schemas.openxmlformats.org/officeDocument/2006/relationships/image" Target="../media/image114.png"/><Relationship Id="rId249" Type="http://schemas.openxmlformats.org/officeDocument/2006/relationships/image" Target="../media/image135.png"/><Relationship Id="rId414" Type="http://schemas.openxmlformats.org/officeDocument/2006/relationships/customXml" Target="../ink/ink208.xml"/><Relationship Id="rId456" Type="http://schemas.openxmlformats.org/officeDocument/2006/relationships/customXml" Target="../ink/ink229.xml"/><Relationship Id="rId498" Type="http://schemas.openxmlformats.org/officeDocument/2006/relationships/customXml" Target="../ink/ink250.xml"/><Relationship Id="rId13" Type="http://schemas.openxmlformats.org/officeDocument/2006/relationships/image" Target="../media/image17.png"/><Relationship Id="rId109" Type="http://schemas.openxmlformats.org/officeDocument/2006/relationships/image" Target="../media/image65.png"/><Relationship Id="rId260" Type="http://schemas.openxmlformats.org/officeDocument/2006/relationships/customXml" Target="../ink/ink131.xml"/><Relationship Id="rId316" Type="http://schemas.openxmlformats.org/officeDocument/2006/relationships/customXml" Target="../ink/ink159.xml"/><Relationship Id="rId523" Type="http://schemas.openxmlformats.org/officeDocument/2006/relationships/image" Target="../media/image272.png"/><Relationship Id="rId55" Type="http://schemas.openxmlformats.org/officeDocument/2006/relationships/image" Target="../media/image38.png"/><Relationship Id="rId97" Type="http://schemas.openxmlformats.org/officeDocument/2006/relationships/image" Target="../media/image59.png"/><Relationship Id="rId120" Type="http://schemas.openxmlformats.org/officeDocument/2006/relationships/customXml" Target="../ink/ink61.xml"/><Relationship Id="rId358" Type="http://schemas.openxmlformats.org/officeDocument/2006/relationships/customXml" Target="../ink/ink180.xml"/><Relationship Id="rId162" Type="http://schemas.openxmlformats.org/officeDocument/2006/relationships/customXml" Target="../ink/ink82.xml"/><Relationship Id="rId218" Type="http://schemas.openxmlformats.org/officeDocument/2006/relationships/customXml" Target="../ink/ink110.xml"/><Relationship Id="rId425" Type="http://schemas.openxmlformats.org/officeDocument/2006/relationships/image" Target="../media/image223.png"/><Relationship Id="rId467" Type="http://schemas.openxmlformats.org/officeDocument/2006/relationships/image" Target="../media/image244.png"/><Relationship Id="rId271" Type="http://schemas.openxmlformats.org/officeDocument/2006/relationships/image" Target="../media/image146.png"/><Relationship Id="rId24" Type="http://schemas.openxmlformats.org/officeDocument/2006/relationships/customXml" Target="../ink/ink13.xml"/><Relationship Id="rId66" Type="http://schemas.openxmlformats.org/officeDocument/2006/relationships/customXml" Target="../ink/ink34.xml"/><Relationship Id="rId131" Type="http://schemas.openxmlformats.org/officeDocument/2006/relationships/image" Target="../media/image76.png"/><Relationship Id="rId327" Type="http://schemas.openxmlformats.org/officeDocument/2006/relationships/image" Target="../media/image174.png"/><Relationship Id="rId369" Type="http://schemas.openxmlformats.org/officeDocument/2006/relationships/image" Target="../media/image195.png"/><Relationship Id="rId534" Type="http://schemas.openxmlformats.org/officeDocument/2006/relationships/customXml" Target="../ink/ink268.xml"/><Relationship Id="rId173" Type="http://schemas.openxmlformats.org/officeDocument/2006/relationships/image" Target="../media/image97.png"/><Relationship Id="rId229" Type="http://schemas.openxmlformats.org/officeDocument/2006/relationships/image" Target="../media/image125.png"/><Relationship Id="rId380" Type="http://schemas.openxmlformats.org/officeDocument/2006/relationships/customXml" Target="../ink/ink191.xml"/><Relationship Id="rId436" Type="http://schemas.openxmlformats.org/officeDocument/2006/relationships/customXml" Target="../ink/ink219.xml"/><Relationship Id="rId240" Type="http://schemas.openxmlformats.org/officeDocument/2006/relationships/customXml" Target="../ink/ink121.xml"/><Relationship Id="rId478" Type="http://schemas.openxmlformats.org/officeDocument/2006/relationships/customXml" Target="../ink/ink240.xml"/><Relationship Id="rId35" Type="http://schemas.openxmlformats.org/officeDocument/2006/relationships/image" Target="../media/image28.png"/><Relationship Id="rId77" Type="http://schemas.openxmlformats.org/officeDocument/2006/relationships/image" Target="../media/image49.png"/><Relationship Id="rId100" Type="http://schemas.openxmlformats.org/officeDocument/2006/relationships/customXml" Target="../ink/ink51.xml"/><Relationship Id="rId282" Type="http://schemas.openxmlformats.org/officeDocument/2006/relationships/customXml" Target="../ink/ink142.xml"/><Relationship Id="rId338" Type="http://schemas.openxmlformats.org/officeDocument/2006/relationships/customXml" Target="../ink/ink170.xml"/><Relationship Id="rId503" Type="http://schemas.openxmlformats.org/officeDocument/2006/relationships/image" Target="../media/image262.png"/><Relationship Id="rId545" Type="http://schemas.openxmlformats.org/officeDocument/2006/relationships/image" Target="../media/image283.png"/><Relationship Id="rId8" Type="http://schemas.openxmlformats.org/officeDocument/2006/relationships/customXml" Target="../ink/ink5.xml"/><Relationship Id="rId142" Type="http://schemas.openxmlformats.org/officeDocument/2006/relationships/customXml" Target="../ink/ink72.xml"/><Relationship Id="rId184" Type="http://schemas.openxmlformats.org/officeDocument/2006/relationships/customXml" Target="../ink/ink93.xml"/><Relationship Id="rId391" Type="http://schemas.openxmlformats.org/officeDocument/2006/relationships/image" Target="../media/image206.png"/><Relationship Id="rId405" Type="http://schemas.openxmlformats.org/officeDocument/2006/relationships/image" Target="../media/image213.png"/><Relationship Id="rId447" Type="http://schemas.openxmlformats.org/officeDocument/2006/relationships/image" Target="../media/image234.png"/><Relationship Id="rId251" Type="http://schemas.openxmlformats.org/officeDocument/2006/relationships/image" Target="../media/image136.png"/><Relationship Id="rId489" Type="http://schemas.openxmlformats.org/officeDocument/2006/relationships/image" Target="../media/image255.png"/><Relationship Id="rId46" Type="http://schemas.openxmlformats.org/officeDocument/2006/relationships/customXml" Target="../ink/ink24.xml"/><Relationship Id="rId293" Type="http://schemas.openxmlformats.org/officeDocument/2006/relationships/image" Target="../media/image157.png"/><Relationship Id="rId307" Type="http://schemas.openxmlformats.org/officeDocument/2006/relationships/image" Target="../media/image164.png"/><Relationship Id="rId349" Type="http://schemas.openxmlformats.org/officeDocument/2006/relationships/image" Target="../media/image185.png"/><Relationship Id="rId514" Type="http://schemas.openxmlformats.org/officeDocument/2006/relationships/customXml" Target="../ink/ink258.xml"/><Relationship Id="rId88" Type="http://schemas.openxmlformats.org/officeDocument/2006/relationships/customXml" Target="../ink/ink45.xml"/><Relationship Id="rId111" Type="http://schemas.openxmlformats.org/officeDocument/2006/relationships/image" Target="../media/image66.png"/><Relationship Id="rId153" Type="http://schemas.openxmlformats.org/officeDocument/2006/relationships/image" Target="../media/image87.png"/><Relationship Id="rId195" Type="http://schemas.openxmlformats.org/officeDocument/2006/relationships/image" Target="../media/image108.png"/><Relationship Id="rId209" Type="http://schemas.openxmlformats.org/officeDocument/2006/relationships/image" Target="../media/image115.png"/><Relationship Id="rId360" Type="http://schemas.openxmlformats.org/officeDocument/2006/relationships/customXml" Target="../ink/ink181.xml"/><Relationship Id="rId416" Type="http://schemas.openxmlformats.org/officeDocument/2006/relationships/customXml" Target="../ink/ink209.xml"/><Relationship Id="rId220" Type="http://schemas.openxmlformats.org/officeDocument/2006/relationships/customXml" Target="../ink/ink111.xml"/><Relationship Id="rId458" Type="http://schemas.openxmlformats.org/officeDocument/2006/relationships/customXml" Target="../ink/ink230.xml"/><Relationship Id="rId15" Type="http://schemas.openxmlformats.org/officeDocument/2006/relationships/image" Target="../media/image18.png"/><Relationship Id="rId57" Type="http://schemas.openxmlformats.org/officeDocument/2006/relationships/image" Target="../media/image39.png"/><Relationship Id="rId262" Type="http://schemas.openxmlformats.org/officeDocument/2006/relationships/customXml" Target="../ink/ink132.xml"/><Relationship Id="rId318" Type="http://schemas.openxmlformats.org/officeDocument/2006/relationships/customXml" Target="../ink/ink160.xml"/><Relationship Id="rId525" Type="http://schemas.openxmlformats.org/officeDocument/2006/relationships/image" Target="../media/image273.png"/><Relationship Id="rId99" Type="http://schemas.openxmlformats.org/officeDocument/2006/relationships/image" Target="../media/image60.png"/><Relationship Id="rId122" Type="http://schemas.openxmlformats.org/officeDocument/2006/relationships/customXml" Target="../ink/ink62.xml"/><Relationship Id="rId164" Type="http://schemas.openxmlformats.org/officeDocument/2006/relationships/customXml" Target="../ink/ink83.xml"/><Relationship Id="rId371" Type="http://schemas.openxmlformats.org/officeDocument/2006/relationships/image" Target="../media/image196.png"/><Relationship Id="rId427" Type="http://schemas.openxmlformats.org/officeDocument/2006/relationships/image" Target="../media/image224.png"/><Relationship Id="rId469" Type="http://schemas.openxmlformats.org/officeDocument/2006/relationships/image" Target="../media/image245.png"/><Relationship Id="rId26" Type="http://schemas.openxmlformats.org/officeDocument/2006/relationships/customXml" Target="../ink/ink14.xml"/><Relationship Id="rId231" Type="http://schemas.openxmlformats.org/officeDocument/2006/relationships/image" Target="../media/image126.png"/><Relationship Id="rId273" Type="http://schemas.openxmlformats.org/officeDocument/2006/relationships/image" Target="../media/image147.png"/><Relationship Id="rId329" Type="http://schemas.openxmlformats.org/officeDocument/2006/relationships/image" Target="../media/image175.png"/><Relationship Id="rId480" Type="http://schemas.openxmlformats.org/officeDocument/2006/relationships/customXml" Target="../ink/ink241.xml"/><Relationship Id="rId536" Type="http://schemas.openxmlformats.org/officeDocument/2006/relationships/customXml" Target="../ink/ink269.xml"/><Relationship Id="rId68" Type="http://schemas.openxmlformats.org/officeDocument/2006/relationships/customXml" Target="../ink/ink35.xml"/><Relationship Id="rId133" Type="http://schemas.openxmlformats.org/officeDocument/2006/relationships/image" Target="../media/image77.png"/><Relationship Id="rId175" Type="http://schemas.openxmlformats.org/officeDocument/2006/relationships/image" Target="../media/image98.png"/><Relationship Id="rId340" Type="http://schemas.openxmlformats.org/officeDocument/2006/relationships/customXml" Target="../ink/ink171.xml"/><Relationship Id="rId200" Type="http://schemas.openxmlformats.org/officeDocument/2006/relationships/customXml" Target="../ink/ink101.xml"/><Relationship Id="rId382" Type="http://schemas.openxmlformats.org/officeDocument/2006/relationships/customXml" Target="../ink/ink192.xml"/><Relationship Id="rId438" Type="http://schemas.openxmlformats.org/officeDocument/2006/relationships/customXml" Target="../ink/ink220.xml"/><Relationship Id="rId242" Type="http://schemas.openxmlformats.org/officeDocument/2006/relationships/customXml" Target="../ink/ink122.xml"/><Relationship Id="rId284" Type="http://schemas.openxmlformats.org/officeDocument/2006/relationships/customXml" Target="../ink/ink143.xml"/><Relationship Id="rId491" Type="http://schemas.openxmlformats.org/officeDocument/2006/relationships/image" Target="../media/image256.png"/><Relationship Id="rId505" Type="http://schemas.openxmlformats.org/officeDocument/2006/relationships/image" Target="../media/image263.png"/><Relationship Id="rId37" Type="http://schemas.openxmlformats.org/officeDocument/2006/relationships/image" Target="../media/image29.png"/><Relationship Id="rId79" Type="http://schemas.openxmlformats.org/officeDocument/2006/relationships/image" Target="../media/image50.png"/><Relationship Id="rId102" Type="http://schemas.openxmlformats.org/officeDocument/2006/relationships/customXml" Target="../ink/ink52.xml"/><Relationship Id="rId144" Type="http://schemas.openxmlformats.org/officeDocument/2006/relationships/customXml" Target="../ink/ink73.xml"/><Relationship Id="rId547" Type="http://schemas.openxmlformats.org/officeDocument/2006/relationships/image" Target="../media/image284.png"/><Relationship Id="rId90" Type="http://schemas.openxmlformats.org/officeDocument/2006/relationships/customXml" Target="../ink/ink46.xml"/><Relationship Id="rId186" Type="http://schemas.openxmlformats.org/officeDocument/2006/relationships/customXml" Target="../ink/ink94.xml"/><Relationship Id="rId351" Type="http://schemas.openxmlformats.org/officeDocument/2006/relationships/image" Target="../media/image186.png"/><Relationship Id="rId393" Type="http://schemas.openxmlformats.org/officeDocument/2006/relationships/image" Target="../media/image207.png"/><Relationship Id="rId407" Type="http://schemas.openxmlformats.org/officeDocument/2006/relationships/image" Target="../media/image214.png"/><Relationship Id="rId449" Type="http://schemas.openxmlformats.org/officeDocument/2006/relationships/image" Target="../media/image235.png"/><Relationship Id="rId211" Type="http://schemas.openxmlformats.org/officeDocument/2006/relationships/image" Target="../media/image116.png"/><Relationship Id="rId253" Type="http://schemas.openxmlformats.org/officeDocument/2006/relationships/image" Target="../media/image137.png"/><Relationship Id="rId295" Type="http://schemas.openxmlformats.org/officeDocument/2006/relationships/image" Target="../media/image158.png"/><Relationship Id="rId309" Type="http://schemas.openxmlformats.org/officeDocument/2006/relationships/image" Target="../media/image165.png"/><Relationship Id="rId460" Type="http://schemas.openxmlformats.org/officeDocument/2006/relationships/customXml" Target="../ink/ink231.xml"/><Relationship Id="rId516" Type="http://schemas.openxmlformats.org/officeDocument/2006/relationships/customXml" Target="../ink/ink259.xml"/><Relationship Id="rId48" Type="http://schemas.openxmlformats.org/officeDocument/2006/relationships/customXml" Target="../ink/ink25.xml"/><Relationship Id="rId113" Type="http://schemas.openxmlformats.org/officeDocument/2006/relationships/image" Target="../media/image67.png"/><Relationship Id="rId320" Type="http://schemas.openxmlformats.org/officeDocument/2006/relationships/customXml" Target="../ink/ink161.xml"/><Relationship Id="rId155" Type="http://schemas.openxmlformats.org/officeDocument/2006/relationships/image" Target="../media/image88.png"/><Relationship Id="rId197" Type="http://schemas.openxmlformats.org/officeDocument/2006/relationships/image" Target="../media/image109.png"/><Relationship Id="rId362" Type="http://schemas.openxmlformats.org/officeDocument/2006/relationships/customXml" Target="../ink/ink182.xml"/><Relationship Id="rId418" Type="http://schemas.openxmlformats.org/officeDocument/2006/relationships/customXml" Target="../ink/ink210.xml"/><Relationship Id="rId222" Type="http://schemas.openxmlformats.org/officeDocument/2006/relationships/customXml" Target="../ink/ink112.xml"/><Relationship Id="rId264" Type="http://schemas.openxmlformats.org/officeDocument/2006/relationships/customXml" Target="../ink/ink133.xml"/><Relationship Id="rId471" Type="http://schemas.openxmlformats.org/officeDocument/2006/relationships/image" Target="../media/image246.png"/><Relationship Id="rId17" Type="http://schemas.openxmlformats.org/officeDocument/2006/relationships/image" Target="../media/image19.png"/><Relationship Id="rId59" Type="http://schemas.openxmlformats.org/officeDocument/2006/relationships/image" Target="../media/image40.png"/><Relationship Id="rId124" Type="http://schemas.openxmlformats.org/officeDocument/2006/relationships/customXml" Target="../ink/ink63.xml"/><Relationship Id="rId527" Type="http://schemas.openxmlformats.org/officeDocument/2006/relationships/image" Target="../media/image274.png"/><Relationship Id="rId70" Type="http://schemas.openxmlformats.org/officeDocument/2006/relationships/customXml" Target="../ink/ink36.xml"/><Relationship Id="rId166" Type="http://schemas.openxmlformats.org/officeDocument/2006/relationships/customXml" Target="../ink/ink84.xml"/><Relationship Id="rId331" Type="http://schemas.openxmlformats.org/officeDocument/2006/relationships/image" Target="../media/image176.png"/><Relationship Id="rId373" Type="http://schemas.openxmlformats.org/officeDocument/2006/relationships/image" Target="../media/image197.png"/><Relationship Id="rId429" Type="http://schemas.openxmlformats.org/officeDocument/2006/relationships/image" Target="../media/image225.png"/><Relationship Id="rId1" Type="http://schemas.openxmlformats.org/officeDocument/2006/relationships/slideLayout" Target="../slideLayouts/slideLayout2.xml"/><Relationship Id="rId233" Type="http://schemas.openxmlformats.org/officeDocument/2006/relationships/image" Target="../media/image127.png"/><Relationship Id="rId440" Type="http://schemas.openxmlformats.org/officeDocument/2006/relationships/customXml" Target="../ink/ink221.xml"/><Relationship Id="rId28" Type="http://schemas.openxmlformats.org/officeDocument/2006/relationships/customXml" Target="../ink/ink15.xml"/><Relationship Id="rId275" Type="http://schemas.openxmlformats.org/officeDocument/2006/relationships/image" Target="../media/image148.png"/><Relationship Id="rId300" Type="http://schemas.openxmlformats.org/officeDocument/2006/relationships/customXml" Target="../ink/ink151.xml"/><Relationship Id="rId482" Type="http://schemas.openxmlformats.org/officeDocument/2006/relationships/customXml" Target="../ink/ink242.xml"/><Relationship Id="rId538" Type="http://schemas.openxmlformats.org/officeDocument/2006/relationships/customXml" Target="../ink/ink270.xml"/><Relationship Id="rId81" Type="http://schemas.openxmlformats.org/officeDocument/2006/relationships/image" Target="../media/image51.png"/><Relationship Id="rId135" Type="http://schemas.openxmlformats.org/officeDocument/2006/relationships/image" Target="../media/image78.png"/><Relationship Id="rId177" Type="http://schemas.openxmlformats.org/officeDocument/2006/relationships/image" Target="../media/image99.png"/><Relationship Id="rId342" Type="http://schemas.openxmlformats.org/officeDocument/2006/relationships/customXml" Target="../ink/ink172.xml"/><Relationship Id="rId384" Type="http://schemas.openxmlformats.org/officeDocument/2006/relationships/customXml" Target="../ink/ink193.xml"/><Relationship Id="rId202" Type="http://schemas.openxmlformats.org/officeDocument/2006/relationships/customXml" Target="../ink/ink102.xml"/><Relationship Id="rId244" Type="http://schemas.openxmlformats.org/officeDocument/2006/relationships/customXml" Target="../ink/ink123.xml"/><Relationship Id="rId39" Type="http://schemas.openxmlformats.org/officeDocument/2006/relationships/image" Target="../media/image30.png"/><Relationship Id="rId286" Type="http://schemas.openxmlformats.org/officeDocument/2006/relationships/customXml" Target="../ink/ink144.xml"/><Relationship Id="rId451" Type="http://schemas.openxmlformats.org/officeDocument/2006/relationships/image" Target="../media/image236.png"/><Relationship Id="rId493" Type="http://schemas.openxmlformats.org/officeDocument/2006/relationships/image" Target="../media/image257.png"/><Relationship Id="rId507" Type="http://schemas.openxmlformats.org/officeDocument/2006/relationships/image" Target="../media/image264.png"/><Relationship Id="rId549" Type="http://schemas.openxmlformats.org/officeDocument/2006/relationships/image" Target="../media/image285.png"/><Relationship Id="rId50" Type="http://schemas.openxmlformats.org/officeDocument/2006/relationships/customXml" Target="../ink/ink26.xml"/><Relationship Id="rId104" Type="http://schemas.openxmlformats.org/officeDocument/2006/relationships/customXml" Target="../ink/ink53.xml"/><Relationship Id="rId146" Type="http://schemas.openxmlformats.org/officeDocument/2006/relationships/customXml" Target="../ink/ink74.xml"/><Relationship Id="rId188" Type="http://schemas.openxmlformats.org/officeDocument/2006/relationships/customXml" Target="../ink/ink95.xml"/><Relationship Id="rId311" Type="http://schemas.openxmlformats.org/officeDocument/2006/relationships/image" Target="../media/image166.png"/><Relationship Id="rId353" Type="http://schemas.openxmlformats.org/officeDocument/2006/relationships/image" Target="../media/image187.png"/><Relationship Id="rId395" Type="http://schemas.openxmlformats.org/officeDocument/2006/relationships/image" Target="../media/image208.png"/><Relationship Id="rId409" Type="http://schemas.openxmlformats.org/officeDocument/2006/relationships/image" Target="../media/image215.png"/><Relationship Id="rId92" Type="http://schemas.openxmlformats.org/officeDocument/2006/relationships/customXml" Target="../ink/ink47.xml"/><Relationship Id="rId213" Type="http://schemas.openxmlformats.org/officeDocument/2006/relationships/image" Target="../media/image117.png"/><Relationship Id="rId420" Type="http://schemas.openxmlformats.org/officeDocument/2006/relationships/customXml" Target="../ink/ink211.xml"/><Relationship Id="rId255" Type="http://schemas.openxmlformats.org/officeDocument/2006/relationships/image" Target="../media/image138.png"/><Relationship Id="rId297" Type="http://schemas.openxmlformats.org/officeDocument/2006/relationships/image" Target="../media/image159.png"/><Relationship Id="rId462" Type="http://schemas.openxmlformats.org/officeDocument/2006/relationships/customXml" Target="../ink/ink232.xml"/><Relationship Id="rId518" Type="http://schemas.openxmlformats.org/officeDocument/2006/relationships/customXml" Target="../ink/ink260.xml"/><Relationship Id="rId115" Type="http://schemas.openxmlformats.org/officeDocument/2006/relationships/image" Target="../media/image68.png"/><Relationship Id="rId157" Type="http://schemas.openxmlformats.org/officeDocument/2006/relationships/image" Target="../media/image89.png"/><Relationship Id="rId322" Type="http://schemas.openxmlformats.org/officeDocument/2006/relationships/customXml" Target="../ink/ink162.xml"/><Relationship Id="rId364" Type="http://schemas.openxmlformats.org/officeDocument/2006/relationships/customXml" Target="../ink/ink183.xml"/><Relationship Id="rId61" Type="http://schemas.openxmlformats.org/officeDocument/2006/relationships/image" Target="../media/image41.png"/><Relationship Id="rId199" Type="http://schemas.openxmlformats.org/officeDocument/2006/relationships/image" Target="../media/image110.png"/><Relationship Id="rId19" Type="http://schemas.openxmlformats.org/officeDocument/2006/relationships/image" Target="../media/image20.png"/><Relationship Id="rId224" Type="http://schemas.openxmlformats.org/officeDocument/2006/relationships/customXml" Target="../ink/ink113.xml"/><Relationship Id="rId266" Type="http://schemas.openxmlformats.org/officeDocument/2006/relationships/customXml" Target="../ink/ink134.xml"/><Relationship Id="rId431" Type="http://schemas.openxmlformats.org/officeDocument/2006/relationships/image" Target="../media/image226.png"/><Relationship Id="rId473" Type="http://schemas.openxmlformats.org/officeDocument/2006/relationships/image" Target="../media/image247.png"/><Relationship Id="rId529" Type="http://schemas.openxmlformats.org/officeDocument/2006/relationships/image" Target="../media/image275.png"/><Relationship Id="rId30" Type="http://schemas.openxmlformats.org/officeDocument/2006/relationships/customXml" Target="../ink/ink16.xml"/><Relationship Id="rId126" Type="http://schemas.openxmlformats.org/officeDocument/2006/relationships/customXml" Target="../ink/ink64.xml"/><Relationship Id="rId168" Type="http://schemas.openxmlformats.org/officeDocument/2006/relationships/customXml" Target="../ink/ink85.xml"/><Relationship Id="rId333" Type="http://schemas.openxmlformats.org/officeDocument/2006/relationships/image" Target="../media/image177.png"/><Relationship Id="rId540" Type="http://schemas.openxmlformats.org/officeDocument/2006/relationships/customXml" Target="../ink/ink271.xml"/><Relationship Id="rId72" Type="http://schemas.openxmlformats.org/officeDocument/2006/relationships/customXml" Target="../ink/ink37.xml"/><Relationship Id="rId375" Type="http://schemas.openxmlformats.org/officeDocument/2006/relationships/image" Target="../media/image198.png"/><Relationship Id="rId3" Type="http://schemas.openxmlformats.org/officeDocument/2006/relationships/image" Target="../media/image12.png"/><Relationship Id="rId235" Type="http://schemas.openxmlformats.org/officeDocument/2006/relationships/image" Target="../media/image128.png"/><Relationship Id="rId277" Type="http://schemas.openxmlformats.org/officeDocument/2006/relationships/image" Target="../media/image149.png"/><Relationship Id="rId400" Type="http://schemas.openxmlformats.org/officeDocument/2006/relationships/customXml" Target="../ink/ink201.xml"/><Relationship Id="rId442" Type="http://schemas.openxmlformats.org/officeDocument/2006/relationships/customXml" Target="../ink/ink222.xml"/><Relationship Id="rId484" Type="http://schemas.openxmlformats.org/officeDocument/2006/relationships/customXml" Target="../ink/ink243.xml"/><Relationship Id="rId137" Type="http://schemas.openxmlformats.org/officeDocument/2006/relationships/image" Target="../media/image79.png"/><Relationship Id="rId302" Type="http://schemas.openxmlformats.org/officeDocument/2006/relationships/customXml" Target="../ink/ink152.xml"/><Relationship Id="rId344" Type="http://schemas.openxmlformats.org/officeDocument/2006/relationships/customXml" Target="../ink/ink173.xml"/><Relationship Id="rId41" Type="http://schemas.openxmlformats.org/officeDocument/2006/relationships/image" Target="../media/image31.png"/><Relationship Id="rId83" Type="http://schemas.openxmlformats.org/officeDocument/2006/relationships/image" Target="../media/image52.png"/><Relationship Id="rId179" Type="http://schemas.openxmlformats.org/officeDocument/2006/relationships/image" Target="../media/image100.png"/><Relationship Id="rId386" Type="http://schemas.openxmlformats.org/officeDocument/2006/relationships/customXml" Target="../ink/ink194.xml"/><Relationship Id="rId551" Type="http://schemas.openxmlformats.org/officeDocument/2006/relationships/customXml" Target="../ink/ink277.xml"/><Relationship Id="rId190" Type="http://schemas.openxmlformats.org/officeDocument/2006/relationships/customXml" Target="../ink/ink96.xml"/><Relationship Id="rId204" Type="http://schemas.openxmlformats.org/officeDocument/2006/relationships/customXml" Target="../ink/ink103.xml"/><Relationship Id="rId246" Type="http://schemas.openxmlformats.org/officeDocument/2006/relationships/customXml" Target="../ink/ink124.xml"/><Relationship Id="rId288" Type="http://schemas.openxmlformats.org/officeDocument/2006/relationships/customXml" Target="../ink/ink145.xml"/><Relationship Id="rId411" Type="http://schemas.openxmlformats.org/officeDocument/2006/relationships/image" Target="../media/image216.png"/><Relationship Id="rId453" Type="http://schemas.openxmlformats.org/officeDocument/2006/relationships/image" Target="../media/image237.png"/><Relationship Id="rId509" Type="http://schemas.openxmlformats.org/officeDocument/2006/relationships/image" Target="../media/image265.png"/><Relationship Id="rId106" Type="http://schemas.openxmlformats.org/officeDocument/2006/relationships/customXml" Target="../ink/ink54.xml"/><Relationship Id="rId313" Type="http://schemas.openxmlformats.org/officeDocument/2006/relationships/image" Target="../media/image167.png"/><Relationship Id="rId495" Type="http://schemas.openxmlformats.org/officeDocument/2006/relationships/image" Target="../media/image258.png"/><Relationship Id="rId10" Type="http://schemas.openxmlformats.org/officeDocument/2006/relationships/customXml" Target="../ink/ink6.xml"/><Relationship Id="rId52" Type="http://schemas.openxmlformats.org/officeDocument/2006/relationships/customXml" Target="../ink/ink27.xml"/><Relationship Id="rId94" Type="http://schemas.openxmlformats.org/officeDocument/2006/relationships/customXml" Target="../ink/ink48.xml"/><Relationship Id="rId148" Type="http://schemas.openxmlformats.org/officeDocument/2006/relationships/customXml" Target="../ink/ink75.xml"/><Relationship Id="rId355" Type="http://schemas.openxmlformats.org/officeDocument/2006/relationships/image" Target="../media/image188.png"/><Relationship Id="rId397" Type="http://schemas.openxmlformats.org/officeDocument/2006/relationships/image" Target="../media/image209.png"/><Relationship Id="rId520" Type="http://schemas.openxmlformats.org/officeDocument/2006/relationships/customXml" Target="../ink/ink261.xml"/><Relationship Id="rId215" Type="http://schemas.openxmlformats.org/officeDocument/2006/relationships/image" Target="../media/image118.png"/><Relationship Id="rId257" Type="http://schemas.openxmlformats.org/officeDocument/2006/relationships/image" Target="../media/image139.png"/><Relationship Id="rId422" Type="http://schemas.openxmlformats.org/officeDocument/2006/relationships/customXml" Target="../ink/ink212.xml"/><Relationship Id="rId464" Type="http://schemas.openxmlformats.org/officeDocument/2006/relationships/customXml" Target="../ink/ink233.xml"/><Relationship Id="rId299" Type="http://schemas.openxmlformats.org/officeDocument/2006/relationships/image" Target="../media/image160.png"/><Relationship Id="rId63" Type="http://schemas.openxmlformats.org/officeDocument/2006/relationships/image" Target="../media/image42.png"/><Relationship Id="rId159" Type="http://schemas.openxmlformats.org/officeDocument/2006/relationships/image" Target="../media/image90.png"/><Relationship Id="rId366" Type="http://schemas.openxmlformats.org/officeDocument/2006/relationships/customXml" Target="../ink/ink184.xml"/><Relationship Id="rId226" Type="http://schemas.openxmlformats.org/officeDocument/2006/relationships/customXml" Target="../ink/ink114.xml"/><Relationship Id="rId433" Type="http://schemas.openxmlformats.org/officeDocument/2006/relationships/image" Target="../media/image227.png"/><Relationship Id="rId74" Type="http://schemas.openxmlformats.org/officeDocument/2006/relationships/customXml" Target="../ink/ink38.xml"/><Relationship Id="rId377" Type="http://schemas.openxmlformats.org/officeDocument/2006/relationships/image" Target="../media/image199.png"/><Relationship Id="rId500" Type="http://schemas.openxmlformats.org/officeDocument/2006/relationships/customXml" Target="../ink/ink251.xml"/><Relationship Id="rId5" Type="http://schemas.openxmlformats.org/officeDocument/2006/relationships/image" Target="../media/image13.png"/><Relationship Id="rId237" Type="http://schemas.openxmlformats.org/officeDocument/2006/relationships/image" Target="../media/image129.png"/><Relationship Id="rId444" Type="http://schemas.openxmlformats.org/officeDocument/2006/relationships/customXml" Target="../ink/ink223.xml"/><Relationship Id="rId290" Type="http://schemas.openxmlformats.org/officeDocument/2006/relationships/customXml" Target="../ink/ink146.xml"/><Relationship Id="rId304" Type="http://schemas.openxmlformats.org/officeDocument/2006/relationships/customXml" Target="../ink/ink153.xml"/><Relationship Id="rId388" Type="http://schemas.openxmlformats.org/officeDocument/2006/relationships/customXml" Target="../ink/ink195.xml"/><Relationship Id="rId511" Type="http://schemas.openxmlformats.org/officeDocument/2006/relationships/image" Target="../media/image266.png"/><Relationship Id="rId85" Type="http://schemas.openxmlformats.org/officeDocument/2006/relationships/image" Target="../media/image53.png"/><Relationship Id="rId150" Type="http://schemas.openxmlformats.org/officeDocument/2006/relationships/customXml" Target="../ink/ink76.xml"/><Relationship Id="rId248" Type="http://schemas.openxmlformats.org/officeDocument/2006/relationships/customXml" Target="../ink/ink125.xml"/><Relationship Id="rId455" Type="http://schemas.openxmlformats.org/officeDocument/2006/relationships/image" Target="../media/image238.png"/><Relationship Id="rId12" Type="http://schemas.openxmlformats.org/officeDocument/2006/relationships/customXml" Target="../ink/ink7.xml"/><Relationship Id="rId108" Type="http://schemas.openxmlformats.org/officeDocument/2006/relationships/customXml" Target="../ink/ink55.xml"/><Relationship Id="rId315" Type="http://schemas.openxmlformats.org/officeDocument/2006/relationships/image" Target="../media/image168.png"/><Relationship Id="rId522" Type="http://schemas.openxmlformats.org/officeDocument/2006/relationships/customXml" Target="../ink/ink26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88.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289.png"/><Relationship Id="rId4" Type="http://schemas.openxmlformats.org/officeDocument/2006/relationships/hyperlink" Target="http://www.dribbble.com/"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295.jpeg"/><Relationship Id="rId3" Type="http://schemas.openxmlformats.org/officeDocument/2006/relationships/image" Target="../media/image290.jpeg"/><Relationship Id="rId7" Type="http://schemas.openxmlformats.org/officeDocument/2006/relationships/image" Target="../media/image294.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293.tiff"/><Relationship Id="rId5" Type="http://schemas.openxmlformats.org/officeDocument/2006/relationships/image" Target="../media/image292.tiff"/><Relationship Id="rId4" Type="http://schemas.openxmlformats.org/officeDocument/2006/relationships/image" Target="../media/image291.tiff"/><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14</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14</a:t>
            </a:r>
            <a:endParaRPr lang="en-IN" dirty="0">
              <a:solidFill>
                <a:schemeClr val="bg1"/>
              </a:solidFill>
              <a:latin typeface="Cooper Black" panose="0208090404030B020404" pitchFamily="18" charset="0"/>
            </a:endParaRPr>
          </a:p>
        </p:txBody>
      </p:sp>
      <p:sp>
        <p:nvSpPr>
          <p:cNvPr id="5" name="Rectangle: Rounded Corners 4">
            <a:extLst>
              <a:ext uri="{FF2B5EF4-FFF2-40B4-BE49-F238E27FC236}">
                <a16:creationId xmlns:a16="http://schemas.microsoft.com/office/drawing/2014/main" id="{8EE791A1-2958-78B0-ECDD-F89DDE02F4B6}"/>
              </a:ext>
            </a:extLst>
          </p:cNvPr>
          <p:cNvSpPr/>
          <p:nvPr/>
        </p:nvSpPr>
        <p:spPr>
          <a:xfrm>
            <a:off x="3453886" y="131323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5B89E801-E285-EBED-06F5-7E2B1B8E1E7A}"/>
              </a:ext>
            </a:extLst>
          </p:cNvPr>
          <p:cNvSpPr/>
          <p:nvPr/>
        </p:nvSpPr>
        <p:spPr>
          <a:xfrm>
            <a:off x="3453886" y="3068960"/>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ABAB72EB-5FE6-B5CA-C654-D15CE54000E9}"/>
              </a:ext>
            </a:extLst>
          </p:cNvPr>
          <p:cNvSpPr/>
          <p:nvPr/>
        </p:nvSpPr>
        <p:spPr>
          <a:xfrm>
            <a:off x="3453886" y="4824683"/>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1A27EE0E-9853-D0E9-E5A8-87BE731920EA}"/>
              </a:ext>
            </a:extLst>
          </p:cNvPr>
          <p:cNvGrpSpPr/>
          <p:nvPr/>
        </p:nvGrpSpPr>
        <p:grpSpPr>
          <a:xfrm>
            <a:off x="4118571" y="1566251"/>
            <a:ext cx="4359562" cy="922336"/>
            <a:chOff x="1395616" y="871285"/>
            <a:chExt cx="3825734" cy="1064137"/>
          </a:xfrm>
        </p:grpSpPr>
        <p:sp>
          <p:nvSpPr>
            <p:cNvPr id="9" name="TextBox 8">
              <a:extLst>
                <a:ext uri="{FF2B5EF4-FFF2-40B4-BE49-F238E27FC236}">
                  <a16:creationId xmlns:a16="http://schemas.microsoft.com/office/drawing/2014/main" id="{8B429D3B-7C38-B33E-067B-835764291C87}"/>
                </a:ext>
              </a:extLst>
            </p:cNvPr>
            <p:cNvSpPr txBox="1"/>
            <p:nvPr/>
          </p:nvSpPr>
          <p:spPr>
            <a:xfrm>
              <a:off x="2984420" y="1243566"/>
              <a:ext cx="2236930" cy="31958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Test JWT Token</a:t>
              </a:r>
            </a:p>
          </p:txBody>
        </p:sp>
        <p:sp>
          <p:nvSpPr>
            <p:cNvPr id="10" name="TextBox 9">
              <a:extLst>
                <a:ext uri="{FF2B5EF4-FFF2-40B4-BE49-F238E27FC236}">
                  <a16:creationId xmlns:a16="http://schemas.microsoft.com/office/drawing/2014/main" id="{118C39A3-CA2B-146F-D772-D14998B4D672}"/>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 name="Group 10">
            <a:extLst>
              <a:ext uri="{FF2B5EF4-FFF2-40B4-BE49-F238E27FC236}">
                <a16:creationId xmlns:a16="http://schemas.microsoft.com/office/drawing/2014/main" id="{F7773B0C-4C36-F5CF-6049-15A22D3353B9}"/>
              </a:ext>
            </a:extLst>
          </p:cNvPr>
          <p:cNvGrpSpPr/>
          <p:nvPr/>
        </p:nvGrpSpPr>
        <p:grpSpPr>
          <a:xfrm>
            <a:off x="4118571" y="3321970"/>
            <a:ext cx="4431570" cy="922336"/>
            <a:chOff x="1395616" y="871285"/>
            <a:chExt cx="3825734" cy="1064137"/>
          </a:xfrm>
        </p:grpSpPr>
        <p:sp>
          <p:nvSpPr>
            <p:cNvPr id="12" name="TextBox 11">
              <a:extLst>
                <a:ext uri="{FF2B5EF4-FFF2-40B4-BE49-F238E27FC236}">
                  <a16:creationId xmlns:a16="http://schemas.microsoft.com/office/drawing/2014/main" id="{58BB80F5-BF50-C0D2-25DF-59F695C70420}"/>
                </a:ext>
              </a:extLst>
            </p:cNvPr>
            <p:cNvSpPr txBox="1"/>
            <p:nvPr/>
          </p:nvSpPr>
          <p:spPr>
            <a:xfrm>
              <a:off x="2984420" y="1243562"/>
              <a:ext cx="2236930" cy="319585"/>
            </a:xfrm>
            <a:prstGeom prst="rect">
              <a:avLst/>
            </a:prstGeom>
            <a:noFill/>
          </p:spPr>
          <p:txBody>
            <a:bodyPr wrap="square" lIns="0" tIns="0" rIns="0" bIns="0" rtlCol="0" anchor="ctr">
              <a:spAutoFit/>
            </a:bodyPr>
            <a:lstStyle/>
            <a:p>
              <a:r>
                <a:rPr lang="en-US" sz="1800" dirty="0">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Adding App Router</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3" name="TextBox 12">
              <a:extLst>
                <a:ext uri="{FF2B5EF4-FFF2-40B4-BE49-F238E27FC236}">
                  <a16:creationId xmlns:a16="http://schemas.microsoft.com/office/drawing/2014/main" id="{6824D9CE-F522-A342-1387-CC55E9C4494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4" name="Group 13">
            <a:extLst>
              <a:ext uri="{FF2B5EF4-FFF2-40B4-BE49-F238E27FC236}">
                <a16:creationId xmlns:a16="http://schemas.microsoft.com/office/drawing/2014/main" id="{51BD1B35-A18B-68D7-E07B-1A1A9AD2E859}"/>
              </a:ext>
            </a:extLst>
          </p:cNvPr>
          <p:cNvGrpSpPr/>
          <p:nvPr/>
        </p:nvGrpSpPr>
        <p:grpSpPr>
          <a:xfrm>
            <a:off x="4118571" y="5077693"/>
            <a:ext cx="4431570" cy="922336"/>
            <a:chOff x="1395616" y="871285"/>
            <a:chExt cx="4290329" cy="1064137"/>
          </a:xfrm>
        </p:grpSpPr>
        <p:sp>
          <p:nvSpPr>
            <p:cNvPr id="15" name="TextBox 14">
              <a:extLst>
                <a:ext uri="{FF2B5EF4-FFF2-40B4-BE49-F238E27FC236}">
                  <a16:creationId xmlns:a16="http://schemas.microsoft.com/office/drawing/2014/main" id="{2BEC2032-A77D-A0B0-E149-A23467DC1CAA}"/>
                </a:ext>
              </a:extLst>
            </p:cNvPr>
            <p:cNvSpPr txBox="1"/>
            <p:nvPr/>
          </p:nvSpPr>
          <p:spPr>
            <a:xfrm>
              <a:off x="2984420" y="1243560"/>
              <a:ext cx="2701525" cy="319585"/>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Deploy App</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6" name="TextBox 15">
              <a:extLst>
                <a:ext uri="{FF2B5EF4-FFF2-40B4-BE49-F238E27FC236}">
                  <a16:creationId xmlns:a16="http://schemas.microsoft.com/office/drawing/2014/main" id="{C60195D9-2B81-A5CA-17AA-E418FAD1D320}"/>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B15C6-C2BC-F8B3-73CE-FEB48FB667F9}"/>
              </a:ext>
            </a:extLst>
          </p:cNvPr>
          <p:cNvSpPr>
            <a:spLocks noGrp="1"/>
          </p:cNvSpPr>
          <p:nvPr>
            <p:ph type="title"/>
          </p:nvPr>
        </p:nvSpPr>
        <p:spPr/>
        <p:txBody>
          <a:bodyPr/>
          <a:lstStyle/>
          <a:p>
            <a:r>
              <a:rPr lang="en-US" dirty="0"/>
              <a:t>Testing the Microservice from postman</a:t>
            </a:r>
          </a:p>
        </p:txBody>
      </p:sp>
      <p:sp>
        <p:nvSpPr>
          <p:cNvPr id="3" name="TextBox 2">
            <a:extLst>
              <a:ext uri="{FF2B5EF4-FFF2-40B4-BE49-F238E27FC236}">
                <a16:creationId xmlns:a16="http://schemas.microsoft.com/office/drawing/2014/main" id="{B21F1C54-8E03-60C7-9B24-9BC9CF50ED85}"/>
              </a:ext>
            </a:extLst>
          </p:cNvPr>
          <p:cNvSpPr txBox="1"/>
          <p:nvPr/>
        </p:nvSpPr>
        <p:spPr>
          <a:xfrm>
            <a:off x="160139" y="811178"/>
            <a:ext cx="11806237" cy="1630791"/>
          </a:xfrm>
          <a:prstGeom prst="rect">
            <a:avLst/>
          </a:prstGeom>
          <a:noFill/>
        </p:spPr>
        <p:txBody>
          <a:bodyPr wrap="square" rtlCol="0">
            <a:spAutoFit/>
          </a:bodyPr>
          <a:lstStyle/>
          <a:p>
            <a:pPr marL="457063" indent="-457063">
              <a:buFontTx/>
              <a:buAutoNum type="arabicPeriod"/>
              <a:defRPr/>
            </a:pPr>
            <a:r>
              <a:rPr lang="en-US" sz="1999" kern="0" dirty="0">
                <a:solidFill>
                  <a:prstClr val="white"/>
                </a:solidFill>
                <a:latin typeface="Segoe UI"/>
              </a:rPr>
              <a:t>After the deployment, we open the postman tool and try to access resource with URL /vendor </a:t>
            </a:r>
            <a:r>
              <a:rPr lang="en-US" sz="1999" kern="0" dirty="0" err="1">
                <a:solidFill>
                  <a:prstClr val="white"/>
                </a:solidFill>
                <a:latin typeface="Segoe UI"/>
              </a:rPr>
              <a:t>url</a:t>
            </a:r>
            <a:r>
              <a:rPr lang="en-US" sz="1999" kern="0" dirty="0">
                <a:solidFill>
                  <a:prstClr val="white"/>
                </a:solidFill>
                <a:latin typeface="Segoe UI"/>
              </a:rPr>
              <a:t>, it gives unauthenticated.</a:t>
            </a:r>
          </a:p>
          <a:p>
            <a:pPr marL="457063" indent="-457063">
              <a:buFontTx/>
              <a:buAutoNum type="arabicPeriod"/>
              <a:defRPr/>
            </a:pPr>
            <a:r>
              <a:rPr lang="en-US" sz="1999" kern="0" dirty="0">
                <a:solidFill>
                  <a:prstClr val="white"/>
                </a:solidFill>
                <a:latin typeface="Segoe UI"/>
              </a:rPr>
              <a:t>We need to obtain access token so we went to authorization table and added the OAuth2.0 option and provided</a:t>
            </a:r>
          </a:p>
          <a:p>
            <a:pPr>
              <a:defRPr/>
            </a:pPr>
            <a:endParaRPr lang="en-IN" sz="1999" kern="0" dirty="0">
              <a:solidFill>
                <a:prstClr val="white"/>
              </a:solidFill>
              <a:latin typeface="Segoe UI"/>
            </a:endParaRPr>
          </a:p>
        </p:txBody>
      </p:sp>
      <p:graphicFrame>
        <p:nvGraphicFramePr>
          <p:cNvPr id="4" name="Table 2">
            <a:extLst>
              <a:ext uri="{FF2B5EF4-FFF2-40B4-BE49-F238E27FC236}">
                <a16:creationId xmlns:a16="http://schemas.microsoft.com/office/drawing/2014/main" id="{A1C8B054-AC28-43FF-46FA-F411BBD3FD51}"/>
              </a:ext>
            </a:extLst>
          </p:cNvPr>
          <p:cNvGraphicFramePr>
            <a:graphicFrameLocks noGrp="1"/>
          </p:cNvGraphicFramePr>
          <p:nvPr/>
        </p:nvGraphicFramePr>
        <p:xfrm>
          <a:off x="180860" y="2236348"/>
          <a:ext cx="11644514" cy="2965944"/>
        </p:xfrm>
        <a:graphic>
          <a:graphicData uri="http://schemas.openxmlformats.org/drawingml/2006/table">
            <a:tbl>
              <a:tblPr firstRow="1" bandRow="1"/>
              <a:tblGrid>
                <a:gridCol w="3290785">
                  <a:extLst>
                    <a:ext uri="{9D8B030D-6E8A-4147-A177-3AD203B41FA5}">
                      <a16:colId xmlns:a16="http://schemas.microsoft.com/office/drawing/2014/main" val="686647361"/>
                    </a:ext>
                  </a:extLst>
                </a:gridCol>
                <a:gridCol w="8353729">
                  <a:extLst>
                    <a:ext uri="{9D8B030D-6E8A-4147-A177-3AD203B41FA5}">
                      <a16:colId xmlns:a16="http://schemas.microsoft.com/office/drawing/2014/main" val="2464886500"/>
                    </a:ext>
                  </a:extLst>
                </a:gridCol>
              </a:tblGrid>
              <a:tr h="370743">
                <a:tc>
                  <a:txBody>
                    <a:bodyPr/>
                    <a:lstStyle>
                      <a:lvl1pPr marL="0" algn="l" defTabSz="1218987" rtl="0" eaLnBrk="1" latinLnBrk="0" hangingPunct="1">
                        <a:defRPr sz="2400" b="1" kern="1200">
                          <a:solidFill>
                            <a:schemeClr val="lt1"/>
                          </a:solidFill>
                          <a:latin typeface="Segoe UI"/>
                        </a:defRPr>
                      </a:lvl1pPr>
                      <a:lvl2pPr marL="609493" algn="l" defTabSz="1218987" rtl="0" eaLnBrk="1" latinLnBrk="0" hangingPunct="1">
                        <a:defRPr sz="2400" b="1" kern="1200">
                          <a:solidFill>
                            <a:schemeClr val="lt1"/>
                          </a:solidFill>
                          <a:latin typeface="Segoe UI"/>
                        </a:defRPr>
                      </a:lvl2pPr>
                      <a:lvl3pPr marL="1218987" algn="l" defTabSz="1218987" rtl="0" eaLnBrk="1" latinLnBrk="0" hangingPunct="1">
                        <a:defRPr sz="2400" b="1" kern="1200">
                          <a:solidFill>
                            <a:schemeClr val="lt1"/>
                          </a:solidFill>
                          <a:latin typeface="Segoe UI"/>
                        </a:defRPr>
                      </a:lvl3pPr>
                      <a:lvl4pPr marL="1828480" algn="l" defTabSz="1218987" rtl="0" eaLnBrk="1" latinLnBrk="0" hangingPunct="1">
                        <a:defRPr sz="2400" b="1" kern="1200">
                          <a:solidFill>
                            <a:schemeClr val="lt1"/>
                          </a:solidFill>
                          <a:latin typeface="Segoe UI"/>
                        </a:defRPr>
                      </a:lvl4pPr>
                      <a:lvl5pPr marL="2437973" algn="l" defTabSz="1218987" rtl="0" eaLnBrk="1" latinLnBrk="0" hangingPunct="1">
                        <a:defRPr sz="2400" b="1" kern="1200">
                          <a:solidFill>
                            <a:schemeClr val="lt1"/>
                          </a:solidFill>
                          <a:latin typeface="Segoe UI"/>
                        </a:defRPr>
                      </a:lvl5pPr>
                      <a:lvl6pPr marL="3047467" algn="l" defTabSz="1218987" rtl="0" eaLnBrk="1" latinLnBrk="0" hangingPunct="1">
                        <a:defRPr sz="2400" b="1" kern="1200">
                          <a:solidFill>
                            <a:schemeClr val="lt1"/>
                          </a:solidFill>
                          <a:latin typeface="Segoe UI"/>
                        </a:defRPr>
                      </a:lvl6pPr>
                      <a:lvl7pPr marL="3656960" algn="l" defTabSz="1218987" rtl="0" eaLnBrk="1" latinLnBrk="0" hangingPunct="1">
                        <a:defRPr sz="2400" b="1" kern="1200">
                          <a:solidFill>
                            <a:schemeClr val="lt1"/>
                          </a:solidFill>
                          <a:latin typeface="Segoe UI"/>
                        </a:defRPr>
                      </a:lvl7pPr>
                      <a:lvl8pPr marL="4266453" algn="l" defTabSz="1218987" rtl="0" eaLnBrk="1" latinLnBrk="0" hangingPunct="1">
                        <a:defRPr sz="2400" b="1" kern="1200">
                          <a:solidFill>
                            <a:schemeClr val="lt1"/>
                          </a:solidFill>
                          <a:latin typeface="Segoe UI"/>
                        </a:defRPr>
                      </a:lvl8pPr>
                      <a:lvl9pPr marL="4875947" algn="l" defTabSz="1218987" rtl="0" eaLnBrk="1" latinLnBrk="0" hangingPunct="1">
                        <a:defRPr sz="2400" b="1" kern="1200">
                          <a:solidFill>
                            <a:schemeClr val="lt1"/>
                          </a:solidFill>
                          <a:latin typeface="Segoe UI"/>
                        </a:defRPr>
                      </a:lvl9pPr>
                    </a:lstStyle>
                    <a:p>
                      <a:r>
                        <a:rPr lang="en-US" sz="1600" dirty="0"/>
                        <a:t>Properties</a:t>
                      </a:r>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02B50"/>
                    </a:solidFill>
                  </a:tcPr>
                </a:tc>
                <a:tc>
                  <a:txBody>
                    <a:bodyPr/>
                    <a:lstStyle>
                      <a:lvl1pPr marL="0" algn="l" defTabSz="1218987" rtl="0" eaLnBrk="1" latinLnBrk="0" hangingPunct="1">
                        <a:defRPr sz="2400" b="1" kern="1200">
                          <a:solidFill>
                            <a:schemeClr val="lt1"/>
                          </a:solidFill>
                          <a:latin typeface="Segoe UI"/>
                        </a:defRPr>
                      </a:lvl1pPr>
                      <a:lvl2pPr marL="609493" algn="l" defTabSz="1218987" rtl="0" eaLnBrk="1" latinLnBrk="0" hangingPunct="1">
                        <a:defRPr sz="2400" b="1" kern="1200">
                          <a:solidFill>
                            <a:schemeClr val="lt1"/>
                          </a:solidFill>
                          <a:latin typeface="Segoe UI"/>
                        </a:defRPr>
                      </a:lvl2pPr>
                      <a:lvl3pPr marL="1218987" algn="l" defTabSz="1218987" rtl="0" eaLnBrk="1" latinLnBrk="0" hangingPunct="1">
                        <a:defRPr sz="2400" b="1" kern="1200">
                          <a:solidFill>
                            <a:schemeClr val="lt1"/>
                          </a:solidFill>
                          <a:latin typeface="Segoe UI"/>
                        </a:defRPr>
                      </a:lvl3pPr>
                      <a:lvl4pPr marL="1828480" algn="l" defTabSz="1218987" rtl="0" eaLnBrk="1" latinLnBrk="0" hangingPunct="1">
                        <a:defRPr sz="2400" b="1" kern="1200">
                          <a:solidFill>
                            <a:schemeClr val="lt1"/>
                          </a:solidFill>
                          <a:latin typeface="Segoe UI"/>
                        </a:defRPr>
                      </a:lvl4pPr>
                      <a:lvl5pPr marL="2437973" algn="l" defTabSz="1218987" rtl="0" eaLnBrk="1" latinLnBrk="0" hangingPunct="1">
                        <a:defRPr sz="2400" b="1" kern="1200">
                          <a:solidFill>
                            <a:schemeClr val="lt1"/>
                          </a:solidFill>
                          <a:latin typeface="Segoe UI"/>
                        </a:defRPr>
                      </a:lvl5pPr>
                      <a:lvl6pPr marL="3047467" algn="l" defTabSz="1218987" rtl="0" eaLnBrk="1" latinLnBrk="0" hangingPunct="1">
                        <a:defRPr sz="2400" b="1" kern="1200">
                          <a:solidFill>
                            <a:schemeClr val="lt1"/>
                          </a:solidFill>
                          <a:latin typeface="Segoe UI"/>
                        </a:defRPr>
                      </a:lvl6pPr>
                      <a:lvl7pPr marL="3656960" algn="l" defTabSz="1218987" rtl="0" eaLnBrk="1" latinLnBrk="0" hangingPunct="1">
                        <a:defRPr sz="2400" b="1" kern="1200">
                          <a:solidFill>
                            <a:schemeClr val="lt1"/>
                          </a:solidFill>
                          <a:latin typeface="Segoe UI"/>
                        </a:defRPr>
                      </a:lvl7pPr>
                      <a:lvl8pPr marL="4266453" algn="l" defTabSz="1218987" rtl="0" eaLnBrk="1" latinLnBrk="0" hangingPunct="1">
                        <a:defRPr sz="2400" b="1" kern="1200">
                          <a:solidFill>
                            <a:schemeClr val="lt1"/>
                          </a:solidFill>
                          <a:latin typeface="Segoe UI"/>
                        </a:defRPr>
                      </a:lvl8pPr>
                      <a:lvl9pPr marL="4875947" algn="l" defTabSz="1218987" rtl="0" eaLnBrk="1" latinLnBrk="0" hangingPunct="1">
                        <a:defRPr sz="2400" b="1" kern="1200">
                          <a:solidFill>
                            <a:schemeClr val="lt1"/>
                          </a:solidFill>
                          <a:latin typeface="Segoe UI"/>
                        </a:defRPr>
                      </a:lvl9pPr>
                    </a:lstStyle>
                    <a:p>
                      <a:r>
                        <a:rPr lang="en-US" sz="1600" dirty="0"/>
                        <a:t>Value</a:t>
                      </a:r>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02B50"/>
                    </a:solidFill>
                  </a:tcPr>
                </a:tc>
                <a:extLst>
                  <a:ext uri="{0D108BD9-81ED-4DB2-BD59-A6C34878D82A}">
                    <a16:rowId xmlns:a16="http://schemas.microsoft.com/office/drawing/2014/main" val="1022972069"/>
                  </a:ext>
                </a:extLst>
              </a:tr>
              <a:tr h="370743">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Token Name</a:t>
                      </a:r>
                    </a:p>
                  </a:txBody>
                  <a:tcPr marL="91416" marR="91416" marT="45708" marB="45708">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40000"/>
                      </a:srgbClr>
                    </a:solidFill>
                  </a:tcPr>
                </a:tc>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b="0" i="0" kern="1200" dirty="0" err="1">
                          <a:solidFill>
                            <a:schemeClr val="dk1"/>
                          </a:solidFill>
                          <a:effectLst/>
                          <a:latin typeface="+mn-lt"/>
                          <a:ea typeface="+mn-ea"/>
                          <a:cs typeface="+mn-cs"/>
                        </a:rPr>
                        <a:t>BTPJWTToken</a:t>
                      </a:r>
                      <a:endParaRPr lang="en-US" sz="1600" dirty="0"/>
                    </a:p>
                  </a:txBody>
                  <a:tcPr marL="91416" marR="91416" marT="45708" marB="45708">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40000"/>
                      </a:srgbClr>
                    </a:solidFill>
                  </a:tcPr>
                </a:tc>
                <a:extLst>
                  <a:ext uri="{0D108BD9-81ED-4DB2-BD59-A6C34878D82A}">
                    <a16:rowId xmlns:a16="http://schemas.microsoft.com/office/drawing/2014/main" val="1261289465"/>
                  </a:ext>
                </a:extLst>
              </a:tr>
              <a:tr h="370743">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Grant Type</a:t>
                      </a:r>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20000"/>
                      </a:srgbClr>
                    </a:solidFill>
                  </a:tcPr>
                </a:tc>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Password credentials</a:t>
                      </a:r>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20000"/>
                      </a:srgbClr>
                    </a:solidFill>
                  </a:tcPr>
                </a:tc>
                <a:extLst>
                  <a:ext uri="{0D108BD9-81ED-4DB2-BD59-A6C34878D82A}">
                    <a16:rowId xmlns:a16="http://schemas.microsoft.com/office/drawing/2014/main" val="3393752812"/>
                  </a:ext>
                </a:extLst>
              </a:tr>
              <a:tr h="370743">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Access Token URL</a:t>
                      </a:r>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40000"/>
                      </a:srgbClr>
                    </a:solidFill>
                  </a:tcPr>
                </a:tc>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Service key of </a:t>
                      </a:r>
                      <a:r>
                        <a:rPr lang="en-US" sz="1600" dirty="0" err="1"/>
                        <a:t>xsuaa</a:t>
                      </a:r>
                      <a:r>
                        <a:rPr lang="en-US" sz="1600" dirty="0"/>
                        <a:t> – </a:t>
                      </a:r>
                      <a:r>
                        <a:rPr lang="en-US" sz="1600" dirty="0" err="1"/>
                        <a:t>url</a:t>
                      </a:r>
                      <a:r>
                        <a:rPr lang="en-US" sz="1600" dirty="0"/>
                        <a:t>, append </a:t>
                      </a:r>
                      <a:r>
                        <a:rPr lang="en-US" sz="1600" b="1" i="0" kern="1200" dirty="0">
                          <a:solidFill>
                            <a:schemeClr val="dk1"/>
                          </a:solidFill>
                          <a:effectLst/>
                          <a:latin typeface="+mn-lt"/>
                          <a:ea typeface="+mn-ea"/>
                          <a:cs typeface="+mn-cs"/>
                        </a:rPr>
                        <a:t>/</a:t>
                      </a:r>
                      <a:r>
                        <a:rPr lang="en-US" sz="1600" b="1" i="0" kern="1200" dirty="0" err="1">
                          <a:solidFill>
                            <a:schemeClr val="dk1"/>
                          </a:solidFill>
                          <a:effectLst/>
                          <a:latin typeface="+mn-lt"/>
                          <a:ea typeface="+mn-ea"/>
                          <a:cs typeface="+mn-cs"/>
                        </a:rPr>
                        <a:t>oauth</a:t>
                      </a:r>
                      <a:r>
                        <a:rPr lang="en-US" sz="1600" b="1" i="0" kern="1200" dirty="0">
                          <a:solidFill>
                            <a:schemeClr val="dk1"/>
                          </a:solidFill>
                          <a:effectLst/>
                          <a:latin typeface="+mn-lt"/>
                          <a:ea typeface="+mn-ea"/>
                          <a:cs typeface="+mn-cs"/>
                        </a:rPr>
                        <a:t>/token</a:t>
                      </a:r>
                      <a:endParaRPr lang="en-US" sz="1600" b="1" dirty="0"/>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40000"/>
                      </a:srgbClr>
                    </a:solidFill>
                  </a:tcPr>
                </a:tc>
                <a:extLst>
                  <a:ext uri="{0D108BD9-81ED-4DB2-BD59-A6C34878D82A}">
                    <a16:rowId xmlns:a16="http://schemas.microsoft.com/office/drawing/2014/main" val="2283187099"/>
                  </a:ext>
                </a:extLst>
              </a:tr>
              <a:tr h="370743">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Client Id</a:t>
                      </a:r>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20000"/>
                      </a:srgbClr>
                    </a:solidFill>
                  </a:tcPr>
                </a:tc>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Service key – </a:t>
                      </a:r>
                      <a:r>
                        <a:rPr lang="en-US" sz="1600" dirty="0" err="1"/>
                        <a:t>client_id</a:t>
                      </a:r>
                      <a:endParaRPr lang="en-US" sz="1600" dirty="0"/>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20000"/>
                      </a:srgbClr>
                    </a:solidFill>
                  </a:tcPr>
                </a:tc>
                <a:extLst>
                  <a:ext uri="{0D108BD9-81ED-4DB2-BD59-A6C34878D82A}">
                    <a16:rowId xmlns:a16="http://schemas.microsoft.com/office/drawing/2014/main" val="1626269835"/>
                  </a:ext>
                </a:extLst>
              </a:tr>
              <a:tr h="370743">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Client Secret</a:t>
                      </a:r>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40000"/>
                      </a:srgbClr>
                    </a:solidFill>
                  </a:tcPr>
                </a:tc>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Service key – </a:t>
                      </a:r>
                      <a:r>
                        <a:rPr lang="en-US" sz="1600" dirty="0" err="1"/>
                        <a:t>client_secret</a:t>
                      </a:r>
                      <a:endParaRPr lang="en-US" sz="1600" dirty="0"/>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40000"/>
                      </a:srgbClr>
                    </a:solidFill>
                  </a:tcPr>
                </a:tc>
                <a:extLst>
                  <a:ext uri="{0D108BD9-81ED-4DB2-BD59-A6C34878D82A}">
                    <a16:rowId xmlns:a16="http://schemas.microsoft.com/office/drawing/2014/main" val="1640203588"/>
                  </a:ext>
                </a:extLst>
              </a:tr>
              <a:tr h="370743">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Username</a:t>
                      </a:r>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20000"/>
                      </a:srgbClr>
                    </a:solidFill>
                  </a:tcPr>
                </a:tc>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Our BTP account user id</a:t>
                      </a:r>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20000"/>
                      </a:srgbClr>
                    </a:solidFill>
                  </a:tcPr>
                </a:tc>
                <a:extLst>
                  <a:ext uri="{0D108BD9-81ED-4DB2-BD59-A6C34878D82A}">
                    <a16:rowId xmlns:a16="http://schemas.microsoft.com/office/drawing/2014/main" val="865788176"/>
                  </a:ext>
                </a:extLst>
              </a:tr>
              <a:tr h="370743">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Password</a:t>
                      </a:r>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40000"/>
                      </a:srgbClr>
                    </a:solidFill>
                  </a:tcPr>
                </a:tc>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Our BTP account password</a:t>
                      </a:r>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40000"/>
                      </a:srgbClr>
                    </a:solidFill>
                  </a:tcPr>
                </a:tc>
                <a:extLst>
                  <a:ext uri="{0D108BD9-81ED-4DB2-BD59-A6C34878D82A}">
                    <a16:rowId xmlns:a16="http://schemas.microsoft.com/office/drawing/2014/main" val="3205658408"/>
                  </a:ext>
                </a:extLst>
              </a:tr>
            </a:tbl>
          </a:graphicData>
        </a:graphic>
      </p:graphicFrame>
      <p:sp>
        <p:nvSpPr>
          <p:cNvPr id="5" name="TextBox 4">
            <a:extLst>
              <a:ext uri="{FF2B5EF4-FFF2-40B4-BE49-F238E27FC236}">
                <a16:creationId xmlns:a16="http://schemas.microsoft.com/office/drawing/2014/main" id="{DFB5595D-B4F0-BA65-4DAB-48724BA32027}"/>
              </a:ext>
            </a:extLst>
          </p:cNvPr>
          <p:cNvSpPr txBox="1"/>
          <p:nvPr/>
        </p:nvSpPr>
        <p:spPr>
          <a:xfrm>
            <a:off x="160139" y="5234036"/>
            <a:ext cx="11922315" cy="1569251"/>
          </a:xfrm>
          <a:prstGeom prst="rect">
            <a:avLst/>
          </a:prstGeom>
          <a:noFill/>
        </p:spPr>
        <p:txBody>
          <a:bodyPr wrap="square">
            <a:spAutoFit/>
          </a:bodyPr>
          <a:lstStyle/>
          <a:p>
            <a:pPr>
              <a:defRPr/>
            </a:pPr>
            <a:r>
              <a:rPr lang="en-US" sz="1600" kern="0" dirty="0">
                <a:solidFill>
                  <a:prstClr val="white"/>
                </a:solidFill>
                <a:latin typeface="Segoe UI"/>
              </a:rPr>
              <a:t>3. Call get token and choose use token button once token was fetched.</a:t>
            </a:r>
          </a:p>
          <a:p>
            <a:pPr>
              <a:defRPr/>
            </a:pPr>
            <a:r>
              <a:rPr lang="en-US" sz="1600" kern="0" dirty="0">
                <a:solidFill>
                  <a:prstClr val="white"/>
                </a:solidFill>
                <a:latin typeface="Segoe UI"/>
              </a:rPr>
              <a:t>4. Again make get request for /vendor, and we should get response.</a:t>
            </a:r>
          </a:p>
          <a:p>
            <a:pPr>
              <a:defRPr/>
            </a:pPr>
            <a:r>
              <a:rPr lang="en-US" sz="1600" kern="0" dirty="0">
                <a:solidFill>
                  <a:prstClr val="white"/>
                </a:solidFill>
                <a:latin typeface="Segoe UI"/>
              </a:rPr>
              <a:t>5. If we try </a:t>
            </a:r>
            <a:r>
              <a:rPr lang="en-US" sz="1600" kern="0">
                <a:solidFill>
                  <a:prstClr val="white"/>
                </a:solidFill>
                <a:latin typeface="Segoe UI"/>
              </a:rPr>
              <a:t>/vendor/, </a:t>
            </a:r>
            <a:r>
              <a:rPr lang="en-US" sz="1600" kern="0" dirty="0">
                <a:solidFill>
                  <a:prstClr val="white"/>
                </a:solidFill>
                <a:latin typeface="Segoe UI"/>
              </a:rPr>
              <a:t>it will not work because, we are looking for Role. </a:t>
            </a:r>
          </a:p>
          <a:p>
            <a:pPr>
              <a:defRPr/>
            </a:pPr>
            <a:r>
              <a:rPr lang="en-US" sz="1600" kern="0" dirty="0">
                <a:solidFill>
                  <a:prstClr val="white"/>
                </a:solidFill>
                <a:latin typeface="Segoe UI"/>
              </a:rPr>
              <a:t>6. Went to BTP subaccount and created a Role collection, added the role template and assign same to our user</a:t>
            </a:r>
          </a:p>
          <a:p>
            <a:pPr>
              <a:defRPr/>
            </a:pPr>
            <a:r>
              <a:rPr lang="en-US" sz="1600" kern="0" dirty="0">
                <a:solidFill>
                  <a:prstClr val="white"/>
                </a:solidFill>
                <a:latin typeface="Segoe UI"/>
              </a:rPr>
              <a:t>7. Again get the token and try to access end point for OData, this time it works.</a:t>
            </a:r>
          </a:p>
          <a:p>
            <a:pPr>
              <a:defRPr/>
            </a:pPr>
            <a:endParaRPr lang="en-IN" sz="1600" kern="0" dirty="0">
              <a:solidFill>
                <a:prstClr val="white"/>
              </a:solidFill>
              <a:latin typeface="Segoe UI"/>
            </a:endParaRPr>
          </a:p>
        </p:txBody>
      </p:sp>
    </p:spTree>
    <p:extLst>
      <p:ext uri="{BB962C8B-B14F-4D97-AF65-F5344CB8AC3E}">
        <p14:creationId xmlns:p14="http://schemas.microsoft.com/office/powerpoint/2010/main" val="1733546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Challenges in Current Approach</a:t>
            </a:r>
          </a:p>
        </p:txBody>
      </p:sp>
      <p:sp>
        <p:nvSpPr>
          <p:cNvPr id="3" name="TextBox 2">
            <a:extLst>
              <a:ext uri="{FF2B5EF4-FFF2-40B4-BE49-F238E27FC236}">
                <a16:creationId xmlns:a16="http://schemas.microsoft.com/office/drawing/2014/main" id="{FC796D8E-6200-6FFF-317A-54B3F37144BC}"/>
              </a:ext>
            </a:extLst>
          </p:cNvPr>
          <p:cNvSpPr txBox="1"/>
          <p:nvPr/>
        </p:nvSpPr>
        <p:spPr>
          <a:xfrm>
            <a:off x="191294" y="837387"/>
            <a:ext cx="11806237" cy="3416320"/>
          </a:xfrm>
          <a:prstGeom prst="rect">
            <a:avLst/>
          </a:prstGeom>
          <a:noFill/>
        </p:spPr>
        <p:txBody>
          <a:bodyPr wrap="square" rtlCol="0">
            <a:spAutoFit/>
          </a:bodyPr>
          <a:lstStyle/>
          <a:p>
            <a:pPr marL="342797" indent="-342797">
              <a:buFontTx/>
              <a:buChar char="-"/>
              <a:defRPr/>
            </a:pPr>
            <a:r>
              <a:rPr lang="en-US" sz="1800" kern="0" dirty="0">
                <a:solidFill>
                  <a:prstClr val="white"/>
                </a:solidFill>
                <a:latin typeface="Segoe UI"/>
              </a:rPr>
              <a:t>Did you notice, that we need to first pass lots of technical details from service key</a:t>
            </a:r>
          </a:p>
          <a:p>
            <a:pPr marL="342797" indent="-342797">
              <a:buFontTx/>
              <a:buChar char="-"/>
              <a:defRPr/>
            </a:pPr>
            <a:r>
              <a:rPr lang="en-IN" sz="1800" kern="0" dirty="0">
                <a:solidFill>
                  <a:prstClr val="white"/>
                </a:solidFill>
                <a:latin typeface="Segoe UI"/>
              </a:rPr>
              <a:t>Pass all the info in correct manner to postman to obtain token</a:t>
            </a:r>
          </a:p>
          <a:p>
            <a:pPr marL="342797" indent="-342797">
              <a:buFontTx/>
              <a:buChar char="-"/>
              <a:defRPr/>
            </a:pPr>
            <a:r>
              <a:rPr lang="en-IN" sz="1800" kern="0" dirty="0">
                <a:solidFill>
                  <a:prstClr val="white"/>
                </a:solidFill>
                <a:latin typeface="Segoe UI"/>
              </a:rPr>
              <a:t>Once the token expired, we need to reobtain again and again</a:t>
            </a:r>
          </a:p>
          <a:p>
            <a:pPr marL="342797" indent="-342797">
              <a:buFontTx/>
              <a:buChar char="-"/>
              <a:defRPr/>
            </a:pPr>
            <a:r>
              <a:rPr lang="en-IN" sz="1800" kern="0" dirty="0">
                <a:solidFill>
                  <a:prstClr val="white"/>
                </a:solidFill>
                <a:latin typeface="Segoe UI"/>
              </a:rPr>
              <a:t>Our </a:t>
            </a:r>
            <a:r>
              <a:rPr lang="en-IN" sz="1800" b="1" kern="0" dirty="0">
                <a:solidFill>
                  <a:prstClr val="white"/>
                </a:solidFill>
                <a:latin typeface="Segoe UI"/>
              </a:rPr>
              <a:t>end user </a:t>
            </a:r>
            <a:r>
              <a:rPr lang="en-IN" sz="1800" kern="0" dirty="0">
                <a:solidFill>
                  <a:prstClr val="white"/>
                </a:solidFill>
                <a:latin typeface="Segoe UI"/>
              </a:rPr>
              <a:t>do not know all this. Automate the XSUAA JWT token processing.</a:t>
            </a:r>
          </a:p>
          <a:p>
            <a:pPr marL="342797" indent="-342797">
              <a:buFontTx/>
              <a:buChar char="-"/>
              <a:defRPr/>
            </a:pPr>
            <a:r>
              <a:rPr lang="en-IN" sz="1800" kern="0" dirty="0">
                <a:solidFill>
                  <a:prstClr val="white"/>
                </a:solidFill>
                <a:latin typeface="Segoe UI"/>
              </a:rPr>
              <a:t>In our app, we will have multiple microservices, like java, sap ui5, node app, </a:t>
            </a:r>
            <a:r>
              <a:rPr lang="en-IN" sz="1800" kern="0" dirty="0" err="1">
                <a:solidFill>
                  <a:prstClr val="white"/>
                </a:solidFill>
                <a:latin typeface="Segoe UI"/>
              </a:rPr>
              <a:t>xsuaa</a:t>
            </a:r>
            <a:r>
              <a:rPr lang="en-IN" sz="1800" kern="0" dirty="0">
                <a:solidFill>
                  <a:prstClr val="white"/>
                </a:solidFill>
                <a:latin typeface="Segoe UI"/>
              </a:rPr>
              <a:t>…</a:t>
            </a:r>
          </a:p>
          <a:p>
            <a:pPr marL="342797" indent="-342797">
              <a:buFontTx/>
              <a:buChar char="-"/>
              <a:defRPr/>
            </a:pPr>
            <a:r>
              <a:rPr lang="en-IN" sz="1800" kern="0" dirty="0">
                <a:solidFill>
                  <a:prstClr val="white"/>
                </a:solidFill>
                <a:latin typeface="Segoe UI"/>
              </a:rPr>
              <a:t>Each service produce one end point e.g. /vendors, /index.html, /customers, they all logically belongs to same app. Will you give 3 </a:t>
            </a:r>
            <a:r>
              <a:rPr lang="en-IN" sz="1800" kern="0" dirty="0" err="1">
                <a:solidFill>
                  <a:prstClr val="white"/>
                </a:solidFill>
                <a:latin typeface="Segoe UI"/>
              </a:rPr>
              <a:t>url</a:t>
            </a:r>
            <a:r>
              <a:rPr lang="en-IN" sz="1800" kern="0" dirty="0">
                <a:solidFill>
                  <a:prstClr val="white"/>
                </a:solidFill>
                <a:latin typeface="Segoe UI"/>
              </a:rPr>
              <a:t> to our user to access these apps?</a:t>
            </a:r>
          </a:p>
          <a:p>
            <a:pPr marL="342797" indent="-342797">
              <a:buFontTx/>
              <a:buChar char="-"/>
              <a:defRPr/>
            </a:pPr>
            <a:r>
              <a:rPr lang="en-IN" sz="1800" kern="0" dirty="0">
                <a:solidFill>
                  <a:prstClr val="white"/>
                </a:solidFill>
                <a:latin typeface="Segoe UI"/>
              </a:rPr>
              <a:t>These microservices also needs to communicate with each other. Provided we give a single end point to access our entire app to end user.</a:t>
            </a:r>
          </a:p>
          <a:p>
            <a:pPr marL="342797" indent="-342797">
              <a:buFontTx/>
              <a:buChar char="-"/>
              <a:defRPr/>
            </a:pPr>
            <a:r>
              <a:rPr lang="en-IN" sz="1800" kern="0" dirty="0">
                <a:solidFill>
                  <a:prstClr val="white"/>
                </a:solidFill>
                <a:latin typeface="Segoe UI"/>
              </a:rPr>
              <a:t>We want to complete redirect mechanism to let user go to login screen, authenticate on IDP and exchange of all the tokens should be seamless behind the scenes.</a:t>
            </a:r>
          </a:p>
          <a:p>
            <a:pPr marL="342797" indent="-342797">
              <a:buFontTx/>
              <a:buChar char="-"/>
              <a:defRPr/>
            </a:pPr>
            <a:r>
              <a:rPr lang="en-IN" sz="1800" kern="0" dirty="0">
                <a:solidFill>
                  <a:prstClr val="white"/>
                </a:solidFill>
                <a:latin typeface="Segoe UI"/>
              </a:rPr>
              <a:t>We need a </a:t>
            </a:r>
            <a:r>
              <a:rPr lang="en-IN" sz="1800" b="1" kern="0" dirty="0">
                <a:solidFill>
                  <a:prstClr val="white"/>
                </a:solidFill>
                <a:latin typeface="Segoe UI"/>
              </a:rPr>
              <a:t>single entry </a:t>
            </a:r>
            <a:r>
              <a:rPr lang="en-IN" sz="1800" kern="0" dirty="0">
                <a:solidFill>
                  <a:prstClr val="white"/>
                </a:solidFill>
                <a:latin typeface="Segoe UI"/>
              </a:rPr>
              <a:t>point for entire app, </a:t>
            </a:r>
            <a:r>
              <a:rPr lang="en-IN" sz="1800" kern="0" dirty="0" err="1">
                <a:solidFill>
                  <a:prstClr val="white"/>
                </a:solidFill>
                <a:latin typeface="Segoe UI"/>
              </a:rPr>
              <a:t>forwardAuth</a:t>
            </a:r>
            <a:r>
              <a:rPr lang="en-IN" sz="1800" kern="0" dirty="0">
                <a:solidFill>
                  <a:prstClr val="white"/>
                </a:solidFill>
                <a:latin typeface="Segoe UI"/>
              </a:rPr>
              <a:t> tokens should be done automatic.</a:t>
            </a:r>
          </a:p>
        </p:txBody>
      </p:sp>
      <p:sp>
        <p:nvSpPr>
          <p:cNvPr id="4" name="Rectangle 3">
            <a:extLst>
              <a:ext uri="{FF2B5EF4-FFF2-40B4-BE49-F238E27FC236}">
                <a16:creationId xmlns:a16="http://schemas.microsoft.com/office/drawing/2014/main" id="{150E049D-A442-373C-AC02-8012B77C7E77}"/>
              </a:ext>
            </a:extLst>
          </p:cNvPr>
          <p:cNvSpPr/>
          <p:nvPr/>
        </p:nvSpPr>
        <p:spPr>
          <a:xfrm>
            <a:off x="3070864" y="4569660"/>
            <a:ext cx="5327204" cy="863871"/>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1600" kern="0" dirty="0">
                <a:solidFill>
                  <a:prstClr val="white"/>
                </a:solidFill>
                <a:latin typeface="Segoe UI"/>
              </a:rPr>
              <a:t>Application router</a:t>
            </a:r>
          </a:p>
          <a:p>
            <a:pPr algn="ctr">
              <a:defRPr/>
            </a:pPr>
            <a:r>
              <a:rPr lang="en-US" sz="1600" kern="0" dirty="0">
                <a:solidFill>
                  <a:prstClr val="white"/>
                </a:solidFill>
                <a:latin typeface="Segoe UI"/>
              </a:rPr>
              <a:t>(Provide single entry point, exchange auth token,</a:t>
            </a:r>
          </a:p>
          <a:p>
            <a:pPr algn="ctr">
              <a:defRPr/>
            </a:pPr>
            <a:r>
              <a:rPr lang="en-US" sz="1600" kern="0" dirty="0">
                <a:solidFill>
                  <a:prstClr val="white"/>
                </a:solidFill>
                <a:latin typeface="Segoe UI"/>
              </a:rPr>
              <a:t>Communicate between microservices, like a facade)</a:t>
            </a:r>
          </a:p>
        </p:txBody>
      </p:sp>
      <p:sp>
        <p:nvSpPr>
          <p:cNvPr id="5" name="Smiley Face 4">
            <a:extLst>
              <a:ext uri="{FF2B5EF4-FFF2-40B4-BE49-F238E27FC236}">
                <a16:creationId xmlns:a16="http://schemas.microsoft.com/office/drawing/2014/main" id="{ED52A723-E120-C2D3-AF27-A7F5275D1592}"/>
              </a:ext>
            </a:extLst>
          </p:cNvPr>
          <p:cNvSpPr/>
          <p:nvPr/>
        </p:nvSpPr>
        <p:spPr>
          <a:xfrm>
            <a:off x="551240" y="4569660"/>
            <a:ext cx="575914" cy="503925"/>
          </a:xfrm>
          <a:prstGeom prst="smileyFace">
            <a:avLst/>
          </a:prstGeom>
          <a:solidFill>
            <a:srgbClr val="38C6C6"/>
          </a:solidFill>
          <a:ln w="38100" cap="flat" cmpd="sng" algn="ctr">
            <a:solidFill>
              <a:sysClr val="window" lastClr="FFFFFF"/>
            </a:solidFill>
            <a:prstDash val="solid"/>
          </a:ln>
          <a:effectLst>
            <a:outerShdw blurRad="40000" dist="20000" dir="5400000" rotWithShape="0">
              <a:srgbClr val="000000">
                <a:alpha val="38000"/>
              </a:srgbClr>
            </a:outerShdw>
          </a:effectLst>
        </p:spPr>
        <p:txBody>
          <a:bodyPr rtlCol="0" anchor="ctr"/>
          <a:lstStyle/>
          <a:p>
            <a:pPr algn="ctr">
              <a:defRPr/>
            </a:pPr>
            <a:endParaRPr lang="en-US" sz="2399" kern="0" dirty="0">
              <a:solidFill>
                <a:prstClr val="white"/>
              </a:solidFill>
              <a:latin typeface="Segoe UI"/>
            </a:endParaRPr>
          </a:p>
        </p:txBody>
      </p:sp>
      <p:cxnSp>
        <p:nvCxnSpPr>
          <p:cNvPr id="6" name="Connector: Elbow 5">
            <a:extLst>
              <a:ext uri="{FF2B5EF4-FFF2-40B4-BE49-F238E27FC236}">
                <a16:creationId xmlns:a16="http://schemas.microsoft.com/office/drawing/2014/main" id="{4D211C58-732F-B6F2-EA91-BBD27364F9F8}"/>
              </a:ext>
            </a:extLst>
          </p:cNvPr>
          <p:cNvCxnSpPr>
            <a:stCxn id="5" idx="6"/>
            <a:endCxn id="4" idx="1"/>
          </p:cNvCxnSpPr>
          <p:nvPr/>
        </p:nvCxnSpPr>
        <p:spPr>
          <a:xfrm>
            <a:off x="1127154" y="4821622"/>
            <a:ext cx="1943710" cy="179973"/>
          </a:xfrm>
          <a:prstGeom prst="bentConnector3">
            <a:avLst/>
          </a:prstGeom>
          <a:noFill/>
          <a:ln w="9525" cap="flat" cmpd="sng" algn="ctr">
            <a:solidFill>
              <a:schemeClr val="bg1"/>
            </a:solidFill>
            <a:prstDash val="solid"/>
            <a:tailEnd type="triangle"/>
          </a:ln>
          <a:effectLst/>
        </p:spPr>
      </p:cxnSp>
      <p:sp>
        <p:nvSpPr>
          <p:cNvPr id="7" name="TextBox 6">
            <a:extLst>
              <a:ext uri="{FF2B5EF4-FFF2-40B4-BE49-F238E27FC236}">
                <a16:creationId xmlns:a16="http://schemas.microsoft.com/office/drawing/2014/main" id="{B508CAFA-0D77-5FB6-FFEA-74B15D948AC0}"/>
              </a:ext>
            </a:extLst>
          </p:cNvPr>
          <p:cNvSpPr txBox="1"/>
          <p:nvPr/>
        </p:nvSpPr>
        <p:spPr>
          <a:xfrm>
            <a:off x="1551735" y="4506861"/>
            <a:ext cx="1176870" cy="461417"/>
          </a:xfrm>
          <a:prstGeom prst="rect">
            <a:avLst/>
          </a:prstGeom>
          <a:noFill/>
        </p:spPr>
        <p:txBody>
          <a:bodyPr wrap="square" rtlCol="0">
            <a:spAutoFit/>
          </a:bodyPr>
          <a:lstStyle/>
          <a:p>
            <a:pPr>
              <a:defRPr/>
            </a:pPr>
            <a:r>
              <a:rPr lang="en-US" sz="2399" b="1" kern="0" dirty="0" err="1">
                <a:solidFill>
                  <a:prstClr val="white"/>
                </a:solidFill>
                <a:latin typeface="Segoe UI"/>
              </a:rPr>
              <a:t>url</a:t>
            </a:r>
            <a:endParaRPr lang="en-US" sz="2399" b="1" kern="0" dirty="0">
              <a:solidFill>
                <a:prstClr val="white"/>
              </a:solidFill>
              <a:latin typeface="Segoe UI"/>
            </a:endParaRPr>
          </a:p>
        </p:txBody>
      </p:sp>
      <p:sp>
        <p:nvSpPr>
          <p:cNvPr id="8" name="Rectangle 7">
            <a:extLst>
              <a:ext uri="{FF2B5EF4-FFF2-40B4-BE49-F238E27FC236}">
                <a16:creationId xmlns:a16="http://schemas.microsoft.com/office/drawing/2014/main" id="{7A027F3B-16BC-4EBD-1929-1FB9B9D8263A}"/>
              </a:ext>
            </a:extLst>
          </p:cNvPr>
          <p:cNvSpPr/>
          <p:nvPr/>
        </p:nvSpPr>
        <p:spPr>
          <a:xfrm>
            <a:off x="3070863" y="5865466"/>
            <a:ext cx="1655753" cy="647903"/>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000" kern="0" dirty="0">
                <a:solidFill>
                  <a:prstClr val="white"/>
                </a:solidFill>
                <a:latin typeface="Segoe UI"/>
              </a:rPr>
              <a:t>Java</a:t>
            </a:r>
          </a:p>
          <a:p>
            <a:pPr algn="ctr">
              <a:defRPr/>
            </a:pPr>
            <a:r>
              <a:rPr lang="en-US" sz="1800" kern="0" dirty="0">
                <a:solidFill>
                  <a:prstClr val="white"/>
                </a:solidFill>
                <a:latin typeface="Segoe UI"/>
              </a:rPr>
              <a:t>/</a:t>
            </a:r>
            <a:r>
              <a:rPr lang="en-US" sz="1800" kern="0" dirty="0" err="1">
                <a:solidFill>
                  <a:prstClr val="white"/>
                </a:solidFill>
                <a:latin typeface="Segoe UI"/>
              </a:rPr>
              <a:t>Anubhav.svc</a:t>
            </a:r>
            <a:endParaRPr lang="en-US" sz="1800" kern="0" dirty="0">
              <a:solidFill>
                <a:prstClr val="white"/>
              </a:solidFill>
              <a:latin typeface="Segoe UI"/>
            </a:endParaRPr>
          </a:p>
        </p:txBody>
      </p:sp>
      <p:sp>
        <p:nvSpPr>
          <p:cNvPr id="9" name="Rectangle 8">
            <a:extLst>
              <a:ext uri="{FF2B5EF4-FFF2-40B4-BE49-F238E27FC236}">
                <a16:creationId xmlns:a16="http://schemas.microsoft.com/office/drawing/2014/main" id="{BE7A687B-65C1-D483-3BDB-F2A80C69C337}"/>
              </a:ext>
            </a:extLst>
          </p:cNvPr>
          <p:cNvSpPr/>
          <p:nvPr/>
        </p:nvSpPr>
        <p:spPr>
          <a:xfrm>
            <a:off x="4918521" y="5877301"/>
            <a:ext cx="1655753" cy="647903"/>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000" kern="0" dirty="0">
                <a:solidFill>
                  <a:prstClr val="white"/>
                </a:solidFill>
                <a:latin typeface="Segoe UI"/>
              </a:rPr>
              <a:t>UI5 App</a:t>
            </a:r>
          </a:p>
          <a:p>
            <a:pPr algn="ctr">
              <a:defRPr/>
            </a:pPr>
            <a:r>
              <a:rPr lang="en-US" sz="2000" kern="0" dirty="0">
                <a:solidFill>
                  <a:prstClr val="white"/>
                </a:solidFill>
                <a:latin typeface="Segoe UI"/>
              </a:rPr>
              <a:t>/index.html</a:t>
            </a:r>
          </a:p>
        </p:txBody>
      </p:sp>
      <p:sp>
        <p:nvSpPr>
          <p:cNvPr id="10" name="Rectangle 9">
            <a:extLst>
              <a:ext uri="{FF2B5EF4-FFF2-40B4-BE49-F238E27FC236}">
                <a16:creationId xmlns:a16="http://schemas.microsoft.com/office/drawing/2014/main" id="{7735C6B4-D300-0754-D47C-612609044B7E}"/>
              </a:ext>
            </a:extLst>
          </p:cNvPr>
          <p:cNvSpPr/>
          <p:nvPr/>
        </p:nvSpPr>
        <p:spPr>
          <a:xfrm>
            <a:off x="6766179" y="5882708"/>
            <a:ext cx="1655753" cy="647903"/>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000" kern="0" dirty="0">
                <a:solidFill>
                  <a:prstClr val="white"/>
                </a:solidFill>
                <a:latin typeface="Segoe UI"/>
              </a:rPr>
              <a:t>Node</a:t>
            </a:r>
          </a:p>
          <a:p>
            <a:pPr algn="ctr">
              <a:defRPr/>
            </a:pPr>
            <a:r>
              <a:rPr lang="en-US" sz="2000" kern="0" dirty="0">
                <a:solidFill>
                  <a:prstClr val="white"/>
                </a:solidFill>
                <a:latin typeface="Segoe UI"/>
              </a:rPr>
              <a:t>/customer</a:t>
            </a:r>
          </a:p>
        </p:txBody>
      </p:sp>
      <p:sp>
        <p:nvSpPr>
          <p:cNvPr id="11" name="Arrow: U-Turn 10">
            <a:extLst>
              <a:ext uri="{FF2B5EF4-FFF2-40B4-BE49-F238E27FC236}">
                <a16:creationId xmlns:a16="http://schemas.microsoft.com/office/drawing/2014/main" id="{E4B8BD5C-48FD-A35A-0B18-BD7062293ABD}"/>
              </a:ext>
            </a:extLst>
          </p:cNvPr>
          <p:cNvSpPr/>
          <p:nvPr/>
        </p:nvSpPr>
        <p:spPr>
          <a:xfrm>
            <a:off x="4357055" y="5454742"/>
            <a:ext cx="1403790" cy="431935"/>
          </a:xfrm>
          <a:prstGeom prst="uturnArrow">
            <a:avLst/>
          </a:prstGeom>
          <a:solidFill>
            <a:srgbClr val="E1E7F2">
              <a:lumMod val="90000"/>
            </a:srgbClr>
          </a:solidFill>
          <a:ln w="25400" cap="flat" cmpd="sng" algn="ctr">
            <a:solidFill>
              <a:srgbClr val="202B50">
                <a:shade val="50000"/>
              </a:srgbClr>
            </a:solidFill>
            <a:prstDash val="solid"/>
          </a:ln>
          <a:effectLst/>
        </p:spPr>
        <p:txBody>
          <a:bodyPr rtlCol="0" anchor="ctr"/>
          <a:lstStyle/>
          <a:p>
            <a:pPr algn="ctr">
              <a:defRPr/>
            </a:pPr>
            <a:endParaRPr lang="en-US" sz="2000" kern="0">
              <a:solidFill>
                <a:prstClr val="black"/>
              </a:solidFill>
              <a:latin typeface="Segoe UI"/>
            </a:endParaRPr>
          </a:p>
        </p:txBody>
      </p:sp>
      <p:sp>
        <p:nvSpPr>
          <p:cNvPr id="12" name="Arrow: U-Turn 11">
            <a:extLst>
              <a:ext uri="{FF2B5EF4-FFF2-40B4-BE49-F238E27FC236}">
                <a16:creationId xmlns:a16="http://schemas.microsoft.com/office/drawing/2014/main" id="{EF56615D-E0AA-8001-F926-EFE113DA1DC8}"/>
              </a:ext>
            </a:extLst>
          </p:cNvPr>
          <p:cNvSpPr/>
          <p:nvPr/>
        </p:nvSpPr>
        <p:spPr>
          <a:xfrm>
            <a:off x="6394452" y="5458737"/>
            <a:ext cx="1403790" cy="431935"/>
          </a:xfrm>
          <a:prstGeom prst="uturnArrow">
            <a:avLst/>
          </a:prstGeom>
          <a:solidFill>
            <a:srgbClr val="E1E7F2">
              <a:lumMod val="90000"/>
            </a:srgbClr>
          </a:solidFill>
          <a:ln w="25400" cap="flat" cmpd="sng" algn="ctr">
            <a:solidFill>
              <a:srgbClr val="202B50">
                <a:shade val="50000"/>
              </a:srgbClr>
            </a:solidFill>
            <a:prstDash val="solid"/>
          </a:ln>
          <a:effectLst/>
        </p:spPr>
        <p:txBody>
          <a:bodyPr rtlCol="0" anchor="ctr"/>
          <a:lstStyle/>
          <a:p>
            <a:pPr algn="ctr">
              <a:defRPr/>
            </a:pPr>
            <a:endParaRPr lang="en-US" sz="2000" kern="0">
              <a:solidFill>
                <a:prstClr val="black"/>
              </a:solidFill>
              <a:latin typeface="Segoe UI"/>
            </a:endParaRPr>
          </a:p>
        </p:txBody>
      </p:sp>
      <p:sp>
        <p:nvSpPr>
          <p:cNvPr id="13" name="Arrow: U-Turn 12">
            <a:extLst>
              <a:ext uri="{FF2B5EF4-FFF2-40B4-BE49-F238E27FC236}">
                <a16:creationId xmlns:a16="http://schemas.microsoft.com/office/drawing/2014/main" id="{1BB3AC61-254F-0D4F-D268-3CE08494DF47}"/>
              </a:ext>
            </a:extLst>
          </p:cNvPr>
          <p:cNvSpPr/>
          <p:nvPr/>
        </p:nvSpPr>
        <p:spPr>
          <a:xfrm flipH="1">
            <a:off x="3403197" y="5470725"/>
            <a:ext cx="1655753" cy="431935"/>
          </a:xfrm>
          <a:prstGeom prst="uturnArrow">
            <a:avLst/>
          </a:prstGeom>
          <a:solidFill>
            <a:srgbClr val="E1E7F2">
              <a:lumMod val="90000"/>
            </a:srgbClr>
          </a:solidFill>
          <a:ln w="25400" cap="flat" cmpd="sng" algn="ctr">
            <a:solidFill>
              <a:srgbClr val="202B50">
                <a:shade val="50000"/>
              </a:srgbClr>
            </a:solidFill>
            <a:prstDash val="solid"/>
          </a:ln>
          <a:effectLst/>
        </p:spPr>
        <p:txBody>
          <a:bodyPr rtlCol="0" anchor="ctr"/>
          <a:lstStyle/>
          <a:p>
            <a:pPr algn="ctr">
              <a:defRPr/>
            </a:pPr>
            <a:endParaRPr lang="en-US" sz="2000" kern="0">
              <a:solidFill>
                <a:prstClr val="black"/>
              </a:solidFill>
              <a:latin typeface="Segoe UI"/>
            </a:endParaRPr>
          </a:p>
        </p:txBody>
      </p:sp>
      <p:sp>
        <p:nvSpPr>
          <p:cNvPr id="14" name="Arrow: U-Turn 13">
            <a:extLst>
              <a:ext uri="{FF2B5EF4-FFF2-40B4-BE49-F238E27FC236}">
                <a16:creationId xmlns:a16="http://schemas.microsoft.com/office/drawing/2014/main" id="{0A3C6A81-904C-67EA-C3E0-196F54E4957F}"/>
              </a:ext>
            </a:extLst>
          </p:cNvPr>
          <p:cNvSpPr/>
          <p:nvPr/>
        </p:nvSpPr>
        <p:spPr>
          <a:xfrm flipH="1">
            <a:off x="5205592" y="5495173"/>
            <a:ext cx="2132065" cy="431935"/>
          </a:xfrm>
          <a:prstGeom prst="uturnArrow">
            <a:avLst/>
          </a:prstGeom>
          <a:solidFill>
            <a:srgbClr val="E1E7F2">
              <a:lumMod val="90000"/>
            </a:srgbClr>
          </a:solidFill>
          <a:ln w="25400" cap="flat" cmpd="sng" algn="ctr">
            <a:solidFill>
              <a:srgbClr val="202B50">
                <a:shade val="50000"/>
              </a:srgbClr>
            </a:solidFill>
            <a:prstDash val="solid"/>
          </a:ln>
          <a:effectLst/>
        </p:spPr>
        <p:txBody>
          <a:bodyPr rtlCol="0" anchor="ctr"/>
          <a:lstStyle/>
          <a:p>
            <a:pPr algn="ctr">
              <a:defRPr/>
            </a:pPr>
            <a:endParaRPr lang="en-US" sz="2000" kern="0">
              <a:solidFill>
                <a:prstClr val="black"/>
              </a:solidFill>
              <a:latin typeface="Segoe UI"/>
            </a:endParaRPr>
          </a:p>
        </p:txBody>
      </p:sp>
      <p:sp>
        <p:nvSpPr>
          <p:cNvPr id="15" name="Rectangle 14">
            <a:extLst>
              <a:ext uri="{FF2B5EF4-FFF2-40B4-BE49-F238E27FC236}">
                <a16:creationId xmlns:a16="http://schemas.microsoft.com/office/drawing/2014/main" id="{A4F8EA13-DC47-5B7A-30A8-1765E352D908}"/>
              </a:ext>
            </a:extLst>
          </p:cNvPr>
          <p:cNvSpPr/>
          <p:nvPr/>
        </p:nvSpPr>
        <p:spPr>
          <a:xfrm>
            <a:off x="9909842" y="4876096"/>
            <a:ext cx="1727742" cy="594629"/>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399" kern="0" dirty="0" err="1">
                <a:solidFill>
                  <a:prstClr val="white"/>
                </a:solidFill>
                <a:latin typeface="Segoe UI"/>
              </a:rPr>
              <a:t>xsuaa</a:t>
            </a:r>
            <a:endParaRPr lang="en-US" sz="2399" kern="0" dirty="0">
              <a:solidFill>
                <a:prstClr val="white"/>
              </a:solidFill>
              <a:latin typeface="Segoe UI"/>
            </a:endParaRPr>
          </a:p>
        </p:txBody>
      </p:sp>
      <p:cxnSp>
        <p:nvCxnSpPr>
          <p:cNvPr id="16" name="Straight Arrow Connector 15">
            <a:extLst>
              <a:ext uri="{FF2B5EF4-FFF2-40B4-BE49-F238E27FC236}">
                <a16:creationId xmlns:a16="http://schemas.microsoft.com/office/drawing/2014/main" id="{60134498-0A01-D1F1-3812-5EB05D8E51B8}"/>
              </a:ext>
            </a:extLst>
          </p:cNvPr>
          <p:cNvCxnSpPr>
            <a:stCxn id="4" idx="3"/>
          </p:cNvCxnSpPr>
          <p:nvPr/>
        </p:nvCxnSpPr>
        <p:spPr>
          <a:xfrm>
            <a:off x="8398068" y="5001595"/>
            <a:ext cx="1511774" cy="0"/>
          </a:xfrm>
          <a:prstGeom prst="straightConnector1">
            <a:avLst/>
          </a:prstGeom>
          <a:noFill/>
          <a:ln w="9525" cap="flat" cmpd="sng" algn="ctr">
            <a:solidFill>
              <a:schemeClr val="bg1"/>
            </a:solidFill>
            <a:prstDash val="solid"/>
            <a:tailEnd type="triangle"/>
          </a:ln>
          <a:effectLst/>
        </p:spPr>
      </p:cxnSp>
      <p:cxnSp>
        <p:nvCxnSpPr>
          <p:cNvPr id="17" name="Straight Arrow Connector 16">
            <a:extLst>
              <a:ext uri="{FF2B5EF4-FFF2-40B4-BE49-F238E27FC236}">
                <a16:creationId xmlns:a16="http://schemas.microsoft.com/office/drawing/2014/main" id="{468F7DE8-70C0-0093-4FE0-0EB19E88027A}"/>
              </a:ext>
            </a:extLst>
          </p:cNvPr>
          <p:cNvCxnSpPr>
            <a:cxnSpLocks/>
            <a:stCxn id="15" idx="1"/>
          </p:cNvCxnSpPr>
          <p:nvPr/>
        </p:nvCxnSpPr>
        <p:spPr>
          <a:xfrm flipH="1">
            <a:off x="8421932" y="5173411"/>
            <a:ext cx="1487910" cy="0"/>
          </a:xfrm>
          <a:prstGeom prst="straightConnector1">
            <a:avLst/>
          </a:prstGeom>
          <a:noFill/>
          <a:ln w="9525" cap="flat" cmpd="sng" algn="ctr">
            <a:solidFill>
              <a:schemeClr val="bg1"/>
            </a:solidFill>
            <a:prstDash val="solid"/>
            <a:tailEnd type="triangle"/>
          </a:ln>
          <a:effectLst/>
        </p:spPr>
      </p:cxnSp>
    </p:spTree>
    <p:extLst>
      <p:ext uri="{BB962C8B-B14F-4D97-AF65-F5344CB8AC3E}">
        <p14:creationId xmlns:p14="http://schemas.microsoft.com/office/powerpoint/2010/main" val="563102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6" presetClass="entr" presetSubtype="16" fill="hold" grpId="0" nodeType="clickEffect">
                                  <p:stCondLst>
                                    <p:cond delay="0"/>
                                  </p:stCondLst>
                                  <p:childTnLst>
                                    <p:set>
                                      <p:cBhvr>
                                        <p:cTn id="69" dur="1" fill="hold">
                                          <p:stCondLst>
                                            <p:cond delay="0"/>
                                          </p:stCondLst>
                                        </p:cTn>
                                        <p:tgtEl>
                                          <p:spTgt spid="4"/>
                                        </p:tgtEl>
                                        <p:attrNameLst>
                                          <p:attrName>style.visibility</p:attrName>
                                        </p:attrNameLst>
                                      </p:cBhvr>
                                      <p:to>
                                        <p:strVal val="visible"/>
                                      </p:to>
                                    </p:set>
                                    <p:animEffect transition="in" filter="circle(in)">
                                      <p:cBhvr>
                                        <p:cTn id="70" dur="2000"/>
                                        <p:tgtEl>
                                          <p:spTgt spid="4"/>
                                        </p:tgtEl>
                                      </p:cBhvr>
                                    </p:animEffect>
                                  </p:childTnLst>
                                </p:cTn>
                              </p:par>
                              <p:par>
                                <p:cTn id="71" presetID="6" presetClass="entr" presetSubtype="16" fill="hold" grpId="0" nodeType="withEffect">
                                  <p:stCondLst>
                                    <p:cond delay="0"/>
                                  </p:stCondLst>
                                  <p:childTnLst>
                                    <p:set>
                                      <p:cBhvr>
                                        <p:cTn id="72" dur="1" fill="hold">
                                          <p:stCondLst>
                                            <p:cond delay="0"/>
                                          </p:stCondLst>
                                        </p:cTn>
                                        <p:tgtEl>
                                          <p:spTgt spid="5"/>
                                        </p:tgtEl>
                                        <p:attrNameLst>
                                          <p:attrName>style.visibility</p:attrName>
                                        </p:attrNameLst>
                                      </p:cBhvr>
                                      <p:to>
                                        <p:strVal val="visible"/>
                                      </p:to>
                                    </p:set>
                                    <p:animEffect transition="in" filter="circle(in)">
                                      <p:cBhvr>
                                        <p:cTn id="73" dur="2000"/>
                                        <p:tgtEl>
                                          <p:spTgt spid="5"/>
                                        </p:tgtEl>
                                      </p:cBhvr>
                                    </p:animEffect>
                                  </p:childTnLst>
                                </p:cTn>
                              </p:par>
                              <p:par>
                                <p:cTn id="74" presetID="6" presetClass="entr" presetSubtype="16" fill="hold" nodeType="withEffect">
                                  <p:stCondLst>
                                    <p:cond delay="0"/>
                                  </p:stCondLst>
                                  <p:childTnLst>
                                    <p:set>
                                      <p:cBhvr>
                                        <p:cTn id="75" dur="1" fill="hold">
                                          <p:stCondLst>
                                            <p:cond delay="0"/>
                                          </p:stCondLst>
                                        </p:cTn>
                                        <p:tgtEl>
                                          <p:spTgt spid="6"/>
                                        </p:tgtEl>
                                        <p:attrNameLst>
                                          <p:attrName>style.visibility</p:attrName>
                                        </p:attrNameLst>
                                      </p:cBhvr>
                                      <p:to>
                                        <p:strVal val="visible"/>
                                      </p:to>
                                    </p:set>
                                    <p:animEffect transition="in" filter="circle(in)">
                                      <p:cBhvr>
                                        <p:cTn id="76" dur="2000"/>
                                        <p:tgtEl>
                                          <p:spTgt spid="6"/>
                                        </p:tgtEl>
                                      </p:cBhvr>
                                    </p:animEffect>
                                  </p:childTnLst>
                                </p:cTn>
                              </p:par>
                              <p:par>
                                <p:cTn id="77" presetID="6" presetClass="entr" presetSubtype="16" fill="hold" grpId="0" nodeType="withEffect">
                                  <p:stCondLst>
                                    <p:cond delay="0"/>
                                  </p:stCondLst>
                                  <p:childTnLst>
                                    <p:set>
                                      <p:cBhvr>
                                        <p:cTn id="78" dur="1" fill="hold">
                                          <p:stCondLst>
                                            <p:cond delay="0"/>
                                          </p:stCondLst>
                                        </p:cTn>
                                        <p:tgtEl>
                                          <p:spTgt spid="7"/>
                                        </p:tgtEl>
                                        <p:attrNameLst>
                                          <p:attrName>style.visibility</p:attrName>
                                        </p:attrNameLst>
                                      </p:cBhvr>
                                      <p:to>
                                        <p:strVal val="visible"/>
                                      </p:to>
                                    </p:set>
                                    <p:animEffect transition="in" filter="circle(in)">
                                      <p:cBhvr>
                                        <p:cTn id="79" dur="2000"/>
                                        <p:tgtEl>
                                          <p:spTgt spid="7"/>
                                        </p:tgtEl>
                                      </p:cBhvr>
                                    </p:animEffect>
                                  </p:childTnLst>
                                </p:cTn>
                              </p:par>
                              <p:par>
                                <p:cTn id="80" presetID="6" presetClass="entr" presetSubtype="16" fill="hold" grpId="0" nodeType="withEffect">
                                  <p:stCondLst>
                                    <p:cond delay="0"/>
                                  </p:stCondLst>
                                  <p:childTnLst>
                                    <p:set>
                                      <p:cBhvr>
                                        <p:cTn id="81" dur="1" fill="hold">
                                          <p:stCondLst>
                                            <p:cond delay="0"/>
                                          </p:stCondLst>
                                        </p:cTn>
                                        <p:tgtEl>
                                          <p:spTgt spid="8"/>
                                        </p:tgtEl>
                                        <p:attrNameLst>
                                          <p:attrName>style.visibility</p:attrName>
                                        </p:attrNameLst>
                                      </p:cBhvr>
                                      <p:to>
                                        <p:strVal val="visible"/>
                                      </p:to>
                                    </p:set>
                                    <p:animEffect transition="in" filter="circle(in)">
                                      <p:cBhvr>
                                        <p:cTn id="82" dur="2000"/>
                                        <p:tgtEl>
                                          <p:spTgt spid="8"/>
                                        </p:tgtEl>
                                      </p:cBhvr>
                                    </p:animEffect>
                                  </p:childTnLst>
                                </p:cTn>
                              </p:par>
                              <p:par>
                                <p:cTn id="83" presetID="6" presetClass="entr" presetSubtype="16" fill="hold" grpId="0" nodeType="withEffect">
                                  <p:stCondLst>
                                    <p:cond delay="0"/>
                                  </p:stCondLst>
                                  <p:childTnLst>
                                    <p:set>
                                      <p:cBhvr>
                                        <p:cTn id="84" dur="1" fill="hold">
                                          <p:stCondLst>
                                            <p:cond delay="0"/>
                                          </p:stCondLst>
                                        </p:cTn>
                                        <p:tgtEl>
                                          <p:spTgt spid="9"/>
                                        </p:tgtEl>
                                        <p:attrNameLst>
                                          <p:attrName>style.visibility</p:attrName>
                                        </p:attrNameLst>
                                      </p:cBhvr>
                                      <p:to>
                                        <p:strVal val="visible"/>
                                      </p:to>
                                    </p:set>
                                    <p:animEffect transition="in" filter="circle(in)">
                                      <p:cBhvr>
                                        <p:cTn id="85" dur="2000"/>
                                        <p:tgtEl>
                                          <p:spTgt spid="9"/>
                                        </p:tgtEl>
                                      </p:cBhvr>
                                    </p:animEffect>
                                  </p:childTnLst>
                                </p:cTn>
                              </p:par>
                              <p:par>
                                <p:cTn id="86" presetID="6" presetClass="entr" presetSubtype="16" fill="hold" grpId="0" nodeType="withEffect">
                                  <p:stCondLst>
                                    <p:cond delay="0"/>
                                  </p:stCondLst>
                                  <p:childTnLst>
                                    <p:set>
                                      <p:cBhvr>
                                        <p:cTn id="87" dur="1" fill="hold">
                                          <p:stCondLst>
                                            <p:cond delay="0"/>
                                          </p:stCondLst>
                                        </p:cTn>
                                        <p:tgtEl>
                                          <p:spTgt spid="10"/>
                                        </p:tgtEl>
                                        <p:attrNameLst>
                                          <p:attrName>style.visibility</p:attrName>
                                        </p:attrNameLst>
                                      </p:cBhvr>
                                      <p:to>
                                        <p:strVal val="visible"/>
                                      </p:to>
                                    </p:set>
                                    <p:animEffect transition="in" filter="circle(in)">
                                      <p:cBhvr>
                                        <p:cTn id="88" dur="2000"/>
                                        <p:tgtEl>
                                          <p:spTgt spid="10"/>
                                        </p:tgtEl>
                                      </p:cBhvr>
                                    </p:animEffect>
                                  </p:childTnLst>
                                </p:cTn>
                              </p:par>
                              <p:par>
                                <p:cTn id="89" presetID="6" presetClass="entr" presetSubtype="16" fill="hold" grpId="0" nodeType="withEffect">
                                  <p:stCondLst>
                                    <p:cond delay="0"/>
                                  </p:stCondLst>
                                  <p:childTnLst>
                                    <p:set>
                                      <p:cBhvr>
                                        <p:cTn id="90" dur="1" fill="hold">
                                          <p:stCondLst>
                                            <p:cond delay="0"/>
                                          </p:stCondLst>
                                        </p:cTn>
                                        <p:tgtEl>
                                          <p:spTgt spid="11"/>
                                        </p:tgtEl>
                                        <p:attrNameLst>
                                          <p:attrName>style.visibility</p:attrName>
                                        </p:attrNameLst>
                                      </p:cBhvr>
                                      <p:to>
                                        <p:strVal val="visible"/>
                                      </p:to>
                                    </p:set>
                                    <p:animEffect transition="in" filter="circle(in)">
                                      <p:cBhvr>
                                        <p:cTn id="91" dur="2000"/>
                                        <p:tgtEl>
                                          <p:spTgt spid="11"/>
                                        </p:tgtEl>
                                      </p:cBhvr>
                                    </p:animEffect>
                                  </p:childTnLst>
                                </p:cTn>
                              </p:par>
                              <p:par>
                                <p:cTn id="92" presetID="6" presetClass="entr" presetSubtype="16" fill="hold" grpId="0" nodeType="withEffect">
                                  <p:stCondLst>
                                    <p:cond delay="0"/>
                                  </p:stCondLst>
                                  <p:childTnLst>
                                    <p:set>
                                      <p:cBhvr>
                                        <p:cTn id="93" dur="1" fill="hold">
                                          <p:stCondLst>
                                            <p:cond delay="0"/>
                                          </p:stCondLst>
                                        </p:cTn>
                                        <p:tgtEl>
                                          <p:spTgt spid="12"/>
                                        </p:tgtEl>
                                        <p:attrNameLst>
                                          <p:attrName>style.visibility</p:attrName>
                                        </p:attrNameLst>
                                      </p:cBhvr>
                                      <p:to>
                                        <p:strVal val="visible"/>
                                      </p:to>
                                    </p:set>
                                    <p:animEffect transition="in" filter="circle(in)">
                                      <p:cBhvr>
                                        <p:cTn id="94" dur="2000"/>
                                        <p:tgtEl>
                                          <p:spTgt spid="12"/>
                                        </p:tgtEl>
                                      </p:cBhvr>
                                    </p:animEffect>
                                  </p:childTnLst>
                                </p:cTn>
                              </p:par>
                              <p:par>
                                <p:cTn id="95" presetID="6" presetClass="entr" presetSubtype="16" fill="hold" grpId="0" nodeType="withEffect">
                                  <p:stCondLst>
                                    <p:cond delay="0"/>
                                  </p:stCondLst>
                                  <p:childTnLst>
                                    <p:set>
                                      <p:cBhvr>
                                        <p:cTn id="96" dur="1" fill="hold">
                                          <p:stCondLst>
                                            <p:cond delay="0"/>
                                          </p:stCondLst>
                                        </p:cTn>
                                        <p:tgtEl>
                                          <p:spTgt spid="13"/>
                                        </p:tgtEl>
                                        <p:attrNameLst>
                                          <p:attrName>style.visibility</p:attrName>
                                        </p:attrNameLst>
                                      </p:cBhvr>
                                      <p:to>
                                        <p:strVal val="visible"/>
                                      </p:to>
                                    </p:set>
                                    <p:animEffect transition="in" filter="circle(in)">
                                      <p:cBhvr>
                                        <p:cTn id="97" dur="2000"/>
                                        <p:tgtEl>
                                          <p:spTgt spid="13"/>
                                        </p:tgtEl>
                                      </p:cBhvr>
                                    </p:animEffect>
                                  </p:childTnLst>
                                </p:cTn>
                              </p:par>
                              <p:par>
                                <p:cTn id="98" presetID="6" presetClass="entr" presetSubtype="16" fill="hold" grpId="0" nodeType="withEffect">
                                  <p:stCondLst>
                                    <p:cond delay="0"/>
                                  </p:stCondLst>
                                  <p:childTnLst>
                                    <p:set>
                                      <p:cBhvr>
                                        <p:cTn id="99" dur="1" fill="hold">
                                          <p:stCondLst>
                                            <p:cond delay="0"/>
                                          </p:stCondLst>
                                        </p:cTn>
                                        <p:tgtEl>
                                          <p:spTgt spid="14"/>
                                        </p:tgtEl>
                                        <p:attrNameLst>
                                          <p:attrName>style.visibility</p:attrName>
                                        </p:attrNameLst>
                                      </p:cBhvr>
                                      <p:to>
                                        <p:strVal val="visible"/>
                                      </p:to>
                                    </p:set>
                                    <p:animEffect transition="in" filter="circle(in)">
                                      <p:cBhvr>
                                        <p:cTn id="100" dur="2000"/>
                                        <p:tgtEl>
                                          <p:spTgt spid="14"/>
                                        </p:tgtEl>
                                      </p:cBhvr>
                                    </p:animEffect>
                                  </p:childTnLst>
                                </p:cTn>
                              </p:par>
                              <p:par>
                                <p:cTn id="101" presetID="6" presetClass="entr" presetSubtype="16" fill="hold" grpId="0" nodeType="withEffect">
                                  <p:stCondLst>
                                    <p:cond delay="0"/>
                                  </p:stCondLst>
                                  <p:childTnLst>
                                    <p:set>
                                      <p:cBhvr>
                                        <p:cTn id="102" dur="1" fill="hold">
                                          <p:stCondLst>
                                            <p:cond delay="0"/>
                                          </p:stCondLst>
                                        </p:cTn>
                                        <p:tgtEl>
                                          <p:spTgt spid="15"/>
                                        </p:tgtEl>
                                        <p:attrNameLst>
                                          <p:attrName>style.visibility</p:attrName>
                                        </p:attrNameLst>
                                      </p:cBhvr>
                                      <p:to>
                                        <p:strVal val="visible"/>
                                      </p:to>
                                    </p:set>
                                    <p:animEffect transition="in" filter="circle(in)">
                                      <p:cBhvr>
                                        <p:cTn id="103" dur="2000"/>
                                        <p:tgtEl>
                                          <p:spTgt spid="15"/>
                                        </p:tgtEl>
                                      </p:cBhvr>
                                    </p:animEffect>
                                  </p:childTnLst>
                                </p:cTn>
                              </p:par>
                              <p:par>
                                <p:cTn id="104" presetID="6" presetClass="entr" presetSubtype="16" fill="hold" nodeType="withEffect">
                                  <p:stCondLst>
                                    <p:cond delay="0"/>
                                  </p:stCondLst>
                                  <p:childTnLst>
                                    <p:set>
                                      <p:cBhvr>
                                        <p:cTn id="105" dur="1" fill="hold">
                                          <p:stCondLst>
                                            <p:cond delay="0"/>
                                          </p:stCondLst>
                                        </p:cTn>
                                        <p:tgtEl>
                                          <p:spTgt spid="16"/>
                                        </p:tgtEl>
                                        <p:attrNameLst>
                                          <p:attrName>style.visibility</p:attrName>
                                        </p:attrNameLst>
                                      </p:cBhvr>
                                      <p:to>
                                        <p:strVal val="visible"/>
                                      </p:to>
                                    </p:set>
                                    <p:animEffect transition="in" filter="circle(in)">
                                      <p:cBhvr>
                                        <p:cTn id="106" dur="2000"/>
                                        <p:tgtEl>
                                          <p:spTgt spid="16"/>
                                        </p:tgtEl>
                                      </p:cBhvr>
                                    </p:animEffect>
                                  </p:childTnLst>
                                </p:cTn>
                              </p:par>
                              <p:par>
                                <p:cTn id="107" presetID="6" presetClass="entr" presetSubtype="16" fill="hold" nodeType="withEffect">
                                  <p:stCondLst>
                                    <p:cond delay="0"/>
                                  </p:stCondLst>
                                  <p:childTnLst>
                                    <p:set>
                                      <p:cBhvr>
                                        <p:cTn id="108" dur="1" fill="hold">
                                          <p:stCondLst>
                                            <p:cond delay="0"/>
                                          </p:stCondLst>
                                        </p:cTn>
                                        <p:tgtEl>
                                          <p:spTgt spid="17"/>
                                        </p:tgtEl>
                                        <p:attrNameLst>
                                          <p:attrName>style.visibility</p:attrName>
                                        </p:attrNameLst>
                                      </p:cBhvr>
                                      <p:to>
                                        <p:strVal val="visible"/>
                                      </p:to>
                                    </p:set>
                                    <p:animEffect transition="in" filter="circle(in)">
                                      <p:cBhvr>
                                        <p:cTn id="109"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P spid="8" grpId="0" animBg="1"/>
      <p:bldP spid="9" grpId="0" animBg="1"/>
      <p:bldP spid="10" grpId="0" animBg="1"/>
      <p:bldP spid="11" grpId="0" animBg="1"/>
      <p:bldP spid="12" grpId="0" animBg="1"/>
      <p:bldP spid="13" grpId="0" animBg="1"/>
      <p:bldP spid="14"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Introduction to App Router</a:t>
            </a:r>
          </a:p>
        </p:txBody>
      </p:sp>
      <p:sp>
        <p:nvSpPr>
          <p:cNvPr id="3" name="TextBox 2">
            <a:extLst>
              <a:ext uri="{FF2B5EF4-FFF2-40B4-BE49-F238E27FC236}">
                <a16:creationId xmlns:a16="http://schemas.microsoft.com/office/drawing/2014/main" id="{DA9125C8-EE73-BED6-16B3-BB424E7483AB}"/>
              </a:ext>
            </a:extLst>
          </p:cNvPr>
          <p:cNvSpPr txBox="1"/>
          <p:nvPr/>
        </p:nvSpPr>
        <p:spPr>
          <a:xfrm>
            <a:off x="161034" y="909378"/>
            <a:ext cx="11806237" cy="4521599"/>
          </a:xfrm>
          <a:prstGeom prst="rect">
            <a:avLst/>
          </a:prstGeom>
          <a:noFill/>
        </p:spPr>
        <p:txBody>
          <a:bodyPr wrap="square" rtlCol="0">
            <a:spAutoFit/>
          </a:bodyPr>
          <a:lstStyle/>
          <a:p>
            <a:pPr marL="342797" indent="-342797" defTabSz="1218621">
              <a:buFont typeface="Arial" panose="020B0604020202020204" pitchFamily="34" charset="0"/>
              <a:buChar char="•"/>
            </a:pPr>
            <a:r>
              <a:rPr lang="en-US" sz="2399" dirty="0">
                <a:solidFill>
                  <a:prstClr val="white"/>
                </a:solidFill>
                <a:latin typeface="Segoe UI"/>
              </a:rPr>
              <a:t>It is a Node JS Application </a:t>
            </a:r>
          </a:p>
          <a:p>
            <a:pPr marL="342797" indent="-342797" defTabSz="1218621">
              <a:buFont typeface="Arial" panose="020B0604020202020204" pitchFamily="34" charset="0"/>
              <a:buChar char="•"/>
            </a:pPr>
            <a:r>
              <a:rPr lang="en-US" sz="2399" dirty="0">
                <a:solidFill>
                  <a:prstClr val="white"/>
                </a:solidFill>
                <a:latin typeface="Segoe UI"/>
              </a:rPr>
              <a:t>It is used to automate the process of authentication, authorization with XSUAA to do token exchange</a:t>
            </a:r>
          </a:p>
          <a:p>
            <a:pPr marL="342797" indent="-342797" defTabSz="1218621">
              <a:buFont typeface="Arial" panose="020B0604020202020204" pitchFamily="34" charset="0"/>
              <a:buChar char="•"/>
            </a:pPr>
            <a:r>
              <a:rPr lang="en-US" sz="2399" dirty="0">
                <a:solidFill>
                  <a:prstClr val="white"/>
                </a:solidFill>
                <a:latin typeface="Segoe UI"/>
              </a:rPr>
              <a:t>It sits in the middle of IDP and XSUAA, it will redirect the request to our microservice to </a:t>
            </a:r>
            <a:r>
              <a:rPr lang="en-US" sz="2399" dirty="0" err="1">
                <a:solidFill>
                  <a:prstClr val="white"/>
                </a:solidFill>
                <a:latin typeface="Segoe UI"/>
              </a:rPr>
              <a:t>xsuaa</a:t>
            </a:r>
            <a:r>
              <a:rPr lang="en-US" sz="2399" dirty="0">
                <a:solidFill>
                  <a:prstClr val="white"/>
                </a:solidFill>
                <a:latin typeface="Segoe UI"/>
              </a:rPr>
              <a:t>, and eventually to </a:t>
            </a:r>
            <a:r>
              <a:rPr lang="en-US" sz="2399" dirty="0" err="1">
                <a:solidFill>
                  <a:prstClr val="white"/>
                </a:solidFill>
                <a:latin typeface="Segoe UI"/>
              </a:rPr>
              <a:t>idp</a:t>
            </a:r>
            <a:endParaRPr lang="en-US" sz="2399" dirty="0">
              <a:solidFill>
                <a:prstClr val="white"/>
              </a:solidFill>
              <a:latin typeface="Segoe UI"/>
            </a:endParaRPr>
          </a:p>
          <a:p>
            <a:pPr marL="342797" indent="-342797" defTabSz="1218621">
              <a:buFont typeface="Arial" panose="020B0604020202020204" pitchFamily="34" charset="0"/>
              <a:buChar char="•"/>
            </a:pPr>
            <a:r>
              <a:rPr lang="en-US" sz="2399" dirty="0">
                <a:solidFill>
                  <a:prstClr val="white"/>
                </a:solidFill>
                <a:latin typeface="Segoe UI"/>
              </a:rPr>
              <a:t>IDP sends the login screen to the user, user authenticates, which is taken to XSUAA, XSUAA issues JWT Token, this JWT token is presented to </a:t>
            </a:r>
            <a:r>
              <a:rPr lang="en-US" sz="2399" dirty="0" err="1">
                <a:solidFill>
                  <a:prstClr val="white"/>
                </a:solidFill>
                <a:latin typeface="Segoe UI"/>
              </a:rPr>
              <a:t>api</a:t>
            </a:r>
            <a:r>
              <a:rPr lang="en-US" sz="2399" dirty="0">
                <a:solidFill>
                  <a:prstClr val="white"/>
                </a:solidFill>
                <a:latin typeface="Segoe UI"/>
              </a:rPr>
              <a:t> end points</a:t>
            </a:r>
          </a:p>
          <a:p>
            <a:pPr marL="342797" indent="-342797" defTabSz="1218621">
              <a:buFont typeface="Arial" panose="020B0604020202020204" pitchFamily="34" charset="0"/>
              <a:buChar char="•"/>
            </a:pPr>
            <a:r>
              <a:rPr lang="en-US" sz="2399" dirty="0">
                <a:solidFill>
                  <a:prstClr val="white"/>
                </a:solidFill>
                <a:latin typeface="Segoe UI"/>
              </a:rPr>
              <a:t>App Router takes the JWT token from XSUAA and gives it to our microservices and even exchange this token to multiple microservices inside</a:t>
            </a:r>
          </a:p>
          <a:p>
            <a:pPr marL="342797" indent="-342797" defTabSz="1218621">
              <a:buFont typeface="Arial" panose="020B0604020202020204" pitchFamily="34" charset="0"/>
              <a:buChar char="•"/>
            </a:pPr>
            <a:r>
              <a:rPr lang="en-US" sz="2399" dirty="0">
                <a:solidFill>
                  <a:prstClr val="white"/>
                </a:solidFill>
                <a:latin typeface="Segoe UI"/>
              </a:rPr>
              <a:t>It Serves as a single entry point for the entire app.</a:t>
            </a:r>
          </a:p>
          <a:p>
            <a:pPr marL="342797" indent="-342797" defTabSz="1218621">
              <a:buFont typeface="Arial" panose="020B0604020202020204" pitchFamily="34" charset="0"/>
              <a:buChar char="•"/>
            </a:pPr>
            <a:r>
              <a:rPr lang="en-IN" sz="2399" dirty="0">
                <a:solidFill>
                  <a:prstClr val="white"/>
                </a:solidFill>
                <a:latin typeface="Segoe UI"/>
              </a:rPr>
              <a:t>To tell app router about our multiple microservices so that it can re-direct, we need to create a configuration file named as </a:t>
            </a:r>
            <a:r>
              <a:rPr lang="en-IN" sz="2399" b="1" dirty="0" err="1">
                <a:solidFill>
                  <a:prstClr val="white"/>
                </a:solidFill>
                <a:latin typeface="Segoe UI"/>
              </a:rPr>
              <a:t>xs-app.json</a:t>
            </a:r>
            <a:r>
              <a:rPr lang="en-IN" sz="2399" dirty="0">
                <a:solidFill>
                  <a:prstClr val="white"/>
                </a:solidFill>
                <a:latin typeface="Segoe UI"/>
              </a:rPr>
              <a:t> which contains the details.</a:t>
            </a:r>
          </a:p>
        </p:txBody>
      </p:sp>
    </p:spTree>
    <p:extLst>
      <p:ext uri="{BB962C8B-B14F-4D97-AF65-F5344CB8AC3E}">
        <p14:creationId xmlns:p14="http://schemas.microsoft.com/office/powerpoint/2010/main" val="33198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200" dirty="0"/>
              <a:t>Real World Example</a:t>
            </a:r>
          </a:p>
        </p:txBody>
      </p:sp>
      <p:sp>
        <p:nvSpPr>
          <p:cNvPr id="3" name="Rectangle 2">
            <a:extLst>
              <a:ext uri="{FF2B5EF4-FFF2-40B4-BE49-F238E27FC236}">
                <a16:creationId xmlns:a16="http://schemas.microsoft.com/office/drawing/2014/main" id="{C2EA533E-B375-495B-C297-1E34514386FD}"/>
              </a:ext>
            </a:extLst>
          </p:cNvPr>
          <p:cNvSpPr/>
          <p:nvPr/>
        </p:nvSpPr>
        <p:spPr>
          <a:xfrm>
            <a:off x="10028249" y="2829492"/>
            <a:ext cx="194371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Loan</a:t>
            </a:r>
          </a:p>
        </p:txBody>
      </p:sp>
      <p:sp>
        <p:nvSpPr>
          <p:cNvPr id="4" name="Rectangle 3">
            <a:extLst>
              <a:ext uri="{FF2B5EF4-FFF2-40B4-BE49-F238E27FC236}">
                <a16:creationId xmlns:a16="http://schemas.microsoft.com/office/drawing/2014/main" id="{6936DB1B-5BB2-1C6B-1C9A-FD527662AD3B}"/>
              </a:ext>
            </a:extLst>
          </p:cNvPr>
          <p:cNvSpPr/>
          <p:nvPr/>
        </p:nvSpPr>
        <p:spPr>
          <a:xfrm>
            <a:off x="10028249" y="3464823"/>
            <a:ext cx="194371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Credit Card</a:t>
            </a:r>
          </a:p>
        </p:txBody>
      </p:sp>
      <p:sp>
        <p:nvSpPr>
          <p:cNvPr id="5" name="Rectangle 4">
            <a:extLst>
              <a:ext uri="{FF2B5EF4-FFF2-40B4-BE49-F238E27FC236}">
                <a16:creationId xmlns:a16="http://schemas.microsoft.com/office/drawing/2014/main" id="{579C15EF-FC9E-DC26-ADB2-5A8A7913CF1E}"/>
              </a:ext>
            </a:extLst>
          </p:cNvPr>
          <p:cNvSpPr/>
          <p:nvPr/>
        </p:nvSpPr>
        <p:spPr>
          <a:xfrm>
            <a:off x="10028249" y="4100153"/>
            <a:ext cx="194371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Deposit</a:t>
            </a:r>
          </a:p>
        </p:txBody>
      </p:sp>
      <p:sp>
        <p:nvSpPr>
          <p:cNvPr id="6" name="Rectangle 5">
            <a:extLst>
              <a:ext uri="{FF2B5EF4-FFF2-40B4-BE49-F238E27FC236}">
                <a16:creationId xmlns:a16="http://schemas.microsoft.com/office/drawing/2014/main" id="{92356AC6-451F-9EFC-F182-E64D4AF591B1}"/>
              </a:ext>
            </a:extLst>
          </p:cNvPr>
          <p:cNvSpPr/>
          <p:nvPr/>
        </p:nvSpPr>
        <p:spPr>
          <a:xfrm>
            <a:off x="10053820" y="4735484"/>
            <a:ext cx="194371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Draft/Cheque</a:t>
            </a:r>
          </a:p>
        </p:txBody>
      </p:sp>
      <p:sp>
        <p:nvSpPr>
          <p:cNvPr id="7" name="Rectangle 6">
            <a:extLst>
              <a:ext uri="{FF2B5EF4-FFF2-40B4-BE49-F238E27FC236}">
                <a16:creationId xmlns:a16="http://schemas.microsoft.com/office/drawing/2014/main" id="{BD111B6E-46C2-C252-ED42-B0E715054D58}"/>
              </a:ext>
            </a:extLst>
          </p:cNvPr>
          <p:cNvSpPr/>
          <p:nvPr/>
        </p:nvSpPr>
        <p:spPr>
          <a:xfrm>
            <a:off x="10053964" y="5366291"/>
            <a:ext cx="194371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FD</a:t>
            </a:r>
          </a:p>
        </p:txBody>
      </p:sp>
      <p:sp>
        <p:nvSpPr>
          <p:cNvPr id="8" name="Rectangle 7">
            <a:extLst>
              <a:ext uri="{FF2B5EF4-FFF2-40B4-BE49-F238E27FC236}">
                <a16:creationId xmlns:a16="http://schemas.microsoft.com/office/drawing/2014/main" id="{6F713BAD-A756-CE90-30A2-C455D59C0ACA}"/>
              </a:ext>
            </a:extLst>
          </p:cNvPr>
          <p:cNvSpPr/>
          <p:nvPr/>
        </p:nvSpPr>
        <p:spPr>
          <a:xfrm>
            <a:off x="10053820" y="6020613"/>
            <a:ext cx="194371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Locker</a:t>
            </a:r>
          </a:p>
        </p:txBody>
      </p:sp>
      <p:pic>
        <p:nvPicPr>
          <p:cNvPr id="9" name="Picture 8" descr="Icon&#10;&#10;Description automatically generated">
            <a:extLst>
              <a:ext uri="{FF2B5EF4-FFF2-40B4-BE49-F238E27FC236}">
                <a16:creationId xmlns:a16="http://schemas.microsoft.com/office/drawing/2014/main" id="{070111FB-6C2D-B285-7982-7544388F4519}"/>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37645" y="1353879"/>
            <a:ext cx="1083615" cy="1083615"/>
          </a:xfrm>
          <a:prstGeom prst="rect">
            <a:avLst/>
          </a:prstGeom>
          <a:ln>
            <a:solidFill>
              <a:schemeClr val="bg1"/>
            </a:solidFill>
          </a:ln>
        </p:spPr>
      </p:pic>
      <p:sp>
        <p:nvSpPr>
          <p:cNvPr id="10" name="TextBox 9">
            <a:extLst>
              <a:ext uri="{FF2B5EF4-FFF2-40B4-BE49-F238E27FC236}">
                <a16:creationId xmlns:a16="http://schemas.microsoft.com/office/drawing/2014/main" id="{1DC93980-FD63-3685-BA93-DA4037E2A56F}"/>
              </a:ext>
            </a:extLst>
          </p:cNvPr>
          <p:cNvSpPr txBox="1"/>
          <p:nvPr/>
        </p:nvSpPr>
        <p:spPr>
          <a:xfrm>
            <a:off x="335272" y="1032062"/>
            <a:ext cx="1295806" cy="307777"/>
          </a:xfrm>
          <a:prstGeom prst="rect">
            <a:avLst/>
          </a:prstGeom>
          <a:noFill/>
          <a:ln>
            <a:solidFill>
              <a:schemeClr val="bg1"/>
            </a:solidFill>
          </a:ln>
        </p:spPr>
        <p:txBody>
          <a:bodyPr wrap="square" rtlCol="0">
            <a:spAutoFit/>
          </a:bodyPr>
          <a:lstStyle/>
          <a:p>
            <a:pPr defTabSz="1218621"/>
            <a:r>
              <a:rPr lang="en-US" sz="1400" b="1" dirty="0">
                <a:solidFill>
                  <a:prstClr val="white"/>
                </a:solidFill>
                <a:latin typeface="Segoe UI"/>
              </a:rPr>
              <a:t>Customer</a:t>
            </a:r>
          </a:p>
        </p:txBody>
      </p:sp>
      <p:cxnSp>
        <p:nvCxnSpPr>
          <p:cNvPr id="11" name="Straight Arrow Connector 10">
            <a:extLst>
              <a:ext uri="{FF2B5EF4-FFF2-40B4-BE49-F238E27FC236}">
                <a16:creationId xmlns:a16="http://schemas.microsoft.com/office/drawing/2014/main" id="{4957B6AB-C7CA-2A1B-233F-9F9C7D532060}"/>
              </a:ext>
            </a:extLst>
          </p:cNvPr>
          <p:cNvCxnSpPr>
            <a:cxnSpLocks/>
          </p:cNvCxnSpPr>
          <p:nvPr/>
        </p:nvCxnSpPr>
        <p:spPr>
          <a:xfrm flipV="1">
            <a:off x="1455662" y="1629270"/>
            <a:ext cx="4169229"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12" name="Picture 11" descr="Icon&#10;&#10;Description automatically generated">
            <a:extLst>
              <a:ext uri="{FF2B5EF4-FFF2-40B4-BE49-F238E27FC236}">
                <a16:creationId xmlns:a16="http://schemas.microsoft.com/office/drawing/2014/main" id="{4B0383D5-7DD1-02CF-EEBC-88D4D498629D}"/>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flipH="1">
            <a:off x="5590487" y="1235015"/>
            <a:ext cx="1655753" cy="2289552"/>
          </a:xfrm>
          <a:prstGeom prst="rect">
            <a:avLst/>
          </a:prstGeom>
          <a:ln>
            <a:solidFill>
              <a:schemeClr val="bg1"/>
            </a:solidFill>
          </a:ln>
        </p:spPr>
      </p:pic>
      <p:sp>
        <p:nvSpPr>
          <p:cNvPr id="13" name="Oval 12">
            <a:extLst>
              <a:ext uri="{FF2B5EF4-FFF2-40B4-BE49-F238E27FC236}">
                <a16:creationId xmlns:a16="http://schemas.microsoft.com/office/drawing/2014/main" id="{82548D8D-B1BC-D516-A585-B01B1881E525}"/>
              </a:ext>
            </a:extLst>
          </p:cNvPr>
          <p:cNvSpPr/>
          <p:nvPr/>
        </p:nvSpPr>
        <p:spPr>
          <a:xfrm>
            <a:off x="2710918" y="1407464"/>
            <a:ext cx="431935" cy="42797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1</a:t>
            </a:r>
          </a:p>
        </p:txBody>
      </p:sp>
      <p:cxnSp>
        <p:nvCxnSpPr>
          <p:cNvPr id="14" name="Straight Arrow Connector 13">
            <a:extLst>
              <a:ext uri="{FF2B5EF4-FFF2-40B4-BE49-F238E27FC236}">
                <a16:creationId xmlns:a16="http://schemas.microsoft.com/office/drawing/2014/main" id="{4B39DA18-89FF-2842-5B78-64BDA3DF7C96}"/>
              </a:ext>
            </a:extLst>
          </p:cNvPr>
          <p:cNvCxnSpPr/>
          <p:nvPr/>
        </p:nvCxnSpPr>
        <p:spPr>
          <a:xfrm flipH="1">
            <a:off x="1455660" y="1773247"/>
            <a:ext cx="413482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descr="A picture containing text, parking, machine, meter&#10;&#10;Description automatically generated">
            <a:extLst>
              <a:ext uri="{FF2B5EF4-FFF2-40B4-BE49-F238E27FC236}">
                <a16:creationId xmlns:a16="http://schemas.microsoft.com/office/drawing/2014/main" id="{BBC0DADA-D9A2-DA21-95E2-18E03C3AFF15}"/>
              </a:ext>
            </a:extLst>
          </p:cNvPr>
          <p:cNvPicPr>
            <a:picLocks noChangeAspect="1"/>
          </p:cNvPicPr>
          <p:nvPr/>
        </p:nvPicPr>
        <p:blipFill>
          <a:blip r:embed="rId6" cstate="print">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33824" y="3730119"/>
            <a:ext cx="1711332" cy="1231691"/>
          </a:xfrm>
          <a:prstGeom prst="rect">
            <a:avLst/>
          </a:prstGeom>
          <a:ln>
            <a:solidFill>
              <a:schemeClr val="bg1"/>
            </a:solidFill>
          </a:ln>
        </p:spPr>
      </p:pic>
      <p:sp>
        <p:nvSpPr>
          <p:cNvPr id="16" name="TextBox 15">
            <a:extLst>
              <a:ext uri="{FF2B5EF4-FFF2-40B4-BE49-F238E27FC236}">
                <a16:creationId xmlns:a16="http://schemas.microsoft.com/office/drawing/2014/main" id="{D38F7EAB-F03E-4A39-6E1E-14A442C77DC0}"/>
              </a:ext>
            </a:extLst>
          </p:cNvPr>
          <p:cNvSpPr txBox="1"/>
          <p:nvPr/>
        </p:nvSpPr>
        <p:spPr>
          <a:xfrm>
            <a:off x="1331345" y="6857107"/>
            <a:ext cx="9526138" cy="215444"/>
          </a:xfrm>
          <a:prstGeom prst="rect">
            <a:avLst/>
          </a:prstGeom>
          <a:noFill/>
          <a:ln>
            <a:solidFill>
              <a:schemeClr val="bg1"/>
            </a:solidFill>
          </a:ln>
        </p:spPr>
        <p:txBody>
          <a:bodyPr wrap="square" rtlCol="0">
            <a:spAutoFit/>
          </a:bodyPr>
          <a:lstStyle/>
          <a:p>
            <a:pPr defTabSz="1218621"/>
            <a:r>
              <a:rPr lang="en-US" sz="800">
                <a:solidFill>
                  <a:prstClr val="black"/>
                </a:solidFill>
                <a:latin typeface="Segoe UI"/>
                <a:hlinkClick r:id="rId7" tooltip="https://www.flickr.com/photos/jeepersmedia/14765960308/"/>
              </a:rPr>
              <a:t>This Photo</a:t>
            </a:r>
            <a:r>
              <a:rPr lang="en-US" sz="800">
                <a:solidFill>
                  <a:prstClr val="black"/>
                </a:solidFill>
                <a:latin typeface="Segoe UI"/>
              </a:rPr>
              <a:t> by Unknown Author is licensed under </a:t>
            </a:r>
            <a:r>
              <a:rPr lang="en-US" sz="800">
                <a:solidFill>
                  <a:prstClr val="black"/>
                </a:solidFill>
                <a:latin typeface="Segoe UI"/>
                <a:hlinkClick r:id="rId8" tooltip="https://creativecommons.org/licenses/by/3.0/"/>
              </a:rPr>
              <a:t>CC BY</a:t>
            </a:r>
            <a:endParaRPr lang="en-US" sz="800">
              <a:solidFill>
                <a:prstClr val="black"/>
              </a:solidFill>
              <a:latin typeface="Segoe UI"/>
            </a:endParaRPr>
          </a:p>
        </p:txBody>
      </p:sp>
      <p:cxnSp>
        <p:nvCxnSpPr>
          <p:cNvPr id="17" name="Straight Arrow Connector 16">
            <a:extLst>
              <a:ext uri="{FF2B5EF4-FFF2-40B4-BE49-F238E27FC236}">
                <a16:creationId xmlns:a16="http://schemas.microsoft.com/office/drawing/2014/main" id="{B5A2B9F5-841F-1EDB-859C-2C5C4A5C5C4D}"/>
              </a:ext>
            </a:extLst>
          </p:cNvPr>
          <p:cNvCxnSpPr>
            <a:stCxn id="9" idx="2"/>
            <a:endCxn id="15" idx="0"/>
          </p:cNvCxnSpPr>
          <p:nvPr/>
        </p:nvCxnSpPr>
        <p:spPr>
          <a:xfrm>
            <a:off x="879453" y="2437494"/>
            <a:ext cx="10038" cy="129262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F985EF3C-623F-4F13-28C8-8E3CB3B1508E}"/>
              </a:ext>
            </a:extLst>
          </p:cNvPr>
          <p:cNvSpPr/>
          <p:nvPr/>
        </p:nvSpPr>
        <p:spPr>
          <a:xfrm>
            <a:off x="33824" y="5714346"/>
            <a:ext cx="1711332" cy="403741"/>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a:t>
            </a:r>
          </a:p>
        </p:txBody>
      </p:sp>
      <p:cxnSp>
        <p:nvCxnSpPr>
          <p:cNvPr id="19" name="Straight Arrow Connector 18">
            <a:extLst>
              <a:ext uri="{FF2B5EF4-FFF2-40B4-BE49-F238E27FC236}">
                <a16:creationId xmlns:a16="http://schemas.microsoft.com/office/drawing/2014/main" id="{07E0C267-9B09-10B0-9791-36B97BFC1EBE}"/>
              </a:ext>
            </a:extLst>
          </p:cNvPr>
          <p:cNvCxnSpPr>
            <a:stCxn id="15" idx="2"/>
            <a:endCxn id="18" idx="0"/>
          </p:cNvCxnSpPr>
          <p:nvPr/>
        </p:nvCxnSpPr>
        <p:spPr>
          <a:xfrm>
            <a:off x="889490" y="4961810"/>
            <a:ext cx="0" cy="75253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21E8ADA-FBDB-0223-EDFA-0297C75D10B6}"/>
              </a:ext>
            </a:extLst>
          </p:cNvPr>
          <p:cNvCxnSpPr/>
          <p:nvPr/>
        </p:nvCxnSpPr>
        <p:spPr>
          <a:xfrm flipV="1">
            <a:off x="695218" y="4961811"/>
            <a:ext cx="0" cy="69243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AC01570-9A95-69A1-4B28-816A639DDD18}"/>
              </a:ext>
            </a:extLst>
          </p:cNvPr>
          <p:cNvCxnSpPr/>
          <p:nvPr/>
        </p:nvCxnSpPr>
        <p:spPr>
          <a:xfrm flipV="1">
            <a:off x="695218" y="2379793"/>
            <a:ext cx="0" cy="135032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C261E608-4361-CED8-02D4-02A054BCDE60}"/>
              </a:ext>
            </a:extLst>
          </p:cNvPr>
          <p:cNvSpPr/>
          <p:nvPr/>
        </p:nvSpPr>
        <p:spPr>
          <a:xfrm>
            <a:off x="767208" y="2822672"/>
            <a:ext cx="431935" cy="42797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2</a:t>
            </a:r>
          </a:p>
        </p:txBody>
      </p:sp>
      <p:sp>
        <p:nvSpPr>
          <p:cNvPr id="23" name="Oval 22">
            <a:extLst>
              <a:ext uri="{FF2B5EF4-FFF2-40B4-BE49-F238E27FC236}">
                <a16:creationId xmlns:a16="http://schemas.microsoft.com/office/drawing/2014/main" id="{B82C6420-EF79-3831-013D-B5E561219E1F}"/>
              </a:ext>
            </a:extLst>
          </p:cNvPr>
          <p:cNvSpPr/>
          <p:nvPr/>
        </p:nvSpPr>
        <p:spPr>
          <a:xfrm>
            <a:off x="767208" y="5069624"/>
            <a:ext cx="431935" cy="42797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3</a:t>
            </a:r>
          </a:p>
        </p:txBody>
      </p:sp>
      <p:sp>
        <p:nvSpPr>
          <p:cNvPr id="24" name="Oval 23">
            <a:extLst>
              <a:ext uri="{FF2B5EF4-FFF2-40B4-BE49-F238E27FC236}">
                <a16:creationId xmlns:a16="http://schemas.microsoft.com/office/drawing/2014/main" id="{6FC0A25E-C437-DE46-D027-B5EEDF3E96D1}"/>
              </a:ext>
            </a:extLst>
          </p:cNvPr>
          <p:cNvSpPr/>
          <p:nvPr/>
        </p:nvSpPr>
        <p:spPr>
          <a:xfrm>
            <a:off x="353831" y="2497591"/>
            <a:ext cx="431935" cy="42797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4</a:t>
            </a:r>
          </a:p>
        </p:txBody>
      </p:sp>
      <p:cxnSp>
        <p:nvCxnSpPr>
          <p:cNvPr id="25" name="Straight Arrow Connector 24">
            <a:extLst>
              <a:ext uri="{FF2B5EF4-FFF2-40B4-BE49-F238E27FC236}">
                <a16:creationId xmlns:a16="http://schemas.microsoft.com/office/drawing/2014/main" id="{809305B0-C4D4-BBB5-2BA2-513DB9C20447}"/>
              </a:ext>
            </a:extLst>
          </p:cNvPr>
          <p:cNvCxnSpPr>
            <a:cxnSpLocks/>
          </p:cNvCxnSpPr>
          <p:nvPr/>
        </p:nvCxnSpPr>
        <p:spPr>
          <a:xfrm flipV="1">
            <a:off x="1455662" y="2157385"/>
            <a:ext cx="4169229"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9FEABC96-1E27-2553-2C0E-81F675867AD1}"/>
              </a:ext>
            </a:extLst>
          </p:cNvPr>
          <p:cNvSpPr/>
          <p:nvPr/>
        </p:nvSpPr>
        <p:spPr>
          <a:xfrm>
            <a:off x="2710918" y="1935578"/>
            <a:ext cx="431935" cy="42797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5</a:t>
            </a:r>
          </a:p>
        </p:txBody>
      </p:sp>
      <p:cxnSp>
        <p:nvCxnSpPr>
          <p:cNvPr id="27" name="Straight Arrow Connector 26">
            <a:extLst>
              <a:ext uri="{FF2B5EF4-FFF2-40B4-BE49-F238E27FC236}">
                <a16:creationId xmlns:a16="http://schemas.microsoft.com/office/drawing/2014/main" id="{98E5881B-F0FD-D913-199F-D4A478F6245D}"/>
              </a:ext>
            </a:extLst>
          </p:cNvPr>
          <p:cNvCxnSpPr/>
          <p:nvPr/>
        </p:nvCxnSpPr>
        <p:spPr>
          <a:xfrm flipH="1">
            <a:off x="1455660" y="2301362"/>
            <a:ext cx="413482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8" name="Diamond 27">
            <a:extLst>
              <a:ext uri="{FF2B5EF4-FFF2-40B4-BE49-F238E27FC236}">
                <a16:creationId xmlns:a16="http://schemas.microsoft.com/office/drawing/2014/main" id="{FA6C84D5-C8B3-EF20-9779-10988BAB0E5E}"/>
              </a:ext>
            </a:extLst>
          </p:cNvPr>
          <p:cNvSpPr/>
          <p:nvPr/>
        </p:nvSpPr>
        <p:spPr>
          <a:xfrm>
            <a:off x="3565018" y="4106792"/>
            <a:ext cx="503925" cy="441663"/>
          </a:xfrm>
          <a:prstGeom prst="diamond">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endParaRPr lang="en-US" sz="2000">
              <a:solidFill>
                <a:prstClr val="white"/>
              </a:solidFill>
              <a:latin typeface="Segoe UI"/>
            </a:endParaRPr>
          </a:p>
        </p:txBody>
      </p:sp>
      <p:cxnSp>
        <p:nvCxnSpPr>
          <p:cNvPr id="29" name="Connector: Elbow 28">
            <a:extLst>
              <a:ext uri="{FF2B5EF4-FFF2-40B4-BE49-F238E27FC236}">
                <a16:creationId xmlns:a16="http://schemas.microsoft.com/office/drawing/2014/main" id="{D03073B4-532F-029D-E7D7-E8DC1BE72DA2}"/>
              </a:ext>
            </a:extLst>
          </p:cNvPr>
          <p:cNvCxnSpPr>
            <a:cxnSpLocks/>
          </p:cNvCxnSpPr>
          <p:nvPr/>
        </p:nvCxnSpPr>
        <p:spPr>
          <a:xfrm rot="5400000">
            <a:off x="3636952" y="1572099"/>
            <a:ext cx="821397" cy="4673208"/>
          </a:xfrm>
          <a:prstGeom prst="bentConnector2">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0" name="Picture 29" descr="A picture containing text&#10;&#10;Description automatically generated">
            <a:extLst>
              <a:ext uri="{FF2B5EF4-FFF2-40B4-BE49-F238E27FC236}">
                <a16:creationId xmlns:a16="http://schemas.microsoft.com/office/drawing/2014/main" id="{610ED705-5F91-9684-7A85-131C1315877B}"/>
              </a:ext>
            </a:extLst>
          </p:cNvPr>
          <p:cNvPicPr>
            <a:picLocks noChangeAspect="1"/>
          </p:cNvPicPr>
          <p:nvPr/>
        </p:nvPicPr>
        <p:blipFill>
          <a:blip r:embed="rId9" cstate="print">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3257768" y="1999585"/>
            <a:ext cx="431936" cy="559744"/>
          </a:xfrm>
          <a:prstGeom prst="rect">
            <a:avLst/>
          </a:prstGeom>
          <a:ln>
            <a:solidFill>
              <a:schemeClr val="bg1"/>
            </a:solidFill>
          </a:ln>
        </p:spPr>
      </p:pic>
      <p:pic>
        <p:nvPicPr>
          <p:cNvPr id="31" name="Picture 30" descr="A picture containing text&#10;&#10;Description automatically generated">
            <a:extLst>
              <a:ext uri="{FF2B5EF4-FFF2-40B4-BE49-F238E27FC236}">
                <a16:creationId xmlns:a16="http://schemas.microsoft.com/office/drawing/2014/main" id="{9D09D388-92C2-4B3D-2938-BA9ADE40A1D3}"/>
              </a:ext>
            </a:extLst>
          </p:cNvPr>
          <p:cNvPicPr>
            <a:picLocks noChangeAspect="1"/>
          </p:cNvPicPr>
          <p:nvPr/>
        </p:nvPicPr>
        <p:blipFill>
          <a:blip r:embed="rId9" cstate="print">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93550" y="2799284"/>
            <a:ext cx="431936" cy="559744"/>
          </a:xfrm>
          <a:prstGeom prst="rect">
            <a:avLst/>
          </a:prstGeom>
          <a:ln>
            <a:solidFill>
              <a:schemeClr val="bg1"/>
            </a:solidFill>
          </a:ln>
        </p:spPr>
      </p:pic>
      <p:sp>
        <p:nvSpPr>
          <p:cNvPr id="32" name="TextBox 31">
            <a:extLst>
              <a:ext uri="{FF2B5EF4-FFF2-40B4-BE49-F238E27FC236}">
                <a16:creationId xmlns:a16="http://schemas.microsoft.com/office/drawing/2014/main" id="{6D4978EF-301C-D1F9-60A5-32128B305C89}"/>
              </a:ext>
            </a:extLst>
          </p:cNvPr>
          <p:cNvSpPr txBox="1"/>
          <p:nvPr/>
        </p:nvSpPr>
        <p:spPr>
          <a:xfrm>
            <a:off x="4210611" y="4038269"/>
            <a:ext cx="2604637" cy="276999"/>
          </a:xfrm>
          <a:prstGeom prst="rect">
            <a:avLst/>
          </a:prstGeom>
          <a:noFill/>
          <a:ln>
            <a:noFill/>
          </a:ln>
        </p:spPr>
        <p:txBody>
          <a:bodyPr wrap="square" rtlCol="0">
            <a:spAutoFit/>
          </a:bodyPr>
          <a:lstStyle/>
          <a:p>
            <a:pPr defTabSz="1218621"/>
            <a:r>
              <a:rPr lang="en-US" sz="1200" b="1" dirty="0">
                <a:solidFill>
                  <a:prstClr val="white"/>
                </a:solidFill>
                <a:latin typeface="Segoe UI"/>
              </a:rPr>
              <a:t>Validate, trust</a:t>
            </a:r>
          </a:p>
        </p:txBody>
      </p:sp>
      <p:cxnSp>
        <p:nvCxnSpPr>
          <p:cNvPr id="33" name="Connector: Elbow 32">
            <a:extLst>
              <a:ext uri="{FF2B5EF4-FFF2-40B4-BE49-F238E27FC236}">
                <a16:creationId xmlns:a16="http://schemas.microsoft.com/office/drawing/2014/main" id="{6BCB7C48-AB34-D89B-8A58-C1CFCFF03C7A}"/>
              </a:ext>
            </a:extLst>
          </p:cNvPr>
          <p:cNvCxnSpPr>
            <a:cxnSpLocks/>
            <a:endCxn id="8" idx="1"/>
          </p:cNvCxnSpPr>
          <p:nvPr/>
        </p:nvCxnSpPr>
        <p:spPr>
          <a:xfrm>
            <a:off x="1415111" y="2541519"/>
            <a:ext cx="8638710" cy="3767051"/>
          </a:xfrm>
          <a:prstGeom prst="bentConnector3">
            <a:avLst>
              <a:gd name="adj1" fmla="val 20302"/>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F9ADEEA6-DAB4-08D6-6030-E0AC8755794A}"/>
              </a:ext>
            </a:extLst>
          </p:cNvPr>
          <p:cNvSpPr/>
          <p:nvPr/>
        </p:nvSpPr>
        <p:spPr>
          <a:xfrm>
            <a:off x="5698471" y="4035271"/>
            <a:ext cx="431935" cy="42797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6</a:t>
            </a:r>
          </a:p>
        </p:txBody>
      </p:sp>
      <p:sp>
        <p:nvSpPr>
          <p:cNvPr id="35" name="Oval 34">
            <a:extLst>
              <a:ext uri="{FF2B5EF4-FFF2-40B4-BE49-F238E27FC236}">
                <a16:creationId xmlns:a16="http://schemas.microsoft.com/office/drawing/2014/main" id="{C5E616A7-4B52-402C-9497-6CF8B4621C2A}"/>
              </a:ext>
            </a:extLst>
          </p:cNvPr>
          <p:cNvSpPr/>
          <p:nvPr/>
        </p:nvSpPr>
        <p:spPr>
          <a:xfrm>
            <a:off x="6168285" y="6017074"/>
            <a:ext cx="431935" cy="42797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7</a:t>
            </a:r>
          </a:p>
        </p:txBody>
      </p:sp>
      <mc:AlternateContent xmlns:mc="http://schemas.openxmlformats.org/markup-compatibility/2006" xmlns:p14="http://schemas.microsoft.com/office/powerpoint/2010/main">
        <mc:Choice Requires="p14">
          <p:contentPart p14:bwMode="auto" r:id="rId11">
            <p14:nvContentPartPr>
              <p14:cNvPr id="87" name="Ink 86">
                <a:extLst>
                  <a:ext uri="{FF2B5EF4-FFF2-40B4-BE49-F238E27FC236}">
                    <a16:creationId xmlns:a16="http://schemas.microsoft.com/office/drawing/2014/main" id="{8EBD12E5-9E62-431B-3017-422731D97512}"/>
                  </a:ext>
                </a:extLst>
              </p14:cNvPr>
              <p14:cNvContentPartPr/>
              <p14:nvPr/>
            </p14:nvContentPartPr>
            <p14:xfrm>
              <a:off x="5551848" y="1753881"/>
              <a:ext cx="43909" cy="33111"/>
            </p14:xfrm>
          </p:contentPart>
        </mc:Choice>
        <mc:Fallback xmlns="">
          <p:pic>
            <p:nvPicPr>
              <p:cNvPr id="87" name="Ink 86">
                <a:extLst>
                  <a:ext uri="{FF2B5EF4-FFF2-40B4-BE49-F238E27FC236}">
                    <a16:creationId xmlns:a16="http://schemas.microsoft.com/office/drawing/2014/main" id="{8EBD12E5-9E62-431B-3017-422731D97512}"/>
                  </a:ext>
                </a:extLst>
              </p:cNvPr>
              <p:cNvPicPr/>
              <p:nvPr/>
            </p:nvPicPr>
            <p:blipFill>
              <a:blip r:embed="rId12"/>
              <a:stretch>
                <a:fillRect/>
              </a:stretch>
            </p:blipFill>
            <p:spPr>
              <a:xfrm>
                <a:off x="5542923" y="1744883"/>
                <a:ext cx="61401" cy="50746"/>
              </a:xfrm>
              <a:prstGeom prst="rect">
                <a:avLst/>
              </a:prstGeom>
            </p:spPr>
          </p:pic>
        </mc:Fallback>
      </mc:AlternateContent>
    </p:spTree>
    <p:extLst>
      <p:ext uri="{BB962C8B-B14F-4D97-AF65-F5344CB8AC3E}">
        <p14:creationId xmlns:p14="http://schemas.microsoft.com/office/powerpoint/2010/main" val="3865682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Continuous Integration and Delivery (CI/CD)</a:t>
            </a:r>
          </a:p>
        </p:txBody>
      </p:sp>
      <p:sp>
        <p:nvSpPr>
          <p:cNvPr id="4" name="TextBox 3">
            <a:extLst>
              <a:ext uri="{FF2B5EF4-FFF2-40B4-BE49-F238E27FC236}">
                <a16:creationId xmlns:a16="http://schemas.microsoft.com/office/drawing/2014/main" id="{10127278-5988-7FC2-1C3A-90AA0B5C8EDA}"/>
              </a:ext>
            </a:extLst>
          </p:cNvPr>
          <p:cNvSpPr txBox="1"/>
          <p:nvPr/>
        </p:nvSpPr>
        <p:spPr>
          <a:xfrm>
            <a:off x="96441" y="909376"/>
            <a:ext cx="7941682" cy="4800064"/>
          </a:xfrm>
          <a:prstGeom prst="rect">
            <a:avLst/>
          </a:prstGeom>
          <a:noFill/>
        </p:spPr>
        <p:txBody>
          <a:bodyPr wrap="square">
            <a:spAutoFit/>
          </a:bodyPr>
          <a:lstStyle/>
          <a:p>
            <a:pPr defTabSz="1218621"/>
            <a:r>
              <a:rPr lang="en-US" sz="1799" dirty="0">
                <a:solidFill>
                  <a:prstClr val="white"/>
                </a:solidFill>
                <a:latin typeface="72" panose="020B0503030000000003" pitchFamily="34" charset="0"/>
              </a:rPr>
              <a:t>Configure and run predefined continuous integration and delivery (CI/CD) pipelines that automatically build, test, and deploy your code changes to speed up your development and delivery cycles.</a:t>
            </a:r>
          </a:p>
          <a:p>
            <a:pPr defTabSz="1218621"/>
            <a:endParaRPr lang="en-US" sz="1799" dirty="0">
              <a:solidFill>
                <a:prstClr val="white"/>
              </a:solidFill>
              <a:latin typeface="72" panose="020B0503030000000003" pitchFamily="34" charset="0"/>
            </a:endParaRPr>
          </a:p>
          <a:p>
            <a:pPr defTabSz="1218621"/>
            <a:r>
              <a:rPr lang="en-US" sz="1799" b="1" dirty="0">
                <a:solidFill>
                  <a:prstClr val="white"/>
                </a:solidFill>
                <a:latin typeface="72" panose="020B0503030000000003" pitchFamily="34" charset="0"/>
              </a:rPr>
              <a:t>Continuous integration (CI)</a:t>
            </a:r>
            <a:r>
              <a:rPr lang="en-US" sz="1799" dirty="0">
                <a:solidFill>
                  <a:prstClr val="white"/>
                </a:solidFill>
                <a:latin typeface="72" panose="020B0503030000000003" pitchFamily="34" charset="0"/>
              </a:rPr>
              <a:t> describes a software development process, in which various team members integrate their contributions frequently into a single main line. Before each integration, the changes are verified through builds and automated testing. Thereby, you can detect errors as quickly as possible and prevent integration problems before completing the development.</a:t>
            </a:r>
          </a:p>
          <a:p>
            <a:pPr defTabSz="1218621"/>
            <a:endParaRPr lang="en-US" sz="1799" dirty="0">
              <a:solidFill>
                <a:prstClr val="white"/>
              </a:solidFill>
              <a:latin typeface="72" panose="020B0503030000000003" pitchFamily="34" charset="0"/>
            </a:endParaRPr>
          </a:p>
          <a:p>
            <a:pPr defTabSz="1218621"/>
            <a:r>
              <a:rPr lang="en-US" sz="1799" dirty="0">
                <a:solidFill>
                  <a:prstClr val="white"/>
                </a:solidFill>
                <a:latin typeface="72" panose="020B0503030000000003" pitchFamily="34" charset="0"/>
              </a:rPr>
              <a:t>The </a:t>
            </a:r>
            <a:r>
              <a:rPr lang="en-US" sz="1799" b="1" dirty="0">
                <a:solidFill>
                  <a:prstClr val="white"/>
                </a:solidFill>
                <a:latin typeface="72" panose="020B0503030000000003" pitchFamily="34" charset="0"/>
              </a:rPr>
              <a:t>continuous delivery (CD)</a:t>
            </a:r>
            <a:r>
              <a:rPr lang="en-US" sz="1799" dirty="0">
                <a:solidFill>
                  <a:prstClr val="white"/>
                </a:solidFill>
                <a:latin typeface="72" panose="020B0503030000000003" pitchFamily="34" charset="0"/>
              </a:rPr>
              <a:t> concept expands on the one of continuous integration. It adds the aspect that any change that has successfully passed the tests is immediately ready to be deployed to production, both from a technical and a qualitative point of view.</a:t>
            </a:r>
          </a:p>
          <a:p>
            <a:pPr defTabSz="1218621"/>
            <a:br>
              <a:rPr lang="en-US" sz="1799" dirty="0">
                <a:solidFill>
                  <a:prstClr val="white"/>
                </a:solidFill>
                <a:latin typeface="72" panose="020B0503030000000003" pitchFamily="34" charset="0"/>
              </a:rPr>
            </a:br>
            <a:endParaRPr lang="en-US" sz="1799" dirty="0">
              <a:solidFill>
                <a:prstClr val="white"/>
              </a:solidFill>
              <a:latin typeface="Segoe UI"/>
            </a:endParaRPr>
          </a:p>
        </p:txBody>
      </p:sp>
      <p:pic>
        <p:nvPicPr>
          <p:cNvPr id="1026" name="Picture 2">
            <a:extLst>
              <a:ext uri="{FF2B5EF4-FFF2-40B4-BE49-F238E27FC236}">
                <a16:creationId xmlns:a16="http://schemas.microsoft.com/office/drawing/2014/main" id="{1432B8B0-C4F3-D10A-CAA9-08ECBBAE0C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4089" y="1466621"/>
            <a:ext cx="3454892" cy="3924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6070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1000"/>
                                        <p:tgtEl>
                                          <p:spTgt spid="4">
                                            <p:txEl>
                                              <p:pRg st="4" end="4"/>
                                            </p:txEl>
                                          </p:spTgt>
                                        </p:tgtEl>
                                      </p:cBhvr>
                                    </p:animEffect>
                                    <p:anim calcmode="lin" valueType="num">
                                      <p:cBhvr>
                                        <p:cTn id="2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Hands on: Continuous Integration</a:t>
            </a:r>
          </a:p>
        </p:txBody>
      </p:sp>
      <p:pic>
        <p:nvPicPr>
          <p:cNvPr id="3076" name="Picture 4" descr="What is CI/CD?">
            <a:extLst>
              <a:ext uri="{FF2B5EF4-FFF2-40B4-BE49-F238E27FC236}">
                <a16:creationId xmlns:a16="http://schemas.microsoft.com/office/drawing/2014/main" id="{B6624A5E-659B-6300-D3F6-A8B2C02FC8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9143" y="1485290"/>
            <a:ext cx="9486881" cy="4540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8164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BTP Cloud Transport Management</a:t>
            </a:r>
          </a:p>
        </p:txBody>
      </p:sp>
      <p:sp>
        <p:nvSpPr>
          <p:cNvPr id="4" name="TextBox 3">
            <a:extLst>
              <a:ext uri="{FF2B5EF4-FFF2-40B4-BE49-F238E27FC236}">
                <a16:creationId xmlns:a16="http://schemas.microsoft.com/office/drawing/2014/main" id="{0FB489AD-CEEC-BC34-2ACB-E705A5DF5CF8}"/>
              </a:ext>
            </a:extLst>
          </p:cNvPr>
          <p:cNvSpPr txBox="1"/>
          <p:nvPr/>
        </p:nvSpPr>
        <p:spPr>
          <a:xfrm>
            <a:off x="160869" y="909378"/>
            <a:ext cx="11734248" cy="2584650"/>
          </a:xfrm>
          <a:prstGeom prst="rect">
            <a:avLst/>
          </a:prstGeom>
          <a:noFill/>
        </p:spPr>
        <p:txBody>
          <a:bodyPr wrap="square">
            <a:spAutoFit/>
          </a:bodyPr>
          <a:lstStyle/>
          <a:p>
            <a:pPr defTabSz="1218621"/>
            <a:r>
              <a:rPr lang="en-US" sz="1799" dirty="0">
                <a:solidFill>
                  <a:prstClr val="white"/>
                </a:solidFill>
                <a:latin typeface="72" panose="020B0503030000000003" pitchFamily="34" charset="0"/>
              </a:rPr>
              <a:t>SAP Cloud Transport Management service lets you manage software deliverables between accounts of different environments (such as Neo and Cloud Foundry), by transporting them across various runtimes. This includes application artifacts as well as their respective application-specific content.</a:t>
            </a:r>
          </a:p>
          <a:p>
            <a:pPr defTabSz="1218621"/>
            <a:endParaRPr lang="en-US" sz="1799" dirty="0">
              <a:solidFill>
                <a:prstClr val="white"/>
              </a:solidFill>
              <a:latin typeface="72" panose="020B0503030000000003" pitchFamily="34" charset="0"/>
            </a:endParaRPr>
          </a:p>
          <a:p>
            <a:pPr defTabSz="1218621"/>
            <a:r>
              <a:rPr lang="en-US" sz="1799" dirty="0">
                <a:solidFill>
                  <a:prstClr val="white"/>
                </a:solidFill>
                <a:latin typeface="72" panose="020B0503030000000003" pitchFamily="34" charset="0"/>
              </a:rPr>
              <a:t>SAP Cloud Transport Management service adds transparency to the audit trail of changes so that you get information about who performed which changes in your production environment, and when they did it. At the same time, the service enables a separation of concerns: For example, a developer of an application or of SAP Cloud content artifacts can trigger the transport of changes in a development subaccount, while the resulting import into the test, and production subaccount is handled by a central operations team.</a:t>
            </a:r>
          </a:p>
        </p:txBody>
      </p:sp>
      <p:pic>
        <p:nvPicPr>
          <p:cNvPr id="2050" name="Picture 2">
            <a:extLst>
              <a:ext uri="{FF2B5EF4-FFF2-40B4-BE49-F238E27FC236}">
                <a16:creationId xmlns:a16="http://schemas.microsoft.com/office/drawing/2014/main" id="{8BE2A52D-ABCC-621B-75E1-4E49BDC937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4842" y="3760957"/>
            <a:ext cx="5385393" cy="2756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7393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Hands on SAP BTP Cloud Transport</a:t>
            </a:r>
          </a:p>
        </p:txBody>
      </p:sp>
      <p:pic>
        <p:nvPicPr>
          <p:cNvPr id="4098" name="Picture 2" descr="Moving Freight into the Future: Cloud-Based TMS Systems">
            <a:extLst>
              <a:ext uri="{FF2B5EF4-FFF2-40B4-BE49-F238E27FC236}">
                <a16:creationId xmlns:a16="http://schemas.microsoft.com/office/drawing/2014/main" id="{C4B91D97-475C-72AE-FC63-629B325B95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8822" y="1125344"/>
            <a:ext cx="5233890" cy="5227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8492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9A4-C44A-E50D-C6AE-C5A543EB776F}"/>
              </a:ext>
            </a:extLst>
          </p:cNvPr>
          <p:cNvSpPr>
            <a:spLocks noGrp="1"/>
          </p:cNvSpPr>
          <p:nvPr>
            <p:ph type="title"/>
          </p:nvPr>
        </p:nvSpPr>
        <p:spPr/>
        <p:txBody>
          <a:bodyPr/>
          <a:lstStyle/>
          <a:p>
            <a:endParaRPr lang="en-US"/>
          </a:p>
        </p:txBody>
      </p:sp>
      <p:grpSp>
        <p:nvGrpSpPr>
          <p:cNvPr id="11" name="Group 10">
            <a:extLst>
              <a:ext uri="{FF2B5EF4-FFF2-40B4-BE49-F238E27FC236}">
                <a16:creationId xmlns:a16="http://schemas.microsoft.com/office/drawing/2014/main" id="{87433C00-5868-3FCB-63EA-08ABC3B291EE}"/>
              </a:ext>
            </a:extLst>
          </p:cNvPr>
          <p:cNvGrpSpPr/>
          <p:nvPr/>
        </p:nvGrpSpPr>
        <p:grpSpPr>
          <a:xfrm>
            <a:off x="795038" y="1971143"/>
            <a:ext cx="516960" cy="266040"/>
            <a:chOff x="795038" y="1971143"/>
            <a:chExt cx="516960" cy="266040"/>
          </a:xfrm>
        </p:grpSpPr>
        <mc:AlternateContent xmlns:mc="http://schemas.openxmlformats.org/markup-compatibility/2006">
          <mc:Choice xmlns:p14="http://schemas.microsoft.com/office/powerpoint/2010/main" Requires="p14">
            <p:contentPart p14:bwMode="auto" r:id="rId2">
              <p14:nvContentPartPr>
                <p14:cNvPr id="8" name="Ink 7">
                  <a:extLst>
                    <a:ext uri="{FF2B5EF4-FFF2-40B4-BE49-F238E27FC236}">
                      <a16:creationId xmlns:a16="http://schemas.microsoft.com/office/drawing/2014/main" id="{63A6B729-5678-BC23-E95E-E6F731EC2105}"/>
                    </a:ext>
                  </a:extLst>
                </p14:cNvPr>
                <p14:cNvContentPartPr/>
                <p14:nvPr/>
              </p14:nvContentPartPr>
              <p14:xfrm>
                <a:off x="795038" y="1971143"/>
                <a:ext cx="179640" cy="264960"/>
              </p14:xfrm>
            </p:contentPart>
          </mc:Choice>
          <mc:Fallback>
            <p:pic>
              <p:nvPicPr>
                <p:cNvPr id="8" name="Ink 7">
                  <a:extLst>
                    <a:ext uri="{FF2B5EF4-FFF2-40B4-BE49-F238E27FC236}">
                      <a16:creationId xmlns:a16="http://schemas.microsoft.com/office/drawing/2014/main" id="{63A6B729-5678-BC23-E95E-E6F731EC2105}"/>
                    </a:ext>
                  </a:extLst>
                </p:cNvPr>
                <p:cNvPicPr/>
                <p:nvPr/>
              </p:nvPicPr>
              <p:blipFill>
                <a:blip r:embed="rId3"/>
                <a:stretch>
                  <a:fillRect/>
                </a:stretch>
              </p:blipFill>
              <p:spPr>
                <a:xfrm>
                  <a:off x="786038" y="1962143"/>
                  <a:ext cx="197280" cy="2826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9" name="Ink 8">
                  <a:extLst>
                    <a:ext uri="{FF2B5EF4-FFF2-40B4-BE49-F238E27FC236}">
                      <a16:creationId xmlns:a16="http://schemas.microsoft.com/office/drawing/2014/main" id="{A476ACBD-52DC-E135-4392-D4C47C9440E6}"/>
                    </a:ext>
                  </a:extLst>
                </p14:cNvPr>
                <p14:cNvContentPartPr/>
                <p14:nvPr/>
              </p14:nvContentPartPr>
              <p14:xfrm>
                <a:off x="1051358" y="2112983"/>
                <a:ext cx="88200" cy="124200"/>
              </p14:xfrm>
            </p:contentPart>
          </mc:Choice>
          <mc:Fallback>
            <p:pic>
              <p:nvPicPr>
                <p:cNvPr id="9" name="Ink 8">
                  <a:extLst>
                    <a:ext uri="{FF2B5EF4-FFF2-40B4-BE49-F238E27FC236}">
                      <a16:creationId xmlns:a16="http://schemas.microsoft.com/office/drawing/2014/main" id="{A476ACBD-52DC-E135-4392-D4C47C9440E6}"/>
                    </a:ext>
                  </a:extLst>
                </p:cNvPr>
                <p:cNvPicPr/>
                <p:nvPr/>
              </p:nvPicPr>
              <p:blipFill>
                <a:blip r:embed="rId5"/>
                <a:stretch>
                  <a:fillRect/>
                </a:stretch>
              </p:blipFill>
              <p:spPr>
                <a:xfrm>
                  <a:off x="1042358" y="2103983"/>
                  <a:ext cx="10584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0" name="Ink 9">
                  <a:extLst>
                    <a:ext uri="{FF2B5EF4-FFF2-40B4-BE49-F238E27FC236}">
                      <a16:creationId xmlns:a16="http://schemas.microsoft.com/office/drawing/2014/main" id="{DBF0CD14-C945-13B4-3A81-723BB4BE59A0}"/>
                    </a:ext>
                  </a:extLst>
                </p14:cNvPr>
                <p14:cNvContentPartPr/>
                <p14:nvPr/>
              </p14:nvContentPartPr>
              <p14:xfrm>
                <a:off x="1189958" y="2119463"/>
                <a:ext cx="122040" cy="115200"/>
              </p14:xfrm>
            </p:contentPart>
          </mc:Choice>
          <mc:Fallback>
            <p:pic>
              <p:nvPicPr>
                <p:cNvPr id="10" name="Ink 9">
                  <a:extLst>
                    <a:ext uri="{FF2B5EF4-FFF2-40B4-BE49-F238E27FC236}">
                      <a16:creationId xmlns:a16="http://schemas.microsoft.com/office/drawing/2014/main" id="{DBF0CD14-C945-13B4-3A81-723BB4BE59A0}"/>
                    </a:ext>
                  </a:extLst>
                </p:cNvPr>
                <p:cNvPicPr/>
                <p:nvPr/>
              </p:nvPicPr>
              <p:blipFill>
                <a:blip r:embed="rId7"/>
                <a:stretch>
                  <a:fillRect/>
                </a:stretch>
              </p:blipFill>
              <p:spPr>
                <a:xfrm>
                  <a:off x="1180958" y="2110823"/>
                  <a:ext cx="139680" cy="132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
            <p14:nvContentPartPr>
              <p14:cNvPr id="12" name="Ink 11">
                <a:extLst>
                  <a:ext uri="{FF2B5EF4-FFF2-40B4-BE49-F238E27FC236}">
                    <a16:creationId xmlns:a16="http://schemas.microsoft.com/office/drawing/2014/main" id="{9A388B1A-8DE6-4ED1-D285-912D3BFD0311}"/>
                  </a:ext>
                </a:extLst>
              </p14:cNvPr>
              <p14:cNvContentPartPr/>
              <p14:nvPr/>
            </p14:nvContentPartPr>
            <p14:xfrm>
              <a:off x="1098158" y="2433023"/>
              <a:ext cx="17640" cy="359280"/>
            </p14:xfrm>
          </p:contentPart>
        </mc:Choice>
        <mc:Fallback>
          <p:pic>
            <p:nvPicPr>
              <p:cNvPr id="12" name="Ink 11">
                <a:extLst>
                  <a:ext uri="{FF2B5EF4-FFF2-40B4-BE49-F238E27FC236}">
                    <a16:creationId xmlns:a16="http://schemas.microsoft.com/office/drawing/2014/main" id="{9A388B1A-8DE6-4ED1-D285-912D3BFD0311}"/>
                  </a:ext>
                </a:extLst>
              </p:cNvPr>
              <p:cNvPicPr/>
              <p:nvPr/>
            </p:nvPicPr>
            <p:blipFill>
              <a:blip r:embed="rId9"/>
              <a:stretch>
                <a:fillRect/>
              </a:stretch>
            </p:blipFill>
            <p:spPr>
              <a:xfrm>
                <a:off x="1089158" y="2424023"/>
                <a:ext cx="35280" cy="3769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3" name="Ink 12">
                <a:extLst>
                  <a:ext uri="{FF2B5EF4-FFF2-40B4-BE49-F238E27FC236}">
                    <a16:creationId xmlns:a16="http://schemas.microsoft.com/office/drawing/2014/main" id="{1324D57E-488B-A5EC-4540-30F6A931D6FD}"/>
                  </a:ext>
                </a:extLst>
              </p14:cNvPr>
              <p14:cNvContentPartPr/>
              <p14:nvPr/>
            </p14:nvContentPartPr>
            <p14:xfrm>
              <a:off x="346478" y="2780783"/>
              <a:ext cx="1741320" cy="335880"/>
            </p14:xfrm>
          </p:contentPart>
        </mc:Choice>
        <mc:Fallback>
          <p:pic>
            <p:nvPicPr>
              <p:cNvPr id="13" name="Ink 12">
                <a:extLst>
                  <a:ext uri="{FF2B5EF4-FFF2-40B4-BE49-F238E27FC236}">
                    <a16:creationId xmlns:a16="http://schemas.microsoft.com/office/drawing/2014/main" id="{1324D57E-488B-A5EC-4540-30F6A931D6FD}"/>
                  </a:ext>
                </a:extLst>
              </p:cNvPr>
              <p:cNvPicPr/>
              <p:nvPr/>
            </p:nvPicPr>
            <p:blipFill>
              <a:blip r:embed="rId11"/>
              <a:stretch>
                <a:fillRect/>
              </a:stretch>
            </p:blipFill>
            <p:spPr>
              <a:xfrm>
                <a:off x="337478" y="2772143"/>
                <a:ext cx="1758960" cy="3535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4" name="Ink 13">
                <a:extLst>
                  <a:ext uri="{FF2B5EF4-FFF2-40B4-BE49-F238E27FC236}">
                    <a16:creationId xmlns:a16="http://schemas.microsoft.com/office/drawing/2014/main" id="{7FAEC67B-2200-FB51-A248-D5A27730F5F8}"/>
                  </a:ext>
                </a:extLst>
              </p14:cNvPr>
              <p14:cNvContentPartPr/>
              <p14:nvPr/>
            </p14:nvContentPartPr>
            <p14:xfrm>
              <a:off x="264038" y="2807423"/>
              <a:ext cx="43200" cy="258840"/>
            </p14:xfrm>
          </p:contentPart>
        </mc:Choice>
        <mc:Fallback>
          <p:pic>
            <p:nvPicPr>
              <p:cNvPr id="14" name="Ink 13">
                <a:extLst>
                  <a:ext uri="{FF2B5EF4-FFF2-40B4-BE49-F238E27FC236}">
                    <a16:creationId xmlns:a16="http://schemas.microsoft.com/office/drawing/2014/main" id="{7FAEC67B-2200-FB51-A248-D5A27730F5F8}"/>
                  </a:ext>
                </a:extLst>
              </p:cNvPr>
              <p:cNvPicPr/>
              <p:nvPr/>
            </p:nvPicPr>
            <p:blipFill>
              <a:blip r:embed="rId13"/>
              <a:stretch>
                <a:fillRect/>
              </a:stretch>
            </p:blipFill>
            <p:spPr>
              <a:xfrm>
                <a:off x="255038" y="2798423"/>
                <a:ext cx="60840" cy="2764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5" name="Ink 14">
                <a:extLst>
                  <a:ext uri="{FF2B5EF4-FFF2-40B4-BE49-F238E27FC236}">
                    <a16:creationId xmlns:a16="http://schemas.microsoft.com/office/drawing/2014/main" id="{8559CB55-9856-6739-187C-7673AE147812}"/>
                  </a:ext>
                </a:extLst>
              </p14:cNvPr>
              <p14:cNvContentPartPr/>
              <p14:nvPr/>
            </p14:nvContentPartPr>
            <p14:xfrm>
              <a:off x="109958" y="3230423"/>
              <a:ext cx="212040" cy="231840"/>
            </p14:xfrm>
          </p:contentPart>
        </mc:Choice>
        <mc:Fallback>
          <p:pic>
            <p:nvPicPr>
              <p:cNvPr id="15" name="Ink 14">
                <a:extLst>
                  <a:ext uri="{FF2B5EF4-FFF2-40B4-BE49-F238E27FC236}">
                    <a16:creationId xmlns:a16="http://schemas.microsoft.com/office/drawing/2014/main" id="{8559CB55-9856-6739-187C-7673AE147812}"/>
                  </a:ext>
                </a:extLst>
              </p:cNvPr>
              <p:cNvPicPr/>
              <p:nvPr/>
            </p:nvPicPr>
            <p:blipFill>
              <a:blip r:embed="rId15"/>
              <a:stretch>
                <a:fillRect/>
              </a:stretch>
            </p:blipFill>
            <p:spPr>
              <a:xfrm>
                <a:off x="101318" y="3221783"/>
                <a:ext cx="229680" cy="2494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6" name="Ink 15">
                <a:extLst>
                  <a:ext uri="{FF2B5EF4-FFF2-40B4-BE49-F238E27FC236}">
                    <a16:creationId xmlns:a16="http://schemas.microsoft.com/office/drawing/2014/main" id="{3EAEC7BB-F784-7FDA-B3F3-6CB4BC096871}"/>
                  </a:ext>
                </a:extLst>
              </p14:cNvPr>
              <p14:cNvContentPartPr/>
              <p14:nvPr/>
            </p14:nvContentPartPr>
            <p14:xfrm>
              <a:off x="394358" y="3232223"/>
              <a:ext cx="163440" cy="191160"/>
            </p14:xfrm>
          </p:contentPart>
        </mc:Choice>
        <mc:Fallback>
          <p:pic>
            <p:nvPicPr>
              <p:cNvPr id="16" name="Ink 15">
                <a:extLst>
                  <a:ext uri="{FF2B5EF4-FFF2-40B4-BE49-F238E27FC236}">
                    <a16:creationId xmlns:a16="http://schemas.microsoft.com/office/drawing/2014/main" id="{3EAEC7BB-F784-7FDA-B3F3-6CB4BC096871}"/>
                  </a:ext>
                </a:extLst>
              </p:cNvPr>
              <p:cNvPicPr/>
              <p:nvPr/>
            </p:nvPicPr>
            <p:blipFill>
              <a:blip r:embed="rId17"/>
              <a:stretch>
                <a:fillRect/>
              </a:stretch>
            </p:blipFill>
            <p:spPr>
              <a:xfrm>
                <a:off x="385718" y="3223583"/>
                <a:ext cx="181080" cy="2088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8" name="Ink 17">
                <a:extLst>
                  <a:ext uri="{FF2B5EF4-FFF2-40B4-BE49-F238E27FC236}">
                    <a16:creationId xmlns:a16="http://schemas.microsoft.com/office/drawing/2014/main" id="{0A75B87F-08C8-5B12-3F18-33278D776F8A}"/>
                  </a:ext>
                </a:extLst>
              </p14:cNvPr>
              <p14:cNvContentPartPr/>
              <p14:nvPr/>
            </p14:nvContentPartPr>
            <p14:xfrm>
              <a:off x="450518" y="3262823"/>
              <a:ext cx="262080" cy="197640"/>
            </p14:xfrm>
          </p:contentPart>
        </mc:Choice>
        <mc:Fallback>
          <p:pic>
            <p:nvPicPr>
              <p:cNvPr id="18" name="Ink 17">
                <a:extLst>
                  <a:ext uri="{FF2B5EF4-FFF2-40B4-BE49-F238E27FC236}">
                    <a16:creationId xmlns:a16="http://schemas.microsoft.com/office/drawing/2014/main" id="{0A75B87F-08C8-5B12-3F18-33278D776F8A}"/>
                  </a:ext>
                </a:extLst>
              </p:cNvPr>
              <p:cNvPicPr/>
              <p:nvPr/>
            </p:nvPicPr>
            <p:blipFill>
              <a:blip r:embed="rId19"/>
              <a:stretch>
                <a:fillRect/>
              </a:stretch>
            </p:blipFill>
            <p:spPr>
              <a:xfrm>
                <a:off x="441878" y="3254183"/>
                <a:ext cx="279720" cy="215280"/>
              </a:xfrm>
              <a:prstGeom prst="rect">
                <a:avLst/>
              </a:prstGeom>
            </p:spPr>
          </p:pic>
        </mc:Fallback>
      </mc:AlternateContent>
      <p:grpSp>
        <p:nvGrpSpPr>
          <p:cNvPr id="24" name="Group 23">
            <a:extLst>
              <a:ext uri="{FF2B5EF4-FFF2-40B4-BE49-F238E27FC236}">
                <a16:creationId xmlns:a16="http://schemas.microsoft.com/office/drawing/2014/main" id="{852B83B9-AB15-7FDA-6639-EBE36DA0F2B9}"/>
              </a:ext>
            </a:extLst>
          </p:cNvPr>
          <p:cNvGrpSpPr/>
          <p:nvPr/>
        </p:nvGrpSpPr>
        <p:grpSpPr>
          <a:xfrm>
            <a:off x="1554638" y="3279383"/>
            <a:ext cx="696960" cy="216720"/>
            <a:chOff x="1554638" y="3279383"/>
            <a:chExt cx="696960" cy="216720"/>
          </a:xfrm>
        </p:grpSpPr>
        <mc:AlternateContent xmlns:mc="http://schemas.openxmlformats.org/markup-compatibility/2006">
          <mc:Choice xmlns:p14="http://schemas.microsoft.com/office/powerpoint/2010/main" Requires="p14">
            <p:contentPart p14:bwMode="auto" r:id="rId20">
              <p14:nvContentPartPr>
                <p14:cNvPr id="19" name="Ink 18">
                  <a:extLst>
                    <a:ext uri="{FF2B5EF4-FFF2-40B4-BE49-F238E27FC236}">
                      <a16:creationId xmlns:a16="http://schemas.microsoft.com/office/drawing/2014/main" id="{6288B894-6673-E8C7-FB7F-A6FE4031FA5B}"/>
                    </a:ext>
                  </a:extLst>
                </p14:cNvPr>
                <p14:cNvContentPartPr/>
                <p14:nvPr/>
              </p14:nvContentPartPr>
              <p14:xfrm>
                <a:off x="1554638" y="3279383"/>
                <a:ext cx="199800" cy="211320"/>
              </p14:xfrm>
            </p:contentPart>
          </mc:Choice>
          <mc:Fallback>
            <p:pic>
              <p:nvPicPr>
                <p:cNvPr id="19" name="Ink 18">
                  <a:extLst>
                    <a:ext uri="{FF2B5EF4-FFF2-40B4-BE49-F238E27FC236}">
                      <a16:creationId xmlns:a16="http://schemas.microsoft.com/office/drawing/2014/main" id="{6288B894-6673-E8C7-FB7F-A6FE4031FA5B}"/>
                    </a:ext>
                  </a:extLst>
                </p:cNvPr>
                <p:cNvPicPr/>
                <p:nvPr/>
              </p:nvPicPr>
              <p:blipFill>
                <a:blip r:embed="rId21"/>
                <a:stretch>
                  <a:fillRect/>
                </a:stretch>
              </p:blipFill>
              <p:spPr>
                <a:xfrm>
                  <a:off x="1545998" y="3270383"/>
                  <a:ext cx="217440" cy="2289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0" name="Ink 19">
                  <a:extLst>
                    <a:ext uri="{FF2B5EF4-FFF2-40B4-BE49-F238E27FC236}">
                      <a16:creationId xmlns:a16="http://schemas.microsoft.com/office/drawing/2014/main" id="{97A2C9E9-1EAC-5562-A119-ED1905E766E5}"/>
                    </a:ext>
                  </a:extLst>
                </p14:cNvPr>
                <p14:cNvContentPartPr/>
                <p14:nvPr/>
              </p14:nvContentPartPr>
              <p14:xfrm>
                <a:off x="1822118" y="3305663"/>
                <a:ext cx="163080" cy="148680"/>
              </p14:xfrm>
            </p:contentPart>
          </mc:Choice>
          <mc:Fallback>
            <p:pic>
              <p:nvPicPr>
                <p:cNvPr id="20" name="Ink 19">
                  <a:extLst>
                    <a:ext uri="{FF2B5EF4-FFF2-40B4-BE49-F238E27FC236}">
                      <a16:creationId xmlns:a16="http://schemas.microsoft.com/office/drawing/2014/main" id="{97A2C9E9-1EAC-5562-A119-ED1905E766E5}"/>
                    </a:ext>
                  </a:extLst>
                </p:cNvPr>
                <p:cNvPicPr/>
                <p:nvPr/>
              </p:nvPicPr>
              <p:blipFill>
                <a:blip r:embed="rId23"/>
                <a:stretch>
                  <a:fillRect/>
                </a:stretch>
              </p:blipFill>
              <p:spPr>
                <a:xfrm>
                  <a:off x="1813478" y="3296663"/>
                  <a:ext cx="18072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3" name="Ink 22">
                  <a:extLst>
                    <a:ext uri="{FF2B5EF4-FFF2-40B4-BE49-F238E27FC236}">
                      <a16:creationId xmlns:a16="http://schemas.microsoft.com/office/drawing/2014/main" id="{017D5B29-25BB-469A-E4F3-8FCDB641F8F1}"/>
                    </a:ext>
                  </a:extLst>
                </p14:cNvPr>
                <p14:cNvContentPartPr/>
                <p14:nvPr/>
              </p14:nvContentPartPr>
              <p14:xfrm>
                <a:off x="1834718" y="3316823"/>
                <a:ext cx="416880" cy="179280"/>
              </p14:xfrm>
            </p:contentPart>
          </mc:Choice>
          <mc:Fallback>
            <p:pic>
              <p:nvPicPr>
                <p:cNvPr id="23" name="Ink 22">
                  <a:extLst>
                    <a:ext uri="{FF2B5EF4-FFF2-40B4-BE49-F238E27FC236}">
                      <a16:creationId xmlns:a16="http://schemas.microsoft.com/office/drawing/2014/main" id="{017D5B29-25BB-469A-E4F3-8FCDB641F8F1}"/>
                    </a:ext>
                  </a:extLst>
                </p:cNvPr>
                <p:cNvPicPr/>
                <p:nvPr/>
              </p:nvPicPr>
              <p:blipFill>
                <a:blip r:embed="rId25"/>
                <a:stretch>
                  <a:fillRect/>
                </a:stretch>
              </p:blipFill>
              <p:spPr>
                <a:xfrm>
                  <a:off x="1825718" y="3308183"/>
                  <a:ext cx="434520" cy="196920"/>
                </a:xfrm>
                <a:prstGeom prst="rect">
                  <a:avLst/>
                </a:prstGeom>
              </p:spPr>
            </p:pic>
          </mc:Fallback>
        </mc:AlternateContent>
      </p:grpSp>
      <p:grpSp>
        <p:nvGrpSpPr>
          <p:cNvPr id="28" name="Group 27">
            <a:extLst>
              <a:ext uri="{FF2B5EF4-FFF2-40B4-BE49-F238E27FC236}">
                <a16:creationId xmlns:a16="http://schemas.microsoft.com/office/drawing/2014/main" id="{0BDD0B4D-4654-33E6-48B2-6E88AFAB250C}"/>
              </a:ext>
            </a:extLst>
          </p:cNvPr>
          <p:cNvGrpSpPr/>
          <p:nvPr/>
        </p:nvGrpSpPr>
        <p:grpSpPr>
          <a:xfrm>
            <a:off x="995558" y="958463"/>
            <a:ext cx="5167440" cy="908640"/>
            <a:chOff x="995558" y="958463"/>
            <a:chExt cx="5167440" cy="908640"/>
          </a:xfrm>
        </p:grpSpPr>
        <mc:AlternateContent xmlns:mc="http://schemas.openxmlformats.org/markup-compatibility/2006">
          <mc:Choice xmlns:p14="http://schemas.microsoft.com/office/powerpoint/2010/main" Requires="p14">
            <p:contentPart p14:bwMode="auto" r:id="rId26">
              <p14:nvContentPartPr>
                <p14:cNvPr id="3" name="Ink 2">
                  <a:extLst>
                    <a:ext uri="{FF2B5EF4-FFF2-40B4-BE49-F238E27FC236}">
                      <a16:creationId xmlns:a16="http://schemas.microsoft.com/office/drawing/2014/main" id="{F35F8287-9104-81CC-F86E-39AD8E59A75E}"/>
                    </a:ext>
                  </a:extLst>
                </p14:cNvPr>
                <p14:cNvContentPartPr/>
                <p14:nvPr/>
              </p14:nvContentPartPr>
              <p14:xfrm>
                <a:off x="5198558" y="1164743"/>
                <a:ext cx="155520" cy="305280"/>
              </p14:xfrm>
            </p:contentPart>
          </mc:Choice>
          <mc:Fallback>
            <p:pic>
              <p:nvPicPr>
                <p:cNvPr id="3" name="Ink 2">
                  <a:extLst>
                    <a:ext uri="{FF2B5EF4-FFF2-40B4-BE49-F238E27FC236}">
                      <a16:creationId xmlns:a16="http://schemas.microsoft.com/office/drawing/2014/main" id="{F35F8287-9104-81CC-F86E-39AD8E59A75E}"/>
                    </a:ext>
                  </a:extLst>
                </p:cNvPr>
                <p:cNvPicPr/>
                <p:nvPr/>
              </p:nvPicPr>
              <p:blipFill>
                <a:blip r:embed="rId27"/>
                <a:stretch>
                  <a:fillRect/>
                </a:stretch>
              </p:blipFill>
              <p:spPr>
                <a:xfrm>
                  <a:off x="5189558" y="1156103"/>
                  <a:ext cx="173160" cy="3229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4" name="Ink 3">
                  <a:extLst>
                    <a:ext uri="{FF2B5EF4-FFF2-40B4-BE49-F238E27FC236}">
                      <a16:creationId xmlns:a16="http://schemas.microsoft.com/office/drawing/2014/main" id="{A427D46C-0C40-B13C-9A56-7AC9B5EAC65F}"/>
                    </a:ext>
                  </a:extLst>
                </p14:cNvPr>
                <p14:cNvContentPartPr/>
                <p14:nvPr/>
              </p14:nvContentPartPr>
              <p14:xfrm>
                <a:off x="5442278" y="1220183"/>
                <a:ext cx="128880" cy="243000"/>
              </p14:xfrm>
            </p:contentPart>
          </mc:Choice>
          <mc:Fallback>
            <p:pic>
              <p:nvPicPr>
                <p:cNvPr id="4" name="Ink 3">
                  <a:extLst>
                    <a:ext uri="{FF2B5EF4-FFF2-40B4-BE49-F238E27FC236}">
                      <a16:creationId xmlns:a16="http://schemas.microsoft.com/office/drawing/2014/main" id="{A427D46C-0C40-B13C-9A56-7AC9B5EAC65F}"/>
                    </a:ext>
                  </a:extLst>
                </p:cNvPr>
                <p:cNvPicPr/>
                <p:nvPr/>
              </p:nvPicPr>
              <p:blipFill>
                <a:blip r:embed="rId29"/>
                <a:stretch>
                  <a:fillRect/>
                </a:stretch>
              </p:blipFill>
              <p:spPr>
                <a:xfrm>
                  <a:off x="5433278" y="1211543"/>
                  <a:ext cx="14652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5" name="Ink 4">
                  <a:extLst>
                    <a:ext uri="{FF2B5EF4-FFF2-40B4-BE49-F238E27FC236}">
                      <a16:creationId xmlns:a16="http://schemas.microsoft.com/office/drawing/2014/main" id="{43302444-4155-7A1A-A7AD-88053281F63C}"/>
                    </a:ext>
                  </a:extLst>
                </p14:cNvPr>
                <p14:cNvContentPartPr/>
                <p14:nvPr/>
              </p14:nvContentPartPr>
              <p14:xfrm>
                <a:off x="5643878" y="1218023"/>
                <a:ext cx="135000" cy="234000"/>
              </p14:xfrm>
            </p:contentPart>
          </mc:Choice>
          <mc:Fallback>
            <p:pic>
              <p:nvPicPr>
                <p:cNvPr id="5" name="Ink 4">
                  <a:extLst>
                    <a:ext uri="{FF2B5EF4-FFF2-40B4-BE49-F238E27FC236}">
                      <a16:creationId xmlns:a16="http://schemas.microsoft.com/office/drawing/2014/main" id="{43302444-4155-7A1A-A7AD-88053281F63C}"/>
                    </a:ext>
                  </a:extLst>
                </p:cNvPr>
                <p:cNvPicPr/>
                <p:nvPr/>
              </p:nvPicPr>
              <p:blipFill>
                <a:blip r:embed="rId31"/>
                <a:stretch>
                  <a:fillRect/>
                </a:stretch>
              </p:blipFill>
              <p:spPr>
                <a:xfrm>
                  <a:off x="5635238" y="1209023"/>
                  <a:ext cx="152640" cy="2516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6" name="Ink 5">
                  <a:extLst>
                    <a:ext uri="{FF2B5EF4-FFF2-40B4-BE49-F238E27FC236}">
                      <a16:creationId xmlns:a16="http://schemas.microsoft.com/office/drawing/2014/main" id="{A9D92C07-17EF-61A3-A983-01CFFD734DE0}"/>
                    </a:ext>
                  </a:extLst>
                </p14:cNvPr>
                <p14:cNvContentPartPr/>
                <p14:nvPr/>
              </p14:nvContentPartPr>
              <p14:xfrm>
                <a:off x="4814078" y="958463"/>
                <a:ext cx="1348920" cy="820440"/>
              </p14:xfrm>
            </p:contentPart>
          </mc:Choice>
          <mc:Fallback>
            <p:pic>
              <p:nvPicPr>
                <p:cNvPr id="6" name="Ink 5">
                  <a:extLst>
                    <a:ext uri="{FF2B5EF4-FFF2-40B4-BE49-F238E27FC236}">
                      <a16:creationId xmlns:a16="http://schemas.microsoft.com/office/drawing/2014/main" id="{A9D92C07-17EF-61A3-A983-01CFFD734DE0}"/>
                    </a:ext>
                  </a:extLst>
                </p:cNvPr>
                <p:cNvPicPr/>
                <p:nvPr/>
              </p:nvPicPr>
              <p:blipFill>
                <a:blip r:embed="rId33"/>
                <a:stretch>
                  <a:fillRect/>
                </a:stretch>
              </p:blipFill>
              <p:spPr>
                <a:xfrm>
                  <a:off x="4805438" y="949823"/>
                  <a:ext cx="1366560" cy="8380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5" name="Ink 24">
                  <a:extLst>
                    <a:ext uri="{FF2B5EF4-FFF2-40B4-BE49-F238E27FC236}">
                      <a16:creationId xmlns:a16="http://schemas.microsoft.com/office/drawing/2014/main" id="{84A3DB57-315A-1154-B23B-282DEC7F8005}"/>
                    </a:ext>
                  </a:extLst>
                </p14:cNvPr>
                <p14:cNvContentPartPr/>
                <p14:nvPr/>
              </p14:nvContentPartPr>
              <p14:xfrm>
                <a:off x="1043798" y="1433663"/>
                <a:ext cx="3697560" cy="395640"/>
              </p14:xfrm>
            </p:contentPart>
          </mc:Choice>
          <mc:Fallback>
            <p:pic>
              <p:nvPicPr>
                <p:cNvPr id="25" name="Ink 24">
                  <a:extLst>
                    <a:ext uri="{FF2B5EF4-FFF2-40B4-BE49-F238E27FC236}">
                      <a16:creationId xmlns:a16="http://schemas.microsoft.com/office/drawing/2014/main" id="{84A3DB57-315A-1154-B23B-282DEC7F8005}"/>
                    </a:ext>
                  </a:extLst>
                </p:cNvPr>
                <p:cNvPicPr/>
                <p:nvPr/>
              </p:nvPicPr>
              <p:blipFill>
                <a:blip r:embed="rId35"/>
                <a:stretch>
                  <a:fillRect/>
                </a:stretch>
              </p:blipFill>
              <p:spPr>
                <a:xfrm>
                  <a:off x="1034798" y="1425023"/>
                  <a:ext cx="3715200" cy="4132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6" name="Ink 25">
                  <a:extLst>
                    <a:ext uri="{FF2B5EF4-FFF2-40B4-BE49-F238E27FC236}">
                      <a16:creationId xmlns:a16="http://schemas.microsoft.com/office/drawing/2014/main" id="{1957D5F7-29CF-2D6C-6847-718108B22778}"/>
                    </a:ext>
                  </a:extLst>
                </p14:cNvPr>
                <p14:cNvContentPartPr/>
                <p14:nvPr/>
              </p14:nvContentPartPr>
              <p14:xfrm>
                <a:off x="995558" y="1759463"/>
                <a:ext cx="93600" cy="88200"/>
              </p14:xfrm>
            </p:contentPart>
          </mc:Choice>
          <mc:Fallback>
            <p:pic>
              <p:nvPicPr>
                <p:cNvPr id="26" name="Ink 25">
                  <a:extLst>
                    <a:ext uri="{FF2B5EF4-FFF2-40B4-BE49-F238E27FC236}">
                      <a16:creationId xmlns:a16="http://schemas.microsoft.com/office/drawing/2014/main" id="{1957D5F7-29CF-2D6C-6847-718108B22778}"/>
                    </a:ext>
                  </a:extLst>
                </p:cNvPr>
                <p:cNvPicPr/>
                <p:nvPr/>
              </p:nvPicPr>
              <p:blipFill>
                <a:blip r:embed="rId37"/>
                <a:stretch>
                  <a:fillRect/>
                </a:stretch>
              </p:blipFill>
              <p:spPr>
                <a:xfrm>
                  <a:off x="986918" y="1750823"/>
                  <a:ext cx="111240" cy="1058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7" name="Ink 26">
                  <a:extLst>
                    <a:ext uri="{FF2B5EF4-FFF2-40B4-BE49-F238E27FC236}">
                      <a16:creationId xmlns:a16="http://schemas.microsoft.com/office/drawing/2014/main" id="{978D6C82-703D-8743-73F6-59AE9AF112EA}"/>
                    </a:ext>
                  </a:extLst>
                </p14:cNvPr>
                <p14:cNvContentPartPr/>
                <p14:nvPr/>
              </p14:nvContentPartPr>
              <p14:xfrm>
                <a:off x="1110398" y="1794743"/>
                <a:ext cx="106920" cy="72360"/>
              </p14:xfrm>
            </p:contentPart>
          </mc:Choice>
          <mc:Fallback>
            <p:pic>
              <p:nvPicPr>
                <p:cNvPr id="27" name="Ink 26">
                  <a:extLst>
                    <a:ext uri="{FF2B5EF4-FFF2-40B4-BE49-F238E27FC236}">
                      <a16:creationId xmlns:a16="http://schemas.microsoft.com/office/drawing/2014/main" id="{978D6C82-703D-8743-73F6-59AE9AF112EA}"/>
                    </a:ext>
                  </a:extLst>
                </p:cNvPr>
                <p:cNvPicPr/>
                <p:nvPr/>
              </p:nvPicPr>
              <p:blipFill>
                <a:blip r:embed="rId39"/>
                <a:stretch>
                  <a:fillRect/>
                </a:stretch>
              </p:blipFill>
              <p:spPr>
                <a:xfrm>
                  <a:off x="1101758" y="1785743"/>
                  <a:ext cx="124560" cy="90000"/>
                </a:xfrm>
                <a:prstGeom prst="rect">
                  <a:avLst/>
                </a:prstGeom>
              </p:spPr>
            </p:pic>
          </mc:Fallback>
        </mc:AlternateContent>
      </p:grpSp>
      <p:grpSp>
        <p:nvGrpSpPr>
          <p:cNvPr id="32" name="Group 31">
            <a:extLst>
              <a:ext uri="{FF2B5EF4-FFF2-40B4-BE49-F238E27FC236}">
                <a16:creationId xmlns:a16="http://schemas.microsoft.com/office/drawing/2014/main" id="{03C17406-6F38-3106-5AE4-3A32CB618E86}"/>
              </a:ext>
            </a:extLst>
          </p:cNvPr>
          <p:cNvGrpSpPr/>
          <p:nvPr/>
        </p:nvGrpSpPr>
        <p:grpSpPr>
          <a:xfrm>
            <a:off x="4037918" y="1765943"/>
            <a:ext cx="1422360" cy="806040"/>
            <a:chOff x="4037918" y="1765943"/>
            <a:chExt cx="1422360" cy="806040"/>
          </a:xfrm>
        </p:grpSpPr>
        <mc:AlternateContent xmlns:mc="http://schemas.openxmlformats.org/markup-compatibility/2006">
          <mc:Choice xmlns:p14="http://schemas.microsoft.com/office/powerpoint/2010/main" Requires="p14">
            <p:contentPart p14:bwMode="auto" r:id="rId40">
              <p14:nvContentPartPr>
                <p14:cNvPr id="29" name="Ink 28">
                  <a:extLst>
                    <a:ext uri="{FF2B5EF4-FFF2-40B4-BE49-F238E27FC236}">
                      <a16:creationId xmlns:a16="http://schemas.microsoft.com/office/drawing/2014/main" id="{2B62DF33-7CF2-9CC4-ED20-ACEEB9005F65}"/>
                    </a:ext>
                  </a:extLst>
                </p14:cNvPr>
                <p14:cNvContentPartPr/>
                <p14:nvPr/>
              </p14:nvContentPartPr>
              <p14:xfrm>
                <a:off x="4091198" y="1765943"/>
                <a:ext cx="1369080" cy="766080"/>
              </p14:xfrm>
            </p:contentPart>
          </mc:Choice>
          <mc:Fallback>
            <p:pic>
              <p:nvPicPr>
                <p:cNvPr id="29" name="Ink 28">
                  <a:extLst>
                    <a:ext uri="{FF2B5EF4-FFF2-40B4-BE49-F238E27FC236}">
                      <a16:creationId xmlns:a16="http://schemas.microsoft.com/office/drawing/2014/main" id="{2B62DF33-7CF2-9CC4-ED20-ACEEB9005F65}"/>
                    </a:ext>
                  </a:extLst>
                </p:cNvPr>
                <p:cNvPicPr/>
                <p:nvPr/>
              </p:nvPicPr>
              <p:blipFill>
                <a:blip r:embed="rId41"/>
                <a:stretch>
                  <a:fillRect/>
                </a:stretch>
              </p:blipFill>
              <p:spPr>
                <a:xfrm>
                  <a:off x="4082198" y="1757303"/>
                  <a:ext cx="1386720" cy="7837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0" name="Ink 29">
                  <a:extLst>
                    <a:ext uri="{FF2B5EF4-FFF2-40B4-BE49-F238E27FC236}">
                      <a16:creationId xmlns:a16="http://schemas.microsoft.com/office/drawing/2014/main" id="{1CE8AD96-C924-649A-82FB-832E6DE96FEA}"/>
                    </a:ext>
                  </a:extLst>
                </p14:cNvPr>
                <p14:cNvContentPartPr/>
                <p14:nvPr/>
              </p14:nvContentPartPr>
              <p14:xfrm>
                <a:off x="4037918" y="2505023"/>
                <a:ext cx="90000" cy="63000"/>
              </p14:xfrm>
            </p:contentPart>
          </mc:Choice>
          <mc:Fallback>
            <p:pic>
              <p:nvPicPr>
                <p:cNvPr id="30" name="Ink 29">
                  <a:extLst>
                    <a:ext uri="{FF2B5EF4-FFF2-40B4-BE49-F238E27FC236}">
                      <a16:creationId xmlns:a16="http://schemas.microsoft.com/office/drawing/2014/main" id="{1CE8AD96-C924-649A-82FB-832E6DE96FEA}"/>
                    </a:ext>
                  </a:extLst>
                </p:cNvPr>
                <p:cNvPicPr/>
                <p:nvPr/>
              </p:nvPicPr>
              <p:blipFill>
                <a:blip r:embed="rId43"/>
                <a:stretch>
                  <a:fillRect/>
                </a:stretch>
              </p:blipFill>
              <p:spPr>
                <a:xfrm>
                  <a:off x="4029278" y="2496023"/>
                  <a:ext cx="107640" cy="806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1" name="Ink 30">
                  <a:extLst>
                    <a:ext uri="{FF2B5EF4-FFF2-40B4-BE49-F238E27FC236}">
                      <a16:creationId xmlns:a16="http://schemas.microsoft.com/office/drawing/2014/main" id="{DFFE5769-2070-D9C6-640F-E77D31DE4A1E}"/>
                    </a:ext>
                  </a:extLst>
                </p14:cNvPr>
                <p14:cNvContentPartPr/>
                <p14:nvPr/>
              </p14:nvContentPartPr>
              <p14:xfrm>
                <a:off x="4155998" y="2527343"/>
                <a:ext cx="90360" cy="44640"/>
              </p14:xfrm>
            </p:contentPart>
          </mc:Choice>
          <mc:Fallback>
            <p:pic>
              <p:nvPicPr>
                <p:cNvPr id="31" name="Ink 30">
                  <a:extLst>
                    <a:ext uri="{FF2B5EF4-FFF2-40B4-BE49-F238E27FC236}">
                      <a16:creationId xmlns:a16="http://schemas.microsoft.com/office/drawing/2014/main" id="{DFFE5769-2070-D9C6-640F-E77D31DE4A1E}"/>
                    </a:ext>
                  </a:extLst>
                </p:cNvPr>
                <p:cNvPicPr/>
                <p:nvPr/>
              </p:nvPicPr>
              <p:blipFill>
                <a:blip r:embed="rId45"/>
                <a:stretch>
                  <a:fillRect/>
                </a:stretch>
              </p:blipFill>
              <p:spPr>
                <a:xfrm>
                  <a:off x="4147358" y="2518703"/>
                  <a:ext cx="108000" cy="62280"/>
                </a:xfrm>
                <a:prstGeom prst="rect">
                  <a:avLst/>
                </a:prstGeom>
              </p:spPr>
            </p:pic>
          </mc:Fallback>
        </mc:AlternateContent>
      </p:grpSp>
      <p:grpSp>
        <p:nvGrpSpPr>
          <p:cNvPr id="38" name="Group 37">
            <a:extLst>
              <a:ext uri="{FF2B5EF4-FFF2-40B4-BE49-F238E27FC236}">
                <a16:creationId xmlns:a16="http://schemas.microsoft.com/office/drawing/2014/main" id="{6E70EC43-455F-1AF2-DA80-906D7E7E0896}"/>
              </a:ext>
            </a:extLst>
          </p:cNvPr>
          <p:cNvGrpSpPr/>
          <p:nvPr/>
        </p:nvGrpSpPr>
        <p:grpSpPr>
          <a:xfrm>
            <a:off x="3720398" y="2798783"/>
            <a:ext cx="799560" cy="280080"/>
            <a:chOff x="3720398" y="2798783"/>
            <a:chExt cx="799560" cy="280080"/>
          </a:xfrm>
        </p:grpSpPr>
        <mc:AlternateContent xmlns:mc="http://schemas.openxmlformats.org/markup-compatibility/2006">
          <mc:Choice xmlns:p14="http://schemas.microsoft.com/office/powerpoint/2010/main" Requires="p14">
            <p:contentPart p14:bwMode="auto" r:id="rId46">
              <p14:nvContentPartPr>
                <p14:cNvPr id="33" name="Ink 32">
                  <a:extLst>
                    <a:ext uri="{FF2B5EF4-FFF2-40B4-BE49-F238E27FC236}">
                      <a16:creationId xmlns:a16="http://schemas.microsoft.com/office/drawing/2014/main" id="{0C2549CB-E610-75AA-3EF9-CB6DBB6106C5}"/>
                    </a:ext>
                  </a:extLst>
                </p14:cNvPr>
                <p14:cNvContentPartPr/>
                <p14:nvPr/>
              </p14:nvContentPartPr>
              <p14:xfrm>
                <a:off x="3720398" y="2830463"/>
                <a:ext cx="278280" cy="227520"/>
              </p14:xfrm>
            </p:contentPart>
          </mc:Choice>
          <mc:Fallback>
            <p:pic>
              <p:nvPicPr>
                <p:cNvPr id="33" name="Ink 32">
                  <a:extLst>
                    <a:ext uri="{FF2B5EF4-FFF2-40B4-BE49-F238E27FC236}">
                      <a16:creationId xmlns:a16="http://schemas.microsoft.com/office/drawing/2014/main" id="{0C2549CB-E610-75AA-3EF9-CB6DBB6106C5}"/>
                    </a:ext>
                  </a:extLst>
                </p:cNvPr>
                <p:cNvPicPr/>
                <p:nvPr/>
              </p:nvPicPr>
              <p:blipFill>
                <a:blip r:embed="rId47"/>
                <a:stretch>
                  <a:fillRect/>
                </a:stretch>
              </p:blipFill>
              <p:spPr>
                <a:xfrm>
                  <a:off x="3711398" y="2821823"/>
                  <a:ext cx="295920" cy="2451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4" name="Ink 33">
                  <a:extLst>
                    <a:ext uri="{FF2B5EF4-FFF2-40B4-BE49-F238E27FC236}">
                      <a16:creationId xmlns:a16="http://schemas.microsoft.com/office/drawing/2014/main" id="{86ABEBF4-0C42-6BC0-076F-7936B3CEBADD}"/>
                    </a:ext>
                  </a:extLst>
                </p14:cNvPr>
                <p14:cNvContentPartPr/>
                <p14:nvPr/>
              </p14:nvContentPartPr>
              <p14:xfrm>
                <a:off x="4064558" y="2817143"/>
                <a:ext cx="176760" cy="261720"/>
              </p14:xfrm>
            </p:contentPart>
          </mc:Choice>
          <mc:Fallback>
            <p:pic>
              <p:nvPicPr>
                <p:cNvPr id="34" name="Ink 33">
                  <a:extLst>
                    <a:ext uri="{FF2B5EF4-FFF2-40B4-BE49-F238E27FC236}">
                      <a16:creationId xmlns:a16="http://schemas.microsoft.com/office/drawing/2014/main" id="{86ABEBF4-0C42-6BC0-076F-7936B3CEBADD}"/>
                    </a:ext>
                  </a:extLst>
                </p:cNvPr>
                <p:cNvPicPr/>
                <p:nvPr/>
              </p:nvPicPr>
              <p:blipFill>
                <a:blip r:embed="rId49"/>
                <a:stretch>
                  <a:fillRect/>
                </a:stretch>
              </p:blipFill>
              <p:spPr>
                <a:xfrm>
                  <a:off x="4055558" y="2808143"/>
                  <a:ext cx="194400" cy="2793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5" name="Ink 34">
                  <a:extLst>
                    <a:ext uri="{FF2B5EF4-FFF2-40B4-BE49-F238E27FC236}">
                      <a16:creationId xmlns:a16="http://schemas.microsoft.com/office/drawing/2014/main" id="{113C10C8-B6BB-423B-A148-6564DF614918}"/>
                    </a:ext>
                  </a:extLst>
                </p14:cNvPr>
                <p14:cNvContentPartPr/>
                <p14:nvPr/>
              </p14:nvContentPartPr>
              <p14:xfrm>
                <a:off x="4365158" y="2870063"/>
                <a:ext cx="14040" cy="206280"/>
              </p14:xfrm>
            </p:contentPart>
          </mc:Choice>
          <mc:Fallback>
            <p:pic>
              <p:nvPicPr>
                <p:cNvPr id="35" name="Ink 34">
                  <a:extLst>
                    <a:ext uri="{FF2B5EF4-FFF2-40B4-BE49-F238E27FC236}">
                      <a16:creationId xmlns:a16="http://schemas.microsoft.com/office/drawing/2014/main" id="{113C10C8-B6BB-423B-A148-6564DF614918}"/>
                    </a:ext>
                  </a:extLst>
                </p:cNvPr>
                <p:cNvPicPr/>
                <p:nvPr/>
              </p:nvPicPr>
              <p:blipFill>
                <a:blip r:embed="rId51"/>
                <a:stretch>
                  <a:fillRect/>
                </a:stretch>
              </p:blipFill>
              <p:spPr>
                <a:xfrm>
                  <a:off x="4356158" y="2861063"/>
                  <a:ext cx="3168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6" name="Ink 35">
                  <a:extLst>
                    <a:ext uri="{FF2B5EF4-FFF2-40B4-BE49-F238E27FC236}">
                      <a16:creationId xmlns:a16="http://schemas.microsoft.com/office/drawing/2014/main" id="{CADEFC97-5091-AA45-1794-3503CA207404}"/>
                    </a:ext>
                  </a:extLst>
                </p14:cNvPr>
                <p14:cNvContentPartPr/>
                <p14:nvPr/>
              </p14:nvContentPartPr>
              <p14:xfrm>
                <a:off x="4310798" y="3034583"/>
                <a:ext cx="209160" cy="34560"/>
              </p14:xfrm>
            </p:contentPart>
          </mc:Choice>
          <mc:Fallback>
            <p:pic>
              <p:nvPicPr>
                <p:cNvPr id="36" name="Ink 35">
                  <a:extLst>
                    <a:ext uri="{FF2B5EF4-FFF2-40B4-BE49-F238E27FC236}">
                      <a16:creationId xmlns:a16="http://schemas.microsoft.com/office/drawing/2014/main" id="{CADEFC97-5091-AA45-1794-3503CA207404}"/>
                    </a:ext>
                  </a:extLst>
                </p:cNvPr>
                <p:cNvPicPr/>
                <p:nvPr/>
              </p:nvPicPr>
              <p:blipFill>
                <a:blip r:embed="rId53"/>
                <a:stretch>
                  <a:fillRect/>
                </a:stretch>
              </p:blipFill>
              <p:spPr>
                <a:xfrm>
                  <a:off x="4302158" y="3025583"/>
                  <a:ext cx="226800" cy="522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7" name="Ink 36">
                  <a:extLst>
                    <a:ext uri="{FF2B5EF4-FFF2-40B4-BE49-F238E27FC236}">
                      <a16:creationId xmlns:a16="http://schemas.microsoft.com/office/drawing/2014/main" id="{37B70922-FCE6-8987-BC0E-C14177355287}"/>
                    </a:ext>
                  </a:extLst>
                </p14:cNvPr>
                <p14:cNvContentPartPr/>
                <p14:nvPr/>
              </p14:nvContentPartPr>
              <p14:xfrm>
                <a:off x="4302518" y="2798783"/>
                <a:ext cx="216720" cy="38520"/>
              </p14:xfrm>
            </p:contentPart>
          </mc:Choice>
          <mc:Fallback>
            <p:pic>
              <p:nvPicPr>
                <p:cNvPr id="37" name="Ink 36">
                  <a:extLst>
                    <a:ext uri="{FF2B5EF4-FFF2-40B4-BE49-F238E27FC236}">
                      <a16:creationId xmlns:a16="http://schemas.microsoft.com/office/drawing/2014/main" id="{37B70922-FCE6-8987-BC0E-C14177355287}"/>
                    </a:ext>
                  </a:extLst>
                </p:cNvPr>
                <p:cNvPicPr/>
                <p:nvPr/>
              </p:nvPicPr>
              <p:blipFill>
                <a:blip r:embed="rId55"/>
                <a:stretch>
                  <a:fillRect/>
                </a:stretch>
              </p:blipFill>
              <p:spPr>
                <a:xfrm>
                  <a:off x="4293518" y="2789783"/>
                  <a:ext cx="234360" cy="56160"/>
                </a:xfrm>
                <a:prstGeom prst="rect">
                  <a:avLst/>
                </a:prstGeom>
              </p:spPr>
            </p:pic>
          </mc:Fallback>
        </mc:AlternateContent>
      </p:grpSp>
      <p:grpSp>
        <p:nvGrpSpPr>
          <p:cNvPr id="42" name="Group 41">
            <a:extLst>
              <a:ext uri="{FF2B5EF4-FFF2-40B4-BE49-F238E27FC236}">
                <a16:creationId xmlns:a16="http://schemas.microsoft.com/office/drawing/2014/main" id="{C1321FE8-136C-A800-E7C9-70C30C382276}"/>
              </a:ext>
            </a:extLst>
          </p:cNvPr>
          <p:cNvGrpSpPr/>
          <p:nvPr/>
        </p:nvGrpSpPr>
        <p:grpSpPr>
          <a:xfrm>
            <a:off x="4410158" y="1984823"/>
            <a:ext cx="549720" cy="160560"/>
            <a:chOff x="4410158" y="1984823"/>
            <a:chExt cx="549720" cy="160560"/>
          </a:xfrm>
        </p:grpSpPr>
        <mc:AlternateContent xmlns:mc="http://schemas.openxmlformats.org/markup-compatibility/2006">
          <mc:Choice xmlns:p14="http://schemas.microsoft.com/office/powerpoint/2010/main" Requires="p14">
            <p:contentPart p14:bwMode="auto" r:id="rId56">
              <p14:nvContentPartPr>
                <p14:cNvPr id="39" name="Ink 38">
                  <a:extLst>
                    <a:ext uri="{FF2B5EF4-FFF2-40B4-BE49-F238E27FC236}">
                      <a16:creationId xmlns:a16="http://schemas.microsoft.com/office/drawing/2014/main" id="{439ABCC4-9ADB-A6C4-9062-26ADF684E0C2}"/>
                    </a:ext>
                  </a:extLst>
                </p14:cNvPr>
                <p14:cNvContentPartPr/>
                <p14:nvPr/>
              </p14:nvContentPartPr>
              <p14:xfrm>
                <a:off x="4410158" y="1984823"/>
                <a:ext cx="191520" cy="151560"/>
              </p14:xfrm>
            </p:contentPart>
          </mc:Choice>
          <mc:Fallback>
            <p:pic>
              <p:nvPicPr>
                <p:cNvPr id="39" name="Ink 38">
                  <a:extLst>
                    <a:ext uri="{FF2B5EF4-FFF2-40B4-BE49-F238E27FC236}">
                      <a16:creationId xmlns:a16="http://schemas.microsoft.com/office/drawing/2014/main" id="{439ABCC4-9ADB-A6C4-9062-26ADF684E0C2}"/>
                    </a:ext>
                  </a:extLst>
                </p:cNvPr>
                <p:cNvPicPr/>
                <p:nvPr/>
              </p:nvPicPr>
              <p:blipFill>
                <a:blip r:embed="rId57"/>
                <a:stretch>
                  <a:fillRect/>
                </a:stretch>
              </p:blipFill>
              <p:spPr>
                <a:xfrm>
                  <a:off x="4401518" y="1976183"/>
                  <a:ext cx="20916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40" name="Ink 39">
                  <a:extLst>
                    <a:ext uri="{FF2B5EF4-FFF2-40B4-BE49-F238E27FC236}">
                      <a16:creationId xmlns:a16="http://schemas.microsoft.com/office/drawing/2014/main" id="{26D1F5C0-CEF2-1B39-2FC5-941AE8AD16CB}"/>
                    </a:ext>
                  </a:extLst>
                </p14:cNvPr>
                <p14:cNvContentPartPr/>
                <p14:nvPr/>
              </p14:nvContentPartPr>
              <p14:xfrm>
                <a:off x="4673678" y="2034863"/>
                <a:ext cx="99000" cy="107280"/>
              </p14:xfrm>
            </p:contentPart>
          </mc:Choice>
          <mc:Fallback>
            <p:pic>
              <p:nvPicPr>
                <p:cNvPr id="40" name="Ink 39">
                  <a:extLst>
                    <a:ext uri="{FF2B5EF4-FFF2-40B4-BE49-F238E27FC236}">
                      <a16:creationId xmlns:a16="http://schemas.microsoft.com/office/drawing/2014/main" id="{26D1F5C0-CEF2-1B39-2FC5-941AE8AD16CB}"/>
                    </a:ext>
                  </a:extLst>
                </p:cNvPr>
                <p:cNvPicPr/>
                <p:nvPr/>
              </p:nvPicPr>
              <p:blipFill>
                <a:blip r:embed="rId59"/>
                <a:stretch>
                  <a:fillRect/>
                </a:stretch>
              </p:blipFill>
              <p:spPr>
                <a:xfrm>
                  <a:off x="4664678" y="2026223"/>
                  <a:ext cx="11664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1" name="Ink 40">
                  <a:extLst>
                    <a:ext uri="{FF2B5EF4-FFF2-40B4-BE49-F238E27FC236}">
                      <a16:creationId xmlns:a16="http://schemas.microsoft.com/office/drawing/2014/main" id="{13D00167-27C2-C489-C84A-DCB21445C73D}"/>
                    </a:ext>
                  </a:extLst>
                </p14:cNvPr>
                <p14:cNvContentPartPr/>
                <p14:nvPr/>
              </p14:nvContentPartPr>
              <p14:xfrm>
                <a:off x="4828838" y="2006783"/>
                <a:ext cx="131040" cy="138600"/>
              </p14:xfrm>
            </p:contentPart>
          </mc:Choice>
          <mc:Fallback>
            <p:pic>
              <p:nvPicPr>
                <p:cNvPr id="41" name="Ink 40">
                  <a:extLst>
                    <a:ext uri="{FF2B5EF4-FFF2-40B4-BE49-F238E27FC236}">
                      <a16:creationId xmlns:a16="http://schemas.microsoft.com/office/drawing/2014/main" id="{13D00167-27C2-C489-C84A-DCB21445C73D}"/>
                    </a:ext>
                  </a:extLst>
                </p:cNvPr>
                <p:cNvPicPr/>
                <p:nvPr/>
              </p:nvPicPr>
              <p:blipFill>
                <a:blip r:embed="rId61"/>
                <a:stretch>
                  <a:fillRect/>
                </a:stretch>
              </p:blipFill>
              <p:spPr>
                <a:xfrm>
                  <a:off x="4819838" y="1997783"/>
                  <a:ext cx="148680" cy="156240"/>
                </a:xfrm>
                <a:prstGeom prst="rect">
                  <a:avLst/>
                </a:prstGeom>
              </p:spPr>
            </p:pic>
          </mc:Fallback>
        </mc:AlternateContent>
      </p:grpSp>
      <p:grpSp>
        <p:nvGrpSpPr>
          <p:cNvPr id="51" name="Group 50">
            <a:extLst>
              <a:ext uri="{FF2B5EF4-FFF2-40B4-BE49-F238E27FC236}">
                <a16:creationId xmlns:a16="http://schemas.microsoft.com/office/drawing/2014/main" id="{51CDE6D8-0649-35DE-37CE-BB61DEC1D687}"/>
              </a:ext>
            </a:extLst>
          </p:cNvPr>
          <p:cNvGrpSpPr/>
          <p:nvPr/>
        </p:nvGrpSpPr>
        <p:grpSpPr>
          <a:xfrm>
            <a:off x="6017198" y="1678103"/>
            <a:ext cx="544320" cy="544680"/>
            <a:chOff x="6017198" y="1678103"/>
            <a:chExt cx="544320" cy="544680"/>
          </a:xfrm>
        </p:grpSpPr>
        <mc:AlternateContent xmlns:mc="http://schemas.openxmlformats.org/markup-compatibility/2006">
          <mc:Choice xmlns:p14="http://schemas.microsoft.com/office/powerpoint/2010/main" Requires="p14">
            <p:contentPart p14:bwMode="auto" r:id="rId62">
              <p14:nvContentPartPr>
                <p14:cNvPr id="43" name="Ink 42">
                  <a:extLst>
                    <a:ext uri="{FF2B5EF4-FFF2-40B4-BE49-F238E27FC236}">
                      <a16:creationId xmlns:a16="http://schemas.microsoft.com/office/drawing/2014/main" id="{3B7DFB16-0FE9-6650-DC4F-8C610BC465B7}"/>
                    </a:ext>
                  </a:extLst>
                </p14:cNvPr>
                <p14:cNvContentPartPr/>
                <p14:nvPr/>
              </p14:nvContentPartPr>
              <p14:xfrm>
                <a:off x="6017198" y="1678103"/>
                <a:ext cx="480960" cy="487800"/>
              </p14:xfrm>
            </p:contentPart>
          </mc:Choice>
          <mc:Fallback>
            <p:pic>
              <p:nvPicPr>
                <p:cNvPr id="43" name="Ink 42">
                  <a:extLst>
                    <a:ext uri="{FF2B5EF4-FFF2-40B4-BE49-F238E27FC236}">
                      <a16:creationId xmlns:a16="http://schemas.microsoft.com/office/drawing/2014/main" id="{3B7DFB16-0FE9-6650-DC4F-8C610BC465B7}"/>
                    </a:ext>
                  </a:extLst>
                </p:cNvPr>
                <p:cNvPicPr/>
                <p:nvPr/>
              </p:nvPicPr>
              <p:blipFill>
                <a:blip r:embed="rId63"/>
                <a:stretch>
                  <a:fillRect/>
                </a:stretch>
              </p:blipFill>
              <p:spPr>
                <a:xfrm>
                  <a:off x="6008198" y="1669463"/>
                  <a:ext cx="498600" cy="5054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4" name="Ink 43">
                  <a:extLst>
                    <a:ext uri="{FF2B5EF4-FFF2-40B4-BE49-F238E27FC236}">
                      <a16:creationId xmlns:a16="http://schemas.microsoft.com/office/drawing/2014/main" id="{6B5AEB58-C70D-A77A-0EEB-8C950A2DDAA2}"/>
                    </a:ext>
                  </a:extLst>
                </p14:cNvPr>
                <p14:cNvContentPartPr/>
                <p14:nvPr/>
              </p14:nvContentPartPr>
              <p14:xfrm>
                <a:off x="6407078" y="2154383"/>
                <a:ext cx="92160" cy="57240"/>
              </p14:xfrm>
            </p:contentPart>
          </mc:Choice>
          <mc:Fallback>
            <p:pic>
              <p:nvPicPr>
                <p:cNvPr id="44" name="Ink 43">
                  <a:extLst>
                    <a:ext uri="{FF2B5EF4-FFF2-40B4-BE49-F238E27FC236}">
                      <a16:creationId xmlns:a16="http://schemas.microsoft.com/office/drawing/2014/main" id="{6B5AEB58-C70D-A77A-0EEB-8C950A2DDAA2}"/>
                    </a:ext>
                  </a:extLst>
                </p:cNvPr>
                <p:cNvPicPr/>
                <p:nvPr/>
              </p:nvPicPr>
              <p:blipFill>
                <a:blip r:embed="rId65"/>
                <a:stretch>
                  <a:fillRect/>
                </a:stretch>
              </p:blipFill>
              <p:spPr>
                <a:xfrm>
                  <a:off x="6398078" y="2145743"/>
                  <a:ext cx="109800" cy="748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5" name="Ink 44">
                  <a:extLst>
                    <a:ext uri="{FF2B5EF4-FFF2-40B4-BE49-F238E27FC236}">
                      <a16:creationId xmlns:a16="http://schemas.microsoft.com/office/drawing/2014/main" id="{004AA2F6-5FB7-67AC-38BB-57172F8AD767}"/>
                    </a:ext>
                  </a:extLst>
                </p14:cNvPr>
                <p14:cNvContentPartPr/>
                <p14:nvPr/>
              </p14:nvContentPartPr>
              <p14:xfrm>
                <a:off x="6524078" y="2169863"/>
                <a:ext cx="37440" cy="52920"/>
              </p14:xfrm>
            </p:contentPart>
          </mc:Choice>
          <mc:Fallback>
            <p:pic>
              <p:nvPicPr>
                <p:cNvPr id="45" name="Ink 44">
                  <a:extLst>
                    <a:ext uri="{FF2B5EF4-FFF2-40B4-BE49-F238E27FC236}">
                      <a16:creationId xmlns:a16="http://schemas.microsoft.com/office/drawing/2014/main" id="{004AA2F6-5FB7-67AC-38BB-57172F8AD767}"/>
                    </a:ext>
                  </a:extLst>
                </p:cNvPr>
                <p:cNvPicPr/>
                <p:nvPr/>
              </p:nvPicPr>
              <p:blipFill>
                <a:blip r:embed="rId67"/>
                <a:stretch>
                  <a:fillRect/>
                </a:stretch>
              </p:blipFill>
              <p:spPr>
                <a:xfrm>
                  <a:off x="6515078" y="2160863"/>
                  <a:ext cx="55080" cy="70560"/>
                </a:xfrm>
                <a:prstGeom prst="rect">
                  <a:avLst/>
                </a:prstGeom>
              </p:spPr>
            </p:pic>
          </mc:Fallback>
        </mc:AlternateContent>
      </p:grpSp>
      <p:grpSp>
        <p:nvGrpSpPr>
          <p:cNvPr id="50" name="Group 49">
            <a:extLst>
              <a:ext uri="{FF2B5EF4-FFF2-40B4-BE49-F238E27FC236}">
                <a16:creationId xmlns:a16="http://schemas.microsoft.com/office/drawing/2014/main" id="{9D054F79-23DD-3078-E062-642AC32ECB72}"/>
              </a:ext>
            </a:extLst>
          </p:cNvPr>
          <p:cNvGrpSpPr/>
          <p:nvPr/>
        </p:nvGrpSpPr>
        <p:grpSpPr>
          <a:xfrm>
            <a:off x="6344798" y="2453903"/>
            <a:ext cx="433800" cy="229680"/>
            <a:chOff x="6344798" y="2453903"/>
            <a:chExt cx="433800" cy="229680"/>
          </a:xfrm>
        </p:grpSpPr>
        <mc:AlternateContent xmlns:mc="http://schemas.openxmlformats.org/markup-compatibility/2006">
          <mc:Choice xmlns:p14="http://schemas.microsoft.com/office/powerpoint/2010/main" Requires="p14">
            <p:contentPart p14:bwMode="auto" r:id="rId68">
              <p14:nvContentPartPr>
                <p14:cNvPr id="46" name="Ink 45">
                  <a:extLst>
                    <a:ext uri="{FF2B5EF4-FFF2-40B4-BE49-F238E27FC236}">
                      <a16:creationId xmlns:a16="http://schemas.microsoft.com/office/drawing/2014/main" id="{C49C370A-9049-566E-D5AA-D2497B644EC7}"/>
                    </a:ext>
                  </a:extLst>
                </p14:cNvPr>
                <p14:cNvContentPartPr/>
                <p14:nvPr/>
              </p14:nvContentPartPr>
              <p14:xfrm>
                <a:off x="6354158" y="2535983"/>
                <a:ext cx="10800" cy="147600"/>
              </p14:xfrm>
            </p:contentPart>
          </mc:Choice>
          <mc:Fallback>
            <p:pic>
              <p:nvPicPr>
                <p:cNvPr id="46" name="Ink 45">
                  <a:extLst>
                    <a:ext uri="{FF2B5EF4-FFF2-40B4-BE49-F238E27FC236}">
                      <a16:creationId xmlns:a16="http://schemas.microsoft.com/office/drawing/2014/main" id="{C49C370A-9049-566E-D5AA-D2497B644EC7}"/>
                    </a:ext>
                  </a:extLst>
                </p:cNvPr>
                <p:cNvPicPr/>
                <p:nvPr/>
              </p:nvPicPr>
              <p:blipFill>
                <a:blip r:embed="rId69"/>
                <a:stretch>
                  <a:fillRect/>
                </a:stretch>
              </p:blipFill>
              <p:spPr>
                <a:xfrm>
                  <a:off x="6345158" y="2526983"/>
                  <a:ext cx="28440" cy="1652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7" name="Ink 46">
                  <a:extLst>
                    <a:ext uri="{FF2B5EF4-FFF2-40B4-BE49-F238E27FC236}">
                      <a16:creationId xmlns:a16="http://schemas.microsoft.com/office/drawing/2014/main" id="{496DF3A0-A921-BBB9-F4DF-9229128A4D09}"/>
                    </a:ext>
                  </a:extLst>
                </p14:cNvPr>
                <p14:cNvContentPartPr/>
                <p14:nvPr/>
              </p14:nvContentPartPr>
              <p14:xfrm>
                <a:off x="6344798" y="2453903"/>
                <a:ext cx="164880" cy="88920"/>
              </p14:xfrm>
            </p:contentPart>
          </mc:Choice>
          <mc:Fallback>
            <p:pic>
              <p:nvPicPr>
                <p:cNvPr id="47" name="Ink 46">
                  <a:extLst>
                    <a:ext uri="{FF2B5EF4-FFF2-40B4-BE49-F238E27FC236}">
                      <a16:creationId xmlns:a16="http://schemas.microsoft.com/office/drawing/2014/main" id="{496DF3A0-A921-BBB9-F4DF-9229128A4D09}"/>
                    </a:ext>
                  </a:extLst>
                </p:cNvPr>
                <p:cNvPicPr/>
                <p:nvPr/>
              </p:nvPicPr>
              <p:blipFill>
                <a:blip r:embed="rId71"/>
                <a:stretch>
                  <a:fillRect/>
                </a:stretch>
              </p:blipFill>
              <p:spPr>
                <a:xfrm>
                  <a:off x="6335798" y="2444903"/>
                  <a:ext cx="18252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8" name="Ink 47">
                  <a:extLst>
                    <a:ext uri="{FF2B5EF4-FFF2-40B4-BE49-F238E27FC236}">
                      <a16:creationId xmlns:a16="http://schemas.microsoft.com/office/drawing/2014/main" id="{0F1426B2-23AB-E1DA-40B1-AD9DDC72B094}"/>
                    </a:ext>
                  </a:extLst>
                </p14:cNvPr>
                <p14:cNvContentPartPr/>
                <p14:nvPr/>
              </p14:nvContentPartPr>
              <p14:xfrm>
                <a:off x="6355598" y="2579903"/>
                <a:ext cx="162360" cy="7200"/>
              </p14:xfrm>
            </p:contentPart>
          </mc:Choice>
          <mc:Fallback>
            <p:pic>
              <p:nvPicPr>
                <p:cNvPr id="48" name="Ink 47">
                  <a:extLst>
                    <a:ext uri="{FF2B5EF4-FFF2-40B4-BE49-F238E27FC236}">
                      <a16:creationId xmlns:a16="http://schemas.microsoft.com/office/drawing/2014/main" id="{0F1426B2-23AB-E1DA-40B1-AD9DDC72B094}"/>
                    </a:ext>
                  </a:extLst>
                </p:cNvPr>
                <p:cNvPicPr/>
                <p:nvPr/>
              </p:nvPicPr>
              <p:blipFill>
                <a:blip r:embed="rId73"/>
                <a:stretch>
                  <a:fillRect/>
                </a:stretch>
              </p:blipFill>
              <p:spPr>
                <a:xfrm>
                  <a:off x="6346598" y="2571263"/>
                  <a:ext cx="18000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9" name="Ink 48">
                  <a:extLst>
                    <a:ext uri="{FF2B5EF4-FFF2-40B4-BE49-F238E27FC236}">
                      <a16:creationId xmlns:a16="http://schemas.microsoft.com/office/drawing/2014/main" id="{0C89B044-C609-5C47-3A8D-08D91871C7EF}"/>
                    </a:ext>
                  </a:extLst>
                </p14:cNvPr>
                <p14:cNvContentPartPr/>
                <p14:nvPr/>
              </p14:nvContentPartPr>
              <p14:xfrm>
                <a:off x="6584198" y="2482343"/>
                <a:ext cx="194400" cy="175320"/>
              </p14:xfrm>
            </p:contentPart>
          </mc:Choice>
          <mc:Fallback>
            <p:pic>
              <p:nvPicPr>
                <p:cNvPr id="49" name="Ink 48">
                  <a:extLst>
                    <a:ext uri="{FF2B5EF4-FFF2-40B4-BE49-F238E27FC236}">
                      <a16:creationId xmlns:a16="http://schemas.microsoft.com/office/drawing/2014/main" id="{0C89B044-C609-5C47-3A8D-08D91871C7EF}"/>
                    </a:ext>
                  </a:extLst>
                </p:cNvPr>
                <p:cNvPicPr/>
                <p:nvPr/>
              </p:nvPicPr>
              <p:blipFill>
                <a:blip r:embed="rId75"/>
                <a:stretch>
                  <a:fillRect/>
                </a:stretch>
              </p:blipFill>
              <p:spPr>
                <a:xfrm>
                  <a:off x="6575558" y="2473703"/>
                  <a:ext cx="212040" cy="192960"/>
                </a:xfrm>
                <a:prstGeom prst="rect">
                  <a:avLst/>
                </a:prstGeom>
              </p:spPr>
            </p:pic>
          </mc:Fallback>
        </mc:AlternateContent>
      </p:grpSp>
      <p:grpSp>
        <p:nvGrpSpPr>
          <p:cNvPr id="62" name="Group 61">
            <a:extLst>
              <a:ext uri="{FF2B5EF4-FFF2-40B4-BE49-F238E27FC236}">
                <a16:creationId xmlns:a16="http://schemas.microsoft.com/office/drawing/2014/main" id="{4FACBF0E-4E73-AD42-7309-110DECB8D701}"/>
              </a:ext>
            </a:extLst>
          </p:cNvPr>
          <p:cNvGrpSpPr/>
          <p:nvPr/>
        </p:nvGrpSpPr>
        <p:grpSpPr>
          <a:xfrm>
            <a:off x="5686718" y="2831903"/>
            <a:ext cx="2117520" cy="387360"/>
            <a:chOff x="5686718" y="2831903"/>
            <a:chExt cx="2117520" cy="387360"/>
          </a:xfrm>
        </p:grpSpPr>
        <mc:AlternateContent xmlns:mc="http://schemas.openxmlformats.org/markup-compatibility/2006">
          <mc:Choice xmlns:p14="http://schemas.microsoft.com/office/powerpoint/2010/main" Requires="p14">
            <p:contentPart p14:bwMode="auto" r:id="rId76">
              <p14:nvContentPartPr>
                <p14:cNvPr id="52" name="Ink 51">
                  <a:extLst>
                    <a:ext uri="{FF2B5EF4-FFF2-40B4-BE49-F238E27FC236}">
                      <a16:creationId xmlns:a16="http://schemas.microsoft.com/office/drawing/2014/main" id="{6AB1CA5A-3CE9-D2A1-8A36-8E1A33F524C4}"/>
                    </a:ext>
                  </a:extLst>
                </p14:cNvPr>
                <p14:cNvContentPartPr/>
                <p14:nvPr/>
              </p14:nvContentPartPr>
              <p14:xfrm>
                <a:off x="6575918" y="2831903"/>
                <a:ext cx="7200" cy="233640"/>
              </p14:xfrm>
            </p:contentPart>
          </mc:Choice>
          <mc:Fallback>
            <p:pic>
              <p:nvPicPr>
                <p:cNvPr id="52" name="Ink 51">
                  <a:extLst>
                    <a:ext uri="{FF2B5EF4-FFF2-40B4-BE49-F238E27FC236}">
                      <a16:creationId xmlns:a16="http://schemas.microsoft.com/office/drawing/2014/main" id="{6AB1CA5A-3CE9-D2A1-8A36-8E1A33F524C4}"/>
                    </a:ext>
                  </a:extLst>
                </p:cNvPr>
                <p:cNvPicPr/>
                <p:nvPr/>
              </p:nvPicPr>
              <p:blipFill>
                <a:blip r:embed="rId77"/>
                <a:stretch>
                  <a:fillRect/>
                </a:stretch>
              </p:blipFill>
              <p:spPr>
                <a:xfrm>
                  <a:off x="6567278" y="2822903"/>
                  <a:ext cx="24840" cy="2512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3" name="Ink 52">
                  <a:extLst>
                    <a:ext uri="{FF2B5EF4-FFF2-40B4-BE49-F238E27FC236}">
                      <a16:creationId xmlns:a16="http://schemas.microsoft.com/office/drawing/2014/main" id="{2E032188-A3CA-3946-8F51-5AA39ECABDFA}"/>
                    </a:ext>
                  </a:extLst>
                </p14:cNvPr>
                <p14:cNvContentPartPr/>
                <p14:nvPr/>
              </p14:nvContentPartPr>
              <p14:xfrm>
                <a:off x="5686718" y="3106223"/>
                <a:ext cx="2117520" cy="113040"/>
              </p14:xfrm>
            </p:contentPart>
          </mc:Choice>
          <mc:Fallback>
            <p:pic>
              <p:nvPicPr>
                <p:cNvPr id="53" name="Ink 52">
                  <a:extLst>
                    <a:ext uri="{FF2B5EF4-FFF2-40B4-BE49-F238E27FC236}">
                      <a16:creationId xmlns:a16="http://schemas.microsoft.com/office/drawing/2014/main" id="{2E032188-A3CA-3946-8F51-5AA39ECABDFA}"/>
                    </a:ext>
                  </a:extLst>
                </p:cNvPr>
                <p:cNvPicPr/>
                <p:nvPr/>
              </p:nvPicPr>
              <p:blipFill>
                <a:blip r:embed="rId79"/>
                <a:stretch>
                  <a:fillRect/>
                </a:stretch>
              </p:blipFill>
              <p:spPr>
                <a:xfrm>
                  <a:off x="5677718" y="3097583"/>
                  <a:ext cx="213516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5" name="Ink 54">
                  <a:extLst>
                    <a:ext uri="{FF2B5EF4-FFF2-40B4-BE49-F238E27FC236}">
                      <a16:creationId xmlns:a16="http://schemas.microsoft.com/office/drawing/2014/main" id="{2B643DDB-2CAF-B933-1D2E-6B638EF5DC8B}"/>
                    </a:ext>
                  </a:extLst>
                </p14:cNvPr>
                <p14:cNvContentPartPr/>
                <p14:nvPr/>
              </p14:nvContentPartPr>
              <p14:xfrm>
                <a:off x="6737918" y="3012263"/>
                <a:ext cx="7560" cy="117720"/>
              </p14:xfrm>
            </p:contentPart>
          </mc:Choice>
          <mc:Fallback>
            <p:pic>
              <p:nvPicPr>
                <p:cNvPr id="55" name="Ink 54">
                  <a:extLst>
                    <a:ext uri="{FF2B5EF4-FFF2-40B4-BE49-F238E27FC236}">
                      <a16:creationId xmlns:a16="http://schemas.microsoft.com/office/drawing/2014/main" id="{2B643DDB-2CAF-B933-1D2E-6B638EF5DC8B}"/>
                    </a:ext>
                  </a:extLst>
                </p:cNvPr>
                <p:cNvPicPr/>
                <p:nvPr/>
              </p:nvPicPr>
              <p:blipFill>
                <a:blip r:embed="rId81"/>
                <a:stretch>
                  <a:fillRect/>
                </a:stretch>
              </p:blipFill>
              <p:spPr>
                <a:xfrm>
                  <a:off x="6728918" y="3003623"/>
                  <a:ext cx="2520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6" name="Ink 55">
                  <a:extLst>
                    <a:ext uri="{FF2B5EF4-FFF2-40B4-BE49-F238E27FC236}">
                      <a16:creationId xmlns:a16="http://schemas.microsoft.com/office/drawing/2014/main" id="{776F40EC-BA65-DC70-DBB5-52A89F4AFEA9}"/>
                    </a:ext>
                  </a:extLst>
                </p14:cNvPr>
                <p14:cNvContentPartPr/>
                <p14:nvPr/>
              </p14:nvContentPartPr>
              <p14:xfrm>
                <a:off x="6740798" y="2917583"/>
                <a:ext cx="154800" cy="214560"/>
              </p14:xfrm>
            </p:contentPart>
          </mc:Choice>
          <mc:Fallback>
            <p:pic>
              <p:nvPicPr>
                <p:cNvPr id="56" name="Ink 55">
                  <a:extLst>
                    <a:ext uri="{FF2B5EF4-FFF2-40B4-BE49-F238E27FC236}">
                      <a16:creationId xmlns:a16="http://schemas.microsoft.com/office/drawing/2014/main" id="{776F40EC-BA65-DC70-DBB5-52A89F4AFEA9}"/>
                    </a:ext>
                  </a:extLst>
                </p:cNvPr>
                <p:cNvPicPr/>
                <p:nvPr/>
              </p:nvPicPr>
              <p:blipFill>
                <a:blip r:embed="rId83"/>
                <a:stretch>
                  <a:fillRect/>
                </a:stretch>
              </p:blipFill>
              <p:spPr>
                <a:xfrm>
                  <a:off x="6731798" y="2908583"/>
                  <a:ext cx="17244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7" name="Ink 56">
                  <a:extLst>
                    <a:ext uri="{FF2B5EF4-FFF2-40B4-BE49-F238E27FC236}">
                      <a16:creationId xmlns:a16="http://schemas.microsoft.com/office/drawing/2014/main" id="{581848EE-9C32-8277-D256-D0DB2BC124FF}"/>
                    </a:ext>
                  </a:extLst>
                </p14:cNvPr>
                <p14:cNvContentPartPr/>
                <p14:nvPr/>
              </p14:nvContentPartPr>
              <p14:xfrm>
                <a:off x="6983078" y="3030983"/>
                <a:ext cx="126360" cy="100080"/>
              </p14:xfrm>
            </p:contentPart>
          </mc:Choice>
          <mc:Fallback>
            <p:pic>
              <p:nvPicPr>
                <p:cNvPr id="57" name="Ink 56">
                  <a:extLst>
                    <a:ext uri="{FF2B5EF4-FFF2-40B4-BE49-F238E27FC236}">
                      <a16:creationId xmlns:a16="http://schemas.microsoft.com/office/drawing/2014/main" id="{581848EE-9C32-8277-D256-D0DB2BC124FF}"/>
                    </a:ext>
                  </a:extLst>
                </p:cNvPr>
                <p:cNvPicPr/>
                <p:nvPr/>
              </p:nvPicPr>
              <p:blipFill>
                <a:blip r:embed="rId85"/>
                <a:stretch>
                  <a:fillRect/>
                </a:stretch>
              </p:blipFill>
              <p:spPr>
                <a:xfrm>
                  <a:off x="6974078" y="3022343"/>
                  <a:ext cx="14400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8" name="Ink 57">
                  <a:extLst>
                    <a:ext uri="{FF2B5EF4-FFF2-40B4-BE49-F238E27FC236}">
                      <a16:creationId xmlns:a16="http://schemas.microsoft.com/office/drawing/2014/main" id="{135B012B-996A-8543-A51C-A6EA70A5F109}"/>
                    </a:ext>
                  </a:extLst>
                </p14:cNvPr>
                <p14:cNvContentPartPr/>
                <p14:nvPr/>
              </p14:nvContentPartPr>
              <p14:xfrm>
                <a:off x="7167038" y="3050063"/>
                <a:ext cx="4320" cy="90000"/>
              </p14:xfrm>
            </p:contentPart>
          </mc:Choice>
          <mc:Fallback>
            <p:pic>
              <p:nvPicPr>
                <p:cNvPr id="58" name="Ink 57">
                  <a:extLst>
                    <a:ext uri="{FF2B5EF4-FFF2-40B4-BE49-F238E27FC236}">
                      <a16:creationId xmlns:a16="http://schemas.microsoft.com/office/drawing/2014/main" id="{135B012B-996A-8543-A51C-A6EA70A5F109}"/>
                    </a:ext>
                  </a:extLst>
                </p:cNvPr>
                <p:cNvPicPr/>
                <p:nvPr/>
              </p:nvPicPr>
              <p:blipFill>
                <a:blip r:embed="rId87"/>
                <a:stretch>
                  <a:fillRect/>
                </a:stretch>
              </p:blipFill>
              <p:spPr>
                <a:xfrm>
                  <a:off x="7158398" y="3041063"/>
                  <a:ext cx="21960" cy="10764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9" name="Ink 58">
                  <a:extLst>
                    <a:ext uri="{FF2B5EF4-FFF2-40B4-BE49-F238E27FC236}">
                      <a16:creationId xmlns:a16="http://schemas.microsoft.com/office/drawing/2014/main" id="{77FA0D02-7697-06A9-6CA8-04EF2BF6F05F}"/>
                    </a:ext>
                  </a:extLst>
                </p14:cNvPr>
                <p14:cNvContentPartPr/>
                <p14:nvPr/>
              </p14:nvContentPartPr>
              <p14:xfrm>
                <a:off x="7195838" y="2919743"/>
                <a:ext cx="360" cy="36360"/>
              </p14:xfrm>
            </p:contentPart>
          </mc:Choice>
          <mc:Fallback>
            <p:pic>
              <p:nvPicPr>
                <p:cNvPr id="59" name="Ink 58">
                  <a:extLst>
                    <a:ext uri="{FF2B5EF4-FFF2-40B4-BE49-F238E27FC236}">
                      <a16:creationId xmlns:a16="http://schemas.microsoft.com/office/drawing/2014/main" id="{77FA0D02-7697-06A9-6CA8-04EF2BF6F05F}"/>
                    </a:ext>
                  </a:extLst>
                </p:cNvPr>
                <p:cNvPicPr/>
                <p:nvPr/>
              </p:nvPicPr>
              <p:blipFill>
                <a:blip r:embed="rId89"/>
                <a:stretch>
                  <a:fillRect/>
                </a:stretch>
              </p:blipFill>
              <p:spPr>
                <a:xfrm>
                  <a:off x="7187198" y="2911103"/>
                  <a:ext cx="18000" cy="540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60" name="Ink 59">
                  <a:extLst>
                    <a:ext uri="{FF2B5EF4-FFF2-40B4-BE49-F238E27FC236}">
                      <a16:creationId xmlns:a16="http://schemas.microsoft.com/office/drawing/2014/main" id="{C58FE7B8-9DC6-1117-ED24-15FF3FCF3FE0}"/>
                    </a:ext>
                  </a:extLst>
                </p14:cNvPr>
                <p14:cNvContentPartPr/>
                <p14:nvPr/>
              </p14:nvContentPartPr>
              <p14:xfrm>
                <a:off x="7240118" y="2974823"/>
                <a:ext cx="6120" cy="176040"/>
              </p14:xfrm>
            </p:contentPart>
          </mc:Choice>
          <mc:Fallback>
            <p:pic>
              <p:nvPicPr>
                <p:cNvPr id="60" name="Ink 59">
                  <a:extLst>
                    <a:ext uri="{FF2B5EF4-FFF2-40B4-BE49-F238E27FC236}">
                      <a16:creationId xmlns:a16="http://schemas.microsoft.com/office/drawing/2014/main" id="{C58FE7B8-9DC6-1117-ED24-15FF3FCF3FE0}"/>
                    </a:ext>
                  </a:extLst>
                </p:cNvPr>
                <p:cNvPicPr/>
                <p:nvPr/>
              </p:nvPicPr>
              <p:blipFill>
                <a:blip r:embed="rId91"/>
                <a:stretch>
                  <a:fillRect/>
                </a:stretch>
              </p:blipFill>
              <p:spPr>
                <a:xfrm>
                  <a:off x="7231118" y="2965823"/>
                  <a:ext cx="2376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1" name="Ink 60">
                  <a:extLst>
                    <a:ext uri="{FF2B5EF4-FFF2-40B4-BE49-F238E27FC236}">
                      <a16:creationId xmlns:a16="http://schemas.microsoft.com/office/drawing/2014/main" id="{0728C930-C9AC-BE57-6058-55D05763F64B}"/>
                    </a:ext>
                  </a:extLst>
                </p14:cNvPr>
                <p14:cNvContentPartPr/>
                <p14:nvPr/>
              </p14:nvContentPartPr>
              <p14:xfrm>
                <a:off x="7307798" y="2932703"/>
                <a:ext cx="106200" cy="243720"/>
              </p14:xfrm>
            </p:contentPart>
          </mc:Choice>
          <mc:Fallback>
            <p:pic>
              <p:nvPicPr>
                <p:cNvPr id="61" name="Ink 60">
                  <a:extLst>
                    <a:ext uri="{FF2B5EF4-FFF2-40B4-BE49-F238E27FC236}">
                      <a16:creationId xmlns:a16="http://schemas.microsoft.com/office/drawing/2014/main" id="{0728C930-C9AC-BE57-6058-55D05763F64B}"/>
                    </a:ext>
                  </a:extLst>
                </p:cNvPr>
                <p:cNvPicPr/>
                <p:nvPr/>
              </p:nvPicPr>
              <p:blipFill>
                <a:blip r:embed="rId93"/>
                <a:stretch>
                  <a:fillRect/>
                </a:stretch>
              </p:blipFill>
              <p:spPr>
                <a:xfrm>
                  <a:off x="7298798" y="2924063"/>
                  <a:ext cx="123840" cy="261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4">
            <p14:nvContentPartPr>
              <p14:cNvPr id="64" name="Ink 63">
                <a:extLst>
                  <a:ext uri="{FF2B5EF4-FFF2-40B4-BE49-F238E27FC236}">
                    <a16:creationId xmlns:a16="http://schemas.microsoft.com/office/drawing/2014/main" id="{B18C995D-F34A-5D43-11E9-FB84167BDB80}"/>
                  </a:ext>
                </a:extLst>
              </p14:cNvPr>
              <p14:cNvContentPartPr/>
              <p14:nvPr/>
            </p14:nvContentPartPr>
            <p14:xfrm>
              <a:off x="7840598" y="3262823"/>
              <a:ext cx="25920" cy="288000"/>
            </p14:xfrm>
          </p:contentPart>
        </mc:Choice>
        <mc:Fallback>
          <p:pic>
            <p:nvPicPr>
              <p:cNvPr id="64" name="Ink 63">
                <a:extLst>
                  <a:ext uri="{FF2B5EF4-FFF2-40B4-BE49-F238E27FC236}">
                    <a16:creationId xmlns:a16="http://schemas.microsoft.com/office/drawing/2014/main" id="{B18C995D-F34A-5D43-11E9-FB84167BDB80}"/>
                  </a:ext>
                </a:extLst>
              </p:cNvPr>
              <p:cNvPicPr/>
              <p:nvPr/>
            </p:nvPicPr>
            <p:blipFill>
              <a:blip r:embed="rId95"/>
              <a:stretch>
                <a:fillRect/>
              </a:stretch>
            </p:blipFill>
            <p:spPr>
              <a:xfrm>
                <a:off x="7831958" y="3254183"/>
                <a:ext cx="43560" cy="305640"/>
              </a:xfrm>
              <a:prstGeom prst="rect">
                <a:avLst/>
              </a:prstGeom>
            </p:spPr>
          </p:pic>
        </mc:Fallback>
      </mc:AlternateContent>
      <p:grpSp>
        <p:nvGrpSpPr>
          <p:cNvPr id="70" name="Group 69">
            <a:extLst>
              <a:ext uri="{FF2B5EF4-FFF2-40B4-BE49-F238E27FC236}">
                <a16:creationId xmlns:a16="http://schemas.microsoft.com/office/drawing/2014/main" id="{4C6E2C17-6C61-C99D-E6F9-CC2122ED94CE}"/>
              </a:ext>
            </a:extLst>
          </p:cNvPr>
          <p:cNvGrpSpPr/>
          <p:nvPr/>
        </p:nvGrpSpPr>
        <p:grpSpPr>
          <a:xfrm>
            <a:off x="5518958" y="3158063"/>
            <a:ext cx="649800" cy="795600"/>
            <a:chOff x="5518958" y="3158063"/>
            <a:chExt cx="649800" cy="795600"/>
          </a:xfrm>
        </p:grpSpPr>
        <mc:AlternateContent xmlns:mc="http://schemas.openxmlformats.org/markup-compatibility/2006">
          <mc:Choice xmlns:p14="http://schemas.microsoft.com/office/powerpoint/2010/main" Requires="p14">
            <p:contentPart p14:bwMode="auto" r:id="rId96">
              <p14:nvContentPartPr>
                <p14:cNvPr id="63" name="Ink 62">
                  <a:extLst>
                    <a:ext uri="{FF2B5EF4-FFF2-40B4-BE49-F238E27FC236}">
                      <a16:creationId xmlns:a16="http://schemas.microsoft.com/office/drawing/2014/main" id="{B49C5286-21C5-0E16-9FD2-2292BE47D41E}"/>
                    </a:ext>
                  </a:extLst>
                </p14:cNvPr>
                <p14:cNvContentPartPr/>
                <p14:nvPr/>
              </p14:nvContentPartPr>
              <p14:xfrm>
                <a:off x="5711198" y="3158063"/>
                <a:ext cx="38880" cy="484920"/>
              </p14:xfrm>
            </p:contentPart>
          </mc:Choice>
          <mc:Fallback>
            <p:pic>
              <p:nvPicPr>
                <p:cNvPr id="63" name="Ink 62">
                  <a:extLst>
                    <a:ext uri="{FF2B5EF4-FFF2-40B4-BE49-F238E27FC236}">
                      <a16:creationId xmlns:a16="http://schemas.microsoft.com/office/drawing/2014/main" id="{B49C5286-21C5-0E16-9FD2-2292BE47D41E}"/>
                    </a:ext>
                  </a:extLst>
                </p:cNvPr>
                <p:cNvPicPr/>
                <p:nvPr/>
              </p:nvPicPr>
              <p:blipFill>
                <a:blip r:embed="rId97"/>
                <a:stretch>
                  <a:fillRect/>
                </a:stretch>
              </p:blipFill>
              <p:spPr>
                <a:xfrm>
                  <a:off x="5702558" y="3149063"/>
                  <a:ext cx="56520" cy="50256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5" name="Ink 64">
                  <a:extLst>
                    <a:ext uri="{FF2B5EF4-FFF2-40B4-BE49-F238E27FC236}">
                      <a16:creationId xmlns:a16="http://schemas.microsoft.com/office/drawing/2014/main" id="{A595661C-4CA3-39C8-4B3B-278EC7F85A88}"/>
                    </a:ext>
                  </a:extLst>
                </p14:cNvPr>
                <p14:cNvContentPartPr/>
                <p14:nvPr/>
              </p14:nvContentPartPr>
              <p14:xfrm>
                <a:off x="5525798" y="3801743"/>
                <a:ext cx="17280" cy="151200"/>
              </p14:xfrm>
            </p:contentPart>
          </mc:Choice>
          <mc:Fallback>
            <p:pic>
              <p:nvPicPr>
                <p:cNvPr id="65" name="Ink 64">
                  <a:extLst>
                    <a:ext uri="{FF2B5EF4-FFF2-40B4-BE49-F238E27FC236}">
                      <a16:creationId xmlns:a16="http://schemas.microsoft.com/office/drawing/2014/main" id="{A595661C-4CA3-39C8-4B3B-278EC7F85A88}"/>
                    </a:ext>
                  </a:extLst>
                </p:cNvPr>
                <p:cNvPicPr/>
                <p:nvPr/>
              </p:nvPicPr>
              <p:blipFill>
                <a:blip r:embed="rId99"/>
                <a:stretch>
                  <a:fillRect/>
                </a:stretch>
              </p:blipFill>
              <p:spPr>
                <a:xfrm>
                  <a:off x="5517158" y="3792743"/>
                  <a:ext cx="3492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6" name="Ink 65">
                  <a:extLst>
                    <a:ext uri="{FF2B5EF4-FFF2-40B4-BE49-F238E27FC236}">
                      <a16:creationId xmlns:a16="http://schemas.microsoft.com/office/drawing/2014/main" id="{44FB2FC6-3A1D-2589-2984-6277FB93C133}"/>
                    </a:ext>
                  </a:extLst>
                </p14:cNvPr>
                <p14:cNvContentPartPr/>
                <p14:nvPr/>
              </p14:nvContentPartPr>
              <p14:xfrm>
                <a:off x="5518958" y="3725783"/>
                <a:ext cx="210600" cy="221400"/>
              </p14:xfrm>
            </p:contentPart>
          </mc:Choice>
          <mc:Fallback>
            <p:pic>
              <p:nvPicPr>
                <p:cNvPr id="66" name="Ink 65">
                  <a:extLst>
                    <a:ext uri="{FF2B5EF4-FFF2-40B4-BE49-F238E27FC236}">
                      <a16:creationId xmlns:a16="http://schemas.microsoft.com/office/drawing/2014/main" id="{44FB2FC6-3A1D-2589-2984-6277FB93C133}"/>
                    </a:ext>
                  </a:extLst>
                </p:cNvPr>
                <p:cNvPicPr/>
                <p:nvPr/>
              </p:nvPicPr>
              <p:blipFill>
                <a:blip r:embed="rId101"/>
                <a:stretch>
                  <a:fillRect/>
                </a:stretch>
              </p:blipFill>
              <p:spPr>
                <a:xfrm>
                  <a:off x="5509958" y="3717143"/>
                  <a:ext cx="22824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7" name="Ink 66">
                  <a:extLst>
                    <a:ext uri="{FF2B5EF4-FFF2-40B4-BE49-F238E27FC236}">
                      <a16:creationId xmlns:a16="http://schemas.microsoft.com/office/drawing/2014/main" id="{61A0FCA3-B2F0-374D-B07A-7AB355D91A7E}"/>
                    </a:ext>
                  </a:extLst>
                </p14:cNvPr>
                <p14:cNvContentPartPr/>
                <p14:nvPr/>
              </p14:nvContentPartPr>
              <p14:xfrm>
                <a:off x="5811638" y="3756383"/>
                <a:ext cx="149400" cy="181440"/>
              </p14:xfrm>
            </p:contentPart>
          </mc:Choice>
          <mc:Fallback>
            <p:pic>
              <p:nvPicPr>
                <p:cNvPr id="67" name="Ink 66">
                  <a:extLst>
                    <a:ext uri="{FF2B5EF4-FFF2-40B4-BE49-F238E27FC236}">
                      <a16:creationId xmlns:a16="http://schemas.microsoft.com/office/drawing/2014/main" id="{61A0FCA3-B2F0-374D-B07A-7AB355D91A7E}"/>
                    </a:ext>
                  </a:extLst>
                </p:cNvPr>
                <p:cNvPicPr/>
                <p:nvPr/>
              </p:nvPicPr>
              <p:blipFill>
                <a:blip r:embed="rId103"/>
                <a:stretch>
                  <a:fillRect/>
                </a:stretch>
              </p:blipFill>
              <p:spPr>
                <a:xfrm>
                  <a:off x="5802638" y="3747743"/>
                  <a:ext cx="16704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8" name="Ink 67">
                  <a:extLst>
                    <a:ext uri="{FF2B5EF4-FFF2-40B4-BE49-F238E27FC236}">
                      <a16:creationId xmlns:a16="http://schemas.microsoft.com/office/drawing/2014/main" id="{654BFD86-F2F0-C691-37EB-7229AF8A0E58}"/>
                    </a:ext>
                  </a:extLst>
                </p14:cNvPr>
                <p14:cNvContentPartPr/>
                <p14:nvPr/>
              </p14:nvContentPartPr>
              <p14:xfrm>
                <a:off x="5993798" y="3752423"/>
                <a:ext cx="138600" cy="201240"/>
              </p14:xfrm>
            </p:contentPart>
          </mc:Choice>
          <mc:Fallback>
            <p:pic>
              <p:nvPicPr>
                <p:cNvPr id="68" name="Ink 67">
                  <a:extLst>
                    <a:ext uri="{FF2B5EF4-FFF2-40B4-BE49-F238E27FC236}">
                      <a16:creationId xmlns:a16="http://schemas.microsoft.com/office/drawing/2014/main" id="{654BFD86-F2F0-C691-37EB-7229AF8A0E58}"/>
                    </a:ext>
                  </a:extLst>
                </p:cNvPr>
                <p:cNvPicPr/>
                <p:nvPr/>
              </p:nvPicPr>
              <p:blipFill>
                <a:blip r:embed="rId105"/>
                <a:stretch>
                  <a:fillRect/>
                </a:stretch>
              </p:blipFill>
              <p:spPr>
                <a:xfrm>
                  <a:off x="5984798" y="3743423"/>
                  <a:ext cx="15624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9" name="Ink 68">
                  <a:extLst>
                    <a:ext uri="{FF2B5EF4-FFF2-40B4-BE49-F238E27FC236}">
                      <a16:creationId xmlns:a16="http://schemas.microsoft.com/office/drawing/2014/main" id="{39A53148-8F64-A79B-26F7-6F89968FD662}"/>
                    </a:ext>
                  </a:extLst>
                </p14:cNvPr>
                <p14:cNvContentPartPr/>
                <p14:nvPr/>
              </p14:nvContentPartPr>
              <p14:xfrm>
                <a:off x="6024038" y="3851423"/>
                <a:ext cx="144720" cy="25560"/>
              </p14:xfrm>
            </p:contentPart>
          </mc:Choice>
          <mc:Fallback>
            <p:pic>
              <p:nvPicPr>
                <p:cNvPr id="69" name="Ink 68">
                  <a:extLst>
                    <a:ext uri="{FF2B5EF4-FFF2-40B4-BE49-F238E27FC236}">
                      <a16:creationId xmlns:a16="http://schemas.microsoft.com/office/drawing/2014/main" id="{39A53148-8F64-A79B-26F7-6F89968FD662}"/>
                    </a:ext>
                  </a:extLst>
                </p:cNvPr>
                <p:cNvPicPr/>
                <p:nvPr/>
              </p:nvPicPr>
              <p:blipFill>
                <a:blip r:embed="rId107"/>
                <a:stretch>
                  <a:fillRect/>
                </a:stretch>
              </p:blipFill>
              <p:spPr>
                <a:xfrm>
                  <a:off x="6015038" y="3842423"/>
                  <a:ext cx="162360" cy="43200"/>
                </a:xfrm>
                <a:prstGeom prst="rect">
                  <a:avLst/>
                </a:prstGeom>
              </p:spPr>
            </p:pic>
          </mc:Fallback>
        </mc:AlternateContent>
      </p:grpSp>
      <p:grpSp>
        <p:nvGrpSpPr>
          <p:cNvPr id="117" name="Group 116">
            <a:extLst>
              <a:ext uri="{FF2B5EF4-FFF2-40B4-BE49-F238E27FC236}">
                <a16:creationId xmlns:a16="http://schemas.microsoft.com/office/drawing/2014/main" id="{7FD11C7C-0028-5FFD-8D8B-99288F711C1A}"/>
              </a:ext>
            </a:extLst>
          </p:cNvPr>
          <p:cNvGrpSpPr/>
          <p:nvPr/>
        </p:nvGrpSpPr>
        <p:grpSpPr>
          <a:xfrm>
            <a:off x="2454278" y="4171463"/>
            <a:ext cx="3834360" cy="2116800"/>
            <a:chOff x="2454278" y="4171463"/>
            <a:chExt cx="3834360" cy="2116800"/>
          </a:xfrm>
        </p:grpSpPr>
        <mc:AlternateContent xmlns:mc="http://schemas.openxmlformats.org/markup-compatibility/2006">
          <mc:Choice xmlns:p14="http://schemas.microsoft.com/office/powerpoint/2010/main" Requires="p14">
            <p:contentPart p14:bwMode="auto" r:id="rId108">
              <p14:nvContentPartPr>
                <p14:cNvPr id="71" name="Ink 70">
                  <a:extLst>
                    <a:ext uri="{FF2B5EF4-FFF2-40B4-BE49-F238E27FC236}">
                      <a16:creationId xmlns:a16="http://schemas.microsoft.com/office/drawing/2014/main" id="{5EE17E00-5C73-2D10-1E57-C650EBD622FA}"/>
                    </a:ext>
                  </a:extLst>
                </p14:cNvPr>
                <p14:cNvContentPartPr/>
                <p14:nvPr/>
              </p14:nvContentPartPr>
              <p14:xfrm>
                <a:off x="5607518" y="4171463"/>
                <a:ext cx="235080" cy="221760"/>
              </p14:xfrm>
            </p:contentPart>
          </mc:Choice>
          <mc:Fallback>
            <p:pic>
              <p:nvPicPr>
                <p:cNvPr id="71" name="Ink 70">
                  <a:extLst>
                    <a:ext uri="{FF2B5EF4-FFF2-40B4-BE49-F238E27FC236}">
                      <a16:creationId xmlns:a16="http://schemas.microsoft.com/office/drawing/2014/main" id="{5EE17E00-5C73-2D10-1E57-C650EBD622FA}"/>
                    </a:ext>
                  </a:extLst>
                </p:cNvPr>
                <p:cNvPicPr/>
                <p:nvPr/>
              </p:nvPicPr>
              <p:blipFill>
                <a:blip r:embed="rId109"/>
                <a:stretch>
                  <a:fillRect/>
                </a:stretch>
              </p:blipFill>
              <p:spPr>
                <a:xfrm>
                  <a:off x="5598518" y="4162463"/>
                  <a:ext cx="252720" cy="23940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72" name="Ink 71">
                  <a:extLst>
                    <a:ext uri="{FF2B5EF4-FFF2-40B4-BE49-F238E27FC236}">
                      <a16:creationId xmlns:a16="http://schemas.microsoft.com/office/drawing/2014/main" id="{321F57CF-A759-C286-F4B5-4F23024872A4}"/>
                    </a:ext>
                  </a:extLst>
                </p14:cNvPr>
                <p14:cNvContentPartPr/>
                <p14:nvPr/>
              </p14:nvContentPartPr>
              <p14:xfrm>
                <a:off x="5730638" y="4446503"/>
                <a:ext cx="19440" cy="187920"/>
              </p14:xfrm>
            </p:contentPart>
          </mc:Choice>
          <mc:Fallback>
            <p:pic>
              <p:nvPicPr>
                <p:cNvPr id="72" name="Ink 71">
                  <a:extLst>
                    <a:ext uri="{FF2B5EF4-FFF2-40B4-BE49-F238E27FC236}">
                      <a16:creationId xmlns:a16="http://schemas.microsoft.com/office/drawing/2014/main" id="{321F57CF-A759-C286-F4B5-4F23024872A4}"/>
                    </a:ext>
                  </a:extLst>
                </p:cNvPr>
                <p:cNvPicPr/>
                <p:nvPr/>
              </p:nvPicPr>
              <p:blipFill>
                <a:blip r:embed="rId111"/>
                <a:stretch>
                  <a:fillRect/>
                </a:stretch>
              </p:blipFill>
              <p:spPr>
                <a:xfrm>
                  <a:off x="5721638" y="4437503"/>
                  <a:ext cx="3708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73" name="Ink 72">
                  <a:extLst>
                    <a:ext uri="{FF2B5EF4-FFF2-40B4-BE49-F238E27FC236}">
                      <a16:creationId xmlns:a16="http://schemas.microsoft.com/office/drawing/2014/main" id="{BFC4B459-F56A-553C-CBA9-CA1F6143BC5A}"/>
                    </a:ext>
                  </a:extLst>
                </p14:cNvPr>
                <p14:cNvContentPartPr/>
                <p14:nvPr/>
              </p14:nvContentPartPr>
              <p14:xfrm>
                <a:off x="5679518" y="4623263"/>
                <a:ext cx="179280" cy="154440"/>
              </p14:xfrm>
            </p:contentPart>
          </mc:Choice>
          <mc:Fallback>
            <p:pic>
              <p:nvPicPr>
                <p:cNvPr id="73" name="Ink 72">
                  <a:extLst>
                    <a:ext uri="{FF2B5EF4-FFF2-40B4-BE49-F238E27FC236}">
                      <a16:creationId xmlns:a16="http://schemas.microsoft.com/office/drawing/2014/main" id="{BFC4B459-F56A-553C-CBA9-CA1F6143BC5A}"/>
                    </a:ext>
                  </a:extLst>
                </p:cNvPr>
                <p:cNvPicPr/>
                <p:nvPr/>
              </p:nvPicPr>
              <p:blipFill>
                <a:blip r:embed="rId113"/>
                <a:stretch>
                  <a:fillRect/>
                </a:stretch>
              </p:blipFill>
              <p:spPr>
                <a:xfrm>
                  <a:off x="5670518" y="4614263"/>
                  <a:ext cx="196920" cy="17208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4" name="Ink 73">
                  <a:extLst>
                    <a:ext uri="{FF2B5EF4-FFF2-40B4-BE49-F238E27FC236}">
                      <a16:creationId xmlns:a16="http://schemas.microsoft.com/office/drawing/2014/main" id="{5868BEFA-D386-ADA0-DC17-3F52D945230E}"/>
                    </a:ext>
                  </a:extLst>
                </p14:cNvPr>
                <p14:cNvContentPartPr/>
                <p14:nvPr/>
              </p14:nvContentPartPr>
              <p14:xfrm>
                <a:off x="5742878" y="4848983"/>
                <a:ext cx="19800" cy="244080"/>
              </p14:xfrm>
            </p:contentPart>
          </mc:Choice>
          <mc:Fallback>
            <p:pic>
              <p:nvPicPr>
                <p:cNvPr id="74" name="Ink 73">
                  <a:extLst>
                    <a:ext uri="{FF2B5EF4-FFF2-40B4-BE49-F238E27FC236}">
                      <a16:creationId xmlns:a16="http://schemas.microsoft.com/office/drawing/2014/main" id="{5868BEFA-D386-ADA0-DC17-3F52D945230E}"/>
                    </a:ext>
                  </a:extLst>
                </p:cNvPr>
                <p:cNvPicPr/>
                <p:nvPr/>
              </p:nvPicPr>
              <p:blipFill>
                <a:blip r:embed="rId115"/>
                <a:stretch>
                  <a:fillRect/>
                </a:stretch>
              </p:blipFill>
              <p:spPr>
                <a:xfrm>
                  <a:off x="5733878" y="4840343"/>
                  <a:ext cx="37440" cy="26172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5" name="Ink 74">
                  <a:extLst>
                    <a:ext uri="{FF2B5EF4-FFF2-40B4-BE49-F238E27FC236}">
                      <a16:creationId xmlns:a16="http://schemas.microsoft.com/office/drawing/2014/main" id="{CBEE1296-A622-7ACF-4DBB-F49A074C59C9}"/>
                    </a:ext>
                  </a:extLst>
                </p14:cNvPr>
                <p14:cNvContentPartPr/>
                <p14:nvPr/>
              </p14:nvContentPartPr>
              <p14:xfrm>
                <a:off x="5717678" y="5077583"/>
                <a:ext cx="182160" cy="134280"/>
              </p14:xfrm>
            </p:contentPart>
          </mc:Choice>
          <mc:Fallback>
            <p:pic>
              <p:nvPicPr>
                <p:cNvPr id="75" name="Ink 74">
                  <a:extLst>
                    <a:ext uri="{FF2B5EF4-FFF2-40B4-BE49-F238E27FC236}">
                      <a16:creationId xmlns:a16="http://schemas.microsoft.com/office/drawing/2014/main" id="{CBEE1296-A622-7ACF-4DBB-F49A074C59C9}"/>
                    </a:ext>
                  </a:extLst>
                </p:cNvPr>
                <p:cNvPicPr/>
                <p:nvPr/>
              </p:nvPicPr>
              <p:blipFill>
                <a:blip r:embed="rId117"/>
                <a:stretch>
                  <a:fillRect/>
                </a:stretch>
              </p:blipFill>
              <p:spPr>
                <a:xfrm>
                  <a:off x="5709038" y="5068583"/>
                  <a:ext cx="19980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6" name="Ink 75">
                  <a:extLst>
                    <a:ext uri="{FF2B5EF4-FFF2-40B4-BE49-F238E27FC236}">
                      <a16:creationId xmlns:a16="http://schemas.microsoft.com/office/drawing/2014/main" id="{6000FFB9-7A53-47FE-88AE-FF91343B5561}"/>
                    </a:ext>
                  </a:extLst>
                </p14:cNvPr>
                <p14:cNvContentPartPr/>
                <p14:nvPr/>
              </p14:nvContentPartPr>
              <p14:xfrm>
                <a:off x="5574038" y="5254703"/>
                <a:ext cx="207000" cy="141120"/>
              </p14:xfrm>
            </p:contentPart>
          </mc:Choice>
          <mc:Fallback>
            <p:pic>
              <p:nvPicPr>
                <p:cNvPr id="76" name="Ink 75">
                  <a:extLst>
                    <a:ext uri="{FF2B5EF4-FFF2-40B4-BE49-F238E27FC236}">
                      <a16:creationId xmlns:a16="http://schemas.microsoft.com/office/drawing/2014/main" id="{6000FFB9-7A53-47FE-88AE-FF91343B5561}"/>
                    </a:ext>
                  </a:extLst>
                </p:cNvPr>
                <p:cNvPicPr/>
                <p:nvPr/>
              </p:nvPicPr>
              <p:blipFill>
                <a:blip r:embed="rId119"/>
                <a:stretch>
                  <a:fillRect/>
                </a:stretch>
              </p:blipFill>
              <p:spPr>
                <a:xfrm>
                  <a:off x="5565038" y="5245703"/>
                  <a:ext cx="22464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7" name="Ink 76">
                  <a:extLst>
                    <a:ext uri="{FF2B5EF4-FFF2-40B4-BE49-F238E27FC236}">
                      <a16:creationId xmlns:a16="http://schemas.microsoft.com/office/drawing/2014/main" id="{66939231-632F-F1A7-CE1B-61D803B10E1F}"/>
                    </a:ext>
                  </a:extLst>
                </p14:cNvPr>
                <p14:cNvContentPartPr/>
                <p14:nvPr/>
              </p14:nvContentPartPr>
              <p14:xfrm>
                <a:off x="5855918" y="5250743"/>
                <a:ext cx="234000" cy="158760"/>
              </p14:xfrm>
            </p:contentPart>
          </mc:Choice>
          <mc:Fallback>
            <p:pic>
              <p:nvPicPr>
                <p:cNvPr id="77" name="Ink 76">
                  <a:extLst>
                    <a:ext uri="{FF2B5EF4-FFF2-40B4-BE49-F238E27FC236}">
                      <a16:creationId xmlns:a16="http://schemas.microsoft.com/office/drawing/2014/main" id="{66939231-632F-F1A7-CE1B-61D803B10E1F}"/>
                    </a:ext>
                  </a:extLst>
                </p:cNvPr>
                <p:cNvPicPr/>
                <p:nvPr/>
              </p:nvPicPr>
              <p:blipFill>
                <a:blip r:embed="rId121"/>
                <a:stretch>
                  <a:fillRect/>
                </a:stretch>
              </p:blipFill>
              <p:spPr>
                <a:xfrm>
                  <a:off x="5846918" y="5242103"/>
                  <a:ext cx="25164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8" name="Ink 77">
                  <a:extLst>
                    <a:ext uri="{FF2B5EF4-FFF2-40B4-BE49-F238E27FC236}">
                      <a16:creationId xmlns:a16="http://schemas.microsoft.com/office/drawing/2014/main" id="{3004A769-C793-7B43-09A9-C87E52A25CFD}"/>
                    </a:ext>
                  </a:extLst>
                </p14:cNvPr>
                <p14:cNvContentPartPr/>
                <p14:nvPr/>
              </p14:nvContentPartPr>
              <p14:xfrm>
                <a:off x="6057518" y="5430743"/>
                <a:ext cx="198000" cy="142200"/>
              </p14:xfrm>
            </p:contentPart>
          </mc:Choice>
          <mc:Fallback>
            <p:pic>
              <p:nvPicPr>
                <p:cNvPr id="78" name="Ink 77">
                  <a:extLst>
                    <a:ext uri="{FF2B5EF4-FFF2-40B4-BE49-F238E27FC236}">
                      <a16:creationId xmlns:a16="http://schemas.microsoft.com/office/drawing/2014/main" id="{3004A769-C793-7B43-09A9-C87E52A25CFD}"/>
                    </a:ext>
                  </a:extLst>
                </p:cNvPr>
                <p:cNvPicPr/>
                <p:nvPr/>
              </p:nvPicPr>
              <p:blipFill>
                <a:blip r:embed="rId123"/>
                <a:stretch>
                  <a:fillRect/>
                </a:stretch>
              </p:blipFill>
              <p:spPr>
                <a:xfrm>
                  <a:off x="6048878" y="5421743"/>
                  <a:ext cx="21564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9" name="Ink 78">
                  <a:extLst>
                    <a:ext uri="{FF2B5EF4-FFF2-40B4-BE49-F238E27FC236}">
                      <a16:creationId xmlns:a16="http://schemas.microsoft.com/office/drawing/2014/main" id="{E66E4C71-6033-5BEC-8855-C3AF60D9C6EB}"/>
                    </a:ext>
                  </a:extLst>
                </p14:cNvPr>
                <p14:cNvContentPartPr/>
                <p14:nvPr/>
              </p14:nvContentPartPr>
              <p14:xfrm>
                <a:off x="5485118" y="5437223"/>
                <a:ext cx="189000" cy="186840"/>
              </p14:xfrm>
            </p:contentPart>
          </mc:Choice>
          <mc:Fallback>
            <p:pic>
              <p:nvPicPr>
                <p:cNvPr id="79" name="Ink 78">
                  <a:extLst>
                    <a:ext uri="{FF2B5EF4-FFF2-40B4-BE49-F238E27FC236}">
                      <a16:creationId xmlns:a16="http://schemas.microsoft.com/office/drawing/2014/main" id="{E66E4C71-6033-5BEC-8855-C3AF60D9C6EB}"/>
                    </a:ext>
                  </a:extLst>
                </p:cNvPr>
                <p:cNvPicPr/>
                <p:nvPr/>
              </p:nvPicPr>
              <p:blipFill>
                <a:blip r:embed="rId125"/>
                <a:stretch>
                  <a:fillRect/>
                </a:stretch>
              </p:blipFill>
              <p:spPr>
                <a:xfrm>
                  <a:off x="5476118" y="5428223"/>
                  <a:ext cx="206640" cy="20448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80" name="Ink 79">
                  <a:extLst>
                    <a:ext uri="{FF2B5EF4-FFF2-40B4-BE49-F238E27FC236}">
                      <a16:creationId xmlns:a16="http://schemas.microsoft.com/office/drawing/2014/main" id="{4C673210-EE84-7103-6EBB-FBF18AB93BB9}"/>
                    </a:ext>
                  </a:extLst>
                </p14:cNvPr>
                <p14:cNvContentPartPr/>
                <p14:nvPr/>
              </p14:nvContentPartPr>
              <p14:xfrm>
                <a:off x="5619038" y="5630183"/>
                <a:ext cx="191160" cy="170280"/>
              </p14:xfrm>
            </p:contentPart>
          </mc:Choice>
          <mc:Fallback>
            <p:pic>
              <p:nvPicPr>
                <p:cNvPr id="80" name="Ink 79">
                  <a:extLst>
                    <a:ext uri="{FF2B5EF4-FFF2-40B4-BE49-F238E27FC236}">
                      <a16:creationId xmlns:a16="http://schemas.microsoft.com/office/drawing/2014/main" id="{4C673210-EE84-7103-6EBB-FBF18AB93BB9}"/>
                    </a:ext>
                  </a:extLst>
                </p:cNvPr>
                <p:cNvPicPr/>
                <p:nvPr/>
              </p:nvPicPr>
              <p:blipFill>
                <a:blip r:embed="rId127"/>
                <a:stretch>
                  <a:fillRect/>
                </a:stretch>
              </p:blipFill>
              <p:spPr>
                <a:xfrm>
                  <a:off x="5610038" y="5621543"/>
                  <a:ext cx="208800" cy="18792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81" name="Ink 80">
                  <a:extLst>
                    <a:ext uri="{FF2B5EF4-FFF2-40B4-BE49-F238E27FC236}">
                      <a16:creationId xmlns:a16="http://schemas.microsoft.com/office/drawing/2014/main" id="{96F9B788-0672-A518-23AC-40AA70343010}"/>
                    </a:ext>
                  </a:extLst>
                </p14:cNvPr>
                <p14:cNvContentPartPr/>
                <p14:nvPr/>
              </p14:nvContentPartPr>
              <p14:xfrm>
                <a:off x="5801918" y="5793263"/>
                <a:ext cx="144360" cy="126360"/>
              </p14:xfrm>
            </p:contentPart>
          </mc:Choice>
          <mc:Fallback>
            <p:pic>
              <p:nvPicPr>
                <p:cNvPr id="81" name="Ink 80">
                  <a:extLst>
                    <a:ext uri="{FF2B5EF4-FFF2-40B4-BE49-F238E27FC236}">
                      <a16:creationId xmlns:a16="http://schemas.microsoft.com/office/drawing/2014/main" id="{96F9B788-0672-A518-23AC-40AA70343010}"/>
                    </a:ext>
                  </a:extLst>
                </p:cNvPr>
                <p:cNvPicPr/>
                <p:nvPr/>
              </p:nvPicPr>
              <p:blipFill>
                <a:blip r:embed="rId129"/>
                <a:stretch>
                  <a:fillRect/>
                </a:stretch>
              </p:blipFill>
              <p:spPr>
                <a:xfrm>
                  <a:off x="5792918" y="5784263"/>
                  <a:ext cx="16200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82" name="Ink 81">
                  <a:extLst>
                    <a:ext uri="{FF2B5EF4-FFF2-40B4-BE49-F238E27FC236}">
                      <a16:creationId xmlns:a16="http://schemas.microsoft.com/office/drawing/2014/main" id="{4C10378F-1FAC-B79C-C95A-023F3F97AAAE}"/>
                    </a:ext>
                  </a:extLst>
                </p14:cNvPr>
                <p14:cNvContentPartPr/>
                <p14:nvPr/>
              </p14:nvContentPartPr>
              <p14:xfrm>
                <a:off x="6052118" y="5679503"/>
                <a:ext cx="236520" cy="200880"/>
              </p14:xfrm>
            </p:contentPart>
          </mc:Choice>
          <mc:Fallback>
            <p:pic>
              <p:nvPicPr>
                <p:cNvPr id="82" name="Ink 81">
                  <a:extLst>
                    <a:ext uri="{FF2B5EF4-FFF2-40B4-BE49-F238E27FC236}">
                      <a16:creationId xmlns:a16="http://schemas.microsoft.com/office/drawing/2014/main" id="{4C10378F-1FAC-B79C-C95A-023F3F97AAAE}"/>
                    </a:ext>
                  </a:extLst>
                </p:cNvPr>
                <p:cNvPicPr/>
                <p:nvPr/>
              </p:nvPicPr>
              <p:blipFill>
                <a:blip r:embed="rId131"/>
                <a:stretch>
                  <a:fillRect/>
                </a:stretch>
              </p:blipFill>
              <p:spPr>
                <a:xfrm>
                  <a:off x="6043118" y="5670863"/>
                  <a:ext cx="254160" cy="21852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83" name="Ink 82">
                  <a:extLst>
                    <a:ext uri="{FF2B5EF4-FFF2-40B4-BE49-F238E27FC236}">
                      <a16:creationId xmlns:a16="http://schemas.microsoft.com/office/drawing/2014/main" id="{6E01AF34-4337-8E00-504A-829CD20B8A90}"/>
                    </a:ext>
                  </a:extLst>
                </p14:cNvPr>
                <p14:cNvContentPartPr/>
                <p14:nvPr/>
              </p14:nvContentPartPr>
              <p14:xfrm>
                <a:off x="5905598" y="5955983"/>
                <a:ext cx="19440" cy="269640"/>
              </p14:xfrm>
            </p:contentPart>
          </mc:Choice>
          <mc:Fallback>
            <p:pic>
              <p:nvPicPr>
                <p:cNvPr id="83" name="Ink 82">
                  <a:extLst>
                    <a:ext uri="{FF2B5EF4-FFF2-40B4-BE49-F238E27FC236}">
                      <a16:creationId xmlns:a16="http://schemas.microsoft.com/office/drawing/2014/main" id="{6E01AF34-4337-8E00-504A-829CD20B8A90}"/>
                    </a:ext>
                  </a:extLst>
                </p:cNvPr>
                <p:cNvPicPr/>
                <p:nvPr/>
              </p:nvPicPr>
              <p:blipFill>
                <a:blip r:embed="rId133"/>
                <a:stretch>
                  <a:fillRect/>
                </a:stretch>
              </p:blipFill>
              <p:spPr>
                <a:xfrm>
                  <a:off x="5896958" y="5946983"/>
                  <a:ext cx="37080" cy="28728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5" name="Ink 84">
                  <a:extLst>
                    <a:ext uri="{FF2B5EF4-FFF2-40B4-BE49-F238E27FC236}">
                      <a16:creationId xmlns:a16="http://schemas.microsoft.com/office/drawing/2014/main" id="{2C97DC54-73A5-A51D-7264-8C7005551BA8}"/>
                    </a:ext>
                  </a:extLst>
                </p14:cNvPr>
                <p14:cNvContentPartPr/>
                <p14:nvPr/>
              </p14:nvContentPartPr>
              <p14:xfrm>
                <a:off x="5870678" y="6274943"/>
                <a:ext cx="164520" cy="13320"/>
              </p14:xfrm>
            </p:contentPart>
          </mc:Choice>
          <mc:Fallback>
            <p:pic>
              <p:nvPicPr>
                <p:cNvPr id="85" name="Ink 84">
                  <a:extLst>
                    <a:ext uri="{FF2B5EF4-FFF2-40B4-BE49-F238E27FC236}">
                      <a16:creationId xmlns:a16="http://schemas.microsoft.com/office/drawing/2014/main" id="{2C97DC54-73A5-A51D-7264-8C7005551BA8}"/>
                    </a:ext>
                  </a:extLst>
                </p:cNvPr>
                <p:cNvPicPr/>
                <p:nvPr/>
              </p:nvPicPr>
              <p:blipFill>
                <a:blip r:embed="rId135"/>
                <a:stretch>
                  <a:fillRect/>
                </a:stretch>
              </p:blipFill>
              <p:spPr>
                <a:xfrm>
                  <a:off x="5861678" y="6266303"/>
                  <a:ext cx="18216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7" name="Ink 86">
                  <a:extLst>
                    <a:ext uri="{FF2B5EF4-FFF2-40B4-BE49-F238E27FC236}">
                      <a16:creationId xmlns:a16="http://schemas.microsoft.com/office/drawing/2014/main" id="{57078EBA-FAD6-052E-25D9-9C4FFAF4D383}"/>
                    </a:ext>
                  </a:extLst>
                </p14:cNvPr>
                <p14:cNvContentPartPr/>
                <p14:nvPr/>
              </p14:nvContentPartPr>
              <p14:xfrm>
                <a:off x="5199998" y="4728743"/>
                <a:ext cx="372600" cy="56520"/>
              </p14:xfrm>
            </p:contentPart>
          </mc:Choice>
          <mc:Fallback>
            <p:pic>
              <p:nvPicPr>
                <p:cNvPr id="87" name="Ink 86">
                  <a:extLst>
                    <a:ext uri="{FF2B5EF4-FFF2-40B4-BE49-F238E27FC236}">
                      <a16:creationId xmlns:a16="http://schemas.microsoft.com/office/drawing/2014/main" id="{57078EBA-FAD6-052E-25D9-9C4FFAF4D383}"/>
                    </a:ext>
                  </a:extLst>
                </p:cNvPr>
                <p:cNvPicPr/>
                <p:nvPr/>
              </p:nvPicPr>
              <p:blipFill>
                <a:blip r:embed="rId137"/>
                <a:stretch>
                  <a:fillRect/>
                </a:stretch>
              </p:blipFill>
              <p:spPr>
                <a:xfrm>
                  <a:off x="5191358" y="4719743"/>
                  <a:ext cx="39024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8" name="Ink 87">
                  <a:extLst>
                    <a:ext uri="{FF2B5EF4-FFF2-40B4-BE49-F238E27FC236}">
                      <a16:creationId xmlns:a16="http://schemas.microsoft.com/office/drawing/2014/main" id="{D44E5641-8185-FC7D-68D6-441225679C05}"/>
                    </a:ext>
                  </a:extLst>
                </p14:cNvPr>
                <p14:cNvContentPartPr/>
                <p14:nvPr/>
              </p14:nvContentPartPr>
              <p14:xfrm>
                <a:off x="5514278" y="4679063"/>
                <a:ext cx="68400" cy="109080"/>
              </p14:xfrm>
            </p:contentPart>
          </mc:Choice>
          <mc:Fallback>
            <p:pic>
              <p:nvPicPr>
                <p:cNvPr id="88" name="Ink 87">
                  <a:extLst>
                    <a:ext uri="{FF2B5EF4-FFF2-40B4-BE49-F238E27FC236}">
                      <a16:creationId xmlns:a16="http://schemas.microsoft.com/office/drawing/2014/main" id="{D44E5641-8185-FC7D-68D6-441225679C05}"/>
                    </a:ext>
                  </a:extLst>
                </p:cNvPr>
                <p:cNvPicPr/>
                <p:nvPr/>
              </p:nvPicPr>
              <p:blipFill>
                <a:blip r:embed="rId139"/>
                <a:stretch>
                  <a:fillRect/>
                </a:stretch>
              </p:blipFill>
              <p:spPr>
                <a:xfrm>
                  <a:off x="5505638" y="4670423"/>
                  <a:ext cx="8604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9" name="Ink 88">
                  <a:extLst>
                    <a:ext uri="{FF2B5EF4-FFF2-40B4-BE49-F238E27FC236}">
                      <a16:creationId xmlns:a16="http://schemas.microsoft.com/office/drawing/2014/main" id="{59054D36-73E7-3EB5-FCE1-0EA614B6D421}"/>
                    </a:ext>
                  </a:extLst>
                </p14:cNvPr>
                <p14:cNvContentPartPr/>
                <p14:nvPr/>
              </p14:nvContentPartPr>
              <p14:xfrm>
                <a:off x="4396478" y="4683743"/>
                <a:ext cx="627120" cy="390960"/>
              </p14:xfrm>
            </p:contentPart>
          </mc:Choice>
          <mc:Fallback>
            <p:pic>
              <p:nvPicPr>
                <p:cNvPr id="89" name="Ink 88">
                  <a:extLst>
                    <a:ext uri="{FF2B5EF4-FFF2-40B4-BE49-F238E27FC236}">
                      <a16:creationId xmlns:a16="http://schemas.microsoft.com/office/drawing/2014/main" id="{59054D36-73E7-3EB5-FCE1-0EA614B6D421}"/>
                    </a:ext>
                  </a:extLst>
                </p:cNvPr>
                <p:cNvPicPr/>
                <p:nvPr/>
              </p:nvPicPr>
              <p:blipFill>
                <a:blip r:embed="rId141"/>
                <a:stretch>
                  <a:fillRect/>
                </a:stretch>
              </p:blipFill>
              <p:spPr>
                <a:xfrm>
                  <a:off x="4387838" y="4675103"/>
                  <a:ext cx="644760" cy="40860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90" name="Ink 89">
                  <a:extLst>
                    <a:ext uri="{FF2B5EF4-FFF2-40B4-BE49-F238E27FC236}">
                      <a16:creationId xmlns:a16="http://schemas.microsoft.com/office/drawing/2014/main" id="{7B9B47BA-BB8B-E739-5A15-8462ABFBB619}"/>
                    </a:ext>
                  </a:extLst>
                </p14:cNvPr>
                <p14:cNvContentPartPr/>
                <p14:nvPr/>
              </p14:nvContentPartPr>
              <p14:xfrm>
                <a:off x="4478198" y="4792823"/>
                <a:ext cx="137880" cy="17640"/>
              </p14:xfrm>
            </p:contentPart>
          </mc:Choice>
          <mc:Fallback>
            <p:pic>
              <p:nvPicPr>
                <p:cNvPr id="90" name="Ink 89">
                  <a:extLst>
                    <a:ext uri="{FF2B5EF4-FFF2-40B4-BE49-F238E27FC236}">
                      <a16:creationId xmlns:a16="http://schemas.microsoft.com/office/drawing/2014/main" id="{7B9B47BA-BB8B-E739-5A15-8462ABFBB619}"/>
                    </a:ext>
                  </a:extLst>
                </p:cNvPr>
                <p:cNvPicPr/>
                <p:nvPr/>
              </p:nvPicPr>
              <p:blipFill>
                <a:blip r:embed="rId143"/>
                <a:stretch>
                  <a:fillRect/>
                </a:stretch>
              </p:blipFill>
              <p:spPr>
                <a:xfrm>
                  <a:off x="4469558" y="4784183"/>
                  <a:ext cx="15552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91" name="Ink 90">
                  <a:extLst>
                    <a:ext uri="{FF2B5EF4-FFF2-40B4-BE49-F238E27FC236}">
                      <a16:creationId xmlns:a16="http://schemas.microsoft.com/office/drawing/2014/main" id="{14F46701-F2B4-0C3D-BF64-D22C1F5ECEED}"/>
                    </a:ext>
                  </a:extLst>
                </p14:cNvPr>
                <p14:cNvContentPartPr/>
                <p14:nvPr/>
              </p14:nvContentPartPr>
              <p14:xfrm>
                <a:off x="4595558" y="4805063"/>
                <a:ext cx="70560" cy="81720"/>
              </p14:xfrm>
            </p:contentPart>
          </mc:Choice>
          <mc:Fallback>
            <p:pic>
              <p:nvPicPr>
                <p:cNvPr id="91" name="Ink 90">
                  <a:extLst>
                    <a:ext uri="{FF2B5EF4-FFF2-40B4-BE49-F238E27FC236}">
                      <a16:creationId xmlns:a16="http://schemas.microsoft.com/office/drawing/2014/main" id="{14F46701-F2B4-0C3D-BF64-D22C1F5ECEED}"/>
                    </a:ext>
                  </a:extLst>
                </p:cNvPr>
                <p:cNvPicPr/>
                <p:nvPr/>
              </p:nvPicPr>
              <p:blipFill>
                <a:blip r:embed="rId145"/>
                <a:stretch>
                  <a:fillRect/>
                </a:stretch>
              </p:blipFill>
              <p:spPr>
                <a:xfrm>
                  <a:off x="4586918" y="4796423"/>
                  <a:ext cx="88200" cy="9936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92" name="Ink 91">
                  <a:extLst>
                    <a:ext uri="{FF2B5EF4-FFF2-40B4-BE49-F238E27FC236}">
                      <a16:creationId xmlns:a16="http://schemas.microsoft.com/office/drawing/2014/main" id="{9B8C610F-105F-90CC-FC78-3D56912145B1}"/>
                    </a:ext>
                  </a:extLst>
                </p14:cNvPr>
                <p14:cNvContentPartPr/>
                <p14:nvPr/>
              </p14:nvContentPartPr>
              <p14:xfrm>
                <a:off x="4665758" y="4824503"/>
                <a:ext cx="129600" cy="11160"/>
              </p14:xfrm>
            </p:contentPart>
          </mc:Choice>
          <mc:Fallback>
            <p:pic>
              <p:nvPicPr>
                <p:cNvPr id="92" name="Ink 91">
                  <a:extLst>
                    <a:ext uri="{FF2B5EF4-FFF2-40B4-BE49-F238E27FC236}">
                      <a16:creationId xmlns:a16="http://schemas.microsoft.com/office/drawing/2014/main" id="{9B8C610F-105F-90CC-FC78-3D56912145B1}"/>
                    </a:ext>
                  </a:extLst>
                </p:cNvPr>
                <p:cNvPicPr/>
                <p:nvPr/>
              </p:nvPicPr>
              <p:blipFill>
                <a:blip r:embed="rId147"/>
                <a:stretch>
                  <a:fillRect/>
                </a:stretch>
              </p:blipFill>
              <p:spPr>
                <a:xfrm>
                  <a:off x="4656758" y="4815863"/>
                  <a:ext cx="14724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93" name="Ink 92">
                  <a:extLst>
                    <a:ext uri="{FF2B5EF4-FFF2-40B4-BE49-F238E27FC236}">
                      <a16:creationId xmlns:a16="http://schemas.microsoft.com/office/drawing/2014/main" id="{37695896-D542-7D4F-41D1-6C710CD71531}"/>
                    </a:ext>
                  </a:extLst>
                </p14:cNvPr>
                <p14:cNvContentPartPr/>
                <p14:nvPr/>
              </p14:nvContentPartPr>
              <p14:xfrm>
                <a:off x="4739558" y="4813343"/>
                <a:ext cx="79200" cy="99360"/>
              </p14:xfrm>
            </p:contentPart>
          </mc:Choice>
          <mc:Fallback>
            <p:pic>
              <p:nvPicPr>
                <p:cNvPr id="93" name="Ink 92">
                  <a:extLst>
                    <a:ext uri="{FF2B5EF4-FFF2-40B4-BE49-F238E27FC236}">
                      <a16:creationId xmlns:a16="http://schemas.microsoft.com/office/drawing/2014/main" id="{37695896-D542-7D4F-41D1-6C710CD71531}"/>
                    </a:ext>
                  </a:extLst>
                </p:cNvPr>
                <p:cNvPicPr/>
                <p:nvPr/>
              </p:nvPicPr>
              <p:blipFill>
                <a:blip r:embed="rId149"/>
                <a:stretch>
                  <a:fillRect/>
                </a:stretch>
              </p:blipFill>
              <p:spPr>
                <a:xfrm>
                  <a:off x="4730558" y="4804343"/>
                  <a:ext cx="96840" cy="11700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94" name="Ink 93">
                  <a:extLst>
                    <a:ext uri="{FF2B5EF4-FFF2-40B4-BE49-F238E27FC236}">
                      <a16:creationId xmlns:a16="http://schemas.microsoft.com/office/drawing/2014/main" id="{291F2BF8-F852-DFB8-F994-D96B5246566C}"/>
                    </a:ext>
                  </a:extLst>
                </p14:cNvPr>
                <p14:cNvContentPartPr/>
                <p14:nvPr/>
              </p14:nvContentPartPr>
              <p14:xfrm>
                <a:off x="4834598" y="4825943"/>
                <a:ext cx="149760" cy="2880"/>
              </p14:xfrm>
            </p:contentPart>
          </mc:Choice>
          <mc:Fallback>
            <p:pic>
              <p:nvPicPr>
                <p:cNvPr id="94" name="Ink 93">
                  <a:extLst>
                    <a:ext uri="{FF2B5EF4-FFF2-40B4-BE49-F238E27FC236}">
                      <a16:creationId xmlns:a16="http://schemas.microsoft.com/office/drawing/2014/main" id="{291F2BF8-F852-DFB8-F994-D96B5246566C}"/>
                    </a:ext>
                  </a:extLst>
                </p:cNvPr>
                <p:cNvPicPr/>
                <p:nvPr/>
              </p:nvPicPr>
              <p:blipFill>
                <a:blip r:embed="rId151"/>
                <a:stretch>
                  <a:fillRect/>
                </a:stretch>
              </p:blipFill>
              <p:spPr>
                <a:xfrm>
                  <a:off x="4825958" y="4817303"/>
                  <a:ext cx="16740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5" name="Ink 94">
                  <a:extLst>
                    <a:ext uri="{FF2B5EF4-FFF2-40B4-BE49-F238E27FC236}">
                      <a16:creationId xmlns:a16="http://schemas.microsoft.com/office/drawing/2014/main" id="{C04A8909-FCEE-2EBA-D39B-3851B50DC567}"/>
                    </a:ext>
                  </a:extLst>
                </p14:cNvPr>
                <p14:cNvContentPartPr/>
                <p14:nvPr/>
              </p14:nvContentPartPr>
              <p14:xfrm>
                <a:off x="4665758" y="4483943"/>
                <a:ext cx="360" cy="207720"/>
              </p14:xfrm>
            </p:contentPart>
          </mc:Choice>
          <mc:Fallback>
            <p:pic>
              <p:nvPicPr>
                <p:cNvPr id="95" name="Ink 94">
                  <a:extLst>
                    <a:ext uri="{FF2B5EF4-FFF2-40B4-BE49-F238E27FC236}">
                      <a16:creationId xmlns:a16="http://schemas.microsoft.com/office/drawing/2014/main" id="{C04A8909-FCEE-2EBA-D39B-3851B50DC567}"/>
                    </a:ext>
                  </a:extLst>
                </p:cNvPr>
                <p:cNvPicPr/>
                <p:nvPr/>
              </p:nvPicPr>
              <p:blipFill>
                <a:blip r:embed="rId153"/>
                <a:stretch>
                  <a:fillRect/>
                </a:stretch>
              </p:blipFill>
              <p:spPr>
                <a:xfrm>
                  <a:off x="4656758" y="4475303"/>
                  <a:ext cx="1800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6" name="Ink 95">
                  <a:extLst>
                    <a:ext uri="{FF2B5EF4-FFF2-40B4-BE49-F238E27FC236}">
                      <a16:creationId xmlns:a16="http://schemas.microsoft.com/office/drawing/2014/main" id="{F8C33B4D-250E-EFCF-6118-6B39F0443982}"/>
                    </a:ext>
                  </a:extLst>
                </p14:cNvPr>
                <p14:cNvContentPartPr/>
                <p14:nvPr/>
              </p14:nvContentPartPr>
              <p14:xfrm>
                <a:off x="4616078" y="4453703"/>
                <a:ext cx="107280" cy="88200"/>
              </p14:xfrm>
            </p:contentPart>
          </mc:Choice>
          <mc:Fallback>
            <p:pic>
              <p:nvPicPr>
                <p:cNvPr id="96" name="Ink 95">
                  <a:extLst>
                    <a:ext uri="{FF2B5EF4-FFF2-40B4-BE49-F238E27FC236}">
                      <a16:creationId xmlns:a16="http://schemas.microsoft.com/office/drawing/2014/main" id="{F8C33B4D-250E-EFCF-6118-6B39F0443982}"/>
                    </a:ext>
                  </a:extLst>
                </p:cNvPr>
                <p:cNvPicPr/>
                <p:nvPr/>
              </p:nvPicPr>
              <p:blipFill>
                <a:blip r:embed="rId155"/>
                <a:stretch>
                  <a:fillRect/>
                </a:stretch>
              </p:blipFill>
              <p:spPr>
                <a:xfrm>
                  <a:off x="4607078" y="4445063"/>
                  <a:ext cx="124920" cy="10584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8" name="Ink 97">
                  <a:extLst>
                    <a:ext uri="{FF2B5EF4-FFF2-40B4-BE49-F238E27FC236}">
                      <a16:creationId xmlns:a16="http://schemas.microsoft.com/office/drawing/2014/main" id="{59F2DC7C-9596-B712-DA95-4E62A8E5C7DC}"/>
                    </a:ext>
                  </a:extLst>
                </p14:cNvPr>
                <p14:cNvContentPartPr/>
                <p14:nvPr/>
              </p14:nvContentPartPr>
              <p14:xfrm>
                <a:off x="2742638" y="4533983"/>
                <a:ext cx="183600" cy="140040"/>
              </p14:xfrm>
            </p:contentPart>
          </mc:Choice>
          <mc:Fallback>
            <p:pic>
              <p:nvPicPr>
                <p:cNvPr id="98" name="Ink 97">
                  <a:extLst>
                    <a:ext uri="{FF2B5EF4-FFF2-40B4-BE49-F238E27FC236}">
                      <a16:creationId xmlns:a16="http://schemas.microsoft.com/office/drawing/2014/main" id="{59F2DC7C-9596-B712-DA95-4E62A8E5C7DC}"/>
                    </a:ext>
                  </a:extLst>
                </p:cNvPr>
                <p:cNvPicPr/>
                <p:nvPr/>
              </p:nvPicPr>
              <p:blipFill>
                <a:blip r:embed="rId157"/>
                <a:stretch>
                  <a:fillRect/>
                </a:stretch>
              </p:blipFill>
              <p:spPr>
                <a:xfrm>
                  <a:off x="2733998" y="4525343"/>
                  <a:ext cx="20124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9" name="Ink 98">
                  <a:extLst>
                    <a:ext uri="{FF2B5EF4-FFF2-40B4-BE49-F238E27FC236}">
                      <a16:creationId xmlns:a16="http://schemas.microsoft.com/office/drawing/2014/main" id="{44677B9F-7E1F-3D50-2E2A-CAC595708487}"/>
                    </a:ext>
                  </a:extLst>
                </p14:cNvPr>
                <p14:cNvContentPartPr/>
                <p14:nvPr/>
              </p14:nvContentPartPr>
              <p14:xfrm>
                <a:off x="3052238" y="4552703"/>
                <a:ext cx="225000" cy="141840"/>
              </p14:xfrm>
            </p:contentPart>
          </mc:Choice>
          <mc:Fallback>
            <p:pic>
              <p:nvPicPr>
                <p:cNvPr id="99" name="Ink 98">
                  <a:extLst>
                    <a:ext uri="{FF2B5EF4-FFF2-40B4-BE49-F238E27FC236}">
                      <a16:creationId xmlns:a16="http://schemas.microsoft.com/office/drawing/2014/main" id="{44677B9F-7E1F-3D50-2E2A-CAC595708487}"/>
                    </a:ext>
                  </a:extLst>
                </p:cNvPr>
                <p:cNvPicPr/>
                <p:nvPr/>
              </p:nvPicPr>
              <p:blipFill>
                <a:blip r:embed="rId159"/>
                <a:stretch>
                  <a:fillRect/>
                </a:stretch>
              </p:blipFill>
              <p:spPr>
                <a:xfrm>
                  <a:off x="3043598" y="4543703"/>
                  <a:ext cx="24264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00" name="Ink 99">
                  <a:extLst>
                    <a:ext uri="{FF2B5EF4-FFF2-40B4-BE49-F238E27FC236}">
                      <a16:creationId xmlns:a16="http://schemas.microsoft.com/office/drawing/2014/main" id="{9E5E4049-3BB6-6095-9313-10418AB5033D}"/>
                    </a:ext>
                  </a:extLst>
                </p14:cNvPr>
                <p14:cNvContentPartPr/>
                <p14:nvPr/>
              </p14:nvContentPartPr>
              <p14:xfrm>
                <a:off x="3411518" y="4550903"/>
                <a:ext cx="122760" cy="146520"/>
              </p14:xfrm>
            </p:contentPart>
          </mc:Choice>
          <mc:Fallback>
            <p:pic>
              <p:nvPicPr>
                <p:cNvPr id="100" name="Ink 99">
                  <a:extLst>
                    <a:ext uri="{FF2B5EF4-FFF2-40B4-BE49-F238E27FC236}">
                      <a16:creationId xmlns:a16="http://schemas.microsoft.com/office/drawing/2014/main" id="{9E5E4049-3BB6-6095-9313-10418AB5033D}"/>
                    </a:ext>
                  </a:extLst>
                </p:cNvPr>
                <p:cNvPicPr/>
                <p:nvPr/>
              </p:nvPicPr>
              <p:blipFill>
                <a:blip r:embed="rId161"/>
                <a:stretch>
                  <a:fillRect/>
                </a:stretch>
              </p:blipFill>
              <p:spPr>
                <a:xfrm>
                  <a:off x="3402518" y="4541903"/>
                  <a:ext cx="14040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01" name="Ink 100">
                  <a:extLst>
                    <a:ext uri="{FF2B5EF4-FFF2-40B4-BE49-F238E27FC236}">
                      <a16:creationId xmlns:a16="http://schemas.microsoft.com/office/drawing/2014/main" id="{F6076402-9A7E-77B2-DA41-74539C4DBCD2}"/>
                    </a:ext>
                  </a:extLst>
                </p14:cNvPr>
                <p14:cNvContentPartPr/>
                <p14:nvPr/>
              </p14:nvContentPartPr>
              <p14:xfrm>
                <a:off x="3012638" y="4891463"/>
                <a:ext cx="43200" cy="139680"/>
              </p14:xfrm>
            </p:contentPart>
          </mc:Choice>
          <mc:Fallback>
            <p:pic>
              <p:nvPicPr>
                <p:cNvPr id="101" name="Ink 100">
                  <a:extLst>
                    <a:ext uri="{FF2B5EF4-FFF2-40B4-BE49-F238E27FC236}">
                      <a16:creationId xmlns:a16="http://schemas.microsoft.com/office/drawing/2014/main" id="{F6076402-9A7E-77B2-DA41-74539C4DBCD2}"/>
                    </a:ext>
                  </a:extLst>
                </p:cNvPr>
                <p:cNvPicPr/>
                <p:nvPr/>
              </p:nvPicPr>
              <p:blipFill>
                <a:blip r:embed="rId163"/>
                <a:stretch>
                  <a:fillRect/>
                </a:stretch>
              </p:blipFill>
              <p:spPr>
                <a:xfrm>
                  <a:off x="3003638" y="4882463"/>
                  <a:ext cx="60840" cy="15732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02" name="Ink 101">
                  <a:extLst>
                    <a:ext uri="{FF2B5EF4-FFF2-40B4-BE49-F238E27FC236}">
                      <a16:creationId xmlns:a16="http://schemas.microsoft.com/office/drawing/2014/main" id="{1F824219-992E-84AF-4635-10BC98190E79}"/>
                    </a:ext>
                  </a:extLst>
                </p14:cNvPr>
                <p14:cNvContentPartPr/>
                <p14:nvPr/>
              </p14:nvContentPartPr>
              <p14:xfrm>
                <a:off x="3028118" y="4811543"/>
                <a:ext cx="19800" cy="11520"/>
              </p14:xfrm>
            </p:contentPart>
          </mc:Choice>
          <mc:Fallback>
            <p:pic>
              <p:nvPicPr>
                <p:cNvPr id="102" name="Ink 101">
                  <a:extLst>
                    <a:ext uri="{FF2B5EF4-FFF2-40B4-BE49-F238E27FC236}">
                      <a16:creationId xmlns:a16="http://schemas.microsoft.com/office/drawing/2014/main" id="{1F824219-992E-84AF-4635-10BC98190E79}"/>
                    </a:ext>
                  </a:extLst>
                </p:cNvPr>
                <p:cNvPicPr/>
                <p:nvPr/>
              </p:nvPicPr>
              <p:blipFill>
                <a:blip r:embed="rId165"/>
                <a:stretch>
                  <a:fillRect/>
                </a:stretch>
              </p:blipFill>
              <p:spPr>
                <a:xfrm>
                  <a:off x="3019478" y="4802543"/>
                  <a:ext cx="3744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03" name="Ink 102">
                  <a:extLst>
                    <a:ext uri="{FF2B5EF4-FFF2-40B4-BE49-F238E27FC236}">
                      <a16:creationId xmlns:a16="http://schemas.microsoft.com/office/drawing/2014/main" id="{8FA29448-BB48-F4B2-66C6-C04C41B95830}"/>
                    </a:ext>
                  </a:extLst>
                </p14:cNvPr>
                <p14:cNvContentPartPr/>
                <p14:nvPr/>
              </p14:nvContentPartPr>
              <p14:xfrm>
                <a:off x="3107318" y="4827023"/>
                <a:ext cx="122040" cy="210600"/>
              </p14:xfrm>
            </p:contentPart>
          </mc:Choice>
          <mc:Fallback>
            <p:pic>
              <p:nvPicPr>
                <p:cNvPr id="103" name="Ink 102">
                  <a:extLst>
                    <a:ext uri="{FF2B5EF4-FFF2-40B4-BE49-F238E27FC236}">
                      <a16:creationId xmlns:a16="http://schemas.microsoft.com/office/drawing/2014/main" id="{8FA29448-BB48-F4B2-66C6-C04C41B95830}"/>
                    </a:ext>
                  </a:extLst>
                </p:cNvPr>
                <p:cNvPicPr/>
                <p:nvPr/>
              </p:nvPicPr>
              <p:blipFill>
                <a:blip r:embed="rId167"/>
                <a:stretch>
                  <a:fillRect/>
                </a:stretch>
              </p:blipFill>
              <p:spPr>
                <a:xfrm>
                  <a:off x="3098318" y="4818383"/>
                  <a:ext cx="13968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04" name="Ink 103">
                  <a:extLst>
                    <a:ext uri="{FF2B5EF4-FFF2-40B4-BE49-F238E27FC236}">
                      <a16:creationId xmlns:a16="http://schemas.microsoft.com/office/drawing/2014/main" id="{A1B232AB-3849-A1D3-1112-9E08E0A012F8}"/>
                    </a:ext>
                  </a:extLst>
                </p14:cNvPr>
                <p14:cNvContentPartPr/>
                <p14:nvPr/>
              </p14:nvContentPartPr>
              <p14:xfrm>
                <a:off x="3262118" y="4842143"/>
                <a:ext cx="119880" cy="192960"/>
              </p14:xfrm>
            </p:contentPart>
          </mc:Choice>
          <mc:Fallback>
            <p:pic>
              <p:nvPicPr>
                <p:cNvPr id="104" name="Ink 103">
                  <a:extLst>
                    <a:ext uri="{FF2B5EF4-FFF2-40B4-BE49-F238E27FC236}">
                      <a16:creationId xmlns:a16="http://schemas.microsoft.com/office/drawing/2014/main" id="{A1B232AB-3849-A1D3-1112-9E08E0A012F8}"/>
                    </a:ext>
                  </a:extLst>
                </p:cNvPr>
                <p:cNvPicPr/>
                <p:nvPr/>
              </p:nvPicPr>
              <p:blipFill>
                <a:blip r:embed="rId169"/>
                <a:stretch>
                  <a:fillRect/>
                </a:stretch>
              </p:blipFill>
              <p:spPr>
                <a:xfrm>
                  <a:off x="3253118" y="4833503"/>
                  <a:ext cx="13752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5" name="Ink 104">
                  <a:extLst>
                    <a:ext uri="{FF2B5EF4-FFF2-40B4-BE49-F238E27FC236}">
                      <a16:creationId xmlns:a16="http://schemas.microsoft.com/office/drawing/2014/main" id="{99D7145E-F15E-A52A-75F4-C3EF932B506B}"/>
                    </a:ext>
                  </a:extLst>
                </p14:cNvPr>
                <p14:cNvContentPartPr/>
                <p14:nvPr/>
              </p14:nvContentPartPr>
              <p14:xfrm>
                <a:off x="3302798" y="4933943"/>
                <a:ext cx="149400" cy="26640"/>
              </p14:xfrm>
            </p:contentPart>
          </mc:Choice>
          <mc:Fallback>
            <p:pic>
              <p:nvPicPr>
                <p:cNvPr id="105" name="Ink 104">
                  <a:extLst>
                    <a:ext uri="{FF2B5EF4-FFF2-40B4-BE49-F238E27FC236}">
                      <a16:creationId xmlns:a16="http://schemas.microsoft.com/office/drawing/2014/main" id="{99D7145E-F15E-A52A-75F4-C3EF932B506B}"/>
                    </a:ext>
                  </a:extLst>
                </p:cNvPr>
                <p:cNvPicPr/>
                <p:nvPr/>
              </p:nvPicPr>
              <p:blipFill>
                <a:blip r:embed="rId171"/>
                <a:stretch>
                  <a:fillRect/>
                </a:stretch>
              </p:blipFill>
              <p:spPr>
                <a:xfrm>
                  <a:off x="3293798" y="4924943"/>
                  <a:ext cx="167040" cy="4428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6" name="Ink 105">
                  <a:extLst>
                    <a:ext uri="{FF2B5EF4-FFF2-40B4-BE49-F238E27FC236}">
                      <a16:creationId xmlns:a16="http://schemas.microsoft.com/office/drawing/2014/main" id="{B686A916-8F44-86A3-C266-9C8841563E02}"/>
                    </a:ext>
                  </a:extLst>
                </p14:cNvPr>
                <p14:cNvContentPartPr/>
                <p14:nvPr/>
              </p14:nvContentPartPr>
              <p14:xfrm>
                <a:off x="3273998" y="4829543"/>
                <a:ext cx="107640" cy="171000"/>
              </p14:xfrm>
            </p:contentPart>
          </mc:Choice>
          <mc:Fallback>
            <p:pic>
              <p:nvPicPr>
                <p:cNvPr id="106" name="Ink 105">
                  <a:extLst>
                    <a:ext uri="{FF2B5EF4-FFF2-40B4-BE49-F238E27FC236}">
                      <a16:creationId xmlns:a16="http://schemas.microsoft.com/office/drawing/2014/main" id="{B686A916-8F44-86A3-C266-9C8841563E02}"/>
                    </a:ext>
                  </a:extLst>
                </p:cNvPr>
                <p:cNvPicPr/>
                <p:nvPr/>
              </p:nvPicPr>
              <p:blipFill>
                <a:blip r:embed="rId173"/>
                <a:stretch>
                  <a:fillRect/>
                </a:stretch>
              </p:blipFill>
              <p:spPr>
                <a:xfrm>
                  <a:off x="3264998" y="4820543"/>
                  <a:ext cx="12528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7" name="Ink 106">
                  <a:extLst>
                    <a:ext uri="{FF2B5EF4-FFF2-40B4-BE49-F238E27FC236}">
                      <a16:creationId xmlns:a16="http://schemas.microsoft.com/office/drawing/2014/main" id="{217F6156-5C28-90CE-EB3D-919CF9584290}"/>
                    </a:ext>
                  </a:extLst>
                </p14:cNvPr>
                <p14:cNvContentPartPr/>
                <p14:nvPr/>
              </p14:nvContentPartPr>
              <p14:xfrm>
                <a:off x="3444638" y="4842143"/>
                <a:ext cx="132480" cy="197280"/>
              </p14:xfrm>
            </p:contentPart>
          </mc:Choice>
          <mc:Fallback>
            <p:pic>
              <p:nvPicPr>
                <p:cNvPr id="107" name="Ink 106">
                  <a:extLst>
                    <a:ext uri="{FF2B5EF4-FFF2-40B4-BE49-F238E27FC236}">
                      <a16:creationId xmlns:a16="http://schemas.microsoft.com/office/drawing/2014/main" id="{217F6156-5C28-90CE-EB3D-919CF9584290}"/>
                    </a:ext>
                  </a:extLst>
                </p:cNvPr>
                <p:cNvPicPr/>
                <p:nvPr/>
              </p:nvPicPr>
              <p:blipFill>
                <a:blip r:embed="rId175"/>
                <a:stretch>
                  <a:fillRect/>
                </a:stretch>
              </p:blipFill>
              <p:spPr>
                <a:xfrm>
                  <a:off x="3435638" y="4833503"/>
                  <a:ext cx="150120" cy="21492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08" name="Ink 107">
                  <a:extLst>
                    <a:ext uri="{FF2B5EF4-FFF2-40B4-BE49-F238E27FC236}">
                      <a16:creationId xmlns:a16="http://schemas.microsoft.com/office/drawing/2014/main" id="{BB01CA86-8F5F-0915-9C36-C982760813D8}"/>
                    </a:ext>
                  </a:extLst>
                </p14:cNvPr>
                <p14:cNvContentPartPr/>
                <p14:nvPr/>
              </p14:nvContentPartPr>
              <p14:xfrm>
                <a:off x="3519518" y="4932143"/>
                <a:ext cx="120600" cy="47160"/>
              </p14:xfrm>
            </p:contentPart>
          </mc:Choice>
          <mc:Fallback>
            <p:pic>
              <p:nvPicPr>
                <p:cNvPr id="108" name="Ink 107">
                  <a:extLst>
                    <a:ext uri="{FF2B5EF4-FFF2-40B4-BE49-F238E27FC236}">
                      <a16:creationId xmlns:a16="http://schemas.microsoft.com/office/drawing/2014/main" id="{BB01CA86-8F5F-0915-9C36-C982760813D8}"/>
                    </a:ext>
                  </a:extLst>
                </p:cNvPr>
                <p:cNvPicPr/>
                <p:nvPr/>
              </p:nvPicPr>
              <p:blipFill>
                <a:blip r:embed="rId177"/>
                <a:stretch>
                  <a:fillRect/>
                </a:stretch>
              </p:blipFill>
              <p:spPr>
                <a:xfrm>
                  <a:off x="3510878" y="4923143"/>
                  <a:ext cx="13824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09" name="Ink 108">
                  <a:extLst>
                    <a:ext uri="{FF2B5EF4-FFF2-40B4-BE49-F238E27FC236}">
                      <a16:creationId xmlns:a16="http://schemas.microsoft.com/office/drawing/2014/main" id="{669C5FBA-6AD0-626B-F7D5-756A4EF30DD8}"/>
                    </a:ext>
                  </a:extLst>
                </p14:cNvPr>
                <p14:cNvContentPartPr/>
                <p14:nvPr/>
              </p14:nvContentPartPr>
              <p14:xfrm>
                <a:off x="2454278" y="4249943"/>
                <a:ext cx="1334520" cy="954360"/>
              </p14:xfrm>
            </p:contentPart>
          </mc:Choice>
          <mc:Fallback>
            <p:pic>
              <p:nvPicPr>
                <p:cNvPr id="109" name="Ink 108">
                  <a:extLst>
                    <a:ext uri="{FF2B5EF4-FFF2-40B4-BE49-F238E27FC236}">
                      <a16:creationId xmlns:a16="http://schemas.microsoft.com/office/drawing/2014/main" id="{669C5FBA-6AD0-626B-F7D5-756A4EF30DD8}"/>
                    </a:ext>
                  </a:extLst>
                </p:cNvPr>
                <p:cNvPicPr/>
                <p:nvPr/>
              </p:nvPicPr>
              <p:blipFill>
                <a:blip r:embed="rId179"/>
                <a:stretch>
                  <a:fillRect/>
                </a:stretch>
              </p:blipFill>
              <p:spPr>
                <a:xfrm>
                  <a:off x="2445638" y="4240943"/>
                  <a:ext cx="1352160" cy="97200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10" name="Ink 109">
                  <a:extLst>
                    <a:ext uri="{FF2B5EF4-FFF2-40B4-BE49-F238E27FC236}">
                      <a16:creationId xmlns:a16="http://schemas.microsoft.com/office/drawing/2014/main" id="{51828BFF-627E-E947-36A4-817BD672FCDA}"/>
                    </a:ext>
                  </a:extLst>
                </p14:cNvPr>
                <p14:cNvContentPartPr/>
                <p14:nvPr/>
              </p14:nvContentPartPr>
              <p14:xfrm>
                <a:off x="3839918" y="5211863"/>
                <a:ext cx="98280" cy="38520"/>
              </p14:xfrm>
            </p:contentPart>
          </mc:Choice>
          <mc:Fallback>
            <p:pic>
              <p:nvPicPr>
                <p:cNvPr id="110" name="Ink 109">
                  <a:extLst>
                    <a:ext uri="{FF2B5EF4-FFF2-40B4-BE49-F238E27FC236}">
                      <a16:creationId xmlns:a16="http://schemas.microsoft.com/office/drawing/2014/main" id="{51828BFF-627E-E947-36A4-817BD672FCDA}"/>
                    </a:ext>
                  </a:extLst>
                </p:cNvPr>
                <p:cNvPicPr/>
                <p:nvPr/>
              </p:nvPicPr>
              <p:blipFill>
                <a:blip r:embed="rId181"/>
                <a:stretch>
                  <a:fillRect/>
                </a:stretch>
              </p:blipFill>
              <p:spPr>
                <a:xfrm>
                  <a:off x="3831278" y="5203223"/>
                  <a:ext cx="11592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11" name="Ink 110">
                  <a:extLst>
                    <a:ext uri="{FF2B5EF4-FFF2-40B4-BE49-F238E27FC236}">
                      <a16:creationId xmlns:a16="http://schemas.microsoft.com/office/drawing/2014/main" id="{12E37E13-6EAD-96DF-C2EA-F290D3744212}"/>
                    </a:ext>
                  </a:extLst>
                </p14:cNvPr>
                <p14:cNvContentPartPr/>
                <p14:nvPr/>
              </p14:nvContentPartPr>
              <p14:xfrm>
                <a:off x="3787358" y="5298263"/>
                <a:ext cx="114840" cy="43560"/>
              </p14:xfrm>
            </p:contentPart>
          </mc:Choice>
          <mc:Fallback>
            <p:pic>
              <p:nvPicPr>
                <p:cNvPr id="111" name="Ink 110">
                  <a:extLst>
                    <a:ext uri="{FF2B5EF4-FFF2-40B4-BE49-F238E27FC236}">
                      <a16:creationId xmlns:a16="http://schemas.microsoft.com/office/drawing/2014/main" id="{12E37E13-6EAD-96DF-C2EA-F290D3744212}"/>
                    </a:ext>
                  </a:extLst>
                </p:cNvPr>
                <p:cNvPicPr/>
                <p:nvPr/>
              </p:nvPicPr>
              <p:blipFill>
                <a:blip r:embed="rId183"/>
                <a:stretch>
                  <a:fillRect/>
                </a:stretch>
              </p:blipFill>
              <p:spPr>
                <a:xfrm>
                  <a:off x="3778718" y="5289263"/>
                  <a:ext cx="13248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12" name="Ink 111">
                  <a:extLst>
                    <a:ext uri="{FF2B5EF4-FFF2-40B4-BE49-F238E27FC236}">
                      <a16:creationId xmlns:a16="http://schemas.microsoft.com/office/drawing/2014/main" id="{54F0F644-D912-580A-7778-566329F5807A}"/>
                    </a:ext>
                  </a:extLst>
                </p14:cNvPr>
                <p14:cNvContentPartPr/>
                <p14:nvPr/>
              </p14:nvContentPartPr>
              <p14:xfrm>
                <a:off x="3798518" y="5157863"/>
                <a:ext cx="198720" cy="259200"/>
              </p14:xfrm>
            </p:contentPart>
          </mc:Choice>
          <mc:Fallback>
            <p:pic>
              <p:nvPicPr>
                <p:cNvPr id="112" name="Ink 111">
                  <a:extLst>
                    <a:ext uri="{FF2B5EF4-FFF2-40B4-BE49-F238E27FC236}">
                      <a16:creationId xmlns:a16="http://schemas.microsoft.com/office/drawing/2014/main" id="{54F0F644-D912-580A-7778-566329F5807A}"/>
                    </a:ext>
                  </a:extLst>
                </p:cNvPr>
                <p:cNvPicPr/>
                <p:nvPr/>
              </p:nvPicPr>
              <p:blipFill>
                <a:blip r:embed="rId185"/>
                <a:stretch>
                  <a:fillRect/>
                </a:stretch>
              </p:blipFill>
              <p:spPr>
                <a:xfrm>
                  <a:off x="3789518" y="5149223"/>
                  <a:ext cx="216360" cy="27684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13" name="Ink 112">
                  <a:extLst>
                    <a:ext uri="{FF2B5EF4-FFF2-40B4-BE49-F238E27FC236}">
                      <a16:creationId xmlns:a16="http://schemas.microsoft.com/office/drawing/2014/main" id="{F0296408-0F41-D061-A82F-72DAEE415892}"/>
                    </a:ext>
                  </a:extLst>
                </p14:cNvPr>
                <p14:cNvContentPartPr/>
                <p14:nvPr/>
              </p14:nvContentPartPr>
              <p14:xfrm>
                <a:off x="4132958" y="5314463"/>
                <a:ext cx="158400" cy="204480"/>
              </p14:xfrm>
            </p:contentPart>
          </mc:Choice>
          <mc:Fallback>
            <p:pic>
              <p:nvPicPr>
                <p:cNvPr id="113" name="Ink 112">
                  <a:extLst>
                    <a:ext uri="{FF2B5EF4-FFF2-40B4-BE49-F238E27FC236}">
                      <a16:creationId xmlns:a16="http://schemas.microsoft.com/office/drawing/2014/main" id="{F0296408-0F41-D061-A82F-72DAEE415892}"/>
                    </a:ext>
                  </a:extLst>
                </p:cNvPr>
                <p:cNvPicPr/>
                <p:nvPr/>
              </p:nvPicPr>
              <p:blipFill>
                <a:blip r:embed="rId187"/>
                <a:stretch>
                  <a:fillRect/>
                </a:stretch>
              </p:blipFill>
              <p:spPr>
                <a:xfrm>
                  <a:off x="4124318" y="5305823"/>
                  <a:ext cx="17604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14" name="Ink 113">
                  <a:extLst>
                    <a:ext uri="{FF2B5EF4-FFF2-40B4-BE49-F238E27FC236}">
                      <a16:creationId xmlns:a16="http://schemas.microsoft.com/office/drawing/2014/main" id="{13AE86B4-7151-28D9-AD33-7736789EAC22}"/>
                    </a:ext>
                  </a:extLst>
                </p14:cNvPr>
                <p14:cNvContentPartPr/>
                <p14:nvPr/>
              </p14:nvContentPartPr>
              <p14:xfrm>
                <a:off x="4302518" y="5352983"/>
                <a:ext cx="149760" cy="186120"/>
              </p14:xfrm>
            </p:contentPart>
          </mc:Choice>
          <mc:Fallback>
            <p:pic>
              <p:nvPicPr>
                <p:cNvPr id="114" name="Ink 113">
                  <a:extLst>
                    <a:ext uri="{FF2B5EF4-FFF2-40B4-BE49-F238E27FC236}">
                      <a16:creationId xmlns:a16="http://schemas.microsoft.com/office/drawing/2014/main" id="{13AE86B4-7151-28D9-AD33-7736789EAC22}"/>
                    </a:ext>
                  </a:extLst>
                </p:cNvPr>
                <p:cNvPicPr/>
                <p:nvPr/>
              </p:nvPicPr>
              <p:blipFill>
                <a:blip r:embed="rId189"/>
                <a:stretch>
                  <a:fillRect/>
                </a:stretch>
              </p:blipFill>
              <p:spPr>
                <a:xfrm>
                  <a:off x="4293518" y="5343983"/>
                  <a:ext cx="167400" cy="20376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15" name="Ink 114">
                  <a:extLst>
                    <a:ext uri="{FF2B5EF4-FFF2-40B4-BE49-F238E27FC236}">
                      <a16:creationId xmlns:a16="http://schemas.microsoft.com/office/drawing/2014/main" id="{A076ABE3-ED5F-D7CA-C795-A891755FF232}"/>
                    </a:ext>
                  </a:extLst>
                </p14:cNvPr>
                <p14:cNvContentPartPr/>
                <p14:nvPr/>
              </p14:nvContentPartPr>
              <p14:xfrm>
                <a:off x="4509878" y="5355863"/>
                <a:ext cx="106920" cy="180720"/>
              </p14:xfrm>
            </p:contentPart>
          </mc:Choice>
          <mc:Fallback>
            <p:pic>
              <p:nvPicPr>
                <p:cNvPr id="115" name="Ink 114">
                  <a:extLst>
                    <a:ext uri="{FF2B5EF4-FFF2-40B4-BE49-F238E27FC236}">
                      <a16:creationId xmlns:a16="http://schemas.microsoft.com/office/drawing/2014/main" id="{A076ABE3-ED5F-D7CA-C795-A891755FF232}"/>
                    </a:ext>
                  </a:extLst>
                </p:cNvPr>
                <p:cNvPicPr/>
                <p:nvPr/>
              </p:nvPicPr>
              <p:blipFill>
                <a:blip r:embed="rId191"/>
                <a:stretch>
                  <a:fillRect/>
                </a:stretch>
              </p:blipFill>
              <p:spPr>
                <a:xfrm>
                  <a:off x="4500878" y="5346863"/>
                  <a:ext cx="124560" cy="19836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6" name="Ink 115">
                  <a:extLst>
                    <a:ext uri="{FF2B5EF4-FFF2-40B4-BE49-F238E27FC236}">
                      <a16:creationId xmlns:a16="http://schemas.microsoft.com/office/drawing/2014/main" id="{32B40927-B79D-BDF7-4FA0-78E5C97C2368}"/>
                    </a:ext>
                  </a:extLst>
                </p14:cNvPr>
                <p14:cNvContentPartPr/>
                <p14:nvPr/>
              </p14:nvContentPartPr>
              <p14:xfrm>
                <a:off x="4537238" y="5423183"/>
                <a:ext cx="124920" cy="38520"/>
              </p14:xfrm>
            </p:contentPart>
          </mc:Choice>
          <mc:Fallback>
            <p:pic>
              <p:nvPicPr>
                <p:cNvPr id="116" name="Ink 115">
                  <a:extLst>
                    <a:ext uri="{FF2B5EF4-FFF2-40B4-BE49-F238E27FC236}">
                      <a16:creationId xmlns:a16="http://schemas.microsoft.com/office/drawing/2014/main" id="{32B40927-B79D-BDF7-4FA0-78E5C97C2368}"/>
                    </a:ext>
                  </a:extLst>
                </p:cNvPr>
                <p:cNvPicPr/>
                <p:nvPr/>
              </p:nvPicPr>
              <p:blipFill>
                <a:blip r:embed="rId193"/>
                <a:stretch>
                  <a:fillRect/>
                </a:stretch>
              </p:blipFill>
              <p:spPr>
                <a:xfrm>
                  <a:off x="4528598" y="5414183"/>
                  <a:ext cx="142560" cy="56160"/>
                </a:xfrm>
                <a:prstGeom prst="rect">
                  <a:avLst/>
                </a:prstGeom>
              </p:spPr>
            </p:pic>
          </mc:Fallback>
        </mc:AlternateContent>
      </p:grpSp>
      <p:grpSp>
        <p:nvGrpSpPr>
          <p:cNvPr id="127" name="Group 126">
            <a:extLst>
              <a:ext uri="{FF2B5EF4-FFF2-40B4-BE49-F238E27FC236}">
                <a16:creationId xmlns:a16="http://schemas.microsoft.com/office/drawing/2014/main" id="{C21D8BB6-E94B-F9C6-6AB6-85A6DCC1DB5F}"/>
              </a:ext>
            </a:extLst>
          </p:cNvPr>
          <p:cNvGrpSpPr/>
          <p:nvPr/>
        </p:nvGrpSpPr>
        <p:grpSpPr>
          <a:xfrm>
            <a:off x="7569878" y="3643703"/>
            <a:ext cx="828720" cy="492120"/>
            <a:chOff x="7569878" y="3643703"/>
            <a:chExt cx="828720" cy="492120"/>
          </a:xfrm>
        </p:grpSpPr>
        <mc:AlternateContent xmlns:mc="http://schemas.openxmlformats.org/markup-compatibility/2006">
          <mc:Choice xmlns:p14="http://schemas.microsoft.com/office/powerpoint/2010/main" Requires="p14">
            <p:contentPart p14:bwMode="auto" r:id="rId194">
              <p14:nvContentPartPr>
                <p14:cNvPr id="118" name="Ink 117">
                  <a:extLst>
                    <a:ext uri="{FF2B5EF4-FFF2-40B4-BE49-F238E27FC236}">
                      <a16:creationId xmlns:a16="http://schemas.microsoft.com/office/drawing/2014/main" id="{1E269E4B-E969-1966-1105-899B89F5B40C}"/>
                    </a:ext>
                  </a:extLst>
                </p14:cNvPr>
                <p14:cNvContentPartPr/>
                <p14:nvPr/>
              </p14:nvContentPartPr>
              <p14:xfrm>
                <a:off x="7590038" y="3738743"/>
                <a:ext cx="12240" cy="118800"/>
              </p14:xfrm>
            </p:contentPart>
          </mc:Choice>
          <mc:Fallback>
            <p:pic>
              <p:nvPicPr>
                <p:cNvPr id="118" name="Ink 117">
                  <a:extLst>
                    <a:ext uri="{FF2B5EF4-FFF2-40B4-BE49-F238E27FC236}">
                      <a16:creationId xmlns:a16="http://schemas.microsoft.com/office/drawing/2014/main" id="{1E269E4B-E969-1966-1105-899B89F5B40C}"/>
                    </a:ext>
                  </a:extLst>
                </p:cNvPr>
                <p:cNvPicPr/>
                <p:nvPr/>
              </p:nvPicPr>
              <p:blipFill>
                <a:blip r:embed="rId195"/>
                <a:stretch>
                  <a:fillRect/>
                </a:stretch>
              </p:blipFill>
              <p:spPr>
                <a:xfrm>
                  <a:off x="7581398" y="3729743"/>
                  <a:ext cx="2988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19" name="Ink 118">
                  <a:extLst>
                    <a:ext uri="{FF2B5EF4-FFF2-40B4-BE49-F238E27FC236}">
                      <a16:creationId xmlns:a16="http://schemas.microsoft.com/office/drawing/2014/main" id="{EA6A962A-8A5F-A0AE-BE0F-6DF4C2FAF612}"/>
                    </a:ext>
                  </a:extLst>
                </p14:cNvPr>
                <p14:cNvContentPartPr/>
                <p14:nvPr/>
              </p14:nvContentPartPr>
              <p14:xfrm>
                <a:off x="7569878" y="3643703"/>
                <a:ext cx="183240" cy="234000"/>
              </p14:xfrm>
            </p:contentPart>
          </mc:Choice>
          <mc:Fallback>
            <p:pic>
              <p:nvPicPr>
                <p:cNvPr id="119" name="Ink 118">
                  <a:extLst>
                    <a:ext uri="{FF2B5EF4-FFF2-40B4-BE49-F238E27FC236}">
                      <a16:creationId xmlns:a16="http://schemas.microsoft.com/office/drawing/2014/main" id="{EA6A962A-8A5F-A0AE-BE0F-6DF4C2FAF612}"/>
                    </a:ext>
                  </a:extLst>
                </p:cNvPr>
                <p:cNvPicPr/>
                <p:nvPr/>
              </p:nvPicPr>
              <p:blipFill>
                <a:blip r:embed="rId197"/>
                <a:stretch>
                  <a:fillRect/>
                </a:stretch>
              </p:blipFill>
              <p:spPr>
                <a:xfrm>
                  <a:off x="7560878" y="3635063"/>
                  <a:ext cx="200880" cy="25164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20" name="Ink 119">
                  <a:extLst>
                    <a:ext uri="{FF2B5EF4-FFF2-40B4-BE49-F238E27FC236}">
                      <a16:creationId xmlns:a16="http://schemas.microsoft.com/office/drawing/2014/main" id="{08E23C52-340F-1A5A-6B10-A31D9DA1F7D6}"/>
                    </a:ext>
                  </a:extLst>
                </p14:cNvPr>
                <p14:cNvContentPartPr/>
                <p14:nvPr/>
              </p14:nvContentPartPr>
              <p14:xfrm>
                <a:off x="7811078" y="3776903"/>
                <a:ext cx="117720" cy="105120"/>
              </p14:xfrm>
            </p:contentPart>
          </mc:Choice>
          <mc:Fallback>
            <p:pic>
              <p:nvPicPr>
                <p:cNvPr id="120" name="Ink 119">
                  <a:extLst>
                    <a:ext uri="{FF2B5EF4-FFF2-40B4-BE49-F238E27FC236}">
                      <a16:creationId xmlns:a16="http://schemas.microsoft.com/office/drawing/2014/main" id="{08E23C52-340F-1A5A-6B10-A31D9DA1F7D6}"/>
                    </a:ext>
                  </a:extLst>
                </p:cNvPr>
                <p:cNvPicPr/>
                <p:nvPr/>
              </p:nvPicPr>
              <p:blipFill>
                <a:blip r:embed="rId199"/>
                <a:stretch>
                  <a:fillRect/>
                </a:stretch>
              </p:blipFill>
              <p:spPr>
                <a:xfrm>
                  <a:off x="7802438" y="3767903"/>
                  <a:ext cx="135360" cy="12276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21" name="Ink 120">
                  <a:extLst>
                    <a:ext uri="{FF2B5EF4-FFF2-40B4-BE49-F238E27FC236}">
                      <a16:creationId xmlns:a16="http://schemas.microsoft.com/office/drawing/2014/main" id="{04888849-6DD1-CA2B-2333-A73786CD5B03}"/>
                    </a:ext>
                  </a:extLst>
                </p14:cNvPr>
                <p14:cNvContentPartPr/>
                <p14:nvPr/>
              </p14:nvContentPartPr>
              <p14:xfrm>
                <a:off x="7972358" y="3782663"/>
                <a:ext cx="31680" cy="100440"/>
              </p14:xfrm>
            </p:contentPart>
          </mc:Choice>
          <mc:Fallback>
            <p:pic>
              <p:nvPicPr>
                <p:cNvPr id="121" name="Ink 120">
                  <a:extLst>
                    <a:ext uri="{FF2B5EF4-FFF2-40B4-BE49-F238E27FC236}">
                      <a16:creationId xmlns:a16="http://schemas.microsoft.com/office/drawing/2014/main" id="{04888849-6DD1-CA2B-2333-A73786CD5B03}"/>
                    </a:ext>
                  </a:extLst>
                </p:cNvPr>
                <p:cNvPicPr/>
                <p:nvPr/>
              </p:nvPicPr>
              <p:blipFill>
                <a:blip r:embed="rId201"/>
                <a:stretch>
                  <a:fillRect/>
                </a:stretch>
              </p:blipFill>
              <p:spPr>
                <a:xfrm>
                  <a:off x="7963718" y="3774023"/>
                  <a:ext cx="4932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22" name="Ink 121">
                  <a:extLst>
                    <a:ext uri="{FF2B5EF4-FFF2-40B4-BE49-F238E27FC236}">
                      <a16:creationId xmlns:a16="http://schemas.microsoft.com/office/drawing/2014/main" id="{76E5723E-E36B-6D4F-C974-9ECD20CF89F3}"/>
                    </a:ext>
                  </a:extLst>
                </p14:cNvPr>
                <p14:cNvContentPartPr/>
                <p14:nvPr/>
              </p14:nvContentPartPr>
              <p14:xfrm>
                <a:off x="7985318" y="3666023"/>
                <a:ext cx="24840" cy="16560"/>
              </p14:xfrm>
            </p:contentPart>
          </mc:Choice>
          <mc:Fallback>
            <p:pic>
              <p:nvPicPr>
                <p:cNvPr id="122" name="Ink 121">
                  <a:extLst>
                    <a:ext uri="{FF2B5EF4-FFF2-40B4-BE49-F238E27FC236}">
                      <a16:creationId xmlns:a16="http://schemas.microsoft.com/office/drawing/2014/main" id="{76E5723E-E36B-6D4F-C974-9ECD20CF89F3}"/>
                    </a:ext>
                  </a:extLst>
                </p:cNvPr>
                <p:cNvPicPr/>
                <p:nvPr/>
              </p:nvPicPr>
              <p:blipFill>
                <a:blip r:embed="rId203"/>
                <a:stretch>
                  <a:fillRect/>
                </a:stretch>
              </p:blipFill>
              <p:spPr>
                <a:xfrm>
                  <a:off x="7976678" y="3657383"/>
                  <a:ext cx="4248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23" name="Ink 122">
                  <a:extLst>
                    <a:ext uri="{FF2B5EF4-FFF2-40B4-BE49-F238E27FC236}">
                      <a16:creationId xmlns:a16="http://schemas.microsoft.com/office/drawing/2014/main" id="{7BAB4473-BA08-9FB0-E69E-A84206EE2E49}"/>
                    </a:ext>
                  </a:extLst>
                </p14:cNvPr>
                <p14:cNvContentPartPr/>
                <p14:nvPr/>
              </p14:nvContentPartPr>
              <p14:xfrm>
                <a:off x="8048678" y="3659183"/>
                <a:ext cx="114120" cy="246960"/>
              </p14:xfrm>
            </p:contentPart>
          </mc:Choice>
          <mc:Fallback>
            <p:pic>
              <p:nvPicPr>
                <p:cNvPr id="123" name="Ink 122">
                  <a:extLst>
                    <a:ext uri="{FF2B5EF4-FFF2-40B4-BE49-F238E27FC236}">
                      <a16:creationId xmlns:a16="http://schemas.microsoft.com/office/drawing/2014/main" id="{7BAB4473-BA08-9FB0-E69E-A84206EE2E49}"/>
                    </a:ext>
                  </a:extLst>
                </p:cNvPr>
                <p:cNvPicPr/>
                <p:nvPr/>
              </p:nvPicPr>
              <p:blipFill>
                <a:blip r:embed="rId205"/>
                <a:stretch>
                  <a:fillRect/>
                </a:stretch>
              </p:blipFill>
              <p:spPr>
                <a:xfrm>
                  <a:off x="8039678" y="3650543"/>
                  <a:ext cx="131760" cy="26460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4" name="Ink 123">
                  <a:extLst>
                    <a:ext uri="{FF2B5EF4-FFF2-40B4-BE49-F238E27FC236}">
                      <a16:creationId xmlns:a16="http://schemas.microsoft.com/office/drawing/2014/main" id="{6F6B1B3D-635A-C4CB-FC93-C0CE19A5C388}"/>
                    </a:ext>
                  </a:extLst>
                </p14:cNvPr>
                <p14:cNvContentPartPr/>
                <p14:nvPr/>
              </p14:nvContentPartPr>
              <p14:xfrm>
                <a:off x="7891358" y="3972023"/>
                <a:ext cx="139320" cy="113760"/>
              </p14:xfrm>
            </p:contentPart>
          </mc:Choice>
          <mc:Fallback>
            <p:pic>
              <p:nvPicPr>
                <p:cNvPr id="124" name="Ink 123">
                  <a:extLst>
                    <a:ext uri="{FF2B5EF4-FFF2-40B4-BE49-F238E27FC236}">
                      <a16:creationId xmlns:a16="http://schemas.microsoft.com/office/drawing/2014/main" id="{6F6B1B3D-635A-C4CB-FC93-C0CE19A5C388}"/>
                    </a:ext>
                  </a:extLst>
                </p:cNvPr>
                <p:cNvPicPr/>
                <p:nvPr/>
              </p:nvPicPr>
              <p:blipFill>
                <a:blip r:embed="rId207"/>
                <a:stretch>
                  <a:fillRect/>
                </a:stretch>
              </p:blipFill>
              <p:spPr>
                <a:xfrm>
                  <a:off x="7882358" y="3963383"/>
                  <a:ext cx="156960" cy="13140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25" name="Ink 124">
                  <a:extLst>
                    <a:ext uri="{FF2B5EF4-FFF2-40B4-BE49-F238E27FC236}">
                      <a16:creationId xmlns:a16="http://schemas.microsoft.com/office/drawing/2014/main" id="{14A4F0E4-9511-913D-3BFD-0A8D46AD847D}"/>
                    </a:ext>
                  </a:extLst>
                </p14:cNvPr>
                <p14:cNvContentPartPr/>
                <p14:nvPr/>
              </p14:nvContentPartPr>
              <p14:xfrm>
                <a:off x="7968038" y="3981383"/>
                <a:ext cx="279360" cy="150840"/>
              </p14:xfrm>
            </p:contentPart>
          </mc:Choice>
          <mc:Fallback>
            <p:pic>
              <p:nvPicPr>
                <p:cNvPr id="125" name="Ink 124">
                  <a:extLst>
                    <a:ext uri="{FF2B5EF4-FFF2-40B4-BE49-F238E27FC236}">
                      <a16:creationId xmlns:a16="http://schemas.microsoft.com/office/drawing/2014/main" id="{14A4F0E4-9511-913D-3BFD-0A8D46AD847D}"/>
                    </a:ext>
                  </a:extLst>
                </p:cNvPr>
                <p:cNvPicPr/>
                <p:nvPr/>
              </p:nvPicPr>
              <p:blipFill>
                <a:blip r:embed="rId209"/>
                <a:stretch>
                  <a:fillRect/>
                </a:stretch>
              </p:blipFill>
              <p:spPr>
                <a:xfrm>
                  <a:off x="7959398" y="3972743"/>
                  <a:ext cx="29700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26" name="Ink 125">
                  <a:extLst>
                    <a:ext uri="{FF2B5EF4-FFF2-40B4-BE49-F238E27FC236}">
                      <a16:creationId xmlns:a16="http://schemas.microsoft.com/office/drawing/2014/main" id="{359084A1-96F6-B405-908C-763D870A9AE4}"/>
                    </a:ext>
                  </a:extLst>
                </p14:cNvPr>
                <p14:cNvContentPartPr/>
                <p14:nvPr/>
              </p14:nvContentPartPr>
              <p14:xfrm>
                <a:off x="8279798" y="3964463"/>
                <a:ext cx="118800" cy="171360"/>
              </p14:xfrm>
            </p:contentPart>
          </mc:Choice>
          <mc:Fallback>
            <p:pic>
              <p:nvPicPr>
                <p:cNvPr id="126" name="Ink 125">
                  <a:extLst>
                    <a:ext uri="{FF2B5EF4-FFF2-40B4-BE49-F238E27FC236}">
                      <a16:creationId xmlns:a16="http://schemas.microsoft.com/office/drawing/2014/main" id="{359084A1-96F6-B405-908C-763D870A9AE4}"/>
                    </a:ext>
                  </a:extLst>
                </p:cNvPr>
                <p:cNvPicPr/>
                <p:nvPr/>
              </p:nvPicPr>
              <p:blipFill>
                <a:blip r:embed="rId211"/>
                <a:stretch>
                  <a:fillRect/>
                </a:stretch>
              </p:blipFill>
              <p:spPr>
                <a:xfrm>
                  <a:off x="8270798" y="3955463"/>
                  <a:ext cx="136440" cy="189000"/>
                </a:xfrm>
                <a:prstGeom prst="rect">
                  <a:avLst/>
                </a:prstGeom>
              </p:spPr>
            </p:pic>
          </mc:Fallback>
        </mc:AlternateContent>
      </p:grpSp>
      <p:grpSp>
        <p:nvGrpSpPr>
          <p:cNvPr id="140" name="Group 139">
            <a:extLst>
              <a:ext uri="{FF2B5EF4-FFF2-40B4-BE49-F238E27FC236}">
                <a16:creationId xmlns:a16="http://schemas.microsoft.com/office/drawing/2014/main" id="{3D2C84A8-5367-366B-8E97-53F1F7A2DABA}"/>
              </a:ext>
            </a:extLst>
          </p:cNvPr>
          <p:cNvGrpSpPr/>
          <p:nvPr/>
        </p:nvGrpSpPr>
        <p:grpSpPr>
          <a:xfrm>
            <a:off x="6929438" y="4459103"/>
            <a:ext cx="1442880" cy="1337040"/>
            <a:chOff x="6929438" y="4459103"/>
            <a:chExt cx="1442880" cy="1337040"/>
          </a:xfrm>
        </p:grpSpPr>
        <mc:AlternateContent xmlns:mc="http://schemas.openxmlformats.org/markup-compatibility/2006">
          <mc:Choice xmlns:p14="http://schemas.microsoft.com/office/powerpoint/2010/main" Requires="p14">
            <p:contentPart p14:bwMode="auto" r:id="rId212">
              <p14:nvContentPartPr>
                <p14:cNvPr id="128" name="Ink 127">
                  <a:extLst>
                    <a:ext uri="{FF2B5EF4-FFF2-40B4-BE49-F238E27FC236}">
                      <a16:creationId xmlns:a16="http://schemas.microsoft.com/office/drawing/2014/main" id="{D7A87FE2-F712-0171-57EE-CE18833A3C9E}"/>
                    </a:ext>
                  </a:extLst>
                </p14:cNvPr>
                <p14:cNvContentPartPr/>
                <p14:nvPr/>
              </p14:nvContentPartPr>
              <p14:xfrm>
                <a:off x="7720718" y="4532903"/>
                <a:ext cx="651600" cy="985680"/>
              </p14:xfrm>
            </p:contentPart>
          </mc:Choice>
          <mc:Fallback>
            <p:pic>
              <p:nvPicPr>
                <p:cNvPr id="128" name="Ink 127">
                  <a:extLst>
                    <a:ext uri="{FF2B5EF4-FFF2-40B4-BE49-F238E27FC236}">
                      <a16:creationId xmlns:a16="http://schemas.microsoft.com/office/drawing/2014/main" id="{D7A87FE2-F712-0171-57EE-CE18833A3C9E}"/>
                    </a:ext>
                  </a:extLst>
                </p:cNvPr>
                <p:cNvPicPr/>
                <p:nvPr/>
              </p:nvPicPr>
              <p:blipFill>
                <a:blip r:embed="rId213"/>
                <a:stretch>
                  <a:fillRect/>
                </a:stretch>
              </p:blipFill>
              <p:spPr>
                <a:xfrm>
                  <a:off x="7711718" y="4524263"/>
                  <a:ext cx="669240" cy="100332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29" name="Ink 128">
                  <a:extLst>
                    <a:ext uri="{FF2B5EF4-FFF2-40B4-BE49-F238E27FC236}">
                      <a16:creationId xmlns:a16="http://schemas.microsoft.com/office/drawing/2014/main" id="{60CF3B14-3A2D-E619-7B70-59BE963265E2}"/>
                    </a:ext>
                  </a:extLst>
                </p14:cNvPr>
                <p14:cNvContentPartPr/>
                <p14:nvPr/>
              </p14:nvContentPartPr>
              <p14:xfrm>
                <a:off x="7917998" y="5306903"/>
                <a:ext cx="93600" cy="80640"/>
              </p14:xfrm>
            </p:contentPart>
          </mc:Choice>
          <mc:Fallback>
            <p:pic>
              <p:nvPicPr>
                <p:cNvPr id="129" name="Ink 128">
                  <a:extLst>
                    <a:ext uri="{FF2B5EF4-FFF2-40B4-BE49-F238E27FC236}">
                      <a16:creationId xmlns:a16="http://schemas.microsoft.com/office/drawing/2014/main" id="{60CF3B14-3A2D-E619-7B70-59BE963265E2}"/>
                    </a:ext>
                  </a:extLst>
                </p:cNvPr>
                <p:cNvPicPr/>
                <p:nvPr/>
              </p:nvPicPr>
              <p:blipFill>
                <a:blip r:embed="rId215"/>
                <a:stretch>
                  <a:fillRect/>
                </a:stretch>
              </p:blipFill>
              <p:spPr>
                <a:xfrm>
                  <a:off x="7909358" y="5298263"/>
                  <a:ext cx="111240" cy="9828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30" name="Ink 129">
                  <a:extLst>
                    <a:ext uri="{FF2B5EF4-FFF2-40B4-BE49-F238E27FC236}">
                      <a16:creationId xmlns:a16="http://schemas.microsoft.com/office/drawing/2014/main" id="{99B0EC5A-C927-6D3F-B15D-77EAF4277838}"/>
                    </a:ext>
                  </a:extLst>
                </p14:cNvPr>
                <p14:cNvContentPartPr/>
                <p14:nvPr/>
              </p14:nvContentPartPr>
              <p14:xfrm>
                <a:off x="7264598" y="4459103"/>
                <a:ext cx="144720" cy="1337040"/>
              </p14:xfrm>
            </p:contentPart>
          </mc:Choice>
          <mc:Fallback>
            <p:pic>
              <p:nvPicPr>
                <p:cNvPr id="130" name="Ink 129">
                  <a:extLst>
                    <a:ext uri="{FF2B5EF4-FFF2-40B4-BE49-F238E27FC236}">
                      <a16:creationId xmlns:a16="http://schemas.microsoft.com/office/drawing/2014/main" id="{99B0EC5A-C927-6D3F-B15D-77EAF4277838}"/>
                    </a:ext>
                  </a:extLst>
                </p:cNvPr>
                <p:cNvPicPr/>
                <p:nvPr/>
              </p:nvPicPr>
              <p:blipFill>
                <a:blip r:embed="rId217"/>
                <a:stretch>
                  <a:fillRect/>
                </a:stretch>
              </p:blipFill>
              <p:spPr>
                <a:xfrm>
                  <a:off x="7255598" y="4450463"/>
                  <a:ext cx="162360" cy="135468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31" name="Ink 130">
                  <a:extLst>
                    <a:ext uri="{FF2B5EF4-FFF2-40B4-BE49-F238E27FC236}">
                      <a16:creationId xmlns:a16="http://schemas.microsoft.com/office/drawing/2014/main" id="{6E8AD85D-9221-B66F-90D3-DEBFD6FF282E}"/>
                    </a:ext>
                  </a:extLst>
                </p14:cNvPr>
                <p14:cNvContentPartPr/>
                <p14:nvPr/>
              </p14:nvContentPartPr>
              <p14:xfrm>
                <a:off x="6952118" y="4603103"/>
                <a:ext cx="155880" cy="119880"/>
              </p14:xfrm>
            </p:contentPart>
          </mc:Choice>
          <mc:Fallback>
            <p:pic>
              <p:nvPicPr>
                <p:cNvPr id="131" name="Ink 130">
                  <a:extLst>
                    <a:ext uri="{FF2B5EF4-FFF2-40B4-BE49-F238E27FC236}">
                      <a16:creationId xmlns:a16="http://schemas.microsoft.com/office/drawing/2014/main" id="{6E8AD85D-9221-B66F-90D3-DEBFD6FF282E}"/>
                    </a:ext>
                  </a:extLst>
                </p:cNvPr>
                <p:cNvPicPr/>
                <p:nvPr/>
              </p:nvPicPr>
              <p:blipFill>
                <a:blip r:embed="rId219"/>
                <a:stretch>
                  <a:fillRect/>
                </a:stretch>
              </p:blipFill>
              <p:spPr>
                <a:xfrm>
                  <a:off x="6943118" y="4594103"/>
                  <a:ext cx="173520" cy="13752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32" name="Ink 131">
                  <a:extLst>
                    <a:ext uri="{FF2B5EF4-FFF2-40B4-BE49-F238E27FC236}">
                      <a16:creationId xmlns:a16="http://schemas.microsoft.com/office/drawing/2014/main" id="{B8C8E0CC-7F85-E346-A9DF-37AB069A65EF}"/>
                    </a:ext>
                  </a:extLst>
                </p14:cNvPr>
                <p14:cNvContentPartPr/>
                <p14:nvPr/>
              </p14:nvContentPartPr>
              <p14:xfrm>
                <a:off x="6947798" y="4911263"/>
                <a:ext cx="123480" cy="156240"/>
              </p14:xfrm>
            </p:contentPart>
          </mc:Choice>
          <mc:Fallback>
            <p:pic>
              <p:nvPicPr>
                <p:cNvPr id="132" name="Ink 131">
                  <a:extLst>
                    <a:ext uri="{FF2B5EF4-FFF2-40B4-BE49-F238E27FC236}">
                      <a16:creationId xmlns:a16="http://schemas.microsoft.com/office/drawing/2014/main" id="{B8C8E0CC-7F85-E346-A9DF-37AB069A65EF}"/>
                    </a:ext>
                  </a:extLst>
                </p:cNvPr>
                <p:cNvPicPr/>
                <p:nvPr/>
              </p:nvPicPr>
              <p:blipFill>
                <a:blip r:embed="rId221"/>
                <a:stretch>
                  <a:fillRect/>
                </a:stretch>
              </p:blipFill>
              <p:spPr>
                <a:xfrm>
                  <a:off x="6938798" y="4902623"/>
                  <a:ext cx="14112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33" name="Ink 132">
                  <a:extLst>
                    <a:ext uri="{FF2B5EF4-FFF2-40B4-BE49-F238E27FC236}">
                      <a16:creationId xmlns:a16="http://schemas.microsoft.com/office/drawing/2014/main" id="{FE0946D1-595E-C8F7-0647-6EEEBC6975E3}"/>
                    </a:ext>
                  </a:extLst>
                </p14:cNvPr>
                <p14:cNvContentPartPr/>
                <p14:nvPr/>
              </p14:nvContentPartPr>
              <p14:xfrm>
                <a:off x="6929438" y="5270183"/>
                <a:ext cx="192960" cy="128160"/>
              </p14:xfrm>
            </p:contentPart>
          </mc:Choice>
          <mc:Fallback>
            <p:pic>
              <p:nvPicPr>
                <p:cNvPr id="133" name="Ink 132">
                  <a:extLst>
                    <a:ext uri="{FF2B5EF4-FFF2-40B4-BE49-F238E27FC236}">
                      <a16:creationId xmlns:a16="http://schemas.microsoft.com/office/drawing/2014/main" id="{FE0946D1-595E-C8F7-0647-6EEEBC6975E3}"/>
                    </a:ext>
                  </a:extLst>
                </p:cNvPr>
                <p:cNvPicPr/>
                <p:nvPr/>
              </p:nvPicPr>
              <p:blipFill>
                <a:blip r:embed="rId223"/>
                <a:stretch>
                  <a:fillRect/>
                </a:stretch>
              </p:blipFill>
              <p:spPr>
                <a:xfrm>
                  <a:off x="6920438" y="5261183"/>
                  <a:ext cx="210600" cy="14580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34" name="Ink 133">
                  <a:extLst>
                    <a:ext uri="{FF2B5EF4-FFF2-40B4-BE49-F238E27FC236}">
                      <a16:creationId xmlns:a16="http://schemas.microsoft.com/office/drawing/2014/main" id="{3B0FF9A0-410F-B3F8-13E3-0A5DCBDE66B9}"/>
                    </a:ext>
                  </a:extLst>
                </p14:cNvPr>
                <p14:cNvContentPartPr/>
                <p14:nvPr/>
              </p14:nvContentPartPr>
              <p14:xfrm>
                <a:off x="7120958" y="5103503"/>
                <a:ext cx="748080" cy="213840"/>
              </p14:xfrm>
            </p:contentPart>
          </mc:Choice>
          <mc:Fallback>
            <p:pic>
              <p:nvPicPr>
                <p:cNvPr id="134" name="Ink 133">
                  <a:extLst>
                    <a:ext uri="{FF2B5EF4-FFF2-40B4-BE49-F238E27FC236}">
                      <a16:creationId xmlns:a16="http://schemas.microsoft.com/office/drawing/2014/main" id="{3B0FF9A0-410F-B3F8-13E3-0A5DCBDE66B9}"/>
                    </a:ext>
                  </a:extLst>
                </p:cNvPr>
                <p:cNvPicPr/>
                <p:nvPr/>
              </p:nvPicPr>
              <p:blipFill>
                <a:blip r:embed="rId225"/>
                <a:stretch>
                  <a:fillRect/>
                </a:stretch>
              </p:blipFill>
              <p:spPr>
                <a:xfrm>
                  <a:off x="7112318" y="5094863"/>
                  <a:ext cx="76572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35" name="Ink 134">
                  <a:extLst>
                    <a:ext uri="{FF2B5EF4-FFF2-40B4-BE49-F238E27FC236}">
                      <a16:creationId xmlns:a16="http://schemas.microsoft.com/office/drawing/2014/main" id="{BA77E75A-A847-0313-9C39-F2A24733AB6B}"/>
                    </a:ext>
                  </a:extLst>
                </p14:cNvPr>
                <p14:cNvContentPartPr/>
                <p14:nvPr/>
              </p14:nvContentPartPr>
              <p14:xfrm>
                <a:off x="7070558" y="4953023"/>
                <a:ext cx="924120" cy="65520"/>
              </p14:xfrm>
            </p:contentPart>
          </mc:Choice>
          <mc:Fallback>
            <p:pic>
              <p:nvPicPr>
                <p:cNvPr id="135" name="Ink 134">
                  <a:extLst>
                    <a:ext uri="{FF2B5EF4-FFF2-40B4-BE49-F238E27FC236}">
                      <a16:creationId xmlns:a16="http://schemas.microsoft.com/office/drawing/2014/main" id="{BA77E75A-A847-0313-9C39-F2A24733AB6B}"/>
                    </a:ext>
                  </a:extLst>
                </p:cNvPr>
                <p:cNvPicPr/>
                <p:nvPr/>
              </p:nvPicPr>
              <p:blipFill>
                <a:blip r:embed="rId227"/>
                <a:stretch>
                  <a:fillRect/>
                </a:stretch>
              </p:blipFill>
              <p:spPr>
                <a:xfrm>
                  <a:off x="7061918" y="4944023"/>
                  <a:ext cx="94176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36" name="Ink 135">
                  <a:extLst>
                    <a:ext uri="{FF2B5EF4-FFF2-40B4-BE49-F238E27FC236}">
                      <a16:creationId xmlns:a16="http://schemas.microsoft.com/office/drawing/2014/main" id="{829FDAB8-C649-44CB-2921-1DD71C165E91}"/>
                    </a:ext>
                  </a:extLst>
                </p14:cNvPr>
                <p14:cNvContentPartPr/>
                <p14:nvPr/>
              </p14:nvContentPartPr>
              <p14:xfrm>
                <a:off x="7190078" y="4640543"/>
                <a:ext cx="825120" cy="225360"/>
              </p14:xfrm>
            </p:contentPart>
          </mc:Choice>
          <mc:Fallback>
            <p:pic>
              <p:nvPicPr>
                <p:cNvPr id="136" name="Ink 135">
                  <a:extLst>
                    <a:ext uri="{FF2B5EF4-FFF2-40B4-BE49-F238E27FC236}">
                      <a16:creationId xmlns:a16="http://schemas.microsoft.com/office/drawing/2014/main" id="{829FDAB8-C649-44CB-2921-1DD71C165E91}"/>
                    </a:ext>
                  </a:extLst>
                </p:cNvPr>
                <p:cNvPicPr/>
                <p:nvPr/>
              </p:nvPicPr>
              <p:blipFill>
                <a:blip r:embed="rId229"/>
                <a:stretch>
                  <a:fillRect/>
                </a:stretch>
              </p:blipFill>
              <p:spPr>
                <a:xfrm>
                  <a:off x="7181078" y="4631903"/>
                  <a:ext cx="84276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37" name="Ink 136">
                  <a:extLst>
                    <a:ext uri="{FF2B5EF4-FFF2-40B4-BE49-F238E27FC236}">
                      <a16:creationId xmlns:a16="http://schemas.microsoft.com/office/drawing/2014/main" id="{E0A2046D-A24B-54E1-5FAB-525E1F982CAC}"/>
                    </a:ext>
                  </a:extLst>
                </p14:cNvPr>
                <p14:cNvContentPartPr/>
                <p14:nvPr/>
              </p14:nvContentPartPr>
              <p14:xfrm>
                <a:off x="8046518" y="4811903"/>
                <a:ext cx="133920" cy="99360"/>
              </p14:xfrm>
            </p:contentPart>
          </mc:Choice>
          <mc:Fallback>
            <p:pic>
              <p:nvPicPr>
                <p:cNvPr id="137" name="Ink 136">
                  <a:extLst>
                    <a:ext uri="{FF2B5EF4-FFF2-40B4-BE49-F238E27FC236}">
                      <a16:creationId xmlns:a16="http://schemas.microsoft.com/office/drawing/2014/main" id="{E0A2046D-A24B-54E1-5FAB-525E1F982CAC}"/>
                    </a:ext>
                  </a:extLst>
                </p:cNvPr>
                <p:cNvPicPr/>
                <p:nvPr/>
              </p:nvPicPr>
              <p:blipFill>
                <a:blip r:embed="rId231"/>
                <a:stretch>
                  <a:fillRect/>
                </a:stretch>
              </p:blipFill>
              <p:spPr>
                <a:xfrm>
                  <a:off x="8037518" y="4803263"/>
                  <a:ext cx="151560" cy="11700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38" name="Ink 137">
                  <a:extLst>
                    <a:ext uri="{FF2B5EF4-FFF2-40B4-BE49-F238E27FC236}">
                      <a16:creationId xmlns:a16="http://schemas.microsoft.com/office/drawing/2014/main" id="{2A860C1B-3B3E-B1E8-46A6-86CBE80E6F0F}"/>
                    </a:ext>
                  </a:extLst>
                </p14:cNvPr>
                <p14:cNvContentPartPr/>
                <p14:nvPr/>
              </p14:nvContentPartPr>
              <p14:xfrm>
                <a:off x="8041478" y="5036903"/>
                <a:ext cx="95400" cy="74520"/>
              </p14:xfrm>
            </p:contentPart>
          </mc:Choice>
          <mc:Fallback>
            <p:pic>
              <p:nvPicPr>
                <p:cNvPr id="138" name="Ink 137">
                  <a:extLst>
                    <a:ext uri="{FF2B5EF4-FFF2-40B4-BE49-F238E27FC236}">
                      <a16:creationId xmlns:a16="http://schemas.microsoft.com/office/drawing/2014/main" id="{2A860C1B-3B3E-B1E8-46A6-86CBE80E6F0F}"/>
                    </a:ext>
                  </a:extLst>
                </p:cNvPr>
                <p:cNvPicPr/>
                <p:nvPr/>
              </p:nvPicPr>
              <p:blipFill>
                <a:blip r:embed="rId233"/>
                <a:stretch>
                  <a:fillRect/>
                </a:stretch>
              </p:blipFill>
              <p:spPr>
                <a:xfrm>
                  <a:off x="8032838" y="5028263"/>
                  <a:ext cx="11304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39" name="Ink 138">
                  <a:extLst>
                    <a:ext uri="{FF2B5EF4-FFF2-40B4-BE49-F238E27FC236}">
                      <a16:creationId xmlns:a16="http://schemas.microsoft.com/office/drawing/2014/main" id="{DF48F18D-AD66-B5BB-5108-9A4C005CF14F}"/>
                    </a:ext>
                  </a:extLst>
                </p14:cNvPr>
                <p14:cNvContentPartPr/>
                <p14:nvPr/>
              </p14:nvContentPartPr>
              <p14:xfrm>
                <a:off x="8123198" y="5192783"/>
                <a:ext cx="186840" cy="86040"/>
              </p14:xfrm>
            </p:contentPart>
          </mc:Choice>
          <mc:Fallback>
            <p:pic>
              <p:nvPicPr>
                <p:cNvPr id="139" name="Ink 138">
                  <a:extLst>
                    <a:ext uri="{FF2B5EF4-FFF2-40B4-BE49-F238E27FC236}">
                      <a16:creationId xmlns:a16="http://schemas.microsoft.com/office/drawing/2014/main" id="{DF48F18D-AD66-B5BB-5108-9A4C005CF14F}"/>
                    </a:ext>
                  </a:extLst>
                </p:cNvPr>
                <p:cNvPicPr/>
                <p:nvPr/>
              </p:nvPicPr>
              <p:blipFill>
                <a:blip r:embed="rId235"/>
                <a:stretch>
                  <a:fillRect/>
                </a:stretch>
              </p:blipFill>
              <p:spPr>
                <a:xfrm>
                  <a:off x="8114198" y="5183783"/>
                  <a:ext cx="204480" cy="103680"/>
                </a:xfrm>
                <a:prstGeom prst="rect">
                  <a:avLst/>
                </a:prstGeom>
              </p:spPr>
            </p:pic>
          </mc:Fallback>
        </mc:AlternateContent>
      </p:grpSp>
      <p:grpSp>
        <p:nvGrpSpPr>
          <p:cNvPr id="148" name="Group 147">
            <a:extLst>
              <a:ext uri="{FF2B5EF4-FFF2-40B4-BE49-F238E27FC236}">
                <a16:creationId xmlns:a16="http://schemas.microsoft.com/office/drawing/2014/main" id="{3A67D932-B925-51B4-6133-4F23241F2A38}"/>
              </a:ext>
            </a:extLst>
          </p:cNvPr>
          <p:cNvGrpSpPr/>
          <p:nvPr/>
        </p:nvGrpSpPr>
        <p:grpSpPr>
          <a:xfrm>
            <a:off x="6444518" y="3295943"/>
            <a:ext cx="882000" cy="884520"/>
            <a:chOff x="6444518" y="3295943"/>
            <a:chExt cx="882000" cy="884520"/>
          </a:xfrm>
        </p:grpSpPr>
        <mc:AlternateContent xmlns:mc="http://schemas.openxmlformats.org/markup-compatibility/2006">
          <mc:Choice xmlns:p14="http://schemas.microsoft.com/office/powerpoint/2010/main" Requires="p14">
            <p:contentPart p14:bwMode="auto" r:id="rId236">
              <p14:nvContentPartPr>
                <p14:cNvPr id="141" name="Ink 140">
                  <a:extLst>
                    <a:ext uri="{FF2B5EF4-FFF2-40B4-BE49-F238E27FC236}">
                      <a16:creationId xmlns:a16="http://schemas.microsoft.com/office/drawing/2014/main" id="{84BD6062-0E34-1AA3-F6CF-56DB9742838C}"/>
                    </a:ext>
                  </a:extLst>
                </p14:cNvPr>
                <p14:cNvContentPartPr/>
                <p14:nvPr/>
              </p14:nvContentPartPr>
              <p14:xfrm>
                <a:off x="6789038" y="3295943"/>
                <a:ext cx="46080" cy="352080"/>
              </p14:xfrm>
            </p:contentPart>
          </mc:Choice>
          <mc:Fallback>
            <p:pic>
              <p:nvPicPr>
                <p:cNvPr id="141" name="Ink 140">
                  <a:extLst>
                    <a:ext uri="{FF2B5EF4-FFF2-40B4-BE49-F238E27FC236}">
                      <a16:creationId xmlns:a16="http://schemas.microsoft.com/office/drawing/2014/main" id="{84BD6062-0E34-1AA3-F6CF-56DB9742838C}"/>
                    </a:ext>
                  </a:extLst>
                </p:cNvPr>
                <p:cNvPicPr/>
                <p:nvPr/>
              </p:nvPicPr>
              <p:blipFill>
                <a:blip r:embed="rId237"/>
                <a:stretch>
                  <a:fillRect/>
                </a:stretch>
              </p:blipFill>
              <p:spPr>
                <a:xfrm>
                  <a:off x="6780398" y="3286943"/>
                  <a:ext cx="63720" cy="36972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42" name="Ink 141">
                  <a:extLst>
                    <a:ext uri="{FF2B5EF4-FFF2-40B4-BE49-F238E27FC236}">
                      <a16:creationId xmlns:a16="http://schemas.microsoft.com/office/drawing/2014/main" id="{2697A6CE-B858-6A19-7F39-B17B38E576BC}"/>
                    </a:ext>
                  </a:extLst>
                </p14:cNvPr>
                <p14:cNvContentPartPr/>
                <p14:nvPr/>
              </p14:nvContentPartPr>
              <p14:xfrm>
                <a:off x="6657278" y="3851423"/>
                <a:ext cx="13680" cy="123120"/>
              </p14:xfrm>
            </p:contentPart>
          </mc:Choice>
          <mc:Fallback>
            <p:pic>
              <p:nvPicPr>
                <p:cNvPr id="142" name="Ink 141">
                  <a:extLst>
                    <a:ext uri="{FF2B5EF4-FFF2-40B4-BE49-F238E27FC236}">
                      <a16:creationId xmlns:a16="http://schemas.microsoft.com/office/drawing/2014/main" id="{2697A6CE-B858-6A19-7F39-B17B38E576BC}"/>
                    </a:ext>
                  </a:extLst>
                </p:cNvPr>
                <p:cNvPicPr/>
                <p:nvPr/>
              </p:nvPicPr>
              <p:blipFill>
                <a:blip r:embed="rId239"/>
                <a:stretch>
                  <a:fillRect/>
                </a:stretch>
              </p:blipFill>
              <p:spPr>
                <a:xfrm>
                  <a:off x="6648638" y="3842783"/>
                  <a:ext cx="3132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43" name="Ink 142">
                  <a:extLst>
                    <a:ext uri="{FF2B5EF4-FFF2-40B4-BE49-F238E27FC236}">
                      <a16:creationId xmlns:a16="http://schemas.microsoft.com/office/drawing/2014/main" id="{AF15587E-7A70-C964-3C71-3ACD7062F137}"/>
                    </a:ext>
                  </a:extLst>
                </p14:cNvPr>
                <p14:cNvContentPartPr/>
                <p14:nvPr/>
              </p14:nvContentPartPr>
              <p14:xfrm>
                <a:off x="6671318" y="3775823"/>
                <a:ext cx="155520" cy="171360"/>
              </p14:xfrm>
            </p:contentPart>
          </mc:Choice>
          <mc:Fallback>
            <p:pic>
              <p:nvPicPr>
                <p:cNvPr id="143" name="Ink 142">
                  <a:extLst>
                    <a:ext uri="{FF2B5EF4-FFF2-40B4-BE49-F238E27FC236}">
                      <a16:creationId xmlns:a16="http://schemas.microsoft.com/office/drawing/2014/main" id="{AF15587E-7A70-C964-3C71-3ACD7062F137}"/>
                    </a:ext>
                  </a:extLst>
                </p:cNvPr>
                <p:cNvPicPr/>
                <p:nvPr/>
              </p:nvPicPr>
              <p:blipFill>
                <a:blip r:embed="rId241"/>
                <a:stretch>
                  <a:fillRect/>
                </a:stretch>
              </p:blipFill>
              <p:spPr>
                <a:xfrm>
                  <a:off x="6662318" y="3767183"/>
                  <a:ext cx="17316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44" name="Ink 143">
                  <a:extLst>
                    <a:ext uri="{FF2B5EF4-FFF2-40B4-BE49-F238E27FC236}">
                      <a16:creationId xmlns:a16="http://schemas.microsoft.com/office/drawing/2014/main" id="{95DB7EA1-3605-1ED0-B442-E5DA3643DF64}"/>
                    </a:ext>
                  </a:extLst>
                </p14:cNvPr>
                <p14:cNvContentPartPr/>
                <p14:nvPr/>
              </p14:nvContentPartPr>
              <p14:xfrm>
                <a:off x="6870398" y="3821903"/>
                <a:ext cx="182880" cy="118080"/>
              </p14:xfrm>
            </p:contentPart>
          </mc:Choice>
          <mc:Fallback>
            <p:pic>
              <p:nvPicPr>
                <p:cNvPr id="144" name="Ink 143">
                  <a:extLst>
                    <a:ext uri="{FF2B5EF4-FFF2-40B4-BE49-F238E27FC236}">
                      <a16:creationId xmlns:a16="http://schemas.microsoft.com/office/drawing/2014/main" id="{95DB7EA1-3605-1ED0-B442-E5DA3643DF64}"/>
                    </a:ext>
                  </a:extLst>
                </p:cNvPr>
                <p:cNvPicPr/>
                <p:nvPr/>
              </p:nvPicPr>
              <p:blipFill>
                <a:blip r:embed="rId243"/>
                <a:stretch>
                  <a:fillRect/>
                </a:stretch>
              </p:blipFill>
              <p:spPr>
                <a:xfrm>
                  <a:off x="6861398" y="3812903"/>
                  <a:ext cx="20052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45" name="Ink 144">
                  <a:extLst>
                    <a:ext uri="{FF2B5EF4-FFF2-40B4-BE49-F238E27FC236}">
                      <a16:creationId xmlns:a16="http://schemas.microsoft.com/office/drawing/2014/main" id="{4CAEDD46-2A0E-0E18-E677-9FD563EFB0EB}"/>
                    </a:ext>
                  </a:extLst>
                </p14:cNvPr>
                <p14:cNvContentPartPr/>
                <p14:nvPr/>
              </p14:nvContentPartPr>
              <p14:xfrm>
                <a:off x="7089638" y="3796703"/>
                <a:ext cx="129600" cy="181080"/>
              </p14:xfrm>
            </p:contentPart>
          </mc:Choice>
          <mc:Fallback>
            <p:pic>
              <p:nvPicPr>
                <p:cNvPr id="145" name="Ink 144">
                  <a:extLst>
                    <a:ext uri="{FF2B5EF4-FFF2-40B4-BE49-F238E27FC236}">
                      <a16:creationId xmlns:a16="http://schemas.microsoft.com/office/drawing/2014/main" id="{4CAEDD46-2A0E-0E18-E677-9FD563EFB0EB}"/>
                    </a:ext>
                  </a:extLst>
                </p:cNvPr>
                <p:cNvPicPr/>
                <p:nvPr/>
              </p:nvPicPr>
              <p:blipFill>
                <a:blip r:embed="rId245"/>
                <a:stretch>
                  <a:fillRect/>
                </a:stretch>
              </p:blipFill>
              <p:spPr>
                <a:xfrm>
                  <a:off x="7080998" y="3787703"/>
                  <a:ext cx="14724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47" name="Ink 146">
                  <a:extLst>
                    <a:ext uri="{FF2B5EF4-FFF2-40B4-BE49-F238E27FC236}">
                      <a16:creationId xmlns:a16="http://schemas.microsoft.com/office/drawing/2014/main" id="{015624B9-5791-25E3-9FF3-E05811009CE7}"/>
                    </a:ext>
                  </a:extLst>
                </p14:cNvPr>
                <p14:cNvContentPartPr/>
                <p14:nvPr/>
              </p14:nvContentPartPr>
              <p14:xfrm>
                <a:off x="6444518" y="3601943"/>
                <a:ext cx="882000" cy="578520"/>
              </p14:xfrm>
            </p:contentPart>
          </mc:Choice>
          <mc:Fallback>
            <p:pic>
              <p:nvPicPr>
                <p:cNvPr id="147" name="Ink 146">
                  <a:extLst>
                    <a:ext uri="{FF2B5EF4-FFF2-40B4-BE49-F238E27FC236}">
                      <a16:creationId xmlns:a16="http://schemas.microsoft.com/office/drawing/2014/main" id="{015624B9-5791-25E3-9FF3-E05811009CE7}"/>
                    </a:ext>
                  </a:extLst>
                </p:cNvPr>
                <p:cNvPicPr/>
                <p:nvPr/>
              </p:nvPicPr>
              <p:blipFill>
                <a:blip r:embed="rId247"/>
                <a:stretch>
                  <a:fillRect/>
                </a:stretch>
              </p:blipFill>
              <p:spPr>
                <a:xfrm>
                  <a:off x="6435878" y="3593303"/>
                  <a:ext cx="899640" cy="596160"/>
                </a:xfrm>
                <a:prstGeom prst="rect">
                  <a:avLst/>
                </a:prstGeom>
              </p:spPr>
            </p:pic>
          </mc:Fallback>
        </mc:AlternateContent>
      </p:grpSp>
      <p:grpSp>
        <p:nvGrpSpPr>
          <p:cNvPr id="157" name="Group 156">
            <a:extLst>
              <a:ext uri="{FF2B5EF4-FFF2-40B4-BE49-F238E27FC236}">
                <a16:creationId xmlns:a16="http://schemas.microsoft.com/office/drawing/2014/main" id="{BF804903-6B14-2DD3-469A-8A813E4FBB8E}"/>
              </a:ext>
            </a:extLst>
          </p:cNvPr>
          <p:cNvGrpSpPr/>
          <p:nvPr/>
        </p:nvGrpSpPr>
        <p:grpSpPr>
          <a:xfrm>
            <a:off x="8888558" y="1901303"/>
            <a:ext cx="1028520" cy="262800"/>
            <a:chOff x="8888558" y="1901303"/>
            <a:chExt cx="1028520" cy="262800"/>
          </a:xfrm>
        </p:grpSpPr>
        <mc:AlternateContent xmlns:mc="http://schemas.openxmlformats.org/markup-compatibility/2006">
          <mc:Choice xmlns:p14="http://schemas.microsoft.com/office/powerpoint/2010/main" Requires="p14">
            <p:contentPart p14:bwMode="auto" r:id="rId248">
              <p14:nvContentPartPr>
                <p14:cNvPr id="151" name="Ink 150">
                  <a:extLst>
                    <a:ext uri="{FF2B5EF4-FFF2-40B4-BE49-F238E27FC236}">
                      <a16:creationId xmlns:a16="http://schemas.microsoft.com/office/drawing/2014/main" id="{B0F360FA-8A4C-0EDD-18CB-257EA815C5F0}"/>
                    </a:ext>
                  </a:extLst>
                </p14:cNvPr>
                <p14:cNvContentPartPr/>
                <p14:nvPr/>
              </p14:nvContentPartPr>
              <p14:xfrm>
                <a:off x="8888558" y="1901303"/>
                <a:ext cx="216360" cy="262800"/>
              </p14:xfrm>
            </p:contentPart>
          </mc:Choice>
          <mc:Fallback>
            <p:pic>
              <p:nvPicPr>
                <p:cNvPr id="151" name="Ink 150">
                  <a:extLst>
                    <a:ext uri="{FF2B5EF4-FFF2-40B4-BE49-F238E27FC236}">
                      <a16:creationId xmlns:a16="http://schemas.microsoft.com/office/drawing/2014/main" id="{B0F360FA-8A4C-0EDD-18CB-257EA815C5F0}"/>
                    </a:ext>
                  </a:extLst>
                </p:cNvPr>
                <p:cNvPicPr/>
                <p:nvPr/>
              </p:nvPicPr>
              <p:blipFill>
                <a:blip r:embed="rId249"/>
                <a:stretch>
                  <a:fillRect/>
                </a:stretch>
              </p:blipFill>
              <p:spPr>
                <a:xfrm>
                  <a:off x="8879918" y="1892303"/>
                  <a:ext cx="234000" cy="28044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52" name="Ink 151">
                  <a:extLst>
                    <a:ext uri="{FF2B5EF4-FFF2-40B4-BE49-F238E27FC236}">
                      <a16:creationId xmlns:a16="http://schemas.microsoft.com/office/drawing/2014/main" id="{27128AB5-0CD5-A510-5CEB-14944FEE3BDD}"/>
                    </a:ext>
                  </a:extLst>
                </p14:cNvPr>
                <p14:cNvContentPartPr/>
                <p14:nvPr/>
              </p14:nvContentPartPr>
              <p14:xfrm>
                <a:off x="9201758" y="2018663"/>
                <a:ext cx="72360" cy="130680"/>
              </p14:xfrm>
            </p:contentPart>
          </mc:Choice>
          <mc:Fallback>
            <p:pic>
              <p:nvPicPr>
                <p:cNvPr id="152" name="Ink 151">
                  <a:extLst>
                    <a:ext uri="{FF2B5EF4-FFF2-40B4-BE49-F238E27FC236}">
                      <a16:creationId xmlns:a16="http://schemas.microsoft.com/office/drawing/2014/main" id="{27128AB5-0CD5-A510-5CEB-14944FEE3BDD}"/>
                    </a:ext>
                  </a:extLst>
                </p:cNvPr>
                <p:cNvPicPr/>
                <p:nvPr/>
              </p:nvPicPr>
              <p:blipFill>
                <a:blip r:embed="rId251"/>
                <a:stretch>
                  <a:fillRect/>
                </a:stretch>
              </p:blipFill>
              <p:spPr>
                <a:xfrm>
                  <a:off x="9193118" y="2010023"/>
                  <a:ext cx="9000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53" name="Ink 152">
                  <a:extLst>
                    <a:ext uri="{FF2B5EF4-FFF2-40B4-BE49-F238E27FC236}">
                      <a16:creationId xmlns:a16="http://schemas.microsoft.com/office/drawing/2014/main" id="{C38A5CDF-7489-3F68-879F-16F78F45866F}"/>
                    </a:ext>
                  </a:extLst>
                </p14:cNvPr>
                <p14:cNvContentPartPr/>
                <p14:nvPr/>
              </p14:nvContentPartPr>
              <p14:xfrm>
                <a:off x="9352238" y="2039183"/>
                <a:ext cx="125280" cy="83160"/>
              </p14:xfrm>
            </p:contentPart>
          </mc:Choice>
          <mc:Fallback>
            <p:pic>
              <p:nvPicPr>
                <p:cNvPr id="153" name="Ink 152">
                  <a:extLst>
                    <a:ext uri="{FF2B5EF4-FFF2-40B4-BE49-F238E27FC236}">
                      <a16:creationId xmlns:a16="http://schemas.microsoft.com/office/drawing/2014/main" id="{C38A5CDF-7489-3F68-879F-16F78F45866F}"/>
                    </a:ext>
                  </a:extLst>
                </p:cNvPr>
                <p:cNvPicPr/>
                <p:nvPr/>
              </p:nvPicPr>
              <p:blipFill>
                <a:blip r:embed="rId253"/>
                <a:stretch>
                  <a:fillRect/>
                </a:stretch>
              </p:blipFill>
              <p:spPr>
                <a:xfrm>
                  <a:off x="9343238" y="2030543"/>
                  <a:ext cx="142920" cy="10080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54" name="Ink 153">
                  <a:extLst>
                    <a:ext uri="{FF2B5EF4-FFF2-40B4-BE49-F238E27FC236}">
                      <a16:creationId xmlns:a16="http://schemas.microsoft.com/office/drawing/2014/main" id="{BC7DB6D2-6AB3-9B1E-4459-1C123D1D8912}"/>
                    </a:ext>
                  </a:extLst>
                </p14:cNvPr>
                <p14:cNvContentPartPr/>
                <p14:nvPr/>
              </p14:nvContentPartPr>
              <p14:xfrm>
                <a:off x="9609638" y="1959623"/>
                <a:ext cx="147960" cy="164520"/>
              </p14:xfrm>
            </p:contentPart>
          </mc:Choice>
          <mc:Fallback>
            <p:pic>
              <p:nvPicPr>
                <p:cNvPr id="154" name="Ink 153">
                  <a:extLst>
                    <a:ext uri="{FF2B5EF4-FFF2-40B4-BE49-F238E27FC236}">
                      <a16:creationId xmlns:a16="http://schemas.microsoft.com/office/drawing/2014/main" id="{BC7DB6D2-6AB3-9B1E-4459-1C123D1D8912}"/>
                    </a:ext>
                  </a:extLst>
                </p:cNvPr>
                <p:cNvPicPr/>
                <p:nvPr/>
              </p:nvPicPr>
              <p:blipFill>
                <a:blip r:embed="rId255"/>
                <a:stretch>
                  <a:fillRect/>
                </a:stretch>
              </p:blipFill>
              <p:spPr>
                <a:xfrm>
                  <a:off x="9600638" y="1950983"/>
                  <a:ext cx="16560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55" name="Ink 154">
                  <a:extLst>
                    <a:ext uri="{FF2B5EF4-FFF2-40B4-BE49-F238E27FC236}">
                      <a16:creationId xmlns:a16="http://schemas.microsoft.com/office/drawing/2014/main" id="{2AE3736C-9EBB-622B-68C4-461FF922A06D}"/>
                    </a:ext>
                  </a:extLst>
                </p14:cNvPr>
                <p14:cNvContentPartPr/>
                <p14:nvPr/>
              </p14:nvContentPartPr>
              <p14:xfrm>
                <a:off x="9653558" y="2047103"/>
                <a:ext cx="76320" cy="19800"/>
              </p14:xfrm>
            </p:contentPart>
          </mc:Choice>
          <mc:Fallback>
            <p:pic>
              <p:nvPicPr>
                <p:cNvPr id="155" name="Ink 154">
                  <a:extLst>
                    <a:ext uri="{FF2B5EF4-FFF2-40B4-BE49-F238E27FC236}">
                      <a16:creationId xmlns:a16="http://schemas.microsoft.com/office/drawing/2014/main" id="{2AE3736C-9EBB-622B-68C4-461FF922A06D}"/>
                    </a:ext>
                  </a:extLst>
                </p:cNvPr>
                <p:cNvPicPr/>
                <p:nvPr/>
              </p:nvPicPr>
              <p:blipFill>
                <a:blip r:embed="rId257"/>
                <a:stretch>
                  <a:fillRect/>
                </a:stretch>
              </p:blipFill>
              <p:spPr>
                <a:xfrm>
                  <a:off x="9644918" y="2038463"/>
                  <a:ext cx="9396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56" name="Ink 155">
                  <a:extLst>
                    <a:ext uri="{FF2B5EF4-FFF2-40B4-BE49-F238E27FC236}">
                      <a16:creationId xmlns:a16="http://schemas.microsoft.com/office/drawing/2014/main" id="{D653F89C-CEF8-070B-C8C0-DDA5E2728AF4}"/>
                    </a:ext>
                  </a:extLst>
                </p14:cNvPr>
                <p14:cNvContentPartPr/>
                <p14:nvPr/>
              </p14:nvContentPartPr>
              <p14:xfrm>
                <a:off x="9889358" y="1997423"/>
                <a:ext cx="27720" cy="126000"/>
              </p14:xfrm>
            </p:contentPart>
          </mc:Choice>
          <mc:Fallback>
            <p:pic>
              <p:nvPicPr>
                <p:cNvPr id="156" name="Ink 155">
                  <a:extLst>
                    <a:ext uri="{FF2B5EF4-FFF2-40B4-BE49-F238E27FC236}">
                      <a16:creationId xmlns:a16="http://schemas.microsoft.com/office/drawing/2014/main" id="{D653F89C-CEF8-070B-C8C0-DDA5E2728AF4}"/>
                    </a:ext>
                  </a:extLst>
                </p:cNvPr>
                <p:cNvPicPr/>
                <p:nvPr/>
              </p:nvPicPr>
              <p:blipFill>
                <a:blip r:embed="rId259"/>
                <a:stretch>
                  <a:fillRect/>
                </a:stretch>
              </p:blipFill>
              <p:spPr>
                <a:xfrm>
                  <a:off x="9880358" y="1988423"/>
                  <a:ext cx="45360" cy="143640"/>
                </a:xfrm>
                <a:prstGeom prst="rect">
                  <a:avLst/>
                </a:prstGeom>
              </p:spPr>
            </p:pic>
          </mc:Fallback>
        </mc:AlternateContent>
      </p:grpSp>
      <p:grpSp>
        <p:nvGrpSpPr>
          <p:cNvPr id="161" name="Group 160">
            <a:extLst>
              <a:ext uri="{FF2B5EF4-FFF2-40B4-BE49-F238E27FC236}">
                <a16:creationId xmlns:a16="http://schemas.microsoft.com/office/drawing/2014/main" id="{9AEDC6B9-6B88-E0D5-4E0D-161C273DABC9}"/>
              </a:ext>
            </a:extLst>
          </p:cNvPr>
          <p:cNvGrpSpPr/>
          <p:nvPr/>
        </p:nvGrpSpPr>
        <p:grpSpPr>
          <a:xfrm>
            <a:off x="9358358" y="2377223"/>
            <a:ext cx="399240" cy="174600"/>
            <a:chOff x="9358358" y="2377223"/>
            <a:chExt cx="399240" cy="174600"/>
          </a:xfrm>
        </p:grpSpPr>
        <mc:AlternateContent xmlns:mc="http://schemas.openxmlformats.org/markup-compatibility/2006">
          <mc:Choice xmlns:p14="http://schemas.microsoft.com/office/powerpoint/2010/main" Requires="p14">
            <p:contentPart p14:bwMode="auto" r:id="rId260">
              <p14:nvContentPartPr>
                <p14:cNvPr id="159" name="Ink 158">
                  <a:extLst>
                    <a:ext uri="{FF2B5EF4-FFF2-40B4-BE49-F238E27FC236}">
                      <a16:creationId xmlns:a16="http://schemas.microsoft.com/office/drawing/2014/main" id="{F2259812-45BE-58F8-92CB-93985ECCD928}"/>
                    </a:ext>
                  </a:extLst>
                </p14:cNvPr>
                <p14:cNvContentPartPr/>
                <p14:nvPr/>
              </p14:nvContentPartPr>
              <p14:xfrm>
                <a:off x="9358358" y="2377223"/>
                <a:ext cx="212400" cy="174600"/>
              </p14:xfrm>
            </p:contentPart>
          </mc:Choice>
          <mc:Fallback>
            <p:pic>
              <p:nvPicPr>
                <p:cNvPr id="159" name="Ink 158">
                  <a:extLst>
                    <a:ext uri="{FF2B5EF4-FFF2-40B4-BE49-F238E27FC236}">
                      <a16:creationId xmlns:a16="http://schemas.microsoft.com/office/drawing/2014/main" id="{F2259812-45BE-58F8-92CB-93985ECCD928}"/>
                    </a:ext>
                  </a:extLst>
                </p:cNvPr>
                <p:cNvPicPr/>
                <p:nvPr/>
              </p:nvPicPr>
              <p:blipFill>
                <a:blip r:embed="rId261"/>
                <a:stretch>
                  <a:fillRect/>
                </a:stretch>
              </p:blipFill>
              <p:spPr>
                <a:xfrm>
                  <a:off x="9349358" y="2368223"/>
                  <a:ext cx="230040" cy="19224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60" name="Ink 159">
                  <a:extLst>
                    <a:ext uri="{FF2B5EF4-FFF2-40B4-BE49-F238E27FC236}">
                      <a16:creationId xmlns:a16="http://schemas.microsoft.com/office/drawing/2014/main" id="{3B574469-736D-1162-1776-12735CDF0BAB}"/>
                    </a:ext>
                  </a:extLst>
                </p14:cNvPr>
                <p14:cNvContentPartPr/>
                <p14:nvPr/>
              </p14:nvContentPartPr>
              <p14:xfrm>
                <a:off x="9632318" y="2382983"/>
                <a:ext cx="125280" cy="155880"/>
              </p14:xfrm>
            </p:contentPart>
          </mc:Choice>
          <mc:Fallback>
            <p:pic>
              <p:nvPicPr>
                <p:cNvPr id="160" name="Ink 159">
                  <a:extLst>
                    <a:ext uri="{FF2B5EF4-FFF2-40B4-BE49-F238E27FC236}">
                      <a16:creationId xmlns:a16="http://schemas.microsoft.com/office/drawing/2014/main" id="{3B574469-736D-1162-1776-12735CDF0BAB}"/>
                    </a:ext>
                  </a:extLst>
                </p:cNvPr>
                <p:cNvPicPr/>
                <p:nvPr/>
              </p:nvPicPr>
              <p:blipFill>
                <a:blip r:embed="rId263"/>
                <a:stretch>
                  <a:fillRect/>
                </a:stretch>
              </p:blipFill>
              <p:spPr>
                <a:xfrm>
                  <a:off x="9623678" y="2373983"/>
                  <a:ext cx="142920" cy="173520"/>
                </a:xfrm>
                <a:prstGeom prst="rect">
                  <a:avLst/>
                </a:prstGeom>
              </p:spPr>
            </p:pic>
          </mc:Fallback>
        </mc:AlternateContent>
      </p:grpSp>
      <p:grpSp>
        <p:nvGrpSpPr>
          <p:cNvPr id="170" name="Group 169">
            <a:extLst>
              <a:ext uri="{FF2B5EF4-FFF2-40B4-BE49-F238E27FC236}">
                <a16:creationId xmlns:a16="http://schemas.microsoft.com/office/drawing/2014/main" id="{4BB942FC-FD40-2D89-479C-78690532F0E7}"/>
              </a:ext>
            </a:extLst>
          </p:cNvPr>
          <p:cNvGrpSpPr/>
          <p:nvPr/>
        </p:nvGrpSpPr>
        <p:grpSpPr>
          <a:xfrm>
            <a:off x="9431798" y="2733623"/>
            <a:ext cx="395640" cy="146880"/>
            <a:chOff x="9431798" y="2733623"/>
            <a:chExt cx="395640" cy="146880"/>
          </a:xfrm>
        </p:grpSpPr>
        <mc:AlternateContent xmlns:mc="http://schemas.openxmlformats.org/markup-compatibility/2006">
          <mc:Choice xmlns:p14="http://schemas.microsoft.com/office/powerpoint/2010/main" Requires="p14">
            <p:contentPart p14:bwMode="auto" r:id="rId264">
              <p14:nvContentPartPr>
                <p14:cNvPr id="162" name="Ink 161">
                  <a:extLst>
                    <a:ext uri="{FF2B5EF4-FFF2-40B4-BE49-F238E27FC236}">
                      <a16:creationId xmlns:a16="http://schemas.microsoft.com/office/drawing/2014/main" id="{B5E2319E-3A35-792B-B659-C5E55400FC55}"/>
                    </a:ext>
                  </a:extLst>
                </p14:cNvPr>
                <p14:cNvContentPartPr/>
                <p14:nvPr/>
              </p14:nvContentPartPr>
              <p14:xfrm>
                <a:off x="9431798" y="2762063"/>
                <a:ext cx="6840" cy="111240"/>
              </p14:xfrm>
            </p:contentPart>
          </mc:Choice>
          <mc:Fallback>
            <p:pic>
              <p:nvPicPr>
                <p:cNvPr id="162" name="Ink 161">
                  <a:extLst>
                    <a:ext uri="{FF2B5EF4-FFF2-40B4-BE49-F238E27FC236}">
                      <a16:creationId xmlns:a16="http://schemas.microsoft.com/office/drawing/2014/main" id="{B5E2319E-3A35-792B-B659-C5E55400FC55}"/>
                    </a:ext>
                  </a:extLst>
                </p:cNvPr>
                <p:cNvPicPr/>
                <p:nvPr/>
              </p:nvPicPr>
              <p:blipFill>
                <a:blip r:embed="rId265"/>
                <a:stretch>
                  <a:fillRect/>
                </a:stretch>
              </p:blipFill>
              <p:spPr>
                <a:xfrm>
                  <a:off x="9422798" y="2753063"/>
                  <a:ext cx="24480" cy="12888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63" name="Ink 162">
                  <a:extLst>
                    <a:ext uri="{FF2B5EF4-FFF2-40B4-BE49-F238E27FC236}">
                      <a16:creationId xmlns:a16="http://schemas.microsoft.com/office/drawing/2014/main" id="{D944153C-651F-1D47-C328-E75A970106D8}"/>
                    </a:ext>
                  </a:extLst>
                </p14:cNvPr>
                <p14:cNvContentPartPr/>
                <p14:nvPr/>
              </p14:nvContentPartPr>
              <p14:xfrm>
                <a:off x="9444398" y="2733623"/>
                <a:ext cx="153360" cy="124560"/>
              </p14:xfrm>
            </p:contentPart>
          </mc:Choice>
          <mc:Fallback>
            <p:pic>
              <p:nvPicPr>
                <p:cNvPr id="163" name="Ink 162">
                  <a:extLst>
                    <a:ext uri="{FF2B5EF4-FFF2-40B4-BE49-F238E27FC236}">
                      <a16:creationId xmlns:a16="http://schemas.microsoft.com/office/drawing/2014/main" id="{D944153C-651F-1D47-C328-E75A970106D8}"/>
                    </a:ext>
                  </a:extLst>
                </p:cNvPr>
                <p:cNvPicPr/>
                <p:nvPr/>
              </p:nvPicPr>
              <p:blipFill>
                <a:blip r:embed="rId267"/>
                <a:stretch>
                  <a:fillRect/>
                </a:stretch>
              </p:blipFill>
              <p:spPr>
                <a:xfrm>
                  <a:off x="9435398" y="2724983"/>
                  <a:ext cx="171000" cy="14220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64" name="Ink 163">
                  <a:extLst>
                    <a:ext uri="{FF2B5EF4-FFF2-40B4-BE49-F238E27FC236}">
                      <a16:creationId xmlns:a16="http://schemas.microsoft.com/office/drawing/2014/main" id="{1FEE7CF1-6F6C-C496-ED72-C0FE43D16520}"/>
                    </a:ext>
                  </a:extLst>
                </p14:cNvPr>
                <p14:cNvContentPartPr/>
                <p14:nvPr/>
              </p14:nvContentPartPr>
              <p14:xfrm>
                <a:off x="9668678" y="2737223"/>
                <a:ext cx="158760" cy="143280"/>
              </p14:xfrm>
            </p:contentPart>
          </mc:Choice>
          <mc:Fallback>
            <p:pic>
              <p:nvPicPr>
                <p:cNvPr id="164" name="Ink 163">
                  <a:extLst>
                    <a:ext uri="{FF2B5EF4-FFF2-40B4-BE49-F238E27FC236}">
                      <a16:creationId xmlns:a16="http://schemas.microsoft.com/office/drawing/2014/main" id="{1FEE7CF1-6F6C-C496-ED72-C0FE43D16520}"/>
                    </a:ext>
                  </a:extLst>
                </p:cNvPr>
                <p:cNvPicPr/>
                <p:nvPr/>
              </p:nvPicPr>
              <p:blipFill>
                <a:blip r:embed="rId269"/>
                <a:stretch>
                  <a:fillRect/>
                </a:stretch>
              </p:blipFill>
              <p:spPr>
                <a:xfrm>
                  <a:off x="9659678" y="2728223"/>
                  <a:ext cx="176400" cy="160920"/>
                </a:xfrm>
                <a:prstGeom prst="rect">
                  <a:avLst/>
                </a:prstGeom>
              </p:spPr>
            </p:pic>
          </mc:Fallback>
        </mc:AlternateContent>
      </p:grpSp>
      <p:grpSp>
        <p:nvGrpSpPr>
          <p:cNvPr id="169" name="Group 168">
            <a:extLst>
              <a:ext uri="{FF2B5EF4-FFF2-40B4-BE49-F238E27FC236}">
                <a16:creationId xmlns:a16="http://schemas.microsoft.com/office/drawing/2014/main" id="{1AF0D206-F0FE-A835-A553-3DC8AE79BFD6}"/>
              </a:ext>
            </a:extLst>
          </p:cNvPr>
          <p:cNvGrpSpPr/>
          <p:nvPr/>
        </p:nvGrpSpPr>
        <p:grpSpPr>
          <a:xfrm>
            <a:off x="10121918" y="2497463"/>
            <a:ext cx="555840" cy="189000"/>
            <a:chOff x="10121918" y="2497463"/>
            <a:chExt cx="555840" cy="189000"/>
          </a:xfrm>
        </p:grpSpPr>
        <mc:AlternateContent xmlns:mc="http://schemas.openxmlformats.org/markup-compatibility/2006">
          <mc:Choice xmlns:p14="http://schemas.microsoft.com/office/powerpoint/2010/main" Requires="p14">
            <p:contentPart p14:bwMode="auto" r:id="rId270">
              <p14:nvContentPartPr>
                <p14:cNvPr id="165" name="Ink 164">
                  <a:extLst>
                    <a:ext uri="{FF2B5EF4-FFF2-40B4-BE49-F238E27FC236}">
                      <a16:creationId xmlns:a16="http://schemas.microsoft.com/office/drawing/2014/main" id="{AEAAF35F-A736-372A-2B19-DE88235798F1}"/>
                    </a:ext>
                  </a:extLst>
                </p14:cNvPr>
                <p14:cNvContentPartPr/>
                <p14:nvPr/>
              </p14:nvContentPartPr>
              <p14:xfrm>
                <a:off x="10121918" y="2534903"/>
                <a:ext cx="11880" cy="120240"/>
              </p14:xfrm>
            </p:contentPart>
          </mc:Choice>
          <mc:Fallback>
            <p:pic>
              <p:nvPicPr>
                <p:cNvPr id="165" name="Ink 164">
                  <a:extLst>
                    <a:ext uri="{FF2B5EF4-FFF2-40B4-BE49-F238E27FC236}">
                      <a16:creationId xmlns:a16="http://schemas.microsoft.com/office/drawing/2014/main" id="{AEAAF35F-A736-372A-2B19-DE88235798F1}"/>
                    </a:ext>
                  </a:extLst>
                </p:cNvPr>
                <p:cNvPicPr/>
                <p:nvPr/>
              </p:nvPicPr>
              <p:blipFill>
                <a:blip r:embed="rId271"/>
                <a:stretch>
                  <a:fillRect/>
                </a:stretch>
              </p:blipFill>
              <p:spPr>
                <a:xfrm>
                  <a:off x="10112918" y="2526263"/>
                  <a:ext cx="2952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66" name="Ink 165">
                  <a:extLst>
                    <a:ext uri="{FF2B5EF4-FFF2-40B4-BE49-F238E27FC236}">
                      <a16:creationId xmlns:a16="http://schemas.microsoft.com/office/drawing/2014/main" id="{A93BA7DF-A61A-74EC-151D-8DA0495E105B}"/>
                    </a:ext>
                  </a:extLst>
                </p14:cNvPr>
                <p14:cNvContentPartPr/>
                <p14:nvPr/>
              </p14:nvContentPartPr>
              <p14:xfrm>
                <a:off x="10126958" y="2511503"/>
                <a:ext cx="164520" cy="155520"/>
              </p14:xfrm>
            </p:contentPart>
          </mc:Choice>
          <mc:Fallback>
            <p:pic>
              <p:nvPicPr>
                <p:cNvPr id="166" name="Ink 165">
                  <a:extLst>
                    <a:ext uri="{FF2B5EF4-FFF2-40B4-BE49-F238E27FC236}">
                      <a16:creationId xmlns:a16="http://schemas.microsoft.com/office/drawing/2014/main" id="{A93BA7DF-A61A-74EC-151D-8DA0495E105B}"/>
                    </a:ext>
                  </a:extLst>
                </p:cNvPr>
                <p:cNvPicPr/>
                <p:nvPr/>
              </p:nvPicPr>
              <p:blipFill>
                <a:blip r:embed="rId273"/>
                <a:stretch>
                  <a:fillRect/>
                </a:stretch>
              </p:blipFill>
              <p:spPr>
                <a:xfrm>
                  <a:off x="10118318" y="2502503"/>
                  <a:ext cx="18216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67" name="Ink 166">
                  <a:extLst>
                    <a:ext uri="{FF2B5EF4-FFF2-40B4-BE49-F238E27FC236}">
                      <a16:creationId xmlns:a16="http://schemas.microsoft.com/office/drawing/2014/main" id="{A27EB125-FFF0-E332-B88E-8D8C659F67D8}"/>
                    </a:ext>
                  </a:extLst>
                </p14:cNvPr>
                <p14:cNvContentPartPr/>
                <p14:nvPr/>
              </p14:nvContentPartPr>
              <p14:xfrm>
                <a:off x="10385438" y="2544623"/>
                <a:ext cx="102600" cy="131400"/>
              </p14:xfrm>
            </p:contentPart>
          </mc:Choice>
          <mc:Fallback>
            <p:pic>
              <p:nvPicPr>
                <p:cNvPr id="167" name="Ink 166">
                  <a:extLst>
                    <a:ext uri="{FF2B5EF4-FFF2-40B4-BE49-F238E27FC236}">
                      <a16:creationId xmlns:a16="http://schemas.microsoft.com/office/drawing/2014/main" id="{A27EB125-FFF0-E332-B88E-8D8C659F67D8}"/>
                    </a:ext>
                  </a:extLst>
                </p:cNvPr>
                <p:cNvPicPr/>
                <p:nvPr/>
              </p:nvPicPr>
              <p:blipFill>
                <a:blip r:embed="rId275"/>
                <a:stretch>
                  <a:fillRect/>
                </a:stretch>
              </p:blipFill>
              <p:spPr>
                <a:xfrm>
                  <a:off x="10376798" y="2535983"/>
                  <a:ext cx="12024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68" name="Ink 167">
                  <a:extLst>
                    <a:ext uri="{FF2B5EF4-FFF2-40B4-BE49-F238E27FC236}">
                      <a16:creationId xmlns:a16="http://schemas.microsoft.com/office/drawing/2014/main" id="{BF84A009-A4FE-4FAF-74E5-F93EA34747E4}"/>
                    </a:ext>
                  </a:extLst>
                </p14:cNvPr>
                <p14:cNvContentPartPr/>
                <p14:nvPr/>
              </p14:nvContentPartPr>
              <p14:xfrm>
                <a:off x="10577318" y="2497463"/>
                <a:ext cx="100440" cy="189000"/>
              </p14:xfrm>
            </p:contentPart>
          </mc:Choice>
          <mc:Fallback>
            <p:pic>
              <p:nvPicPr>
                <p:cNvPr id="168" name="Ink 167">
                  <a:extLst>
                    <a:ext uri="{FF2B5EF4-FFF2-40B4-BE49-F238E27FC236}">
                      <a16:creationId xmlns:a16="http://schemas.microsoft.com/office/drawing/2014/main" id="{BF84A009-A4FE-4FAF-74E5-F93EA34747E4}"/>
                    </a:ext>
                  </a:extLst>
                </p:cNvPr>
                <p:cNvPicPr/>
                <p:nvPr/>
              </p:nvPicPr>
              <p:blipFill>
                <a:blip r:embed="rId277"/>
                <a:stretch>
                  <a:fillRect/>
                </a:stretch>
              </p:blipFill>
              <p:spPr>
                <a:xfrm>
                  <a:off x="10568678" y="2488463"/>
                  <a:ext cx="118080" cy="206640"/>
                </a:xfrm>
                <a:prstGeom prst="rect">
                  <a:avLst/>
                </a:prstGeom>
              </p:spPr>
            </p:pic>
          </mc:Fallback>
        </mc:AlternateContent>
      </p:grpSp>
      <p:grpSp>
        <p:nvGrpSpPr>
          <p:cNvPr id="200" name="Group 199">
            <a:extLst>
              <a:ext uri="{FF2B5EF4-FFF2-40B4-BE49-F238E27FC236}">
                <a16:creationId xmlns:a16="http://schemas.microsoft.com/office/drawing/2014/main" id="{9E7CDB6A-DE10-105D-58F0-7E7C2911E30A}"/>
              </a:ext>
            </a:extLst>
          </p:cNvPr>
          <p:cNvGrpSpPr/>
          <p:nvPr/>
        </p:nvGrpSpPr>
        <p:grpSpPr>
          <a:xfrm>
            <a:off x="9413078" y="3106583"/>
            <a:ext cx="2148840" cy="928080"/>
            <a:chOff x="9413078" y="3106583"/>
            <a:chExt cx="2148840" cy="928080"/>
          </a:xfrm>
        </p:grpSpPr>
        <mc:AlternateContent xmlns:mc="http://schemas.openxmlformats.org/markup-compatibility/2006">
          <mc:Choice xmlns:p14="http://schemas.microsoft.com/office/powerpoint/2010/main" Requires="p14">
            <p:contentPart p14:bwMode="auto" r:id="rId278">
              <p14:nvContentPartPr>
                <p14:cNvPr id="171" name="Ink 170">
                  <a:extLst>
                    <a:ext uri="{FF2B5EF4-FFF2-40B4-BE49-F238E27FC236}">
                      <a16:creationId xmlns:a16="http://schemas.microsoft.com/office/drawing/2014/main" id="{73D2CE8B-D83E-E1B0-D1B2-B0A9C03FED29}"/>
                    </a:ext>
                  </a:extLst>
                </p14:cNvPr>
                <p14:cNvContentPartPr/>
                <p14:nvPr/>
              </p14:nvContentPartPr>
              <p14:xfrm>
                <a:off x="9413078" y="3106583"/>
                <a:ext cx="163080" cy="242280"/>
              </p14:xfrm>
            </p:contentPart>
          </mc:Choice>
          <mc:Fallback>
            <p:pic>
              <p:nvPicPr>
                <p:cNvPr id="171" name="Ink 170">
                  <a:extLst>
                    <a:ext uri="{FF2B5EF4-FFF2-40B4-BE49-F238E27FC236}">
                      <a16:creationId xmlns:a16="http://schemas.microsoft.com/office/drawing/2014/main" id="{73D2CE8B-D83E-E1B0-D1B2-B0A9C03FED29}"/>
                    </a:ext>
                  </a:extLst>
                </p:cNvPr>
                <p:cNvPicPr/>
                <p:nvPr/>
              </p:nvPicPr>
              <p:blipFill>
                <a:blip r:embed="rId279"/>
                <a:stretch>
                  <a:fillRect/>
                </a:stretch>
              </p:blipFill>
              <p:spPr>
                <a:xfrm>
                  <a:off x="9404078" y="3097943"/>
                  <a:ext cx="180720" cy="25992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72" name="Ink 171">
                  <a:extLst>
                    <a:ext uri="{FF2B5EF4-FFF2-40B4-BE49-F238E27FC236}">
                      <a16:creationId xmlns:a16="http://schemas.microsoft.com/office/drawing/2014/main" id="{4CA031DD-C3E5-5089-DCEF-DE57E0601871}"/>
                    </a:ext>
                  </a:extLst>
                </p14:cNvPr>
                <p14:cNvContentPartPr/>
                <p14:nvPr/>
              </p14:nvContentPartPr>
              <p14:xfrm>
                <a:off x="9618638" y="3240143"/>
                <a:ext cx="46080" cy="86760"/>
              </p14:xfrm>
            </p:contentPart>
          </mc:Choice>
          <mc:Fallback>
            <p:pic>
              <p:nvPicPr>
                <p:cNvPr id="172" name="Ink 171">
                  <a:extLst>
                    <a:ext uri="{FF2B5EF4-FFF2-40B4-BE49-F238E27FC236}">
                      <a16:creationId xmlns:a16="http://schemas.microsoft.com/office/drawing/2014/main" id="{4CA031DD-C3E5-5089-DCEF-DE57E0601871}"/>
                    </a:ext>
                  </a:extLst>
                </p:cNvPr>
                <p:cNvPicPr/>
                <p:nvPr/>
              </p:nvPicPr>
              <p:blipFill>
                <a:blip r:embed="rId281"/>
                <a:stretch>
                  <a:fillRect/>
                </a:stretch>
              </p:blipFill>
              <p:spPr>
                <a:xfrm>
                  <a:off x="9609998" y="3231503"/>
                  <a:ext cx="6372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73" name="Ink 172">
                  <a:extLst>
                    <a:ext uri="{FF2B5EF4-FFF2-40B4-BE49-F238E27FC236}">
                      <a16:creationId xmlns:a16="http://schemas.microsoft.com/office/drawing/2014/main" id="{2C59436B-DB43-02AC-B3EB-68E7D56DD943}"/>
                    </a:ext>
                  </a:extLst>
                </p14:cNvPr>
                <p14:cNvContentPartPr/>
                <p14:nvPr/>
              </p14:nvContentPartPr>
              <p14:xfrm>
                <a:off x="9751478" y="3262463"/>
                <a:ext cx="89640" cy="75600"/>
              </p14:xfrm>
            </p:contentPart>
          </mc:Choice>
          <mc:Fallback>
            <p:pic>
              <p:nvPicPr>
                <p:cNvPr id="173" name="Ink 172">
                  <a:extLst>
                    <a:ext uri="{FF2B5EF4-FFF2-40B4-BE49-F238E27FC236}">
                      <a16:creationId xmlns:a16="http://schemas.microsoft.com/office/drawing/2014/main" id="{2C59436B-DB43-02AC-B3EB-68E7D56DD943}"/>
                    </a:ext>
                  </a:extLst>
                </p:cNvPr>
                <p:cNvPicPr/>
                <p:nvPr/>
              </p:nvPicPr>
              <p:blipFill>
                <a:blip r:embed="rId283"/>
                <a:stretch>
                  <a:fillRect/>
                </a:stretch>
              </p:blipFill>
              <p:spPr>
                <a:xfrm>
                  <a:off x="9742478" y="3253823"/>
                  <a:ext cx="107280" cy="9324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74" name="Ink 173">
                  <a:extLst>
                    <a:ext uri="{FF2B5EF4-FFF2-40B4-BE49-F238E27FC236}">
                      <a16:creationId xmlns:a16="http://schemas.microsoft.com/office/drawing/2014/main" id="{64667112-8E56-6DDD-D1BE-91B7E77FAE4A}"/>
                    </a:ext>
                  </a:extLst>
                </p14:cNvPr>
                <p14:cNvContentPartPr/>
                <p14:nvPr/>
              </p14:nvContentPartPr>
              <p14:xfrm>
                <a:off x="9920318" y="3193703"/>
                <a:ext cx="88560" cy="146160"/>
              </p14:xfrm>
            </p:contentPart>
          </mc:Choice>
          <mc:Fallback>
            <p:pic>
              <p:nvPicPr>
                <p:cNvPr id="174" name="Ink 173">
                  <a:extLst>
                    <a:ext uri="{FF2B5EF4-FFF2-40B4-BE49-F238E27FC236}">
                      <a16:creationId xmlns:a16="http://schemas.microsoft.com/office/drawing/2014/main" id="{64667112-8E56-6DDD-D1BE-91B7E77FAE4A}"/>
                    </a:ext>
                  </a:extLst>
                </p:cNvPr>
                <p:cNvPicPr/>
                <p:nvPr/>
              </p:nvPicPr>
              <p:blipFill>
                <a:blip r:embed="rId285"/>
                <a:stretch>
                  <a:fillRect/>
                </a:stretch>
              </p:blipFill>
              <p:spPr>
                <a:xfrm>
                  <a:off x="9911318" y="3184703"/>
                  <a:ext cx="10620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75" name="Ink 174">
                  <a:extLst>
                    <a:ext uri="{FF2B5EF4-FFF2-40B4-BE49-F238E27FC236}">
                      <a16:creationId xmlns:a16="http://schemas.microsoft.com/office/drawing/2014/main" id="{6526108F-3ADD-B257-3032-9E8434783A1E}"/>
                    </a:ext>
                  </a:extLst>
                </p14:cNvPr>
                <p14:cNvContentPartPr/>
                <p14:nvPr/>
              </p14:nvContentPartPr>
              <p14:xfrm>
                <a:off x="9945518" y="3262823"/>
                <a:ext cx="95040" cy="19800"/>
              </p14:xfrm>
            </p:contentPart>
          </mc:Choice>
          <mc:Fallback>
            <p:pic>
              <p:nvPicPr>
                <p:cNvPr id="175" name="Ink 174">
                  <a:extLst>
                    <a:ext uri="{FF2B5EF4-FFF2-40B4-BE49-F238E27FC236}">
                      <a16:creationId xmlns:a16="http://schemas.microsoft.com/office/drawing/2014/main" id="{6526108F-3ADD-B257-3032-9E8434783A1E}"/>
                    </a:ext>
                  </a:extLst>
                </p:cNvPr>
                <p:cNvPicPr/>
                <p:nvPr/>
              </p:nvPicPr>
              <p:blipFill>
                <a:blip r:embed="rId287"/>
                <a:stretch>
                  <a:fillRect/>
                </a:stretch>
              </p:blipFill>
              <p:spPr>
                <a:xfrm>
                  <a:off x="9936878" y="3254183"/>
                  <a:ext cx="11268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76" name="Ink 175">
                  <a:extLst>
                    <a:ext uri="{FF2B5EF4-FFF2-40B4-BE49-F238E27FC236}">
                      <a16:creationId xmlns:a16="http://schemas.microsoft.com/office/drawing/2014/main" id="{55E60BB0-5CA7-0231-573E-79F0E4A29C64}"/>
                    </a:ext>
                  </a:extLst>
                </p14:cNvPr>
                <p14:cNvContentPartPr/>
                <p14:nvPr/>
              </p14:nvContentPartPr>
              <p14:xfrm>
                <a:off x="10083398" y="3245903"/>
                <a:ext cx="16920" cy="97560"/>
              </p14:xfrm>
            </p:contentPart>
          </mc:Choice>
          <mc:Fallback>
            <p:pic>
              <p:nvPicPr>
                <p:cNvPr id="176" name="Ink 175">
                  <a:extLst>
                    <a:ext uri="{FF2B5EF4-FFF2-40B4-BE49-F238E27FC236}">
                      <a16:creationId xmlns:a16="http://schemas.microsoft.com/office/drawing/2014/main" id="{55E60BB0-5CA7-0231-573E-79F0E4A29C64}"/>
                    </a:ext>
                  </a:extLst>
                </p:cNvPr>
                <p:cNvPicPr/>
                <p:nvPr/>
              </p:nvPicPr>
              <p:blipFill>
                <a:blip r:embed="rId289"/>
                <a:stretch>
                  <a:fillRect/>
                </a:stretch>
              </p:blipFill>
              <p:spPr>
                <a:xfrm>
                  <a:off x="10074758" y="3236903"/>
                  <a:ext cx="3456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177" name="Ink 176">
                  <a:extLst>
                    <a:ext uri="{FF2B5EF4-FFF2-40B4-BE49-F238E27FC236}">
                      <a16:creationId xmlns:a16="http://schemas.microsoft.com/office/drawing/2014/main" id="{F65DD8C2-2BFE-ADA9-9C04-A4D4B358014C}"/>
                    </a:ext>
                  </a:extLst>
                </p14:cNvPr>
                <p14:cNvContentPartPr/>
                <p14:nvPr/>
              </p14:nvContentPartPr>
              <p14:xfrm>
                <a:off x="10215158" y="3237623"/>
                <a:ext cx="144000" cy="131760"/>
              </p14:xfrm>
            </p:contentPart>
          </mc:Choice>
          <mc:Fallback>
            <p:pic>
              <p:nvPicPr>
                <p:cNvPr id="177" name="Ink 176">
                  <a:extLst>
                    <a:ext uri="{FF2B5EF4-FFF2-40B4-BE49-F238E27FC236}">
                      <a16:creationId xmlns:a16="http://schemas.microsoft.com/office/drawing/2014/main" id="{F65DD8C2-2BFE-ADA9-9C04-A4D4B358014C}"/>
                    </a:ext>
                  </a:extLst>
                </p:cNvPr>
                <p:cNvPicPr/>
                <p:nvPr/>
              </p:nvPicPr>
              <p:blipFill>
                <a:blip r:embed="rId291"/>
                <a:stretch>
                  <a:fillRect/>
                </a:stretch>
              </p:blipFill>
              <p:spPr>
                <a:xfrm>
                  <a:off x="10206518" y="3228983"/>
                  <a:ext cx="16164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178" name="Ink 177">
                  <a:extLst>
                    <a:ext uri="{FF2B5EF4-FFF2-40B4-BE49-F238E27FC236}">
                      <a16:creationId xmlns:a16="http://schemas.microsoft.com/office/drawing/2014/main" id="{B336FEB7-EC29-204D-16DA-D6E28760AA9C}"/>
                    </a:ext>
                  </a:extLst>
                </p14:cNvPr>
                <p14:cNvContentPartPr/>
                <p14:nvPr/>
              </p14:nvContentPartPr>
              <p14:xfrm>
                <a:off x="10433318" y="3261743"/>
                <a:ext cx="98280" cy="111960"/>
              </p14:xfrm>
            </p:contentPart>
          </mc:Choice>
          <mc:Fallback>
            <p:pic>
              <p:nvPicPr>
                <p:cNvPr id="178" name="Ink 177">
                  <a:extLst>
                    <a:ext uri="{FF2B5EF4-FFF2-40B4-BE49-F238E27FC236}">
                      <a16:creationId xmlns:a16="http://schemas.microsoft.com/office/drawing/2014/main" id="{B336FEB7-EC29-204D-16DA-D6E28760AA9C}"/>
                    </a:ext>
                  </a:extLst>
                </p:cNvPr>
                <p:cNvPicPr/>
                <p:nvPr/>
              </p:nvPicPr>
              <p:blipFill>
                <a:blip r:embed="rId293"/>
                <a:stretch>
                  <a:fillRect/>
                </a:stretch>
              </p:blipFill>
              <p:spPr>
                <a:xfrm>
                  <a:off x="10424678" y="3253103"/>
                  <a:ext cx="11592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179" name="Ink 178">
                  <a:extLst>
                    <a:ext uri="{FF2B5EF4-FFF2-40B4-BE49-F238E27FC236}">
                      <a16:creationId xmlns:a16="http://schemas.microsoft.com/office/drawing/2014/main" id="{F4533AC3-80F9-8824-1483-E2E8C1F75B97}"/>
                    </a:ext>
                  </a:extLst>
                </p14:cNvPr>
                <p14:cNvContentPartPr/>
                <p14:nvPr/>
              </p14:nvContentPartPr>
              <p14:xfrm>
                <a:off x="10589918" y="3226823"/>
                <a:ext cx="106200" cy="168120"/>
              </p14:xfrm>
            </p:contentPart>
          </mc:Choice>
          <mc:Fallback>
            <p:pic>
              <p:nvPicPr>
                <p:cNvPr id="179" name="Ink 178">
                  <a:extLst>
                    <a:ext uri="{FF2B5EF4-FFF2-40B4-BE49-F238E27FC236}">
                      <a16:creationId xmlns:a16="http://schemas.microsoft.com/office/drawing/2014/main" id="{F4533AC3-80F9-8824-1483-E2E8C1F75B97}"/>
                    </a:ext>
                  </a:extLst>
                </p:cNvPr>
                <p:cNvPicPr/>
                <p:nvPr/>
              </p:nvPicPr>
              <p:blipFill>
                <a:blip r:embed="rId295"/>
                <a:stretch>
                  <a:fillRect/>
                </a:stretch>
              </p:blipFill>
              <p:spPr>
                <a:xfrm>
                  <a:off x="10581278" y="3218183"/>
                  <a:ext cx="12384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181" name="Ink 180">
                  <a:extLst>
                    <a:ext uri="{FF2B5EF4-FFF2-40B4-BE49-F238E27FC236}">
                      <a16:creationId xmlns:a16="http://schemas.microsoft.com/office/drawing/2014/main" id="{B3119A55-3552-BD19-E9C7-D1C32B7F29A1}"/>
                    </a:ext>
                  </a:extLst>
                </p14:cNvPr>
                <p14:cNvContentPartPr/>
                <p14:nvPr/>
              </p14:nvContentPartPr>
              <p14:xfrm>
                <a:off x="9894758" y="3525983"/>
                <a:ext cx="170280" cy="271080"/>
              </p14:xfrm>
            </p:contentPart>
          </mc:Choice>
          <mc:Fallback>
            <p:pic>
              <p:nvPicPr>
                <p:cNvPr id="181" name="Ink 180">
                  <a:extLst>
                    <a:ext uri="{FF2B5EF4-FFF2-40B4-BE49-F238E27FC236}">
                      <a16:creationId xmlns:a16="http://schemas.microsoft.com/office/drawing/2014/main" id="{B3119A55-3552-BD19-E9C7-D1C32B7F29A1}"/>
                    </a:ext>
                  </a:extLst>
                </p:cNvPr>
                <p:cNvPicPr/>
                <p:nvPr/>
              </p:nvPicPr>
              <p:blipFill>
                <a:blip r:embed="rId297"/>
                <a:stretch>
                  <a:fillRect/>
                </a:stretch>
              </p:blipFill>
              <p:spPr>
                <a:xfrm>
                  <a:off x="9886118" y="3517343"/>
                  <a:ext cx="187920" cy="28872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182" name="Ink 181">
                  <a:extLst>
                    <a:ext uri="{FF2B5EF4-FFF2-40B4-BE49-F238E27FC236}">
                      <a16:creationId xmlns:a16="http://schemas.microsoft.com/office/drawing/2014/main" id="{4E6959F0-C21D-BF58-5C57-B63214068B88}"/>
                    </a:ext>
                  </a:extLst>
                </p14:cNvPr>
                <p14:cNvContentPartPr/>
                <p14:nvPr/>
              </p14:nvContentPartPr>
              <p14:xfrm>
                <a:off x="9531878" y="3839183"/>
                <a:ext cx="118800" cy="163800"/>
              </p14:xfrm>
            </p:contentPart>
          </mc:Choice>
          <mc:Fallback>
            <p:pic>
              <p:nvPicPr>
                <p:cNvPr id="182" name="Ink 181">
                  <a:extLst>
                    <a:ext uri="{FF2B5EF4-FFF2-40B4-BE49-F238E27FC236}">
                      <a16:creationId xmlns:a16="http://schemas.microsoft.com/office/drawing/2014/main" id="{4E6959F0-C21D-BF58-5C57-B63214068B88}"/>
                    </a:ext>
                  </a:extLst>
                </p:cNvPr>
                <p:cNvPicPr/>
                <p:nvPr/>
              </p:nvPicPr>
              <p:blipFill>
                <a:blip r:embed="rId299"/>
                <a:stretch>
                  <a:fillRect/>
                </a:stretch>
              </p:blipFill>
              <p:spPr>
                <a:xfrm>
                  <a:off x="9523238" y="3830543"/>
                  <a:ext cx="136440" cy="18144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183" name="Ink 182">
                  <a:extLst>
                    <a:ext uri="{FF2B5EF4-FFF2-40B4-BE49-F238E27FC236}">
                      <a16:creationId xmlns:a16="http://schemas.microsoft.com/office/drawing/2014/main" id="{1404B372-7EE8-F5E0-3501-53E4E7444C43}"/>
                    </a:ext>
                  </a:extLst>
                </p14:cNvPr>
                <p14:cNvContentPartPr/>
                <p14:nvPr/>
              </p14:nvContentPartPr>
              <p14:xfrm>
                <a:off x="9582278" y="3927023"/>
                <a:ext cx="66240" cy="11160"/>
              </p14:xfrm>
            </p:contentPart>
          </mc:Choice>
          <mc:Fallback>
            <p:pic>
              <p:nvPicPr>
                <p:cNvPr id="183" name="Ink 182">
                  <a:extLst>
                    <a:ext uri="{FF2B5EF4-FFF2-40B4-BE49-F238E27FC236}">
                      <a16:creationId xmlns:a16="http://schemas.microsoft.com/office/drawing/2014/main" id="{1404B372-7EE8-F5E0-3501-53E4E7444C43}"/>
                    </a:ext>
                  </a:extLst>
                </p:cNvPr>
                <p:cNvPicPr/>
                <p:nvPr/>
              </p:nvPicPr>
              <p:blipFill>
                <a:blip r:embed="rId301"/>
                <a:stretch>
                  <a:fillRect/>
                </a:stretch>
              </p:blipFill>
              <p:spPr>
                <a:xfrm>
                  <a:off x="9573278" y="3918383"/>
                  <a:ext cx="8388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184" name="Ink 183">
                  <a:extLst>
                    <a:ext uri="{FF2B5EF4-FFF2-40B4-BE49-F238E27FC236}">
                      <a16:creationId xmlns:a16="http://schemas.microsoft.com/office/drawing/2014/main" id="{4A27DED7-F367-CFDC-DB7F-10E5AEE07D22}"/>
                    </a:ext>
                  </a:extLst>
                </p14:cNvPr>
                <p14:cNvContentPartPr/>
                <p14:nvPr/>
              </p14:nvContentPartPr>
              <p14:xfrm>
                <a:off x="9738518" y="3909383"/>
                <a:ext cx="21600" cy="97200"/>
              </p14:xfrm>
            </p:contentPart>
          </mc:Choice>
          <mc:Fallback>
            <p:pic>
              <p:nvPicPr>
                <p:cNvPr id="184" name="Ink 183">
                  <a:extLst>
                    <a:ext uri="{FF2B5EF4-FFF2-40B4-BE49-F238E27FC236}">
                      <a16:creationId xmlns:a16="http://schemas.microsoft.com/office/drawing/2014/main" id="{4A27DED7-F367-CFDC-DB7F-10E5AEE07D22}"/>
                    </a:ext>
                  </a:extLst>
                </p:cNvPr>
                <p:cNvPicPr/>
                <p:nvPr/>
              </p:nvPicPr>
              <p:blipFill>
                <a:blip r:embed="rId303"/>
                <a:stretch>
                  <a:fillRect/>
                </a:stretch>
              </p:blipFill>
              <p:spPr>
                <a:xfrm>
                  <a:off x="9729878" y="3900383"/>
                  <a:ext cx="3924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185" name="Ink 184">
                  <a:extLst>
                    <a:ext uri="{FF2B5EF4-FFF2-40B4-BE49-F238E27FC236}">
                      <a16:creationId xmlns:a16="http://schemas.microsoft.com/office/drawing/2014/main" id="{84B12BEC-E6DB-4952-5E10-E010AC995DFA}"/>
                    </a:ext>
                  </a:extLst>
                </p14:cNvPr>
                <p14:cNvContentPartPr/>
                <p14:nvPr/>
              </p14:nvContentPartPr>
              <p14:xfrm>
                <a:off x="9834998" y="3895343"/>
                <a:ext cx="66960" cy="132840"/>
              </p14:xfrm>
            </p:contentPart>
          </mc:Choice>
          <mc:Fallback>
            <p:pic>
              <p:nvPicPr>
                <p:cNvPr id="185" name="Ink 184">
                  <a:extLst>
                    <a:ext uri="{FF2B5EF4-FFF2-40B4-BE49-F238E27FC236}">
                      <a16:creationId xmlns:a16="http://schemas.microsoft.com/office/drawing/2014/main" id="{84B12BEC-E6DB-4952-5E10-E010AC995DFA}"/>
                    </a:ext>
                  </a:extLst>
                </p:cNvPr>
                <p:cNvPicPr/>
                <p:nvPr/>
              </p:nvPicPr>
              <p:blipFill>
                <a:blip r:embed="rId305"/>
                <a:stretch>
                  <a:fillRect/>
                </a:stretch>
              </p:blipFill>
              <p:spPr>
                <a:xfrm>
                  <a:off x="9825998" y="3886703"/>
                  <a:ext cx="8460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186" name="Ink 185">
                  <a:extLst>
                    <a:ext uri="{FF2B5EF4-FFF2-40B4-BE49-F238E27FC236}">
                      <a16:creationId xmlns:a16="http://schemas.microsoft.com/office/drawing/2014/main" id="{5D2B36B9-3DA9-30BA-AF1E-78A18D352899}"/>
                    </a:ext>
                  </a:extLst>
                </p14:cNvPr>
                <p14:cNvContentPartPr/>
                <p14:nvPr/>
              </p14:nvContentPartPr>
              <p14:xfrm>
                <a:off x="9962438" y="3928103"/>
                <a:ext cx="53280" cy="93960"/>
              </p14:xfrm>
            </p:contentPart>
          </mc:Choice>
          <mc:Fallback>
            <p:pic>
              <p:nvPicPr>
                <p:cNvPr id="186" name="Ink 185">
                  <a:extLst>
                    <a:ext uri="{FF2B5EF4-FFF2-40B4-BE49-F238E27FC236}">
                      <a16:creationId xmlns:a16="http://schemas.microsoft.com/office/drawing/2014/main" id="{5D2B36B9-3DA9-30BA-AF1E-78A18D352899}"/>
                    </a:ext>
                  </a:extLst>
                </p:cNvPr>
                <p:cNvPicPr/>
                <p:nvPr/>
              </p:nvPicPr>
              <p:blipFill>
                <a:blip r:embed="rId307"/>
                <a:stretch>
                  <a:fillRect/>
                </a:stretch>
              </p:blipFill>
              <p:spPr>
                <a:xfrm>
                  <a:off x="9953798" y="3919463"/>
                  <a:ext cx="70920" cy="11160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187" name="Ink 186">
                  <a:extLst>
                    <a:ext uri="{FF2B5EF4-FFF2-40B4-BE49-F238E27FC236}">
                      <a16:creationId xmlns:a16="http://schemas.microsoft.com/office/drawing/2014/main" id="{BC1C6FEB-DDF7-E1B5-5D8B-06151BA54E1D}"/>
                    </a:ext>
                  </a:extLst>
                </p14:cNvPr>
                <p14:cNvContentPartPr/>
                <p14:nvPr/>
              </p14:nvContentPartPr>
              <p14:xfrm>
                <a:off x="10078718" y="3959783"/>
                <a:ext cx="31680" cy="62640"/>
              </p14:xfrm>
            </p:contentPart>
          </mc:Choice>
          <mc:Fallback>
            <p:pic>
              <p:nvPicPr>
                <p:cNvPr id="187" name="Ink 186">
                  <a:extLst>
                    <a:ext uri="{FF2B5EF4-FFF2-40B4-BE49-F238E27FC236}">
                      <a16:creationId xmlns:a16="http://schemas.microsoft.com/office/drawing/2014/main" id="{BC1C6FEB-DDF7-E1B5-5D8B-06151BA54E1D}"/>
                    </a:ext>
                  </a:extLst>
                </p:cNvPr>
                <p:cNvPicPr/>
                <p:nvPr/>
              </p:nvPicPr>
              <p:blipFill>
                <a:blip r:embed="rId309"/>
                <a:stretch>
                  <a:fillRect/>
                </a:stretch>
              </p:blipFill>
              <p:spPr>
                <a:xfrm>
                  <a:off x="10070078" y="3951143"/>
                  <a:ext cx="49320" cy="8028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188" name="Ink 187">
                  <a:extLst>
                    <a:ext uri="{FF2B5EF4-FFF2-40B4-BE49-F238E27FC236}">
                      <a16:creationId xmlns:a16="http://schemas.microsoft.com/office/drawing/2014/main" id="{3712AB25-372C-8A88-4DD2-B50F9943BC1D}"/>
                    </a:ext>
                  </a:extLst>
                </p14:cNvPr>
                <p14:cNvContentPartPr/>
                <p14:nvPr/>
              </p14:nvContentPartPr>
              <p14:xfrm>
                <a:off x="10175918" y="3932063"/>
                <a:ext cx="92880" cy="102600"/>
              </p14:xfrm>
            </p:contentPart>
          </mc:Choice>
          <mc:Fallback>
            <p:pic>
              <p:nvPicPr>
                <p:cNvPr id="188" name="Ink 187">
                  <a:extLst>
                    <a:ext uri="{FF2B5EF4-FFF2-40B4-BE49-F238E27FC236}">
                      <a16:creationId xmlns:a16="http://schemas.microsoft.com/office/drawing/2014/main" id="{3712AB25-372C-8A88-4DD2-B50F9943BC1D}"/>
                    </a:ext>
                  </a:extLst>
                </p:cNvPr>
                <p:cNvPicPr/>
                <p:nvPr/>
              </p:nvPicPr>
              <p:blipFill>
                <a:blip r:embed="rId311"/>
                <a:stretch>
                  <a:fillRect/>
                </a:stretch>
              </p:blipFill>
              <p:spPr>
                <a:xfrm>
                  <a:off x="10166918" y="3923423"/>
                  <a:ext cx="110520" cy="12024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189" name="Ink 188">
                  <a:extLst>
                    <a:ext uri="{FF2B5EF4-FFF2-40B4-BE49-F238E27FC236}">
                      <a16:creationId xmlns:a16="http://schemas.microsoft.com/office/drawing/2014/main" id="{D1B42076-5D2F-A7BE-3B09-944545B2317C}"/>
                    </a:ext>
                  </a:extLst>
                </p14:cNvPr>
                <p14:cNvContentPartPr/>
                <p14:nvPr/>
              </p14:nvContentPartPr>
              <p14:xfrm>
                <a:off x="10485158" y="3454343"/>
                <a:ext cx="286560" cy="216720"/>
              </p14:xfrm>
            </p:contentPart>
          </mc:Choice>
          <mc:Fallback>
            <p:pic>
              <p:nvPicPr>
                <p:cNvPr id="189" name="Ink 188">
                  <a:extLst>
                    <a:ext uri="{FF2B5EF4-FFF2-40B4-BE49-F238E27FC236}">
                      <a16:creationId xmlns:a16="http://schemas.microsoft.com/office/drawing/2014/main" id="{D1B42076-5D2F-A7BE-3B09-944545B2317C}"/>
                    </a:ext>
                  </a:extLst>
                </p:cNvPr>
                <p:cNvPicPr/>
                <p:nvPr/>
              </p:nvPicPr>
              <p:blipFill>
                <a:blip r:embed="rId313"/>
                <a:stretch>
                  <a:fillRect/>
                </a:stretch>
              </p:blipFill>
              <p:spPr>
                <a:xfrm>
                  <a:off x="10476518" y="3445343"/>
                  <a:ext cx="30420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190" name="Ink 189">
                  <a:extLst>
                    <a:ext uri="{FF2B5EF4-FFF2-40B4-BE49-F238E27FC236}">
                      <a16:creationId xmlns:a16="http://schemas.microsoft.com/office/drawing/2014/main" id="{B6DED2DA-D1E0-F126-6DEB-19A8C2C29AD2}"/>
                    </a:ext>
                  </a:extLst>
                </p14:cNvPr>
                <p14:cNvContentPartPr/>
                <p14:nvPr/>
              </p14:nvContentPartPr>
              <p14:xfrm>
                <a:off x="10786118" y="3810743"/>
                <a:ext cx="134280" cy="185760"/>
              </p14:xfrm>
            </p:contentPart>
          </mc:Choice>
          <mc:Fallback>
            <p:pic>
              <p:nvPicPr>
                <p:cNvPr id="190" name="Ink 189">
                  <a:extLst>
                    <a:ext uri="{FF2B5EF4-FFF2-40B4-BE49-F238E27FC236}">
                      <a16:creationId xmlns:a16="http://schemas.microsoft.com/office/drawing/2014/main" id="{B6DED2DA-D1E0-F126-6DEB-19A8C2C29AD2}"/>
                    </a:ext>
                  </a:extLst>
                </p:cNvPr>
                <p:cNvPicPr/>
                <p:nvPr/>
              </p:nvPicPr>
              <p:blipFill>
                <a:blip r:embed="rId315"/>
                <a:stretch>
                  <a:fillRect/>
                </a:stretch>
              </p:blipFill>
              <p:spPr>
                <a:xfrm>
                  <a:off x="10777478" y="3802103"/>
                  <a:ext cx="151920" cy="20340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191" name="Ink 190">
                  <a:extLst>
                    <a:ext uri="{FF2B5EF4-FFF2-40B4-BE49-F238E27FC236}">
                      <a16:creationId xmlns:a16="http://schemas.microsoft.com/office/drawing/2014/main" id="{1F355340-AADD-311C-BCB8-42BE48AE6DB1}"/>
                    </a:ext>
                  </a:extLst>
                </p14:cNvPr>
                <p14:cNvContentPartPr/>
                <p14:nvPr/>
              </p14:nvContentPartPr>
              <p14:xfrm>
                <a:off x="10847678" y="3906863"/>
                <a:ext cx="68400" cy="19800"/>
              </p14:xfrm>
            </p:contentPart>
          </mc:Choice>
          <mc:Fallback>
            <p:pic>
              <p:nvPicPr>
                <p:cNvPr id="191" name="Ink 190">
                  <a:extLst>
                    <a:ext uri="{FF2B5EF4-FFF2-40B4-BE49-F238E27FC236}">
                      <a16:creationId xmlns:a16="http://schemas.microsoft.com/office/drawing/2014/main" id="{1F355340-AADD-311C-BCB8-42BE48AE6DB1}"/>
                    </a:ext>
                  </a:extLst>
                </p:cNvPr>
                <p:cNvPicPr/>
                <p:nvPr/>
              </p:nvPicPr>
              <p:blipFill>
                <a:blip r:embed="rId317"/>
                <a:stretch>
                  <a:fillRect/>
                </a:stretch>
              </p:blipFill>
              <p:spPr>
                <a:xfrm>
                  <a:off x="10838678" y="3898223"/>
                  <a:ext cx="8604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318">
              <p14:nvContentPartPr>
                <p14:cNvPr id="192" name="Ink 191">
                  <a:extLst>
                    <a:ext uri="{FF2B5EF4-FFF2-40B4-BE49-F238E27FC236}">
                      <a16:creationId xmlns:a16="http://schemas.microsoft.com/office/drawing/2014/main" id="{ABE2E898-A4DB-A3F9-92B3-7580E42A37EF}"/>
                    </a:ext>
                  </a:extLst>
                </p14:cNvPr>
                <p14:cNvContentPartPr/>
                <p14:nvPr/>
              </p14:nvContentPartPr>
              <p14:xfrm>
                <a:off x="11041358" y="3858983"/>
                <a:ext cx="6840" cy="115560"/>
              </p14:xfrm>
            </p:contentPart>
          </mc:Choice>
          <mc:Fallback>
            <p:pic>
              <p:nvPicPr>
                <p:cNvPr id="192" name="Ink 191">
                  <a:extLst>
                    <a:ext uri="{FF2B5EF4-FFF2-40B4-BE49-F238E27FC236}">
                      <a16:creationId xmlns:a16="http://schemas.microsoft.com/office/drawing/2014/main" id="{ABE2E898-A4DB-A3F9-92B3-7580E42A37EF}"/>
                    </a:ext>
                  </a:extLst>
                </p:cNvPr>
                <p:cNvPicPr/>
                <p:nvPr/>
              </p:nvPicPr>
              <p:blipFill>
                <a:blip r:embed="rId319"/>
                <a:stretch>
                  <a:fillRect/>
                </a:stretch>
              </p:blipFill>
              <p:spPr>
                <a:xfrm>
                  <a:off x="11032718" y="3849983"/>
                  <a:ext cx="2448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320">
              <p14:nvContentPartPr>
                <p14:cNvPr id="193" name="Ink 192">
                  <a:extLst>
                    <a:ext uri="{FF2B5EF4-FFF2-40B4-BE49-F238E27FC236}">
                      <a16:creationId xmlns:a16="http://schemas.microsoft.com/office/drawing/2014/main" id="{EA982DC8-E155-88E0-A7AC-207B9A26D2A9}"/>
                    </a:ext>
                  </a:extLst>
                </p14:cNvPr>
                <p14:cNvContentPartPr/>
                <p14:nvPr/>
              </p14:nvContentPartPr>
              <p14:xfrm>
                <a:off x="11217038" y="3873743"/>
                <a:ext cx="85320" cy="122400"/>
              </p14:xfrm>
            </p:contentPart>
          </mc:Choice>
          <mc:Fallback>
            <p:pic>
              <p:nvPicPr>
                <p:cNvPr id="193" name="Ink 192">
                  <a:extLst>
                    <a:ext uri="{FF2B5EF4-FFF2-40B4-BE49-F238E27FC236}">
                      <a16:creationId xmlns:a16="http://schemas.microsoft.com/office/drawing/2014/main" id="{EA982DC8-E155-88E0-A7AC-207B9A26D2A9}"/>
                    </a:ext>
                  </a:extLst>
                </p:cNvPr>
                <p:cNvPicPr/>
                <p:nvPr/>
              </p:nvPicPr>
              <p:blipFill>
                <a:blip r:embed="rId321"/>
                <a:stretch>
                  <a:fillRect/>
                </a:stretch>
              </p:blipFill>
              <p:spPr>
                <a:xfrm>
                  <a:off x="11208038" y="3864743"/>
                  <a:ext cx="10296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322">
              <p14:nvContentPartPr>
                <p14:cNvPr id="194" name="Ink 193">
                  <a:extLst>
                    <a:ext uri="{FF2B5EF4-FFF2-40B4-BE49-F238E27FC236}">
                      <a16:creationId xmlns:a16="http://schemas.microsoft.com/office/drawing/2014/main" id="{16290F6E-50DA-5599-C1FE-1A5C0883421B}"/>
                    </a:ext>
                  </a:extLst>
                </p14:cNvPr>
                <p14:cNvContentPartPr/>
                <p14:nvPr/>
              </p14:nvContentPartPr>
              <p14:xfrm>
                <a:off x="11373638" y="3898223"/>
                <a:ext cx="19080" cy="78480"/>
              </p14:xfrm>
            </p:contentPart>
          </mc:Choice>
          <mc:Fallback>
            <p:pic>
              <p:nvPicPr>
                <p:cNvPr id="194" name="Ink 193">
                  <a:extLst>
                    <a:ext uri="{FF2B5EF4-FFF2-40B4-BE49-F238E27FC236}">
                      <a16:creationId xmlns:a16="http://schemas.microsoft.com/office/drawing/2014/main" id="{16290F6E-50DA-5599-C1FE-1A5C0883421B}"/>
                    </a:ext>
                  </a:extLst>
                </p:cNvPr>
                <p:cNvPicPr/>
                <p:nvPr/>
              </p:nvPicPr>
              <p:blipFill>
                <a:blip r:embed="rId323"/>
                <a:stretch>
                  <a:fillRect/>
                </a:stretch>
              </p:blipFill>
              <p:spPr>
                <a:xfrm>
                  <a:off x="11364638" y="3889583"/>
                  <a:ext cx="3672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324">
              <p14:nvContentPartPr>
                <p14:cNvPr id="195" name="Ink 194">
                  <a:extLst>
                    <a:ext uri="{FF2B5EF4-FFF2-40B4-BE49-F238E27FC236}">
                      <a16:creationId xmlns:a16="http://schemas.microsoft.com/office/drawing/2014/main" id="{BF7A38C3-7D4E-24F1-95AD-4D7230F4872D}"/>
                    </a:ext>
                  </a:extLst>
                </p14:cNvPr>
                <p14:cNvContentPartPr/>
                <p14:nvPr/>
              </p14:nvContentPartPr>
              <p14:xfrm>
                <a:off x="11368238" y="3831623"/>
                <a:ext cx="72000" cy="101520"/>
              </p14:xfrm>
            </p:contentPart>
          </mc:Choice>
          <mc:Fallback>
            <p:pic>
              <p:nvPicPr>
                <p:cNvPr id="195" name="Ink 194">
                  <a:extLst>
                    <a:ext uri="{FF2B5EF4-FFF2-40B4-BE49-F238E27FC236}">
                      <a16:creationId xmlns:a16="http://schemas.microsoft.com/office/drawing/2014/main" id="{BF7A38C3-7D4E-24F1-95AD-4D7230F4872D}"/>
                    </a:ext>
                  </a:extLst>
                </p:cNvPr>
                <p:cNvPicPr/>
                <p:nvPr/>
              </p:nvPicPr>
              <p:blipFill>
                <a:blip r:embed="rId325"/>
                <a:stretch>
                  <a:fillRect/>
                </a:stretch>
              </p:blipFill>
              <p:spPr>
                <a:xfrm>
                  <a:off x="11359598" y="3822623"/>
                  <a:ext cx="89640" cy="119160"/>
                </a:xfrm>
                <a:prstGeom prst="rect">
                  <a:avLst/>
                </a:prstGeom>
              </p:spPr>
            </p:pic>
          </mc:Fallback>
        </mc:AlternateContent>
        <mc:AlternateContent xmlns:mc="http://schemas.openxmlformats.org/markup-compatibility/2006">
          <mc:Choice xmlns:p14="http://schemas.microsoft.com/office/powerpoint/2010/main" Requires="p14">
            <p:contentPart p14:bwMode="auto" r:id="rId326">
              <p14:nvContentPartPr>
                <p14:cNvPr id="196" name="Ink 195">
                  <a:extLst>
                    <a:ext uri="{FF2B5EF4-FFF2-40B4-BE49-F238E27FC236}">
                      <a16:creationId xmlns:a16="http://schemas.microsoft.com/office/drawing/2014/main" id="{30D67F3F-67CF-0D7A-A51E-39AF13B619CF}"/>
                    </a:ext>
                  </a:extLst>
                </p14:cNvPr>
                <p14:cNvContentPartPr/>
                <p14:nvPr/>
              </p14:nvContentPartPr>
              <p14:xfrm>
                <a:off x="11500358" y="3889223"/>
                <a:ext cx="17640" cy="93600"/>
              </p14:xfrm>
            </p:contentPart>
          </mc:Choice>
          <mc:Fallback>
            <p:pic>
              <p:nvPicPr>
                <p:cNvPr id="196" name="Ink 195">
                  <a:extLst>
                    <a:ext uri="{FF2B5EF4-FFF2-40B4-BE49-F238E27FC236}">
                      <a16:creationId xmlns:a16="http://schemas.microsoft.com/office/drawing/2014/main" id="{30D67F3F-67CF-0D7A-A51E-39AF13B619CF}"/>
                    </a:ext>
                  </a:extLst>
                </p:cNvPr>
                <p:cNvPicPr/>
                <p:nvPr/>
              </p:nvPicPr>
              <p:blipFill>
                <a:blip r:embed="rId327"/>
                <a:stretch>
                  <a:fillRect/>
                </a:stretch>
              </p:blipFill>
              <p:spPr>
                <a:xfrm>
                  <a:off x="11491358" y="3880583"/>
                  <a:ext cx="3528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328">
              <p14:nvContentPartPr>
                <p14:cNvPr id="197" name="Ink 196">
                  <a:extLst>
                    <a:ext uri="{FF2B5EF4-FFF2-40B4-BE49-F238E27FC236}">
                      <a16:creationId xmlns:a16="http://schemas.microsoft.com/office/drawing/2014/main" id="{142BF75D-6CC8-6BDF-E284-CDED578971B9}"/>
                    </a:ext>
                  </a:extLst>
                </p14:cNvPr>
                <p14:cNvContentPartPr/>
                <p14:nvPr/>
              </p14:nvContentPartPr>
              <p14:xfrm>
                <a:off x="11482358" y="3851783"/>
                <a:ext cx="79560" cy="133200"/>
              </p14:xfrm>
            </p:contentPart>
          </mc:Choice>
          <mc:Fallback>
            <p:pic>
              <p:nvPicPr>
                <p:cNvPr id="197" name="Ink 196">
                  <a:extLst>
                    <a:ext uri="{FF2B5EF4-FFF2-40B4-BE49-F238E27FC236}">
                      <a16:creationId xmlns:a16="http://schemas.microsoft.com/office/drawing/2014/main" id="{142BF75D-6CC8-6BDF-E284-CDED578971B9}"/>
                    </a:ext>
                  </a:extLst>
                </p:cNvPr>
                <p:cNvPicPr/>
                <p:nvPr/>
              </p:nvPicPr>
              <p:blipFill>
                <a:blip r:embed="rId329"/>
                <a:stretch>
                  <a:fillRect/>
                </a:stretch>
              </p:blipFill>
              <p:spPr>
                <a:xfrm>
                  <a:off x="11473718" y="3842783"/>
                  <a:ext cx="97200" cy="150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30">
            <p14:nvContentPartPr>
              <p14:cNvPr id="201" name="Ink 200">
                <a:extLst>
                  <a:ext uri="{FF2B5EF4-FFF2-40B4-BE49-F238E27FC236}">
                    <a16:creationId xmlns:a16="http://schemas.microsoft.com/office/drawing/2014/main" id="{09885FCA-95C3-A89B-9811-A55659DC7A52}"/>
                  </a:ext>
                </a:extLst>
              </p14:cNvPr>
              <p14:cNvContentPartPr/>
              <p14:nvPr/>
            </p14:nvContentPartPr>
            <p14:xfrm>
              <a:off x="9860558" y="4145903"/>
              <a:ext cx="29160" cy="231480"/>
            </p14:xfrm>
          </p:contentPart>
        </mc:Choice>
        <mc:Fallback>
          <p:pic>
            <p:nvPicPr>
              <p:cNvPr id="201" name="Ink 200">
                <a:extLst>
                  <a:ext uri="{FF2B5EF4-FFF2-40B4-BE49-F238E27FC236}">
                    <a16:creationId xmlns:a16="http://schemas.microsoft.com/office/drawing/2014/main" id="{09885FCA-95C3-A89B-9811-A55659DC7A52}"/>
                  </a:ext>
                </a:extLst>
              </p:cNvPr>
              <p:cNvPicPr/>
              <p:nvPr/>
            </p:nvPicPr>
            <p:blipFill>
              <a:blip r:embed="rId331"/>
              <a:stretch>
                <a:fillRect/>
              </a:stretch>
            </p:blipFill>
            <p:spPr>
              <a:xfrm>
                <a:off x="9851558" y="4137263"/>
                <a:ext cx="46800" cy="249120"/>
              </a:xfrm>
              <a:prstGeom prst="rect">
                <a:avLst/>
              </a:prstGeom>
            </p:spPr>
          </p:pic>
        </mc:Fallback>
      </mc:AlternateContent>
      <p:grpSp>
        <p:nvGrpSpPr>
          <p:cNvPr id="233" name="Group 232">
            <a:extLst>
              <a:ext uri="{FF2B5EF4-FFF2-40B4-BE49-F238E27FC236}">
                <a16:creationId xmlns:a16="http://schemas.microsoft.com/office/drawing/2014/main" id="{5AEC702F-F862-0C53-3B68-D9AA6726BAC1}"/>
              </a:ext>
            </a:extLst>
          </p:cNvPr>
          <p:cNvGrpSpPr/>
          <p:nvPr/>
        </p:nvGrpSpPr>
        <p:grpSpPr>
          <a:xfrm>
            <a:off x="9077918" y="4481063"/>
            <a:ext cx="2263320" cy="744480"/>
            <a:chOff x="9077918" y="4481063"/>
            <a:chExt cx="2263320" cy="744480"/>
          </a:xfrm>
        </p:grpSpPr>
        <mc:AlternateContent xmlns:mc="http://schemas.openxmlformats.org/markup-compatibility/2006">
          <mc:Choice xmlns:p14="http://schemas.microsoft.com/office/powerpoint/2010/main" Requires="p14">
            <p:contentPart p14:bwMode="auto" r:id="rId332">
              <p14:nvContentPartPr>
                <p14:cNvPr id="202" name="Ink 201">
                  <a:extLst>
                    <a:ext uri="{FF2B5EF4-FFF2-40B4-BE49-F238E27FC236}">
                      <a16:creationId xmlns:a16="http://schemas.microsoft.com/office/drawing/2014/main" id="{0E48F885-6F00-6C83-28BF-C7649BBD93FE}"/>
                    </a:ext>
                  </a:extLst>
                </p14:cNvPr>
                <p14:cNvContentPartPr/>
                <p14:nvPr/>
              </p14:nvContentPartPr>
              <p14:xfrm>
                <a:off x="9201038" y="4481063"/>
                <a:ext cx="163080" cy="166680"/>
              </p14:xfrm>
            </p:contentPart>
          </mc:Choice>
          <mc:Fallback>
            <p:pic>
              <p:nvPicPr>
                <p:cNvPr id="202" name="Ink 201">
                  <a:extLst>
                    <a:ext uri="{FF2B5EF4-FFF2-40B4-BE49-F238E27FC236}">
                      <a16:creationId xmlns:a16="http://schemas.microsoft.com/office/drawing/2014/main" id="{0E48F885-6F00-6C83-28BF-C7649BBD93FE}"/>
                    </a:ext>
                  </a:extLst>
                </p:cNvPr>
                <p:cNvPicPr/>
                <p:nvPr/>
              </p:nvPicPr>
              <p:blipFill>
                <a:blip r:embed="rId333"/>
                <a:stretch>
                  <a:fillRect/>
                </a:stretch>
              </p:blipFill>
              <p:spPr>
                <a:xfrm>
                  <a:off x="9192038" y="4472423"/>
                  <a:ext cx="18072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334">
              <p14:nvContentPartPr>
                <p14:cNvPr id="203" name="Ink 202">
                  <a:extLst>
                    <a:ext uri="{FF2B5EF4-FFF2-40B4-BE49-F238E27FC236}">
                      <a16:creationId xmlns:a16="http://schemas.microsoft.com/office/drawing/2014/main" id="{D8FF1545-7D65-9609-BD57-532C69A1B7EF}"/>
                    </a:ext>
                  </a:extLst>
                </p14:cNvPr>
                <p14:cNvContentPartPr/>
                <p14:nvPr/>
              </p14:nvContentPartPr>
              <p14:xfrm>
                <a:off x="9400118" y="4508783"/>
                <a:ext cx="53640" cy="139320"/>
              </p14:xfrm>
            </p:contentPart>
          </mc:Choice>
          <mc:Fallback>
            <p:pic>
              <p:nvPicPr>
                <p:cNvPr id="203" name="Ink 202">
                  <a:extLst>
                    <a:ext uri="{FF2B5EF4-FFF2-40B4-BE49-F238E27FC236}">
                      <a16:creationId xmlns:a16="http://schemas.microsoft.com/office/drawing/2014/main" id="{D8FF1545-7D65-9609-BD57-532C69A1B7EF}"/>
                    </a:ext>
                  </a:extLst>
                </p:cNvPr>
                <p:cNvPicPr/>
                <p:nvPr/>
              </p:nvPicPr>
              <p:blipFill>
                <a:blip r:embed="rId335"/>
                <a:stretch>
                  <a:fillRect/>
                </a:stretch>
              </p:blipFill>
              <p:spPr>
                <a:xfrm>
                  <a:off x="9391478" y="4500143"/>
                  <a:ext cx="7128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336">
              <p14:nvContentPartPr>
                <p14:cNvPr id="204" name="Ink 203">
                  <a:extLst>
                    <a:ext uri="{FF2B5EF4-FFF2-40B4-BE49-F238E27FC236}">
                      <a16:creationId xmlns:a16="http://schemas.microsoft.com/office/drawing/2014/main" id="{BFD19A57-C578-5B86-1638-C72D5FA12812}"/>
                    </a:ext>
                  </a:extLst>
                </p14:cNvPr>
                <p14:cNvContentPartPr/>
                <p14:nvPr/>
              </p14:nvContentPartPr>
              <p14:xfrm>
                <a:off x="9476078" y="4544783"/>
                <a:ext cx="88200" cy="101160"/>
              </p14:xfrm>
            </p:contentPart>
          </mc:Choice>
          <mc:Fallback>
            <p:pic>
              <p:nvPicPr>
                <p:cNvPr id="204" name="Ink 203">
                  <a:extLst>
                    <a:ext uri="{FF2B5EF4-FFF2-40B4-BE49-F238E27FC236}">
                      <a16:creationId xmlns:a16="http://schemas.microsoft.com/office/drawing/2014/main" id="{BFD19A57-C578-5B86-1638-C72D5FA12812}"/>
                    </a:ext>
                  </a:extLst>
                </p:cNvPr>
                <p:cNvPicPr/>
                <p:nvPr/>
              </p:nvPicPr>
              <p:blipFill>
                <a:blip r:embed="rId337"/>
                <a:stretch>
                  <a:fillRect/>
                </a:stretch>
              </p:blipFill>
              <p:spPr>
                <a:xfrm>
                  <a:off x="9467078" y="4535783"/>
                  <a:ext cx="10584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338">
              <p14:nvContentPartPr>
                <p14:cNvPr id="205" name="Ink 204">
                  <a:extLst>
                    <a:ext uri="{FF2B5EF4-FFF2-40B4-BE49-F238E27FC236}">
                      <a16:creationId xmlns:a16="http://schemas.microsoft.com/office/drawing/2014/main" id="{0F29223D-B48A-24DB-B0CD-0B6278241F84}"/>
                    </a:ext>
                  </a:extLst>
                </p14:cNvPr>
                <p14:cNvContentPartPr/>
                <p14:nvPr/>
              </p14:nvContentPartPr>
              <p14:xfrm>
                <a:off x="9590558" y="4574663"/>
                <a:ext cx="68400" cy="78840"/>
              </p14:xfrm>
            </p:contentPart>
          </mc:Choice>
          <mc:Fallback>
            <p:pic>
              <p:nvPicPr>
                <p:cNvPr id="205" name="Ink 204">
                  <a:extLst>
                    <a:ext uri="{FF2B5EF4-FFF2-40B4-BE49-F238E27FC236}">
                      <a16:creationId xmlns:a16="http://schemas.microsoft.com/office/drawing/2014/main" id="{0F29223D-B48A-24DB-B0CD-0B6278241F84}"/>
                    </a:ext>
                  </a:extLst>
                </p:cNvPr>
                <p:cNvPicPr/>
                <p:nvPr/>
              </p:nvPicPr>
              <p:blipFill>
                <a:blip r:embed="rId339"/>
                <a:stretch>
                  <a:fillRect/>
                </a:stretch>
              </p:blipFill>
              <p:spPr>
                <a:xfrm>
                  <a:off x="9581918" y="4565663"/>
                  <a:ext cx="8604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340">
              <p14:nvContentPartPr>
                <p14:cNvPr id="206" name="Ink 205">
                  <a:extLst>
                    <a:ext uri="{FF2B5EF4-FFF2-40B4-BE49-F238E27FC236}">
                      <a16:creationId xmlns:a16="http://schemas.microsoft.com/office/drawing/2014/main" id="{4F58C026-2170-93BC-CDCE-C61B7BA40E84}"/>
                    </a:ext>
                  </a:extLst>
                </p14:cNvPr>
                <p14:cNvContentPartPr/>
                <p14:nvPr/>
              </p14:nvContentPartPr>
              <p14:xfrm>
                <a:off x="9683078" y="4597343"/>
                <a:ext cx="91800" cy="48960"/>
              </p14:xfrm>
            </p:contentPart>
          </mc:Choice>
          <mc:Fallback>
            <p:pic>
              <p:nvPicPr>
                <p:cNvPr id="206" name="Ink 205">
                  <a:extLst>
                    <a:ext uri="{FF2B5EF4-FFF2-40B4-BE49-F238E27FC236}">
                      <a16:creationId xmlns:a16="http://schemas.microsoft.com/office/drawing/2014/main" id="{4F58C026-2170-93BC-CDCE-C61B7BA40E84}"/>
                    </a:ext>
                  </a:extLst>
                </p:cNvPr>
                <p:cNvPicPr/>
                <p:nvPr/>
              </p:nvPicPr>
              <p:blipFill>
                <a:blip r:embed="rId341"/>
                <a:stretch>
                  <a:fillRect/>
                </a:stretch>
              </p:blipFill>
              <p:spPr>
                <a:xfrm>
                  <a:off x="9674078" y="4588343"/>
                  <a:ext cx="109440" cy="66600"/>
                </a:xfrm>
                <a:prstGeom prst="rect">
                  <a:avLst/>
                </a:prstGeom>
              </p:spPr>
            </p:pic>
          </mc:Fallback>
        </mc:AlternateContent>
        <mc:AlternateContent xmlns:mc="http://schemas.openxmlformats.org/markup-compatibility/2006">
          <mc:Choice xmlns:p14="http://schemas.microsoft.com/office/powerpoint/2010/main" Requires="p14">
            <p:contentPart p14:bwMode="auto" r:id="rId342">
              <p14:nvContentPartPr>
                <p14:cNvPr id="207" name="Ink 206">
                  <a:extLst>
                    <a:ext uri="{FF2B5EF4-FFF2-40B4-BE49-F238E27FC236}">
                      <a16:creationId xmlns:a16="http://schemas.microsoft.com/office/drawing/2014/main" id="{BE2C592A-DA17-BEDD-DE9A-A1EBDE11AC94}"/>
                    </a:ext>
                  </a:extLst>
                </p14:cNvPr>
                <p14:cNvContentPartPr/>
                <p14:nvPr/>
              </p14:nvContentPartPr>
              <p14:xfrm>
                <a:off x="9834638" y="4589063"/>
                <a:ext cx="120600" cy="84960"/>
              </p14:xfrm>
            </p:contentPart>
          </mc:Choice>
          <mc:Fallback>
            <p:pic>
              <p:nvPicPr>
                <p:cNvPr id="207" name="Ink 206">
                  <a:extLst>
                    <a:ext uri="{FF2B5EF4-FFF2-40B4-BE49-F238E27FC236}">
                      <a16:creationId xmlns:a16="http://schemas.microsoft.com/office/drawing/2014/main" id="{BE2C592A-DA17-BEDD-DE9A-A1EBDE11AC94}"/>
                    </a:ext>
                  </a:extLst>
                </p:cNvPr>
                <p:cNvPicPr/>
                <p:nvPr/>
              </p:nvPicPr>
              <p:blipFill>
                <a:blip r:embed="rId343"/>
                <a:stretch>
                  <a:fillRect/>
                </a:stretch>
              </p:blipFill>
              <p:spPr>
                <a:xfrm>
                  <a:off x="9825638" y="4580063"/>
                  <a:ext cx="138240" cy="102600"/>
                </a:xfrm>
                <a:prstGeom prst="rect">
                  <a:avLst/>
                </a:prstGeom>
              </p:spPr>
            </p:pic>
          </mc:Fallback>
        </mc:AlternateContent>
        <mc:AlternateContent xmlns:mc="http://schemas.openxmlformats.org/markup-compatibility/2006">
          <mc:Choice xmlns:p14="http://schemas.microsoft.com/office/powerpoint/2010/main" Requires="p14">
            <p:contentPart p14:bwMode="auto" r:id="rId344">
              <p14:nvContentPartPr>
                <p14:cNvPr id="208" name="Ink 207">
                  <a:extLst>
                    <a:ext uri="{FF2B5EF4-FFF2-40B4-BE49-F238E27FC236}">
                      <a16:creationId xmlns:a16="http://schemas.microsoft.com/office/drawing/2014/main" id="{FC948D65-48B0-95EC-4177-B59A8BF67462}"/>
                    </a:ext>
                  </a:extLst>
                </p14:cNvPr>
                <p14:cNvContentPartPr/>
                <p14:nvPr/>
              </p14:nvContentPartPr>
              <p14:xfrm>
                <a:off x="10095278" y="4490783"/>
                <a:ext cx="94680" cy="200520"/>
              </p14:xfrm>
            </p:contentPart>
          </mc:Choice>
          <mc:Fallback>
            <p:pic>
              <p:nvPicPr>
                <p:cNvPr id="208" name="Ink 207">
                  <a:extLst>
                    <a:ext uri="{FF2B5EF4-FFF2-40B4-BE49-F238E27FC236}">
                      <a16:creationId xmlns:a16="http://schemas.microsoft.com/office/drawing/2014/main" id="{FC948D65-48B0-95EC-4177-B59A8BF67462}"/>
                    </a:ext>
                  </a:extLst>
                </p:cNvPr>
                <p:cNvPicPr/>
                <p:nvPr/>
              </p:nvPicPr>
              <p:blipFill>
                <a:blip r:embed="rId345"/>
                <a:stretch>
                  <a:fillRect/>
                </a:stretch>
              </p:blipFill>
              <p:spPr>
                <a:xfrm>
                  <a:off x="10086278" y="4482143"/>
                  <a:ext cx="11232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346">
              <p14:nvContentPartPr>
                <p14:cNvPr id="209" name="Ink 208">
                  <a:extLst>
                    <a:ext uri="{FF2B5EF4-FFF2-40B4-BE49-F238E27FC236}">
                      <a16:creationId xmlns:a16="http://schemas.microsoft.com/office/drawing/2014/main" id="{7C9BE3A9-D9BC-9C8A-9AE6-D7B8B0F5B03A}"/>
                    </a:ext>
                  </a:extLst>
                </p14:cNvPr>
                <p14:cNvContentPartPr/>
                <p14:nvPr/>
              </p14:nvContentPartPr>
              <p14:xfrm>
                <a:off x="10233158" y="4595903"/>
                <a:ext cx="51840" cy="87840"/>
              </p14:xfrm>
            </p:contentPart>
          </mc:Choice>
          <mc:Fallback>
            <p:pic>
              <p:nvPicPr>
                <p:cNvPr id="209" name="Ink 208">
                  <a:extLst>
                    <a:ext uri="{FF2B5EF4-FFF2-40B4-BE49-F238E27FC236}">
                      <a16:creationId xmlns:a16="http://schemas.microsoft.com/office/drawing/2014/main" id="{7C9BE3A9-D9BC-9C8A-9AE6-D7B8B0F5B03A}"/>
                    </a:ext>
                  </a:extLst>
                </p:cNvPr>
                <p:cNvPicPr/>
                <p:nvPr/>
              </p:nvPicPr>
              <p:blipFill>
                <a:blip r:embed="rId347"/>
                <a:stretch>
                  <a:fillRect/>
                </a:stretch>
              </p:blipFill>
              <p:spPr>
                <a:xfrm>
                  <a:off x="10224518" y="4587263"/>
                  <a:ext cx="6948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348">
              <p14:nvContentPartPr>
                <p14:cNvPr id="210" name="Ink 209">
                  <a:extLst>
                    <a:ext uri="{FF2B5EF4-FFF2-40B4-BE49-F238E27FC236}">
                      <a16:creationId xmlns:a16="http://schemas.microsoft.com/office/drawing/2014/main" id="{95323660-76D7-5F6C-5BA9-4614560A5FAC}"/>
                    </a:ext>
                  </a:extLst>
                </p14:cNvPr>
                <p14:cNvContentPartPr/>
                <p14:nvPr/>
              </p14:nvContentPartPr>
              <p14:xfrm>
                <a:off x="10308758" y="4592303"/>
                <a:ext cx="173520" cy="73440"/>
              </p14:xfrm>
            </p:contentPart>
          </mc:Choice>
          <mc:Fallback>
            <p:pic>
              <p:nvPicPr>
                <p:cNvPr id="210" name="Ink 209">
                  <a:extLst>
                    <a:ext uri="{FF2B5EF4-FFF2-40B4-BE49-F238E27FC236}">
                      <a16:creationId xmlns:a16="http://schemas.microsoft.com/office/drawing/2014/main" id="{95323660-76D7-5F6C-5BA9-4614560A5FAC}"/>
                    </a:ext>
                  </a:extLst>
                </p:cNvPr>
                <p:cNvPicPr/>
                <p:nvPr/>
              </p:nvPicPr>
              <p:blipFill>
                <a:blip r:embed="rId349"/>
                <a:stretch>
                  <a:fillRect/>
                </a:stretch>
              </p:blipFill>
              <p:spPr>
                <a:xfrm>
                  <a:off x="10300118" y="4583663"/>
                  <a:ext cx="191160" cy="91080"/>
                </a:xfrm>
                <a:prstGeom prst="rect">
                  <a:avLst/>
                </a:prstGeom>
              </p:spPr>
            </p:pic>
          </mc:Fallback>
        </mc:AlternateContent>
        <mc:AlternateContent xmlns:mc="http://schemas.openxmlformats.org/markup-compatibility/2006">
          <mc:Choice xmlns:p14="http://schemas.microsoft.com/office/powerpoint/2010/main" Requires="p14">
            <p:contentPart p14:bwMode="auto" r:id="rId350">
              <p14:nvContentPartPr>
                <p14:cNvPr id="211" name="Ink 210">
                  <a:extLst>
                    <a:ext uri="{FF2B5EF4-FFF2-40B4-BE49-F238E27FC236}">
                      <a16:creationId xmlns:a16="http://schemas.microsoft.com/office/drawing/2014/main" id="{A73F017C-1A9E-A0FA-DD86-3904DCE4A468}"/>
                    </a:ext>
                  </a:extLst>
                </p14:cNvPr>
                <p14:cNvContentPartPr/>
                <p14:nvPr/>
              </p14:nvContentPartPr>
              <p14:xfrm>
                <a:off x="10514678" y="4515983"/>
                <a:ext cx="26280" cy="6120"/>
              </p14:xfrm>
            </p:contentPart>
          </mc:Choice>
          <mc:Fallback>
            <p:pic>
              <p:nvPicPr>
                <p:cNvPr id="211" name="Ink 210">
                  <a:extLst>
                    <a:ext uri="{FF2B5EF4-FFF2-40B4-BE49-F238E27FC236}">
                      <a16:creationId xmlns:a16="http://schemas.microsoft.com/office/drawing/2014/main" id="{A73F017C-1A9E-A0FA-DD86-3904DCE4A468}"/>
                    </a:ext>
                  </a:extLst>
                </p:cNvPr>
                <p:cNvPicPr/>
                <p:nvPr/>
              </p:nvPicPr>
              <p:blipFill>
                <a:blip r:embed="rId351"/>
                <a:stretch>
                  <a:fillRect/>
                </a:stretch>
              </p:blipFill>
              <p:spPr>
                <a:xfrm>
                  <a:off x="10505678" y="4506983"/>
                  <a:ext cx="4392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352">
              <p14:nvContentPartPr>
                <p14:cNvPr id="212" name="Ink 211">
                  <a:extLst>
                    <a:ext uri="{FF2B5EF4-FFF2-40B4-BE49-F238E27FC236}">
                      <a16:creationId xmlns:a16="http://schemas.microsoft.com/office/drawing/2014/main" id="{9B059656-58C0-D0D3-DAC0-88BB1E972AC7}"/>
                    </a:ext>
                  </a:extLst>
                </p14:cNvPr>
                <p14:cNvContentPartPr/>
                <p14:nvPr/>
              </p14:nvContentPartPr>
              <p14:xfrm>
                <a:off x="10537358" y="4565663"/>
                <a:ext cx="142200" cy="73440"/>
              </p14:xfrm>
            </p:contentPart>
          </mc:Choice>
          <mc:Fallback>
            <p:pic>
              <p:nvPicPr>
                <p:cNvPr id="212" name="Ink 211">
                  <a:extLst>
                    <a:ext uri="{FF2B5EF4-FFF2-40B4-BE49-F238E27FC236}">
                      <a16:creationId xmlns:a16="http://schemas.microsoft.com/office/drawing/2014/main" id="{9B059656-58C0-D0D3-DAC0-88BB1E972AC7}"/>
                    </a:ext>
                  </a:extLst>
                </p:cNvPr>
                <p:cNvPicPr/>
                <p:nvPr/>
              </p:nvPicPr>
              <p:blipFill>
                <a:blip r:embed="rId353"/>
                <a:stretch>
                  <a:fillRect/>
                </a:stretch>
              </p:blipFill>
              <p:spPr>
                <a:xfrm>
                  <a:off x="10528718" y="4557023"/>
                  <a:ext cx="159840" cy="91080"/>
                </a:xfrm>
                <a:prstGeom prst="rect">
                  <a:avLst/>
                </a:prstGeom>
              </p:spPr>
            </p:pic>
          </mc:Fallback>
        </mc:AlternateContent>
        <mc:AlternateContent xmlns:mc="http://schemas.openxmlformats.org/markup-compatibility/2006">
          <mc:Choice xmlns:p14="http://schemas.microsoft.com/office/powerpoint/2010/main" Requires="p14">
            <p:contentPart p14:bwMode="auto" r:id="rId354">
              <p14:nvContentPartPr>
                <p14:cNvPr id="213" name="Ink 212">
                  <a:extLst>
                    <a:ext uri="{FF2B5EF4-FFF2-40B4-BE49-F238E27FC236}">
                      <a16:creationId xmlns:a16="http://schemas.microsoft.com/office/drawing/2014/main" id="{E50362AD-CEFE-3B12-2C4F-F3836B2F9554}"/>
                    </a:ext>
                  </a:extLst>
                </p14:cNvPr>
                <p14:cNvContentPartPr/>
                <p14:nvPr/>
              </p14:nvContentPartPr>
              <p14:xfrm>
                <a:off x="10724918" y="4509503"/>
                <a:ext cx="3960" cy="18720"/>
              </p14:xfrm>
            </p:contentPart>
          </mc:Choice>
          <mc:Fallback>
            <p:pic>
              <p:nvPicPr>
                <p:cNvPr id="213" name="Ink 212">
                  <a:extLst>
                    <a:ext uri="{FF2B5EF4-FFF2-40B4-BE49-F238E27FC236}">
                      <a16:creationId xmlns:a16="http://schemas.microsoft.com/office/drawing/2014/main" id="{E50362AD-CEFE-3B12-2C4F-F3836B2F9554}"/>
                    </a:ext>
                  </a:extLst>
                </p:cNvPr>
                <p:cNvPicPr/>
                <p:nvPr/>
              </p:nvPicPr>
              <p:blipFill>
                <a:blip r:embed="rId355"/>
                <a:stretch>
                  <a:fillRect/>
                </a:stretch>
              </p:blipFill>
              <p:spPr>
                <a:xfrm>
                  <a:off x="10715918" y="4500863"/>
                  <a:ext cx="2160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356">
              <p14:nvContentPartPr>
                <p14:cNvPr id="215" name="Ink 214">
                  <a:extLst>
                    <a:ext uri="{FF2B5EF4-FFF2-40B4-BE49-F238E27FC236}">
                      <a16:creationId xmlns:a16="http://schemas.microsoft.com/office/drawing/2014/main" id="{FA7E7518-4F2A-695E-3114-CF84BC1DDC72}"/>
                    </a:ext>
                  </a:extLst>
                </p14:cNvPr>
                <p14:cNvContentPartPr/>
                <p14:nvPr/>
              </p14:nvContentPartPr>
              <p14:xfrm>
                <a:off x="9077918" y="4850783"/>
                <a:ext cx="121680" cy="135360"/>
              </p14:xfrm>
            </p:contentPart>
          </mc:Choice>
          <mc:Fallback>
            <p:pic>
              <p:nvPicPr>
                <p:cNvPr id="215" name="Ink 214">
                  <a:extLst>
                    <a:ext uri="{FF2B5EF4-FFF2-40B4-BE49-F238E27FC236}">
                      <a16:creationId xmlns:a16="http://schemas.microsoft.com/office/drawing/2014/main" id="{FA7E7518-4F2A-695E-3114-CF84BC1DDC72}"/>
                    </a:ext>
                  </a:extLst>
                </p:cNvPr>
                <p:cNvPicPr/>
                <p:nvPr/>
              </p:nvPicPr>
              <p:blipFill>
                <a:blip r:embed="rId357"/>
                <a:stretch>
                  <a:fillRect/>
                </a:stretch>
              </p:blipFill>
              <p:spPr>
                <a:xfrm>
                  <a:off x="9068918" y="4842143"/>
                  <a:ext cx="13932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358">
              <p14:nvContentPartPr>
                <p14:cNvPr id="216" name="Ink 215">
                  <a:extLst>
                    <a:ext uri="{FF2B5EF4-FFF2-40B4-BE49-F238E27FC236}">
                      <a16:creationId xmlns:a16="http://schemas.microsoft.com/office/drawing/2014/main" id="{8614FCD3-EC35-79A1-D0E9-147833605810}"/>
                    </a:ext>
                  </a:extLst>
                </p14:cNvPr>
                <p14:cNvContentPartPr/>
                <p14:nvPr/>
              </p14:nvContentPartPr>
              <p14:xfrm>
                <a:off x="9267998" y="4826663"/>
                <a:ext cx="76320" cy="219960"/>
              </p14:xfrm>
            </p:contentPart>
          </mc:Choice>
          <mc:Fallback>
            <p:pic>
              <p:nvPicPr>
                <p:cNvPr id="216" name="Ink 215">
                  <a:extLst>
                    <a:ext uri="{FF2B5EF4-FFF2-40B4-BE49-F238E27FC236}">
                      <a16:creationId xmlns:a16="http://schemas.microsoft.com/office/drawing/2014/main" id="{8614FCD3-EC35-79A1-D0E9-147833605810}"/>
                    </a:ext>
                  </a:extLst>
                </p:cNvPr>
                <p:cNvPicPr/>
                <p:nvPr/>
              </p:nvPicPr>
              <p:blipFill>
                <a:blip r:embed="rId359"/>
                <a:stretch>
                  <a:fillRect/>
                </a:stretch>
              </p:blipFill>
              <p:spPr>
                <a:xfrm>
                  <a:off x="9258998" y="4817663"/>
                  <a:ext cx="93960" cy="237600"/>
                </a:xfrm>
                <a:prstGeom prst="rect">
                  <a:avLst/>
                </a:prstGeom>
              </p:spPr>
            </p:pic>
          </mc:Fallback>
        </mc:AlternateContent>
        <mc:AlternateContent xmlns:mc="http://schemas.openxmlformats.org/markup-compatibility/2006">
          <mc:Choice xmlns:p14="http://schemas.microsoft.com/office/powerpoint/2010/main" Requires="p14">
            <p:contentPart p14:bwMode="auto" r:id="rId360">
              <p14:nvContentPartPr>
                <p14:cNvPr id="217" name="Ink 216">
                  <a:extLst>
                    <a:ext uri="{FF2B5EF4-FFF2-40B4-BE49-F238E27FC236}">
                      <a16:creationId xmlns:a16="http://schemas.microsoft.com/office/drawing/2014/main" id="{E80EEC08-900B-36D8-F70A-92C91A769ACA}"/>
                    </a:ext>
                  </a:extLst>
                </p14:cNvPr>
                <p14:cNvContentPartPr/>
                <p14:nvPr/>
              </p14:nvContentPartPr>
              <p14:xfrm>
                <a:off x="9363038" y="4848983"/>
                <a:ext cx="77400" cy="136800"/>
              </p14:xfrm>
            </p:contentPart>
          </mc:Choice>
          <mc:Fallback>
            <p:pic>
              <p:nvPicPr>
                <p:cNvPr id="217" name="Ink 216">
                  <a:extLst>
                    <a:ext uri="{FF2B5EF4-FFF2-40B4-BE49-F238E27FC236}">
                      <a16:creationId xmlns:a16="http://schemas.microsoft.com/office/drawing/2014/main" id="{E80EEC08-900B-36D8-F70A-92C91A769ACA}"/>
                    </a:ext>
                  </a:extLst>
                </p:cNvPr>
                <p:cNvPicPr/>
                <p:nvPr/>
              </p:nvPicPr>
              <p:blipFill>
                <a:blip r:embed="rId361"/>
                <a:stretch>
                  <a:fillRect/>
                </a:stretch>
              </p:blipFill>
              <p:spPr>
                <a:xfrm>
                  <a:off x="9354038" y="4839983"/>
                  <a:ext cx="9504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362">
              <p14:nvContentPartPr>
                <p14:cNvPr id="218" name="Ink 217">
                  <a:extLst>
                    <a:ext uri="{FF2B5EF4-FFF2-40B4-BE49-F238E27FC236}">
                      <a16:creationId xmlns:a16="http://schemas.microsoft.com/office/drawing/2014/main" id="{DA132790-9F56-491C-5B22-53EE77FE22D2}"/>
                    </a:ext>
                  </a:extLst>
                </p14:cNvPr>
                <p14:cNvContentPartPr/>
                <p14:nvPr/>
              </p14:nvContentPartPr>
              <p14:xfrm>
                <a:off x="9481118" y="4884263"/>
                <a:ext cx="84600" cy="62280"/>
              </p14:xfrm>
            </p:contentPart>
          </mc:Choice>
          <mc:Fallback>
            <p:pic>
              <p:nvPicPr>
                <p:cNvPr id="218" name="Ink 217">
                  <a:extLst>
                    <a:ext uri="{FF2B5EF4-FFF2-40B4-BE49-F238E27FC236}">
                      <a16:creationId xmlns:a16="http://schemas.microsoft.com/office/drawing/2014/main" id="{DA132790-9F56-491C-5B22-53EE77FE22D2}"/>
                    </a:ext>
                  </a:extLst>
                </p:cNvPr>
                <p:cNvPicPr/>
                <p:nvPr/>
              </p:nvPicPr>
              <p:blipFill>
                <a:blip r:embed="rId363"/>
                <a:stretch>
                  <a:fillRect/>
                </a:stretch>
              </p:blipFill>
              <p:spPr>
                <a:xfrm>
                  <a:off x="9472118" y="4875263"/>
                  <a:ext cx="102240" cy="79920"/>
                </a:xfrm>
                <a:prstGeom prst="rect">
                  <a:avLst/>
                </a:prstGeom>
              </p:spPr>
            </p:pic>
          </mc:Fallback>
        </mc:AlternateContent>
        <mc:AlternateContent xmlns:mc="http://schemas.openxmlformats.org/markup-compatibility/2006">
          <mc:Choice xmlns:p14="http://schemas.microsoft.com/office/powerpoint/2010/main" Requires="p14">
            <p:contentPart p14:bwMode="auto" r:id="rId364">
              <p14:nvContentPartPr>
                <p14:cNvPr id="219" name="Ink 218">
                  <a:extLst>
                    <a:ext uri="{FF2B5EF4-FFF2-40B4-BE49-F238E27FC236}">
                      <a16:creationId xmlns:a16="http://schemas.microsoft.com/office/drawing/2014/main" id="{A8A66424-6BD0-D205-8543-5DBCBFB84A33}"/>
                    </a:ext>
                  </a:extLst>
                </p14:cNvPr>
                <p14:cNvContentPartPr/>
                <p14:nvPr/>
              </p14:nvContentPartPr>
              <p14:xfrm>
                <a:off x="9611438" y="4830263"/>
                <a:ext cx="98280" cy="126000"/>
              </p14:xfrm>
            </p:contentPart>
          </mc:Choice>
          <mc:Fallback>
            <p:pic>
              <p:nvPicPr>
                <p:cNvPr id="219" name="Ink 218">
                  <a:extLst>
                    <a:ext uri="{FF2B5EF4-FFF2-40B4-BE49-F238E27FC236}">
                      <a16:creationId xmlns:a16="http://schemas.microsoft.com/office/drawing/2014/main" id="{A8A66424-6BD0-D205-8543-5DBCBFB84A33}"/>
                    </a:ext>
                  </a:extLst>
                </p:cNvPr>
                <p:cNvPicPr/>
                <p:nvPr/>
              </p:nvPicPr>
              <p:blipFill>
                <a:blip r:embed="rId365"/>
                <a:stretch>
                  <a:fillRect/>
                </a:stretch>
              </p:blipFill>
              <p:spPr>
                <a:xfrm>
                  <a:off x="9602798" y="4821623"/>
                  <a:ext cx="11592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366">
              <p14:nvContentPartPr>
                <p14:cNvPr id="220" name="Ink 219">
                  <a:extLst>
                    <a:ext uri="{FF2B5EF4-FFF2-40B4-BE49-F238E27FC236}">
                      <a16:creationId xmlns:a16="http://schemas.microsoft.com/office/drawing/2014/main" id="{59DECB09-8F6A-85B3-D1F9-59066370835B}"/>
                    </a:ext>
                  </a:extLst>
                </p14:cNvPr>
                <p14:cNvContentPartPr/>
                <p14:nvPr/>
              </p14:nvContentPartPr>
              <p14:xfrm>
                <a:off x="9623678" y="4871663"/>
                <a:ext cx="146880" cy="84960"/>
              </p14:xfrm>
            </p:contentPart>
          </mc:Choice>
          <mc:Fallback>
            <p:pic>
              <p:nvPicPr>
                <p:cNvPr id="220" name="Ink 219">
                  <a:extLst>
                    <a:ext uri="{FF2B5EF4-FFF2-40B4-BE49-F238E27FC236}">
                      <a16:creationId xmlns:a16="http://schemas.microsoft.com/office/drawing/2014/main" id="{59DECB09-8F6A-85B3-D1F9-59066370835B}"/>
                    </a:ext>
                  </a:extLst>
                </p:cNvPr>
                <p:cNvPicPr/>
                <p:nvPr/>
              </p:nvPicPr>
              <p:blipFill>
                <a:blip r:embed="rId367"/>
                <a:stretch>
                  <a:fillRect/>
                </a:stretch>
              </p:blipFill>
              <p:spPr>
                <a:xfrm>
                  <a:off x="9615038" y="4863023"/>
                  <a:ext cx="164520" cy="102600"/>
                </a:xfrm>
                <a:prstGeom prst="rect">
                  <a:avLst/>
                </a:prstGeom>
              </p:spPr>
            </p:pic>
          </mc:Fallback>
        </mc:AlternateContent>
        <mc:AlternateContent xmlns:mc="http://schemas.openxmlformats.org/markup-compatibility/2006">
          <mc:Choice xmlns:p14="http://schemas.microsoft.com/office/powerpoint/2010/main" Requires="p14">
            <p:contentPart p14:bwMode="auto" r:id="rId368">
              <p14:nvContentPartPr>
                <p14:cNvPr id="221" name="Ink 220">
                  <a:extLst>
                    <a:ext uri="{FF2B5EF4-FFF2-40B4-BE49-F238E27FC236}">
                      <a16:creationId xmlns:a16="http://schemas.microsoft.com/office/drawing/2014/main" id="{04CA37B8-8970-CEDD-9EE5-F2088B66CB05}"/>
                    </a:ext>
                  </a:extLst>
                </p14:cNvPr>
                <p14:cNvContentPartPr/>
                <p14:nvPr/>
              </p14:nvContentPartPr>
              <p14:xfrm>
                <a:off x="9282398" y="5111063"/>
                <a:ext cx="135720" cy="114480"/>
              </p14:xfrm>
            </p:contentPart>
          </mc:Choice>
          <mc:Fallback>
            <p:pic>
              <p:nvPicPr>
                <p:cNvPr id="221" name="Ink 220">
                  <a:extLst>
                    <a:ext uri="{FF2B5EF4-FFF2-40B4-BE49-F238E27FC236}">
                      <a16:creationId xmlns:a16="http://schemas.microsoft.com/office/drawing/2014/main" id="{04CA37B8-8970-CEDD-9EE5-F2088B66CB05}"/>
                    </a:ext>
                  </a:extLst>
                </p:cNvPr>
                <p:cNvPicPr/>
                <p:nvPr/>
              </p:nvPicPr>
              <p:blipFill>
                <a:blip r:embed="rId369"/>
                <a:stretch>
                  <a:fillRect/>
                </a:stretch>
              </p:blipFill>
              <p:spPr>
                <a:xfrm>
                  <a:off x="9273758" y="5102063"/>
                  <a:ext cx="153360" cy="132120"/>
                </a:xfrm>
                <a:prstGeom prst="rect">
                  <a:avLst/>
                </a:prstGeom>
              </p:spPr>
            </p:pic>
          </mc:Fallback>
        </mc:AlternateContent>
        <mc:AlternateContent xmlns:mc="http://schemas.openxmlformats.org/markup-compatibility/2006">
          <mc:Choice xmlns:p14="http://schemas.microsoft.com/office/powerpoint/2010/main" Requires="p14">
            <p:contentPart p14:bwMode="auto" r:id="rId370">
              <p14:nvContentPartPr>
                <p14:cNvPr id="222" name="Ink 221">
                  <a:extLst>
                    <a:ext uri="{FF2B5EF4-FFF2-40B4-BE49-F238E27FC236}">
                      <a16:creationId xmlns:a16="http://schemas.microsoft.com/office/drawing/2014/main" id="{5016B3FB-5931-FD51-C846-93DB10B77F6C}"/>
                    </a:ext>
                  </a:extLst>
                </p14:cNvPr>
                <p14:cNvContentPartPr/>
                <p14:nvPr/>
              </p14:nvContentPartPr>
              <p14:xfrm>
                <a:off x="9477518" y="5073263"/>
                <a:ext cx="105120" cy="148320"/>
              </p14:xfrm>
            </p:contentPart>
          </mc:Choice>
          <mc:Fallback>
            <p:pic>
              <p:nvPicPr>
                <p:cNvPr id="222" name="Ink 221">
                  <a:extLst>
                    <a:ext uri="{FF2B5EF4-FFF2-40B4-BE49-F238E27FC236}">
                      <a16:creationId xmlns:a16="http://schemas.microsoft.com/office/drawing/2014/main" id="{5016B3FB-5931-FD51-C846-93DB10B77F6C}"/>
                    </a:ext>
                  </a:extLst>
                </p:cNvPr>
                <p:cNvPicPr/>
                <p:nvPr/>
              </p:nvPicPr>
              <p:blipFill>
                <a:blip r:embed="rId371"/>
                <a:stretch>
                  <a:fillRect/>
                </a:stretch>
              </p:blipFill>
              <p:spPr>
                <a:xfrm>
                  <a:off x="9468518" y="5064623"/>
                  <a:ext cx="12276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372">
              <p14:nvContentPartPr>
                <p14:cNvPr id="223" name="Ink 222">
                  <a:extLst>
                    <a:ext uri="{FF2B5EF4-FFF2-40B4-BE49-F238E27FC236}">
                      <a16:creationId xmlns:a16="http://schemas.microsoft.com/office/drawing/2014/main" id="{4F28BB5D-90F7-1863-4103-298DF9A79182}"/>
                    </a:ext>
                  </a:extLst>
                </p14:cNvPr>
                <p14:cNvContentPartPr/>
                <p14:nvPr/>
              </p14:nvContentPartPr>
              <p14:xfrm>
                <a:off x="9619718" y="5091983"/>
                <a:ext cx="96480" cy="129600"/>
              </p14:xfrm>
            </p:contentPart>
          </mc:Choice>
          <mc:Fallback>
            <p:pic>
              <p:nvPicPr>
                <p:cNvPr id="223" name="Ink 222">
                  <a:extLst>
                    <a:ext uri="{FF2B5EF4-FFF2-40B4-BE49-F238E27FC236}">
                      <a16:creationId xmlns:a16="http://schemas.microsoft.com/office/drawing/2014/main" id="{4F28BB5D-90F7-1863-4103-298DF9A79182}"/>
                    </a:ext>
                  </a:extLst>
                </p:cNvPr>
                <p:cNvPicPr/>
                <p:nvPr/>
              </p:nvPicPr>
              <p:blipFill>
                <a:blip r:embed="rId373"/>
                <a:stretch>
                  <a:fillRect/>
                </a:stretch>
              </p:blipFill>
              <p:spPr>
                <a:xfrm>
                  <a:off x="9610718" y="5082983"/>
                  <a:ext cx="11412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374">
              <p14:nvContentPartPr>
                <p14:cNvPr id="225" name="Ink 224">
                  <a:extLst>
                    <a:ext uri="{FF2B5EF4-FFF2-40B4-BE49-F238E27FC236}">
                      <a16:creationId xmlns:a16="http://schemas.microsoft.com/office/drawing/2014/main" id="{DFA0B579-7DC7-4A9A-EB56-4A53AF628BC1}"/>
                    </a:ext>
                  </a:extLst>
                </p14:cNvPr>
                <p14:cNvContentPartPr/>
                <p14:nvPr/>
              </p14:nvContentPartPr>
              <p14:xfrm>
                <a:off x="10068998" y="4748183"/>
                <a:ext cx="389160" cy="265320"/>
              </p14:xfrm>
            </p:contentPart>
          </mc:Choice>
          <mc:Fallback>
            <p:pic>
              <p:nvPicPr>
                <p:cNvPr id="225" name="Ink 224">
                  <a:extLst>
                    <a:ext uri="{FF2B5EF4-FFF2-40B4-BE49-F238E27FC236}">
                      <a16:creationId xmlns:a16="http://schemas.microsoft.com/office/drawing/2014/main" id="{DFA0B579-7DC7-4A9A-EB56-4A53AF628BC1}"/>
                    </a:ext>
                  </a:extLst>
                </p:cNvPr>
                <p:cNvPicPr/>
                <p:nvPr/>
              </p:nvPicPr>
              <p:blipFill>
                <a:blip r:embed="rId375"/>
                <a:stretch>
                  <a:fillRect/>
                </a:stretch>
              </p:blipFill>
              <p:spPr>
                <a:xfrm>
                  <a:off x="10060358" y="4739543"/>
                  <a:ext cx="406800" cy="282960"/>
                </a:xfrm>
                <a:prstGeom prst="rect">
                  <a:avLst/>
                </a:prstGeom>
              </p:spPr>
            </p:pic>
          </mc:Fallback>
        </mc:AlternateContent>
        <mc:AlternateContent xmlns:mc="http://schemas.openxmlformats.org/markup-compatibility/2006">
          <mc:Choice xmlns:p14="http://schemas.microsoft.com/office/powerpoint/2010/main" Requires="p14">
            <p:contentPart p14:bwMode="auto" r:id="rId376">
              <p14:nvContentPartPr>
                <p14:cNvPr id="226" name="Ink 225">
                  <a:extLst>
                    <a:ext uri="{FF2B5EF4-FFF2-40B4-BE49-F238E27FC236}">
                      <a16:creationId xmlns:a16="http://schemas.microsoft.com/office/drawing/2014/main" id="{37C39E99-BC5D-41C8-67A7-081308328B48}"/>
                    </a:ext>
                  </a:extLst>
                </p14:cNvPr>
                <p14:cNvContentPartPr/>
                <p14:nvPr/>
              </p14:nvContentPartPr>
              <p14:xfrm>
                <a:off x="10513958" y="4828103"/>
                <a:ext cx="80280" cy="7200"/>
              </p14:xfrm>
            </p:contentPart>
          </mc:Choice>
          <mc:Fallback>
            <p:pic>
              <p:nvPicPr>
                <p:cNvPr id="226" name="Ink 225">
                  <a:extLst>
                    <a:ext uri="{FF2B5EF4-FFF2-40B4-BE49-F238E27FC236}">
                      <a16:creationId xmlns:a16="http://schemas.microsoft.com/office/drawing/2014/main" id="{37C39E99-BC5D-41C8-67A7-081308328B48}"/>
                    </a:ext>
                  </a:extLst>
                </p:cNvPr>
                <p:cNvPicPr/>
                <p:nvPr/>
              </p:nvPicPr>
              <p:blipFill>
                <a:blip r:embed="rId377"/>
                <a:stretch>
                  <a:fillRect/>
                </a:stretch>
              </p:blipFill>
              <p:spPr>
                <a:xfrm>
                  <a:off x="10505318" y="4819463"/>
                  <a:ext cx="9792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378">
              <p14:nvContentPartPr>
                <p14:cNvPr id="227" name="Ink 226">
                  <a:extLst>
                    <a:ext uri="{FF2B5EF4-FFF2-40B4-BE49-F238E27FC236}">
                      <a16:creationId xmlns:a16="http://schemas.microsoft.com/office/drawing/2014/main" id="{AE7460B2-4907-3DE1-BED8-0C50AA087503}"/>
                    </a:ext>
                  </a:extLst>
                </p14:cNvPr>
                <p14:cNvContentPartPr/>
                <p14:nvPr/>
              </p14:nvContentPartPr>
              <p14:xfrm>
                <a:off x="10635638" y="4741703"/>
                <a:ext cx="107640" cy="175680"/>
              </p14:xfrm>
            </p:contentPart>
          </mc:Choice>
          <mc:Fallback>
            <p:pic>
              <p:nvPicPr>
                <p:cNvPr id="227" name="Ink 226">
                  <a:extLst>
                    <a:ext uri="{FF2B5EF4-FFF2-40B4-BE49-F238E27FC236}">
                      <a16:creationId xmlns:a16="http://schemas.microsoft.com/office/drawing/2014/main" id="{AE7460B2-4907-3DE1-BED8-0C50AA087503}"/>
                    </a:ext>
                  </a:extLst>
                </p:cNvPr>
                <p:cNvPicPr/>
                <p:nvPr/>
              </p:nvPicPr>
              <p:blipFill>
                <a:blip r:embed="rId379"/>
                <a:stretch>
                  <a:fillRect/>
                </a:stretch>
              </p:blipFill>
              <p:spPr>
                <a:xfrm>
                  <a:off x="10626638" y="4733063"/>
                  <a:ext cx="125280" cy="193320"/>
                </a:xfrm>
                <a:prstGeom prst="rect">
                  <a:avLst/>
                </a:prstGeom>
              </p:spPr>
            </p:pic>
          </mc:Fallback>
        </mc:AlternateContent>
        <mc:AlternateContent xmlns:mc="http://schemas.openxmlformats.org/markup-compatibility/2006">
          <mc:Choice xmlns:p14="http://schemas.microsoft.com/office/powerpoint/2010/main" Requires="p14">
            <p:contentPart p14:bwMode="auto" r:id="rId380">
              <p14:nvContentPartPr>
                <p14:cNvPr id="228" name="Ink 227">
                  <a:extLst>
                    <a:ext uri="{FF2B5EF4-FFF2-40B4-BE49-F238E27FC236}">
                      <a16:creationId xmlns:a16="http://schemas.microsoft.com/office/drawing/2014/main" id="{8B3F3C9A-897F-2C7E-7183-4B5D7C9FCAE3}"/>
                    </a:ext>
                  </a:extLst>
                </p14:cNvPr>
                <p14:cNvContentPartPr/>
                <p14:nvPr/>
              </p14:nvContentPartPr>
              <p14:xfrm>
                <a:off x="10752278" y="4783103"/>
                <a:ext cx="77040" cy="102960"/>
              </p14:xfrm>
            </p:contentPart>
          </mc:Choice>
          <mc:Fallback>
            <p:pic>
              <p:nvPicPr>
                <p:cNvPr id="228" name="Ink 227">
                  <a:extLst>
                    <a:ext uri="{FF2B5EF4-FFF2-40B4-BE49-F238E27FC236}">
                      <a16:creationId xmlns:a16="http://schemas.microsoft.com/office/drawing/2014/main" id="{8B3F3C9A-897F-2C7E-7183-4B5D7C9FCAE3}"/>
                    </a:ext>
                  </a:extLst>
                </p:cNvPr>
                <p:cNvPicPr/>
                <p:nvPr/>
              </p:nvPicPr>
              <p:blipFill>
                <a:blip r:embed="rId381"/>
                <a:stretch>
                  <a:fillRect/>
                </a:stretch>
              </p:blipFill>
              <p:spPr>
                <a:xfrm>
                  <a:off x="10743278" y="4774103"/>
                  <a:ext cx="94680" cy="120600"/>
                </a:xfrm>
                <a:prstGeom prst="rect">
                  <a:avLst/>
                </a:prstGeom>
              </p:spPr>
            </p:pic>
          </mc:Fallback>
        </mc:AlternateContent>
        <mc:AlternateContent xmlns:mc="http://schemas.openxmlformats.org/markup-compatibility/2006">
          <mc:Choice xmlns:p14="http://schemas.microsoft.com/office/powerpoint/2010/main" Requires="p14">
            <p:contentPart p14:bwMode="auto" r:id="rId382">
              <p14:nvContentPartPr>
                <p14:cNvPr id="229" name="Ink 228">
                  <a:extLst>
                    <a:ext uri="{FF2B5EF4-FFF2-40B4-BE49-F238E27FC236}">
                      <a16:creationId xmlns:a16="http://schemas.microsoft.com/office/drawing/2014/main" id="{2D896EC6-E59C-E519-0EC3-EDCF883D21B3}"/>
                    </a:ext>
                  </a:extLst>
                </p14:cNvPr>
                <p14:cNvContentPartPr/>
                <p14:nvPr/>
              </p14:nvContentPartPr>
              <p14:xfrm>
                <a:off x="10854878" y="4792463"/>
                <a:ext cx="100440" cy="94680"/>
              </p14:xfrm>
            </p:contentPart>
          </mc:Choice>
          <mc:Fallback>
            <p:pic>
              <p:nvPicPr>
                <p:cNvPr id="229" name="Ink 228">
                  <a:extLst>
                    <a:ext uri="{FF2B5EF4-FFF2-40B4-BE49-F238E27FC236}">
                      <a16:creationId xmlns:a16="http://schemas.microsoft.com/office/drawing/2014/main" id="{2D896EC6-E59C-E519-0EC3-EDCF883D21B3}"/>
                    </a:ext>
                  </a:extLst>
                </p:cNvPr>
                <p:cNvPicPr/>
                <p:nvPr/>
              </p:nvPicPr>
              <p:blipFill>
                <a:blip r:embed="rId383"/>
                <a:stretch>
                  <a:fillRect/>
                </a:stretch>
              </p:blipFill>
              <p:spPr>
                <a:xfrm>
                  <a:off x="10845878" y="4783823"/>
                  <a:ext cx="11808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384">
              <p14:nvContentPartPr>
                <p14:cNvPr id="230" name="Ink 229">
                  <a:extLst>
                    <a:ext uri="{FF2B5EF4-FFF2-40B4-BE49-F238E27FC236}">
                      <a16:creationId xmlns:a16="http://schemas.microsoft.com/office/drawing/2014/main" id="{83D42C7A-F675-7381-0F1A-954587C6F11D}"/>
                    </a:ext>
                  </a:extLst>
                </p14:cNvPr>
                <p14:cNvContentPartPr/>
                <p14:nvPr/>
              </p14:nvContentPartPr>
              <p14:xfrm>
                <a:off x="11005718" y="4819463"/>
                <a:ext cx="62280" cy="87840"/>
              </p14:xfrm>
            </p:contentPart>
          </mc:Choice>
          <mc:Fallback>
            <p:pic>
              <p:nvPicPr>
                <p:cNvPr id="230" name="Ink 229">
                  <a:extLst>
                    <a:ext uri="{FF2B5EF4-FFF2-40B4-BE49-F238E27FC236}">
                      <a16:creationId xmlns:a16="http://schemas.microsoft.com/office/drawing/2014/main" id="{83D42C7A-F675-7381-0F1A-954587C6F11D}"/>
                    </a:ext>
                  </a:extLst>
                </p:cNvPr>
                <p:cNvPicPr/>
                <p:nvPr/>
              </p:nvPicPr>
              <p:blipFill>
                <a:blip r:embed="rId385"/>
                <a:stretch>
                  <a:fillRect/>
                </a:stretch>
              </p:blipFill>
              <p:spPr>
                <a:xfrm>
                  <a:off x="10996718" y="4810463"/>
                  <a:ext cx="7992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386">
              <p14:nvContentPartPr>
                <p14:cNvPr id="231" name="Ink 230">
                  <a:extLst>
                    <a:ext uri="{FF2B5EF4-FFF2-40B4-BE49-F238E27FC236}">
                      <a16:creationId xmlns:a16="http://schemas.microsoft.com/office/drawing/2014/main" id="{89E91983-91A5-3169-2FF7-43CA44FE0775}"/>
                    </a:ext>
                  </a:extLst>
                </p14:cNvPr>
                <p14:cNvContentPartPr/>
                <p14:nvPr/>
              </p14:nvContentPartPr>
              <p14:xfrm>
                <a:off x="11123078" y="4725143"/>
                <a:ext cx="177120" cy="186120"/>
              </p14:xfrm>
            </p:contentPart>
          </mc:Choice>
          <mc:Fallback>
            <p:pic>
              <p:nvPicPr>
                <p:cNvPr id="231" name="Ink 230">
                  <a:extLst>
                    <a:ext uri="{FF2B5EF4-FFF2-40B4-BE49-F238E27FC236}">
                      <a16:creationId xmlns:a16="http://schemas.microsoft.com/office/drawing/2014/main" id="{89E91983-91A5-3169-2FF7-43CA44FE0775}"/>
                    </a:ext>
                  </a:extLst>
                </p:cNvPr>
                <p:cNvPicPr/>
                <p:nvPr/>
              </p:nvPicPr>
              <p:blipFill>
                <a:blip r:embed="rId387"/>
                <a:stretch>
                  <a:fillRect/>
                </a:stretch>
              </p:blipFill>
              <p:spPr>
                <a:xfrm>
                  <a:off x="11114078" y="4716143"/>
                  <a:ext cx="194760" cy="203760"/>
                </a:xfrm>
                <a:prstGeom prst="rect">
                  <a:avLst/>
                </a:prstGeom>
              </p:spPr>
            </p:pic>
          </mc:Fallback>
        </mc:AlternateContent>
        <mc:AlternateContent xmlns:mc="http://schemas.openxmlformats.org/markup-compatibility/2006">
          <mc:Choice xmlns:p14="http://schemas.microsoft.com/office/powerpoint/2010/main" Requires="p14">
            <p:contentPart p14:bwMode="auto" r:id="rId388">
              <p14:nvContentPartPr>
                <p14:cNvPr id="232" name="Ink 231">
                  <a:extLst>
                    <a:ext uri="{FF2B5EF4-FFF2-40B4-BE49-F238E27FC236}">
                      <a16:creationId xmlns:a16="http://schemas.microsoft.com/office/drawing/2014/main" id="{F3D6CC2A-56E2-A59A-8343-2CED2F0F6D68}"/>
                    </a:ext>
                  </a:extLst>
                </p14:cNvPr>
                <p14:cNvContentPartPr/>
                <p14:nvPr/>
              </p14:nvContentPartPr>
              <p14:xfrm>
                <a:off x="11298398" y="4808663"/>
                <a:ext cx="42840" cy="26640"/>
              </p14:xfrm>
            </p:contentPart>
          </mc:Choice>
          <mc:Fallback>
            <p:pic>
              <p:nvPicPr>
                <p:cNvPr id="232" name="Ink 231">
                  <a:extLst>
                    <a:ext uri="{FF2B5EF4-FFF2-40B4-BE49-F238E27FC236}">
                      <a16:creationId xmlns:a16="http://schemas.microsoft.com/office/drawing/2014/main" id="{F3D6CC2A-56E2-A59A-8343-2CED2F0F6D68}"/>
                    </a:ext>
                  </a:extLst>
                </p:cNvPr>
                <p:cNvPicPr/>
                <p:nvPr/>
              </p:nvPicPr>
              <p:blipFill>
                <a:blip r:embed="rId389"/>
                <a:stretch>
                  <a:fillRect/>
                </a:stretch>
              </p:blipFill>
              <p:spPr>
                <a:xfrm>
                  <a:off x="11289758" y="4800023"/>
                  <a:ext cx="60480" cy="44280"/>
                </a:xfrm>
                <a:prstGeom prst="rect">
                  <a:avLst/>
                </a:prstGeom>
              </p:spPr>
            </p:pic>
          </mc:Fallback>
        </mc:AlternateContent>
      </p:grpSp>
      <p:grpSp>
        <p:nvGrpSpPr>
          <p:cNvPr id="251" name="Group 250">
            <a:extLst>
              <a:ext uri="{FF2B5EF4-FFF2-40B4-BE49-F238E27FC236}">
                <a16:creationId xmlns:a16="http://schemas.microsoft.com/office/drawing/2014/main" id="{D5C446A6-E12C-9A97-25A7-BD324CE9F882}"/>
              </a:ext>
            </a:extLst>
          </p:cNvPr>
          <p:cNvGrpSpPr/>
          <p:nvPr/>
        </p:nvGrpSpPr>
        <p:grpSpPr>
          <a:xfrm>
            <a:off x="8653478" y="5386103"/>
            <a:ext cx="1638000" cy="571320"/>
            <a:chOff x="8653478" y="5386103"/>
            <a:chExt cx="1638000" cy="571320"/>
          </a:xfrm>
        </p:grpSpPr>
        <mc:AlternateContent xmlns:mc="http://schemas.openxmlformats.org/markup-compatibility/2006">
          <mc:Choice xmlns:p14="http://schemas.microsoft.com/office/powerpoint/2010/main" Requires="p14">
            <p:contentPart p14:bwMode="auto" r:id="rId390">
              <p14:nvContentPartPr>
                <p14:cNvPr id="234" name="Ink 233">
                  <a:extLst>
                    <a:ext uri="{FF2B5EF4-FFF2-40B4-BE49-F238E27FC236}">
                      <a16:creationId xmlns:a16="http://schemas.microsoft.com/office/drawing/2014/main" id="{CD6D61EE-917D-B508-BAF3-5F8D10CE6DFA}"/>
                    </a:ext>
                  </a:extLst>
                </p14:cNvPr>
                <p14:cNvContentPartPr/>
                <p14:nvPr/>
              </p14:nvContentPartPr>
              <p14:xfrm>
                <a:off x="8704598" y="5448743"/>
                <a:ext cx="32400" cy="406800"/>
              </p14:xfrm>
            </p:contentPart>
          </mc:Choice>
          <mc:Fallback>
            <p:pic>
              <p:nvPicPr>
                <p:cNvPr id="234" name="Ink 233">
                  <a:extLst>
                    <a:ext uri="{FF2B5EF4-FFF2-40B4-BE49-F238E27FC236}">
                      <a16:creationId xmlns:a16="http://schemas.microsoft.com/office/drawing/2014/main" id="{CD6D61EE-917D-B508-BAF3-5F8D10CE6DFA}"/>
                    </a:ext>
                  </a:extLst>
                </p:cNvPr>
                <p:cNvPicPr/>
                <p:nvPr/>
              </p:nvPicPr>
              <p:blipFill>
                <a:blip r:embed="rId391"/>
                <a:stretch>
                  <a:fillRect/>
                </a:stretch>
              </p:blipFill>
              <p:spPr>
                <a:xfrm>
                  <a:off x="8695958" y="5440103"/>
                  <a:ext cx="50040" cy="424440"/>
                </a:xfrm>
                <a:prstGeom prst="rect">
                  <a:avLst/>
                </a:prstGeom>
              </p:spPr>
            </p:pic>
          </mc:Fallback>
        </mc:AlternateContent>
        <mc:AlternateContent xmlns:mc="http://schemas.openxmlformats.org/markup-compatibility/2006">
          <mc:Choice xmlns:p14="http://schemas.microsoft.com/office/powerpoint/2010/main" Requires="p14">
            <p:contentPart p14:bwMode="auto" r:id="rId392">
              <p14:nvContentPartPr>
                <p14:cNvPr id="235" name="Ink 234">
                  <a:extLst>
                    <a:ext uri="{FF2B5EF4-FFF2-40B4-BE49-F238E27FC236}">
                      <a16:creationId xmlns:a16="http://schemas.microsoft.com/office/drawing/2014/main" id="{1F5FF6CF-6CF2-ED22-1337-E9D8137FA36C}"/>
                    </a:ext>
                  </a:extLst>
                </p14:cNvPr>
                <p14:cNvContentPartPr/>
                <p14:nvPr/>
              </p14:nvContentPartPr>
              <p14:xfrm>
                <a:off x="8653478" y="5429303"/>
                <a:ext cx="406800" cy="528120"/>
              </p14:xfrm>
            </p:contentPart>
          </mc:Choice>
          <mc:Fallback>
            <p:pic>
              <p:nvPicPr>
                <p:cNvPr id="235" name="Ink 234">
                  <a:extLst>
                    <a:ext uri="{FF2B5EF4-FFF2-40B4-BE49-F238E27FC236}">
                      <a16:creationId xmlns:a16="http://schemas.microsoft.com/office/drawing/2014/main" id="{1F5FF6CF-6CF2-ED22-1337-E9D8137FA36C}"/>
                    </a:ext>
                  </a:extLst>
                </p:cNvPr>
                <p:cNvPicPr/>
                <p:nvPr/>
              </p:nvPicPr>
              <p:blipFill>
                <a:blip r:embed="rId393"/>
                <a:stretch>
                  <a:fillRect/>
                </a:stretch>
              </p:blipFill>
              <p:spPr>
                <a:xfrm>
                  <a:off x="8644838" y="5420663"/>
                  <a:ext cx="424440" cy="545760"/>
                </a:xfrm>
                <a:prstGeom prst="rect">
                  <a:avLst/>
                </a:prstGeom>
              </p:spPr>
            </p:pic>
          </mc:Fallback>
        </mc:AlternateContent>
        <mc:AlternateContent xmlns:mc="http://schemas.openxmlformats.org/markup-compatibility/2006">
          <mc:Choice xmlns:p14="http://schemas.microsoft.com/office/powerpoint/2010/main" Requires="p14">
            <p:contentPart p14:bwMode="auto" r:id="rId394">
              <p14:nvContentPartPr>
                <p14:cNvPr id="236" name="Ink 235">
                  <a:extLst>
                    <a:ext uri="{FF2B5EF4-FFF2-40B4-BE49-F238E27FC236}">
                      <a16:creationId xmlns:a16="http://schemas.microsoft.com/office/drawing/2014/main" id="{3D4ADCD4-B82E-2E34-EAA1-E3F5B311C3E7}"/>
                    </a:ext>
                  </a:extLst>
                </p14:cNvPr>
                <p14:cNvContentPartPr/>
                <p14:nvPr/>
              </p14:nvContentPartPr>
              <p14:xfrm>
                <a:off x="9164678" y="5711183"/>
                <a:ext cx="296280" cy="13680"/>
              </p14:xfrm>
            </p:contentPart>
          </mc:Choice>
          <mc:Fallback>
            <p:pic>
              <p:nvPicPr>
                <p:cNvPr id="236" name="Ink 235">
                  <a:extLst>
                    <a:ext uri="{FF2B5EF4-FFF2-40B4-BE49-F238E27FC236}">
                      <a16:creationId xmlns:a16="http://schemas.microsoft.com/office/drawing/2014/main" id="{3D4ADCD4-B82E-2E34-EAA1-E3F5B311C3E7}"/>
                    </a:ext>
                  </a:extLst>
                </p:cNvPr>
                <p:cNvPicPr/>
                <p:nvPr/>
              </p:nvPicPr>
              <p:blipFill>
                <a:blip r:embed="rId395"/>
                <a:stretch>
                  <a:fillRect/>
                </a:stretch>
              </p:blipFill>
              <p:spPr>
                <a:xfrm>
                  <a:off x="9156038" y="5702183"/>
                  <a:ext cx="31392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396">
              <p14:nvContentPartPr>
                <p14:cNvPr id="237" name="Ink 236">
                  <a:extLst>
                    <a:ext uri="{FF2B5EF4-FFF2-40B4-BE49-F238E27FC236}">
                      <a16:creationId xmlns:a16="http://schemas.microsoft.com/office/drawing/2014/main" id="{F6295BBF-8C1A-0884-1F57-A6E5AD6F897A}"/>
                    </a:ext>
                  </a:extLst>
                </p14:cNvPr>
                <p14:cNvContentPartPr/>
                <p14:nvPr/>
              </p14:nvContentPartPr>
              <p14:xfrm>
                <a:off x="9372038" y="5639543"/>
                <a:ext cx="101880" cy="203760"/>
              </p14:xfrm>
            </p:contentPart>
          </mc:Choice>
          <mc:Fallback>
            <p:pic>
              <p:nvPicPr>
                <p:cNvPr id="237" name="Ink 236">
                  <a:extLst>
                    <a:ext uri="{FF2B5EF4-FFF2-40B4-BE49-F238E27FC236}">
                      <a16:creationId xmlns:a16="http://schemas.microsoft.com/office/drawing/2014/main" id="{F6295BBF-8C1A-0884-1F57-A6E5AD6F897A}"/>
                    </a:ext>
                  </a:extLst>
                </p:cNvPr>
                <p:cNvPicPr/>
                <p:nvPr/>
              </p:nvPicPr>
              <p:blipFill>
                <a:blip r:embed="rId397"/>
                <a:stretch>
                  <a:fillRect/>
                </a:stretch>
              </p:blipFill>
              <p:spPr>
                <a:xfrm>
                  <a:off x="9363398" y="5630903"/>
                  <a:ext cx="119520"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398">
              <p14:nvContentPartPr>
                <p14:cNvPr id="239" name="Ink 238">
                  <a:extLst>
                    <a:ext uri="{FF2B5EF4-FFF2-40B4-BE49-F238E27FC236}">
                      <a16:creationId xmlns:a16="http://schemas.microsoft.com/office/drawing/2014/main" id="{25209EE9-EB0E-CA73-9E8D-D74BEEF0B737}"/>
                    </a:ext>
                  </a:extLst>
                </p14:cNvPr>
                <p14:cNvContentPartPr/>
                <p14:nvPr/>
              </p14:nvContentPartPr>
              <p14:xfrm>
                <a:off x="9534398" y="5624063"/>
                <a:ext cx="326880" cy="302760"/>
              </p14:xfrm>
            </p:contentPart>
          </mc:Choice>
          <mc:Fallback>
            <p:pic>
              <p:nvPicPr>
                <p:cNvPr id="239" name="Ink 238">
                  <a:extLst>
                    <a:ext uri="{FF2B5EF4-FFF2-40B4-BE49-F238E27FC236}">
                      <a16:creationId xmlns:a16="http://schemas.microsoft.com/office/drawing/2014/main" id="{25209EE9-EB0E-CA73-9E8D-D74BEEF0B737}"/>
                    </a:ext>
                  </a:extLst>
                </p:cNvPr>
                <p:cNvPicPr/>
                <p:nvPr/>
              </p:nvPicPr>
              <p:blipFill>
                <a:blip r:embed="rId399"/>
                <a:stretch>
                  <a:fillRect/>
                </a:stretch>
              </p:blipFill>
              <p:spPr>
                <a:xfrm>
                  <a:off x="9525758" y="5615063"/>
                  <a:ext cx="344520" cy="320400"/>
                </a:xfrm>
                <a:prstGeom prst="rect">
                  <a:avLst/>
                </a:prstGeom>
              </p:spPr>
            </p:pic>
          </mc:Fallback>
        </mc:AlternateContent>
        <mc:AlternateContent xmlns:mc="http://schemas.openxmlformats.org/markup-compatibility/2006">
          <mc:Choice xmlns:p14="http://schemas.microsoft.com/office/powerpoint/2010/main" Requires="p14">
            <p:contentPart p14:bwMode="auto" r:id="rId400">
              <p14:nvContentPartPr>
                <p14:cNvPr id="240" name="Ink 239">
                  <a:extLst>
                    <a:ext uri="{FF2B5EF4-FFF2-40B4-BE49-F238E27FC236}">
                      <a16:creationId xmlns:a16="http://schemas.microsoft.com/office/drawing/2014/main" id="{95157C5D-6C6B-F8DB-D2CE-8DAA27C0A2FF}"/>
                    </a:ext>
                  </a:extLst>
                </p14:cNvPr>
                <p14:cNvContentPartPr/>
                <p14:nvPr/>
              </p14:nvContentPartPr>
              <p14:xfrm>
                <a:off x="9626198" y="5713343"/>
                <a:ext cx="146880" cy="48960"/>
              </p14:xfrm>
            </p:contentPart>
          </mc:Choice>
          <mc:Fallback>
            <p:pic>
              <p:nvPicPr>
                <p:cNvPr id="240" name="Ink 239">
                  <a:extLst>
                    <a:ext uri="{FF2B5EF4-FFF2-40B4-BE49-F238E27FC236}">
                      <a16:creationId xmlns:a16="http://schemas.microsoft.com/office/drawing/2014/main" id="{95157C5D-6C6B-F8DB-D2CE-8DAA27C0A2FF}"/>
                    </a:ext>
                  </a:extLst>
                </p:cNvPr>
                <p:cNvPicPr/>
                <p:nvPr/>
              </p:nvPicPr>
              <p:blipFill>
                <a:blip r:embed="rId401"/>
                <a:stretch>
                  <a:fillRect/>
                </a:stretch>
              </p:blipFill>
              <p:spPr>
                <a:xfrm>
                  <a:off x="9617198" y="5704343"/>
                  <a:ext cx="164520" cy="66600"/>
                </a:xfrm>
                <a:prstGeom prst="rect">
                  <a:avLst/>
                </a:prstGeom>
              </p:spPr>
            </p:pic>
          </mc:Fallback>
        </mc:AlternateContent>
        <mc:AlternateContent xmlns:mc="http://schemas.openxmlformats.org/markup-compatibility/2006">
          <mc:Choice xmlns:p14="http://schemas.microsoft.com/office/powerpoint/2010/main" Requires="p14">
            <p:contentPart p14:bwMode="auto" r:id="rId402">
              <p14:nvContentPartPr>
                <p14:cNvPr id="241" name="Ink 240">
                  <a:extLst>
                    <a:ext uri="{FF2B5EF4-FFF2-40B4-BE49-F238E27FC236}">
                      <a16:creationId xmlns:a16="http://schemas.microsoft.com/office/drawing/2014/main" id="{665FD072-41CE-E34A-EE3E-2D5689416ACC}"/>
                    </a:ext>
                  </a:extLst>
                </p14:cNvPr>
                <p14:cNvContentPartPr/>
                <p14:nvPr/>
              </p14:nvContentPartPr>
              <p14:xfrm>
                <a:off x="9738518" y="5786783"/>
                <a:ext cx="114840" cy="42480"/>
              </p14:xfrm>
            </p:contentPart>
          </mc:Choice>
          <mc:Fallback>
            <p:pic>
              <p:nvPicPr>
                <p:cNvPr id="241" name="Ink 240">
                  <a:extLst>
                    <a:ext uri="{FF2B5EF4-FFF2-40B4-BE49-F238E27FC236}">
                      <a16:creationId xmlns:a16="http://schemas.microsoft.com/office/drawing/2014/main" id="{665FD072-41CE-E34A-EE3E-2D5689416ACC}"/>
                    </a:ext>
                  </a:extLst>
                </p:cNvPr>
                <p:cNvPicPr/>
                <p:nvPr/>
              </p:nvPicPr>
              <p:blipFill>
                <a:blip r:embed="rId403"/>
                <a:stretch>
                  <a:fillRect/>
                </a:stretch>
              </p:blipFill>
              <p:spPr>
                <a:xfrm>
                  <a:off x="9729878" y="5778143"/>
                  <a:ext cx="132480" cy="60120"/>
                </a:xfrm>
                <a:prstGeom prst="rect">
                  <a:avLst/>
                </a:prstGeom>
              </p:spPr>
            </p:pic>
          </mc:Fallback>
        </mc:AlternateContent>
        <mc:AlternateContent xmlns:mc="http://schemas.openxmlformats.org/markup-compatibility/2006">
          <mc:Choice xmlns:p14="http://schemas.microsoft.com/office/powerpoint/2010/main" Requires="p14">
            <p:contentPart p14:bwMode="auto" r:id="rId404">
              <p14:nvContentPartPr>
                <p14:cNvPr id="242" name="Ink 241">
                  <a:extLst>
                    <a:ext uri="{FF2B5EF4-FFF2-40B4-BE49-F238E27FC236}">
                      <a16:creationId xmlns:a16="http://schemas.microsoft.com/office/drawing/2014/main" id="{4446CF93-1798-A5A2-7409-0EA5B9519459}"/>
                    </a:ext>
                  </a:extLst>
                </p14:cNvPr>
                <p14:cNvContentPartPr/>
                <p14:nvPr/>
              </p14:nvContentPartPr>
              <p14:xfrm>
                <a:off x="9652478" y="5805503"/>
                <a:ext cx="42840" cy="7200"/>
              </p14:xfrm>
            </p:contentPart>
          </mc:Choice>
          <mc:Fallback>
            <p:pic>
              <p:nvPicPr>
                <p:cNvPr id="242" name="Ink 241">
                  <a:extLst>
                    <a:ext uri="{FF2B5EF4-FFF2-40B4-BE49-F238E27FC236}">
                      <a16:creationId xmlns:a16="http://schemas.microsoft.com/office/drawing/2014/main" id="{4446CF93-1798-A5A2-7409-0EA5B9519459}"/>
                    </a:ext>
                  </a:extLst>
                </p:cNvPr>
                <p:cNvPicPr/>
                <p:nvPr/>
              </p:nvPicPr>
              <p:blipFill>
                <a:blip r:embed="rId405"/>
                <a:stretch>
                  <a:fillRect/>
                </a:stretch>
              </p:blipFill>
              <p:spPr>
                <a:xfrm>
                  <a:off x="9643478" y="5796503"/>
                  <a:ext cx="6048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406">
              <p14:nvContentPartPr>
                <p14:cNvPr id="243" name="Ink 242">
                  <a:extLst>
                    <a:ext uri="{FF2B5EF4-FFF2-40B4-BE49-F238E27FC236}">
                      <a16:creationId xmlns:a16="http://schemas.microsoft.com/office/drawing/2014/main" id="{E95E10D6-6B49-DBB1-D7B8-B3664EA73630}"/>
                    </a:ext>
                  </a:extLst>
                </p14:cNvPr>
                <p14:cNvContentPartPr/>
                <p14:nvPr/>
              </p14:nvContentPartPr>
              <p14:xfrm>
                <a:off x="9632318" y="5805503"/>
                <a:ext cx="42840" cy="39600"/>
              </p14:xfrm>
            </p:contentPart>
          </mc:Choice>
          <mc:Fallback>
            <p:pic>
              <p:nvPicPr>
                <p:cNvPr id="243" name="Ink 242">
                  <a:extLst>
                    <a:ext uri="{FF2B5EF4-FFF2-40B4-BE49-F238E27FC236}">
                      <a16:creationId xmlns:a16="http://schemas.microsoft.com/office/drawing/2014/main" id="{E95E10D6-6B49-DBB1-D7B8-B3664EA73630}"/>
                    </a:ext>
                  </a:extLst>
                </p:cNvPr>
                <p:cNvPicPr/>
                <p:nvPr/>
              </p:nvPicPr>
              <p:blipFill>
                <a:blip r:embed="rId407"/>
                <a:stretch>
                  <a:fillRect/>
                </a:stretch>
              </p:blipFill>
              <p:spPr>
                <a:xfrm>
                  <a:off x="9623678" y="5796863"/>
                  <a:ext cx="60480" cy="57240"/>
                </a:xfrm>
                <a:prstGeom prst="rect">
                  <a:avLst/>
                </a:prstGeom>
              </p:spPr>
            </p:pic>
          </mc:Fallback>
        </mc:AlternateContent>
        <mc:AlternateContent xmlns:mc="http://schemas.openxmlformats.org/markup-compatibility/2006">
          <mc:Choice xmlns:p14="http://schemas.microsoft.com/office/powerpoint/2010/main" Requires="p14">
            <p:contentPart p14:bwMode="auto" r:id="rId408">
              <p14:nvContentPartPr>
                <p14:cNvPr id="244" name="Ink 243">
                  <a:extLst>
                    <a:ext uri="{FF2B5EF4-FFF2-40B4-BE49-F238E27FC236}">
                      <a16:creationId xmlns:a16="http://schemas.microsoft.com/office/drawing/2014/main" id="{C7C38BE7-2911-49F8-5A8F-744532947ED4}"/>
                    </a:ext>
                  </a:extLst>
                </p14:cNvPr>
                <p14:cNvContentPartPr/>
                <p14:nvPr/>
              </p14:nvContentPartPr>
              <p14:xfrm>
                <a:off x="9694958" y="5829263"/>
                <a:ext cx="52920" cy="33480"/>
              </p14:xfrm>
            </p:contentPart>
          </mc:Choice>
          <mc:Fallback>
            <p:pic>
              <p:nvPicPr>
                <p:cNvPr id="244" name="Ink 243">
                  <a:extLst>
                    <a:ext uri="{FF2B5EF4-FFF2-40B4-BE49-F238E27FC236}">
                      <a16:creationId xmlns:a16="http://schemas.microsoft.com/office/drawing/2014/main" id="{C7C38BE7-2911-49F8-5A8F-744532947ED4}"/>
                    </a:ext>
                  </a:extLst>
                </p:cNvPr>
                <p:cNvPicPr/>
                <p:nvPr/>
              </p:nvPicPr>
              <p:blipFill>
                <a:blip r:embed="rId409"/>
                <a:stretch>
                  <a:fillRect/>
                </a:stretch>
              </p:blipFill>
              <p:spPr>
                <a:xfrm>
                  <a:off x="9686318" y="5820623"/>
                  <a:ext cx="70560" cy="51120"/>
                </a:xfrm>
                <a:prstGeom prst="rect">
                  <a:avLst/>
                </a:prstGeom>
              </p:spPr>
            </p:pic>
          </mc:Fallback>
        </mc:AlternateContent>
        <mc:AlternateContent xmlns:mc="http://schemas.openxmlformats.org/markup-compatibility/2006">
          <mc:Choice xmlns:p14="http://schemas.microsoft.com/office/powerpoint/2010/main" Requires="p14">
            <p:contentPart p14:bwMode="auto" r:id="rId410">
              <p14:nvContentPartPr>
                <p14:cNvPr id="245" name="Ink 244">
                  <a:extLst>
                    <a:ext uri="{FF2B5EF4-FFF2-40B4-BE49-F238E27FC236}">
                      <a16:creationId xmlns:a16="http://schemas.microsoft.com/office/drawing/2014/main" id="{7209EA7A-94F7-1129-F126-270FF49F908A}"/>
                    </a:ext>
                  </a:extLst>
                </p14:cNvPr>
                <p14:cNvContentPartPr/>
                <p14:nvPr/>
              </p14:nvContentPartPr>
              <p14:xfrm>
                <a:off x="9727718" y="5386103"/>
                <a:ext cx="103320" cy="150480"/>
              </p14:xfrm>
            </p:contentPart>
          </mc:Choice>
          <mc:Fallback>
            <p:pic>
              <p:nvPicPr>
                <p:cNvPr id="245" name="Ink 244">
                  <a:extLst>
                    <a:ext uri="{FF2B5EF4-FFF2-40B4-BE49-F238E27FC236}">
                      <a16:creationId xmlns:a16="http://schemas.microsoft.com/office/drawing/2014/main" id="{7209EA7A-94F7-1129-F126-270FF49F908A}"/>
                    </a:ext>
                  </a:extLst>
                </p:cNvPr>
                <p:cNvPicPr/>
                <p:nvPr/>
              </p:nvPicPr>
              <p:blipFill>
                <a:blip r:embed="rId411"/>
                <a:stretch>
                  <a:fillRect/>
                </a:stretch>
              </p:blipFill>
              <p:spPr>
                <a:xfrm>
                  <a:off x="9718718" y="5377103"/>
                  <a:ext cx="120960" cy="168120"/>
                </a:xfrm>
                <a:prstGeom prst="rect">
                  <a:avLst/>
                </a:prstGeom>
              </p:spPr>
            </p:pic>
          </mc:Fallback>
        </mc:AlternateContent>
        <mc:AlternateContent xmlns:mc="http://schemas.openxmlformats.org/markup-compatibility/2006">
          <mc:Choice xmlns:p14="http://schemas.microsoft.com/office/powerpoint/2010/main" Requires="p14">
            <p:contentPart p14:bwMode="auto" r:id="rId412">
              <p14:nvContentPartPr>
                <p14:cNvPr id="246" name="Ink 245">
                  <a:extLst>
                    <a:ext uri="{FF2B5EF4-FFF2-40B4-BE49-F238E27FC236}">
                      <a16:creationId xmlns:a16="http://schemas.microsoft.com/office/drawing/2014/main" id="{2E51EFD9-0C09-B393-5CC7-D6B0FB0F13F1}"/>
                    </a:ext>
                  </a:extLst>
                </p14:cNvPr>
                <p14:cNvContentPartPr/>
                <p14:nvPr/>
              </p14:nvContentPartPr>
              <p14:xfrm>
                <a:off x="9782798" y="5437943"/>
                <a:ext cx="23400" cy="17280"/>
              </p14:xfrm>
            </p:contentPart>
          </mc:Choice>
          <mc:Fallback>
            <p:pic>
              <p:nvPicPr>
                <p:cNvPr id="246" name="Ink 245">
                  <a:extLst>
                    <a:ext uri="{FF2B5EF4-FFF2-40B4-BE49-F238E27FC236}">
                      <a16:creationId xmlns:a16="http://schemas.microsoft.com/office/drawing/2014/main" id="{2E51EFD9-0C09-B393-5CC7-D6B0FB0F13F1}"/>
                    </a:ext>
                  </a:extLst>
                </p:cNvPr>
                <p:cNvPicPr/>
                <p:nvPr/>
              </p:nvPicPr>
              <p:blipFill>
                <a:blip r:embed="rId413"/>
                <a:stretch>
                  <a:fillRect/>
                </a:stretch>
              </p:blipFill>
              <p:spPr>
                <a:xfrm>
                  <a:off x="9773798" y="5429303"/>
                  <a:ext cx="41040" cy="34920"/>
                </a:xfrm>
                <a:prstGeom prst="rect">
                  <a:avLst/>
                </a:prstGeom>
              </p:spPr>
            </p:pic>
          </mc:Fallback>
        </mc:AlternateContent>
        <mc:AlternateContent xmlns:mc="http://schemas.openxmlformats.org/markup-compatibility/2006">
          <mc:Choice xmlns:p14="http://schemas.microsoft.com/office/powerpoint/2010/main" Requires="p14">
            <p:contentPart p14:bwMode="auto" r:id="rId414">
              <p14:nvContentPartPr>
                <p14:cNvPr id="247" name="Ink 246">
                  <a:extLst>
                    <a:ext uri="{FF2B5EF4-FFF2-40B4-BE49-F238E27FC236}">
                      <a16:creationId xmlns:a16="http://schemas.microsoft.com/office/drawing/2014/main" id="{666EAB22-CBC6-5B63-F4D2-A6196B9023C3}"/>
                    </a:ext>
                  </a:extLst>
                </p14:cNvPr>
                <p14:cNvContentPartPr/>
                <p14:nvPr/>
              </p14:nvContentPartPr>
              <p14:xfrm>
                <a:off x="9882878" y="5403383"/>
                <a:ext cx="13320" cy="191520"/>
              </p14:xfrm>
            </p:contentPart>
          </mc:Choice>
          <mc:Fallback>
            <p:pic>
              <p:nvPicPr>
                <p:cNvPr id="247" name="Ink 246">
                  <a:extLst>
                    <a:ext uri="{FF2B5EF4-FFF2-40B4-BE49-F238E27FC236}">
                      <a16:creationId xmlns:a16="http://schemas.microsoft.com/office/drawing/2014/main" id="{666EAB22-CBC6-5B63-F4D2-A6196B9023C3}"/>
                    </a:ext>
                  </a:extLst>
                </p:cNvPr>
                <p:cNvPicPr/>
                <p:nvPr/>
              </p:nvPicPr>
              <p:blipFill>
                <a:blip r:embed="rId415"/>
                <a:stretch>
                  <a:fillRect/>
                </a:stretch>
              </p:blipFill>
              <p:spPr>
                <a:xfrm>
                  <a:off x="9873878" y="5394743"/>
                  <a:ext cx="3096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416">
              <p14:nvContentPartPr>
                <p14:cNvPr id="249" name="Ink 248">
                  <a:extLst>
                    <a:ext uri="{FF2B5EF4-FFF2-40B4-BE49-F238E27FC236}">
                      <a16:creationId xmlns:a16="http://schemas.microsoft.com/office/drawing/2014/main" id="{A6A30986-2E73-B6C3-0741-74C1AA6FA39F}"/>
                    </a:ext>
                  </a:extLst>
                </p14:cNvPr>
                <p14:cNvContentPartPr/>
                <p14:nvPr/>
              </p14:nvContentPartPr>
              <p14:xfrm>
                <a:off x="9851558" y="5780303"/>
                <a:ext cx="370440" cy="7920"/>
              </p14:xfrm>
            </p:contentPart>
          </mc:Choice>
          <mc:Fallback>
            <p:pic>
              <p:nvPicPr>
                <p:cNvPr id="249" name="Ink 248">
                  <a:extLst>
                    <a:ext uri="{FF2B5EF4-FFF2-40B4-BE49-F238E27FC236}">
                      <a16:creationId xmlns:a16="http://schemas.microsoft.com/office/drawing/2014/main" id="{A6A30986-2E73-B6C3-0741-74C1AA6FA39F}"/>
                    </a:ext>
                  </a:extLst>
                </p:cNvPr>
                <p:cNvPicPr/>
                <p:nvPr/>
              </p:nvPicPr>
              <p:blipFill>
                <a:blip r:embed="rId417"/>
                <a:stretch>
                  <a:fillRect/>
                </a:stretch>
              </p:blipFill>
              <p:spPr>
                <a:xfrm>
                  <a:off x="9842558" y="5771303"/>
                  <a:ext cx="38808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418">
              <p14:nvContentPartPr>
                <p14:cNvPr id="250" name="Ink 249">
                  <a:extLst>
                    <a:ext uri="{FF2B5EF4-FFF2-40B4-BE49-F238E27FC236}">
                      <a16:creationId xmlns:a16="http://schemas.microsoft.com/office/drawing/2014/main" id="{F5543559-C582-7E9E-2990-EB16EAC0BE3E}"/>
                    </a:ext>
                  </a:extLst>
                </p14:cNvPr>
                <p14:cNvContentPartPr/>
                <p14:nvPr/>
              </p14:nvContentPartPr>
              <p14:xfrm>
                <a:off x="10151798" y="5724143"/>
                <a:ext cx="139680" cy="108720"/>
              </p14:xfrm>
            </p:contentPart>
          </mc:Choice>
          <mc:Fallback>
            <p:pic>
              <p:nvPicPr>
                <p:cNvPr id="250" name="Ink 249">
                  <a:extLst>
                    <a:ext uri="{FF2B5EF4-FFF2-40B4-BE49-F238E27FC236}">
                      <a16:creationId xmlns:a16="http://schemas.microsoft.com/office/drawing/2014/main" id="{F5543559-C582-7E9E-2990-EB16EAC0BE3E}"/>
                    </a:ext>
                  </a:extLst>
                </p:cNvPr>
                <p:cNvPicPr/>
                <p:nvPr/>
              </p:nvPicPr>
              <p:blipFill>
                <a:blip r:embed="rId419"/>
                <a:stretch>
                  <a:fillRect/>
                </a:stretch>
              </p:blipFill>
              <p:spPr>
                <a:xfrm>
                  <a:off x="10142798" y="5715143"/>
                  <a:ext cx="157320" cy="126360"/>
                </a:xfrm>
                <a:prstGeom prst="rect">
                  <a:avLst/>
                </a:prstGeom>
              </p:spPr>
            </p:pic>
          </mc:Fallback>
        </mc:AlternateContent>
      </p:grpSp>
      <p:grpSp>
        <p:nvGrpSpPr>
          <p:cNvPr id="255" name="Group 254">
            <a:extLst>
              <a:ext uri="{FF2B5EF4-FFF2-40B4-BE49-F238E27FC236}">
                <a16:creationId xmlns:a16="http://schemas.microsoft.com/office/drawing/2014/main" id="{F9C5AFF6-F017-46F9-008A-C92E15220F58}"/>
              </a:ext>
            </a:extLst>
          </p:cNvPr>
          <p:cNvGrpSpPr/>
          <p:nvPr/>
        </p:nvGrpSpPr>
        <p:grpSpPr>
          <a:xfrm>
            <a:off x="10553198" y="5648903"/>
            <a:ext cx="355320" cy="276120"/>
            <a:chOff x="10553198" y="5648903"/>
            <a:chExt cx="355320" cy="276120"/>
          </a:xfrm>
        </p:grpSpPr>
        <mc:AlternateContent xmlns:mc="http://schemas.openxmlformats.org/markup-compatibility/2006">
          <mc:Choice xmlns:p14="http://schemas.microsoft.com/office/powerpoint/2010/main" Requires="p14">
            <p:contentPart p14:bwMode="auto" r:id="rId420">
              <p14:nvContentPartPr>
                <p14:cNvPr id="252" name="Ink 251">
                  <a:extLst>
                    <a:ext uri="{FF2B5EF4-FFF2-40B4-BE49-F238E27FC236}">
                      <a16:creationId xmlns:a16="http://schemas.microsoft.com/office/drawing/2014/main" id="{CC4D5B2A-5042-CD7D-E196-73DA81AC9C4C}"/>
                    </a:ext>
                  </a:extLst>
                </p14:cNvPr>
                <p14:cNvContentPartPr/>
                <p14:nvPr/>
              </p14:nvContentPartPr>
              <p14:xfrm>
                <a:off x="10553198" y="5648903"/>
                <a:ext cx="355320" cy="276120"/>
              </p14:xfrm>
            </p:contentPart>
          </mc:Choice>
          <mc:Fallback>
            <p:pic>
              <p:nvPicPr>
                <p:cNvPr id="252" name="Ink 251">
                  <a:extLst>
                    <a:ext uri="{FF2B5EF4-FFF2-40B4-BE49-F238E27FC236}">
                      <a16:creationId xmlns:a16="http://schemas.microsoft.com/office/drawing/2014/main" id="{CC4D5B2A-5042-CD7D-E196-73DA81AC9C4C}"/>
                    </a:ext>
                  </a:extLst>
                </p:cNvPr>
                <p:cNvPicPr/>
                <p:nvPr/>
              </p:nvPicPr>
              <p:blipFill>
                <a:blip r:embed="rId421"/>
                <a:stretch>
                  <a:fillRect/>
                </a:stretch>
              </p:blipFill>
              <p:spPr>
                <a:xfrm>
                  <a:off x="10544198" y="5640263"/>
                  <a:ext cx="372960" cy="293760"/>
                </a:xfrm>
                <a:prstGeom prst="rect">
                  <a:avLst/>
                </a:prstGeom>
              </p:spPr>
            </p:pic>
          </mc:Fallback>
        </mc:AlternateContent>
        <mc:AlternateContent xmlns:mc="http://schemas.openxmlformats.org/markup-compatibility/2006">
          <mc:Choice xmlns:p14="http://schemas.microsoft.com/office/powerpoint/2010/main" Requires="p14">
            <p:contentPart p14:bwMode="auto" r:id="rId422">
              <p14:nvContentPartPr>
                <p14:cNvPr id="253" name="Ink 252">
                  <a:extLst>
                    <a:ext uri="{FF2B5EF4-FFF2-40B4-BE49-F238E27FC236}">
                      <a16:creationId xmlns:a16="http://schemas.microsoft.com/office/drawing/2014/main" id="{D7F65295-540E-9889-6C8E-39C2A16FE675}"/>
                    </a:ext>
                  </a:extLst>
                </p14:cNvPr>
                <p14:cNvContentPartPr/>
                <p14:nvPr/>
              </p14:nvContentPartPr>
              <p14:xfrm>
                <a:off x="10553198" y="5653943"/>
                <a:ext cx="328680" cy="244800"/>
              </p14:xfrm>
            </p:contentPart>
          </mc:Choice>
          <mc:Fallback>
            <p:pic>
              <p:nvPicPr>
                <p:cNvPr id="253" name="Ink 252">
                  <a:extLst>
                    <a:ext uri="{FF2B5EF4-FFF2-40B4-BE49-F238E27FC236}">
                      <a16:creationId xmlns:a16="http://schemas.microsoft.com/office/drawing/2014/main" id="{D7F65295-540E-9889-6C8E-39C2A16FE675}"/>
                    </a:ext>
                  </a:extLst>
                </p:cNvPr>
                <p:cNvPicPr/>
                <p:nvPr/>
              </p:nvPicPr>
              <p:blipFill>
                <a:blip r:embed="rId423"/>
                <a:stretch>
                  <a:fillRect/>
                </a:stretch>
              </p:blipFill>
              <p:spPr>
                <a:xfrm>
                  <a:off x="10544198" y="5645303"/>
                  <a:ext cx="346320" cy="262440"/>
                </a:xfrm>
                <a:prstGeom prst="rect">
                  <a:avLst/>
                </a:prstGeom>
              </p:spPr>
            </p:pic>
          </mc:Fallback>
        </mc:AlternateContent>
        <mc:AlternateContent xmlns:mc="http://schemas.openxmlformats.org/markup-compatibility/2006">
          <mc:Choice xmlns:p14="http://schemas.microsoft.com/office/powerpoint/2010/main" Requires="p14">
            <p:contentPart p14:bwMode="auto" r:id="rId424">
              <p14:nvContentPartPr>
                <p14:cNvPr id="254" name="Ink 253">
                  <a:extLst>
                    <a:ext uri="{FF2B5EF4-FFF2-40B4-BE49-F238E27FC236}">
                      <a16:creationId xmlns:a16="http://schemas.microsoft.com/office/drawing/2014/main" id="{3C7F3CF2-D573-F23E-388C-A62E1E7FC9AE}"/>
                    </a:ext>
                  </a:extLst>
                </p14:cNvPr>
                <p14:cNvContentPartPr/>
                <p14:nvPr/>
              </p14:nvContentPartPr>
              <p14:xfrm>
                <a:off x="10754798" y="5686703"/>
                <a:ext cx="93600" cy="44640"/>
              </p14:xfrm>
            </p:contentPart>
          </mc:Choice>
          <mc:Fallback>
            <p:pic>
              <p:nvPicPr>
                <p:cNvPr id="254" name="Ink 253">
                  <a:extLst>
                    <a:ext uri="{FF2B5EF4-FFF2-40B4-BE49-F238E27FC236}">
                      <a16:creationId xmlns:a16="http://schemas.microsoft.com/office/drawing/2014/main" id="{3C7F3CF2-D573-F23E-388C-A62E1E7FC9AE}"/>
                    </a:ext>
                  </a:extLst>
                </p:cNvPr>
                <p:cNvPicPr/>
                <p:nvPr/>
              </p:nvPicPr>
              <p:blipFill>
                <a:blip r:embed="rId425"/>
                <a:stretch>
                  <a:fillRect/>
                </a:stretch>
              </p:blipFill>
              <p:spPr>
                <a:xfrm>
                  <a:off x="10746158" y="5677703"/>
                  <a:ext cx="111240" cy="62280"/>
                </a:xfrm>
                <a:prstGeom prst="rect">
                  <a:avLst/>
                </a:prstGeom>
              </p:spPr>
            </p:pic>
          </mc:Fallback>
        </mc:AlternateContent>
      </p:grpSp>
      <p:grpSp>
        <p:nvGrpSpPr>
          <p:cNvPr id="258" name="Group 257">
            <a:extLst>
              <a:ext uri="{FF2B5EF4-FFF2-40B4-BE49-F238E27FC236}">
                <a16:creationId xmlns:a16="http://schemas.microsoft.com/office/drawing/2014/main" id="{EE7FA56C-A970-DE91-FC0A-A4B9DD47B577}"/>
              </a:ext>
            </a:extLst>
          </p:cNvPr>
          <p:cNvGrpSpPr/>
          <p:nvPr/>
        </p:nvGrpSpPr>
        <p:grpSpPr>
          <a:xfrm>
            <a:off x="9356918" y="6007823"/>
            <a:ext cx="1091520" cy="249120"/>
            <a:chOff x="9356918" y="6007823"/>
            <a:chExt cx="1091520" cy="249120"/>
          </a:xfrm>
        </p:grpSpPr>
        <mc:AlternateContent xmlns:mc="http://schemas.openxmlformats.org/markup-compatibility/2006">
          <mc:Choice xmlns:p14="http://schemas.microsoft.com/office/powerpoint/2010/main" Requires="p14">
            <p:contentPart p14:bwMode="auto" r:id="rId426">
              <p14:nvContentPartPr>
                <p14:cNvPr id="256" name="Ink 255">
                  <a:extLst>
                    <a:ext uri="{FF2B5EF4-FFF2-40B4-BE49-F238E27FC236}">
                      <a16:creationId xmlns:a16="http://schemas.microsoft.com/office/drawing/2014/main" id="{7620A19C-57CC-59E2-E1C0-B429286184B7}"/>
                    </a:ext>
                  </a:extLst>
                </p14:cNvPr>
                <p14:cNvContentPartPr/>
                <p14:nvPr/>
              </p14:nvContentPartPr>
              <p14:xfrm>
                <a:off x="9356918" y="6054263"/>
                <a:ext cx="1062360" cy="202680"/>
              </p14:xfrm>
            </p:contentPart>
          </mc:Choice>
          <mc:Fallback>
            <p:pic>
              <p:nvPicPr>
                <p:cNvPr id="256" name="Ink 255">
                  <a:extLst>
                    <a:ext uri="{FF2B5EF4-FFF2-40B4-BE49-F238E27FC236}">
                      <a16:creationId xmlns:a16="http://schemas.microsoft.com/office/drawing/2014/main" id="{7620A19C-57CC-59E2-E1C0-B429286184B7}"/>
                    </a:ext>
                  </a:extLst>
                </p:cNvPr>
                <p:cNvPicPr/>
                <p:nvPr/>
              </p:nvPicPr>
              <p:blipFill>
                <a:blip r:embed="rId427"/>
                <a:stretch>
                  <a:fillRect/>
                </a:stretch>
              </p:blipFill>
              <p:spPr>
                <a:xfrm>
                  <a:off x="9348278" y="6045263"/>
                  <a:ext cx="1080000" cy="220320"/>
                </a:xfrm>
                <a:prstGeom prst="rect">
                  <a:avLst/>
                </a:prstGeom>
              </p:spPr>
            </p:pic>
          </mc:Fallback>
        </mc:AlternateContent>
        <mc:AlternateContent xmlns:mc="http://schemas.openxmlformats.org/markup-compatibility/2006">
          <mc:Choice xmlns:p14="http://schemas.microsoft.com/office/powerpoint/2010/main" Requires="p14">
            <p:contentPart p14:bwMode="auto" r:id="rId428">
              <p14:nvContentPartPr>
                <p14:cNvPr id="257" name="Ink 256">
                  <a:extLst>
                    <a:ext uri="{FF2B5EF4-FFF2-40B4-BE49-F238E27FC236}">
                      <a16:creationId xmlns:a16="http://schemas.microsoft.com/office/drawing/2014/main" id="{BC3468E9-825C-85C1-310C-B4937CC95209}"/>
                    </a:ext>
                  </a:extLst>
                </p14:cNvPr>
                <p14:cNvContentPartPr/>
                <p14:nvPr/>
              </p14:nvContentPartPr>
              <p14:xfrm>
                <a:off x="10371398" y="6007823"/>
                <a:ext cx="77040" cy="45360"/>
              </p14:xfrm>
            </p:contentPart>
          </mc:Choice>
          <mc:Fallback>
            <p:pic>
              <p:nvPicPr>
                <p:cNvPr id="257" name="Ink 256">
                  <a:extLst>
                    <a:ext uri="{FF2B5EF4-FFF2-40B4-BE49-F238E27FC236}">
                      <a16:creationId xmlns:a16="http://schemas.microsoft.com/office/drawing/2014/main" id="{BC3468E9-825C-85C1-310C-B4937CC95209}"/>
                    </a:ext>
                  </a:extLst>
                </p:cNvPr>
                <p:cNvPicPr/>
                <p:nvPr/>
              </p:nvPicPr>
              <p:blipFill>
                <a:blip r:embed="rId429"/>
                <a:stretch>
                  <a:fillRect/>
                </a:stretch>
              </p:blipFill>
              <p:spPr>
                <a:xfrm>
                  <a:off x="10362398" y="5999183"/>
                  <a:ext cx="94680" cy="63000"/>
                </a:xfrm>
                <a:prstGeom prst="rect">
                  <a:avLst/>
                </a:prstGeom>
              </p:spPr>
            </p:pic>
          </mc:Fallback>
        </mc:AlternateContent>
      </p:grpSp>
      <p:grpSp>
        <p:nvGrpSpPr>
          <p:cNvPr id="265" name="Group 264">
            <a:extLst>
              <a:ext uri="{FF2B5EF4-FFF2-40B4-BE49-F238E27FC236}">
                <a16:creationId xmlns:a16="http://schemas.microsoft.com/office/drawing/2014/main" id="{CD0CD0A7-AE60-E11C-BEA3-162541DBD0EA}"/>
              </a:ext>
            </a:extLst>
          </p:cNvPr>
          <p:cNvGrpSpPr/>
          <p:nvPr/>
        </p:nvGrpSpPr>
        <p:grpSpPr>
          <a:xfrm>
            <a:off x="11223158" y="5225183"/>
            <a:ext cx="491760" cy="168840"/>
            <a:chOff x="11223158" y="5225183"/>
            <a:chExt cx="491760" cy="168840"/>
          </a:xfrm>
        </p:grpSpPr>
        <mc:AlternateContent xmlns:mc="http://schemas.openxmlformats.org/markup-compatibility/2006">
          <mc:Choice xmlns:p14="http://schemas.microsoft.com/office/powerpoint/2010/main" Requires="p14">
            <p:contentPart p14:bwMode="auto" r:id="rId430">
              <p14:nvContentPartPr>
                <p14:cNvPr id="259" name="Ink 258">
                  <a:extLst>
                    <a:ext uri="{FF2B5EF4-FFF2-40B4-BE49-F238E27FC236}">
                      <a16:creationId xmlns:a16="http://schemas.microsoft.com/office/drawing/2014/main" id="{93FED80A-3D2D-81F4-3482-0BAE365150D8}"/>
                    </a:ext>
                  </a:extLst>
                </p14:cNvPr>
                <p14:cNvContentPartPr/>
                <p14:nvPr/>
              </p14:nvContentPartPr>
              <p14:xfrm>
                <a:off x="11223158" y="5225183"/>
                <a:ext cx="143280" cy="168120"/>
              </p14:xfrm>
            </p:contentPart>
          </mc:Choice>
          <mc:Fallback>
            <p:pic>
              <p:nvPicPr>
                <p:cNvPr id="259" name="Ink 258">
                  <a:extLst>
                    <a:ext uri="{FF2B5EF4-FFF2-40B4-BE49-F238E27FC236}">
                      <a16:creationId xmlns:a16="http://schemas.microsoft.com/office/drawing/2014/main" id="{93FED80A-3D2D-81F4-3482-0BAE365150D8}"/>
                    </a:ext>
                  </a:extLst>
                </p:cNvPr>
                <p:cNvPicPr/>
                <p:nvPr/>
              </p:nvPicPr>
              <p:blipFill>
                <a:blip r:embed="rId431"/>
                <a:stretch>
                  <a:fillRect/>
                </a:stretch>
              </p:blipFill>
              <p:spPr>
                <a:xfrm>
                  <a:off x="11214518" y="5216543"/>
                  <a:ext cx="16092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432">
              <p14:nvContentPartPr>
                <p14:cNvPr id="260" name="Ink 259">
                  <a:extLst>
                    <a:ext uri="{FF2B5EF4-FFF2-40B4-BE49-F238E27FC236}">
                      <a16:creationId xmlns:a16="http://schemas.microsoft.com/office/drawing/2014/main" id="{C790D4B7-812F-37EA-7873-24C3E1F31D17}"/>
                    </a:ext>
                  </a:extLst>
                </p14:cNvPr>
                <p14:cNvContentPartPr/>
                <p14:nvPr/>
              </p14:nvContentPartPr>
              <p14:xfrm>
                <a:off x="11448518" y="5310503"/>
                <a:ext cx="75960" cy="83520"/>
              </p14:xfrm>
            </p:contentPart>
          </mc:Choice>
          <mc:Fallback>
            <p:pic>
              <p:nvPicPr>
                <p:cNvPr id="260" name="Ink 259">
                  <a:extLst>
                    <a:ext uri="{FF2B5EF4-FFF2-40B4-BE49-F238E27FC236}">
                      <a16:creationId xmlns:a16="http://schemas.microsoft.com/office/drawing/2014/main" id="{C790D4B7-812F-37EA-7873-24C3E1F31D17}"/>
                    </a:ext>
                  </a:extLst>
                </p:cNvPr>
                <p:cNvPicPr/>
                <p:nvPr/>
              </p:nvPicPr>
              <p:blipFill>
                <a:blip r:embed="rId433"/>
                <a:stretch>
                  <a:fillRect/>
                </a:stretch>
              </p:blipFill>
              <p:spPr>
                <a:xfrm>
                  <a:off x="11439878" y="5301503"/>
                  <a:ext cx="93600" cy="101160"/>
                </a:xfrm>
                <a:prstGeom prst="rect">
                  <a:avLst/>
                </a:prstGeom>
              </p:spPr>
            </p:pic>
          </mc:Fallback>
        </mc:AlternateContent>
        <mc:AlternateContent xmlns:mc="http://schemas.openxmlformats.org/markup-compatibility/2006">
          <mc:Choice xmlns:p14="http://schemas.microsoft.com/office/powerpoint/2010/main" Requires="p14">
            <p:contentPart p14:bwMode="auto" r:id="rId434">
              <p14:nvContentPartPr>
                <p14:cNvPr id="261" name="Ink 260">
                  <a:extLst>
                    <a:ext uri="{FF2B5EF4-FFF2-40B4-BE49-F238E27FC236}">
                      <a16:creationId xmlns:a16="http://schemas.microsoft.com/office/drawing/2014/main" id="{82CFE9EF-E242-EE42-711E-41E7295E887F}"/>
                    </a:ext>
                  </a:extLst>
                </p14:cNvPr>
                <p14:cNvContentPartPr/>
                <p14:nvPr/>
              </p14:nvContentPartPr>
              <p14:xfrm>
                <a:off x="11548958" y="5266583"/>
                <a:ext cx="23040" cy="105840"/>
              </p14:xfrm>
            </p:contentPart>
          </mc:Choice>
          <mc:Fallback>
            <p:pic>
              <p:nvPicPr>
                <p:cNvPr id="261" name="Ink 260">
                  <a:extLst>
                    <a:ext uri="{FF2B5EF4-FFF2-40B4-BE49-F238E27FC236}">
                      <a16:creationId xmlns:a16="http://schemas.microsoft.com/office/drawing/2014/main" id="{82CFE9EF-E242-EE42-711E-41E7295E887F}"/>
                    </a:ext>
                  </a:extLst>
                </p:cNvPr>
                <p:cNvPicPr/>
                <p:nvPr/>
              </p:nvPicPr>
              <p:blipFill>
                <a:blip r:embed="rId435"/>
                <a:stretch>
                  <a:fillRect/>
                </a:stretch>
              </p:blipFill>
              <p:spPr>
                <a:xfrm>
                  <a:off x="11539958" y="5257583"/>
                  <a:ext cx="4068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436">
              <p14:nvContentPartPr>
                <p14:cNvPr id="262" name="Ink 261">
                  <a:extLst>
                    <a:ext uri="{FF2B5EF4-FFF2-40B4-BE49-F238E27FC236}">
                      <a16:creationId xmlns:a16="http://schemas.microsoft.com/office/drawing/2014/main" id="{F690DD9E-B8FF-D0DB-F9BA-BB8C6842B2C3}"/>
                    </a:ext>
                  </a:extLst>
                </p14:cNvPr>
                <p14:cNvContentPartPr/>
                <p14:nvPr/>
              </p14:nvContentPartPr>
              <p14:xfrm>
                <a:off x="11542478" y="5292503"/>
                <a:ext cx="56160" cy="12240"/>
              </p14:xfrm>
            </p:contentPart>
          </mc:Choice>
          <mc:Fallback>
            <p:pic>
              <p:nvPicPr>
                <p:cNvPr id="262" name="Ink 261">
                  <a:extLst>
                    <a:ext uri="{FF2B5EF4-FFF2-40B4-BE49-F238E27FC236}">
                      <a16:creationId xmlns:a16="http://schemas.microsoft.com/office/drawing/2014/main" id="{F690DD9E-B8FF-D0DB-F9BA-BB8C6842B2C3}"/>
                    </a:ext>
                  </a:extLst>
                </p:cNvPr>
                <p:cNvPicPr/>
                <p:nvPr/>
              </p:nvPicPr>
              <p:blipFill>
                <a:blip r:embed="rId437"/>
                <a:stretch>
                  <a:fillRect/>
                </a:stretch>
              </p:blipFill>
              <p:spPr>
                <a:xfrm>
                  <a:off x="11533478" y="5283863"/>
                  <a:ext cx="7380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438">
              <p14:nvContentPartPr>
                <p14:cNvPr id="263" name="Ink 262">
                  <a:extLst>
                    <a:ext uri="{FF2B5EF4-FFF2-40B4-BE49-F238E27FC236}">
                      <a16:creationId xmlns:a16="http://schemas.microsoft.com/office/drawing/2014/main" id="{2C054511-CC07-0AEF-40C4-60ED51971A4D}"/>
                    </a:ext>
                  </a:extLst>
                </p14:cNvPr>
                <p14:cNvContentPartPr/>
                <p14:nvPr/>
              </p14:nvContentPartPr>
              <p14:xfrm>
                <a:off x="11664158" y="5281703"/>
                <a:ext cx="50760" cy="110520"/>
              </p14:xfrm>
            </p:contentPart>
          </mc:Choice>
          <mc:Fallback>
            <p:pic>
              <p:nvPicPr>
                <p:cNvPr id="263" name="Ink 262">
                  <a:extLst>
                    <a:ext uri="{FF2B5EF4-FFF2-40B4-BE49-F238E27FC236}">
                      <a16:creationId xmlns:a16="http://schemas.microsoft.com/office/drawing/2014/main" id="{2C054511-CC07-0AEF-40C4-60ED51971A4D}"/>
                    </a:ext>
                  </a:extLst>
                </p:cNvPr>
                <p:cNvPicPr/>
                <p:nvPr/>
              </p:nvPicPr>
              <p:blipFill>
                <a:blip r:embed="rId439"/>
                <a:stretch>
                  <a:fillRect/>
                </a:stretch>
              </p:blipFill>
              <p:spPr>
                <a:xfrm>
                  <a:off x="11655158" y="5273063"/>
                  <a:ext cx="68400" cy="1281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40">
            <p14:nvContentPartPr>
              <p14:cNvPr id="264" name="Ink 263">
                <a:extLst>
                  <a:ext uri="{FF2B5EF4-FFF2-40B4-BE49-F238E27FC236}">
                    <a16:creationId xmlns:a16="http://schemas.microsoft.com/office/drawing/2014/main" id="{357FEC6E-072B-FE2F-CA23-CABF1BE53E9F}"/>
                  </a:ext>
                </a:extLst>
              </p14:cNvPr>
              <p14:cNvContentPartPr/>
              <p14:nvPr/>
            </p14:nvContentPartPr>
            <p14:xfrm>
              <a:off x="11361038" y="5585543"/>
              <a:ext cx="360" cy="1440"/>
            </p14:xfrm>
          </p:contentPart>
        </mc:Choice>
        <mc:Fallback>
          <p:pic>
            <p:nvPicPr>
              <p:cNvPr id="264" name="Ink 263">
                <a:extLst>
                  <a:ext uri="{FF2B5EF4-FFF2-40B4-BE49-F238E27FC236}">
                    <a16:creationId xmlns:a16="http://schemas.microsoft.com/office/drawing/2014/main" id="{357FEC6E-072B-FE2F-CA23-CABF1BE53E9F}"/>
                  </a:ext>
                </a:extLst>
              </p:cNvPr>
              <p:cNvPicPr/>
              <p:nvPr/>
            </p:nvPicPr>
            <p:blipFill>
              <a:blip r:embed="rId441"/>
              <a:stretch>
                <a:fillRect/>
              </a:stretch>
            </p:blipFill>
            <p:spPr>
              <a:xfrm>
                <a:off x="11352038" y="5576543"/>
                <a:ext cx="18000" cy="19080"/>
              </a:xfrm>
              <a:prstGeom prst="rect">
                <a:avLst/>
              </a:prstGeom>
            </p:spPr>
          </p:pic>
        </mc:Fallback>
      </mc:AlternateContent>
      <p:grpSp>
        <p:nvGrpSpPr>
          <p:cNvPr id="270" name="Group 269">
            <a:extLst>
              <a:ext uri="{FF2B5EF4-FFF2-40B4-BE49-F238E27FC236}">
                <a16:creationId xmlns:a16="http://schemas.microsoft.com/office/drawing/2014/main" id="{A05BEFC8-2C23-23B8-4BC9-542D1EFCBEF9}"/>
              </a:ext>
            </a:extLst>
          </p:cNvPr>
          <p:cNvGrpSpPr/>
          <p:nvPr/>
        </p:nvGrpSpPr>
        <p:grpSpPr>
          <a:xfrm>
            <a:off x="11342318" y="5510303"/>
            <a:ext cx="546480" cy="232560"/>
            <a:chOff x="11342318" y="5510303"/>
            <a:chExt cx="546480" cy="232560"/>
          </a:xfrm>
        </p:grpSpPr>
        <mc:AlternateContent xmlns:mc="http://schemas.openxmlformats.org/markup-compatibility/2006">
          <mc:Choice xmlns:p14="http://schemas.microsoft.com/office/powerpoint/2010/main" Requires="p14">
            <p:contentPart p14:bwMode="auto" r:id="rId442">
              <p14:nvContentPartPr>
                <p14:cNvPr id="266" name="Ink 265">
                  <a:extLst>
                    <a:ext uri="{FF2B5EF4-FFF2-40B4-BE49-F238E27FC236}">
                      <a16:creationId xmlns:a16="http://schemas.microsoft.com/office/drawing/2014/main" id="{E7FDB185-303B-30CA-C48D-D302EFD15AF0}"/>
                    </a:ext>
                  </a:extLst>
                </p14:cNvPr>
                <p14:cNvContentPartPr/>
                <p14:nvPr/>
              </p14:nvContentPartPr>
              <p14:xfrm>
                <a:off x="11342318" y="5529743"/>
                <a:ext cx="224280" cy="213120"/>
              </p14:xfrm>
            </p:contentPart>
          </mc:Choice>
          <mc:Fallback>
            <p:pic>
              <p:nvPicPr>
                <p:cNvPr id="266" name="Ink 265">
                  <a:extLst>
                    <a:ext uri="{FF2B5EF4-FFF2-40B4-BE49-F238E27FC236}">
                      <a16:creationId xmlns:a16="http://schemas.microsoft.com/office/drawing/2014/main" id="{E7FDB185-303B-30CA-C48D-D302EFD15AF0}"/>
                    </a:ext>
                  </a:extLst>
                </p:cNvPr>
                <p:cNvPicPr/>
                <p:nvPr/>
              </p:nvPicPr>
              <p:blipFill>
                <a:blip r:embed="rId443"/>
                <a:stretch>
                  <a:fillRect/>
                </a:stretch>
              </p:blipFill>
              <p:spPr>
                <a:xfrm>
                  <a:off x="11333318" y="5521103"/>
                  <a:ext cx="24192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444">
              <p14:nvContentPartPr>
                <p14:cNvPr id="267" name="Ink 266">
                  <a:extLst>
                    <a:ext uri="{FF2B5EF4-FFF2-40B4-BE49-F238E27FC236}">
                      <a16:creationId xmlns:a16="http://schemas.microsoft.com/office/drawing/2014/main" id="{749BD9B6-7247-C66A-E9CE-EF88E8E86D85}"/>
                    </a:ext>
                  </a:extLst>
                </p14:cNvPr>
                <p14:cNvContentPartPr/>
                <p14:nvPr/>
              </p14:nvContentPartPr>
              <p14:xfrm>
                <a:off x="11606198" y="5545223"/>
                <a:ext cx="123480" cy="174600"/>
              </p14:xfrm>
            </p:contentPart>
          </mc:Choice>
          <mc:Fallback>
            <p:pic>
              <p:nvPicPr>
                <p:cNvPr id="267" name="Ink 266">
                  <a:extLst>
                    <a:ext uri="{FF2B5EF4-FFF2-40B4-BE49-F238E27FC236}">
                      <a16:creationId xmlns:a16="http://schemas.microsoft.com/office/drawing/2014/main" id="{749BD9B6-7247-C66A-E9CE-EF88E8E86D85}"/>
                    </a:ext>
                  </a:extLst>
                </p:cNvPr>
                <p:cNvPicPr/>
                <p:nvPr/>
              </p:nvPicPr>
              <p:blipFill>
                <a:blip r:embed="rId445"/>
                <a:stretch>
                  <a:fillRect/>
                </a:stretch>
              </p:blipFill>
              <p:spPr>
                <a:xfrm>
                  <a:off x="11597558" y="5536583"/>
                  <a:ext cx="141120" cy="192240"/>
                </a:xfrm>
                <a:prstGeom prst="rect">
                  <a:avLst/>
                </a:prstGeom>
              </p:spPr>
            </p:pic>
          </mc:Fallback>
        </mc:AlternateContent>
        <mc:AlternateContent xmlns:mc="http://schemas.openxmlformats.org/markup-compatibility/2006">
          <mc:Choice xmlns:p14="http://schemas.microsoft.com/office/powerpoint/2010/main" Requires="p14">
            <p:contentPart p14:bwMode="auto" r:id="rId446">
              <p14:nvContentPartPr>
                <p14:cNvPr id="268" name="Ink 267">
                  <a:extLst>
                    <a:ext uri="{FF2B5EF4-FFF2-40B4-BE49-F238E27FC236}">
                      <a16:creationId xmlns:a16="http://schemas.microsoft.com/office/drawing/2014/main" id="{470599CA-A3C6-4724-B09F-6286FBCCBEF5}"/>
                    </a:ext>
                  </a:extLst>
                </p14:cNvPr>
                <p14:cNvContentPartPr/>
                <p14:nvPr/>
              </p14:nvContentPartPr>
              <p14:xfrm>
                <a:off x="11658398" y="5616503"/>
                <a:ext cx="111240" cy="39240"/>
              </p14:xfrm>
            </p:contentPart>
          </mc:Choice>
          <mc:Fallback>
            <p:pic>
              <p:nvPicPr>
                <p:cNvPr id="268" name="Ink 267">
                  <a:extLst>
                    <a:ext uri="{FF2B5EF4-FFF2-40B4-BE49-F238E27FC236}">
                      <a16:creationId xmlns:a16="http://schemas.microsoft.com/office/drawing/2014/main" id="{470599CA-A3C6-4724-B09F-6286FBCCBEF5}"/>
                    </a:ext>
                  </a:extLst>
                </p:cNvPr>
                <p:cNvPicPr/>
                <p:nvPr/>
              </p:nvPicPr>
              <p:blipFill>
                <a:blip r:embed="rId447"/>
                <a:stretch>
                  <a:fillRect/>
                </a:stretch>
              </p:blipFill>
              <p:spPr>
                <a:xfrm>
                  <a:off x="11649758" y="5607863"/>
                  <a:ext cx="12888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448">
              <p14:nvContentPartPr>
                <p14:cNvPr id="269" name="Ink 268">
                  <a:extLst>
                    <a:ext uri="{FF2B5EF4-FFF2-40B4-BE49-F238E27FC236}">
                      <a16:creationId xmlns:a16="http://schemas.microsoft.com/office/drawing/2014/main" id="{200B9B6A-2A93-F1E0-5159-643D122492C1}"/>
                    </a:ext>
                  </a:extLst>
                </p14:cNvPr>
                <p14:cNvContentPartPr/>
                <p14:nvPr/>
              </p14:nvContentPartPr>
              <p14:xfrm>
                <a:off x="11780438" y="5510303"/>
                <a:ext cx="108360" cy="188280"/>
              </p14:xfrm>
            </p:contentPart>
          </mc:Choice>
          <mc:Fallback>
            <p:pic>
              <p:nvPicPr>
                <p:cNvPr id="269" name="Ink 268">
                  <a:extLst>
                    <a:ext uri="{FF2B5EF4-FFF2-40B4-BE49-F238E27FC236}">
                      <a16:creationId xmlns:a16="http://schemas.microsoft.com/office/drawing/2014/main" id="{200B9B6A-2A93-F1E0-5159-643D122492C1}"/>
                    </a:ext>
                  </a:extLst>
                </p:cNvPr>
                <p:cNvPicPr/>
                <p:nvPr/>
              </p:nvPicPr>
              <p:blipFill>
                <a:blip r:embed="rId449"/>
                <a:stretch>
                  <a:fillRect/>
                </a:stretch>
              </p:blipFill>
              <p:spPr>
                <a:xfrm>
                  <a:off x="11771438" y="5501303"/>
                  <a:ext cx="126000" cy="205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50">
            <p14:nvContentPartPr>
              <p14:cNvPr id="271" name="Ink 270">
                <a:extLst>
                  <a:ext uri="{FF2B5EF4-FFF2-40B4-BE49-F238E27FC236}">
                    <a16:creationId xmlns:a16="http://schemas.microsoft.com/office/drawing/2014/main" id="{A4DAB986-A868-3063-B482-0C353DDF78FA}"/>
                  </a:ext>
                </a:extLst>
              </p14:cNvPr>
              <p14:cNvContentPartPr/>
              <p14:nvPr/>
            </p14:nvContentPartPr>
            <p14:xfrm>
              <a:off x="11445278" y="5836823"/>
              <a:ext cx="231120" cy="25560"/>
            </p14:xfrm>
          </p:contentPart>
        </mc:Choice>
        <mc:Fallback>
          <p:pic>
            <p:nvPicPr>
              <p:cNvPr id="271" name="Ink 270">
                <a:extLst>
                  <a:ext uri="{FF2B5EF4-FFF2-40B4-BE49-F238E27FC236}">
                    <a16:creationId xmlns:a16="http://schemas.microsoft.com/office/drawing/2014/main" id="{A4DAB986-A868-3063-B482-0C353DDF78FA}"/>
                  </a:ext>
                </a:extLst>
              </p:cNvPr>
              <p:cNvPicPr/>
              <p:nvPr/>
            </p:nvPicPr>
            <p:blipFill>
              <a:blip r:embed="rId451"/>
              <a:stretch>
                <a:fillRect/>
              </a:stretch>
            </p:blipFill>
            <p:spPr>
              <a:xfrm>
                <a:off x="11436638" y="5827823"/>
                <a:ext cx="248760" cy="43200"/>
              </a:xfrm>
              <a:prstGeom prst="rect">
                <a:avLst/>
              </a:prstGeom>
            </p:spPr>
          </p:pic>
        </mc:Fallback>
      </mc:AlternateContent>
      <mc:AlternateContent xmlns:mc="http://schemas.openxmlformats.org/markup-compatibility/2006">
        <mc:Choice xmlns:p14="http://schemas.microsoft.com/office/powerpoint/2010/main" Requires="p14">
          <p:contentPart p14:bwMode="auto" r:id="rId452">
            <p14:nvContentPartPr>
              <p14:cNvPr id="272" name="Ink 271">
                <a:extLst>
                  <a:ext uri="{FF2B5EF4-FFF2-40B4-BE49-F238E27FC236}">
                    <a16:creationId xmlns:a16="http://schemas.microsoft.com/office/drawing/2014/main" id="{060BF408-8C42-98C3-BB7C-539AFE3C2653}"/>
                  </a:ext>
                </a:extLst>
              </p14:cNvPr>
              <p14:cNvContentPartPr/>
              <p14:nvPr/>
            </p14:nvContentPartPr>
            <p14:xfrm>
              <a:off x="11157278" y="5559263"/>
              <a:ext cx="99360" cy="236160"/>
            </p14:xfrm>
          </p:contentPart>
        </mc:Choice>
        <mc:Fallback>
          <p:pic>
            <p:nvPicPr>
              <p:cNvPr id="272" name="Ink 271">
                <a:extLst>
                  <a:ext uri="{FF2B5EF4-FFF2-40B4-BE49-F238E27FC236}">
                    <a16:creationId xmlns:a16="http://schemas.microsoft.com/office/drawing/2014/main" id="{060BF408-8C42-98C3-BB7C-539AFE3C2653}"/>
                  </a:ext>
                </a:extLst>
              </p:cNvPr>
              <p:cNvPicPr/>
              <p:nvPr/>
            </p:nvPicPr>
            <p:blipFill>
              <a:blip r:embed="rId453"/>
              <a:stretch>
                <a:fillRect/>
              </a:stretch>
            </p:blipFill>
            <p:spPr>
              <a:xfrm>
                <a:off x="11148638" y="5550263"/>
                <a:ext cx="117000" cy="253800"/>
              </a:xfrm>
              <a:prstGeom prst="rect">
                <a:avLst/>
              </a:prstGeom>
            </p:spPr>
          </p:pic>
        </mc:Fallback>
      </mc:AlternateContent>
      <mc:AlternateContent xmlns:mc="http://schemas.openxmlformats.org/markup-compatibility/2006">
        <mc:Choice xmlns:p14="http://schemas.microsoft.com/office/powerpoint/2010/main" Requires="p14">
          <p:contentPart p14:bwMode="auto" r:id="rId454">
            <p14:nvContentPartPr>
              <p14:cNvPr id="273" name="Ink 272">
                <a:extLst>
                  <a:ext uri="{FF2B5EF4-FFF2-40B4-BE49-F238E27FC236}">
                    <a16:creationId xmlns:a16="http://schemas.microsoft.com/office/drawing/2014/main" id="{202B7027-19A9-BDC8-198A-4DE081B9DA0A}"/>
                  </a:ext>
                </a:extLst>
              </p14:cNvPr>
              <p14:cNvContentPartPr/>
              <p14:nvPr/>
            </p14:nvContentPartPr>
            <p14:xfrm>
              <a:off x="11298038" y="4120703"/>
              <a:ext cx="10080" cy="137880"/>
            </p14:xfrm>
          </p:contentPart>
        </mc:Choice>
        <mc:Fallback>
          <p:pic>
            <p:nvPicPr>
              <p:cNvPr id="273" name="Ink 272">
                <a:extLst>
                  <a:ext uri="{FF2B5EF4-FFF2-40B4-BE49-F238E27FC236}">
                    <a16:creationId xmlns:a16="http://schemas.microsoft.com/office/drawing/2014/main" id="{202B7027-19A9-BDC8-198A-4DE081B9DA0A}"/>
                  </a:ext>
                </a:extLst>
              </p:cNvPr>
              <p:cNvPicPr/>
              <p:nvPr/>
            </p:nvPicPr>
            <p:blipFill>
              <a:blip r:embed="rId455"/>
              <a:stretch>
                <a:fillRect/>
              </a:stretch>
            </p:blipFill>
            <p:spPr>
              <a:xfrm>
                <a:off x="11289398" y="4112063"/>
                <a:ext cx="2772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456">
            <p14:nvContentPartPr>
              <p14:cNvPr id="276" name="Ink 275">
                <a:extLst>
                  <a:ext uri="{FF2B5EF4-FFF2-40B4-BE49-F238E27FC236}">
                    <a16:creationId xmlns:a16="http://schemas.microsoft.com/office/drawing/2014/main" id="{47CE469D-026B-01B9-A1BD-233904B42BEA}"/>
                  </a:ext>
                </a:extLst>
              </p14:cNvPr>
              <p14:cNvContentPartPr/>
              <p14:nvPr/>
            </p14:nvContentPartPr>
            <p14:xfrm>
              <a:off x="11254478" y="4584023"/>
              <a:ext cx="135720" cy="6840"/>
            </p14:xfrm>
          </p:contentPart>
        </mc:Choice>
        <mc:Fallback>
          <p:pic>
            <p:nvPicPr>
              <p:cNvPr id="276" name="Ink 275">
                <a:extLst>
                  <a:ext uri="{FF2B5EF4-FFF2-40B4-BE49-F238E27FC236}">
                    <a16:creationId xmlns:a16="http://schemas.microsoft.com/office/drawing/2014/main" id="{47CE469D-026B-01B9-A1BD-233904B42BEA}"/>
                  </a:ext>
                </a:extLst>
              </p:cNvPr>
              <p:cNvPicPr/>
              <p:nvPr/>
            </p:nvPicPr>
            <p:blipFill>
              <a:blip r:embed="rId457"/>
              <a:stretch>
                <a:fillRect/>
              </a:stretch>
            </p:blipFill>
            <p:spPr>
              <a:xfrm>
                <a:off x="11245478" y="4575023"/>
                <a:ext cx="153360" cy="24480"/>
              </a:xfrm>
              <a:prstGeom prst="rect">
                <a:avLst/>
              </a:prstGeom>
            </p:spPr>
          </p:pic>
        </mc:Fallback>
      </mc:AlternateContent>
      <p:grpSp>
        <p:nvGrpSpPr>
          <p:cNvPr id="281" name="Group 280">
            <a:extLst>
              <a:ext uri="{FF2B5EF4-FFF2-40B4-BE49-F238E27FC236}">
                <a16:creationId xmlns:a16="http://schemas.microsoft.com/office/drawing/2014/main" id="{D2B024C6-B298-33F0-2FD9-6684076997AC}"/>
              </a:ext>
            </a:extLst>
          </p:cNvPr>
          <p:cNvGrpSpPr/>
          <p:nvPr/>
        </p:nvGrpSpPr>
        <p:grpSpPr>
          <a:xfrm>
            <a:off x="11165198" y="4377383"/>
            <a:ext cx="429480" cy="118440"/>
            <a:chOff x="11165198" y="4377383"/>
            <a:chExt cx="429480" cy="118440"/>
          </a:xfrm>
        </p:grpSpPr>
        <mc:AlternateContent xmlns:mc="http://schemas.openxmlformats.org/markup-compatibility/2006">
          <mc:Choice xmlns:p14="http://schemas.microsoft.com/office/powerpoint/2010/main" Requires="p14">
            <p:contentPart p14:bwMode="auto" r:id="rId458">
              <p14:nvContentPartPr>
                <p14:cNvPr id="274" name="Ink 273">
                  <a:extLst>
                    <a:ext uri="{FF2B5EF4-FFF2-40B4-BE49-F238E27FC236}">
                      <a16:creationId xmlns:a16="http://schemas.microsoft.com/office/drawing/2014/main" id="{0B69D296-0B59-A7CE-981C-DB10C05627DA}"/>
                    </a:ext>
                  </a:extLst>
                </p14:cNvPr>
                <p14:cNvContentPartPr/>
                <p14:nvPr/>
              </p14:nvContentPartPr>
              <p14:xfrm>
                <a:off x="11165198" y="4377383"/>
                <a:ext cx="246240" cy="11160"/>
              </p14:xfrm>
            </p:contentPart>
          </mc:Choice>
          <mc:Fallback>
            <p:pic>
              <p:nvPicPr>
                <p:cNvPr id="274" name="Ink 273">
                  <a:extLst>
                    <a:ext uri="{FF2B5EF4-FFF2-40B4-BE49-F238E27FC236}">
                      <a16:creationId xmlns:a16="http://schemas.microsoft.com/office/drawing/2014/main" id="{0B69D296-0B59-A7CE-981C-DB10C05627DA}"/>
                    </a:ext>
                  </a:extLst>
                </p:cNvPr>
                <p:cNvPicPr/>
                <p:nvPr/>
              </p:nvPicPr>
              <p:blipFill>
                <a:blip r:embed="rId459"/>
                <a:stretch>
                  <a:fillRect/>
                </a:stretch>
              </p:blipFill>
              <p:spPr>
                <a:xfrm>
                  <a:off x="11156558" y="4368743"/>
                  <a:ext cx="26388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460">
              <p14:nvContentPartPr>
                <p14:cNvPr id="275" name="Ink 274">
                  <a:extLst>
                    <a:ext uri="{FF2B5EF4-FFF2-40B4-BE49-F238E27FC236}">
                      <a16:creationId xmlns:a16="http://schemas.microsoft.com/office/drawing/2014/main" id="{F28BCFDA-1F6E-ADCF-02C3-7D16A4F17C0F}"/>
                    </a:ext>
                  </a:extLst>
                </p14:cNvPr>
                <p14:cNvContentPartPr/>
                <p14:nvPr/>
              </p14:nvContentPartPr>
              <p14:xfrm>
                <a:off x="11205518" y="4471703"/>
                <a:ext cx="182520" cy="5400"/>
              </p14:xfrm>
            </p:contentPart>
          </mc:Choice>
          <mc:Fallback>
            <p:pic>
              <p:nvPicPr>
                <p:cNvPr id="275" name="Ink 274">
                  <a:extLst>
                    <a:ext uri="{FF2B5EF4-FFF2-40B4-BE49-F238E27FC236}">
                      <a16:creationId xmlns:a16="http://schemas.microsoft.com/office/drawing/2014/main" id="{F28BCFDA-1F6E-ADCF-02C3-7D16A4F17C0F}"/>
                    </a:ext>
                  </a:extLst>
                </p:cNvPr>
                <p:cNvPicPr/>
                <p:nvPr/>
              </p:nvPicPr>
              <p:blipFill>
                <a:blip r:embed="rId461"/>
                <a:stretch>
                  <a:fillRect/>
                </a:stretch>
              </p:blipFill>
              <p:spPr>
                <a:xfrm>
                  <a:off x="11196518" y="4462703"/>
                  <a:ext cx="20016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462">
              <p14:nvContentPartPr>
                <p14:cNvPr id="278" name="Ink 277">
                  <a:extLst>
                    <a:ext uri="{FF2B5EF4-FFF2-40B4-BE49-F238E27FC236}">
                      <a16:creationId xmlns:a16="http://schemas.microsoft.com/office/drawing/2014/main" id="{5F1E962E-3945-3832-475C-43C807952639}"/>
                    </a:ext>
                  </a:extLst>
                </p14:cNvPr>
                <p14:cNvContentPartPr/>
                <p14:nvPr/>
              </p14:nvContentPartPr>
              <p14:xfrm>
                <a:off x="11509718" y="4396103"/>
                <a:ext cx="84960" cy="6840"/>
              </p14:xfrm>
            </p:contentPart>
          </mc:Choice>
          <mc:Fallback>
            <p:pic>
              <p:nvPicPr>
                <p:cNvPr id="278" name="Ink 277">
                  <a:extLst>
                    <a:ext uri="{FF2B5EF4-FFF2-40B4-BE49-F238E27FC236}">
                      <a16:creationId xmlns:a16="http://schemas.microsoft.com/office/drawing/2014/main" id="{5F1E962E-3945-3832-475C-43C807952639}"/>
                    </a:ext>
                  </a:extLst>
                </p:cNvPr>
                <p:cNvPicPr/>
                <p:nvPr/>
              </p:nvPicPr>
              <p:blipFill>
                <a:blip r:embed="rId463"/>
                <a:stretch>
                  <a:fillRect/>
                </a:stretch>
              </p:blipFill>
              <p:spPr>
                <a:xfrm>
                  <a:off x="11501078" y="4387463"/>
                  <a:ext cx="10260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464">
              <p14:nvContentPartPr>
                <p14:cNvPr id="279" name="Ink 278">
                  <a:extLst>
                    <a:ext uri="{FF2B5EF4-FFF2-40B4-BE49-F238E27FC236}">
                      <a16:creationId xmlns:a16="http://schemas.microsoft.com/office/drawing/2014/main" id="{A2CDD969-4DD7-848B-DBCC-E26536105C62}"/>
                    </a:ext>
                  </a:extLst>
                </p14:cNvPr>
                <p14:cNvContentPartPr/>
                <p14:nvPr/>
              </p14:nvContentPartPr>
              <p14:xfrm>
                <a:off x="11529878" y="4490423"/>
                <a:ext cx="55080" cy="5400"/>
              </p14:xfrm>
            </p:contentPart>
          </mc:Choice>
          <mc:Fallback>
            <p:pic>
              <p:nvPicPr>
                <p:cNvPr id="279" name="Ink 278">
                  <a:extLst>
                    <a:ext uri="{FF2B5EF4-FFF2-40B4-BE49-F238E27FC236}">
                      <a16:creationId xmlns:a16="http://schemas.microsoft.com/office/drawing/2014/main" id="{A2CDD969-4DD7-848B-DBCC-E26536105C62}"/>
                    </a:ext>
                  </a:extLst>
                </p:cNvPr>
                <p:cNvPicPr/>
                <p:nvPr/>
              </p:nvPicPr>
              <p:blipFill>
                <a:blip r:embed="rId465"/>
                <a:stretch>
                  <a:fillRect/>
                </a:stretch>
              </p:blipFill>
              <p:spPr>
                <a:xfrm>
                  <a:off x="11521238" y="4481783"/>
                  <a:ext cx="72720" cy="230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66">
            <p14:nvContentPartPr>
              <p14:cNvPr id="280" name="Ink 279">
                <a:extLst>
                  <a:ext uri="{FF2B5EF4-FFF2-40B4-BE49-F238E27FC236}">
                    <a16:creationId xmlns:a16="http://schemas.microsoft.com/office/drawing/2014/main" id="{ED4F89A5-CA2E-5206-C10C-4BE172AFBF72}"/>
                  </a:ext>
                </a:extLst>
              </p14:cNvPr>
              <p14:cNvContentPartPr/>
              <p14:nvPr/>
            </p14:nvContentPartPr>
            <p14:xfrm>
              <a:off x="11498558" y="4603103"/>
              <a:ext cx="50760" cy="11880"/>
            </p14:xfrm>
          </p:contentPart>
        </mc:Choice>
        <mc:Fallback>
          <p:pic>
            <p:nvPicPr>
              <p:cNvPr id="280" name="Ink 279">
                <a:extLst>
                  <a:ext uri="{FF2B5EF4-FFF2-40B4-BE49-F238E27FC236}">
                    <a16:creationId xmlns:a16="http://schemas.microsoft.com/office/drawing/2014/main" id="{ED4F89A5-CA2E-5206-C10C-4BE172AFBF72}"/>
                  </a:ext>
                </a:extLst>
              </p:cNvPr>
              <p:cNvPicPr/>
              <p:nvPr/>
            </p:nvPicPr>
            <p:blipFill>
              <a:blip r:embed="rId467"/>
              <a:stretch>
                <a:fillRect/>
              </a:stretch>
            </p:blipFill>
            <p:spPr>
              <a:xfrm>
                <a:off x="11489918" y="4594103"/>
                <a:ext cx="68400" cy="29520"/>
              </a:xfrm>
              <a:prstGeom prst="rect">
                <a:avLst/>
              </a:prstGeom>
            </p:spPr>
          </p:pic>
        </mc:Fallback>
      </mc:AlternateContent>
      <p:grpSp>
        <p:nvGrpSpPr>
          <p:cNvPr id="293" name="Group 292">
            <a:extLst>
              <a:ext uri="{FF2B5EF4-FFF2-40B4-BE49-F238E27FC236}">
                <a16:creationId xmlns:a16="http://schemas.microsoft.com/office/drawing/2014/main" id="{1CAE77C0-EA7C-D433-F30B-7B73FA30A097}"/>
              </a:ext>
            </a:extLst>
          </p:cNvPr>
          <p:cNvGrpSpPr/>
          <p:nvPr/>
        </p:nvGrpSpPr>
        <p:grpSpPr>
          <a:xfrm>
            <a:off x="3762878" y="946223"/>
            <a:ext cx="500040" cy="312480"/>
            <a:chOff x="3762878" y="946223"/>
            <a:chExt cx="500040" cy="312480"/>
          </a:xfrm>
        </p:grpSpPr>
        <mc:AlternateContent xmlns:mc="http://schemas.openxmlformats.org/markup-compatibility/2006">
          <mc:Choice xmlns:p14="http://schemas.microsoft.com/office/powerpoint/2010/main" Requires="p14">
            <p:contentPart p14:bwMode="auto" r:id="rId468">
              <p14:nvContentPartPr>
                <p14:cNvPr id="286" name="Ink 285">
                  <a:extLst>
                    <a:ext uri="{FF2B5EF4-FFF2-40B4-BE49-F238E27FC236}">
                      <a16:creationId xmlns:a16="http://schemas.microsoft.com/office/drawing/2014/main" id="{4B1ADBD1-DB33-C58D-3E68-9B4D1B94EE26}"/>
                    </a:ext>
                  </a:extLst>
                </p14:cNvPr>
                <p14:cNvContentPartPr/>
                <p14:nvPr/>
              </p14:nvContentPartPr>
              <p14:xfrm>
                <a:off x="3762878" y="958823"/>
                <a:ext cx="145440" cy="181080"/>
              </p14:xfrm>
            </p:contentPart>
          </mc:Choice>
          <mc:Fallback>
            <p:pic>
              <p:nvPicPr>
                <p:cNvPr id="286" name="Ink 285">
                  <a:extLst>
                    <a:ext uri="{FF2B5EF4-FFF2-40B4-BE49-F238E27FC236}">
                      <a16:creationId xmlns:a16="http://schemas.microsoft.com/office/drawing/2014/main" id="{4B1ADBD1-DB33-C58D-3E68-9B4D1B94EE26}"/>
                    </a:ext>
                  </a:extLst>
                </p:cNvPr>
                <p:cNvPicPr/>
                <p:nvPr/>
              </p:nvPicPr>
              <p:blipFill>
                <a:blip r:embed="rId469"/>
                <a:stretch>
                  <a:fillRect/>
                </a:stretch>
              </p:blipFill>
              <p:spPr>
                <a:xfrm>
                  <a:off x="3754238" y="950183"/>
                  <a:ext cx="16308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470">
              <p14:nvContentPartPr>
                <p14:cNvPr id="287" name="Ink 286">
                  <a:extLst>
                    <a:ext uri="{FF2B5EF4-FFF2-40B4-BE49-F238E27FC236}">
                      <a16:creationId xmlns:a16="http://schemas.microsoft.com/office/drawing/2014/main" id="{A979B332-D7FB-9F71-BEBB-4C699E956C66}"/>
                    </a:ext>
                  </a:extLst>
                </p14:cNvPr>
                <p14:cNvContentPartPr/>
                <p14:nvPr/>
              </p14:nvContentPartPr>
              <p14:xfrm>
                <a:off x="3995798" y="1000583"/>
                <a:ext cx="360" cy="152280"/>
              </p14:xfrm>
            </p:contentPart>
          </mc:Choice>
          <mc:Fallback>
            <p:pic>
              <p:nvPicPr>
                <p:cNvPr id="287" name="Ink 286">
                  <a:extLst>
                    <a:ext uri="{FF2B5EF4-FFF2-40B4-BE49-F238E27FC236}">
                      <a16:creationId xmlns:a16="http://schemas.microsoft.com/office/drawing/2014/main" id="{A979B332-D7FB-9F71-BEBB-4C699E956C66}"/>
                    </a:ext>
                  </a:extLst>
                </p:cNvPr>
                <p:cNvPicPr/>
                <p:nvPr/>
              </p:nvPicPr>
              <p:blipFill>
                <a:blip r:embed="rId471"/>
                <a:stretch>
                  <a:fillRect/>
                </a:stretch>
              </p:blipFill>
              <p:spPr>
                <a:xfrm>
                  <a:off x="3986798" y="991583"/>
                  <a:ext cx="1800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472">
              <p14:nvContentPartPr>
                <p14:cNvPr id="288" name="Ink 287">
                  <a:extLst>
                    <a:ext uri="{FF2B5EF4-FFF2-40B4-BE49-F238E27FC236}">
                      <a16:creationId xmlns:a16="http://schemas.microsoft.com/office/drawing/2014/main" id="{BC2A8D6C-20C8-FC43-273F-5375668E827C}"/>
                    </a:ext>
                  </a:extLst>
                </p14:cNvPr>
                <p14:cNvContentPartPr/>
                <p14:nvPr/>
              </p14:nvContentPartPr>
              <p14:xfrm>
                <a:off x="3964478" y="968903"/>
                <a:ext cx="143280" cy="157680"/>
              </p14:xfrm>
            </p:contentPart>
          </mc:Choice>
          <mc:Fallback>
            <p:pic>
              <p:nvPicPr>
                <p:cNvPr id="288" name="Ink 287">
                  <a:extLst>
                    <a:ext uri="{FF2B5EF4-FFF2-40B4-BE49-F238E27FC236}">
                      <a16:creationId xmlns:a16="http://schemas.microsoft.com/office/drawing/2014/main" id="{BC2A8D6C-20C8-FC43-273F-5375668E827C}"/>
                    </a:ext>
                  </a:extLst>
                </p:cNvPr>
                <p:cNvPicPr/>
                <p:nvPr/>
              </p:nvPicPr>
              <p:blipFill>
                <a:blip r:embed="rId473"/>
                <a:stretch>
                  <a:fillRect/>
                </a:stretch>
              </p:blipFill>
              <p:spPr>
                <a:xfrm>
                  <a:off x="3955838" y="959903"/>
                  <a:ext cx="16092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474">
              <p14:nvContentPartPr>
                <p14:cNvPr id="289" name="Ink 288">
                  <a:extLst>
                    <a:ext uri="{FF2B5EF4-FFF2-40B4-BE49-F238E27FC236}">
                      <a16:creationId xmlns:a16="http://schemas.microsoft.com/office/drawing/2014/main" id="{3C516B89-53DF-FBD7-C13E-A55E30CF8897}"/>
                    </a:ext>
                  </a:extLst>
                </p14:cNvPr>
                <p14:cNvContentPartPr/>
                <p14:nvPr/>
              </p14:nvContentPartPr>
              <p14:xfrm>
                <a:off x="4177958" y="946223"/>
                <a:ext cx="84960" cy="166320"/>
              </p14:xfrm>
            </p:contentPart>
          </mc:Choice>
          <mc:Fallback>
            <p:pic>
              <p:nvPicPr>
                <p:cNvPr id="289" name="Ink 288">
                  <a:extLst>
                    <a:ext uri="{FF2B5EF4-FFF2-40B4-BE49-F238E27FC236}">
                      <a16:creationId xmlns:a16="http://schemas.microsoft.com/office/drawing/2014/main" id="{3C516B89-53DF-FBD7-C13E-A55E30CF8897}"/>
                    </a:ext>
                  </a:extLst>
                </p:cNvPr>
                <p:cNvPicPr/>
                <p:nvPr/>
              </p:nvPicPr>
              <p:blipFill>
                <a:blip r:embed="rId475"/>
                <a:stretch>
                  <a:fillRect/>
                </a:stretch>
              </p:blipFill>
              <p:spPr>
                <a:xfrm>
                  <a:off x="4169318" y="937223"/>
                  <a:ext cx="102600"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476">
              <p14:nvContentPartPr>
                <p14:cNvPr id="290" name="Ink 289">
                  <a:extLst>
                    <a:ext uri="{FF2B5EF4-FFF2-40B4-BE49-F238E27FC236}">
                      <a16:creationId xmlns:a16="http://schemas.microsoft.com/office/drawing/2014/main" id="{BF1A17A5-CA18-7541-3EFA-45BCA3B680FC}"/>
                    </a:ext>
                  </a:extLst>
                </p14:cNvPr>
                <p14:cNvContentPartPr/>
                <p14:nvPr/>
              </p14:nvContentPartPr>
              <p14:xfrm>
                <a:off x="3975638" y="1228103"/>
                <a:ext cx="201960" cy="30600"/>
              </p14:xfrm>
            </p:contentPart>
          </mc:Choice>
          <mc:Fallback>
            <p:pic>
              <p:nvPicPr>
                <p:cNvPr id="290" name="Ink 289">
                  <a:extLst>
                    <a:ext uri="{FF2B5EF4-FFF2-40B4-BE49-F238E27FC236}">
                      <a16:creationId xmlns:a16="http://schemas.microsoft.com/office/drawing/2014/main" id="{BF1A17A5-CA18-7541-3EFA-45BCA3B680FC}"/>
                    </a:ext>
                  </a:extLst>
                </p:cNvPr>
                <p:cNvPicPr/>
                <p:nvPr/>
              </p:nvPicPr>
              <p:blipFill>
                <a:blip r:embed="rId477"/>
                <a:stretch>
                  <a:fillRect/>
                </a:stretch>
              </p:blipFill>
              <p:spPr>
                <a:xfrm>
                  <a:off x="3966998" y="1219463"/>
                  <a:ext cx="219600" cy="48240"/>
                </a:xfrm>
                <a:prstGeom prst="rect">
                  <a:avLst/>
                </a:prstGeom>
              </p:spPr>
            </p:pic>
          </mc:Fallback>
        </mc:AlternateContent>
      </p:grpSp>
      <p:grpSp>
        <p:nvGrpSpPr>
          <p:cNvPr id="292" name="Group 291">
            <a:extLst>
              <a:ext uri="{FF2B5EF4-FFF2-40B4-BE49-F238E27FC236}">
                <a16:creationId xmlns:a16="http://schemas.microsoft.com/office/drawing/2014/main" id="{D9334F3E-A3FB-0B18-7EF8-2E44A3453C05}"/>
              </a:ext>
            </a:extLst>
          </p:cNvPr>
          <p:cNvGrpSpPr/>
          <p:nvPr/>
        </p:nvGrpSpPr>
        <p:grpSpPr>
          <a:xfrm>
            <a:off x="2858918" y="940103"/>
            <a:ext cx="578880" cy="349920"/>
            <a:chOff x="2858918" y="940103"/>
            <a:chExt cx="578880" cy="349920"/>
          </a:xfrm>
        </p:grpSpPr>
        <mc:AlternateContent xmlns:mc="http://schemas.openxmlformats.org/markup-compatibility/2006">
          <mc:Choice xmlns:p14="http://schemas.microsoft.com/office/powerpoint/2010/main" Requires="p14">
            <p:contentPart p14:bwMode="auto" r:id="rId478">
              <p14:nvContentPartPr>
                <p14:cNvPr id="282" name="Ink 281">
                  <a:extLst>
                    <a:ext uri="{FF2B5EF4-FFF2-40B4-BE49-F238E27FC236}">
                      <a16:creationId xmlns:a16="http://schemas.microsoft.com/office/drawing/2014/main" id="{FD9F2D51-6ED7-A79B-4941-787932415557}"/>
                    </a:ext>
                  </a:extLst>
                </p14:cNvPr>
                <p14:cNvContentPartPr/>
                <p14:nvPr/>
              </p14:nvContentPartPr>
              <p14:xfrm>
                <a:off x="2858918" y="940103"/>
                <a:ext cx="241560" cy="218520"/>
              </p14:xfrm>
            </p:contentPart>
          </mc:Choice>
          <mc:Fallback>
            <p:pic>
              <p:nvPicPr>
                <p:cNvPr id="282" name="Ink 281">
                  <a:extLst>
                    <a:ext uri="{FF2B5EF4-FFF2-40B4-BE49-F238E27FC236}">
                      <a16:creationId xmlns:a16="http://schemas.microsoft.com/office/drawing/2014/main" id="{FD9F2D51-6ED7-A79B-4941-787932415557}"/>
                    </a:ext>
                  </a:extLst>
                </p:cNvPr>
                <p:cNvPicPr/>
                <p:nvPr/>
              </p:nvPicPr>
              <p:blipFill>
                <a:blip r:embed="rId479"/>
                <a:stretch>
                  <a:fillRect/>
                </a:stretch>
              </p:blipFill>
              <p:spPr>
                <a:xfrm>
                  <a:off x="2849918" y="931103"/>
                  <a:ext cx="25920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480">
              <p14:nvContentPartPr>
                <p14:cNvPr id="283" name="Ink 282">
                  <a:extLst>
                    <a:ext uri="{FF2B5EF4-FFF2-40B4-BE49-F238E27FC236}">
                      <a16:creationId xmlns:a16="http://schemas.microsoft.com/office/drawing/2014/main" id="{EC6726B9-4304-4DE4-CB7C-F588A221543E}"/>
                    </a:ext>
                  </a:extLst>
                </p14:cNvPr>
                <p14:cNvContentPartPr/>
                <p14:nvPr/>
              </p14:nvContentPartPr>
              <p14:xfrm>
                <a:off x="3059798" y="966383"/>
                <a:ext cx="164880" cy="185760"/>
              </p14:xfrm>
            </p:contentPart>
          </mc:Choice>
          <mc:Fallback>
            <p:pic>
              <p:nvPicPr>
                <p:cNvPr id="283" name="Ink 282">
                  <a:extLst>
                    <a:ext uri="{FF2B5EF4-FFF2-40B4-BE49-F238E27FC236}">
                      <a16:creationId xmlns:a16="http://schemas.microsoft.com/office/drawing/2014/main" id="{EC6726B9-4304-4DE4-CB7C-F588A221543E}"/>
                    </a:ext>
                  </a:extLst>
                </p:cNvPr>
                <p:cNvPicPr/>
                <p:nvPr/>
              </p:nvPicPr>
              <p:blipFill>
                <a:blip r:embed="rId481"/>
                <a:stretch>
                  <a:fillRect/>
                </a:stretch>
              </p:blipFill>
              <p:spPr>
                <a:xfrm>
                  <a:off x="3051158" y="957743"/>
                  <a:ext cx="182520" cy="203400"/>
                </a:xfrm>
                <a:prstGeom prst="rect">
                  <a:avLst/>
                </a:prstGeom>
              </p:spPr>
            </p:pic>
          </mc:Fallback>
        </mc:AlternateContent>
        <mc:AlternateContent xmlns:mc="http://schemas.openxmlformats.org/markup-compatibility/2006">
          <mc:Choice xmlns:p14="http://schemas.microsoft.com/office/powerpoint/2010/main" Requires="p14">
            <p:contentPart p14:bwMode="auto" r:id="rId482">
              <p14:nvContentPartPr>
                <p14:cNvPr id="284" name="Ink 283">
                  <a:extLst>
                    <a:ext uri="{FF2B5EF4-FFF2-40B4-BE49-F238E27FC236}">
                      <a16:creationId xmlns:a16="http://schemas.microsoft.com/office/drawing/2014/main" id="{CA0A5883-7030-40DD-0CD0-16C871A3E371}"/>
                    </a:ext>
                  </a:extLst>
                </p14:cNvPr>
                <p14:cNvContentPartPr/>
                <p14:nvPr/>
              </p14:nvContentPartPr>
              <p14:xfrm>
                <a:off x="3109838" y="1048103"/>
                <a:ext cx="123840" cy="29520"/>
              </p14:xfrm>
            </p:contentPart>
          </mc:Choice>
          <mc:Fallback>
            <p:pic>
              <p:nvPicPr>
                <p:cNvPr id="284" name="Ink 283">
                  <a:extLst>
                    <a:ext uri="{FF2B5EF4-FFF2-40B4-BE49-F238E27FC236}">
                      <a16:creationId xmlns:a16="http://schemas.microsoft.com/office/drawing/2014/main" id="{CA0A5883-7030-40DD-0CD0-16C871A3E371}"/>
                    </a:ext>
                  </a:extLst>
                </p:cNvPr>
                <p:cNvPicPr/>
                <p:nvPr/>
              </p:nvPicPr>
              <p:blipFill>
                <a:blip r:embed="rId483"/>
                <a:stretch>
                  <a:fillRect/>
                </a:stretch>
              </p:blipFill>
              <p:spPr>
                <a:xfrm>
                  <a:off x="3100838" y="1039463"/>
                  <a:ext cx="141480" cy="47160"/>
                </a:xfrm>
                <a:prstGeom prst="rect">
                  <a:avLst/>
                </a:prstGeom>
              </p:spPr>
            </p:pic>
          </mc:Fallback>
        </mc:AlternateContent>
        <mc:AlternateContent xmlns:mc="http://schemas.openxmlformats.org/markup-compatibility/2006">
          <mc:Choice xmlns:p14="http://schemas.microsoft.com/office/powerpoint/2010/main" Requires="p14">
            <p:contentPart p14:bwMode="auto" r:id="rId484">
              <p14:nvContentPartPr>
                <p14:cNvPr id="285" name="Ink 284">
                  <a:extLst>
                    <a:ext uri="{FF2B5EF4-FFF2-40B4-BE49-F238E27FC236}">
                      <a16:creationId xmlns:a16="http://schemas.microsoft.com/office/drawing/2014/main" id="{BC189170-3207-53FF-19B1-0A6ED0227EC4}"/>
                    </a:ext>
                  </a:extLst>
                </p14:cNvPr>
                <p14:cNvContentPartPr/>
                <p14:nvPr/>
              </p14:nvContentPartPr>
              <p14:xfrm>
                <a:off x="3293798" y="962783"/>
                <a:ext cx="144000" cy="207360"/>
              </p14:xfrm>
            </p:contentPart>
          </mc:Choice>
          <mc:Fallback>
            <p:pic>
              <p:nvPicPr>
                <p:cNvPr id="285" name="Ink 284">
                  <a:extLst>
                    <a:ext uri="{FF2B5EF4-FFF2-40B4-BE49-F238E27FC236}">
                      <a16:creationId xmlns:a16="http://schemas.microsoft.com/office/drawing/2014/main" id="{BC189170-3207-53FF-19B1-0A6ED0227EC4}"/>
                    </a:ext>
                  </a:extLst>
                </p:cNvPr>
                <p:cNvPicPr/>
                <p:nvPr/>
              </p:nvPicPr>
              <p:blipFill>
                <a:blip r:embed="rId485"/>
                <a:stretch>
                  <a:fillRect/>
                </a:stretch>
              </p:blipFill>
              <p:spPr>
                <a:xfrm>
                  <a:off x="3284798" y="954143"/>
                  <a:ext cx="16164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486">
              <p14:nvContentPartPr>
                <p14:cNvPr id="291" name="Ink 290">
                  <a:extLst>
                    <a:ext uri="{FF2B5EF4-FFF2-40B4-BE49-F238E27FC236}">
                      <a16:creationId xmlns:a16="http://schemas.microsoft.com/office/drawing/2014/main" id="{F1D0B67C-5C61-7F28-23AB-641718959B98}"/>
                    </a:ext>
                  </a:extLst>
                </p14:cNvPr>
                <p14:cNvContentPartPr/>
                <p14:nvPr/>
              </p14:nvContentPartPr>
              <p14:xfrm>
                <a:off x="3148718" y="1260503"/>
                <a:ext cx="150120" cy="29520"/>
              </p14:xfrm>
            </p:contentPart>
          </mc:Choice>
          <mc:Fallback>
            <p:pic>
              <p:nvPicPr>
                <p:cNvPr id="291" name="Ink 290">
                  <a:extLst>
                    <a:ext uri="{FF2B5EF4-FFF2-40B4-BE49-F238E27FC236}">
                      <a16:creationId xmlns:a16="http://schemas.microsoft.com/office/drawing/2014/main" id="{F1D0B67C-5C61-7F28-23AB-641718959B98}"/>
                    </a:ext>
                  </a:extLst>
                </p:cNvPr>
                <p:cNvPicPr/>
                <p:nvPr/>
              </p:nvPicPr>
              <p:blipFill>
                <a:blip r:embed="rId487"/>
                <a:stretch>
                  <a:fillRect/>
                </a:stretch>
              </p:blipFill>
              <p:spPr>
                <a:xfrm>
                  <a:off x="3140078" y="1251863"/>
                  <a:ext cx="167760" cy="47160"/>
                </a:xfrm>
                <a:prstGeom prst="rect">
                  <a:avLst/>
                </a:prstGeom>
              </p:spPr>
            </p:pic>
          </mc:Fallback>
        </mc:AlternateContent>
      </p:grpSp>
      <p:grpSp>
        <p:nvGrpSpPr>
          <p:cNvPr id="302" name="Group 301">
            <a:extLst>
              <a:ext uri="{FF2B5EF4-FFF2-40B4-BE49-F238E27FC236}">
                <a16:creationId xmlns:a16="http://schemas.microsoft.com/office/drawing/2014/main" id="{C1167292-ED38-D44A-AE59-8F6FA5A3AFAF}"/>
              </a:ext>
            </a:extLst>
          </p:cNvPr>
          <p:cNvGrpSpPr/>
          <p:nvPr/>
        </p:nvGrpSpPr>
        <p:grpSpPr>
          <a:xfrm>
            <a:off x="6872198" y="814823"/>
            <a:ext cx="1027800" cy="518040"/>
            <a:chOff x="6872198" y="814823"/>
            <a:chExt cx="1027800" cy="518040"/>
          </a:xfrm>
        </p:grpSpPr>
        <mc:AlternateContent xmlns:mc="http://schemas.openxmlformats.org/markup-compatibility/2006">
          <mc:Choice xmlns:p14="http://schemas.microsoft.com/office/powerpoint/2010/main" Requires="p14">
            <p:contentPart p14:bwMode="auto" r:id="rId488">
              <p14:nvContentPartPr>
                <p14:cNvPr id="294" name="Ink 293">
                  <a:extLst>
                    <a:ext uri="{FF2B5EF4-FFF2-40B4-BE49-F238E27FC236}">
                      <a16:creationId xmlns:a16="http://schemas.microsoft.com/office/drawing/2014/main" id="{4E67CA95-C2A4-CFD1-064C-462596C9675E}"/>
                    </a:ext>
                  </a:extLst>
                </p14:cNvPr>
                <p14:cNvContentPartPr/>
                <p14:nvPr/>
              </p14:nvContentPartPr>
              <p14:xfrm>
                <a:off x="7059398" y="984023"/>
                <a:ext cx="18360" cy="152640"/>
              </p14:xfrm>
            </p:contentPart>
          </mc:Choice>
          <mc:Fallback>
            <p:pic>
              <p:nvPicPr>
                <p:cNvPr id="294" name="Ink 293">
                  <a:extLst>
                    <a:ext uri="{FF2B5EF4-FFF2-40B4-BE49-F238E27FC236}">
                      <a16:creationId xmlns:a16="http://schemas.microsoft.com/office/drawing/2014/main" id="{4E67CA95-C2A4-CFD1-064C-462596C9675E}"/>
                    </a:ext>
                  </a:extLst>
                </p:cNvPr>
                <p:cNvPicPr/>
                <p:nvPr/>
              </p:nvPicPr>
              <p:blipFill>
                <a:blip r:embed="rId489"/>
                <a:stretch>
                  <a:fillRect/>
                </a:stretch>
              </p:blipFill>
              <p:spPr>
                <a:xfrm>
                  <a:off x="7050758" y="975383"/>
                  <a:ext cx="3600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490">
              <p14:nvContentPartPr>
                <p14:cNvPr id="295" name="Ink 294">
                  <a:extLst>
                    <a:ext uri="{FF2B5EF4-FFF2-40B4-BE49-F238E27FC236}">
                      <a16:creationId xmlns:a16="http://schemas.microsoft.com/office/drawing/2014/main" id="{8ECCE092-39FC-6129-78C2-6C679037B7B9}"/>
                    </a:ext>
                  </a:extLst>
                </p14:cNvPr>
                <p14:cNvContentPartPr/>
                <p14:nvPr/>
              </p14:nvContentPartPr>
              <p14:xfrm>
                <a:off x="7010078" y="919583"/>
                <a:ext cx="249480" cy="197280"/>
              </p14:xfrm>
            </p:contentPart>
          </mc:Choice>
          <mc:Fallback>
            <p:pic>
              <p:nvPicPr>
                <p:cNvPr id="295" name="Ink 294">
                  <a:extLst>
                    <a:ext uri="{FF2B5EF4-FFF2-40B4-BE49-F238E27FC236}">
                      <a16:creationId xmlns:a16="http://schemas.microsoft.com/office/drawing/2014/main" id="{8ECCE092-39FC-6129-78C2-6C679037B7B9}"/>
                    </a:ext>
                  </a:extLst>
                </p:cNvPr>
                <p:cNvPicPr/>
                <p:nvPr/>
              </p:nvPicPr>
              <p:blipFill>
                <a:blip r:embed="rId491"/>
                <a:stretch>
                  <a:fillRect/>
                </a:stretch>
              </p:blipFill>
              <p:spPr>
                <a:xfrm>
                  <a:off x="7001438" y="910943"/>
                  <a:ext cx="267120" cy="214920"/>
                </a:xfrm>
                <a:prstGeom prst="rect">
                  <a:avLst/>
                </a:prstGeom>
              </p:spPr>
            </p:pic>
          </mc:Fallback>
        </mc:AlternateContent>
        <mc:AlternateContent xmlns:mc="http://schemas.openxmlformats.org/markup-compatibility/2006">
          <mc:Choice xmlns:p14="http://schemas.microsoft.com/office/powerpoint/2010/main" Requires="p14">
            <p:contentPart p14:bwMode="auto" r:id="rId492">
              <p14:nvContentPartPr>
                <p14:cNvPr id="296" name="Ink 295">
                  <a:extLst>
                    <a:ext uri="{FF2B5EF4-FFF2-40B4-BE49-F238E27FC236}">
                      <a16:creationId xmlns:a16="http://schemas.microsoft.com/office/drawing/2014/main" id="{A2BC5C3D-03DE-10F6-55A3-7637FDCF4787}"/>
                    </a:ext>
                  </a:extLst>
                </p14:cNvPr>
                <p14:cNvContentPartPr/>
                <p14:nvPr/>
              </p14:nvContentPartPr>
              <p14:xfrm>
                <a:off x="7340198" y="1002743"/>
                <a:ext cx="6480" cy="144360"/>
              </p14:xfrm>
            </p:contentPart>
          </mc:Choice>
          <mc:Fallback>
            <p:pic>
              <p:nvPicPr>
                <p:cNvPr id="296" name="Ink 295">
                  <a:extLst>
                    <a:ext uri="{FF2B5EF4-FFF2-40B4-BE49-F238E27FC236}">
                      <a16:creationId xmlns:a16="http://schemas.microsoft.com/office/drawing/2014/main" id="{A2BC5C3D-03DE-10F6-55A3-7637FDCF4787}"/>
                    </a:ext>
                  </a:extLst>
                </p:cNvPr>
                <p:cNvPicPr/>
                <p:nvPr/>
              </p:nvPicPr>
              <p:blipFill>
                <a:blip r:embed="rId493"/>
                <a:stretch>
                  <a:fillRect/>
                </a:stretch>
              </p:blipFill>
              <p:spPr>
                <a:xfrm>
                  <a:off x="7331558" y="994103"/>
                  <a:ext cx="2412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494">
              <p14:nvContentPartPr>
                <p14:cNvPr id="297" name="Ink 296">
                  <a:extLst>
                    <a:ext uri="{FF2B5EF4-FFF2-40B4-BE49-F238E27FC236}">
                      <a16:creationId xmlns:a16="http://schemas.microsoft.com/office/drawing/2014/main" id="{878B05C7-DA60-0F42-0ABF-26751834D300}"/>
                    </a:ext>
                  </a:extLst>
                </p14:cNvPr>
                <p14:cNvContentPartPr/>
                <p14:nvPr/>
              </p14:nvContentPartPr>
              <p14:xfrm>
                <a:off x="7286198" y="968543"/>
                <a:ext cx="153360" cy="185400"/>
              </p14:xfrm>
            </p:contentPart>
          </mc:Choice>
          <mc:Fallback>
            <p:pic>
              <p:nvPicPr>
                <p:cNvPr id="297" name="Ink 296">
                  <a:extLst>
                    <a:ext uri="{FF2B5EF4-FFF2-40B4-BE49-F238E27FC236}">
                      <a16:creationId xmlns:a16="http://schemas.microsoft.com/office/drawing/2014/main" id="{878B05C7-DA60-0F42-0ABF-26751834D300}"/>
                    </a:ext>
                  </a:extLst>
                </p:cNvPr>
                <p:cNvPicPr/>
                <p:nvPr/>
              </p:nvPicPr>
              <p:blipFill>
                <a:blip r:embed="rId495"/>
                <a:stretch>
                  <a:fillRect/>
                </a:stretch>
              </p:blipFill>
              <p:spPr>
                <a:xfrm>
                  <a:off x="7277198" y="959903"/>
                  <a:ext cx="17100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496">
              <p14:nvContentPartPr>
                <p14:cNvPr id="298" name="Ink 297">
                  <a:extLst>
                    <a:ext uri="{FF2B5EF4-FFF2-40B4-BE49-F238E27FC236}">
                      <a16:creationId xmlns:a16="http://schemas.microsoft.com/office/drawing/2014/main" id="{8DDBF701-521A-D6D6-73D6-708DEE2EA0D3}"/>
                    </a:ext>
                  </a:extLst>
                </p14:cNvPr>
                <p14:cNvContentPartPr/>
                <p14:nvPr/>
              </p14:nvContentPartPr>
              <p14:xfrm>
                <a:off x="7496078" y="982943"/>
                <a:ext cx="107640" cy="140400"/>
              </p14:xfrm>
            </p:contentPart>
          </mc:Choice>
          <mc:Fallback>
            <p:pic>
              <p:nvPicPr>
                <p:cNvPr id="298" name="Ink 297">
                  <a:extLst>
                    <a:ext uri="{FF2B5EF4-FFF2-40B4-BE49-F238E27FC236}">
                      <a16:creationId xmlns:a16="http://schemas.microsoft.com/office/drawing/2014/main" id="{8DDBF701-521A-D6D6-73D6-708DEE2EA0D3}"/>
                    </a:ext>
                  </a:extLst>
                </p:cNvPr>
                <p:cNvPicPr/>
                <p:nvPr/>
              </p:nvPicPr>
              <p:blipFill>
                <a:blip r:embed="rId497"/>
                <a:stretch>
                  <a:fillRect/>
                </a:stretch>
              </p:blipFill>
              <p:spPr>
                <a:xfrm>
                  <a:off x="7487438" y="973943"/>
                  <a:ext cx="12528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498">
              <p14:nvContentPartPr>
                <p14:cNvPr id="299" name="Ink 298">
                  <a:extLst>
                    <a:ext uri="{FF2B5EF4-FFF2-40B4-BE49-F238E27FC236}">
                      <a16:creationId xmlns:a16="http://schemas.microsoft.com/office/drawing/2014/main" id="{71BA59A6-D2BD-0E04-7005-2DE17298AB47}"/>
                    </a:ext>
                  </a:extLst>
                </p14:cNvPr>
                <p14:cNvContentPartPr/>
                <p14:nvPr/>
              </p14:nvContentPartPr>
              <p14:xfrm>
                <a:off x="6978038" y="1152143"/>
                <a:ext cx="688680" cy="50400"/>
              </p14:xfrm>
            </p:contentPart>
          </mc:Choice>
          <mc:Fallback>
            <p:pic>
              <p:nvPicPr>
                <p:cNvPr id="299" name="Ink 298">
                  <a:extLst>
                    <a:ext uri="{FF2B5EF4-FFF2-40B4-BE49-F238E27FC236}">
                      <a16:creationId xmlns:a16="http://schemas.microsoft.com/office/drawing/2014/main" id="{71BA59A6-D2BD-0E04-7005-2DE17298AB47}"/>
                    </a:ext>
                  </a:extLst>
                </p:cNvPr>
                <p:cNvPicPr/>
                <p:nvPr/>
              </p:nvPicPr>
              <p:blipFill>
                <a:blip r:embed="rId499"/>
                <a:stretch>
                  <a:fillRect/>
                </a:stretch>
              </p:blipFill>
              <p:spPr>
                <a:xfrm>
                  <a:off x="6969038" y="1143143"/>
                  <a:ext cx="706320" cy="68040"/>
                </a:xfrm>
                <a:prstGeom prst="rect">
                  <a:avLst/>
                </a:prstGeom>
              </p:spPr>
            </p:pic>
          </mc:Fallback>
        </mc:AlternateContent>
        <mc:AlternateContent xmlns:mc="http://schemas.openxmlformats.org/markup-compatibility/2006">
          <mc:Choice xmlns:p14="http://schemas.microsoft.com/office/powerpoint/2010/main" Requires="p14">
            <p:contentPart p14:bwMode="auto" r:id="rId500">
              <p14:nvContentPartPr>
                <p14:cNvPr id="301" name="Ink 300">
                  <a:extLst>
                    <a:ext uri="{FF2B5EF4-FFF2-40B4-BE49-F238E27FC236}">
                      <a16:creationId xmlns:a16="http://schemas.microsoft.com/office/drawing/2014/main" id="{AC49B502-642E-46DB-E67F-A1E52BF4375D}"/>
                    </a:ext>
                  </a:extLst>
                </p14:cNvPr>
                <p14:cNvContentPartPr/>
                <p14:nvPr/>
              </p14:nvContentPartPr>
              <p14:xfrm>
                <a:off x="6872198" y="814823"/>
                <a:ext cx="1027800" cy="518040"/>
              </p14:xfrm>
            </p:contentPart>
          </mc:Choice>
          <mc:Fallback>
            <p:pic>
              <p:nvPicPr>
                <p:cNvPr id="301" name="Ink 300">
                  <a:extLst>
                    <a:ext uri="{FF2B5EF4-FFF2-40B4-BE49-F238E27FC236}">
                      <a16:creationId xmlns:a16="http://schemas.microsoft.com/office/drawing/2014/main" id="{AC49B502-642E-46DB-E67F-A1E52BF4375D}"/>
                    </a:ext>
                  </a:extLst>
                </p:cNvPr>
                <p:cNvPicPr/>
                <p:nvPr/>
              </p:nvPicPr>
              <p:blipFill>
                <a:blip r:embed="rId501"/>
                <a:stretch>
                  <a:fillRect/>
                </a:stretch>
              </p:blipFill>
              <p:spPr>
                <a:xfrm>
                  <a:off x="6863198" y="806183"/>
                  <a:ext cx="1045440" cy="535680"/>
                </a:xfrm>
                <a:prstGeom prst="rect">
                  <a:avLst/>
                </a:prstGeom>
              </p:spPr>
            </p:pic>
          </mc:Fallback>
        </mc:AlternateContent>
      </p:grpSp>
      <p:grpSp>
        <p:nvGrpSpPr>
          <p:cNvPr id="314" name="Group 313">
            <a:extLst>
              <a:ext uri="{FF2B5EF4-FFF2-40B4-BE49-F238E27FC236}">
                <a16:creationId xmlns:a16="http://schemas.microsoft.com/office/drawing/2014/main" id="{15B9D1D1-65DA-17F2-40D4-BFE0CDF52751}"/>
              </a:ext>
            </a:extLst>
          </p:cNvPr>
          <p:cNvGrpSpPr/>
          <p:nvPr/>
        </p:nvGrpSpPr>
        <p:grpSpPr>
          <a:xfrm>
            <a:off x="6193958" y="1378583"/>
            <a:ext cx="5649840" cy="363960"/>
            <a:chOff x="6193958" y="1378583"/>
            <a:chExt cx="5649840" cy="363960"/>
          </a:xfrm>
        </p:grpSpPr>
        <mc:AlternateContent xmlns:mc="http://schemas.openxmlformats.org/markup-compatibility/2006">
          <mc:Choice xmlns:p14="http://schemas.microsoft.com/office/powerpoint/2010/main" Requires="p14">
            <p:contentPart p14:bwMode="auto" r:id="rId502">
              <p14:nvContentPartPr>
                <p14:cNvPr id="149" name="Ink 148">
                  <a:extLst>
                    <a:ext uri="{FF2B5EF4-FFF2-40B4-BE49-F238E27FC236}">
                      <a16:creationId xmlns:a16="http://schemas.microsoft.com/office/drawing/2014/main" id="{B6A3333F-3F18-F736-089B-EBB995A89A8E}"/>
                    </a:ext>
                  </a:extLst>
                </p14:cNvPr>
                <p14:cNvContentPartPr/>
                <p14:nvPr/>
              </p14:nvContentPartPr>
              <p14:xfrm>
                <a:off x="6193958" y="1378583"/>
                <a:ext cx="3104280" cy="327240"/>
              </p14:xfrm>
            </p:contentPart>
          </mc:Choice>
          <mc:Fallback>
            <p:pic>
              <p:nvPicPr>
                <p:cNvPr id="149" name="Ink 148">
                  <a:extLst>
                    <a:ext uri="{FF2B5EF4-FFF2-40B4-BE49-F238E27FC236}">
                      <a16:creationId xmlns:a16="http://schemas.microsoft.com/office/drawing/2014/main" id="{B6A3333F-3F18-F736-089B-EBB995A89A8E}"/>
                    </a:ext>
                  </a:extLst>
                </p:cNvPr>
                <p:cNvPicPr/>
                <p:nvPr/>
              </p:nvPicPr>
              <p:blipFill>
                <a:blip r:embed="rId503"/>
                <a:stretch>
                  <a:fillRect/>
                </a:stretch>
              </p:blipFill>
              <p:spPr>
                <a:xfrm>
                  <a:off x="6184958" y="1369943"/>
                  <a:ext cx="3121920" cy="344880"/>
                </a:xfrm>
                <a:prstGeom prst="rect">
                  <a:avLst/>
                </a:prstGeom>
              </p:spPr>
            </p:pic>
          </mc:Fallback>
        </mc:AlternateContent>
        <mc:AlternateContent xmlns:mc="http://schemas.openxmlformats.org/markup-compatibility/2006">
          <mc:Choice xmlns:p14="http://schemas.microsoft.com/office/powerpoint/2010/main" Requires="p14">
            <p:contentPart p14:bwMode="auto" r:id="rId504">
              <p14:nvContentPartPr>
                <p14:cNvPr id="150" name="Ink 149">
                  <a:extLst>
                    <a:ext uri="{FF2B5EF4-FFF2-40B4-BE49-F238E27FC236}">
                      <a16:creationId xmlns:a16="http://schemas.microsoft.com/office/drawing/2014/main" id="{18E660D0-9E4E-63DA-F78F-489FD583F89A}"/>
                    </a:ext>
                  </a:extLst>
                </p14:cNvPr>
                <p14:cNvContentPartPr/>
                <p14:nvPr/>
              </p14:nvContentPartPr>
              <p14:xfrm>
                <a:off x="9237758" y="1697183"/>
                <a:ext cx="108000" cy="45360"/>
              </p14:xfrm>
            </p:contentPart>
          </mc:Choice>
          <mc:Fallback>
            <p:pic>
              <p:nvPicPr>
                <p:cNvPr id="150" name="Ink 149">
                  <a:extLst>
                    <a:ext uri="{FF2B5EF4-FFF2-40B4-BE49-F238E27FC236}">
                      <a16:creationId xmlns:a16="http://schemas.microsoft.com/office/drawing/2014/main" id="{18E660D0-9E4E-63DA-F78F-489FD583F89A}"/>
                    </a:ext>
                  </a:extLst>
                </p:cNvPr>
                <p:cNvPicPr/>
                <p:nvPr/>
              </p:nvPicPr>
              <p:blipFill>
                <a:blip r:embed="rId505"/>
                <a:stretch>
                  <a:fillRect/>
                </a:stretch>
              </p:blipFill>
              <p:spPr>
                <a:xfrm>
                  <a:off x="9228758" y="1688183"/>
                  <a:ext cx="12564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506">
              <p14:nvContentPartPr>
                <p14:cNvPr id="303" name="Ink 302">
                  <a:extLst>
                    <a:ext uri="{FF2B5EF4-FFF2-40B4-BE49-F238E27FC236}">
                      <a16:creationId xmlns:a16="http://schemas.microsoft.com/office/drawing/2014/main" id="{D359A554-6941-7F3E-A0BF-1FFD33E358C2}"/>
                    </a:ext>
                  </a:extLst>
                </p14:cNvPr>
                <p14:cNvContentPartPr/>
                <p14:nvPr/>
              </p14:nvContentPartPr>
              <p14:xfrm>
                <a:off x="9286718" y="1465703"/>
                <a:ext cx="1375560" cy="47160"/>
              </p14:xfrm>
            </p:contentPart>
          </mc:Choice>
          <mc:Fallback>
            <p:pic>
              <p:nvPicPr>
                <p:cNvPr id="303" name="Ink 302">
                  <a:extLst>
                    <a:ext uri="{FF2B5EF4-FFF2-40B4-BE49-F238E27FC236}">
                      <a16:creationId xmlns:a16="http://schemas.microsoft.com/office/drawing/2014/main" id="{D359A554-6941-7F3E-A0BF-1FFD33E358C2}"/>
                    </a:ext>
                  </a:extLst>
                </p:cNvPr>
                <p:cNvPicPr/>
                <p:nvPr/>
              </p:nvPicPr>
              <p:blipFill>
                <a:blip r:embed="rId507"/>
                <a:stretch>
                  <a:fillRect/>
                </a:stretch>
              </p:blipFill>
              <p:spPr>
                <a:xfrm>
                  <a:off x="9278078" y="1457063"/>
                  <a:ext cx="139320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508">
              <p14:nvContentPartPr>
                <p14:cNvPr id="304" name="Ink 303">
                  <a:extLst>
                    <a:ext uri="{FF2B5EF4-FFF2-40B4-BE49-F238E27FC236}">
                      <a16:creationId xmlns:a16="http://schemas.microsoft.com/office/drawing/2014/main" id="{845A52B7-CAA5-FEF8-8057-0FE99822829E}"/>
                    </a:ext>
                  </a:extLst>
                </p14:cNvPr>
                <p14:cNvContentPartPr/>
                <p14:nvPr/>
              </p14:nvContentPartPr>
              <p14:xfrm>
                <a:off x="10464998" y="1439783"/>
                <a:ext cx="156600" cy="146880"/>
              </p14:xfrm>
            </p:contentPart>
          </mc:Choice>
          <mc:Fallback>
            <p:pic>
              <p:nvPicPr>
                <p:cNvPr id="304" name="Ink 303">
                  <a:extLst>
                    <a:ext uri="{FF2B5EF4-FFF2-40B4-BE49-F238E27FC236}">
                      <a16:creationId xmlns:a16="http://schemas.microsoft.com/office/drawing/2014/main" id="{845A52B7-CAA5-FEF8-8057-0FE99822829E}"/>
                    </a:ext>
                  </a:extLst>
                </p:cNvPr>
                <p:cNvPicPr/>
                <p:nvPr/>
              </p:nvPicPr>
              <p:blipFill>
                <a:blip r:embed="rId509"/>
                <a:stretch>
                  <a:fillRect/>
                </a:stretch>
              </p:blipFill>
              <p:spPr>
                <a:xfrm>
                  <a:off x="10455998" y="1430783"/>
                  <a:ext cx="174240" cy="164520"/>
                </a:xfrm>
                <a:prstGeom prst="rect">
                  <a:avLst/>
                </a:prstGeom>
              </p:spPr>
            </p:pic>
          </mc:Fallback>
        </mc:AlternateContent>
        <mc:AlternateContent xmlns:mc="http://schemas.openxmlformats.org/markup-compatibility/2006">
          <mc:Choice xmlns:p14="http://schemas.microsoft.com/office/powerpoint/2010/main" Requires="p14">
            <p:contentPart p14:bwMode="auto" r:id="rId510">
              <p14:nvContentPartPr>
                <p14:cNvPr id="306" name="Ink 305">
                  <a:extLst>
                    <a:ext uri="{FF2B5EF4-FFF2-40B4-BE49-F238E27FC236}">
                      <a16:creationId xmlns:a16="http://schemas.microsoft.com/office/drawing/2014/main" id="{C9CE1117-ABF8-B37F-330A-4DB679640DDD}"/>
                    </a:ext>
                  </a:extLst>
                </p14:cNvPr>
                <p14:cNvContentPartPr/>
                <p14:nvPr/>
              </p14:nvContentPartPr>
              <p14:xfrm>
                <a:off x="10797278" y="1389383"/>
                <a:ext cx="131400" cy="196560"/>
              </p14:xfrm>
            </p:contentPart>
          </mc:Choice>
          <mc:Fallback>
            <p:pic>
              <p:nvPicPr>
                <p:cNvPr id="306" name="Ink 305">
                  <a:extLst>
                    <a:ext uri="{FF2B5EF4-FFF2-40B4-BE49-F238E27FC236}">
                      <a16:creationId xmlns:a16="http://schemas.microsoft.com/office/drawing/2014/main" id="{C9CE1117-ABF8-B37F-330A-4DB679640DDD}"/>
                    </a:ext>
                  </a:extLst>
                </p:cNvPr>
                <p:cNvPicPr/>
                <p:nvPr/>
              </p:nvPicPr>
              <p:blipFill>
                <a:blip r:embed="rId511"/>
                <a:stretch>
                  <a:fillRect/>
                </a:stretch>
              </p:blipFill>
              <p:spPr>
                <a:xfrm>
                  <a:off x="10788638" y="1380383"/>
                  <a:ext cx="14904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512">
              <p14:nvContentPartPr>
                <p14:cNvPr id="307" name="Ink 306">
                  <a:extLst>
                    <a:ext uri="{FF2B5EF4-FFF2-40B4-BE49-F238E27FC236}">
                      <a16:creationId xmlns:a16="http://schemas.microsoft.com/office/drawing/2014/main" id="{26150FD5-5EB4-FE3A-7A02-8D5CEFDFA4A3}"/>
                    </a:ext>
                  </a:extLst>
                </p14:cNvPr>
                <p14:cNvContentPartPr/>
                <p14:nvPr/>
              </p14:nvContentPartPr>
              <p14:xfrm>
                <a:off x="10815998" y="1477223"/>
                <a:ext cx="61200" cy="19800"/>
              </p14:xfrm>
            </p:contentPart>
          </mc:Choice>
          <mc:Fallback>
            <p:pic>
              <p:nvPicPr>
                <p:cNvPr id="307" name="Ink 306">
                  <a:extLst>
                    <a:ext uri="{FF2B5EF4-FFF2-40B4-BE49-F238E27FC236}">
                      <a16:creationId xmlns:a16="http://schemas.microsoft.com/office/drawing/2014/main" id="{26150FD5-5EB4-FE3A-7A02-8D5CEFDFA4A3}"/>
                    </a:ext>
                  </a:extLst>
                </p:cNvPr>
                <p:cNvPicPr/>
                <p:nvPr/>
              </p:nvPicPr>
              <p:blipFill>
                <a:blip r:embed="rId513"/>
                <a:stretch>
                  <a:fillRect/>
                </a:stretch>
              </p:blipFill>
              <p:spPr>
                <a:xfrm>
                  <a:off x="10806998" y="1468583"/>
                  <a:ext cx="7884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514">
              <p14:nvContentPartPr>
                <p14:cNvPr id="308" name="Ink 307">
                  <a:extLst>
                    <a:ext uri="{FF2B5EF4-FFF2-40B4-BE49-F238E27FC236}">
                      <a16:creationId xmlns:a16="http://schemas.microsoft.com/office/drawing/2014/main" id="{9DB37DF2-FC92-4108-27FB-AF762E274FE9}"/>
                    </a:ext>
                  </a:extLst>
                </p14:cNvPr>
                <p14:cNvContentPartPr/>
                <p14:nvPr/>
              </p14:nvContentPartPr>
              <p14:xfrm>
                <a:off x="10947758" y="1442663"/>
                <a:ext cx="68400" cy="162360"/>
              </p14:xfrm>
            </p:contentPart>
          </mc:Choice>
          <mc:Fallback>
            <p:pic>
              <p:nvPicPr>
                <p:cNvPr id="308" name="Ink 307">
                  <a:extLst>
                    <a:ext uri="{FF2B5EF4-FFF2-40B4-BE49-F238E27FC236}">
                      <a16:creationId xmlns:a16="http://schemas.microsoft.com/office/drawing/2014/main" id="{9DB37DF2-FC92-4108-27FB-AF762E274FE9}"/>
                    </a:ext>
                  </a:extLst>
                </p:cNvPr>
                <p:cNvPicPr/>
                <p:nvPr/>
              </p:nvPicPr>
              <p:blipFill>
                <a:blip r:embed="rId515"/>
                <a:stretch>
                  <a:fillRect/>
                </a:stretch>
              </p:blipFill>
              <p:spPr>
                <a:xfrm>
                  <a:off x="10938758" y="1433663"/>
                  <a:ext cx="8604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516">
              <p14:nvContentPartPr>
                <p14:cNvPr id="309" name="Ink 308">
                  <a:extLst>
                    <a:ext uri="{FF2B5EF4-FFF2-40B4-BE49-F238E27FC236}">
                      <a16:creationId xmlns:a16="http://schemas.microsoft.com/office/drawing/2014/main" id="{722F74CA-D0D3-E435-5DA4-2C0E9AF6AE59}"/>
                    </a:ext>
                  </a:extLst>
                </p14:cNvPr>
                <p14:cNvContentPartPr/>
                <p14:nvPr/>
              </p14:nvContentPartPr>
              <p14:xfrm>
                <a:off x="11116958" y="1457063"/>
                <a:ext cx="249120" cy="202320"/>
              </p14:xfrm>
            </p:contentPart>
          </mc:Choice>
          <mc:Fallback>
            <p:pic>
              <p:nvPicPr>
                <p:cNvPr id="309" name="Ink 308">
                  <a:extLst>
                    <a:ext uri="{FF2B5EF4-FFF2-40B4-BE49-F238E27FC236}">
                      <a16:creationId xmlns:a16="http://schemas.microsoft.com/office/drawing/2014/main" id="{722F74CA-D0D3-E435-5DA4-2C0E9AF6AE59}"/>
                    </a:ext>
                  </a:extLst>
                </p:cNvPr>
                <p:cNvPicPr/>
                <p:nvPr/>
              </p:nvPicPr>
              <p:blipFill>
                <a:blip r:embed="rId517"/>
                <a:stretch>
                  <a:fillRect/>
                </a:stretch>
              </p:blipFill>
              <p:spPr>
                <a:xfrm>
                  <a:off x="11107958" y="1448063"/>
                  <a:ext cx="26676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518">
              <p14:nvContentPartPr>
                <p14:cNvPr id="310" name="Ink 309">
                  <a:extLst>
                    <a:ext uri="{FF2B5EF4-FFF2-40B4-BE49-F238E27FC236}">
                      <a16:creationId xmlns:a16="http://schemas.microsoft.com/office/drawing/2014/main" id="{69820F24-A859-1085-F32D-A31B93F994CD}"/>
                    </a:ext>
                  </a:extLst>
                </p14:cNvPr>
                <p14:cNvContentPartPr/>
                <p14:nvPr/>
              </p14:nvContentPartPr>
              <p14:xfrm>
                <a:off x="11418278" y="1459583"/>
                <a:ext cx="68040" cy="115200"/>
              </p14:xfrm>
            </p:contentPart>
          </mc:Choice>
          <mc:Fallback>
            <p:pic>
              <p:nvPicPr>
                <p:cNvPr id="310" name="Ink 309">
                  <a:extLst>
                    <a:ext uri="{FF2B5EF4-FFF2-40B4-BE49-F238E27FC236}">
                      <a16:creationId xmlns:a16="http://schemas.microsoft.com/office/drawing/2014/main" id="{69820F24-A859-1085-F32D-A31B93F994CD}"/>
                    </a:ext>
                  </a:extLst>
                </p:cNvPr>
                <p:cNvPicPr/>
                <p:nvPr/>
              </p:nvPicPr>
              <p:blipFill>
                <a:blip r:embed="rId519"/>
                <a:stretch>
                  <a:fillRect/>
                </a:stretch>
              </p:blipFill>
              <p:spPr>
                <a:xfrm>
                  <a:off x="11409638" y="1450943"/>
                  <a:ext cx="8568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520">
              <p14:nvContentPartPr>
                <p14:cNvPr id="312" name="Ink 311">
                  <a:extLst>
                    <a:ext uri="{FF2B5EF4-FFF2-40B4-BE49-F238E27FC236}">
                      <a16:creationId xmlns:a16="http://schemas.microsoft.com/office/drawing/2014/main" id="{931B3837-9560-1B51-6FB6-DB195EB8728C}"/>
                    </a:ext>
                  </a:extLst>
                </p14:cNvPr>
                <p14:cNvContentPartPr/>
                <p14:nvPr/>
              </p14:nvContentPartPr>
              <p14:xfrm>
                <a:off x="11542478" y="1378583"/>
                <a:ext cx="175680" cy="194760"/>
              </p14:xfrm>
            </p:contentPart>
          </mc:Choice>
          <mc:Fallback>
            <p:pic>
              <p:nvPicPr>
                <p:cNvPr id="312" name="Ink 311">
                  <a:extLst>
                    <a:ext uri="{FF2B5EF4-FFF2-40B4-BE49-F238E27FC236}">
                      <a16:creationId xmlns:a16="http://schemas.microsoft.com/office/drawing/2014/main" id="{931B3837-9560-1B51-6FB6-DB195EB8728C}"/>
                    </a:ext>
                  </a:extLst>
                </p:cNvPr>
                <p:cNvPicPr/>
                <p:nvPr/>
              </p:nvPicPr>
              <p:blipFill>
                <a:blip r:embed="rId521"/>
                <a:stretch>
                  <a:fillRect/>
                </a:stretch>
              </p:blipFill>
              <p:spPr>
                <a:xfrm>
                  <a:off x="11533478" y="1369583"/>
                  <a:ext cx="193320" cy="212400"/>
                </a:xfrm>
                <a:prstGeom prst="rect">
                  <a:avLst/>
                </a:prstGeom>
              </p:spPr>
            </p:pic>
          </mc:Fallback>
        </mc:AlternateContent>
        <mc:AlternateContent xmlns:mc="http://schemas.openxmlformats.org/markup-compatibility/2006">
          <mc:Choice xmlns:p14="http://schemas.microsoft.com/office/powerpoint/2010/main" Requires="p14">
            <p:contentPart p14:bwMode="auto" r:id="rId522">
              <p14:nvContentPartPr>
                <p14:cNvPr id="313" name="Ink 312">
                  <a:extLst>
                    <a:ext uri="{FF2B5EF4-FFF2-40B4-BE49-F238E27FC236}">
                      <a16:creationId xmlns:a16="http://schemas.microsoft.com/office/drawing/2014/main" id="{06E5F945-E07D-B085-010A-D6DD09A601C0}"/>
                    </a:ext>
                  </a:extLst>
                </p14:cNvPr>
                <p14:cNvContentPartPr/>
                <p14:nvPr/>
              </p14:nvContentPartPr>
              <p14:xfrm>
                <a:off x="11742998" y="1470383"/>
                <a:ext cx="100800" cy="39240"/>
              </p14:xfrm>
            </p:contentPart>
          </mc:Choice>
          <mc:Fallback>
            <p:pic>
              <p:nvPicPr>
                <p:cNvPr id="313" name="Ink 312">
                  <a:extLst>
                    <a:ext uri="{FF2B5EF4-FFF2-40B4-BE49-F238E27FC236}">
                      <a16:creationId xmlns:a16="http://schemas.microsoft.com/office/drawing/2014/main" id="{06E5F945-E07D-B085-010A-D6DD09A601C0}"/>
                    </a:ext>
                  </a:extLst>
                </p:cNvPr>
                <p:cNvPicPr/>
                <p:nvPr/>
              </p:nvPicPr>
              <p:blipFill>
                <a:blip r:embed="rId523"/>
                <a:stretch>
                  <a:fillRect/>
                </a:stretch>
              </p:blipFill>
              <p:spPr>
                <a:xfrm>
                  <a:off x="11734358" y="1461383"/>
                  <a:ext cx="118440" cy="56880"/>
                </a:xfrm>
                <a:prstGeom prst="rect">
                  <a:avLst/>
                </a:prstGeom>
              </p:spPr>
            </p:pic>
          </mc:Fallback>
        </mc:AlternateContent>
      </p:grpSp>
      <p:grpSp>
        <p:nvGrpSpPr>
          <p:cNvPr id="323" name="Group 322">
            <a:extLst>
              <a:ext uri="{FF2B5EF4-FFF2-40B4-BE49-F238E27FC236}">
                <a16:creationId xmlns:a16="http://schemas.microsoft.com/office/drawing/2014/main" id="{65CBC987-740C-1D95-4376-26C5BDDA6F7D}"/>
              </a:ext>
            </a:extLst>
          </p:cNvPr>
          <p:cNvGrpSpPr/>
          <p:nvPr/>
        </p:nvGrpSpPr>
        <p:grpSpPr>
          <a:xfrm>
            <a:off x="10966838" y="1756943"/>
            <a:ext cx="591840" cy="636120"/>
            <a:chOff x="10966838" y="1756943"/>
            <a:chExt cx="591840" cy="636120"/>
          </a:xfrm>
        </p:grpSpPr>
        <mc:AlternateContent xmlns:mc="http://schemas.openxmlformats.org/markup-compatibility/2006">
          <mc:Choice xmlns:p14="http://schemas.microsoft.com/office/powerpoint/2010/main" Requires="p14">
            <p:contentPart p14:bwMode="auto" r:id="rId524">
              <p14:nvContentPartPr>
                <p14:cNvPr id="315" name="Ink 314">
                  <a:extLst>
                    <a:ext uri="{FF2B5EF4-FFF2-40B4-BE49-F238E27FC236}">
                      <a16:creationId xmlns:a16="http://schemas.microsoft.com/office/drawing/2014/main" id="{7C5F699D-0B11-AB98-F556-CEF08F45C535}"/>
                    </a:ext>
                  </a:extLst>
                </p14:cNvPr>
                <p14:cNvContentPartPr/>
                <p14:nvPr/>
              </p14:nvContentPartPr>
              <p14:xfrm>
                <a:off x="11266718" y="1756943"/>
                <a:ext cx="6840" cy="261360"/>
              </p14:xfrm>
            </p:contentPart>
          </mc:Choice>
          <mc:Fallback>
            <p:pic>
              <p:nvPicPr>
                <p:cNvPr id="315" name="Ink 314">
                  <a:extLst>
                    <a:ext uri="{FF2B5EF4-FFF2-40B4-BE49-F238E27FC236}">
                      <a16:creationId xmlns:a16="http://schemas.microsoft.com/office/drawing/2014/main" id="{7C5F699D-0B11-AB98-F556-CEF08F45C535}"/>
                    </a:ext>
                  </a:extLst>
                </p:cNvPr>
                <p:cNvPicPr/>
                <p:nvPr/>
              </p:nvPicPr>
              <p:blipFill>
                <a:blip r:embed="rId525"/>
                <a:stretch>
                  <a:fillRect/>
                </a:stretch>
              </p:blipFill>
              <p:spPr>
                <a:xfrm>
                  <a:off x="11258078" y="1747943"/>
                  <a:ext cx="24480" cy="279000"/>
                </a:xfrm>
                <a:prstGeom prst="rect">
                  <a:avLst/>
                </a:prstGeom>
              </p:spPr>
            </p:pic>
          </mc:Fallback>
        </mc:AlternateContent>
        <mc:AlternateContent xmlns:mc="http://schemas.openxmlformats.org/markup-compatibility/2006">
          <mc:Choice xmlns:p14="http://schemas.microsoft.com/office/powerpoint/2010/main" Requires="p14">
            <p:contentPart p14:bwMode="auto" r:id="rId526">
              <p14:nvContentPartPr>
                <p14:cNvPr id="316" name="Ink 315">
                  <a:extLst>
                    <a:ext uri="{FF2B5EF4-FFF2-40B4-BE49-F238E27FC236}">
                      <a16:creationId xmlns:a16="http://schemas.microsoft.com/office/drawing/2014/main" id="{75C533F7-DC44-C5B3-889A-5BD3E756056E}"/>
                    </a:ext>
                  </a:extLst>
                </p14:cNvPr>
                <p14:cNvContentPartPr/>
                <p14:nvPr/>
              </p14:nvContentPartPr>
              <p14:xfrm>
                <a:off x="11091038" y="2065103"/>
                <a:ext cx="176400" cy="163440"/>
              </p14:xfrm>
            </p:contentPart>
          </mc:Choice>
          <mc:Fallback>
            <p:pic>
              <p:nvPicPr>
                <p:cNvPr id="316" name="Ink 315">
                  <a:extLst>
                    <a:ext uri="{FF2B5EF4-FFF2-40B4-BE49-F238E27FC236}">
                      <a16:creationId xmlns:a16="http://schemas.microsoft.com/office/drawing/2014/main" id="{75C533F7-DC44-C5B3-889A-5BD3E756056E}"/>
                    </a:ext>
                  </a:extLst>
                </p:cNvPr>
                <p:cNvPicPr/>
                <p:nvPr/>
              </p:nvPicPr>
              <p:blipFill>
                <a:blip r:embed="rId527"/>
                <a:stretch>
                  <a:fillRect/>
                </a:stretch>
              </p:blipFill>
              <p:spPr>
                <a:xfrm>
                  <a:off x="11082038" y="2056103"/>
                  <a:ext cx="19404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528">
              <p14:nvContentPartPr>
                <p14:cNvPr id="317" name="Ink 316">
                  <a:extLst>
                    <a:ext uri="{FF2B5EF4-FFF2-40B4-BE49-F238E27FC236}">
                      <a16:creationId xmlns:a16="http://schemas.microsoft.com/office/drawing/2014/main" id="{2B37B3B8-4205-2AAD-83F7-C15D2BC6B0DD}"/>
                    </a:ext>
                  </a:extLst>
                </p14:cNvPr>
                <p14:cNvContentPartPr/>
                <p14:nvPr/>
              </p14:nvContentPartPr>
              <p14:xfrm>
                <a:off x="11343398" y="2091023"/>
                <a:ext cx="95040" cy="150840"/>
              </p14:xfrm>
            </p:contentPart>
          </mc:Choice>
          <mc:Fallback>
            <p:pic>
              <p:nvPicPr>
                <p:cNvPr id="317" name="Ink 316">
                  <a:extLst>
                    <a:ext uri="{FF2B5EF4-FFF2-40B4-BE49-F238E27FC236}">
                      <a16:creationId xmlns:a16="http://schemas.microsoft.com/office/drawing/2014/main" id="{2B37B3B8-4205-2AAD-83F7-C15D2BC6B0DD}"/>
                    </a:ext>
                  </a:extLst>
                </p:cNvPr>
                <p:cNvPicPr/>
                <p:nvPr/>
              </p:nvPicPr>
              <p:blipFill>
                <a:blip r:embed="rId529"/>
                <a:stretch>
                  <a:fillRect/>
                </a:stretch>
              </p:blipFill>
              <p:spPr>
                <a:xfrm>
                  <a:off x="11334398" y="2082383"/>
                  <a:ext cx="11268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530">
              <p14:nvContentPartPr>
                <p14:cNvPr id="318" name="Ink 317">
                  <a:extLst>
                    <a:ext uri="{FF2B5EF4-FFF2-40B4-BE49-F238E27FC236}">
                      <a16:creationId xmlns:a16="http://schemas.microsoft.com/office/drawing/2014/main" id="{A906AD60-B1D5-2DE2-F545-1AB6547378C8}"/>
                    </a:ext>
                  </a:extLst>
                </p14:cNvPr>
                <p14:cNvContentPartPr/>
                <p14:nvPr/>
              </p14:nvContentPartPr>
              <p14:xfrm>
                <a:off x="10966838" y="2041343"/>
                <a:ext cx="195120" cy="307080"/>
              </p14:xfrm>
            </p:contentPart>
          </mc:Choice>
          <mc:Fallback>
            <p:pic>
              <p:nvPicPr>
                <p:cNvPr id="318" name="Ink 317">
                  <a:extLst>
                    <a:ext uri="{FF2B5EF4-FFF2-40B4-BE49-F238E27FC236}">
                      <a16:creationId xmlns:a16="http://schemas.microsoft.com/office/drawing/2014/main" id="{A906AD60-B1D5-2DE2-F545-1AB6547378C8}"/>
                    </a:ext>
                  </a:extLst>
                </p:cNvPr>
                <p:cNvPicPr/>
                <p:nvPr/>
              </p:nvPicPr>
              <p:blipFill>
                <a:blip r:embed="rId531"/>
                <a:stretch>
                  <a:fillRect/>
                </a:stretch>
              </p:blipFill>
              <p:spPr>
                <a:xfrm>
                  <a:off x="10957838" y="2032703"/>
                  <a:ext cx="212760" cy="324720"/>
                </a:xfrm>
                <a:prstGeom prst="rect">
                  <a:avLst/>
                </a:prstGeom>
              </p:spPr>
            </p:pic>
          </mc:Fallback>
        </mc:AlternateContent>
        <mc:AlternateContent xmlns:mc="http://schemas.openxmlformats.org/markup-compatibility/2006">
          <mc:Choice xmlns:p14="http://schemas.microsoft.com/office/powerpoint/2010/main" Requires="p14">
            <p:contentPart p14:bwMode="auto" r:id="rId532">
              <p14:nvContentPartPr>
                <p14:cNvPr id="319" name="Ink 318">
                  <a:extLst>
                    <a:ext uri="{FF2B5EF4-FFF2-40B4-BE49-F238E27FC236}">
                      <a16:creationId xmlns:a16="http://schemas.microsoft.com/office/drawing/2014/main" id="{C9B6872E-F41D-B58A-B715-86D6C909274B}"/>
                    </a:ext>
                  </a:extLst>
                </p14:cNvPr>
                <p14:cNvContentPartPr/>
                <p14:nvPr/>
              </p14:nvContentPartPr>
              <p14:xfrm>
                <a:off x="11467598" y="2091743"/>
                <a:ext cx="91080" cy="174960"/>
              </p14:xfrm>
            </p:contentPart>
          </mc:Choice>
          <mc:Fallback>
            <p:pic>
              <p:nvPicPr>
                <p:cNvPr id="319" name="Ink 318">
                  <a:extLst>
                    <a:ext uri="{FF2B5EF4-FFF2-40B4-BE49-F238E27FC236}">
                      <a16:creationId xmlns:a16="http://schemas.microsoft.com/office/drawing/2014/main" id="{C9B6872E-F41D-B58A-B715-86D6C909274B}"/>
                    </a:ext>
                  </a:extLst>
                </p:cNvPr>
                <p:cNvPicPr/>
                <p:nvPr/>
              </p:nvPicPr>
              <p:blipFill>
                <a:blip r:embed="rId533"/>
                <a:stretch>
                  <a:fillRect/>
                </a:stretch>
              </p:blipFill>
              <p:spPr>
                <a:xfrm>
                  <a:off x="11458598" y="2082743"/>
                  <a:ext cx="108720" cy="192600"/>
                </a:xfrm>
                <a:prstGeom prst="rect">
                  <a:avLst/>
                </a:prstGeom>
              </p:spPr>
            </p:pic>
          </mc:Fallback>
        </mc:AlternateContent>
        <mc:AlternateContent xmlns:mc="http://schemas.openxmlformats.org/markup-compatibility/2006">
          <mc:Choice xmlns:p14="http://schemas.microsoft.com/office/powerpoint/2010/main" Requires="p14">
            <p:contentPart p14:bwMode="auto" r:id="rId534">
              <p14:nvContentPartPr>
                <p14:cNvPr id="321" name="Ink 320">
                  <a:extLst>
                    <a:ext uri="{FF2B5EF4-FFF2-40B4-BE49-F238E27FC236}">
                      <a16:creationId xmlns:a16="http://schemas.microsoft.com/office/drawing/2014/main" id="{C91951E9-F4BE-A48F-FEEE-B4D3A65A0E67}"/>
                    </a:ext>
                  </a:extLst>
                </p14:cNvPr>
                <p14:cNvContentPartPr/>
                <p14:nvPr/>
              </p14:nvContentPartPr>
              <p14:xfrm>
                <a:off x="11204438" y="2323583"/>
                <a:ext cx="102960" cy="7200"/>
              </p14:xfrm>
            </p:contentPart>
          </mc:Choice>
          <mc:Fallback>
            <p:pic>
              <p:nvPicPr>
                <p:cNvPr id="321" name="Ink 320">
                  <a:extLst>
                    <a:ext uri="{FF2B5EF4-FFF2-40B4-BE49-F238E27FC236}">
                      <a16:creationId xmlns:a16="http://schemas.microsoft.com/office/drawing/2014/main" id="{C91951E9-F4BE-A48F-FEEE-B4D3A65A0E67}"/>
                    </a:ext>
                  </a:extLst>
                </p:cNvPr>
                <p:cNvPicPr/>
                <p:nvPr/>
              </p:nvPicPr>
              <p:blipFill>
                <a:blip r:embed="rId535"/>
                <a:stretch>
                  <a:fillRect/>
                </a:stretch>
              </p:blipFill>
              <p:spPr>
                <a:xfrm>
                  <a:off x="11195438" y="2314583"/>
                  <a:ext cx="12060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536">
              <p14:nvContentPartPr>
                <p14:cNvPr id="322" name="Ink 321">
                  <a:extLst>
                    <a:ext uri="{FF2B5EF4-FFF2-40B4-BE49-F238E27FC236}">
                      <a16:creationId xmlns:a16="http://schemas.microsoft.com/office/drawing/2014/main" id="{D2782539-37FC-AB8E-3641-0B85926F89BA}"/>
                    </a:ext>
                  </a:extLst>
                </p14:cNvPr>
                <p14:cNvContentPartPr/>
                <p14:nvPr/>
              </p14:nvContentPartPr>
              <p14:xfrm>
                <a:off x="11247998" y="2385863"/>
                <a:ext cx="100440" cy="7200"/>
              </p14:xfrm>
            </p:contentPart>
          </mc:Choice>
          <mc:Fallback>
            <p:pic>
              <p:nvPicPr>
                <p:cNvPr id="322" name="Ink 321">
                  <a:extLst>
                    <a:ext uri="{FF2B5EF4-FFF2-40B4-BE49-F238E27FC236}">
                      <a16:creationId xmlns:a16="http://schemas.microsoft.com/office/drawing/2014/main" id="{D2782539-37FC-AB8E-3641-0B85926F89BA}"/>
                    </a:ext>
                  </a:extLst>
                </p:cNvPr>
                <p:cNvPicPr/>
                <p:nvPr/>
              </p:nvPicPr>
              <p:blipFill>
                <a:blip r:embed="rId537"/>
                <a:stretch>
                  <a:fillRect/>
                </a:stretch>
              </p:blipFill>
              <p:spPr>
                <a:xfrm>
                  <a:off x="11239358" y="2377223"/>
                  <a:ext cx="118080" cy="24840"/>
                </a:xfrm>
                <a:prstGeom prst="rect">
                  <a:avLst/>
                </a:prstGeom>
              </p:spPr>
            </p:pic>
          </mc:Fallback>
        </mc:AlternateContent>
      </p:grpSp>
      <p:grpSp>
        <p:nvGrpSpPr>
          <p:cNvPr id="334" name="Group 333">
            <a:extLst>
              <a:ext uri="{FF2B5EF4-FFF2-40B4-BE49-F238E27FC236}">
                <a16:creationId xmlns:a16="http://schemas.microsoft.com/office/drawing/2014/main" id="{18B0A782-FAA4-E856-6A87-3669408DCCD6}"/>
              </a:ext>
            </a:extLst>
          </p:cNvPr>
          <p:cNvGrpSpPr/>
          <p:nvPr/>
        </p:nvGrpSpPr>
        <p:grpSpPr>
          <a:xfrm>
            <a:off x="3584678" y="3225023"/>
            <a:ext cx="1195920" cy="468000"/>
            <a:chOff x="3584678" y="3225023"/>
            <a:chExt cx="1195920" cy="468000"/>
          </a:xfrm>
        </p:grpSpPr>
        <mc:AlternateContent xmlns:mc="http://schemas.openxmlformats.org/markup-compatibility/2006">
          <mc:Choice xmlns:p14="http://schemas.microsoft.com/office/powerpoint/2010/main" Requires="p14">
            <p:contentPart p14:bwMode="auto" r:id="rId538">
              <p14:nvContentPartPr>
                <p14:cNvPr id="324" name="Ink 323">
                  <a:extLst>
                    <a:ext uri="{FF2B5EF4-FFF2-40B4-BE49-F238E27FC236}">
                      <a16:creationId xmlns:a16="http://schemas.microsoft.com/office/drawing/2014/main" id="{682A9165-FB11-9D34-57B5-0C17662E7564}"/>
                    </a:ext>
                  </a:extLst>
                </p14:cNvPr>
                <p14:cNvContentPartPr/>
                <p14:nvPr/>
              </p14:nvContentPartPr>
              <p14:xfrm>
                <a:off x="3694838" y="3225023"/>
                <a:ext cx="692640" cy="19440"/>
              </p14:xfrm>
            </p:contentPart>
          </mc:Choice>
          <mc:Fallback>
            <p:pic>
              <p:nvPicPr>
                <p:cNvPr id="324" name="Ink 323">
                  <a:extLst>
                    <a:ext uri="{FF2B5EF4-FFF2-40B4-BE49-F238E27FC236}">
                      <a16:creationId xmlns:a16="http://schemas.microsoft.com/office/drawing/2014/main" id="{682A9165-FB11-9D34-57B5-0C17662E7564}"/>
                    </a:ext>
                  </a:extLst>
                </p:cNvPr>
                <p:cNvPicPr/>
                <p:nvPr/>
              </p:nvPicPr>
              <p:blipFill>
                <a:blip r:embed="rId539"/>
                <a:stretch>
                  <a:fillRect/>
                </a:stretch>
              </p:blipFill>
              <p:spPr>
                <a:xfrm>
                  <a:off x="3686198" y="3216023"/>
                  <a:ext cx="71028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540">
              <p14:nvContentPartPr>
                <p14:cNvPr id="325" name="Ink 324">
                  <a:extLst>
                    <a:ext uri="{FF2B5EF4-FFF2-40B4-BE49-F238E27FC236}">
                      <a16:creationId xmlns:a16="http://schemas.microsoft.com/office/drawing/2014/main" id="{F99D9D8F-3F50-44BC-2974-B969F128DC22}"/>
                    </a:ext>
                  </a:extLst>
                </p14:cNvPr>
                <p14:cNvContentPartPr/>
                <p14:nvPr/>
              </p14:nvContentPartPr>
              <p14:xfrm>
                <a:off x="3638318" y="3312863"/>
                <a:ext cx="734400" cy="19440"/>
              </p14:xfrm>
            </p:contentPart>
          </mc:Choice>
          <mc:Fallback>
            <p:pic>
              <p:nvPicPr>
                <p:cNvPr id="325" name="Ink 324">
                  <a:extLst>
                    <a:ext uri="{FF2B5EF4-FFF2-40B4-BE49-F238E27FC236}">
                      <a16:creationId xmlns:a16="http://schemas.microsoft.com/office/drawing/2014/main" id="{F99D9D8F-3F50-44BC-2974-B969F128DC22}"/>
                    </a:ext>
                  </a:extLst>
                </p:cNvPr>
                <p:cNvPicPr/>
                <p:nvPr/>
              </p:nvPicPr>
              <p:blipFill>
                <a:blip r:embed="rId541"/>
                <a:stretch>
                  <a:fillRect/>
                </a:stretch>
              </p:blipFill>
              <p:spPr>
                <a:xfrm>
                  <a:off x="3629678" y="3303863"/>
                  <a:ext cx="75204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542">
              <p14:nvContentPartPr>
                <p14:cNvPr id="327" name="Ink 326">
                  <a:extLst>
                    <a:ext uri="{FF2B5EF4-FFF2-40B4-BE49-F238E27FC236}">
                      <a16:creationId xmlns:a16="http://schemas.microsoft.com/office/drawing/2014/main" id="{C2756C22-7407-9F1A-81A6-4DC2D20C5BA1}"/>
                    </a:ext>
                  </a:extLst>
                </p14:cNvPr>
                <p14:cNvContentPartPr/>
                <p14:nvPr/>
              </p14:nvContentPartPr>
              <p14:xfrm>
                <a:off x="3739118" y="3363263"/>
                <a:ext cx="169920" cy="207720"/>
              </p14:xfrm>
            </p:contentPart>
          </mc:Choice>
          <mc:Fallback>
            <p:pic>
              <p:nvPicPr>
                <p:cNvPr id="327" name="Ink 326">
                  <a:extLst>
                    <a:ext uri="{FF2B5EF4-FFF2-40B4-BE49-F238E27FC236}">
                      <a16:creationId xmlns:a16="http://schemas.microsoft.com/office/drawing/2014/main" id="{C2756C22-7407-9F1A-81A6-4DC2D20C5BA1}"/>
                    </a:ext>
                  </a:extLst>
                </p:cNvPr>
                <p:cNvPicPr/>
                <p:nvPr/>
              </p:nvPicPr>
              <p:blipFill>
                <a:blip r:embed="rId543"/>
                <a:stretch>
                  <a:fillRect/>
                </a:stretch>
              </p:blipFill>
              <p:spPr>
                <a:xfrm>
                  <a:off x="3730118" y="3354263"/>
                  <a:ext cx="18756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544">
              <p14:nvContentPartPr>
                <p14:cNvPr id="328" name="Ink 327">
                  <a:extLst>
                    <a:ext uri="{FF2B5EF4-FFF2-40B4-BE49-F238E27FC236}">
                      <a16:creationId xmlns:a16="http://schemas.microsoft.com/office/drawing/2014/main" id="{3E7B1CD4-9914-B011-579D-40B25CF7296A}"/>
                    </a:ext>
                  </a:extLst>
                </p14:cNvPr>
                <p14:cNvContentPartPr/>
                <p14:nvPr/>
              </p14:nvContentPartPr>
              <p14:xfrm>
                <a:off x="3830198" y="3449663"/>
                <a:ext cx="226800" cy="97200"/>
              </p14:xfrm>
            </p:contentPart>
          </mc:Choice>
          <mc:Fallback>
            <p:pic>
              <p:nvPicPr>
                <p:cNvPr id="328" name="Ink 327">
                  <a:extLst>
                    <a:ext uri="{FF2B5EF4-FFF2-40B4-BE49-F238E27FC236}">
                      <a16:creationId xmlns:a16="http://schemas.microsoft.com/office/drawing/2014/main" id="{3E7B1CD4-9914-B011-579D-40B25CF7296A}"/>
                    </a:ext>
                  </a:extLst>
                </p:cNvPr>
                <p:cNvPicPr/>
                <p:nvPr/>
              </p:nvPicPr>
              <p:blipFill>
                <a:blip r:embed="rId545"/>
                <a:stretch>
                  <a:fillRect/>
                </a:stretch>
              </p:blipFill>
              <p:spPr>
                <a:xfrm>
                  <a:off x="3821558" y="3440663"/>
                  <a:ext cx="24444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546">
              <p14:nvContentPartPr>
                <p14:cNvPr id="329" name="Ink 328">
                  <a:extLst>
                    <a:ext uri="{FF2B5EF4-FFF2-40B4-BE49-F238E27FC236}">
                      <a16:creationId xmlns:a16="http://schemas.microsoft.com/office/drawing/2014/main" id="{94765185-1E6D-E1B8-987A-BBB6A696EA66}"/>
                    </a:ext>
                  </a:extLst>
                </p14:cNvPr>
                <p14:cNvContentPartPr/>
                <p14:nvPr/>
              </p14:nvContentPartPr>
              <p14:xfrm>
                <a:off x="4076438" y="3493223"/>
                <a:ext cx="108360" cy="64800"/>
              </p14:xfrm>
            </p:contentPart>
          </mc:Choice>
          <mc:Fallback>
            <p:pic>
              <p:nvPicPr>
                <p:cNvPr id="329" name="Ink 328">
                  <a:extLst>
                    <a:ext uri="{FF2B5EF4-FFF2-40B4-BE49-F238E27FC236}">
                      <a16:creationId xmlns:a16="http://schemas.microsoft.com/office/drawing/2014/main" id="{94765185-1E6D-E1B8-987A-BBB6A696EA66}"/>
                    </a:ext>
                  </a:extLst>
                </p:cNvPr>
                <p:cNvPicPr/>
                <p:nvPr/>
              </p:nvPicPr>
              <p:blipFill>
                <a:blip r:embed="rId547"/>
                <a:stretch>
                  <a:fillRect/>
                </a:stretch>
              </p:blipFill>
              <p:spPr>
                <a:xfrm>
                  <a:off x="4067438" y="3484583"/>
                  <a:ext cx="126000" cy="82440"/>
                </a:xfrm>
                <a:prstGeom prst="rect">
                  <a:avLst/>
                </a:prstGeom>
              </p:spPr>
            </p:pic>
          </mc:Fallback>
        </mc:AlternateContent>
        <mc:AlternateContent xmlns:mc="http://schemas.openxmlformats.org/markup-compatibility/2006">
          <mc:Choice xmlns:p14="http://schemas.microsoft.com/office/powerpoint/2010/main" Requires="p14">
            <p:contentPart p14:bwMode="auto" r:id="rId548">
              <p14:nvContentPartPr>
                <p14:cNvPr id="330" name="Ink 329">
                  <a:extLst>
                    <a:ext uri="{FF2B5EF4-FFF2-40B4-BE49-F238E27FC236}">
                      <a16:creationId xmlns:a16="http://schemas.microsoft.com/office/drawing/2014/main" id="{DF21F20D-CC7C-F1BF-45E5-5D5AD301DA04}"/>
                    </a:ext>
                  </a:extLst>
                </p14:cNvPr>
                <p14:cNvContentPartPr/>
                <p14:nvPr/>
              </p14:nvContentPartPr>
              <p14:xfrm>
                <a:off x="4260038" y="3445343"/>
                <a:ext cx="361440" cy="218880"/>
              </p14:xfrm>
            </p:contentPart>
          </mc:Choice>
          <mc:Fallback>
            <p:pic>
              <p:nvPicPr>
                <p:cNvPr id="330" name="Ink 329">
                  <a:extLst>
                    <a:ext uri="{FF2B5EF4-FFF2-40B4-BE49-F238E27FC236}">
                      <a16:creationId xmlns:a16="http://schemas.microsoft.com/office/drawing/2014/main" id="{DF21F20D-CC7C-F1BF-45E5-5D5AD301DA04}"/>
                    </a:ext>
                  </a:extLst>
                </p:cNvPr>
                <p:cNvPicPr/>
                <p:nvPr/>
              </p:nvPicPr>
              <p:blipFill>
                <a:blip r:embed="rId549"/>
                <a:stretch>
                  <a:fillRect/>
                </a:stretch>
              </p:blipFill>
              <p:spPr>
                <a:xfrm>
                  <a:off x="4251038" y="3436343"/>
                  <a:ext cx="379080" cy="236520"/>
                </a:xfrm>
                <a:prstGeom prst="rect">
                  <a:avLst/>
                </a:prstGeom>
              </p:spPr>
            </p:pic>
          </mc:Fallback>
        </mc:AlternateContent>
        <mc:AlternateContent xmlns:mc="http://schemas.openxmlformats.org/markup-compatibility/2006">
          <mc:Choice xmlns:p14="http://schemas.microsoft.com/office/powerpoint/2010/main" Requires="p14">
            <p:contentPart p14:bwMode="auto" r:id="rId550">
              <p14:nvContentPartPr>
                <p14:cNvPr id="331" name="Ink 330">
                  <a:extLst>
                    <a:ext uri="{FF2B5EF4-FFF2-40B4-BE49-F238E27FC236}">
                      <a16:creationId xmlns:a16="http://schemas.microsoft.com/office/drawing/2014/main" id="{BF601A80-FCDE-DD19-18B7-773630CFA8E0}"/>
                    </a:ext>
                  </a:extLst>
                </p14:cNvPr>
                <p14:cNvContentPartPr/>
                <p14:nvPr/>
              </p14:nvContentPartPr>
              <p14:xfrm>
                <a:off x="4722278" y="3450743"/>
                <a:ext cx="2880" cy="5040"/>
              </p14:xfrm>
            </p:contentPart>
          </mc:Choice>
          <mc:Fallback>
            <p:pic>
              <p:nvPicPr>
                <p:cNvPr id="331" name="Ink 330">
                  <a:extLst>
                    <a:ext uri="{FF2B5EF4-FFF2-40B4-BE49-F238E27FC236}">
                      <a16:creationId xmlns:a16="http://schemas.microsoft.com/office/drawing/2014/main" id="{BF601A80-FCDE-DD19-18B7-773630CFA8E0}"/>
                    </a:ext>
                  </a:extLst>
                </p:cNvPr>
                <p:cNvPicPr/>
                <p:nvPr/>
              </p:nvPicPr>
              <p:blipFill>
                <a:blip r:embed="rId441"/>
                <a:stretch>
                  <a:fillRect/>
                </a:stretch>
              </p:blipFill>
              <p:spPr>
                <a:xfrm>
                  <a:off x="4713278" y="3442103"/>
                  <a:ext cx="2052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551">
              <p14:nvContentPartPr>
                <p14:cNvPr id="332" name="Ink 331">
                  <a:extLst>
                    <a:ext uri="{FF2B5EF4-FFF2-40B4-BE49-F238E27FC236}">
                      <a16:creationId xmlns:a16="http://schemas.microsoft.com/office/drawing/2014/main" id="{7CA4085B-AB43-12F5-AA52-CF2A770436B3}"/>
                    </a:ext>
                  </a:extLst>
                </p14:cNvPr>
                <p14:cNvContentPartPr/>
                <p14:nvPr/>
              </p14:nvContentPartPr>
              <p14:xfrm>
                <a:off x="3584678" y="3381983"/>
                <a:ext cx="210240" cy="311040"/>
              </p14:xfrm>
            </p:contentPart>
          </mc:Choice>
          <mc:Fallback>
            <p:pic>
              <p:nvPicPr>
                <p:cNvPr id="332" name="Ink 331">
                  <a:extLst>
                    <a:ext uri="{FF2B5EF4-FFF2-40B4-BE49-F238E27FC236}">
                      <a16:creationId xmlns:a16="http://schemas.microsoft.com/office/drawing/2014/main" id="{7CA4085B-AB43-12F5-AA52-CF2A770436B3}"/>
                    </a:ext>
                  </a:extLst>
                </p:cNvPr>
                <p:cNvPicPr/>
                <p:nvPr/>
              </p:nvPicPr>
              <p:blipFill>
                <a:blip r:embed="rId552"/>
                <a:stretch>
                  <a:fillRect/>
                </a:stretch>
              </p:blipFill>
              <p:spPr>
                <a:xfrm>
                  <a:off x="3575678" y="3372983"/>
                  <a:ext cx="227880" cy="328680"/>
                </a:xfrm>
                <a:prstGeom prst="rect">
                  <a:avLst/>
                </a:prstGeom>
              </p:spPr>
            </p:pic>
          </mc:Fallback>
        </mc:AlternateContent>
        <mc:AlternateContent xmlns:mc="http://schemas.openxmlformats.org/markup-compatibility/2006">
          <mc:Choice xmlns:p14="http://schemas.microsoft.com/office/powerpoint/2010/main" Requires="p14">
            <p:contentPart p14:bwMode="auto" r:id="rId553">
              <p14:nvContentPartPr>
                <p14:cNvPr id="333" name="Ink 332">
                  <a:extLst>
                    <a:ext uri="{FF2B5EF4-FFF2-40B4-BE49-F238E27FC236}">
                      <a16:creationId xmlns:a16="http://schemas.microsoft.com/office/drawing/2014/main" id="{FC0BDE5A-63EA-2797-1AAC-518611AC8106}"/>
                    </a:ext>
                  </a:extLst>
                </p14:cNvPr>
                <p14:cNvContentPartPr/>
                <p14:nvPr/>
              </p14:nvContentPartPr>
              <p14:xfrm>
                <a:off x="4679078" y="3394223"/>
                <a:ext cx="101520" cy="207000"/>
              </p14:xfrm>
            </p:contentPart>
          </mc:Choice>
          <mc:Fallback>
            <p:pic>
              <p:nvPicPr>
                <p:cNvPr id="333" name="Ink 332">
                  <a:extLst>
                    <a:ext uri="{FF2B5EF4-FFF2-40B4-BE49-F238E27FC236}">
                      <a16:creationId xmlns:a16="http://schemas.microsoft.com/office/drawing/2014/main" id="{FC0BDE5A-63EA-2797-1AAC-518611AC8106}"/>
                    </a:ext>
                  </a:extLst>
                </p:cNvPr>
                <p:cNvPicPr/>
                <p:nvPr/>
              </p:nvPicPr>
              <p:blipFill>
                <a:blip r:embed="rId554"/>
                <a:stretch>
                  <a:fillRect/>
                </a:stretch>
              </p:blipFill>
              <p:spPr>
                <a:xfrm>
                  <a:off x="4670078" y="3385583"/>
                  <a:ext cx="119160" cy="224640"/>
                </a:xfrm>
                <a:prstGeom prst="rect">
                  <a:avLst/>
                </a:prstGeom>
              </p:spPr>
            </p:pic>
          </mc:Fallback>
        </mc:AlternateContent>
      </p:grpSp>
    </p:spTree>
    <p:extLst>
      <p:ext uri="{BB962C8B-B14F-4D97-AF65-F5344CB8AC3E}">
        <p14:creationId xmlns:p14="http://schemas.microsoft.com/office/powerpoint/2010/main" val="4020643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9A4-C44A-E50D-C6AE-C5A543EB776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933873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9A4-C44A-E50D-C6AE-C5A543EB776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942786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9A4-C44A-E50D-C6AE-C5A543EB776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258185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6</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60,000+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8172</TotalTime>
  <Words>1052</Words>
  <Application>Microsoft Office PowerPoint</Application>
  <PresentationFormat>Custom</PresentationFormat>
  <Paragraphs>119</Paragraphs>
  <Slides>18</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72</vt:lpstr>
      <vt:lpstr>Amasis MT Pro Black</vt:lpstr>
      <vt:lpstr>Arial</vt:lpstr>
      <vt:lpstr>Arial Black</vt:lpstr>
      <vt:lpstr>Calibri</vt:lpstr>
      <vt:lpstr>Cooper Black</vt:lpstr>
      <vt:lpstr>Segoe UI</vt:lpstr>
      <vt:lpstr>Segoe UI Light</vt:lpstr>
      <vt:lpstr>Office Theme</vt:lpstr>
      <vt:lpstr>SAP BTP Extension Suite Training</vt:lpstr>
      <vt:lpstr>PowerPoint Presentation</vt:lpstr>
      <vt:lpstr>Agenda – Day 14</vt:lpstr>
      <vt:lpstr>Testing the Microservice from postman</vt:lpstr>
      <vt:lpstr>Challenges in Current Approach</vt:lpstr>
      <vt:lpstr>Introduction to App Router</vt:lpstr>
      <vt:lpstr>Real World Example</vt:lpstr>
      <vt:lpstr>Continuous Integration and Delivery (CI/CD)</vt:lpstr>
      <vt:lpstr>Hands on: Continuous Integration</vt:lpstr>
      <vt:lpstr>BTP Cloud Transport Management</vt:lpstr>
      <vt:lpstr>Hands on SAP BTP Cloud Transport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293</cp:revision>
  <dcterms:created xsi:type="dcterms:W3CDTF">2013-09-12T13:05:01Z</dcterms:created>
  <dcterms:modified xsi:type="dcterms:W3CDTF">2026-02-03T05:38:01Z</dcterms:modified>
</cp:coreProperties>
</file>