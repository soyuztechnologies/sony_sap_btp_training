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17.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 id="2147483745" r:id="rId4"/>
  </p:sldMasterIdLst>
  <p:notesMasterIdLst>
    <p:notesMasterId r:id="rId18"/>
  </p:notesMasterIdLst>
  <p:sldIdLst>
    <p:sldId id="256" r:id="rId5"/>
    <p:sldId id="402" r:id="rId6"/>
    <p:sldId id="276" r:id="rId7"/>
    <p:sldId id="361" r:id="rId8"/>
    <p:sldId id="362" r:id="rId9"/>
    <p:sldId id="422" r:id="rId10"/>
    <p:sldId id="420" r:id="rId11"/>
    <p:sldId id="421" r:id="rId12"/>
    <p:sldId id="365" r:id="rId13"/>
    <p:sldId id="367" r:id="rId14"/>
    <p:sldId id="368" r:id="rId15"/>
    <p:sldId id="419" r:id="rId16"/>
    <p:sldId id="409" r:id="rId17"/>
  </p:sldIdLst>
  <p:sldSz cx="12188825" cy="6858000"/>
  <p:notesSz cx="6858000" cy="9144000"/>
  <p:embeddedFontLst>
    <p:embeddedFont>
      <p:font typeface="72 Condensed" panose="020B0506030000000003" pitchFamily="34" charset="0"/>
      <p:regular r:id="rId19"/>
      <p:bold r:id="rId20"/>
    </p:embeddedFont>
    <p:embeddedFont>
      <p:font typeface="Arial Black" panose="020B0A04020102020204" pitchFamily="34" charset="0"/>
      <p:regular r:id="rId21"/>
      <p:bold r:id="rId22"/>
    </p:embeddedFont>
    <p:embeddedFont>
      <p:font typeface="Cambria" panose="02040503050406030204" pitchFamily="18" charset="0"/>
      <p:regular r:id="rId23"/>
      <p:bold r:id="rId24"/>
      <p:italic r:id="rId25"/>
      <p:boldItalic r:id="rId26"/>
    </p:embeddedFont>
    <p:embeddedFont>
      <p:font typeface="Cooper Black" panose="0208090404030B020404" pitchFamily="18" charset="0"/>
      <p:regular r:id="rId27"/>
    </p:embeddedFont>
    <p:embeddedFont>
      <p:font typeface="Corben" panose="020B0604020202020204" charset="0"/>
      <p:bold r:id="rId28"/>
    </p:embeddedFont>
    <p:embeddedFont>
      <p:font typeface="Open Sans" panose="020B0606030504020204" pitchFamily="34" charset="0"/>
      <p:regular r:id="rId29"/>
      <p:bold r:id="rId30"/>
      <p:italic r:id="rId31"/>
      <p:boldItalic r:id="rId32"/>
    </p:embeddedFont>
    <p:embeddedFont>
      <p:font typeface="Quattrocento Sans" panose="020B0502050000020003" pitchFamily="34" charset="0"/>
      <p:regular r:id="rId33"/>
      <p:bold r:id="rId34"/>
      <p:italic r:id="rId35"/>
      <p:boldItalic r:id="rId36"/>
    </p:embeddedFont>
    <p:embeddedFont>
      <p:font typeface="Segoe UI" panose="020B0502040204020203" pitchFamily="34" charset="0"/>
      <p:regular r:id="rId37"/>
      <p:bold r:id="rId38"/>
      <p:italic r:id="rId39"/>
      <p:boldItalic r:id="rId40"/>
    </p:embeddedFont>
    <p:embeddedFont>
      <p:font typeface="Segoe UI Light" panose="020B0502040204020203" pitchFamily="34" charset="0"/>
      <p:regular r:id="rId41"/>
      <p: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font" Target="fonts/font24.fntdata"/><Relationship Id="rId7" Type="http://schemas.openxmlformats.org/officeDocument/2006/relationships/slide" Target="slides/slide3.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20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203" Type="http://customschemas.google.com/relationships/presentationmetadata" Target="metadata"/><Relationship Id="rId10" Type="http://schemas.openxmlformats.org/officeDocument/2006/relationships/slide" Target="slides/slide6.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207" Type="http://schemas.openxmlformats.org/officeDocument/2006/relationships/tableStyles" Target="tableStyles.xml"/><Relationship Id="rId8" Type="http://schemas.openxmlformats.org/officeDocument/2006/relationships/slide" Target="slides/slide4.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20" Type="http://schemas.openxmlformats.org/officeDocument/2006/relationships/font" Target="fonts/font2.fntdata"/><Relationship Id="rId41" Type="http://schemas.openxmlformats.org/officeDocument/2006/relationships/font" Target="fonts/font23.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11.632"/>
    </inkml:context>
    <inkml:brush xml:id="br0">
      <inkml:brushProperty name="width" value="0.05" units="cm"/>
      <inkml:brushProperty name="height" value="0.05" units="cm"/>
    </inkml:brush>
  </inkml:definitions>
  <inkml:trace contextRef="#ctx0" brushRef="#br0">263 212 24575,'-4'-13'0,"3"12"0,1 0 0,-1 0 0,1-1 0,-1 1 0,1 0 0,0-1 0,0 1 0,-1 0 0,1-1 0,0 1 0,0-3 0,2-11 0,0 3 0,0 0 0,-1 0 0,-2-22 0,1 30 0,-1 0 0,0 0 0,0 0 0,0 1 0,0-1 0,-1 0 0,1 0 0,-1 1 0,0-1 0,0 1 0,-1 0 0,1-1 0,-1 1 0,1 0 0,-5-4 0,3 4 0,-1-1 0,1 1 0,0 0 0,-1 0 0,1 0 0,-1 0 0,0 1 0,0 0 0,0 0 0,0 1 0,-1-1 0,1 1 0,0 0 0,-1 0 0,1 1 0,0-1 0,-1 1 0,1 1 0,-1-1 0,1 1 0,0 0 0,-1 0 0,1 0 0,0 1 0,0 0 0,0 0 0,0 0 0,0 0 0,0 1 0,1 0 0,-1 0 0,1 0 0,0 1 0,0-1 0,0 1 0,0 0 0,1 0 0,0 1 0,-1-1 0,2 1 0,-5 7 0,1 0 0,1 0 0,1 0 0,0 1 0,1 0 0,0-1 0,1 1 0,0 0 0,1 1 0,0-1 0,1 0 0,1 0 0,3 22 0,-2-28 0,-1 0 0,1 0 0,1-1 0,-1 1 0,1-1 0,0 1 0,1-1 0,0 0 0,-1 0 0,10 10 0,-9-12 0,0 0 0,1-1 0,-1 0 0,1 1 0,-1-2 0,1 1 0,0 0 0,0-1 0,0 0 0,1 0 0,-1-1 0,0 1 0,1-1 0,-1 0 0,8 0 0,-7-1 0,0 0 0,-1 0 0,1-1 0,-1 1 0,1-1 0,-1 0 0,0-1 0,1 1 0,-1-1 0,0 0 0,0-1 0,0 1 0,6-5 0,-3 1 0,-2 1 0,1-1 0,0 0 0,-1-1 0,0 0 0,-1 0 0,9-13 0,-6 6 0,-1 0 0,-1-1 0,0 1 0,-1-1 0,0-1 0,-1 1 0,-1 0 0,0-1 0,0-15 0,-3 53 86,1 1-1,1-1 0,8 36 1,-8-47-242,1 0 1,0-1 0,0 1 0,1-1 0,1 1 0,0-1 0,0-1-1,1 1 1,0-1 0,12 13 0,-5-10-6671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12.143"/>
    </inkml:context>
    <inkml:brush xml:id="br0">
      <inkml:brushProperty name="width" value="0.05" units="cm"/>
      <inkml:brushProperty name="height" value="0.05" units="cm"/>
    </inkml:brush>
  </inkml:definitions>
  <inkml:trace contextRef="#ctx0" brushRef="#br0">1 90 24575,'0'0'0,"-1"0"0,1-1 0,0 1 0,0 0 0,0 0 0,0 0 0,0 0 0,0 0 0,0 0 0,0 0 0,0 0 0,0 0 0,0-1 0,0 1 0,0 0 0,0 0 0,0 0 0,0 0 0,0 0 0,1 0 0,-1 0 0,0 0 0,0 0 0,0 0 0,0-1 0,0 1 0,0 0 0,0 0 0,0 0 0,0 0 0,0 0 0,0 0 0,0 0 0,0 0 0,0 0 0,1 0 0,-1 0 0,0 0 0,0 0 0,0 0 0,0 0 0,0 0 0,0 0 0,0 0 0,0 0 0,0 0 0,0 0 0,1 0 0,-1 0 0,0 0 0,0 0 0,0 0 0,0 0 0,0 0 0,0 0 0,0 0 0,0 0 0,0 0 0,1 0 0,6 6 0,4 10 0,-1 7 0,-1-1 0,-1 2 0,8 40 0,5 74 0,5 46 0,-12-285 0,-13 53 0,-2-1 0,-2 1 0,-11-53 0,2 17 0,11 78 0,1-1 0,-1 1 0,1 0 0,0 0 0,1-1 0,-1 1 0,1 0 0,0 0 0,1 0 0,3-10 0,-3 13 0,0-1 0,0 0 0,1 1 0,-1 0 0,1-1 0,0 1 0,0 0 0,0 1 0,0-1 0,1 0 0,-1 1 0,1 0 0,0 0 0,-1 0 0,1 0 0,6-2 0,-5 3 0,0 0 0,0-1 0,-1 2 0,1-1 0,0 0 0,0 1 0,0 0 0,0 0 0,0 1 0,0-1 0,0 1 0,0 0 0,-1 0 0,1 1 0,0-1 0,-1 1 0,1 0 0,-1 1 0,0-1 0,1 1 0,-1-1 0,0 1 0,-1 1 0,1-1 0,0 0 0,-1 1 0,0 0 0,0 0 0,0 0 0,0 0 0,-1 0 0,1 0 0,-1 1 0,0-1 0,-1 1 0,3 6 0,-4-8 12,0 0 0,1 1 0,-1-1-1,0 0 1,-1 0 0,1 1 0,0-1-1,-1 0 1,0 0 0,0 1 0,0-1-1,0 0 1,0 0 0,-1 0 0,1 0 0,-1-1-1,0 1 1,0 0 0,0-1 0,0 1-1,0-1 1,-1 0 0,1 1 0,-1-1-1,1 0 1,-1-1 0,0 1 0,-4 2 0,-3 1-256,0 0 0,0-1 0,-1 0 0,0-1 1,0 0-1,-21 3 0,13-4-6582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12.498"/>
    </inkml:context>
    <inkml:brush xml:id="br0">
      <inkml:brushProperty name="width" value="0.05" units="cm"/>
      <inkml:brushProperty name="height" value="0.05" units="cm"/>
    </inkml:brush>
  </inkml:definitions>
  <inkml:trace contextRef="#ctx0" brushRef="#br0">19 0 24575,'-3'0'0,"-1"3"0,0 5 0,1 3 0,1 6 0,0 4 0,2 1 0,-1 3 0,1 1 0,0-1 0,4 1 0,0 0 0,3-2 0,4-2 0,2-4 0,3-6 0,-1-4-8191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12.669"/>
    </inkml:context>
    <inkml:brush xml:id="br0">
      <inkml:brushProperty name="width" value="0.05" units="cm"/>
      <inkml:brushProperty name="height" value="0.05" units="cm"/>
    </inkml:brush>
  </inkml:definitions>
  <inkml:trace contextRef="#ctx0" brushRef="#br0">5 9 24575,'0'-3'0,"-3"-2"0,2 5 0,4 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13.089"/>
    </inkml:context>
    <inkml:brush xml:id="br0">
      <inkml:brushProperty name="width" value="0.05" units="cm"/>
      <inkml:brushProperty name="height" value="0.05" units="cm"/>
    </inkml:brush>
  </inkml:definitions>
  <inkml:trace contextRef="#ctx0" brushRef="#br0">0 31 24575,'4'0'0,"3"0"0,4 0 0,4 0 0,-1-3 0,-4-4 0,1-1 0,1 1 0,-1 1-8191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14.307"/>
    </inkml:context>
    <inkml:brush xml:id="br0">
      <inkml:brushProperty name="width" value="0.05" units="cm"/>
      <inkml:brushProperty name="height" value="0.05" units="cm"/>
    </inkml:brush>
  </inkml:definitions>
  <inkml:trace contextRef="#ctx0" brushRef="#br0">37 54 24575,'-1'-4'0,"0"0"0,0 0 0,-1-1 0,1 1 0,-1 1 0,0-1 0,0 0 0,-1 0 0,1 1 0,-1-1 0,-5-5 0,8 9 0,-1-1 0,1 1 0,0 0 0,0 0 0,0 0 0,0 0 0,0 0 0,0 0 0,0 0 0,-1 0 0,1-1 0,0 1 0,0 0 0,0 0 0,0 0 0,0 0 0,-1 0 0,1 0 0,0 0 0,0 0 0,0 0 0,0 0 0,0 0 0,-1 0 0,1 0 0,0 0 0,0 0 0,0 0 0,0 0 0,0 0 0,-1 0 0,1 1 0,0-1 0,0 0 0,0 0 0,0 0 0,0 0 0,0 0 0,-1 0 0,1 0 0,0 0 0,0 0 0,0 1 0,0-1 0,0 0 0,0 0 0,0 0 0,-2 11 0,2 12 0,12 93 0,-6 192 0,-7-201 0,12-118 0,3-10 0,0-2 0,31-44 0,-40 61 0,0 1 0,0-1 0,0 1 0,1 0 0,-1 0 0,1 0 0,1 1 0,7-5 0,-6 6 171,-8 4 0,-18 6-1878,5-5-5119</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14.887"/>
    </inkml:context>
    <inkml:brush xml:id="br0">
      <inkml:brushProperty name="width" value="0.05" units="cm"/>
      <inkml:brushProperty name="height" value="0.05" units="cm"/>
    </inkml:brush>
  </inkml:definitions>
  <inkml:trace contextRef="#ctx0" brushRef="#br0">295 127 24575,'15'-39'0,"-15"36"0,1 0 0,-1 1 0,1-1 0,-1 0 0,0 0 0,0 0 0,-1 1 0,1-1 0,0 0 0,-1 0 0,0 1 0,1-1 0,-1 0 0,0 1 0,-1-1 0,1 1 0,0-1 0,-3-3 0,1 3 0,0 0 0,0 1 0,1 0 0,-1-1 0,-1 1 0,1 0 0,0 0 0,0 1 0,-1-1 0,1 1 0,-1 0 0,-5-2 0,-1 1 0,0 1 0,0 0 0,0 0 0,0 1 0,0 0 0,0 1 0,0 0 0,0 0 0,-16 6 0,17-4 0,0 0 0,1 1 0,-1 1 0,1-1 0,0 1 0,0 1 0,1-1 0,0 1 0,-10 10 0,13-11 0,-1 1 0,0-1 0,1 1 0,0 0 0,1 0 0,-1 0 0,1 1 0,1-1 0,-1 1 0,1 0 0,0-1 0,0 1 0,0 8 0,1-11 0,1-1 0,0 1 0,1-1 0,-1 1 0,0-1 0,1 1 0,0-1 0,0 0 0,0 1 0,0-1 0,1 0 0,-1 0 0,1 0 0,3 5 0,-1-3 0,0 0 0,0-1 0,0 0 0,1 0 0,0 0 0,0 0 0,9 5 0,6 0 0,0 0 0,0-1 0,35 8 0,-48-14 0,7 2 0,37 11 0,-49-14 0,1 0 0,0 0 0,-1 0 0,1 1 0,-1-1 0,1 1 0,-1-1 0,0 1 0,0 0 0,0 0 0,0 0 0,0 0 0,0 0 0,2 4 0,-4-6 0,0 1 0,0 0 0,0-1 0,0 1 0,0 0 0,0-1 0,0 1 0,0 0 0,0 0 0,0-1 0,0 1 0,0 0 0,-1-1 0,1 1 0,0 0 0,0-1 0,-1 1 0,1 0 0,0-1 0,-1 1 0,1-1 0,-1 1 0,1 0 0,-1-1 0,1 1 0,-1-1 0,1 0 0,-1 1 0,0-1 0,1 1 0,-1-1 0,1 0 0,-1 1 0,0-1 0,1 0 0,-1 0 0,-1 1 0,-29 8 0,28-8 0,-24 6-227,1-2-1,-1 0 1,0-2-1,1-1 1,-41-2-1,41-4-6598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15.834"/>
    </inkml:context>
    <inkml:brush xml:id="br0">
      <inkml:brushProperty name="width" value="0.05" units="cm"/>
      <inkml:brushProperty name="height" value="0.05" units="cm"/>
    </inkml:brush>
  </inkml:definitions>
  <inkml:trace contextRef="#ctx0" brushRef="#br0">202 96 24575,'4'0'0,"0"-1"0,0 1 0,0-1 0,0 0 0,0 0 0,-1-1 0,1 1 0,0-1 0,0 0 0,-1 0 0,1 0 0,-1 0 0,5-5 0,-7 6 0,0 1 0,0-1 0,0 0 0,0 0 0,0 0 0,0 0 0,0 0 0,-1 0 0,1-1 0,0 1 0,-1 0 0,1 0 0,-1 0 0,0-1 0,1 1 0,-1 0 0,0-1 0,0 1 0,1 0 0,-1-1 0,0 1 0,0 0 0,-1-1 0,1 1 0,0 0 0,0 0 0,-1-1 0,1 1 0,0 0 0,-1 0 0,1-1 0,-1 1 0,0 0 0,1 0 0,-1 0 0,0 0 0,0 0 0,0 0 0,0 0 0,0 0 0,0 0 0,0 0 0,0 0 0,-1 0 0,-3-2 0,1 0 0,-1 1 0,0 0 0,0 0 0,0 0 0,0 0 0,0 1 0,0 0 0,0 0 0,-1 0 0,1 0 0,0 1 0,-1 0 0,1 0 0,-7 2 0,1-1 0,1 1 0,-1 0 0,1 1 0,0 0 0,0 0 0,-17 10 0,21-10 0,0 1 0,1-1 0,-1 2 0,1-1 0,0 1 0,0-1 0,0 1 0,1 1 0,0-1 0,0 0 0,0 1 0,1 0 0,0 0 0,0 0 0,-3 10 0,4-12 0,1 0 0,1 0 0,-1 0 0,1 0 0,-1 0 0,1 1 0,0-1 0,1 0 0,-1 0 0,1 0 0,-1 0 0,1 0 0,0 0 0,1 0 0,-1 0 0,1-1 0,0 1 0,0 0 0,0-1 0,0 1 0,0-1 0,1 0 0,0 0 0,0 0 0,0 0 0,6 4 0,-3-2 0,0-1 0,0 1 0,1-2 0,0 1 0,0-1 0,0 0 0,0 0 0,1-1 0,-1 0 0,0 0 0,1-1 0,0 0 0,10 0 0,-13-1 0,0 0 0,0-1 0,0 0 0,0 0 0,0 0 0,0 0 0,0-1 0,0 0 0,-1 0 0,1 0 0,-1-1 0,0 1 0,0-1 0,1 0 0,-2 0 0,1-1 0,0 1 0,-1-1 0,1 0 0,-1 1 0,3-7 0,-1 2 0,-1-1 0,0 1 0,-1-1 0,5-16 0,-1 2 0,-7 22 0,0 1 0,0 0 0,0 0 0,0 0 0,0 0 0,0 0 0,0-1 0,0 1 0,0 0 0,0 0 0,0 0 0,0 0 0,0 0 0,0 0 0,0-1 0,0 1 0,0 0 0,0 0 0,0 0 0,1 0 0,-1 0 0,0 0 0,0 0 0,0 0 0,0-1 0,0 1 0,0 0 0,1 0 0,-1 0 0,0 0 0,0 0 0,0 0 0,0 0 0,0 0 0,0 0 0,1 0 0,-1 0 0,0 0 0,0 0 0,0 0 0,0 0 0,0 0 0,1 0 0,-1 0 0,0 0 0,0 0 0,0 0 0,6 9 0,5 18 0,-9-21 0,0-2 0,0 0 0,0 0 0,0 1 0,1-1 0,-1-1 0,1 1 0,0 0 0,1-1 0,-1 1 0,0-1 0,6 3 0,-7-4 0,0-1 0,0 0 0,0 1 0,0-1 0,1 0 0,-1-1 0,0 1 0,1 0 0,-1-1 0,1 1 0,-1-1 0,1 0 0,-1 1 0,1-1 0,-1-1 0,1 1 0,-1 0 0,0 0 0,1-1 0,-1 0 0,1 1 0,3-3 0,7-4 0,-1 0 0,-1-1 0,1-1 0,10-10 0,-11 9 0,0 1 0,1 0 0,17-9 0,-29 18 0,1-1 0,-1 1 0,1 0 0,-1 0 0,1-1 0,-1 1 0,1 0 0,-1 0 0,1 0 0,-1 0 0,1 0 0,0 0 0,-1 0 0,1 0 0,-1 0 0,1 0 0,-1 0 0,1 0 0,0 0 0,-1 0 0,1 0 0,-1 1 0,1-1 0,-1 0 0,1 0 0,-1 1 0,1-1 0,0 1 0,0 0 0,0 0 0,0 0 0,-1 1 0,1-1 0,-1 0 0,1 0 0,-1 0 0,1 0 0,-1 1 0,0-1 0,1 2 0,1 41 0,-2-36 0,-2 108 0,11 227 0,-1-272 0,-30-223 0,-6-45 0,24 151 0,2-1 0,4-57 0,-1 97 0,-1-1 0,1 1 0,1 0 0,-1-1 0,2 1 0,-1 0 0,1 0 0,0 0 0,0 0 0,5-8 0,-5 12 0,-1 0 0,1 1 0,-1-1 0,1 1 0,0-1 0,0 1 0,0 0 0,0 0 0,0 0 0,0 1 0,1-1 0,-1 1 0,0 0 0,1 0 0,-1 0 0,1 0 0,0 0 0,-1 1 0,1 0 0,0-1 0,-1 2 0,8 0 0,2 0 0,0 1 0,-1 1 0,0 0 0,1 1 0,-1 1 0,0 0 0,12 7 0,-16-8 0,-1 0 0,1 1 0,-1 0 0,0 0 0,-1 1 0,1 0 0,-1 0 0,0 1 0,-1-1 0,0 1 0,7 11 0,-11-16 11,0 0 0,0 0-1,0 1 1,-1-1 0,1 0-1,0 0 1,-1 1 0,0-1-1,0 0 1,1 1 0,-1-1-1,0 0 1,-1 1 0,1-1-1,0 0 1,-1 1 0,1-1-1,-1 0 1,0 0 0,0 1-1,0-1 1,0 0 0,0 0-1,0 0 1,-1 0 0,1 0-1,-1-1 1,1 1 0,-1 0-1,1 0 1,-4 1 0,-1 2-225,-1 0 1,0-1 0,0 0-1,0 0 1,-1-1 0,1 0-1,-16 4 1,2-2-6613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16.021"/>
    </inkml:context>
    <inkml:brush xml:id="br0">
      <inkml:brushProperty name="width" value="0.05" units="cm"/>
      <inkml:brushProperty name="height" value="0.05" units="cm"/>
    </inkml:brush>
  </inkml:definitions>
  <inkml:trace contextRef="#ctx0" brushRef="#br0">1 1 24575,'3'3'0,"4"1"0,4 0 0,1-4 0,-3-2-8191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16.346"/>
    </inkml:context>
    <inkml:brush xml:id="br0">
      <inkml:brushProperty name="width" value="0.05" units="cm"/>
      <inkml:brushProperty name="height" value="0.05" units="cm"/>
    </inkml:brush>
  </inkml:definitions>
  <inkml:trace contextRef="#ctx0" brushRef="#br0">110 90 24575,'2'-3'0,"0"-1"0,0 0 0,0 0 0,0-1 0,0 1 0,-1 0 0,0 0 0,0-1 0,0 1 0,0-1 0,-1 1 0,0-1 0,0 1 0,0-1 0,0 1 0,-1-1 0,-1-4 0,2 8 0,0 1 0,0-1 0,-1 1 0,1 0 0,0-1 0,0 1 0,-1-1 0,1 1 0,0 0 0,0-1 0,-1 1 0,1 0 0,0 0 0,-1-1 0,1 1 0,-1 0 0,1 0 0,0-1 0,-1 1 0,1 0 0,-1 0 0,1 0 0,0 0 0,-1 0 0,1 0 0,-1 0 0,1 0 0,-1 0 0,1 0 0,-1 0 0,1 0 0,0 0 0,-1 0 0,1 0 0,-1 0 0,1 0 0,0 0 0,-1 1 0,1-1 0,-1 0 0,1 0 0,0 1 0,-1-1 0,1 0 0,0 0 0,-1 1 0,1-1 0,-1 1 0,-17 19 0,16-17 0,-8 10 0,0 1 0,0 0 0,1 1 0,1 0 0,1 0 0,0 1 0,1 0 0,0 0 0,-6 33 0,12-46 20,0 1 0,0-1 0,0 0 1,0 0-1,0 0 0,0 0 0,1 0 0,0 0 0,-1 1 0,1-1 0,0-1 0,1 1 0,-1 0 0,0 0 0,1 0 0,2 2 1,-2-2-177,1 0 1,1 0 0,-1 0 0,0 0 0,1-1 0,-1 1 0,1-1-1,0 0 1,0 0 0,7 2 0,13 4-6671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17.323"/>
    </inkml:context>
    <inkml:brush xml:id="br0">
      <inkml:brushProperty name="width" value="0.05" units="cm"/>
      <inkml:brushProperty name="height" value="0.05" units="cm"/>
    </inkml:brush>
  </inkml:definitions>
  <inkml:trace contextRef="#ctx0" brushRef="#br0">1 176 24575,'6'-3'0,"0"-1"0,-1 1 0,1-1 0,-1-1 0,0 1 0,0-1 0,0 0 0,0 0 0,4-8 0,-6 9 0,-1 1 0,0-1 0,0 1 0,-1-1 0,1 0 0,-1 1 0,0-1 0,0 0 0,0 0 0,0 0 0,0 0 0,-1 0 0,0 0 0,0 0 0,0 0 0,-1 0 0,0-4 0,1 7 0,0 1 0,0 0 0,0-1 0,0 1 0,0 0 0,0-1 0,0 1 0,0-1 0,0 1 0,0 0 0,-1-1 0,1 1 0,0 0 0,0-1 0,0 1 0,-1 0 0,1 0 0,0-1 0,0 1 0,-1 0 0,1 0 0,0-1 0,0 1 0,-1 0 0,1 0 0,0 0 0,-1-1 0,1 1 0,0 0 0,-1 0 0,1 0 0,-1 0 0,-8 8 0,-3 19 0,9-18 0,1-1 0,1 1 0,-1-1 0,1 1 0,1 0 0,0 0 0,0-1 0,1 1 0,0 0 0,4 14 0,-4-18 0,0-1 0,1 0 0,-1 0 0,1 0 0,0 0 0,1 0 0,-1 0 0,1 0 0,-1-1 0,1 1 0,0-1 0,0 0 0,1 0 0,-1 0 0,1 0 0,0-1 0,-1 1 0,1-1 0,0 0 0,0 0 0,0 0 0,7 1 0,-3-1 0,1-1 0,-1 0 0,0-1 0,1 1 0,-1-2 0,0 1 0,1-1 0,-1 0 0,0-1 0,0 0 0,0-1 0,0 1 0,0-1 0,0-1 0,-1 0 0,0 0 0,0 0 0,0-1 0,0 0 0,0 0 0,-1 0 0,0-1 0,0 0 0,-1-1 0,0 1 0,0-1 0,0 0 0,-1 0 0,0 0 0,0-1 0,-1 0 0,0 1 0,0-1 0,2-11 0,-5 16 0,1 0 0,-1 0 0,0 0 0,1 0 0,-1 0 0,-1 0 0,1 0 0,0 0 0,-1 0 0,1 0 0,-1 0 0,0 0 0,0 1 0,0-1 0,-1 0 0,1 0 0,0 1 0,-1-1 0,0 1 0,0-1 0,0 1 0,0 0 0,0-1 0,0 1 0,-3-2 0,2 3 0,1-1 0,-1 1 0,1 0 0,-1 0 0,0 0 0,1 0 0,-1 1 0,0-1 0,0 1 0,0-1 0,1 1 0,-1 0 0,0 0 0,0 0 0,0 1 0,1-1 0,-1 1 0,0-1 0,0 1 0,1 0 0,-1 0 0,0 0 0,1 1 0,-1-1 0,1 0 0,-5 4 0,2 0 0,0-1 0,1 1 0,-1 0 0,1 0 0,0 0 0,0 1 0,-3 6 0,6-10 0,0-1 0,0 1 0,1 0 0,-1-1 0,1 1 0,-1 0 0,1-1 0,-1 1 0,1 0 0,0 0 0,0-1 0,0 1 0,1 3 0,-1-4 0,0 0 0,1 0 0,-1 0 0,1 0 0,-1 0 0,1 0 0,0 0 0,-1 0 0,1-1 0,0 1 0,0 0 0,0 0 0,-1-1 0,1 1 0,0-1 0,0 1 0,0-1 0,0 1 0,0-1 0,0 1 0,0-1 0,0 0 0,0 0 0,0 1 0,2-1 0,1 0 0,1 0 0,-1 0 0,1 0 0,-1 0 0,0-1 0,1 0 0,-1 0 0,1 0 0,-1 0 0,5-3 0,43-21 0,-43 21 0,152-85 0,-158 87 0,-1 1 0,1 0 0,0 0 0,0 0 0,-1 0 0,1 0 0,0 0 0,0 1 0,0 0 0,0-1 0,0 1 0,0 0 0,0 0 0,0 1 0,0-1 0,5 2 0,-6-1 0,1 0 0,-1 1 0,1-1 0,-1 1 0,0-1 0,0 1 0,1 0 0,-1 0 0,-1 0 0,1 0 0,0 1 0,0-1 0,-1 0 0,1 1 0,-1-1 0,0 1 0,2 3 0,3 12 0,-1 0 0,-1 0 0,0 1 0,-2-1 0,0 1 0,-1-1 0,-2 36 0,7-61 0,0-1 0,-1 1 0,6-13 0,-10 19 0,11-21 0,1 1 0,0 1 0,24-28 0,-32 43 0,0 0 0,1 0 0,-1 1 0,1-1 0,0 1 0,0 1 0,9-5 0,-11 6 0,-1 1 0,1 0 0,-1 0 0,1 0 0,0 0 0,-1 1 0,1-1 0,0 1 0,0 0 0,-1 0 0,1 1 0,0-1 0,0 1 0,-1 0 0,5 1 0,-6-1 0,0 0 0,0-1 0,0 2 0,0-1 0,0 0 0,0 0 0,0 1 0,0-1 0,-1 1 0,1-1 0,0 1 0,-1 0 0,1 0 0,-1-1 0,2 4 0,11 32 0,-13-31 0,1-1 0,0 0 0,0 1 0,0-1 0,1 0 0,4 6 0,-7-10 0,1 0 0,0-1 0,0 1 0,0-1 0,0 1 0,0-1 0,0 1 0,0-1 0,0 0 0,1 1 0,-1-1 0,0 0 0,0 0 0,0 0 0,0 0 0,0 0 0,0 0 0,0 0 0,1 0 0,-1-1 0,0 1 0,0 0 0,0-1 0,0 1 0,0-1 0,0 1 0,0-1 0,0 1 0,1-2 0,36-24 0,-29 19 0,10-7 0,-11 7 0,0 1 0,1-1 0,0 1 0,1 1 0,-1 0 0,1 0 0,0 1 0,0 0 0,21-5 0,-29 9 0,1 0 0,-1 0 0,0 0 0,0 1 0,0-1 0,0 0 0,0 1 0,0-1 0,0 1 0,0 0 0,0 0 0,0 0 0,0 0 0,0 0 0,-1 0 0,1 0 0,0 1 0,-1-1 0,1 0 0,-1 1 0,1-1 0,-1 1 0,0 0 0,0 0 0,1-1 0,-1 1 0,-1 0 0,1 0 0,0 0 0,0 0 0,-1 0 0,1 0 0,-1 0 0,1 3 0,1 9 0,0-1 0,-1 1 0,0 0 0,-2 15 0,1-17 0,0 3-273,-1 0 0,0 1 0,-1-1 0,-3 16 0,0-18-6553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23.757"/>
    </inkml:context>
    <inkml:brush xml:id="br0">
      <inkml:brushProperty name="width" value="0.05" units="cm"/>
      <inkml:brushProperty name="height" value="0.05" units="cm"/>
    </inkml:brush>
  </inkml:definitions>
  <inkml:trace contextRef="#ctx0" brushRef="#br0">11 1 24575,'0'-1'0,"-1"1"0,1 0 0,0 0 0,-1 0 0,1 0 0,0 0 0,-1 0 0,1 0 0,0 0 0,-1 0 0,1 0 0,0 0 0,-1 0 0,1 0 0,0 0 0,-1 1 0,1-1 0,0 0 0,-1 0 0,1 0 0,0 0 0,0 0 0,-1 1 0,1-1 0,0 0 0,0 0 0,-1 1 0,1-1 0,0 0 0,0 0 0,0 1 0,-1-1 0,1 0 0,0 0 0,0 1 0,0-1 0,0 1 0,8 12 0,29 18 0,-26-22 0,-6-5 0,-1 0 0,0 1 0,0 0 0,0 0 0,-1 0 0,1 1 0,-1-1 0,-1 1 0,1 0 0,-1 0 0,3 11 0,0 4 0,-2 1 0,2 24 0,-2-10 0,3 205-220,-6-186-925,0-17-5681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24.004"/>
    </inkml:context>
    <inkml:brush xml:id="br0">
      <inkml:brushProperty name="width" value="0.05" units="cm"/>
      <inkml:brushProperty name="height" value="0.05" units="cm"/>
    </inkml:brush>
  </inkml:definitions>
  <inkml:trace contextRef="#ctx0" brushRef="#br0">18 0 24575,'-3'7'0,"0"0"0,0 0 0,1 0 0,0 0 0,1 0 0,0 1 0,0-1 0,0 0 0,1 1 0,0-1 0,0 0 0,1 1 0,0-1 0,4 13 0,2 3 0,2 0 0,0-1 0,15 25 0,14 31 0,-7 16-1365,-23-64-5461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25.339"/>
    </inkml:context>
    <inkml:brush xml:id="br0">
      <inkml:brushProperty name="width" value="0.05" units="cm"/>
      <inkml:brushProperty name="height" value="0.05" units="cm"/>
    </inkml:brush>
  </inkml:definitions>
  <inkml:trace contextRef="#ctx0" brushRef="#br0">0 1 24575,'0'3'0,"0"7"0,0 9 0,0 6 0,0 3 0,0 3 0,0 2 0,0-1 0,0-3 0,0-1 0,0-1 0,0-2 0,0-6-8191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25.684"/>
    </inkml:context>
    <inkml:brush xml:id="br0">
      <inkml:brushProperty name="width" value="0.05" units="cm"/>
      <inkml:brushProperty name="height" value="0.05" units="cm"/>
    </inkml:brush>
  </inkml:definitions>
  <inkml:trace contextRef="#ctx0" brushRef="#br0">216 1 24575,'-1'32'0,"-1"-1"0,-2 1 0,-11 44 0,-35 91 0,27-97 0,-14 77 0,31-110 0,3 0 0,0 1 0,3-1 0,4 42 0,28 146 0,-3-35 0,-25-146 0,-1 0 0,-5 61 0,-13 11 0,-31 121 0,-8 55 0,39-168 0,4 1 0,11 201 0,3-278 134,-3-23-384,2 0 0,1-1 1,1 1-1,0-1 0,11 31 0,-8-42-6576</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26.959"/>
    </inkml:context>
    <inkml:brush xml:id="br0">
      <inkml:brushProperty name="width" value="0.05" units="cm"/>
      <inkml:brushProperty name="height" value="0.05" units="cm"/>
    </inkml:brush>
  </inkml:definitions>
  <inkml:trace contextRef="#ctx0" brushRef="#br0">8 1 24575,'-1'0'0,"1"0"0,0 0 0,0 0 0,0 0 0,0 0 0,-1-1 0,1 1 0,0 0 0,0 0 0,0 0 0,0 0 0,-1 0 0,1 0 0,0 0 0,0 0 0,0 0 0,-1 0 0,1 0 0,0 0 0,0 0 0,0 0 0,0 0 0,-1 1 0,1-1 0,0 0 0,0 0 0,0 0 0,0 0 0,-1 0 0,1 0 0,0 0 0,0 0 0,0 1 0,0-1 0,0 0 0,0 0 0,-1 0 0,1 0 0,0 1 0,0-1 0,0 0 0,0 0 0,0 0 0,0 0 0,0 1 0,0-1 0,0 0 0,0 0 0,0 0 0,0 0 0,0 1 0,0-1 0,0 0 0,0 0 0,0 0 0,0 1 0,0-1 0,0 0 0,0 0 0,0 0 0,0 0 0,0 1 0,0-1 0,1 0 0,-1 0 0,11 8 0,17-3 0,-19-3 0,-1-1 0,0 1 0,1 0 0,13 7 0,-19-8 0,0 1 0,-1-1 0,1 1 0,-1 0 0,0 0 0,0 0 0,1 0 0,-1 0 0,-1 1 0,1-1 0,0 1 0,0-1 0,-1 1 0,0 0 0,1-1 0,-1 1 0,1 6 0,1 1 39,-1 0-1,-1 0 0,0 1 1,-1-1-1,0 0 0,0 1 1,-3 14-1,-19 73-531,10-53-686,2-4-5647</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27.146"/>
    </inkml:context>
    <inkml:brush xml:id="br0">
      <inkml:brushProperty name="width" value="0.05" units="cm"/>
      <inkml:brushProperty name="height" value="0.05" units="cm"/>
    </inkml:brush>
  </inkml:definitions>
  <inkml:trace contextRef="#ctx0" brushRef="#br0">37 1 24575,'-12'58'0,"2"1"0,3 0 0,0 104 0,8-139 0,1-1 0,1 1 0,1-1 0,1 0 0,13 36 0,53 105 0,-44-108 0,24 73 0,-19-5-1365,-20-68-5461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27.300"/>
    </inkml:context>
    <inkml:brush xml:id="br0">
      <inkml:brushProperty name="width" value="0.05" units="cm"/>
      <inkml:brushProperty name="height" value="0.05" units="cm"/>
    </inkml:brush>
  </inkml:definitions>
  <inkml:trace contextRef="#ctx0" brushRef="#br0">32 0 24575,'-3'13'0,"-1"16"0,-3 16 0,0 13 0,1 9 0,1 6 0,5 2 0,3 2 0,3 0 0,4-4 0,4-2 0,2-3 0,2-1 0,-2-12-8191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27.489"/>
    </inkml:context>
    <inkml:brush xml:id="br0">
      <inkml:brushProperty name="width" value="0.05" units="cm"/>
      <inkml:brushProperty name="height" value="0.05" units="cm"/>
    </inkml:brush>
  </inkml:definitions>
  <inkml:trace contextRef="#ctx0" brushRef="#br0">0 0 24575,'0'10'0,"0"14"0,0 14 0,0 13 0,0 6 0,3 4 0,1 3 0,3 1 0,1-2 0,1 2 0,0-2 0,-3-11-8191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27.707"/>
    </inkml:context>
    <inkml:brush xml:id="br0">
      <inkml:brushProperty name="width" value="0.05" units="cm"/>
      <inkml:brushProperty name="height" value="0.05" units="cm"/>
    </inkml:brush>
  </inkml:definitions>
  <inkml:trace contextRef="#ctx0" brushRef="#br0">100 0 24575,'-3'13'0,"-1"13"0,-3 15 0,-4 9 0,1 7 0,-2 5 0,2 2 0,-2-1 0,3 2 0,2-1 0,-1-2 0,1-12-8191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28.894"/>
    </inkml:context>
    <inkml:brush xml:id="br0">
      <inkml:brushProperty name="width" value="0.05" units="cm"/>
      <inkml:brushProperty name="height" value="0.05" units="cm"/>
    </inkml:brush>
  </inkml:definitions>
  <inkml:trace contextRef="#ctx0" brushRef="#br0">76 13 24575,'0'0'0,"0"-1"0,0 1 0,0-1 0,0 1 0,0-1 0,0 1 0,0-1 0,0 1 0,-1-1 0,1 1 0,0-1 0,0 1 0,-1 0 0,1-1 0,0 1 0,0-1 0,-1 1 0,1 0 0,0-1 0,-1 1 0,1 0 0,-1-1 0,1 1 0,0 0 0,-1-1 0,1 1 0,-1 0 0,1 0 0,-1 0 0,1-1 0,-1 1 0,1 0 0,-1 0 0,1 0 0,-1 0 0,1 0 0,-1 0 0,1 0 0,-1 0 0,1 0 0,-1 0 0,1 0 0,-1 0 0,1 0 0,-1 1 0,1-1 0,-1 0 0,1 0 0,-1 1 0,-2 0 0,1 0 0,0 0 0,-1 0 0,1 0 0,0 0 0,0 1 0,0-1 0,0 1 0,-2 1 0,0 3 0,0 1 0,1-1 0,-1 0 0,1 1 0,0 0 0,1 0 0,0 0 0,0 0 0,0 0 0,0 14 0,0 10 0,2 39 0,0-34 0,30 327-135,-18-268-1095,-5-29-5596</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29.093"/>
    </inkml:context>
    <inkml:brush xml:id="br0">
      <inkml:brushProperty name="width" value="0.05" units="cm"/>
      <inkml:brushProperty name="height" value="0.05" units="cm"/>
    </inkml:brush>
  </inkml:definitions>
  <inkml:trace contextRef="#ctx0" brushRef="#br0">1 1 24575,'0'3'0,"0"4"0,3 1 0,1 2 0,3 3 0,1 2 0,-2 2 0,-2 4 0,-1 2 0,-1-1 0,-1 0 0,2 0 0,1-2 0,0-1 0,-1 3 0,-1-2-8191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28.207"/>
    </inkml:context>
    <inkml:brush xml:id="br0">
      <inkml:brushProperty name="width" value="0.05" units="cm"/>
      <inkml:brushProperty name="height" value="0.05" units="cm"/>
    </inkml:brush>
  </inkml:definitions>
  <inkml:trace contextRef="#ctx0" brushRef="#br0">77 0 24575,'-7'120'0,"0"-31"0,1 72 0,-35 474 0,33-571 0,3 0 0,3 0 0,2 1 0,17 115 0,5-24-1365,-20-127-5461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29.654"/>
    </inkml:context>
    <inkml:brush xml:id="br0">
      <inkml:brushProperty name="width" value="0.05" units="cm"/>
      <inkml:brushProperty name="height" value="0.05" units="cm"/>
    </inkml:brush>
  </inkml:definitions>
  <inkml:trace contextRef="#ctx0" brushRef="#br0">156 0 24575,'-2'1'0,"0"1"0,1-1 0,-1 1 0,1-1 0,-1 1 0,1-1 0,0 1 0,0 0 0,0 0 0,0 0 0,0 0 0,0-1 0,0 1 0,-1 4 0,0-1 0,-10 24 0,1 0 0,2 1 0,-7 33 0,-11 95 0,3 115 0,10-83 0,8-120 297,-4 39-1959,5-83-5164</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32.293"/>
    </inkml:context>
    <inkml:brush xml:id="br0">
      <inkml:brushProperty name="width" value="0.05" units="cm"/>
      <inkml:brushProperty name="height" value="0.05" units="cm"/>
    </inkml:brush>
  </inkml:definitions>
  <inkml:trace contextRef="#ctx0" brushRef="#br0">74 263 24575,'1'0'0,"-1"0"0,0 0 0,1 0 0,-1 0 0,0 0 0,1 0 0,-1-1 0,0 1 0,0 0 0,1 0 0,-1 0 0,0 0 0,1 0 0,-1-1 0,0 1 0,0 0 0,1 0 0,-1 0 0,0-1 0,0 1 0,0 0 0,1 0 0,-1-1 0,0 1 0,0 0 0,0-1 0,0 1 0,0 0 0,1 0 0,-1-1 0,0 1 0,0-1 0,-1-15 0,-8-11 0,9 25 0,-1 0 0,0 0 0,0 1 0,0-1 0,0 1 0,0-1 0,0 0 0,0 1 0,0 0 0,-1-1 0,1 1 0,0 0 0,-1 0 0,1-1 0,-1 1 0,0 1 0,-3-3 0,5 3 0,-1 0 0,1 0 0,-1 0 0,0 0 0,1 0 0,-1 0 0,1 0 0,-1 0 0,0 0 0,1 0 0,-1 0 0,1 1 0,-1-1 0,0 0 0,1 0 0,-1 1 0,1-1 0,-1 0 0,1 1 0,-1-1 0,0 1 0,0 0 0,0 1 0,0-1 0,0 1 0,0-1 0,0 1 0,0 0 0,0-1 0,1 1 0,-1 0 0,0 2 0,-8 43 0,3 0 0,1 0 0,2 78 0,3-74 0,0-38 0,4 864-602,20-575 602,-15-243 0,2 1 0,39 113 0,-43-154 33,0-1 1,2 0-1,0 0 0,1-1 1,0-1-1,2 0 1,0 0-1,15 15 1,-17-22-11,0 0 0,1-1 0,0 0 1,0 0-1,1-2 0,-1 1 0,2-1 0,-1-1 1,1 0-1,0-1 0,0 0 0,21 3 0,16-1-23,97-1 0,54-16 0,-108 4 0,1340-2-2664,-1 94-867,-1062-60 3296,228 10-452,-4-32 0,-573-4 721,145-9 1805,-131 6-1096,0-1 1,53-16-1,-82 20-499,1-1 0,-1-1 0,-1 1 0,1-1 0,0 0 0,-1 0 0,1-1 0,6-5 0,-10 7-202,-1 1 0,0 0 0,0-1 0,0 1-1,0 0 1,0-1 0,-1 1 0,1-1 0,0 0-1,-1 1 1,1-1 0,-1 1 0,1-1 0,-1 0-1,0 0 1,0 1 0,0-1 0,0 0 0,0 1-1,0-1 1,0 0 0,0 1 0,-1-1 0,1 0-1,-1 1 1,1-1 0,-1 0 0,0 1 0,0-1-1,1 1 1,-1-1 0,0 1 0,0 0 0,-1-1-1,0 0 1,-14-17-42,0 1 0,-26-22 0,23 24 0,1-2 0,-19-23 0,23 20 0,1 1 0,1-1 0,1-1 0,1 0 0,1-1 0,1 0 0,1 0 0,-8-48 0,4-10 0,0-107 0,20-649 0,3 196 0,-11 613 0,-1 19 0,1 0 0,-1 0 0,0 0 0,-1 0 0,0 1 0,-4-14 0,5 21 0,-1-1 0,0 1 0,1 0 0,-1-1 0,0 1 0,0 0 0,0 0 0,0 0 0,0 0 0,0 0 0,0 0 0,-1 0 0,1 0 0,0 0 0,0 0 0,-1 1 0,1-1 0,-1 1 0,1-1 0,0 1 0,-1-1 0,1 1 0,-1 0 0,1 0 0,-4-1 0,-3 1 0,-1 1 0,1-1 0,-14 4 0,5-1 0,-460 29-667,-4-32-1,-204-16-1282,-73-1 1801,-1116 49-877,1835-30 1013,-11 0 875,-95 16 0,121-12-6304</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32.879"/>
    </inkml:context>
    <inkml:brush xml:id="br0">
      <inkml:brushProperty name="width" value="0.05" units="cm"/>
      <inkml:brushProperty name="height" value="0.05" units="cm"/>
    </inkml:brush>
  </inkml:definitions>
  <inkml:trace contextRef="#ctx0" brushRef="#br0">405 297 24575,'-1'-25'0,"-1"0"0,-2 1 0,0-1 0,-2 1 0,0 0 0,-2 1 0,-1-1 0,-12-23 0,19 43 0,1 1 0,-1-1 0,0 1 0,0 0 0,0 0 0,-1 0 0,1 0 0,-1 0 0,0 0 0,1 1 0,-1-1 0,0 1 0,-1 0 0,1 0 0,0 0 0,-1 0 0,1 1 0,-1-1 0,1 1 0,-1 0 0,0 0 0,1 0 0,-1 0 0,0 1 0,0 0 0,0-1 0,0 2 0,1-1 0,-1 0 0,0 1 0,0-1 0,1 1 0,-1 0 0,0 0 0,1 1 0,-1-1 0,1 1 0,-6 3 0,-3 2 0,0 1 0,1 0 0,0 0 0,1 2 0,0-1 0,1 1 0,-1 0 0,2 1 0,0 0 0,0 0 0,-11 24 0,4-6 0,2 2 0,1 0 0,-14 58 0,20-61 0,1-1 0,1 1 0,1 0 0,1-1 0,2 1 0,6 52 0,-4-70 0,0 1 0,1-1 0,0 1 0,1-1 0,0 0 0,0 0 0,1-1 0,1 0 0,6 10 0,-7-13 0,0 0 0,1 0 0,-1-1 0,1 0 0,0 0 0,1 0 0,-1-1 0,1 0 0,0 0 0,0-1 0,0 0 0,1 0 0,13 3 0,29 2-1365,-2-4-5461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33.221"/>
    </inkml:context>
    <inkml:brush xml:id="br0">
      <inkml:brushProperty name="width" value="0.05" units="cm"/>
      <inkml:brushProperty name="height" value="0.05" units="cm"/>
    </inkml:brush>
  </inkml:definitions>
  <inkml:trace contextRef="#ctx0" brushRef="#br0">151 30 24575,'-5'-3'0,"0"0"0,0 0 0,0 1 0,0 0 0,-1 0 0,1 0 0,-1 1 0,1 0 0,-1 0 0,-7 0 0,-12-4 0,23 5 0,0-1 0,0 0 0,0 1 0,0-1 0,0 1 0,0 0 0,0 0 0,-1 0 0,1 0 0,0 0 0,0 0 0,0 1 0,0-1 0,0 1 0,0-1 0,0 1 0,0 0 0,0 0 0,-4 2 0,5-1 0,-1 0 0,0 0 0,1 0 0,0 0 0,-1 1 0,1-1 0,0 1 0,0-1 0,1 1 0,-1-1 0,0 1 0,1-1 0,-1 1 0,1 0 0,0-1 0,0 4 0,0 11 0,1 0 0,1 0 0,0 0 0,1 0 0,6 18 0,0-6 0,1 0 0,14 27 0,-16-41 0,0-1 0,1 0 0,17 22 0,-22-31 0,0 0 0,0-1 0,1 1 0,-1-1 0,1 0 0,0-1 0,0 1 0,1-1 0,-1 0 0,1 0 0,-1-1 0,1 1 0,6 0 0,-8-2 0,0-1 0,-1 0 0,1 0 0,0-1 0,-1 1 0,1-1 0,0 0 0,-1 0 0,1 0 0,-1 0 0,1-1 0,-1 0 0,0 1 0,0-1 0,0 0 0,0 0 0,0-1 0,0 1 0,0-1 0,-1 1 0,1-1 0,-1 0 0,4-5 0,2-3 0,-1-1 0,0 0 0,0 0 0,-1 0 0,4-15 0,-4 7 69,0 0-1,-2 0 0,-1 0 0,2-28 1,-5-83-1776,-1 110-5119</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33.572"/>
    </inkml:context>
    <inkml:brush xml:id="br0">
      <inkml:brushProperty name="width" value="0.05" units="cm"/>
      <inkml:brushProperty name="height" value="0.05" units="cm"/>
    </inkml:brush>
  </inkml:definitions>
  <inkml:trace contextRef="#ctx0" brushRef="#br0">240 110 24575,'2'-2'0,"0"0"0,0 0 0,-1 0 0,1 0 0,-1-1 0,0 1 0,1-1 0,-1 1 0,0-1 0,-1 1 0,1-1 0,0 1 0,-1-1 0,1 0 0,-1 1 0,0-1 0,0 0 0,0 0 0,0 1 0,-1-1 0,1 0 0,-1 1 0,1-1 0,-1 0 0,0 1 0,0-1 0,0 1 0,-1 0 0,1-1 0,0 1 0,-1 0 0,0 0 0,1-1 0,-1 1 0,0 1 0,0-1 0,0 0 0,0 0 0,0 1 0,-1-1 0,1 1 0,0 0 0,-1-1 0,1 1 0,-4-1 0,-3 0 0,1 1 0,-1 0 0,1 0 0,-1 0 0,1 1 0,-1 0 0,1 1 0,-1 0 0,1 0 0,0 1 0,-1 0 0,1 0 0,0 1 0,0 0 0,0 1 0,-13 8 0,17-10 0,0 0 0,0 1 0,0 0 0,0 0 0,1 0 0,-1 1 0,1-1 0,0 1 0,0 0 0,0 0 0,0 0 0,1 0 0,0 0 0,0 1 0,0-1 0,0 0 0,1 1 0,-1 0 0,1-1 0,1 1 0,-1 0 0,0 0 0,1-1 0,0 1 0,0 0 0,1 0 0,-1 0 0,1-1 0,0 1 0,0 0 0,3 4 0,-1 0 0,1-1 0,0 1 0,1-1 0,0-1 0,0 1 0,0 0 0,9 7 0,5 5 0,24 17 0,-30-27 0,-1 0 0,0 1 0,0 1 0,-1-1 0,-1 2 0,16 24 0,-25-36 0,0 1 0,0 0 0,0 0 0,0 0 0,0 0 0,0 0 0,-1 1 0,1-1 0,-1 0 0,1 0 0,-1 0 0,0 0 0,0 1 0,0-1 0,0 0 0,0 0 0,-1 0 0,1 0 0,-1 1 0,1-1 0,-1 0 0,0 0 0,0 0 0,0 0 0,0 0 0,0 0 0,0-1 0,-2 4 0,-1-2 0,0 0 0,0 0 0,0 0 0,0-1 0,0 1 0,-1-1 0,1 0 0,-1 0 0,1 0 0,-1-1 0,-9 2 0,4-1-124,0 0 0,0 0 0,0-2 0,0 1 0,0-1 0,-1-1-1,1 1 1,0-2 0,0 0 0,-10-2 0,-1-5-6702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33.792"/>
    </inkml:context>
    <inkml:brush xml:id="br0">
      <inkml:brushProperty name="width" value="0.05" units="cm"/>
      <inkml:brushProperty name="height" value="0.05" units="cm"/>
    </inkml:brush>
  </inkml:definitions>
  <inkml:trace contextRef="#ctx0" brushRef="#br0">0 38 24575,'5'-5'0,"0"0"0,1 1 0,0 0 0,-1 0 0,1 0 0,12-5 0,-17 9 0,1-1 0,-1 1 0,0-1 0,0 1 0,0 0 0,0 0 0,1-1 0,-1 1 0,0 0 0,0 0 0,0 0 0,1 0 0,-1 1 0,0-1 0,0 0 0,0 0 0,0 1 0,1-1 0,-1 1 0,0-1 0,0 1 0,0-1 0,0 1 0,0 0 0,0-1 0,0 1 0,0 0 0,0 0 0,-1 0 0,1 0 0,0-1 0,0 1 0,-1 0 0,1 1 0,-1-1 0,1 0 0,-1 0 0,1 0 0,-1 0 0,1 0 0,-1 0 0,0 1 0,0-1 0,0 0 0,0 2 0,4 25 0,-2-1 0,-2 37 0,0 11 0,38 327-1365,-33-357-5461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34.743"/>
    </inkml:context>
    <inkml:brush xml:id="br0">
      <inkml:brushProperty name="width" value="0.05" units="cm"/>
      <inkml:brushProperty name="height" value="0.05" units="cm"/>
    </inkml:brush>
  </inkml:definitions>
  <inkml:trace contextRef="#ctx0" brushRef="#br0">27 290 24575,'-1'-4'0,"1"1"0,-1-1 0,0 0 0,0 1 0,-1-1 0,1 1 0,-1-1 0,-3-5 0,3 6 0,1 1 0,-1-1 0,1 0 0,-1 0 0,1 0 0,0 0 0,0-1 0,1 1 0,-1-4 0,1 5 0,0 1 0,1 0 0,-1-1 0,1 1 0,-1 0 0,1 0 0,-1-1 0,1 1 0,0 0 0,0 0 0,0 0 0,0 0 0,0 0 0,0 0 0,0 0 0,0 0 0,0 0 0,0 0 0,0 0 0,0 1 0,1-1 0,-1 1 0,0-1 0,1 1 0,-1-1 0,0 1 0,3-1 0,37-10 0,2 1 0,43-5 0,11-1 0,-64 10 0,-19 4 0,1 0 0,-1-2 0,0 1 0,0-2 0,-1 1 0,23-13 0,-35 17 0,-1 0 0,1 0 0,-1-1 0,1 1 0,-1 0 0,1 0 0,-1-1 0,1 1 0,-1 0 0,1-1 0,-1 1 0,0 0 0,1-1 0,-1 1 0,0-1 0,1 1 0,-1-1 0,0 1 0,0-1 0,1 1 0,-1-1 0,0 1 0,0-1 0,0 1 0,0-1 0,0 1 0,0-1 0,0 1 0,0-1 0,0 1 0,0-1 0,0 0 0,0 1 0,0-1 0,0 1 0,-1-2 0,1 2 0,-1-1 0,0 1 0,1-1 0,-1 1 0,0-1 0,0 1 0,0-1 0,1 1 0,-1 0 0,0 0 0,0-1 0,0 1 0,0 0 0,0 0 0,0 0 0,0 0 0,1 0 0,-1 0 0,0 0 0,0 0 0,-1 1 0,-7 1 0,1 0 0,0 1 0,0 0 0,1 0 0,-1 1 0,1 0 0,-1 0 0,1 1 0,1 0 0,-1 0 0,-6 7 0,-5 6 0,1 1 0,-20 29 0,29-38 0,1 0 0,1 1 0,0 0 0,1 0 0,0 0 0,0 1 0,1-1 0,-3 14 0,7-21 0,-1 0 0,1 0 0,-1-1 0,1 1 0,0 0 0,0 0 0,0 0 0,1-1 0,0 1 0,-1 0 0,1 0 0,1-1 0,-1 1 0,0-1 0,1 1 0,0-1 0,0 0 0,0 1 0,0-1 0,0 0 0,1 0 0,-1-1 0,1 1 0,0 0 0,0-1 0,0 0 0,0 1 0,0-1 0,0 0 0,5 1 0,0 1 0,0-1 0,0-1 0,1 1 0,0-2 0,-1 1 0,1-1 0,0 0 0,0-1 0,-1 0 0,1 0 0,0-1 0,0 0 0,-1-1 0,1 0 0,14-5 0,-16 5 0,-1 0 0,0-1 0,0 0 0,0 0 0,-1 0 0,1-1 0,-1 0 0,1 0 0,-1 0 0,-1-1 0,1 1 0,0-1 0,-1 0 0,0-1 0,-1 1 0,1-1 0,-1 0 0,0 0 0,0 0 0,-1 0 0,3-8 0,-3 5 0,-1 0 0,0 0 0,-1 0 0,0 0 0,0 0 0,-1 0 0,0 0 0,0 1 0,-1-1 0,-3-9 0,-4-6 0,-1 1 0,-14-26 0,-2-3 0,26 51 0,-1 0 0,1 0 0,-1 0 0,1 0 0,-1 0 0,1-1 0,0 1 0,0 0 0,-1 0 0,1 0 0,0-1 0,0 1 0,0 0 0,0 0 0,1 0 0,-1-1 0,0 1 0,0 0 0,1 0 0,-1 0 0,0 0 0,1-1 0,0 1 0,-1 0 0,1 0 0,1-2 0,0 2 0,0-1 0,0 0 0,1 1 0,-1-1 0,0 1 0,1 0 0,-1 0 0,1 0 0,0 0 0,-1 0 0,5 0 0,7-1 0,-1 1 0,1 0 0,26 2 0,-23 1 0,1 1 0,-1 1 0,0 0 0,0 1 0,0 1 0,-1 1 0,0 0 0,0 1 0,0 1 0,-1 0 0,15 13 0,-22-15 0,0 0 0,-1 0 0,0 0 0,0 1 0,-1 0 0,0 1 0,0-1 0,-1 1 0,4 10 0,-6-12 0,0 0 0,-1 1 0,0-1 0,-1 1 0,1 0 0,-2-1 0,1 1 0,-1 0 0,0 0 0,0-1 0,-1 1 0,0 0 0,-3 7 0,3-9 0,-1 0 0,0-1 0,0 0 0,-1 1 0,-3 5 0,5-9 0,0-1 0,0 1 0,0-1 0,0 1 0,0-1 0,-1 0 0,1 1 0,0-1 0,-1 0 0,1 0 0,-1 0 0,1 0 0,-1 0 0,0 0 0,1 0 0,-1-1 0,0 1 0,1-1 0,-1 1 0,-2 0 0,4-1 0,-1 0 0,0-1 0,1 1 0,-1 0 0,1 0 0,-1 0 0,0 0 0,1 0 0,-1 0 0,1-1 0,-1 1 0,1 0 0,-1-1 0,0 1 0,1 0 0,-1-1 0,1 1 0,0-1 0,-1 1 0,1 0 0,-1-1 0,1 1 0,0-1 0,-1 1 0,1-1 0,-1 0 0,-2-21 0,12-21 0,2 12 0,1 0 0,1 1 0,2 1 0,1 0 0,2 1 0,25-32 0,-38 53 0,1 1 0,0 0 0,0 0 0,0 1 0,1 0 0,-1 0 0,11-5 0,-15 9 0,-1 0 0,1 0 0,-1 1 0,1-1 0,0 1 0,-1 0 0,1-1 0,-1 1 0,1 0 0,0 0 0,-1 0 0,1 0 0,0 0 0,-1 0 0,1 0 0,-1 1 0,4 0 0,-4 0 0,1 0 0,-1 0 0,1 1 0,-1-1 0,1 0 0,-1 1 0,0-1 0,0 1 0,0-1 0,1 1 0,-2 0 0,1-1 0,0 1 0,0 0 0,0 0 0,-1 0 0,1 0 0,-1-1 0,1 3 0,1 16 0,1-1 0,-2 1 0,-1 0 0,-3 30 0,1-29 0,1-1 0,1 1 0,5 36 0,-5-56 0,0-1 0,-1 1 0,1-1 0,0 0 0,0 1 0,0-1 0,0 1 0,0-1 0,1 1 0,-1-1 0,0 1 0,0-1 0,0 0 0,0 1 0,0-1 0,1 1 0,-1-1 0,0 0 0,0 1 0,1-1 0,-1 1 0,0-1 0,1 0 0,-1 1 0,0-1 0,1 0 0,-1 0 0,0 1 0,1-1 0,-1 0 0,1 0 0,-1 0 0,0 1 0,1-1 0,-1 0 0,1 0 0,-1 0 0,1 0 0,-1 0 0,1 0 0,-1 0 0,0 0 0,1 0 0,-1 0 0,1 0 0,-1 0 0,1 0 0,-1 0 0,1-1 0,-1 1 0,0 0 0,1 0 0,-1 0 0,1-1 0,-1 1 0,1-1 0,21-21 0,-19 17 0,12-13 0,102-112 0,-104 118 0,0 1 0,1 0 0,0 0 0,1 2 0,0 0 0,0 0 0,32-11 0,-43 19 0,-1-1 0,1 1 0,0 0 0,0 0 0,0 1 0,0-1 0,0 1 0,0 0 0,0 0 0,0 0 0,0 1 0,0-1 0,0 1 0,0 0 0,-1 0 0,1 1 0,0-1 0,0 1 0,-1-1 0,1 1 0,-1 0 0,0 1 0,6 3 0,-5-1 0,0-1 0,0 1 0,-1 0 0,1 1 0,-1-1 0,0 1 0,0-1 0,-1 1 0,0 0 0,0 0 0,0 0 0,0 0 0,-1 0 0,0 9 0,1 27-1365,-5-3-5461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35.846"/>
    </inkml:context>
    <inkml:brush xml:id="br0">
      <inkml:brushProperty name="width" value="0.05" units="cm"/>
      <inkml:brushProperty name="height" value="0.05" units="cm"/>
    </inkml:brush>
  </inkml:definitions>
  <inkml:trace contextRef="#ctx0" brushRef="#br0">374 203 24575,'4'-4'0,"-1"1"0,-1-1 0,1 0 0,0-1 0,-1 1 0,0 0 0,0-1 0,0 1 0,-1-1 0,0 0 0,0 0 0,0 1 0,1-11 0,-2 12 0,0 0 0,0 1 0,0-1 0,0 0 0,0 0 0,-1 0 0,1 0 0,-1 1 0,0-1 0,0 0 0,0 1 0,0-1 0,0 0 0,0 1 0,-1-1 0,1 1 0,-1 0 0,0-1 0,0 1 0,0 0 0,0 0 0,0 0 0,0 1 0,-4-4 0,0 3 0,1 0 0,-1 0 0,0 1 0,1 0 0,-1 0 0,0 0 0,0 1 0,0-1 0,0 1 0,0 1 0,0-1 0,0 1 0,1 0 0,-1 1 0,0-1 0,1 1 0,-9 4 0,-3 1 0,0 2 0,0 0 0,1 1 0,-18 14 0,18-11 0,0 0 0,1 1 0,1 1 0,0 0 0,0 1 0,2 1 0,0 0 0,-9 19 0,17-28 0,0 1 0,1-1 0,0 1 0,0 0 0,1 0 0,0-1 0,1 2 0,0-1 0,0 9 0,1-11 0,1-1 0,0 1 0,0 0 0,0-1 0,1 0 0,0 1 0,0-1 0,1 0 0,0 0 0,0 0 0,0 0 0,1-1 0,7 10 0,-6-11 0,0 0 0,0 1 0,0-2 0,0 1 0,1-1 0,0 1 0,-1-1 0,1-1 0,0 1 0,1-1 0,-1 0 0,0-1 0,1 0 0,-1 0 0,1 0 0,12 0 0,-13-1 0,0 0 0,1 0 0,-1-1 0,0 0 0,0 0 0,0 0 0,0-1 0,0 1 0,0-2 0,0 1 0,-1-1 0,1 1 0,-1-1 0,1-1 0,-1 1 0,0-1 0,8-8 0,-12 11 0,0 0 0,0-1 0,0 1 0,-1 0 0,1-1 0,0 1 0,0 0 0,-1-1 0,1 1 0,-1-1 0,1 1 0,-1-1 0,0 1 0,1-1 0,-1 1 0,0-1 0,0 0 0,0 1 0,0-1 0,-1 1 0,1-1 0,0 1 0,-1-1 0,1 1 0,-1-1 0,1 1 0,-1-1 0,0 1 0,1 0 0,-1-1 0,0 1 0,0 0 0,-1-2 0,0 1 0,0 0 0,-1 0 0,1 1 0,0-1 0,0 1 0,-1-1 0,1 1 0,-1 0 0,1 0 0,-1 0 0,1 0 0,-1 0 0,0 0 0,1 1 0,-1-1 0,0 1 0,0 0 0,-3 0 0,0 1 0,1 0 0,-1 1 0,0 0 0,1 0 0,-1 0 0,1 0 0,0 1 0,0 0 0,0 0 0,0 1 0,0-1 0,1 1 0,0 0 0,-1 0 0,1 0 0,1 1 0,-4 5 0,-1 0 0,1 1 0,0 0 0,1 0 0,1 1 0,0 0 0,-7 22 0,10-27 0,1 1 0,-1 0 0,1 0 0,1-1 0,-1 1 0,1 0 0,1 0 0,0 0 0,0-1 0,0 1 0,1 0 0,0-1 0,6 15 0,-5-17 0,0 1 0,0-1 0,1 0 0,-1 0 0,1 0 0,0 0 0,1-1 0,-1 0 0,1 0 0,0 0 0,0 0 0,0-1 0,0 0 0,1 0 0,-1 0 0,1-1 0,0 0 0,7 2 0,-4-2 0,-1 0 0,1 0 0,0-1 0,0 0 0,1-1 0,-1 0 0,0 0 0,0-1 0,0 0 0,0-1 0,-1 0 0,1 0 0,0-1 0,-1 0 0,1 0 0,-1-1 0,0-1 0,0 1 0,0-1 0,-1 0 0,0-1 0,0 0 0,0 0 0,7-9 0,-3 2 0,0-1 0,-1 0 0,-1-1 0,0 0 0,-1 0 0,-1-1 0,0 0 0,-2 0 0,1 0 0,-2-1 0,5-34 0,-7 40 0,2-39 0,-4 47 0,0 0 0,0 0 0,-1 0 0,1-1 0,0 1 0,-1 0 0,0 0 0,0 0 0,0 0 0,0 0 0,0 0 0,-3-3 0,4 6 0,0-1 0,-1 1 0,1-1 0,0 1 0,0 0 0,-1-1 0,1 1 0,0 0 0,0 0 0,-1-1 0,1 1 0,0 0 0,-1 0 0,1-1 0,-1 1 0,1 0 0,0 0 0,-1 0 0,1 0 0,-1 0 0,1 0 0,0-1 0,-1 1 0,1 0 0,-1 0 0,1 0 0,0 0 0,-1 0 0,1 1 0,-1-1 0,1 0 0,-1 0 0,-9 12 0,1 20 0,7-20 0,0 0 0,1 1 0,1-1 0,0 0 0,1 1 0,0-1 0,3 14 0,-4-26 0,0 1 0,1-1 0,-1 1 0,0-1 0,0 1 0,0-1 0,1 0 0,-1 1 0,0-1 0,1 1 0,-1-1 0,0 0 0,1 1 0,-1-1 0,0 0 0,1 0 0,-1 1 0,1-1 0,-1 0 0,1 0 0,-1 1 0,0-1 0,1 0 0,-1 0 0,1 0 0,-1 0 0,1 0 0,-1 0 0,1 0 0,-1 0 0,1 0 0,-1 0 0,1 0 0,-1 0 0,1 0 0,-1 0 0,1 0 0,-1-1 0,0 1 0,1 0 0,-1 0 0,1-1 0,-1 1 0,1 0 0,-1 0 0,1-1 0,23-19 0,-15 12 0,-5 5 0,0 0 0,0 0 0,0 1 0,0 0 0,0 0 0,0 0 0,0 0 0,1 1 0,8-2 0,-12 3 0,1 0 0,0 0 0,0 0 0,0 0 0,0 0 0,-1 1 0,1-1 0,0 1 0,0-1 0,-1 1 0,1 0 0,0-1 0,-1 1 0,1 0 0,-1 0 0,1 0 0,-1 0 0,1 0 0,-1 1 0,0-1 0,1 0 0,-1 1 0,0-1 0,0 1 0,0-1 0,0 1 0,1 2 0,1 5 0,1 0 0,-1 0 0,-1 0 0,0 0 0,0 0 0,0 13 0,-1-14 0,-1 0 0,1-1 0,1 1 0,-1-1 0,1 0 0,1 1 0,-1-1 0,1 0 0,1 0 0,5 9 0,-8-15 0,0 0 0,0 0 0,0 0 0,0 0 0,0 0 0,1 0 0,-1 0 0,0-1 0,1 1 0,-1 0 0,0-1 0,1 1 0,-1-1 0,1 0 0,-1 1 0,1-1 0,-1 0 0,1 0 0,-1 0 0,1 0 0,-1 0 0,1 0 0,-1 0 0,1-1 0,-1 1 0,1 0 0,-1-1 0,1 0 0,-1 1 0,0-1 0,1 0 0,-1 1 0,0-1 0,0 0 0,2-1 0,4-3 0,1-1 0,-1 0 0,0-1 0,7-8 0,5-9 0,-1 0 0,-2 0 0,0-2 0,-1 0 0,15-41 0,44-145 0,-69 195 0,51-188 0,-56 204 0,0 1 0,0-1 0,0 0 0,0 0 0,1 1 0,-1-1 0,0 0 0,0 1 0,0-1 0,1 0 0,-1 1 0,0-1 0,1 1 0,-1-1 0,0 0 0,1 1 0,-1-1 0,1 1 0,-1-1 0,1 1 0,-1-1 0,1 1 0,0-1 0,0 21 0,-14 145 0,-3 80 0,15-86-1365,1-122-5461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36.001"/>
    </inkml:context>
    <inkml:brush xml:id="br0">
      <inkml:brushProperty name="width" value="0.05" units="cm"/>
      <inkml:brushProperty name="height" value="0.05" units="cm"/>
    </inkml:brush>
  </inkml:definitions>
  <inkml:trace contextRef="#ctx0" brushRef="#br0">8 122 24575,'0'-7'0,"-3"-4"0,-1-4 0,3 0 0,5 4 0,9-1 0,7 3 0,7 2 0,9 3 0,4-2 0,1 1 0,-3-2 0,-1 0 0,-8 1-8191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36.470"/>
    </inkml:context>
    <inkml:brush xml:id="br0">
      <inkml:brushProperty name="width" value="0.05" units="cm"/>
      <inkml:brushProperty name="height" value="0.05" units="cm"/>
    </inkml:brush>
  </inkml:definitions>
  <inkml:trace contextRef="#ctx0" brushRef="#br0">1230 0 24575,'-16'0'0,"-452"6"0,4 33 0,337-16 0,106-18 0,1 0 0,-1 2 0,-37 18 0,55-24 0,0 1 0,1 0 0,-1 0 0,0 0 0,1 0 0,-1 0 0,1 0 0,-1 1 0,1-1 0,-3 5 0,4-6 0,1 0 0,-1 0 0,1 1 0,0-1 0,-1 0 0,1 0 0,0 1 0,0-1 0,0 0 0,0 0 0,0 1 0,0-1 0,0 0 0,0 0 0,0 1 0,1-1 0,-1 0 0,0 0 0,1 0 0,-1 1 0,1-1 0,-1 0 0,1 0 0,0 0 0,0 0 0,-1 0 0,1 0 0,0 0 0,0 0 0,1 1 0,4 3 0,1 0 0,-1 0 0,1-1 0,0 1 0,0-2 0,0 1 0,12 4 0,61 15 0,-55-16 0,104 22-268,184 20-1,137-14-285,-441-35 554,46 4-1,415 21 3,-1-24-18,-447-2 9,128-10-39,-132 9 42,0-1 0,0-1 0,0-1 1,0 0-1,30-15 0,-46 19 24,0 0-1,0 0 1,0 0 0,0-1 0,0 1 0,0 0-1,-1-1 1,1 0 0,0 1 0,-1-1 0,1 0-1,-1 0 1,0 0 0,1 0 0,0-3 0,-2 4 5,1-1 1,-1 1-1,0-1 1,0 0-1,0 1 1,0-1 0,0 0-1,0 1 1,-1-1-1,1 1 1,0-1-1,-1 1 1,1-1 0,-1 1-1,0-1 1,1 1-1,-1-1 1,0 1 0,0-1-1,0 1 1,0 0-1,-2-2 1,-5-5 3,1 1 1,-2 0-1,1 0 1,-1 1-1,0 0 1,0 1-1,-1 0 1,-12-4-1,-89-29-15,87 32-16,-324-72 344,-4 32-2049,243 34-5119</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36.827"/>
    </inkml:context>
    <inkml:brush xml:id="br0">
      <inkml:brushProperty name="width" value="0.05" units="cm"/>
      <inkml:brushProperty name="height" value="0.05" units="cm"/>
    </inkml:brush>
  </inkml:definitions>
  <inkml:trace contextRef="#ctx0" brushRef="#br0">1 0 24575,'0'16'0,"0"17"0,0 23 0,0 19 0,0 14 0,0 10 0,0 10 0,0 5 0,0-1 0,0 0 0,3-5 0,1-8 0,0-21-8191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37.183"/>
    </inkml:context>
    <inkml:brush xml:id="br0">
      <inkml:brushProperty name="width" value="0.05" units="cm"/>
      <inkml:brushProperty name="height" value="0.05" units="cm"/>
    </inkml:brush>
  </inkml:definitions>
  <inkml:trace contextRef="#ctx0" brushRef="#br0">0 73 24575,'30'-11'0,"6"6"0,0 2 0,1 1 0,-1 2 0,40 5 0,-58-4 0,329 27-290,-38-3-268,288 8-602,1-31 1168,-595-2-19,198-11-346,-142 5 350,77-17 0,-128 21-9,44-13 200,-49 14-142,0 0 0,0 0-1,-1-1 1,1 1-1,0-1 1,-1 0 0,1 1-1,-1-1 1,0 0 0,1 0-1,-1-1 1,0 1 0,0 0-1,2-4 1,-4 5 3,0 0 1,1 0 0,-1 0-1,0 1 1,0-1-1,0 0 1,0 0 0,0 0-1,0 0 1,0 0-1,0 0 1,0 0-1,0 0 1,0 0 0,0 0-1,-1 0 1,1 0-1,0 0 1,-1 0-1,1 0 1,-1 0 0,1 1-1,-1-1 1,0 0-1,1 0 1,-2 0 0,-19-17-932,19 17 680,-19-13-6535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37.448"/>
    </inkml:context>
    <inkml:brush xml:id="br0">
      <inkml:brushProperty name="width" value="0.05" units="cm"/>
      <inkml:brushProperty name="height" value="0.05" units="cm"/>
    </inkml:brush>
  </inkml:definitions>
  <inkml:trace contextRef="#ctx0" brushRef="#br0">42 87 24575,'0'-16'0,"1"12"0,-1 0 0,1-1 0,-1 1 0,0-1 0,-1 1 0,1 0 0,-1 0 0,0-1 0,0 1 0,0 0 0,0 0 0,-1 0 0,-3-7 0,5 11 0,-1 0 0,1-1 0,0 1 0,0 0 0,-1-1 0,1 1 0,0 0 0,-1-1 0,1 1 0,0 0 0,-1 0 0,1-1 0,0 1 0,-1 0 0,1 0 0,-1 0 0,1-1 0,0 1 0,-1 0 0,1 0 0,-1 0 0,1 0 0,0 0 0,-1 0 0,1 0 0,-1 0 0,1 0 0,-1 0 0,1 0 0,0 0 0,-1 1 0,1-1 0,-1 0 0,1 0 0,0 0 0,-1 0 0,1 1 0,-1-1 0,1 0 0,0 0 0,-1 1 0,1-1 0,0 0 0,0 1 0,-1-1 0,1 0 0,0 1 0,0-1 0,-1 0 0,1 1 0,0-1 0,0 1 0,0-1 0,0 0 0,-1 1 0,1-1 0,0 1 0,0-1 0,0 1 0,0-1 0,0 1 0,-6 30 0,1 98 0,14 178 0,-4-203 0,14 251-1365,-15-252-5461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44.964"/>
    </inkml:context>
    <inkml:brush xml:id="br0">
      <inkml:brushProperty name="width" value="0.05" units="cm"/>
      <inkml:brushProperty name="height" value="0.05" units="cm"/>
    </inkml:brush>
  </inkml:definitions>
  <inkml:trace contextRef="#ctx0" brushRef="#br0">117 22 24575,'1'0'0,"1"0"0,-1 1 0,1-1 0,-1 1 0,1-1 0,-1 1 0,1 0 0,-1-1 0,0 1 0,0 0 0,1 0 0,-1 0 0,0 0 0,0 0 0,0 0 0,0 0 0,0 0 0,0 1 0,0-1 0,0 0 0,-1 1 0,1-1 0,0 0 0,-1 1 0,1-1 0,0 3 0,1 4 0,0-1 0,-1 1 0,2 13 0,-2 14 0,-1-23 0,0 0 0,1 0 0,0 0 0,1 0 0,3 14 0,-4-23 0,0 0 0,1 0 0,-1-1 0,0 1 0,1 0 0,-1-1 0,1 0 0,0 1 0,0-1 0,0 0 0,0 0 0,0 0 0,0 0 0,1 0 0,-1 0 0,1-1 0,-1 1 0,1-1 0,0 0 0,-1 0 0,1 0 0,0 0 0,0 0 0,0 0 0,0-1 0,4 1 0,44 1 0,66-4 0,-28 0 0,-53 2 0,42-1 0,-77 2 0,0-1 0,0 0 0,0 0 0,0 0 0,0 0 0,0-1 0,0 1 0,0 0 0,0 0 0,0 0 0,0-1 0,0 1 0,0-1 0,0 1 0,0-1 0,0 1 0,0-1 0,0 1 0,-1-1 0,1 0 0,0 1 0,0-1 0,-1 0 0,1 0 0,0 0 0,-1 0 0,1 1 0,-1-1 0,1 0 0,-1 0 0,0 0 0,1 0 0,-1 0 0,0 0 0,1 0 0,-1 0 0,0 0 0,0 0 0,0 0 0,0-1 0,0 1 0,0 0 0,-1 0 0,1-1 0,-3-6 0,1 1 0,-1-1 0,-1 1 0,0-1 0,-4-6 0,-6-13 0,11 19 0,1 0 0,1 0 0,-1 0 0,1-17 0,1 16 0,-1 0 0,0 0 0,-4-16 0,4 22 0,0 1 0,0 0 0,-1 0 0,1-1 0,0 1 0,-1 0 0,0 0 0,1 0 0,-1 0 0,0 0 0,0 1 0,0-1 0,0 1 0,0-1 0,-1 1 0,1 0 0,0 0 0,0-1 0,-1 2 0,1-1 0,-1 0 0,1 0 0,-4 0 0,-7 0 0,0-1 0,0 1 0,-19 2 0,16-1 0,-410 3-1365,417-3-5461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45.507"/>
    </inkml:context>
    <inkml:brush xml:id="br0">
      <inkml:brushProperty name="width" value="0.05" units="cm"/>
      <inkml:brushProperty name="height" value="0.05" units="cm"/>
    </inkml:brush>
  </inkml:definitions>
  <inkml:trace contextRef="#ctx0" brushRef="#br0">20 0 24575,'-1'11'0,"-1"0"0,1 0 0,-5 14 0,4-19 0,0 1 0,0-1 0,1 1 0,0 0 0,0 0 0,1 0 0,0-1 0,0 1 0,0 0 0,3 11 0,-2-16 0,0 0 0,0 0 0,0-1 0,0 1 0,1-1 0,-1 1 0,0-1 0,1 1 0,-1-1 0,1 0 0,0 0 0,-1 1 0,1-1 0,0 0 0,0-1 0,-1 1 0,1 0 0,0-1 0,0 1 0,0-1 0,0 1 0,0-1 0,4 0 0,7 1 0,0 0 0,22-3 0,-17 1 0,47 1 249,-36 1-787,0-1 0,47-7 0,-60 3-6288</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45.802"/>
    </inkml:context>
    <inkml:brush xml:id="br0">
      <inkml:brushProperty name="width" value="0.05" units="cm"/>
      <inkml:brushProperty name="height" value="0.05" units="cm"/>
    </inkml:brush>
  </inkml:definitions>
  <inkml:trace contextRef="#ctx0" brushRef="#br0">18 0 24575,'0'3'0,"0"5"0,0 3 0,0 3 0,0 3 0,0 4 0,0 3 0,0-1 0,0-1 0,-4 0 0,0-2 0,0-1 0,1 0 0,0-4-8191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46.331"/>
    </inkml:context>
    <inkml:brush xml:id="br0">
      <inkml:brushProperty name="width" value="0.05" units="cm"/>
      <inkml:brushProperty name="height" value="0.05" units="cm"/>
    </inkml:brush>
  </inkml:definitions>
  <inkml:trace contextRef="#ctx0" brushRef="#br0">149 21 24575,'31'-7'0,"-5"0"0,16 3 0,0 1 0,75 6 0,-113-3 0,-1 0 0,1 1 0,-1 0 0,0 0 0,1-1 0,-1 2 0,0-1 0,0 0 0,0 1 0,0-1 0,0 1 0,0 0 0,0 0 0,-1 0 0,1 1 0,-1-1 0,1 0 0,-1 1 0,0 0 0,0-1 0,0 1 0,0 0 0,0 0 0,-1 0 0,2 4 0,1 7 0,0 1 0,0-1 0,-2 1 0,2 25 0,3 14 0,-6-48 0,2 21 0,-3-27 0,0 1 0,0-1 0,0 1 0,0 0 0,0-1 0,-1 1 0,1-1 0,0 1 0,-1-1 0,1 1 0,0-1 0,-1 1 0,1-1 0,0 1 0,-1-1 0,1 0 0,-1 1 0,1-1 0,-1 1 0,1-1 0,-1 0 0,1 0 0,-1 1 0,1-1 0,-1 0 0,0 0 0,1 0 0,-1 1 0,1-1 0,-1 0 0,0 0 0,1 0 0,-1 0 0,1 0 0,-1 0 0,0 0 0,1-1 0,-1 1 0,1 0 0,-2 0 0,-49-10 0,19 4 0,-34-2 0,-202 4-342,217 5-681,31-1-5803</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46.655"/>
    </inkml:context>
    <inkml:brush xml:id="br0">
      <inkml:brushProperty name="width" value="0.05" units="cm"/>
      <inkml:brushProperty name="height" value="0.05" units="cm"/>
    </inkml:brush>
  </inkml:definitions>
  <inkml:trace contextRef="#ctx0" brushRef="#br0">1 0 24575,'0'3'0,"3"2"0,4-1 0,8-1 0,3-1 0,6 0 0,5-2 0,3 1 0,0-1 0,1 0 0,-3-1 0,-2 1 0,-4 0 0,-5-3 0,-7-2-8191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47.077"/>
    </inkml:context>
    <inkml:brush xml:id="br0">
      <inkml:brushProperty name="width" value="0.05" units="cm"/>
      <inkml:brushProperty name="height" value="0.05" units="cm"/>
    </inkml:brush>
  </inkml:definitions>
  <inkml:trace contextRef="#ctx0" brushRef="#br0">1 192 24575,'0'-4'0,"3"-84"0,-2 77 0,1 1 0,0-1 0,0 1 0,1 0 0,1 0 0,5-13 0,-8 22 0,-1 0 0,1 0 0,-1 1 0,1-1 0,-1 0 0,1 0 0,-1 0 0,1 0 0,0 1 0,0-1 0,-1 0 0,1 1 0,0-1 0,0 1 0,0-1 0,0 1 0,0-1 0,-1 1 0,1 0 0,0-1 0,0 1 0,0 0 0,0 0 0,0-1 0,0 1 0,0 0 0,0 0 0,2 1 0,2 0 0,-1 0 0,0 0 0,1 1 0,-1-1 0,6 5 0,19 5 0,-16-9-170,0 0-1,0 0 0,0-2 1,1 1-1,-1-2 0,0 0 1,19-4-1,-20 1-6655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47.359"/>
    </inkml:context>
    <inkml:brush xml:id="br0">
      <inkml:brushProperty name="width" value="0.05" units="cm"/>
      <inkml:brushProperty name="height" value="0.05" units="cm"/>
    </inkml:brush>
  </inkml:definitions>
  <inkml:trace contextRef="#ctx0" brushRef="#br0">1 1 24575,'0'3'0,"0"4"0,0 4 0,0 4 0,0 2 0,0 1 0,0 1 0,0 0 0,0 0 0,0 0 0,0 0 0,0 0 0,0 0 0,0-1 0,0-3-8191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47.871"/>
    </inkml:context>
    <inkml:brush xml:id="br0">
      <inkml:brushProperty name="width" value="0.05" units="cm"/>
      <inkml:brushProperty name="height" value="0.05" units="cm"/>
    </inkml:brush>
  </inkml:definitions>
  <inkml:trace contextRef="#ctx0" brushRef="#br0">3 97 24575,'-1'-22'0,"0"16"0,0 1 0,1-1 0,0 0 0,0 1 0,1-1 0,-1 0 0,1 1 0,4-12 0,-5 16 0,1 0 0,0 0 0,0 1 0,-1-1 0,1 0 0,0 0 0,0 0 0,0 1 0,0-1 0,0 0 0,0 1 0,0-1 0,1 1 0,-1-1 0,0 1 0,0 0 0,0-1 0,0 1 0,1 0 0,-1 0 0,0 0 0,0 0 0,1 0 0,-1 0 0,1 0 0,36 8 0,-26-5 0,38 8 0,0-3 0,1-2 0,58 0 0,-105-6 0,1 0 0,0 0 0,-1 0 0,1 1 0,0 0 0,-1 0 0,1 0 0,7 3 0,-11-3 0,0-1 0,0 1 0,0 0 0,0-1 0,0 1 0,-1 0 0,1-1 0,0 1 0,-1 0 0,1 0 0,0 0 0,-1 0 0,1 0 0,-1-1 0,1 1 0,-1 0 0,1 2 0,-1-1 0,0 0 0,0 0 0,0 0 0,0 0 0,0 0 0,0-1 0,0 1 0,-1 0 0,1 0 0,-1 0 0,0 0 0,-1 2 0,-34 66 0,27-55 0,1 1 0,0 0 0,1 0 0,0 0 0,-5 24 0,12-38 0,-1 0 0,0-1 0,1 1 0,-1 0 0,0-1 0,0 1 0,0 0 0,0-1 0,0 1 0,0-1 0,0 1 0,-1-1 0,1 0 0,-1 0 0,1 1 0,-1-1 0,1 0 0,-1 0 0,1 0 0,-1-1 0,0 1 0,1 0 0,-1-1 0,0 1 0,0-1 0,0 1 0,0-1 0,1 0 0,-1 0 0,0 0 0,0 0 0,-3 0 0,-9-2 0,1 1 0,0-2 0,-22-6 0,14 4 0,-9-1-455,0 1 0,-61-1 0,75 6-6371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48.276"/>
    </inkml:context>
    <inkml:brush xml:id="br0">
      <inkml:brushProperty name="width" value="0.05" units="cm"/>
      <inkml:brushProperty name="height" value="0.05" units="cm"/>
    </inkml:brush>
  </inkml:definitions>
  <inkml:trace contextRef="#ctx0" brushRef="#br0">81 1 24575,'0'11'0,"-1"1"0,0-1 0,-1 0 0,0 0 0,-1 0 0,-5 14 0,-4 3 0,-15 26 0,6-14 0,20-39 0,1-1 0,0 1 0,-1 0 0,1-1 0,0 1 0,-1 0 0,1-1 0,0 1 0,0 0 0,0 0 0,0-1 0,0 1 0,-1 0 0,1-1 0,0 1 0,1 0 0,-1 0 0,0-1 0,0 1 0,0 0 0,0 0 0,0-1 0,1 1 0,-1 0 0,1 0 0,0 0 0,0 0 0,0-1 0,0 1 0,0 0 0,0-1 0,0 0 0,0 1 0,0-1 0,0 1 0,0-1 0,0 0 0,0 0 0,0 0 0,0 0 0,2 0 0,7 0 0,0-1 0,-1 0 0,13-4 0,-12 3 0,116-15-1365,-107 13-5461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48.686"/>
    </inkml:context>
    <inkml:brush xml:id="br0">
      <inkml:brushProperty name="width" value="0.05" units="cm"/>
      <inkml:brushProperty name="height" value="0.05" units="cm"/>
    </inkml:brush>
  </inkml:definitions>
  <inkml:trace contextRef="#ctx0" brushRef="#br0">0 4 24575,'0'-3'0,"0"2"0,0 4 0,0 5 0,0 5 0,0 2 0,0 2 0,0 2 0,0 0 0,0 0 0,0 1 0,0-1 0,0-3-8191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49.131"/>
    </inkml:context>
    <inkml:brush xml:id="br0">
      <inkml:brushProperty name="width" value="0.05" units="cm"/>
      <inkml:brushProperty name="height" value="0.05" units="cm"/>
    </inkml:brush>
  </inkml:definitions>
  <inkml:trace contextRef="#ctx0" brushRef="#br0">71 78 24575,'0'-2'0,"-1"1"0,1-1 0,-1 0 0,0 0 0,0 0 0,1 1 0,-1-1 0,0 0 0,-1 1 0,1-1 0,0 1 0,-2-2 0,2 1 0,-1 0 0,0 0 0,1 0 0,0 0 0,0 0 0,-1 0 0,1 0 0,-1-4 0,2 6 0,0-1 0,0 0 0,0 0 0,0 0 0,0 0 0,1 1 0,-1-1 0,0 0 0,0 0 0,1 0 0,-1 1 0,0-1 0,1 0 0,-1 0 0,1 1 0,-1-1 0,1 0 0,-1 1 0,1-1 0,-1 0 0,1 1 0,0-1 0,-1 1 0,1-1 0,0 1 0,-1-1 0,1 1 0,0 0 0,1-1 0,5-2 0,-1 1 0,0 0 0,1 0 0,0 1 0,-1 0 0,1 0 0,0 1 0,9-1 0,56 6 0,-69-4 0,1-1 0,-1 1 0,1 0 0,-1 0 0,1 1 0,-1-1 0,0 1 0,0-1 0,1 1 0,-1 0 0,0 0 0,-1 0 0,1 1 0,0-1 0,4 6 0,1 3 0,-1 0 0,0 0 0,6 13 0,3 5 0,-13-24 0,0 0 0,-1 0 0,1 0 0,-1 0 0,0 0 0,-1 1 0,1-1 0,-1 1 0,0-1 0,-1 1 0,1 10 0,-2-13 0,1-1 0,0 0 0,-1 0 0,1 1 0,-1-1 0,0 0 0,0 0 0,0 0 0,0 0 0,0 0 0,0 0 0,-1 0 0,1 0 0,-1 0 0,1-1 0,-1 1 0,1 0 0,-1-1 0,0 0 0,0 1 0,0-1 0,0 0 0,0 0 0,0 0 0,0 0 0,0 0 0,-1-1 0,1 1 0,0-1 0,0 1 0,-4-1 0,-18 2 41,1-1-1,-1-1 1,0-1 0,0-1-1,-23-6 1,-45-3-1650,74 10-5217</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49.472"/>
    </inkml:context>
    <inkml:brush xml:id="br0">
      <inkml:brushProperty name="width" value="0.05" units="cm"/>
      <inkml:brushProperty name="height" value="0.05" units="cm"/>
    </inkml:brush>
  </inkml:definitions>
  <inkml:trace contextRef="#ctx0" brushRef="#br0">1 0 24575,'3'0'0,"4"0"0,5 0 0,2 0 0,3 0 0,4 0 0,6 3 0,0 1 0,-1 0 0,-1-1 0,-3-1 0,-1 0 0,-4-2-8191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49.786"/>
    </inkml:context>
    <inkml:brush xml:id="br0">
      <inkml:brushProperty name="width" value="0.05" units="cm"/>
      <inkml:brushProperty name="height" value="0.05" units="cm"/>
    </inkml:brush>
  </inkml:definitions>
  <inkml:trace contextRef="#ctx0" brushRef="#br0">9 1 24575,'-3'0'0,"-1"3"0,3 4 0,2 4 0,0 4 0,1 2 0,3 1 0,0 0 0,0 2 0,-2-1 0,0 0 0,-2 0 0,0-3-8191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50.320"/>
    </inkml:context>
    <inkml:brush xml:id="br0">
      <inkml:brushProperty name="width" value="0.05" units="cm"/>
      <inkml:brushProperty name="height" value="0.05" units="cm"/>
    </inkml:brush>
  </inkml:definitions>
  <inkml:trace contextRef="#ctx0" brushRef="#br0">106 19 24575,'-8'-15'0,"6"12"0,9 8 0,0 0 0,1 1 0,0-2 0,1 1 0,-1-1 0,1 0 0,0-1 0,0 0 0,9 2 0,10 0 0,38 2 0,-58-6 0,-6-1 0,-1 0 0,0 0 0,0 0 0,1 0 0,-1 0 0,0 0 0,0 1 0,0-1 0,0 0 0,1 1 0,-1-1 0,0 1 0,0-1 0,0 1 0,0-1 0,0 1 0,0 0 0,0 0 0,0-1 0,0 1 0,0 0 0,-1 0 0,1 0 0,0 0 0,0 0 0,-1 0 0,1 0 0,-1 0 0,1 0 0,-1 1 0,0-1 0,1 0 0,-1 0 0,0 0 0,0 1 0,1-1 0,-1 0 0,0 2 0,-2 5 0,1-1 0,-1 1 0,0-1 0,0 0 0,-6 10 0,-2 11 0,9-24 0,0 1 0,1 0 0,-1-1 0,1 1 0,0-1 0,0 1 0,1 0 0,-1-1 0,1 1 0,0-1 0,0 1 0,0-1 0,1 1 0,0-1 0,-1 0 0,2 0 0,2 5 0,-5-8 0,0-1 0,1 0 0,-1 1 0,0-1 0,0 1 0,0-1 0,1 1 0,-1-1 0,0 1 0,0-1 0,0 1 0,0-1 0,0 0 0,0 1 0,0-1 0,0 1 0,0-1 0,0 1 0,0-1 0,0 1 0,-1-1 0,1 1 0,0-1 0,0 1 0,0-1 0,-1 0 0,1 1 0,-1 0 0,-14 6 0,-25-4 0,35-3 0,-221-2-1365,203 2-5461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50.756"/>
    </inkml:context>
    <inkml:brush xml:id="br0">
      <inkml:brushProperty name="width" value="0.05" units="cm"/>
      <inkml:brushProperty name="height" value="0.05" units="cm"/>
    </inkml:brush>
  </inkml:definitions>
  <inkml:trace contextRef="#ctx0" brushRef="#br0">1 0 24575,'3'0'0,"4"0"0,5 0 0,2 0 0,6 0 0,3 0 0,-1 0 0,1 0 0,-2 0 0,0 0 0,-5 0-8191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51.034"/>
    </inkml:context>
    <inkml:brush xml:id="br0">
      <inkml:brushProperty name="width" value="0.05" units="cm"/>
      <inkml:brushProperty name="height" value="0.05" units="cm"/>
    </inkml:brush>
  </inkml:definitions>
  <inkml:trace contextRef="#ctx0" brushRef="#br0">1 0 24575,'3'0'0,"1"3"0,0 4 0,0 5 0,-2 2 0,-1 3 0,3 1 0,1 1 0,-1 0 0,-1 0 0,2 0 0,1-3-8191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51.470"/>
    </inkml:context>
    <inkml:brush xml:id="br0">
      <inkml:brushProperty name="width" value="0.05" units="cm"/>
      <inkml:brushProperty name="height" value="0.05" units="cm"/>
    </inkml:brush>
  </inkml:definitions>
  <inkml:trace contextRef="#ctx0" brushRef="#br0">14 225 24575,'-1'-9'0,"0"1"0,0-1 0,-3-10 0,2 13 0,1-1 0,-1 0 0,1 1 0,1-1 0,-1 0 0,2-9 0,0 9 0,0 0 0,1 0 0,0 0 0,0 1 0,0-1 0,1 0 0,0 1 0,0 0 0,1 0 0,0 0 0,0 0 0,0 0 0,9-8 0,-10 11 0,1 1 0,-1-1 0,0 1 0,1 0 0,-1 0 0,1 0 0,0 0 0,-1 1 0,1-1 0,0 1 0,0 0 0,0 0 0,0 0 0,0 1 0,0-1 0,0 1 0,0 0 0,1 0 0,-1 1 0,0-1 0,0 1 0,0 0 0,0 0 0,0 0 0,5 3 0,-2-1 0,0 1 0,0-1 0,0 1 0,-1 1 0,0-1 0,0 1 0,0 0 0,0 1 0,-1-1 0,0 1 0,0 0 0,7 12 0,-1 1 0,-2 1 0,0 1 0,6 21 0,7 17 0,-20-57 0,-1 0 0,-1 1 0,1-1 0,0 0 0,0 0 0,-1 1 0,1-1 0,-1 0 0,0 0 0,0 1 0,0-1 0,0 1 0,0-1 0,-1 3 0,0-4 0,1 0 0,-1 1 0,0-1 0,0 0 0,0 0 0,0 0 0,0 0 0,0 0 0,0 0 0,-1 0 0,1 0 0,0 0 0,0-1 0,-1 1 0,1 0 0,0-1 0,-1 1 0,1-1 0,-1 1 0,1-1 0,-1 0 0,1 0 0,-4 0 0,-18 2-67,-45-2-1,44-1-1162,-7 1-5596</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52.138"/>
    </inkml:context>
    <inkml:brush xml:id="br0">
      <inkml:brushProperty name="width" value="0.05" units="cm"/>
      <inkml:brushProperty name="height" value="0.05" units="cm"/>
    </inkml:brush>
  </inkml:definitions>
  <inkml:trace contextRef="#ctx0" brushRef="#br0">0 0 24575,'0'3'0,"0"5"0,0 3 0,0 4 0,0 1 0,3 2 0,1 1 0,0 4 0,-1 0 0,0 0 0,-2-1 0,0-1 0,-1-1 0,0-1 0,0-3-8191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53.183"/>
    </inkml:context>
    <inkml:brush xml:id="br0">
      <inkml:brushProperty name="width" value="0.05" units="cm"/>
      <inkml:brushProperty name="height" value="0.05" units="cm"/>
    </inkml:brush>
  </inkml:definitions>
  <inkml:trace contextRef="#ctx0" brushRef="#br0">51 1 24575,'-2'45'0,"1"-16"0,2 33 0,0-55 0,0 0 0,0 1 0,0-1 0,1 0 0,0 0 0,1 0 0,0 0 0,0 0 0,6 9 0,-7-13 0,0-1 0,1 1 0,-1-1 0,1 0 0,0 0 0,0 0 0,0 0 0,0 0 0,0-1 0,0 1 0,1-1 0,-1 0 0,0 0 0,1 0 0,-1-1 0,1 1 0,-1-1 0,1 0 0,-1 1 0,7-2 0,9 0 0,-1-2 0,30-6 0,-37 7 0,2-1 0,52-13 0,-61 14 0,1 1 0,0-1 0,-1 0 0,0-1 0,1 1 0,-1-1 0,0 1 0,0-1 0,0-1 0,6-5 0,-9 7 0,-1 1 0,1 0 0,0-1 0,0 1 0,-1-1 0,1 1 0,0-1 0,-1 1 0,0-1 0,1 1 0,-1-1 0,0 1 0,0-1 0,0 0 0,0 1 0,0-1 0,0 1 0,0-1 0,-1-2 0,0 0 0,-1 0 0,1 1 0,-1-1 0,0 1 0,0 0 0,0-1 0,0 1 0,-3-3 0,-5-4 0,0 0 0,-1 1 0,-18-13 0,23 18 0,0 1 0,-1 0 0,1 0 0,-1 0 0,0 1 0,0 0 0,-8-2 0,-54-5 0,44 7 0,-97-4-1365,100 6-5461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53.521"/>
    </inkml:context>
    <inkml:brush xml:id="br0">
      <inkml:brushProperty name="width" value="0.05" units="cm"/>
      <inkml:brushProperty name="height" value="0.05" units="cm"/>
    </inkml:brush>
  </inkml:definitions>
  <inkml:trace contextRef="#ctx0" brushRef="#br0">44 1 24575,'-3'0'0,"-1"3"0,0 4 0,0 4 0,2 4 0,1 2 0,0 4 0,1 2 0,0 1 0,-3 1 0,-1 0 0,0 0 0,1-3 0,-2-1 0,-1-4-8191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53.815"/>
    </inkml:context>
    <inkml:brush xml:id="br0">
      <inkml:brushProperty name="width" value="0.05" units="cm"/>
      <inkml:brushProperty name="height" value="0.05" units="cm"/>
    </inkml:brush>
  </inkml:definitions>
  <inkml:trace contextRef="#ctx0" brushRef="#br0">8 15 24575,'0'-3'0,"-3"-2"0,-1-2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54.094"/>
    </inkml:context>
    <inkml:brush xml:id="br0">
      <inkml:brushProperty name="width" value="0.05" units="cm"/>
      <inkml:brushProperty name="height" value="0.05" units="cm"/>
    </inkml:brush>
  </inkml:definitions>
  <inkml:trace contextRef="#ctx0" brushRef="#br0">112 0 24575,'-6'0'0,"0"0"0,0 1 0,0-1 0,-1 1 0,2 0 0,-1 1 0,0-1 0,0 1 0,-10 5 0,13-5 0,0 0 0,0 0 0,1 0 0,-1 1 0,0-1 0,1 1 0,0 0 0,-1 0 0,1 0 0,0 0 0,0 0 0,1 0 0,-1 0 0,1 1 0,0-1 0,-1 0 0,0 7 0,1-5 0,1-1 0,-1 1 0,1 0 0,0 0 0,0 0 0,0 0 0,1-1 0,-1 1 0,1 0 0,1 0 0,-1-1 0,0 1 0,1-1 0,0 1 0,0-1 0,1 0 0,-1 0 0,1 0 0,0 0 0,0 0 0,0 0 0,0-1 0,1 0 0,-1 1 0,1-1 0,0-1 0,0 1 0,0 0 0,1-1 0,-1 0 0,0 0 0,1 0 0,-1-1 0,1 0 0,0 1 0,-1-1 0,1-1 0,9 1 0,-3-1 0,0 0 0,0-1 0,0 0 0,0-1 0,0 0 0,-1-1 0,1 0 0,-1-1 0,1 0 0,-1 0 0,0-1 0,-1-1 0,1 1 0,-1-2 0,0 1 0,9-10 0,-16 15 0,-1 0 0,1-1 0,-1 1 0,0 0 0,1-1 0,-1 1 0,0-1 0,0 1 0,0-1 0,0 0 0,0 1 0,0-1 0,-1 0 0,1 0 0,0 0 0,-1 0 0,1 1 0,-1-1 0,0 0 0,0 0 0,0 0 0,0 0 0,0 0 0,0 0 0,0 0 0,-1 0 0,1 0 0,-1 1 0,1-1 0,-1 0 0,0 0 0,1 0 0,-1 1 0,0-1 0,0 0 0,0 1 0,-1-1 0,1 1 0,0-1 0,-1 1 0,1 0 0,-1-1 0,1 1 0,-1 0 0,-2-1 0,-5-4 0,1 1 0,-1 1 0,-1-1 0,1 1 0,-1 1 0,1 0 0,-16-3 0,-7 2-1365,2 1-5461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29.010"/>
    </inkml:context>
    <inkml:brush xml:id="br0">
      <inkml:brushProperty name="width" value="0.05" units="cm"/>
      <inkml:brushProperty name="height" value="0.05" units="cm"/>
    </inkml:brush>
  </inkml:definitions>
  <inkml:trace contextRef="#ctx0" brushRef="#br0">663 40 24575,'44'-24'0,"-43"24"0,-1 0 0,0 0 0,0 0 0,1 0 0,-1 0 0,0 0 0,1-1 0,-1 1 0,0 0 0,0 0 0,1 0 0,-1 0 0,0 0 0,0 0 0,1-1 0,-1 1 0,0 0 0,0 0 0,0 0 0,1-1 0,-1 1 0,0 0 0,0 0 0,0-1 0,0 1 0,0 0 0,1 0 0,-1-1 0,0 1 0,0 0 0,0 0 0,0-1 0,0 1 0,0 0 0,0-1 0,0 1 0,0 0 0,0 0 0,0-1 0,0 1 0,-14-5 0,-26 4 0,37 1 0,-38 0 0,-1-1 0,-52 6 0,82-4 0,0 1 0,1 1 0,-1-1 0,1 2 0,0 0 0,-1 0 0,2 1 0,-1 0 0,-11 8 0,20-12 0,0 1 0,0-1 0,0 1 0,0-1 0,0 1 0,0 0 0,1 0 0,-1 0 0,1 0 0,-1 0 0,1 0 0,0 0 0,-1 0 0,1 0 0,1 1 0,-1-1 0,0 1 0,0-1 0,1 0 0,-1 1 0,1-1 0,0 1 0,0-1 0,0 1 0,0-1 0,0 1 0,1-1 0,-1 1 0,1-1 0,-1 1 0,1-1 0,0 1 0,0-1 0,0 0 0,0 0 0,0 0 0,3 3 0,2 4 0,0-1 0,1 0 0,0 0 0,1 0 0,0-1 0,0-1 0,15 10 0,13 5 0,42 18 0,-54-29 0,0 2 0,-1 0 0,0 1 0,-1 1 0,39 34 0,-58-46 0,-1 1 0,1 0 0,-1 0 0,1 0 0,-1 0 0,0 0 0,0 1 0,0-1 0,-1 0 0,1 1 0,-1 0 0,0-1 0,0 1 0,0 0 0,0 0 0,-1-1 0,1 7 0,-2-5 0,0 0 0,0 0 0,0 0 0,0 0 0,-1-1 0,0 1 0,0 0 0,0-1 0,0 0 0,-1 1 0,0-1 0,-3 4 0,-5 4 0,0 0 0,-1-1 0,-1 0 0,0-1 0,0 0 0,-1-1 0,-16 8 0,-2-2 0,0-1 0,-1-2 0,0-1 0,0-2 0,-1-1 0,-1-1 0,1-2 0,-1-2 0,-42-1 0,62-2 38,0-2 0,0 0 0,0 0 0,0-1 0,1-1 0,-1-1 0,1 0 0,-14-8 0,23 11-69,0-1 0,0 0-1,0 0 1,1-1 0,0 0 0,0 1 0,0-1 0,0-1 0,0 1 0,-4-8 0,6 8-54,0 0 0,0 0-1,1 0 1,0 0 0,-1 0-1,2 0 1,-1 0 0,0 0-1,1-1 1,0 1 0,0 0-1,0 0 1,0-1 0,1 1-1,1-7 1,5-14-6741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29.291"/>
    </inkml:context>
    <inkml:brush xml:id="br0">
      <inkml:brushProperty name="width" value="0.05" units="cm"/>
      <inkml:brushProperty name="height" value="0.05" units="cm"/>
    </inkml:brush>
  </inkml:definitions>
  <inkml:trace contextRef="#ctx0" brushRef="#br0">20 61 24575,'11'-10'0,"1"1"0,-1 0 0,1 0 0,24-12 0,-35 21 0,0 0 0,-1-1 0,1 1 0,-1 0 0,1-1 0,0 1 0,-1 0 0,1 0 0,0 0 0,-1-1 0,1 1 0,0 0 0,0 0 0,-1 0 0,1 0 0,0 0 0,-1 0 0,1 0 0,0 1 0,-1-1 0,1 0 0,0 0 0,-1 0 0,1 1 0,0-1 0,-1 0 0,2 1 0,-2 0 0,1 0 0,0 0 0,0 0 0,-1 1 0,1-1 0,-1 0 0,1 0 0,-1 0 0,1 1 0,-1-1 0,0 0 0,1 1 0,-1 1 0,0 6 0,0 0 0,0 1 0,-3 10 0,3-18 0,-45 214 0,4-24 0,4 87-1365,35-247-5461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29.695"/>
    </inkml:context>
    <inkml:brush xml:id="br0">
      <inkml:brushProperty name="width" value="0.05" units="cm"/>
      <inkml:brushProperty name="height" value="0.05" units="cm"/>
    </inkml:brush>
  </inkml:definitions>
  <inkml:trace contextRef="#ctx0" brushRef="#br0">0 39 24575,'0'0'0,"1"43"0,9 65 0,-3-82 0,1 0 0,14 33 0,-16-45 0,1-1 0,0 0 0,1 0 0,0-1 0,18 21 0,-24-31 0,1 1 0,-1 0 0,1-1 0,0 0 0,0 0 0,0 1 0,0-2 0,0 1 0,0 0 0,0-1 0,1 1 0,-1-1 0,1 0 0,-1 0 0,1 0 0,-1-1 0,8 1 0,-7-1 0,0-1 0,1 0 0,-1 0 0,0 0 0,0 0 0,0-1 0,0 0 0,0 1 0,0-2 0,0 1 0,-1 0 0,7-6 0,3-4 0,-1-1 0,0 0 0,-1 0 0,-1-1 0,0-1 0,9-18 0,6-18 0,-2-1 0,17-57 0,-20 51 0,-20 56 0,1 1 0,-1 0 0,0-1 0,1 1 0,-1 0 0,1-1 0,0 1 0,-1 0 0,1 0 0,0 0 0,0-1 0,-1 1 0,1 0 0,2-1 0,-2 2 0,-1 1 0,0-1 0,1 0 0,-1 1 0,1-1 0,-1 1 0,0-1 0,0 0 0,1 1 0,-1-1 0,0 1 0,0-1 0,1 1 0,-1-1 0,0 1 0,0 0 0,0-1 0,0 1 0,0-1 0,0 1 0,0-1 0,0 1 0,0 0 0,-1 48 0,1-47 0,-17 226 0,16-174 0,2 0 0,10 67 0,-5-90-1365,1-8-5461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29.912"/>
    </inkml:context>
    <inkml:brush xml:id="br0">
      <inkml:brushProperty name="width" value="0.05" units="cm"/>
      <inkml:brushProperty name="height" value="0.05" units="cm"/>
    </inkml:brush>
  </inkml:definitions>
  <inkml:trace contextRef="#ctx0" brushRef="#br0">1 32 24575,'0'-3'0,"0"-4"0,0-4 0,0 3 0,0 5 0,0 11 0,0 9 0,0 9 0,0 8 0,0 9 0,0 6 0,0 7 0,0 4 0,0 0 0,0-3 0,0-11-8191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30.268"/>
    </inkml:context>
    <inkml:brush xml:id="br0">
      <inkml:brushProperty name="width" value="0.05" units="cm"/>
      <inkml:brushProperty name="height" value="0.05" units="cm"/>
    </inkml:brush>
  </inkml:definitions>
  <inkml:trace contextRef="#ctx0" brushRef="#br0">3 315 24575,'-1'-16'0,"0"12"0,1 1 0,0-1 0,0 0 0,0 0 0,0 0 0,1 0 0,-1 1 0,1-1 0,0 0 0,1-4 0,-1 8 0,-1-1 0,1 1 0,0-1 0,-1 1 0,1 0 0,-1-1 0,1 1 0,0 0 0,-1-1 0,1 1 0,0 0 0,-1 0 0,1 0 0,0-1 0,-1 1 0,1 0 0,0 0 0,-1 0 0,1 0 0,0 0 0,-1 0 0,1 0 0,0 1 0,0-1 0,-1 0 0,1 0 0,0 0 0,-1 1 0,2-1 0,23 13 0,-18-10 0,9 6 0,0-2 0,1 0 0,-1-1 0,1-1 0,28 5 0,-41-9 0,0-1 0,0 1 0,0-1 0,1 0 0,-1-1 0,0 1 0,0 0 0,0-1 0,0 0 0,0 0 0,0-1 0,0 1 0,0-1 0,0 1 0,0-1 0,-1 0 0,1-1 0,-1 1 0,1-1 0,-1 1 0,0-1 0,0 0 0,0 0 0,-1-1 0,1 1 0,-1 0 0,0-1 0,0 0 0,3-4 0,3-15 0,0 0 0,-1-1 0,-2 1 0,5-37 0,6-27 0,-11 75 0,0 11 0,-4 3 0,0-1 0,0 1 0,0 0 0,0-1 0,-1 1 0,1 0 0,-1 0 0,1-1 0,-1 1 0,0 2 0,7 64 0,-5 129 0,-3-108 0,0-29 181,4 110-1727,1-136-5280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30.675"/>
    </inkml:context>
    <inkml:brush xml:id="br0">
      <inkml:brushProperty name="width" value="0.05" units="cm"/>
      <inkml:brushProperty name="height" value="0.05" units="cm"/>
    </inkml:brush>
  </inkml:definitions>
  <inkml:trace contextRef="#ctx0" brushRef="#br0">1 190 24575,'1'-2'0,"1"-2"0,0 0 0,0 0 0,0 0 0,1 1 0,0-1 0,3-3 0,-6 7 0,0-1 0,1 1 0,-1 0 0,0 0 0,1-1 0,-1 1 0,0 0 0,1 0 0,-1 0 0,0 0 0,1-1 0,-1 1 0,1 0 0,-1 0 0,0 0 0,1 0 0,-1 0 0,1 0 0,-1 0 0,0 0 0,1 0 0,-1 0 0,1 0 0,-1 0 0,0 1 0,1-1 0,-1 0 0,1 0 0,0 1 0,0 0 0,0 0 0,0 0 0,0 1 0,0-1 0,0 0 0,-1 0 0,1 1 0,0-1 0,-1 0 0,1 1 0,0 2 0,4 17 0,-1 1 0,-1 0 0,0 0 0,-2 0 0,-3 38 0,2-18 0,0 13 0,-2 79 0,-4-110 0,1-19 0,3-16 0,1-11 0,2 0 0,0 0 0,6-29 0,19-67 0,-12 60 0,-1-1 0,12-52 0,-20 92 0,1 1 0,1 0 0,15-29 0,-21 46 0,-1-1 0,1 0 0,0 0 0,1 1 0,-1-1 0,0 0 0,0 1 0,1-1 0,-1 1 0,1 0 0,0-1 0,-1 1 0,1 0 0,0 0 0,-1 0 0,1 0 0,0 0 0,0 0 0,3 0 0,-3 1 0,-1 0 0,1 1 0,-1-1 0,1 0 0,0 1 0,-1-1 0,1 1 0,-1 0 0,0-1 0,1 1 0,-1 0 0,1 0 0,-1 0 0,0 0 0,0 0 0,0 0 0,1 0 0,-1 0 0,0 1 0,0-1 0,-1 0 0,1 1 0,0-1 0,1 3 0,5 11 0,0 0 0,-1 1 0,-1-1 0,5 23 0,9 70 0,-14-75 0,60 327-1365,-59-334-5461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30.860"/>
    </inkml:context>
    <inkml:brush xml:id="br0">
      <inkml:brushProperty name="width" value="0.05" units="cm"/>
      <inkml:brushProperty name="height" value="0.05" units="cm"/>
    </inkml:brush>
  </inkml:definitions>
  <inkml:trace contextRef="#ctx0" brushRef="#br0">5 155 24575,'-3'-3'0,"2"-1"0,7-3 0,6 0 0,8-2 0,9 0 0,9-1 0,8-3 0,5-1 0,3-2 0,3-1 0,0-1 0,-3 2 0,-11 4-8191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31.034"/>
    </inkml:context>
    <inkml:brush xml:id="br0">
      <inkml:brushProperty name="width" value="0.05" units="cm"/>
      <inkml:brushProperty name="height" value="0.05" units="cm"/>
    </inkml:brush>
  </inkml:definitions>
  <inkml:trace contextRef="#ctx0" brushRef="#br0">48 33 24575,'-3'0'0,"-2"-3"0,-2-1 0,-3-3 0,-1-3 0,3 3 0,5 5 0,3 7 0,2 9 0,3 11 0,1 11 0,0 8 0,-2 7 0,-1 3 0,-4 6 0,-2-2 0,-1-4 0,1-11-8191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31.249"/>
    </inkml:context>
    <inkml:brush xml:id="br0">
      <inkml:brushProperty name="width" value="0.05" units="cm"/>
      <inkml:brushProperty name="height" value="0.05" units="cm"/>
    </inkml:brush>
  </inkml:definitions>
  <inkml:trace contextRef="#ctx0" brushRef="#br0">1 112 24575,'0'-13'0,"1"0"0,1 0 0,0 0 0,1 0 0,6-18 0,-9 30 0,0 0 0,1 0 0,-1 1 0,0-1 0,0 0 0,1 0 0,-1 1 0,1-1 0,-1 0 0,1 0 0,-1 1 0,1-1 0,-1 0 0,1 1 0,-1-1 0,1 1 0,0-1 0,0 1 0,-1-1 0,1 1 0,0-1 0,1 1 0,-2 0 0,1 0 0,0 0 0,-1 0 0,1 0 0,0 0 0,-1 1 0,1-1 0,0 0 0,-1 1 0,1-1 0,0 0 0,-1 1 0,1-1 0,-1 1 0,1-1 0,-1 1 0,1-1 0,-1 1 0,1-1 0,0 2 0,3 4 0,0 1 0,-1-1 0,5 13 0,33 89 0,25 58 0,-53-139 0,1 0 0,1-2 0,35 47 0,-46-67-170,1 0-1,0 0 0,0 0 1,0 0-1,1-1 0,-1 0 1,11 6-1,8-1-6655</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31.418"/>
    </inkml:context>
    <inkml:brush xml:id="br0">
      <inkml:brushProperty name="width" value="0.05" units="cm"/>
      <inkml:brushProperty name="height" value="0.05" units="cm"/>
    </inkml:brush>
  </inkml:definitions>
  <inkml:trace contextRef="#ctx0" brushRef="#br0">19 146 24575,'-2'-25'0,"-6"-41"0,1 15 0,6 47 0,1 7 0,0 17 0,2 31 0,9 157 341,2 11-2047,-10-182-5120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31.823"/>
    </inkml:context>
    <inkml:brush xml:id="br0">
      <inkml:brushProperty name="width" value="0.05" units="cm"/>
      <inkml:brushProperty name="height" value="0.05" units="cm"/>
    </inkml:brush>
  </inkml:definitions>
  <inkml:trace contextRef="#ctx0" brushRef="#br0">87 54 24575,'-4'5'0,"0"0"0,0 0 0,1 0 0,-1 0 0,1 0 0,1 1 0,-1-1 0,1 1 0,0 0 0,0 0 0,-1 10 0,-1 7 0,0 42 0,2-18 0,-4 22 0,-19 147 0,18-188 0,5-26 0,4-18 0,73-265 0,-68 260 0,5-18 0,1-1 0,3 2 0,33-62 0,-46 95 0,0 0 0,1 0 0,0 1 0,0-1 0,9-7 0,-12 11 0,-1 1 0,1-1 0,0 0 0,0 1 0,0-1 0,-1 1 0,1-1 0,0 1 0,0-1 0,0 1 0,0 0 0,0-1 0,0 1 0,0 0 0,0 0 0,0 0 0,0 0 0,0 0 0,0 0 0,0 0 0,-1 0 0,1 0 0,0 0 0,0 0 0,0 1 0,0-1 0,0 0 0,0 1 0,0-1 0,0 1 0,0-1 0,-1 1 0,1-1 0,0 1 0,0 0 0,-1-1 0,1 1 0,0 0 0,-1-1 0,1 1 0,-1 0 0,1 0 0,0 1 0,3 6 0,-1-1 0,0 1 0,0 0 0,-1 0 0,0 0 0,2 9 0,3 56 0,-4-35 0,13 379-1365,-16-380-5461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31.994"/>
    </inkml:context>
    <inkml:brush xml:id="br0">
      <inkml:brushProperty name="width" value="0.05" units="cm"/>
      <inkml:brushProperty name="height" value="0.05" units="cm"/>
    </inkml:brush>
  </inkml:definitions>
  <inkml:trace contextRef="#ctx0" brushRef="#br0">9 68 24575,'-3'-3'0,"-2"-4"0,5-1 0,4 1 0,5-2 0,7 1 0,7 2 0,6 2 0,7 1 0,8-1 0,2-1 0,-7 2-8191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32.966"/>
    </inkml:context>
    <inkml:brush xml:id="br0">
      <inkml:brushProperty name="width" value="0.05" units="cm"/>
      <inkml:brushProperty name="height" value="0.05" units="cm"/>
    </inkml:brush>
  </inkml:definitions>
  <inkml:trace contextRef="#ctx0" brushRef="#br0">369 186 24575,'12'-10'0,"0"0"0,1 1 0,18-9 0,-22 14 0,1-2 0,-1 1 0,0-2 0,0 1 0,-1-1 0,0 0 0,0-1 0,10-12 0,-17 19 0,0 0 0,0-1 0,0 1 0,-1-1 0,1 1 0,0-1 0,-1 1 0,1-1 0,0 1 0,-1-1 0,0 0 0,1 1 0,-1-1 0,0 0 0,0 1 0,0-1 0,0 0 0,0 1 0,0-1 0,-1 0 0,0-2 0,0 2 0,0 0 0,0 1 0,0-1 0,-1 1 0,1-1 0,0 1 0,-1 0 0,1-1 0,-1 1 0,0 0 0,1 0 0,-1 0 0,0 0 0,0 0 0,-3 0 0,-5-2 0,-1 0 0,1 1 0,-1 1 0,1 0 0,-18 0 0,5 2 0,1 1 0,-1 1 0,0 1 0,1 1 0,0 1 0,-33 14 0,39-14 0,1 2 0,0-1 0,0 2 0,1 0 0,0 0 0,1 2 0,0 0 0,0 0 0,-17 22 0,26-28 0,0 0 0,0 1 0,0 0 0,1 0 0,0 0 0,1 0 0,-1 0 0,1 1 0,0-1 0,1 1 0,-1-1 0,1 1 0,0 0 0,1 12 0,1-14 0,0 1 0,0-1 0,0 1 0,1-1 0,0 0 0,0 1 0,0-1 0,0 0 0,1-1 0,0 1 0,0 0 0,1-1 0,-1 0 0,1 1 0,0-1 0,0-1 0,0 1 0,7 4 0,2 0 0,0 0 0,1-2 0,-1 1 0,2-2 0,-1 0 0,1 0 0,-1-1 0,1-1 0,0-1 0,1 0 0,16 0 0,-125 17 0,90-19 0,-21 5 0,1 0 0,-36 13 0,54-16 0,-1 0 0,1 1 0,0-1 0,0 1 0,0 0 0,0 0 0,0 1 0,1-1 0,0 1 0,-1 0 0,1 1 0,1-1 0,-1 0 0,1 1 0,-1 0 0,-3 9 0,6-11 0,0 0 0,0 0 0,0 0 0,1 1 0,-1-1 0,1 0 0,0 0 0,0 1 0,0-1 0,0 0 0,1 0 0,0 0 0,-1 1 0,1-1 0,0 0 0,0 0 0,1 0 0,-1 0 0,0 0 0,1-1 0,0 1 0,0 0 0,0-1 0,0 1 0,0-1 0,0 1 0,1-1 0,-1 0 0,1 0 0,4 2 0,4 3 0,1 0 0,-1-1 0,1-1 0,0 0 0,0 0 0,19 3 0,17 1-455,2-2 0,82 1 0,-52-6-6371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33.276"/>
    </inkml:context>
    <inkml:brush xml:id="br0">
      <inkml:brushProperty name="width" value="0.05" units="cm"/>
      <inkml:brushProperty name="height" value="0.05" units="cm"/>
    </inkml:brush>
  </inkml:definitions>
  <inkml:trace contextRef="#ctx0" brushRef="#br0">382 0 24575,'-29'0'0,"0"2"0,0 0 0,-38 9 0,54-8 0,0 1 0,-1 1 0,2 0 0,-1 0 0,0 2 0,1-1 0,0 1 0,1 1 0,-12 10 0,14-10 0,1 0 0,0 0 0,0 1 0,0 0 0,2 0 0,-1 1 0,1 0 0,0 0 0,1 1 0,0-1 0,-4 18 0,7-22 0,1 0 0,0 0 0,0 0 0,0 0 0,1 1 0,0-1 0,0 0 0,1 0 0,0 0 0,0 0 0,0 0 0,1 0 0,-1 0 0,2 0 0,-1 0 0,1 0 0,-1-1 0,2 0 0,-1 1 0,0-1 0,1 0 0,0-1 0,5 6 0,2-1-114,0 0 1,1-1-1,0 0 0,0-1 0,1 0 1,0-1-1,0-1 0,0 0 0,1 0 1,0-2-1,27 5 0,13 0-6712</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33.527"/>
    </inkml:context>
    <inkml:brush xml:id="br0">
      <inkml:brushProperty name="width" value="0.05" units="cm"/>
      <inkml:brushProperty name="height" value="0.05" units="cm"/>
    </inkml:brush>
  </inkml:definitions>
  <inkml:trace contextRef="#ctx0" brushRef="#br0">401 121 24575,'2'-2'0,"-1"0"0,1 0 0,-1 0 0,1 0 0,-1 0 0,0-1 0,0 1 0,0 0 0,0-1 0,0 1 0,-1-1 0,1 1 0,-1-1 0,1 1 0,-1-1 0,0 1 0,0-1 0,0 0 0,0 1 0,-1-1 0,1 1 0,-2-4 0,1 2 0,0 1 0,0-1 0,0 1 0,-1 0 0,1-1 0,-1 1 0,0 0 0,0 0 0,0 0 0,0 0 0,-1 1 0,1-1 0,-1 1 0,1-1 0,-5-2 0,2 3 0,0 0 0,-1 0 0,1 1 0,0 0 0,0 0 0,-1 0 0,1 0 0,-1 1 0,1 0 0,-1 0 0,1 0 0,0 1 0,-1 0 0,1 0 0,-1 0 0,1 1 0,0 0 0,-8 3 0,-6 4 0,-1 0 0,1 2 0,-23 16 0,22-12 0,0 0 0,2 1 0,0 1 0,-17 20 0,28-29 0,1 0 0,0 0 0,1 0 0,0 1 0,0-1 0,0 1 0,1 1 0,1-1 0,-1 1 0,2-1 0,-1 1 0,-1 17 0,4-20 0,0-1 0,1 1 0,0-1 0,0 0 0,0 0 0,1 1 0,0-1 0,0 0 0,1-1 0,0 1 0,0 0 0,0-1 0,0 1 0,1-1 0,0 0 0,0 0 0,1-1 0,-1 1 0,1-1 0,0 0 0,9 6 0,1-1 0,0 0 0,0-1 0,1-1 0,0 0 0,0-2 0,33 8 0,-23-8-341,0-2 0,0-1-1,38-2 1,1-4-6485</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34.317"/>
    </inkml:context>
    <inkml:brush xml:id="br0">
      <inkml:brushProperty name="width" value="0.05" units="cm"/>
      <inkml:brushProperty name="height" value="0.05" units="cm"/>
    </inkml:brush>
  </inkml:definitions>
  <inkml:trace contextRef="#ctx0" brushRef="#br0">160 14 24575,'-1'-1'0,"0"0"0,0 0 0,0 0 0,-1 0 0,1 0 0,0 0 0,-1 0 0,1 0 0,-1 0 0,1 1 0,-1-1 0,1 1 0,-1-1 0,1 1 0,-1-1 0,1 1 0,-1 0 0,0 0 0,1 0 0,-1 0 0,-1 0 0,0 1 0,1 0 0,0 0 0,-1-1 0,1 2 0,0-1 0,0 0 0,-1 0 0,1 1 0,0-1 0,0 1 0,1 0 0,-3 2 0,-2 2 0,1 1 0,0 0 0,0 1 0,1-1 0,0 1 0,-6 14 0,1 7 0,1 1 0,-7 61 0,3 64 0,9-103 0,-7 1069-1890,69-1-375,-49-956 2209,-5-84 15,9 204-90,-15-222 1074,-2 0 1,-16 92-1,17-142-761,0-8-73,1 0 1,1 0-1,-1 0 1,1 0-1,-1 0 0,1 1 1,1 6-1,-1-9-94,1-1 1,-1 0-1,1 0 1,0 0 0,-1 0-1,1 0 1,0 0-1,0 0 1,0-1-1,-1 1 1,1 0-1,0 0 1,0 0-1,0-1 1,0 1-1,0-1 1,0 1-1,1-1 1,-1 1-1,0-1 1,0 0-1,0 1 1,0-1-1,1 0 1,-1 0-1,0 0 1,0 0-1,0 0 1,1 0-1,-1 0 1,2-1-1,166-3-15,119-1 0,1345 34-7760,-1164-18 6147,577 18 1062,758 11-597,-1773-40 1233,112 1 902,176-22 0,-305 19-849,44-8 516,-54 10-445,-1-1-1,0 0 1,1-1 0,-1 1 0,0-1-1,1 1 1,-1-1 0,0 0-1,0 0 1,-1 0 0,6-5 0,-7 6-206,-1 0 0,1 0 1,0 0-1,-1 0 1,1 0-1,-1 0 0,0 0 1,1 0-1,-1 0 1,0 0-1,0 0 1,1 0-1,-1 0 0,0 0 1,0 0-1,0-1 1,0 1-1,-1 0 1,1 0-1,0 0 0,0 0 1,-1-1-1,-13-23-2556</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35.138"/>
    </inkml:context>
    <inkml:brush xml:id="br0">
      <inkml:brushProperty name="width" value="0.05" units="cm"/>
      <inkml:brushProperty name="height" value="0.05" units="cm"/>
    </inkml:brush>
  </inkml:definitions>
  <inkml:trace contextRef="#ctx0" brushRef="#br0">65 82 24575,'-62'-31'0,"62"31"0,0 0 0,0 0 0,0 0 0,0 0 0,-1 0 0,1 0 0,0 0 0,0 0 0,0 0 0,0 0 0,0 0 0,0 0 0,0 0 0,0 0 0,0 0 0,0 0 0,0 0 0,-1 0 0,1 0 0,0 0 0,0 0 0,0 0 0,0 0 0,0 0 0,0-1 0,0 1 0,0 0 0,0 0 0,0 0 0,0 0 0,0 0 0,0 0 0,0 0 0,0 0 0,0 0 0,0 0 0,0 0 0,0 0 0,0-1 0,0 1 0,0 0 0,0 0 0,0 0 0,0 0 0,0 0 0,0 0 0,0 0 0,0 0 0,0 0 0,0 0 0,0-1 0,0 1 0,0 0 0,0 0 0,0 0 0,0 0 0,0 0 0,0 0 0,0 0 0,0 0 0,0 0 0,0 0 0,0 0 0,0 0 0,1 0 0,-1 0 0,9-2 0,16 0 0,731-8-1671,845 20-4502,1 41 2207,-1212-37 4326,-354-13-367,903 21-884,-8-68 2697,-686 12-855,-6-13 4450,-236 46-5415,1 0 239,-1 1 0,1-1 0,0 0-1,0 1 1,-1 0 0,7 0 0,-10 0-180,0 0 1,1 0 0,-1 0-1,0 0 1,1 0-1,-1 0 1,0 1 0,0-1-1,1 0 1,-1 0-1,0 0 1,0 1-1,1-1 1,-1 0 0,0 0-1,0 0 1,0 1-1,1-1 1,-1 0 0,0 1-1,0-1 1,0 0-1,0 0 1,0 1-1,1-1 1,-1 0 0,0 1-1,0-1 1,-4 16 1044,2-12-1078,0-1-1,1 0 0,0 1 1,0 0-1,0-1 0,0 1 0,1 0 1,-1-1-1,1 1 0,0 0 1,0 0-1,0-1 0,0 1 1,1 0-1,0-1 0,0 1 1,0 0-1,0-1 0,0 1 0,3 3 1,2 4-6,2 0 0,-1 0 0,1-1 0,15 15 0,-16-19-10,0 1-1,-1-1 0,0 2 1,0-1-1,0 1 1,-1 0-1,0 0 1,-1 0-1,0 1 1,5 15-1,-6 6 5,-1-1 0,-1 1 0,-2-1 0,-6 41 0,0 7 0,-2 709-1037,10-684 997,31 556 44,67-9-24,-82-571-125,6 22-408,11 117 0,-31-183-5294</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5:35.787"/>
    </inkml:context>
    <inkml:brush xml:id="br0">
      <inkml:brushProperty name="width" value="0.05" units="cm"/>
      <inkml:brushProperty name="height" value="0.05" units="cm"/>
    </inkml:brush>
  </inkml:definitions>
  <inkml:trace contextRef="#ctx0" brushRef="#br0">1 42 24575,'1'-3'0,"-1"1"0,1-1 0,1 1 0,-1 0 0,0-1 0,1 1 0,-1 0 0,1 0 0,-1 0 0,1 0 0,3-3 0,11-5 0,-16 9 0,0 1 0,1 0 0,-1 0 0,0 0 0,1 0 0,-1 0 0,1 0 0,-1 0 0,0 0 0,1 0 0,-1 0 0,1 0 0,-1 0 0,0 0 0,1 0 0,-1 0 0,0 0 0,1 0 0,-1 0 0,1 1 0,-1-1 0,0 0 0,1 0 0,-1 0 0,0 1 0,0-1 0,1 0 0,-1 0 0,0 1 0,0-1 0,1 0 0,-1 1 0,3 5 0,-1-1 0,-1 1 0,1 0 0,-1 0 0,0 0 0,0 0 0,0 11 0,0 2 0,69 478-960,-65-470 555,8 54-6421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02.628"/>
    </inkml:context>
    <inkml:brush xml:id="br0">
      <inkml:brushProperty name="width" value="0.05" units="cm"/>
      <inkml:brushProperty name="height" value="0.05" units="cm"/>
    </inkml:brush>
  </inkml:definitions>
  <inkml:trace contextRef="#ctx0" brushRef="#br0">167 47 24575,'0'-1'0,"-1"0"0,1 0 0,0 1 0,0-1 0,-1 0 0,1 1 0,0-1 0,-1 0 0,1 1 0,0-1 0,-1 0 0,1 1 0,-1-1 0,1 1 0,-1-1 0,0 1 0,1-1 0,-1 1 0,1-1 0,-1 1 0,0 0 0,1-1 0,-1 1 0,0 0 0,0 0 0,1-1 0,-1 1 0,0 0 0,0 0 0,1 0 0,-1 0 0,0 0 0,0 0 0,1 0 0,-1 0 0,0 0 0,-1 1 0,-28 5 0,20 0 0,0 0 0,0 0 0,1 1 0,0 0 0,0 0 0,-15 17 0,21-21 0,0 1 0,0 0 0,0-1 0,0 1 0,1 0 0,0 0 0,-1 0 0,1 1 0,1-1 0,-1 0 0,1 1 0,-1-1 0,1 1 0,1 0 0,-1-1 0,1 1 0,-1 0 0,1-1 0,1 8 0,0-10 0,-1 0 0,1 0 0,0 0 0,0-1 0,0 1 0,0 0 0,0 0 0,0-1 0,0 1 0,1 0 0,-1-1 0,0 1 0,1-1 0,0 0 0,-1 1 0,1-1 0,0 0 0,2 1 0,0 0 0,0 0 0,1-1 0,-1 1 0,1-1 0,-1 0 0,1-1 0,8 1 0,0-1 0,1-1 0,-1 0 0,0-1 0,24-7 0,-27 6 0,0 0 0,-1-1 0,1-1 0,0 0 0,-1 0 0,0-1 0,-1 0 0,1 0 0,13-14 0,-19 17 0,-1 1 0,1-1 0,-1 0 0,0 0 0,0 0 0,0-1 0,0 1 0,-1 0 0,1-1 0,-1 1 0,0-1 0,0 0 0,0 1 0,-1-1 0,1 0 0,-1 1 0,0-1 0,0 0 0,0 0 0,0 1 0,-1-1 0,1 0 0,-1 1 0,0-1 0,0 0 0,0 1 0,-1-1 0,1 1 0,-1 0 0,-4-6 0,4 5-105,-1 0 0,0 0 0,1 1 0,-1-1 0,-1 1 0,1 0 0,0 0 0,-1 0 0,0 0 0,1 1 0,-1-1 0,-5-1 0,-4 0-6721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02.943"/>
    </inkml:context>
    <inkml:brush xml:id="br0">
      <inkml:brushProperty name="width" value="0.05" units="cm"/>
      <inkml:brushProperty name="height" value="0.05" units="cm"/>
    </inkml:brush>
  </inkml:definitions>
  <inkml:trace contextRef="#ctx0" brushRef="#br0">1 294 24575,'3'-3'0,"4"-2"0,4-2 0,7-3 0,6-4 0,5-2 0,4-1 0,3-2 0,5 1 0,1-5 0,0 0 0,-1 0 0,-1 1 0,-1 2 0,-4 0 0,-5 0 0,-5 2 0,-6 2-8191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03.389"/>
    </inkml:context>
    <inkml:brush xml:id="br0">
      <inkml:brushProperty name="width" value="0.05" units="cm"/>
      <inkml:brushProperty name="height" value="0.05" units="cm"/>
    </inkml:brush>
  </inkml:definitions>
  <inkml:trace contextRef="#ctx0" brushRef="#br0">49 1 24575,'-1'6'0,"0"-1"0,-1 1 0,1 0 0,-1-1 0,-1 1 0,1-1 0,-1 1 0,-4 4 0,-2 6 0,6-9 0,0 0 0,1 1 0,-1-1 0,1 1 0,1-1 0,-1 1 0,1-1 0,1 1 0,-1 0 0,2 9 0,-1-14 0,0 1 0,1-1 0,0 1 0,-1-1 0,1 0 0,1 1 0,-1-1 0,0 0 0,1 0 0,-1 0 0,1 0 0,0 0 0,0 0 0,0-1 0,0 1 0,1 0 0,-1-1 0,1 0 0,0 0 0,-1 0 0,1 0 0,0 0 0,0 0 0,7 2 0,-9-4 0,0 1 0,0-1 0,0 0 0,1 1 0,-1-1 0,0 0 0,0 0 0,0 0 0,1 0 0,-1 0 0,0 0 0,0 0 0,0-1 0,1 1 0,-1 0 0,0-1 0,0 1 0,0-1 0,0 1 0,2-2 0,-1 0 0,0 0 0,0 0 0,0 0 0,0 0 0,0 0 0,0 0 0,-1 0 0,3-5 0,0-2 0,0 0 0,0-1 0,-1 1 0,2-11 0,-4 12 0,0 0 0,0 1 0,0-1 0,-1 0 0,0 0 0,-1 0 0,0 1 0,-2-12 0,2 16 0,0-1 0,0 0 0,-1 1 0,1-1 0,-1 1 0,0-1 0,0 1 0,0 0 0,0 0 0,0 0 0,-1 0 0,0 0 0,1 0 0,-1 1 0,0-1 0,0 1 0,0 0 0,-7-4 0,9 6-54,-1-1-1,0 1 0,1-1 1,-1 1-1,0 0 1,0 0-1,0 0 0,1 0 1,-1 0-1,0 0 1,0 0-1,0 0 0,1 1 1,-1-1-1,0 1 0,0-1 1,1 1-1,-1 0 1,1 0-1,-1 0 0,1 0 1,-1 0-1,1 0 1,-2 2-1,-11 7-6771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03.763"/>
    </inkml:context>
    <inkml:brush xml:id="br0">
      <inkml:brushProperty name="width" value="0.05" units="cm"/>
      <inkml:brushProperty name="height" value="0.05" units="cm"/>
    </inkml:brush>
  </inkml:definitions>
  <inkml:trace contextRef="#ctx0" brushRef="#br0">10 0 24575,'-1'0'0,"1"0"0,0 0 0,-1 0 0,1 0 0,0 0 0,-1 0 0,1 0 0,0 0 0,-1 0 0,1 1 0,0-1 0,-1 0 0,1 0 0,0 0 0,0 0 0,-1 0 0,1 1 0,0-1 0,-1 0 0,1 0 0,0 0 0,0 1 0,0-1 0,-1 0 0,1 1 0,0-1 0,0 0 0,0 0 0,0 1 0,-1-1 0,1 0 0,0 1 0,0-1 0,0 0 0,0 1 0,0-1 0,0 0 0,0 1 0,0-1 0,0 0 0,0 1 0,0-1 0,0 0 0,0 1 0,0-1 0,0 0 0,0 1 0,1-1 0,-1 0 0,0 0 0,0 1 0,0-1 0,0 0 0,1 1 0,-1-1 0,0 0 0,0 0 0,1 1 0,12 16 0,35 24 0,1-2 0,63 38 0,-107-74 0,2 2-227,0-1-1,1 0 1,-1 0-1,1-1 1,12 4-1,-4-3-6598</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04.215"/>
    </inkml:context>
    <inkml:brush xml:id="br0">
      <inkml:brushProperty name="width" value="0.05" units="cm"/>
      <inkml:brushProperty name="height" value="0.05" units="cm"/>
    </inkml:brush>
  </inkml:definitions>
  <inkml:trace contextRef="#ctx0" brushRef="#br0">54 38 24575,'-2'1'0,"0"-1"0,0 1 0,1 0 0,-1-1 0,0 1 0,0 0 0,1 0 0,-1 0 0,1 0 0,-1 0 0,1 1 0,-1-1 0,1 0 0,0 1 0,0-1 0,-1 1 0,1-1 0,0 1 0,0 0 0,1-1 0,-2 4 0,-15 38 0,16-38 0,0 0 0,0 0 0,0 0 0,1 1 0,0-1 0,0 0 0,0 0 0,0 0 0,1 1 0,0-1 0,0 0 0,0 0 0,1 0 0,0 0 0,0-1 0,0 1 0,5 7 0,-5-9 0,0 0 0,1 0 0,-1-1 0,1 1 0,0-1 0,0 0 0,0 0 0,0 0 0,0 0 0,0 0 0,0 0 0,1-1 0,-1 0 0,1 0 0,-1 0 0,1 0 0,-1 0 0,1-1 0,0 1 0,-1-1 0,1 0 0,0 0 0,-1 0 0,1-1 0,-1 0 0,5 0 0,-2-1 0,0 0 0,0-1 0,0 0 0,0 0 0,-1 0 0,1 0 0,-1-1 0,0 0 0,0 0 0,0 0 0,0-1 0,-1 0 0,0 0 0,0 0 0,0 0 0,0-1 0,5-11 0,-8 14 0,1 0 0,0-1 0,-1 1 0,0-1 0,0 1 0,0-1 0,0 1 0,-1-1 0,1 0 0,-1 1 0,0-1 0,0 0 0,0 0 0,0 1 0,-1-1 0,0 1 0,0-1 0,0 0 0,0 1 0,0-1 0,-1 1 0,1 0 0,-1-1 0,0 1 0,0 0 0,0 0 0,0 0 0,-1 0 0,1 1 0,-1-1 0,0 1 0,-4-4 0,-3 0-170,-1 0-1,1 1 0,-1 0 1,0 0-1,0 1 0,0 1 1,-20-4-1,13 4-6655</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05.261"/>
    </inkml:context>
    <inkml:brush xml:id="br0">
      <inkml:brushProperty name="width" value="0.05" units="cm"/>
      <inkml:brushProperty name="height" value="0.05" units="cm"/>
    </inkml:brush>
  </inkml:definitions>
  <inkml:trace contextRef="#ctx0" brushRef="#br0">1272 130 24575,'-6'-1'0,"0"0"0,1-1 0,-1 0 0,1 0 0,-1 0 0,1-1 0,0 1 0,-9-7 0,-6-2 0,-25-11 0,-63-20 0,82 34 0,0 2 0,0 0 0,0 2 0,-33-2 0,19 6 0,0 1 0,0 2 0,0 2 0,0 2 0,1 1 0,0 2 0,0 2 0,-70 32 0,65-22 0,1 2 0,1 1 0,1 2 0,1 3 0,2 0 0,-67 71 0,93-88 0,1 1 0,0 0 0,1 1 0,0 0 0,2 1 0,-11 24 0,15-31 0,1 1 0,0-1 0,1 1 0,0-1 0,0 1 0,1 0 0,1 0 0,0-1 0,0 1 0,0 0 0,1 0 0,1-1 0,3 13 0,3 2 0,2 0 0,0-1 0,2-1 0,0 1 0,1-2 0,2 0 0,0-1 0,31 33 0,-16-24 0,1-1 0,1-2 0,1-1 0,58 33 0,-59-42 0,1 0 0,0-3 0,1 0 0,1-2 0,48 8 0,-39-11 0,2-2 0,-1-3 0,85-3 0,-113-2 0,-1-1 0,1 0 0,-1-1 0,-1-1 0,1-1 0,-1 0 0,1-1 0,-2 0 0,1-1 0,-1-1 0,0-1 0,-1 0 0,23-22 0,5-11 0,-1-2 0,50-74 0,-80 105 0,22-32 0,43-79 0,-65 107 0,-2-1 0,0-1 0,-1 1 0,-1-1 0,-1 0 0,-1 0 0,3-37 0,-6 42 0,-1 0 0,-1 0 0,0 0 0,-1 0 0,0 0 0,-2 1 0,-7-24 0,7 30 0,0-1 0,0 1 0,0 0 0,-1 0 0,-1 0 0,1 1 0,-1 0 0,-1 0 0,1 1 0,-1-1 0,0 1 0,-1 1 0,-11-8 0,4 4-227,0 1-1,0 1 1,-1 1-1,0 0 1,-23-6-1,26 10-6598</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24.238"/>
    </inkml:context>
    <inkml:brush xml:id="br0">
      <inkml:brushProperty name="width" value="0.05" units="cm"/>
      <inkml:brushProperty name="height" value="0.05" units="cm"/>
    </inkml:brush>
  </inkml:definitions>
  <inkml:trace contextRef="#ctx0" brushRef="#br0">0 1 24575,'0'3'0,"0"4"0,0 4 0,0 4 0,0 2 0,0 1 0,0 1 0,3 0 0,4 0 0,2 3 0,-2 4 0,-2-2-8191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24.411"/>
    </inkml:context>
    <inkml:brush xml:id="br0">
      <inkml:brushProperty name="width" value="0.05" units="cm"/>
      <inkml:brushProperty name="height" value="0.05" units="cm"/>
    </inkml:brush>
  </inkml:definitions>
  <inkml:trace contextRef="#ctx0" brushRef="#br0">112 1 24575,'-3'6'0,"-5"9"0,-6 7 0,-2 7 0,0 5 0,-2-1 0,4 0 0,3-1 0,3-1 0,4 1 0,5 1 0,3-2 0,3 0 0,2 2 0,-2-6-8191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24.599"/>
    </inkml:context>
    <inkml:brush xml:id="br0">
      <inkml:brushProperty name="width" value="0.05" units="cm"/>
      <inkml:brushProperty name="height" value="0.05" units="cm"/>
    </inkml:brush>
  </inkml:definitions>
  <inkml:trace contextRef="#ctx0" brushRef="#br0">37 0 24575,'0'10'0,"-3"12"0,-1 15 0,-3 10 0,0 7 0,0 4 0,3 1 0,1 0 0,1-1 0,5 0 0,0-1 0,5-1 0,2-4 0,4-1 0,2 0 0,-1-8-8191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25.106"/>
    </inkml:context>
    <inkml:brush xml:id="br0">
      <inkml:brushProperty name="width" value="0.05" units="cm"/>
      <inkml:brushProperty name="height" value="0.05" units="cm"/>
    </inkml:brush>
  </inkml:definitions>
  <inkml:trace contextRef="#ctx0" brushRef="#br0">21 0 24575,'-8'44'0,"2"-1"0,2 0 0,2 1 0,3 49 0,0-77 0,0 0 0,1 0 0,0 0 0,1-1 0,1 1 0,1-1 0,0 1 0,1-1 0,0-1 0,1 1 0,1-1 0,0-1 0,1 1 0,1-1 0,12 13 0,-19-23 0,0 0 0,-1 0 0,1 1 0,0-1 0,-1 1 0,0 0 0,0 0 0,0 0 0,-1 0 0,1 0 0,-1 0 0,0 0 0,0 0 0,0 1 0,0-1 0,-1 0 0,0 6 0,-1 2 0,-1 1 0,-1-1 0,0 0 0,-7 19 0,7-21 0,-1 2 0,1 0 0,1 0 0,0 0 0,1 0 0,0 0 0,1 0 0,1 21 0,21 86 0,-4-28 0,-8-4 0,-3 125 0,-20 90 0,3-117 0,-9 218 0,14-289 0,-3 103 0,9-166 0,3 0 0,11 65 0,-2-57-1365,0-6-5461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25.214"/>
    </inkml:context>
    <inkml:brush xml:id="br0">
      <inkml:brushProperty name="width" value="0.05" units="cm"/>
      <inkml:brushProperty name="height" value="0.05" units="cm"/>
    </inkml:brush>
  </inkml:definitions>
  <inkml:trace contextRef="#ctx0" brushRef="#br0">112 0 24575,'-3'13'0,"-4"16"0,-5 16 0,-2 13 0,-3 9 0,2 2 0,1 3 0,1-3 0,5-2 0,2-8 0,3-12-8191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40.799"/>
    </inkml:context>
    <inkml:brush xml:id="br0">
      <inkml:brushProperty name="width" value="0.05" units="cm"/>
      <inkml:brushProperty name="height" value="0.05" units="cm"/>
    </inkml:brush>
  </inkml:definitions>
  <inkml:trace contextRef="#ctx0" brushRef="#br0">5686 2965 24575,'-157'-9'0,"-1"0"0,-663-17 0,635 18 0,-169-11 0,2-22 0,305 33 0,1-3 0,0-1 0,0-3 0,2-2 0,0-1 0,-44-26 0,69 33 0,1-1 0,0-1 0,1-1 0,0 0 0,1-1 0,1-1 0,1 0 0,0-2 0,1 0 0,1 0 0,0-1 0,2 0 0,0-1 0,1-1 0,-8-24 0,7 3 0,1 0 0,2 0 0,-4-69 0,9-132 0,3 173 0,39-621 0,-5 181 0,-24 378 0,1-58 0,-13 167 0,-1 0 0,-1 1 0,-9-29 0,-1-7 0,-5-23 0,18 79 0,1 0 0,-1 0 0,0 0 0,0 0 0,0 0 0,0 1 0,0-1 0,-1 0 0,1 0 0,0 1 0,-1-1 0,1 1 0,-1-1 0,0 1 0,0 0 0,1-1 0,-1 1 0,0 0 0,0 0 0,0 0 0,0 1 0,0-1 0,0 0 0,0 1 0,0-1 0,-1 1 0,-1 0 0,-9-2 0,-1 1 0,1 1 0,-20 2 0,9-1 0,-160 10 0,-55-1 0,-248-46 0,132 5 0,-482 6 0,456 39 0,350-12 0,1 0 0,-56 10 0,61-7 0,-1-2 0,-26 1 0,-29 3 0,59-3 0,14-2 0,0 0 0,0-1 0,-16 1 0,23-2-35,1 0 0,0 0 0,-1 0 0,1 0 0,0 0 0,-1 0 0,1 0 0,0-1 0,-1 1 0,1 0 0,0 0 0,0 0 0,-1 0 0,1 0 0,0 0 0,-1 0 0,1-1 0,0 1 0,0 0 0,-1 0 0,1 0 0,0-1 0,0 1 0,0 0 0,-1 0 0,1-1 0,0 1 0,0 0 0,0 0 0,0-1 0,-1 1 0,1 0 0,0-1 0,0 1 0,0 0 0,0-1 0,0 1 0,0-1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41.198"/>
    </inkml:context>
    <inkml:brush xml:id="br0">
      <inkml:brushProperty name="width" value="0.05" units="cm"/>
      <inkml:brushProperty name="height" value="0.05" units="cm"/>
    </inkml:brush>
  </inkml:definitions>
  <inkml:trace contextRef="#ctx0" brushRef="#br0">358 1 24575,'-2'0'0,"0"1"0,0 0 0,1 0 0,-1 0 0,0 0 0,1 0 0,-1 0 0,1 0 0,-1 1 0,1-1 0,0 1 0,-1-1 0,1 1 0,-1 1 0,-3 3 0,-71 75 0,-149 121 0,223-200 0,-1-1 0,1 1 0,0-1 0,0 1 0,0 0 0,0 0 0,0 0 0,0 0 0,1 0 0,-1 1 0,1-1 0,0 0 0,-1 1 0,0 2 0,2-3 0,0 0 0,1-1 0,-1 1 0,0 0 0,1 0 0,-1-1 0,1 1 0,0 0 0,0-1 0,-1 1 0,1-1 0,0 1 0,0-1 0,1 1 0,-1-1 0,0 0 0,0 1 0,1-1 0,-1 0 0,0 0 0,1 0 0,2 1 0,26 19 0,1-2 0,1-1 0,64 25 0,-8-4 0,-67-29 56,0-1-293,-1 1 0,-1 1 0,0 0 1,-1 1-1,29 25 0,-37-26-6589</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44.449"/>
    </inkml:context>
    <inkml:brush xml:id="br0">
      <inkml:brushProperty name="width" value="0.05" units="cm"/>
      <inkml:brushProperty name="height" value="0.05" units="cm"/>
    </inkml:brush>
  </inkml:definitions>
  <inkml:trace contextRef="#ctx0" brushRef="#br0">0 0 24575,'0'588'-1365,"0"-569"-5461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44.821"/>
    </inkml:context>
    <inkml:brush xml:id="br0">
      <inkml:brushProperty name="width" value="0.05" units="cm"/>
      <inkml:brushProperty name="height" value="0.05" units="cm"/>
    </inkml:brush>
  </inkml:definitions>
  <inkml:trace contextRef="#ctx0" brushRef="#br0">57 1 24575,'-2'2'0,"0"1"0,1 0 0,-1-1 0,0 1 0,1 0 0,0 0 0,-1 0 0,1 1 0,1-1 0,-1 0 0,0 0 0,0 4 0,0 46 0,0-20 0,-17 76 0,1-6 0,16-89 0,0-1 0,1 1 0,1-1 0,0 1 0,5 22 0,4 11-1365</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45.909"/>
    </inkml:context>
    <inkml:brush xml:id="br0">
      <inkml:brushProperty name="width" value="0.05" units="cm"/>
      <inkml:brushProperty name="height" value="0.05" units="cm"/>
    </inkml:brush>
  </inkml:definitions>
  <inkml:trace contextRef="#ctx0" brushRef="#br0">22 8 24575,'0'0'0,"0"0"0,1 0 0,-1-1 0,0 1 0,0 0 0,0 0 0,0 0 0,0-1 0,0 1 0,0 0 0,0 0 0,0 0 0,0-1 0,0 1 0,0 0 0,0 0 0,0 0 0,0-1 0,0 1 0,0 0 0,0 0 0,0 0 0,-1-1 0,1 1 0,0 0 0,0 0 0,0 0 0,0 0 0,0-1 0,0 1 0,-1 0 0,1 0 0,0 0 0,0 0 0,0 0 0,0 0 0,0-1 0,-1 1 0,1 0 0,0 0 0,0 0 0,0 0 0,-1 0 0,1 0 0,0 0 0,0 0 0,0 0 0,-1 0 0,1 0 0,0 0 0,0 0 0,0 0 0,-1 0 0,1 0 0,0 0 0,0 0 0,0 0 0,-1 0 0,1 0 0,0 1 0,-8 11 0,4 10 0,2 0 0,1 0 0,2 37 0,0-14 0,-2 206 0,3 289 0,3-418 0,39 228 0,-37-317 0,1-1 0,14 33 0,-21-64 0,0 1 0,-1 0 0,1 0 0,0-1 0,0 1 0,0-1 0,0 1 0,1-1 0,-1 1 0,0-1 0,0 1 0,1-1 0,-1 0 0,1 0 0,0 0 0,-1 0 0,1 0 0,0 0 0,-1 0 0,1-1 0,0 1 0,0-1 0,0 1 0,-1-1 0,1 1 0,0-1 0,3 0 0,3-1 0,1 1 0,0-2 0,-1 1 0,17-6 0,-4 1 0,426-65-472,8 38-490,638 6-2708,3 39 3071,319-2-527,-1378-11 1098,23 1 1067,109-14 0,-167 13-958,31-6 1325,-31 6-1345,-1 1 0,0 0 1,0-1-1,1 1 1,-1-1-1,0 0 0,0 1 1,1-1-1,-1 0 1,0 0-1,0 0 1,0 0-1,0 0 0,0 0 1,0 0-1,-1 0 1,2-2-1,-1 2-16,-1 1 0,0-1-1,0 0 1,0 1 0,0-1 0,0 1 0,-1-1-1,1 0 1,0 1 0,0-1 0,0 1 0,0-1-1,-1 0 1,1 1 0,0-1 0,-1 1 0,1-1-1,0 1 1,-1-1 0,1 1 0,-1-1 0,1 1-1,0 0 1,-1-1 0,1 1 0,-1 0-1,0-1 1,1 1 0,-2-1 0,-19-9 196,18 9-207,-39-13-945,-4 2-5801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47.106"/>
    </inkml:context>
    <inkml:brush xml:id="br0">
      <inkml:brushProperty name="width" value="0.05" units="cm"/>
      <inkml:brushProperty name="height" value="0.05" units="cm"/>
    </inkml:brush>
  </inkml:definitions>
  <inkml:trace contextRef="#ctx0" brushRef="#br0">1 71 24575,'451'-8'-552,"-79"0"-245,818 3-617,973-17-1235,-1990 17 2984,316-14 1993,-475 18-2080,-4 0 259,1 0-1,20 2 1,-31-1-500,0 0-1,0 0 0,-1 0 1,1 0-1,0 0 1,0 0-1,0 0 1,0 0-1,0 0 0,0 1 1,0-1-1,0 0 1,0 0-1,0 0 1,0 0-1,0 0 1,0 0-1,0 0 0,0 0 1,0 0-1,0 0 1,0 1-1,0-1 1,0 0-1,0 0 1,0 0-1,0 0 0,0 0 1,0 0-1,0 0 1,0 0-1,0 0 1,0 0-1,0 0 0,0 1 1,1-1-1,-1 0 1,0 0-1,0 0 1,0 0-1,0 0 1,0 0-1,0 0 0,0 0 1,0 0-1,0 0 1,0 0-1,0 0 1,0 0-1,1 0 0,-1 0 1,0 0-1,0 0 1,0 0-1,0 0 1,0 0-1,0 0 1,0 0-1,0 0 0,-12 6 306,-17 3-29,27-9-283,1 1 0,-1-1 0,1 1 0,-1 0 0,1-1 0,0 1 0,0 0 0,-1 0 0,1 0 0,0 0 0,0 0 0,0 0 0,0 1 0,0-1 0,0 0 0,0 0 0,1 1 0,-1-1 0,0 1 0,1-1 0,-1 0 0,1 1 0,-1-1 0,1 1 0,0-1 0,-1 1 0,1 0 0,0-1 0,0 3 0,1 6 0,-1 0 0,2 0 0,3 16 0,-1-3 0,22 452 0,-24 117 0,-3-322 0,1-248 0,-2 1 0,-1-1 0,-8 34 0,10-53-1365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54.897"/>
    </inkml:context>
    <inkml:brush xml:id="br0">
      <inkml:brushProperty name="width" value="0.05" units="cm"/>
      <inkml:brushProperty name="height" value="0.05" units="cm"/>
    </inkml:brush>
  </inkml:definitions>
  <inkml:trace contextRef="#ctx0" brushRef="#br0">442 57 24575,'-1'-3'0,"-1"1"0,0 0 0,1 0 0,-1 1 0,0-1 0,-1 0 0,1 1 0,0-1 0,0 1 0,-1-1 0,-4-1 0,2 1 0,-4-3 0,-1 0 0,1 1 0,-1 0 0,0 1 0,0 0 0,-1 0 0,1 1 0,0 1 0,-1 0 0,1 0 0,-1 1 0,1 0 0,-1 1 0,1 0 0,-1 1 0,1 0 0,0 1 0,-1 0 0,1 0 0,1 1 0,-11 6 0,7-4 0,2 1 0,-1 1 0,1 0 0,0 0 0,0 1 0,1 1 0,1-1 0,-1 2 0,2-1 0,-1 1 0,2 1 0,-1-1 0,1 1 0,1 1 0,-8 22 0,9-22 0,2 1 0,0 0 0,0 0 0,1 0 0,1 0 0,0 1 0,1-1 0,1 0 0,3 26 0,-2-33 0,-1-1 0,1 1 0,1 0 0,-1 0 0,1-1 0,0 1 0,1-1 0,-1 0 0,1 0 0,0 0 0,1-1 0,-1 1 0,1-1 0,0 0 0,1-1 0,-1 1 0,1-1 0,0 0 0,0 0 0,0-1 0,10 5 0,0-3 29,1-1-1,-1 0 1,1-1-1,-1 0 0,1-2 1,0 0-1,0 0 1,0-2-1,-1 0 1,1-1-1,26-7 1,-15 2-314,1-2 1,-1-1-1,-1-1 1,0-1-1,44-27 1,-25 7-6542</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55.099"/>
    </inkml:context>
    <inkml:brush xml:id="br0">
      <inkml:brushProperty name="width" value="0.05" units="cm"/>
      <inkml:brushProperty name="height" value="0.05" units="cm"/>
    </inkml:brush>
  </inkml:definitions>
  <inkml:trace contextRef="#ctx0" brushRef="#br0">53 43 24575,'-12'-15'0,"11"13"0,0 0 0,0 0 0,0 0 0,0 0 0,-1 0 0,1 0 0,-1 1 0,1-1 0,-1 1 0,0-1 0,0 1 0,1 0 0,-1-1 0,0 1 0,-4-1 0,6 2 0,-1 0 0,1 0 0,-1 0 0,1 0 0,-1 0 0,1 0 0,-1 0 0,1 0 0,-1 1 0,1-1 0,-1 0 0,1 0 0,-1 1 0,1-1 0,-1 0 0,1 0 0,0 1 0,-1-1 0,1 0 0,-1 1 0,1-1 0,0 1 0,-1-1 0,1 1 0,0-1 0,0 0 0,-1 1 0,1-1 0,0 1 0,0-1 0,0 1 0,0-1 0,0 1 0,0-1 0,-1 1 0,1-1 0,0 1 0,0-1 0,0 1 0,1 0 0,-1-1 0,0 1 0,3 25 0,-3-26 0,27 137-682,13 203-1,-39-310-6143</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56.235"/>
    </inkml:context>
    <inkml:brush xml:id="br0">
      <inkml:brushProperty name="width" value="0.05" units="cm"/>
      <inkml:brushProperty name="height" value="0.05" units="cm"/>
    </inkml:brush>
  </inkml:definitions>
  <inkml:trace contextRef="#ctx0" brushRef="#br0">168 408 24575,'1'-10'0,"0"0"0,0 0 0,4-13 0,4-21 0,-8 32 0,-1-1 0,-1 1 0,1 0 0,-5-20 0,4 28 0,0-1 0,-1 1 0,1-1 0,-1 1 0,1 0 0,-1-1 0,-1 1 0,1 0 0,-1 0 0,1 1 0,-1-1 0,0 0 0,0 1 0,-1 0 0,-4-4 0,7 6 0,-1 0 0,1 1 0,-1-1 0,0 1 0,1-1 0,-1 1 0,0-1 0,0 1 0,1 0 0,-1 0 0,0 0 0,0 0 0,1 0 0,-1 0 0,0 1 0,0-1 0,1 1 0,-1-1 0,0 1 0,1-1 0,-1 1 0,1 0 0,-1 0 0,1 0 0,-1 0 0,1 0 0,-1 0 0,1 0 0,0 0 0,0 1 0,0-1 0,-2 2 0,-3 4 0,-1 1 0,1 1 0,1-1 0,-6 10 0,3-2 0,0 1 0,1-1 0,1 1 0,0 1 0,2-1 0,0 1 0,1-1 0,0 1 0,2 0 0,0 30 0,1-45 0,1 0 0,-1 1 0,1-1 0,0 0 0,0 0 0,0 0 0,0 0 0,0 0 0,1 0 0,-1 0 0,1 0 0,0 0 0,0-1 0,0 1 0,0-1 0,0 1 0,0-1 0,1 0 0,-1 0 0,1 0 0,4 3 0,-4-4 0,0 0 0,-1 0 0,1 0 0,0-1 0,0 1 0,0-1 0,0 1 0,0-1 0,-1 0 0,1 0 0,0 0 0,0 0 0,0-1 0,0 1 0,0-1 0,0 0 0,-1 0 0,1 0 0,0 0 0,-1 0 0,1-1 0,0 1 0,-1-1 0,4-2 0,2-3 0,0-1 0,0 1 0,0-1 0,-1-1 0,0 0 0,10-17 0,26-64 0,-6 12 0,-36 77 0,-1 0 0,1 0 0,0-1 0,-1 1 0,1 0 0,0 0 0,0 0 0,0 0 0,0 0 0,0 0 0,0 0 0,0 0 0,2-1 0,-3 2 0,1 0 0,-1 0 0,0 0 0,1 0 0,-1 1 0,0-1 0,1 0 0,-1 0 0,0 0 0,1 0 0,-1 0 0,0 0 0,1 1 0,-1-1 0,0 0 0,0 0 0,1 0 0,-1 1 0,0-1 0,0 0 0,1 0 0,-1 1 0,0-1 0,0 0 0,0 0 0,0 1 0,1-1 0,-1 0 0,0 1 0,0-1 0,0 0 0,0 1 0,0-1 0,2 8 0,0-1 0,-1 1 0,0 12 0,0-7 0,1 0 0,0 3 0,0 1 0,1-1 0,1 0 0,8 22 0,-11-35 0,0 0 0,0-1 0,0 1 0,0-1 0,1 1 0,-1-1 0,1 0 0,0 0 0,-1 0 0,1 0 0,0 0 0,0 0 0,0 0 0,1 0 0,-1-1 0,0 1 0,1-1 0,-1 1 0,0-1 0,1 0 0,0 0 0,-1 0 0,1-1 0,0 1 0,-1-1 0,1 1 0,0-1 0,0 0 0,-1 0 0,1 0 0,0 0 0,0-1 0,5 0 0,-2-2 0,0 1 0,1-1 0,-1 0 0,0 0 0,0-1 0,-1 0 0,1 0 0,-1 0 0,0 0 0,9-11 0,3-5 0,20-30 0,-36 49 0,13-21 0,-1 0 0,-2 0 0,0-1 0,-1-1 0,-1 0 0,-1 0 0,5-28 0,-13 50 0,1 1 0,-1-1 0,0 0 0,0 1 0,0-1 0,0 0 0,0 1 0,0-1 0,-1 1 0,1-1 0,0 0 0,-1 1 0,0-3 0,0 3 0,1 1 0,-1-1 0,1 0 0,-1 1 0,1-1 0,-1 0 0,1 1 0,-1-1 0,0 1 0,1-1 0,-1 1 0,0-1 0,0 1 0,1 0 0,-1-1 0,0 1 0,0 0 0,0 0 0,-1-1 0,0 1 0,0 0 0,0 0 0,0 1 0,0-1 0,-1 0 0,1 1 0,0-1 0,0 1 0,0 0 0,0 0 0,0 0 0,0 0 0,0 0 0,0 0 0,1 0 0,-1 1 0,0-1 0,-1 2 0,0 0 0,0 0 0,1 0 0,-1 0 0,1 0 0,0 1 0,0-1 0,0 1 0,0-1 0,1 1 0,-1 0 0,1-1 0,0 1 0,0 0 0,0 0 0,1 0 0,-1 0 0,1 0 0,0 0 0,0 0 0,0 0 0,1 0 0,0 0 0,-1 0 0,1-1 0,0 1 0,1 0 0,-1 0 0,5 6 0,2 4 0,1 0 0,0-1 0,1-1 0,0 1 0,21 18 0,-28-29 0,0 1 0,-1 0 0,0 0 0,0 0 0,0 0 0,0 0 0,0 0 0,0 0 0,-1 1 0,1-1 0,-1 1 0,0-1 0,0 1 0,-1-1 0,2 7 0,-2-8 0,-1 0 0,1 0 0,0 0 0,-1 1 0,1-1 0,-1 0 0,1 0 0,-1 0 0,0 0 0,0-1 0,0 1 0,0 0 0,0 0 0,0 0 0,-1-1 0,1 1 0,0-1 0,-1 1 0,0-1 0,1 1 0,-1-1 0,0 0 0,1 0 0,-1 0 0,0 0 0,0 0 0,0 0 0,-3 0 0,5 0 0,0-1 0,-1 0 0,1 0 0,0 0 0,-1 1 0,1-1 0,0 0 0,-1 0 0,1 0 0,0 0 0,-1 1 0,1-1 0,-1 0 0,1 0 0,0 0 0,-1 0 0,1 0 0,-1 0 0,1 0 0,0 0 0,-1 0 0,1 0 0,-1 0 0,1-1 0,0 1 0,-1 0 0,1 0 0,0 0 0,-1 0 0,1-1 0,0 1 0,-1 0 0,1 0 0,0-1 0,-1 1 0,1 0 0,0 0 0,0-1 0,-1 1 0,1 0 0,0-1 0,0 1 0,0 0 0,-1-1 0,1 1 0,0-1 0,0 1 0,0 0 0,0-1 0,0 1 0,0 0 0,0-1 0,0 1 0,0-1 0,0 1 0,0-1 0,0-1 0,1-1 0,-1 1 0,1 0 0,0-1 0,0 1 0,0 0 0,0 0 0,2-4 0,15-14 0,1 0 0,1 1 0,1 2 0,40-29 0,-57 43 0,118-78 0,39-29 0,-154 104 0,-1 1 0,0-1 0,-1 0 0,1 0 0,4-8 0,-9 13 0,-1 0 0,1 0 0,-1 0 0,1 0 0,-1 0 0,1 0 0,-1 0 0,1 0 0,-1-1 0,0 1 0,0 0 0,0 0 0,0 0 0,1 0 0,-2 0 0,1-1 0,0 1 0,0-2 0,-1 2 0,0 0 0,1 1 0,-1-1 0,0 0 0,0 0 0,0 0 0,0 1 0,0-1 0,0 1 0,0-1 0,0 0 0,0 1 0,0 0 0,0-1 0,0 1 0,0 0 0,0-1 0,0 1 0,0 0 0,-1 0 0,1 0 0,0 0 0,-2 0 0,-6 0 0,0 1 0,0 0 0,1 0 0,-1 1 0,0 0 0,0 0 0,1 1 0,0 0 0,-1 1 0,1 0 0,1 0 0,-1 1 0,0-1 0,1 2 0,-7 6 0,9-9 0,1 1 0,0 0 0,0 0 0,1 1 0,-1-1 0,1 1 0,0 0 0,0-1 0,0 1 0,1 1 0,0-1 0,0 0 0,0 0 0,1 1 0,-1-1 0,1 1 0,1 0 0,-1-1 0,1 1 0,0-1 0,0 1 0,0 0 0,1-1 0,2 11 0,1-6 0,0-1 0,0 1 0,1-1 0,0 0 0,0 0 0,1-1 0,9 12 0,7 3 0,26 23 0,20 20 0,-66-64 0,-1-1 0,1 1 0,-1 0 0,1 0 0,-1 0 0,0 1 0,0-1 0,0 0 0,0 0 0,0 1 0,0-1 0,0 0 0,-1 1 0,0-1 0,1 1 0,-1-1 0,0 1 0,0-1 0,0 0 0,0 1 0,-1 2 0,0-2 0,0-1 0,-1 1 0,1-1 0,-1 1 0,1-1 0,-1 1 0,0-1 0,0 0 0,0 0 0,0 0 0,0 0 0,0 0 0,0-1 0,-1 1 0,1-1 0,-1 1 0,1-1 0,-4 1 0,-9 3-195,1-1 0,-1-1 0,0 0 0,1-1 0,-1-1 0,-24 0 0,7-1-6631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57.227"/>
    </inkml:context>
    <inkml:brush xml:id="br0">
      <inkml:brushProperty name="width" value="0.05" units="cm"/>
      <inkml:brushProperty name="height" value="0.05" units="cm"/>
    </inkml:brush>
  </inkml:definitions>
  <inkml:trace contextRef="#ctx0" brushRef="#br0">17 847 24575,'-15'40'0,"15"-39"0,-1 1 0,1 0 0,0-1 0,0 1 0,0 0 0,-1-1 0,2 1 0,-1 0 0,0 0 0,0-1 0,0 1 0,1 0 0,-1-1 0,1 1 0,-1-1 0,1 1 0,0 0 0,0-1 0,0 1 0,0-1 0,0 0 0,1 3 0,0-4 0,-1 1 0,0-1 0,1 1 0,-1-1 0,0 1 0,1-1 0,-1 0 0,1 1 0,-1-1 0,0 0 0,1 0 0,-1 0 0,1 0 0,-1-1 0,0 1 0,1 0 0,-1-1 0,0 1 0,1 0 0,-1-1 0,0 0 0,1 1 0,-1-1 0,0 0 0,0 0 0,0 1 0,0-1 0,2-2 0,7-5 0,-1 0 0,0-1 0,-1-1 0,0 1 0,0-1 0,-1-1 0,0 1 0,-1-1 0,6-15 0,-1 0 0,0-1 0,12-56 0,-14 30 0,-1-1 0,0-66 0,-12-108 0,1 182 0,-15-86 0,6 101 0,11 31 0,1-1 0,0 1 0,0-1 0,-1 1 0,1-1 0,0 1 0,-1 0 0,1-1 0,-1 1 0,1 0 0,0-1 0,-1 1 0,1 0 0,-1 0 0,1-1 0,-1 1 0,1 0 0,-1 0 0,1 0 0,-1-1 0,0 1 0,0 0 0,1 1 0,-1-1 0,0 0 0,1 1 0,-1-1 0,1 0 0,-1 1 0,0-1 0,1 1 0,-1-1 0,1 1 0,0-1 0,-1 1 0,1-1 0,-1 1 0,1 0 0,0-1 0,-1 1 0,1 0 0,0-1 0,-1 2 0,-3 11 0,0 1 0,0 0 0,2-1 0,-1 1 0,0 28 0,1-8 0,-12 302 0,16-273 0,3-1 0,3 1 0,22 81 0,-26-128 114,0-1 0,14 28 0,-17-41-192,0 1 0,1 0 1,-1 0-1,1-1 1,0 1-1,0 0 1,0-1-1,0 0 0,0 1 1,0-1-1,1 0 1,-1 0-1,1-1 1,-1 1-1,1 0 0,0-1 1,0 0-1,0 1 1,-1-1-1,1 0 1,6 1-1,7-3-6748</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57.925"/>
    </inkml:context>
    <inkml:brush xml:id="br0">
      <inkml:brushProperty name="width" value="0.05" units="cm"/>
      <inkml:brushProperty name="height" value="0.05" units="cm"/>
    </inkml:brush>
  </inkml:definitions>
  <inkml:trace contextRef="#ctx0" brushRef="#br0">19 89 24575,'-1'11'0,"0"1"0,-1-1 0,-3 13 0,-3 27 0,7-49 0,1 7 0,-1 0 0,1 0 0,1 0 0,0 0 0,2 11 0,-3-18 0,1-1 0,-1 1 0,1-1 0,-1 1 0,1-1 0,0 0 0,-1 1 0,1-1 0,0 0 0,0 1 0,0-1 0,0 0 0,0 0 0,0 0 0,0 0 0,0 0 0,1 0 0,-1 0 0,0-1 0,1 1 0,-1 0 0,0-1 0,1 1 0,-1-1 0,1 1 0,-1-1 0,1 0 0,-1 0 0,1 1 0,-1-1 0,1 0 0,-1 0 0,1 0 0,-1-1 0,1 1 0,-1 0 0,1-1 0,-1 1 0,2-1 0,1-1 0,-1 1 0,1 0 0,-1-1 0,0 0 0,0 0 0,0 0 0,0 0 0,0 0 0,-1-1 0,1 1 0,-1-1 0,1 0 0,-1 0 0,0 0 0,0 0 0,0 0 0,-1 0 0,1 0 0,-1-1 0,1 1 0,-1 0 0,0-5 0,1 5 0,-2-1 0,1 0 0,0 1 0,-1-1 0,0 0 0,0 1 0,0-1 0,0 0 0,0 0 0,-1 1 0,0-1 0,0 0 0,0 1 0,0-1 0,0 1 0,-1-1 0,0 1 0,1 0 0,-1-1 0,-5-4 0,7 7 0,0 1 0,0-1 0,-1 1 0,1-1 0,-1 1 0,1-1 0,0 1 0,-1-1 0,1 1 0,-1 0 0,1-1 0,-1 1 0,0 0 0,1-1 0,-1 1 0,1 0 0,-1-1 0,1 1 0,-1 0 0,0 0 0,1 0 0,-1 0 0,0 0 0,1 0 0,-1 0 0,1 0 0,-1 0 0,0 0 0,1 0 0,-1 0 0,0 0 0,1 0 0,-1 0 0,1 1 0,-1-1 0,0 0 0,1 1 0,-1-1 0,1 0 0,-1 1 0,1-1 0,-1 1 0,1 0 0,-1-1 0,1 1 0,0 0 0,0 0 0,0 0 0,0 0 0,0-1 0,0 1 0,0 0 0,0 0 0,0 0 0,0-1 0,0 1 0,0 0 0,1 0 0,-1 0 0,0-1 0,1 1 0,-1 0 0,1 0 0,-1-1 0,0 1 0,1 0 0,0-1 0,-1 1 0,1-1 0,-1 1 0,1-1 0,0 1 0,-1-1 0,1 1 0,0-1 0,1 1 0,3 2 0,1-1 0,0 1 0,0-1 0,0 0 0,0-1 0,0 1 0,0-1 0,0-1 0,1 1 0,-1-1 0,0 0 0,10-1 0,0-1 0,0-1 0,0 0 0,26-10 0,-32 9 0,0 0 0,-1 0 0,0-1 0,0-1 0,0 1 0,0-2 0,7-6 0,-11 9 0,-1 0 0,0-1 0,0 0 0,0 1 0,-1-1 0,0 0 0,0-1 0,0 1 0,0 0 0,-1-1 0,0 0 0,0 1 0,1-11 0,-2 15 0,-1 0 0,0 0 0,1 0 0,-1 0 0,0 0 0,0 0 0,0 0 0,0 0 0,0 0 0,0 0 0,0 0 0,0 0 0,-1 0 0,1 0 0,0-1 0,0 1 0,-1 0 0,1 1 0,-1-1 0,1 0 0,-1 0 0,1 0 0,-1 0 0,0 0 0,1 0 0,-1 1 0,0-1 0,0 0 0,1 1 0,-1-1 0,0 0 0,0 1 0,0-1 0,0 1 0,0-1 0,0 1 0,0 0 0,0-1 0,0 1 0,0 0 0,0 0 0,-1 0 0,-2 0 0,1 0 0,0 0 0,0 1 0,0-1 0,0 1 0,0 0 0,-1 0 0,1 0 0,1 0 0,-1 1 0,0-1 0,0 1 0,-2 2 0,-4 3 0,1 1 0,0 0 0,0 0 0,1 1 0,0 0 0,1 0 0,0 1 0,1 0 0,-1 0 0,2 0 0,0 0 0,0 1 0,1 0 0,0 0 0,0 0 0,2 0 0,-2 19 0,2-6 0,1 0 0,2 0 0,0 0 0,1 0 0,2 0 0,0-1 0,12 30 0,78 177 0,-93-226 0,0 0 0,-1 0 0,0 0 0,1 0 0,-2 0 0,1 0 0,0 8 0,-1-12 0,0 1 0,0-1 0,0 1 0,0 0 0,0-1 0,0 1 0,0-1 0,0 1 0,-1-1 0,1 1 0,0-1 0,0 1 0,-1-1 0,1 1 0,0-1 0,-1 1 0,1-1 0,0 1 0,-1-1 0,1 0 0,-1 1 0,1-1 0,-1 1 0,0-1 0,0 0 0,0 1 0,0-1 0,-1 0 0,1 0 0,0 0 0,0 0 0,-1 0 0,1 0 0,0-1 0,0 1 0,0 0 0,-1-1 0,1 1 0,0-1 0,0 1 0,-2-2 0,-4-2 27,1 0-1,-1 0 0,1-1 0,0 0 1,0 0-1,0 0 0,0-1 0,1 0 1,0 0-1,1-1 0,-1 1 0,-5-13 1,4 7-271,0-1 0,1 0 0,1 0 0,0 0 1,1 0-1,-2-21 0,2 2-6582</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58.155"/>
    </inkml:context>
    <inkml:brush xml:id="br0">
      <inkml:brushProperty name="width" value="0.05" units="cm"/>
      <inkml:brushProperty name="height" value="0.05" units="cm"/>
    </inkml:brush>
  </inkml:definitions>
  <inkml:trace contextRef="#ctx0" brushRef="#br0">74 16 24575,'-4'-4'0,"-3"0"0,-4 0 0,-4 1 0,2 4 0,2 4 0,3 6 0,3 3 0,6 3 0,2 1 0,4 1 0,1 4 0,2 0 0,0 0 0,0-1 0,0-1 0,-3 0 0,-2-5-8191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58.299"/>
    </inkml:context>
    <inkml:brush xml:id="br0">
      <inkml:brushProperty name="width" value="0.05" units="cm"/>
      <inkml:brushProperty name="height" value="0.05" units="cm"/>
    </inkml:brush>
  </inkml:definitions>
  <inkml:trace contextRef="#ctx0" brushRef="#br0">7 77 24575,'0'-7'0,"0"-4"0,0-4 0,0-3 0,-3 2 0,-1 7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58.575"/>
    </inkml:context>
    <inkml:brush xml:id="br0">
      <inkml:brushProperty name="width" value="0.05" units="cm"/>
      <inkml:brushProperty name="height" value="0.05" units="cm"/>
    </inkml:brush>
  </inkml:definitions>
  <inkml:trace contextRef="#ctx0" brushRef="#br0">87 58 24575,'1'-10'0,"-1"7"0,1 1 0,-1-1 0,0 0 0,0 1 0,0-1 0,0 0 0,0 1 0,-1-1 0,1 0 0,-1 1 0,1-1 0,-1 1 0,0-1 0,0 1 0,-1-1 0,0-2 0,1 5 0,0 0 0,0 0 0,1 0 0,-1 0 0,0 0 0,0 0 0,1 0 0,-1 0 0,0 0 0,0 1 0,1-1 0,-1 0 0,0 0 0,1 1 0,-1-1 0,0 0 0,1 1 0,-1-1 0,1 1 0,-1-1 0,0 1 0,1-1 0,-1 1 0,1-1 0,-1 1 0,1 0 0,0-1 0,-1 1 0,1 0 0,-1 0 0,-14 23 0,14-22 0,-7 13 0,1 1 0,0 0 0,-7 24 0,12-33 0,0 0 0,1 0 0,0-1 0,0 2 0,0-1 0,1 0 0,0 0 0,1 0 0,-1 0 0,1 0 0,3 8 0,-3-11 13,1-1 1,0 1-1,0 0 0,0-1 0,0 1 0,1-1 0,-1 0 0,1 0 0,0 0 1,0 0-1,0 0 0,0-1 0,0 1 0,1-1 0,-1 0 0,1 0 0,0 0 1,0 0-1,-1-1 0,1 0 0,0 1 0,0-2 0,0 1 0,0 0 0,9 0 1,-3-1-185,0 0 0,0-1 1,0 0-1,0 0 0,0-1 1,0 0-1,-1-1 0,1 0 1,13-7-1,-1-1-6655</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58.870"/>
    </inkml:context>
    <inkml:brush xml:id="br0">
      <inkml:brushProperty name="width" value="0.05" units="cm"/>
      <inkml:brushProperty name="height" value="0.05" units="cm"/>
    </inkml:brush>
  </inkml:definitions>
  <inkml:trace contextRef="#ctx0" brushRef="#br0">58 1 24575,'0'3'0,"3"1"0,5 3 0,3 4 0,0 5 0,2 4 0,1 5 0,2 1 0,1 2 0,-3 3 0,-3-1 0,-7 1 0,-7-2 0,-9-3 0,-12-2 0,-15 1 0,-13-5 0,2-4-8191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6:59.524"/>
    </inkml:context>
    <inkml:brush xml:id="br0">
      <inkml:brushProperty name="width" value="0.05" units="cm"/>
      <inkml:brushProperty name="height" value="0.05" units="cm"/>
    </inkml:brush>
  </inkml:definitions>
  <inkml:trace contextRef="#ctx0" brushRef="#br0">1 1 24575,'1'0'0,"0"0"0,1 0 0,-1 0 0,0 0 0,1 0 0,-1 1 0,0-1 0,0 0 0,1 1 0,-1-1 0,0 1 0,0 0 0,0-1 0,0 1 0,0 0 0,0 0 0,0-1 0,0 1 0,0 0 0,0 0 0,0 0 0,-1 0 0,1 0 0,0 0 0,0 1 0,-1-1 0,1 0 0,-1 0 0,0 0 0,1 1 0,-1-1 0,0 0 0,1 0 0,-1 3 0,1 4 0,-1 0 0,0 1 0,-1-1 0,-1 12 0,0-5 0,-2 19 0,2 1 0,1-1 0,5 41 0,-3-66 0,1 0 0,-1 0 0,1 0 0,1 0 0,0 0 0,0 0 0,1 0 0,0-1 0,0 0 0,1 0 0,0 0 0,1-1 0,-1 1 0,2-1 0,-1-1 0,15 13 0,15 3-1365,0-4-5461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7:07.837"/>
    </inkml:context>
    <inkml:brush xml:id="br0">
      <inkml:brushProperty name="width" value="0.05" units="cm"/>
      <inkml:brushProperty name="height" value="0.05" units="cm"/>
    </inkml:brush>
  </inkml:definitions>
  <inkml:trace contextRef="#ctx0" brushRef="#br0">0 75 24575,'302'-15'0,"-81"1"0,608-27 0,-711 37-1365,-103 4-5461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7:09.409"/>
    </inkml:context>
    <inkml:brush xml:id="br0">
      <inkml:brushProperty name="width" value="0.05" units="cm"/>
      <inkml:brushProperty name="height" value="0.05" units="cm"/>
    </inkml:brush>
  </inkml:definitions>
  <inkml:trace contextRef="#ctx0" brushRef="#br0">4552 92 24575,'-715'-18'-654,"157"2"205,-2281-6-2194,2738 23 2663,-203-9 1213,299 8-959,1-1-1,0 1 1,-1-1-1,1 0 0,-8-3 1,12 4-260,0 0 0,0 0 0,0 0 0,0 0 0,0 0 0,0 0 0,0 0 0,0-1 0,0 1-1,0 0 1,-1 0 0,1 0 0,0 0 0,0 0 0,0 0 0,0 0 0,0-1 0,0 1 0,0 0 0,0 0 0,0 0 0,0 0 0,0 0 0,0 0 0,0-1 0,0 1 0,0 0 0,0 0 0,0 0 0,0 0 0,0 0 0,0 0 0,0 0 0,1-1 0,-1 1 0,0 0 0,0 0 0,0 0 0,0 0 0,0 0 0,0 0-1,0 0 1,0 0 0,0 0 0,0-1 0,1 1 0,-1 0 0,0 0 0,0 0 0,0 0 0,0 0 0,0 0 0,0 0 0,1 0 0,17-7 70,17 0-1449,-18 5-5461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7:09.794"/>
    </inkml:context>
    <inkml:brush xml:id="br0">
      <inkml:brushProperty name="width" value="0.05" units="cm"/>
      <inkml:brushProperty name="height" value="0.05" units="cm"/>
    </inkml:brush>
  </inkml:definitions>
  <inkml:trace contextRef="#ctx0" brushRef="#br0">307 16 24575,'-4'-15'0,"4"15"0,0 0 0,0 0 0,-1 0 0,1 0 0,0 0 0,0 0 0,-1 0 0,1 0 0,0 0 0,-1 0 0,1-1 0,0 1 0,0 0 0,-1 1 0,1-1 0,0 0 0,0 0 0,-1 0 0,1 0 0,0 0 0,-1 0 0,1 0 0,0 0 0,0 0 0,-1 0 0,1 1 0,0-1 0,0 0 0,0 0 0,-1 1 0,-20 23 0,14-15 0,-62 73 0,-96 87 0,160-164 0,2-2 0,-1 0 0,0 1 0,1-1 0,-6 9 0,8-11 0,1-1 0,-1 1 0,1 0 0,0 0 0,-1 0 0,1-1 0,0 1 0,-1 0 0,1 0 0,0 0 0,0 0 0,0 0 0,0 0 0,0-1 0,0 1 0,0 0 0,0 0 0,0 0 0,0 0 0,1 0 0,-1 0 0,0-1 0,1 1 0,-1 0 0,0 0 0,1 0 0,-1-1 0,1 1 0,-1 0 0,1-1 0,0 1 0,-1 0 0,1-1 0,0 1 0,14 10 0,1-1 0,0-1 0,0-1 0,33 12 0,-14-5 0,21 9-1365,-3-2-5461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7:11.283"/>
    </inkml:context>
    <inkml:brush xml:id="br0">
      <inkml:brushProperty name="width" value="0.05" units="cm"/>
      <inkml:brushProperty name="height" value="0.05" units="cm"/>
    </inkml:brush>
  </inkml:definitions>
  <inkml:trace contextRef="#ctx0" brushRef="#br0">648 333 24575,'-1'0'0,"1"1"0,-1-1 0,0 0 0,1 0 0,-1 1 0,1-1 0,-1 1 0,1-1 0,-1 1 0,1-1 0,-1 0 0,1 1 0,-1 0 0,1-1 0,-1 1 0,1-1 0,0 1 0,-1 0 0,1-1 0,0 1 0,0-1 0,0 1 0,-1 0 0,1-1 0,0 1 0,0 1 0,-3 20 0,2-19 0,-8 162 0,6-75 0,-8 855 0,12-632 0,0-172 0,30 231 0,-28-355 0,0 0 0,2 0 0,9 27 0,-12-39 0,0 0 0,1 0 0,-1 0 0,1-1 0,0 1 0,1-1 0,-1 1 0,1-1 0,0 0 0,0-1 0,0 1 0,0-1 0,1 0 0,-1 0 0,1 0 0,5 2 0,2-1 0,0 0 0,0-1 0,0 0 0,1-1 0,0 0 0,24-1 0,81-9 0,-105 7 0,81-9-25,769-66-1568,592 58-4592,0 66 4857,-1269-41 1264,-98-3-60,730 7 1098,-788-12-694,127-8 1557,-129 5-1139,-1 0 0,1-2 0,37-12 0,-58 15-456,0 1 0,-1-1 0,1 0 1,-1-1-1,0 1 0,0-1 0,0-1 0,-1 1 0,11-11 0,-14 12-180,1-1-1,0 0 1,-1-1-1,0 1 1,1 0-1,-2 0 1,1-1-1,0 0 1,-1 1-1,0-1 1,0 0-1,-1 1 1,1-1-1,-1 0 1,0-8-1,-4-21-49,-1-1 0,-19-65 0,5 28-17,-15-99 5,-16-232 0,22-177 0,6 77 0,19 444 0,-3 1 0,-2-1 0,-28-98 0,32 147 0,1 0 0,-1 1 0,-1-1 0,0 1 0,0 0 0,-1 1 0,0-1 0,-1 1 0,-8-9 0,10 13 0,0-1 0,0 1 0,-1 0 0,0 1 0,0-1 0,0 1 0,0 0 0,0 1 0,-1 0 0,1 0 0,-1 0 0,1 0 0,-1 1 0,-13 0 0,-18 1 0,-52 8 0,21-1 0,-927 24-720,673-27 283,-2637 109-3397,2686-97 4152,-320 17-1600,3-22 3692,563-11-801,175 39 327,-75-21-3301,-43-10-5461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7:11.651"/>
    </inkml:context>
    <inkml:brush xml:id="br0">
      <inkml:brushProperty name="width" value="0.05" units="cm"/>
      <inkml:brushProperty name="height" value="0.05" units="cm"/>
    </inkml:brush>
  </inkml:definitions>
  <inkml:trace contextRef="#ctx0" brushRef="#br0">21 180 24575,'-5'-5'0,"4"3"0,-1 1 0,0-1 0,1 1 0,-1-1 0,1 0 0,0 1 0,0-1 0,-1 0 0,0-3 0,2 4 0,0 0 0,0 1 0,0-1 0,0 0 0,0 0 0,0 0 0,0 0 0,1 0 0,-1 0 0,0 0 0,1 0 0,-1 0 0,0 0 0,1 1 0,-1-1 0,1 0 0,-1 0 0,1 0 0,0 1 0,-1-1 0,1 0 0,0 1 0,-1-1 0,1 1 0,0-1 0,0 1 0,1-1 0,5-4 0,1 0 0,0 1 0,0 0 0,0 0 0,1 1 0,8-3 0,59-11 0,-56 13 0,290-41 314,-85 15-1993,-194 25-5147</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7:11.807"/>
    </inkml:context>
    <inkml:brush xml:id="br0">
      <inkml:brushProperty name="width" value="0.05" units="cm"/>
      <inkml:brushProperty name="height" value="0.05" units="cm"/>
    </inkml:brush>
  </inkml:definitions>
  <inkml:trace contextRef="#ctx0" brushRef="#br0">109 1 24575,'-7'3'0,"-4"1"0,-4 3 0,-3 4 0,-1 6 0,2 6 0,5 6 0,4 7 0,6 7 0,4 8 0,4 9 0,2 6 0,2 2 0,0 1 0,1-2 0,-2-2 0,-1-3 0,-3-12-8191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7:12.163"/>
    </inkml:context>
    <inkml:brush xml:id="br0">
      <inkml:brushProperty name="width" value="0.05" units="cm"/>
      <inkml:brushProperty name="height" value="0.05" units="cm"/>
    </inkml:brush>
  </inkml:definitions>
  <inkml:trace contextRef="#ctx0" brushRef="#br0">1 175 24575,'1'-13'0,"1"-1"0,0 0 0,1 1 0,0-1 0,1 1 0,1 0 0,6-12 0,-10 23 0,0 0 0,-1 0 0,1 0 0,0 0 0,1 0 0,-1 1 0,0-1 0,0 1 0,1-1 0,-1 1 0,1-1 0,-1 1 0,1 0 0,0-1 0,-1 1 0,1 0 0,0 0 0,0 1 0,0-1 0,4-1 0,-4 2 0,1 0 0,0 0 0,0 0 0,-1 0 0,1 1 0,0-1 0,-1 1 0,1 0 0,-1-1 0,1 1 0,-1 1 0,1-1 0,4 3 0,5 5 0,0 0 0,-1 1 0,0 0 0,15 18 0,-4-1 0,0 0 0,26 47 0,-37-55 0,-1 1 0,0 0 0,-2 0 0,0 1 0,5 25 0,-13-42 0,1 1 0,-1-1 0,0 1 0,0 0 0,0-1 0,-2 9 0,2-12 0,0 0 0,-1-1 0,1 1 0,0 0 0,0-1 0,0 1 0,0 0 0,0-1 0,-1 1 0,1-1 0,0 1 0,-1 0 0,1-1 0,0 1 0,-1-1 0,1 1 0,-1-1 0,1 1 0,-1-1 0,1 1 0,-1-1 0,1 0 0,-1 1 0,1-1 0,-1 0 0,0 1 0,1-1 0,-1 0 0,0 0 0,1 1 0,-1-1 0,0 0 0,1 0 0,-1 0 0,0 0 0,1 0 0,-1 0 0,0 0 0,1 0 0,-1 0 0,0 0 0,1-1 0,-1 1 0,1 0 0,-1 0 0,0-1 0,1 1 0,-1 0 0,1-1 0,-1 1 0,0 0 0,1-1 0,-1 1 0,1-1 0,0 1 0,-2-2 0,0 0 0,0 0 0,0-1 0,0 1 0,1 0 0,-1-1 0,1 0 0,-1 1 0,1-1 0,0 0 0,0 0 0,0 0 0,0 0 0,0 0 0,1 0 0,-1-3 0,0-5 0,1-1 0,1-20 0,0 12 0,2 1 0,1-1 0,0 1 0,2 0 0,0 0 0,1 1 0,0-1 0,18-27 0,-20 37 0,1 0 0,0 0 0,1 1 0,0 0 0,0 0 0,1 1 0,0 0 0,0 0 0,0 1 0,1 0 0,0 0 0,0 1 0,1 1 0,-1-1 0,1 1 0,0 1 0,18-4 0,12 2-1365,-5 4-5461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7:13.510"/>
    </inkml:context>
    <inkml:brush xml:id="br0">
      <inkml:brushProperty name="width" value="0.05" units="cm"/>
      <inkml:brushProperty name="height" value="0.05" units="cm"/>
    </inkml:brush>
  </inkml:definitions>
  <inkml:trace contextRef="#ctx0" brushRef="#br0">226 580 24575,'2'-2'0,"0"-1"0,-1 0 0,1 0 0,-1 1 0,1-1 0,-1 0 0,0 0 0,0 0 0,0 0 0,-1-1 0,1 1 0,-1-4 0,2-40 0,-2 44 0,0-3 0,-1-1 0,1 1 0,-1 0 0,0 0 0,0-1 0,-1 1 0,0 0 0,0 1 0,-5-9 0,6 12 0,0 0 0,0 1 0,0-1 0,0 1 0,0 0 0,-1-1 0,1 1 0,-1 0 0,1 0 0,-1 0 0,1 0 0,-1 0 0,0 0 0,1 0 0,-1 0 0,0 1 0,0-1 0,0 1 0,1-1 0,-1 1 0,0 0 0,0 0 0,0 0 0,0 0 0,0 0 0,0 0 0,1 0 0,-1 1 0,0-1 0,0 1 0,0-1 0,1 1 0,-1 0 0,0-1 0,-2 3 0,-4 1 0,0 1 0,1 0 0,-1 0 0,1 1 0,0 0 0,0 0 0,1 1 0,-1-1 0,2 2 0,-7 7 0,1 3 0,0 0 0,1 0 0,-10 27 0,13-26 0,1 1 0,1-1 0,1 1 0,0 0 0,2 0 0,0 0 0,1 0 0,3 27 0,-2-44 0,0 0 0,0-1 0,1 1 0,-1-1 0,1 1 0,0-1 0,-1 1 0,1-1 0,0 0 0,0 1 0,1-1 0,-1 0 0,0 0 0,1 0 0,0 0 0,-1 0 0,1 0 0,0 0 0,0-1 0,0 1 0,0 0 0,0-1 0,0 0 0,1 1 0,-1-1 0,3 1 0,-1-1 0,1 0 0,-1 0 0,1-1 0,0 0 0,-1 1 0,1-1 0,0-1 0,-1 1 0,1-1 0,0 0 0,-1 0 0,1 0 0,7-3 0,-5 0 0,1 0 0,0 0 0,-1-1 0,0 0 0,0 0 0,0 0 0,-1-1 0,0 0 0,0-1 0,0 1 0,-1-1 0,0 0 0,8-14 0,1-7 0,-1-1 0,13-42 0,-18 49 0,2-14 0,-9 27 0,1 1 0,1-1 0,-1 1 0,1 0 0,1 0 0,7-12 0,-6 18 0,-2 10 0,-1 10 0,-2 53 0,-1 16 0,2-79 0,0 0 0,0-1 0,1 1 0,0 0 0,0 0 0,1-1 0,0 1 0,5 8 0,-7-13 0,1-1 0,-1 1 0,1-1 0,-1 0 0,1 0 0,0 1 0,0-1 0,0 0 0,0-1 0,1 1 0,-1 0 0,0-1 0,1 1 0,-1-1 0,1 1 0,-1-1 0,1 0 0,0 0 0,0-1 0,-1 1 0,1 0 0,0-1 0,5 1 0,-5-2 0,1 0 0,-1 1 0,0-1 0,1 0 0,-1-1 0,0 1 0,0 0 0,0-1 0,0 0 0,0 0 0,0 0 0,-1 0 0,1 0 0,0 0 0,-1-1 0,0 1 0,0-1 0,1 0 0,1-3 0,5-10 0,0 0 0,-1 0 0,-1-1 0,0 0 0,4-22 0,17-91 0,-26 115 0,10 94 0,-11-62 0,1 11 0,10 46 0,-10-67 0,0 1 0,0-1 0,1 0 0,-1 0 0,2 0 0,-1 0 0,1 0 0,0-1 0,0 0 0,1 0 0,6 7 0,-9-11 0,1 0 0,-1-1 0,0 1 0,1-1 0,-1 0 0,1 0 0,-1 0 0,1 0 0,0 0 0,-1 0 0,1-1 0,0 1 0,0-1 0,-1 0 0,1 1 0,0-1 0,0-1 0,-1 1 0,1 0 0,0-1 0,0 1 0,-1-1 0,1 0 0,0 0 0,-1 0 0,1 0 0,-1-1 0,1 1 0,3-4 0,6-3 0,0-1 0,0 0 0,-1-1 0,12-14 0,82-109 0,-66 79 0,-36 51 0,-1 0 0,1 0 0,-1 0 0,1 0 0,6-4 0,-9 6 0,1 1 0,-1 0 0,1 0 0,-1-1 0,1 1 0,-1 0 0,1 0 0,0 0 0,-1 0 0,1 0 0,-1 0 0,1 0 0,-1 0 0,1 0 0,-1 0 0,1 0 0,0 0 0,-1 0 0,1 0 0,-1 0 0,1 1 0,-1-1 0,1 0 0,-1 0 0,1 1 0,-1-1 0,1 0 0,-1 1 0,0-1 0,1 0 0,-1 1 0,1-1 0,-1 1 0,0-1 0,0 1 0,1-1 0,-1 1 0,0-1 0,0 1 0,1-1 0,-1 1 0,0-1 0,0 1 0,0-1 0,0 1 0,0-1 0,0 2 0,13 50 0,-12-42 0,1-1 0,1 1 0,-1-1 0,7 14 0,-7-20 0,0 1 0,0-1 0,0 0 0,1 1 0,-1-1 0,1 0 0,0 0 0,0-1 0,0 1 0,0-1 0,1 1 0,-1-1 0,1 0 0,6 3 0,-1-2 0,1 0 0,1 0 0,-1-1 0,0 0 0,0-1 0,1 0 0,-1 0 0,17-2 0,-5-1 0,0-1 0,43-11 0,-50 9 0,1-1 0,-1 0 0,0-1 0,0 0 0,-1-1 0,19-15 0,-24 17 0,-1-1 0,1-1 0,-2 0 0,1 0 0,-1 0 0,-1-1 0,1 0 0,-2 0 0,1 0 0,7-18 0,-12 25 0,-1 0 0,1 0 0,0 0 0,-1 0 0,1-1 0,-1 1 0,0 0 0,1 0 0,-1 0 0,0 0 0,0 0 0,-1-1 0,1 1 0,0 0 0,-1 0 0,1 0 0,-2-2 0,1 3 0,1 0 0,-1 0 0,0 0 0,0 0 0,0 1 0,0-1 0,0 0 0,0 0 0,0 1 0,0-1 0,0 1 0,-1-1 0,1 1 0,0-1 0,0 1 0,0 0 0,-1 0 0,1 0 0,0 0 0,0-1 0,-1 1 0,1 1 0,0-1 0,0 0 0,-1 0 0,1 0 0,0 1 0,0-1 0,0 1 0,-2 0 0,-18 6 0,0 0 0,1 2 0,0 0 0,0 1 0,1 1 0,0 1 0,-28 24 0,43-33 0,1 1 0,0-1 0,0 0 0,0 1 0,0 0 0,1 0 0,0 0 0,-1 0 0,1 0 0,1 1 0,-1-1 0,1 0 0,0 1 0,0-1 0,-1 9 0,2-7 0,0 0 0,1 0 0,-1 0 0,1 0 0,1 0 0,-1 0 0,1-1 0,0 1 0,0 0 0,6 9 0,0-3 0,0-1 0,0 0 0,1 0 0,0-1 0,1 0 0,0-1 0,1 0 0,0-1 0,21 13 0,-19-14 0,0-1 0,0-1 0,1 0 0,-1 0 0,1-2 0,1 0 0,-1 0 0,0-2 0,0 1 0,1-2 0,-1 0 0,1-1 0,-1 0 0,0-1 0,1 0 0,22-8 0,-21 4 0,0 0 0,-1 0 0,0-2 0,0 0 0,-1-1 0,0 0 0,0-1 0,-1 0 0,0-1 0,-1-1 0,-1 0 0,1 0 0,-2-1 0,10-16 0,-8 8 0,0-2 0,-2 0 0,0 0 0,-2 0 0,0-1 0,-2-1 0,0 1 0,-2-1 0,2-44 0,-5 26 0,-3 0 0,-1 1 0,-2-1 0,-20-78 0,23 111 0,-12-35 0,13 42 0,0 1 0,0-1 0,-1 1 0,1-1 0,-1 1 0,1 0 0,-1 0 0,0 0 0,0-1 0,0 1 0,0 1 0,0-1 0,-4-2 0,6 3 0,-1 1 0,0 0 0,0-1 0,1 1 0,-1 0 0,0 0 0,0-1 0,0 1 0,1 0 0,-1 0 0,0 0 0,0 0 0,0 0 0,0 0 0,1 0 0,-1 0 0,0 0 0,0 1 0,0-1 0,1 0 0,-1 1 0,0-1 0,0 0 0,1 1 0,-2 0 0,0 0 0,1 1 0,-1-1 0,1 1 0,0-1 0,-1 1 0,1 0 0,0 0 0,0 0 0,-1 3 0,-2 4 0,1 0 0,1 0 0,-3 16 0,1 14 0,2 1 0,2 0 0,1-1 0,2 1 0,10 48 0,0-28 0,2-1 0,40 98 0,-40-121 171,31 52 0,-38-74-456,2 1 1,0-2-1,1 1 1,0-1-1,25 21 1,-7-13-6542</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7:13.947"/>
    </inkml:context>
    <inkml:brush xml:id="br0">
      <inkml:brushProperty name="width" value="0.05" units="cm"/>
      <inkml:brushProperty name="height" value="0.05" units="cm"/>
    </inkml:brush>
  </inkml:definitions>
  <inkml:trace contextRef="#ctx0" brushRef="#br0">39 32 24575,'-1'-3'0,"0"1"0,1 0 0,-2 0 0,1 1 0,0-1 0,0 0 0,-1 0 0,1 0 0,0 1 0,-3-3 0,-8-4 0,12 8 0,0 0 0,0 0 0,-1 0 0,1 0 0,0 0 0,0 0 0,0 0 0,-1 0 0,1 0 0,0 0 0,0 0 0,-1 0 0,1 0 0,0 0 0,0 0 0,0 0 0,-1 0 0,1 0 0,0 0 0,0 0 0,0 0 0,-1 0 0,1 0 0,0 0 0,0 1 0,0-1 0,-1 0 0,1 0 0,0 0 0,0 0 0,0 0 0,0 1 0,0-1 0,-1 0 0,1 0 0,0 0 0,0 1 0,0-1 0,0 0 0,0 1 0,-2 9 0,1 0 0,0 0 0,1 1 0,0-1 0,0 1 0,1-1 0,1 0 0,3 12 0,-1 6 0,22 171 0,-25-190-273,0 1 0,1-1 0,0 0 0,4 10 0,2-1-6553</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7:14.086"/>
    </inkml:context>
    <inkml:brush xml:id="br0">
      <inkml:brushProperty name="width" value="0.05" units="cm"/>
      <inkml:brushProperty name="height" value="0.05" units="cm"/>
    </inkml:brush>
  </inkml:definitions>
  <inkml:trace contextRef="#ctx0" brushRef="#br0">0 208 24575,'0'-6'0,"0"-12"0,3-9 0,1-5 0,0-2 0,2 3 0,4 6 0,3 7 0,2 8 0,2 4 0,4 7 0,2 7 0,7 1 0,3 3 0,4 2 0,-6-1-8191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7:14.273"/>
    </inkml:context>
    <inkml:brush xml:id="br0">
      <inkml:brushProperty name="width" value="0.05" units="cm"/>
      <inkml:brushProperty name="height" value="0.05" units="cm"/>
    </inkml:brush>
  </inkml:definitions>
  <inkml:trace contextRef="#ctx0" brushRef="#br0">1 0 24575,'0'3'0,"0"5"0,6 0 0,5-1 0,7-2 0,7-4 0,9-3 0,4-4 0,5-1 0,-4 1-8191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7:14.691"/>
    </inkml:context>
    <inkml:brush xml:id="br0">
      <inkml:brushProperty name="width" value="0.05" units="cm"/>
      <inkml:brushProperty name="height" value="0.05" units="cm"/>
    </inkml:brush>
  </inkml:definitions>
  <inkml:trace contextRef="#ctx0" brushRef="#br0">72 87 24575,'-12'-13'0,"-18"-26"0,7 9 0,23 29 0,0 1 0,0 0 0,0 0 0,0 0 0,0 0 0,-1-1 0,1 1 0,0 0 0,0 0 0,0 0 0,0 0 0,0 0 0,0-1 0,0 1 0,0 0 0,0 0 0,-1 0 0,1 0 0,0 0 0,0 0 0,0 0 0,0 0 0,0-1 0,0 1 0,-1 0 0,1 0 0,0 0 0,0 0 0,0 0 0,0 0 0,-1 0 0,1 0 0,0 0 0,0 0 0,0 0 0,0 0 0,-1 0 0,1 0 0,0 0 0,0 0 0,0 0 0,0 0 0,-1 0 0,1 0 0,0 0 0,0 1 0,0-1 0,0 0 0,-1 10 0,7 16 0,9 24 0,3 0 0,2-1 0,33 58 0,-50-100 0,1-1 0,1 0 0,-1 0 0,1 0 0,0-1 0,0 1 0,11 7 0,-15-12 0,1 0 0,-1 0 0,0 0 0,1 0 0,-1-1 0,1 1 0,-1-1 0,1 1 0,0-1 0,-1 0 0,1 1 0,0-1 0,-1 0 0,1 0 0,-1 0 0,4-1 0,-3 0 0,0 1 0,-1-1 0,1 0 0,0 0 0,0 0 0,-1 0 0,1-1 0,0 1 0,-1 0 0,1-1 0,-1 1 0,0-1 0,1 1 0,-1-1 0,0 0 0,2-3 0,3-10 0,0 0 0,0-1 0,-2 1 0,1-1 0,-2 0 0,-1 0 0,0 0 0,0-22 0,7-41 0,-6 68 0,0 11 0,1 17 0,1 320 100,-7-203-1565,2-96-5361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7:17:15.201"/>
    </inkml:context>
    <inkml:brush xml:id="br0">
      <inkml:brushProperty name="width" value="0.05" units="cm"/>
      <inkml:brushProperty name="height" value="0.05" units="cm"/>
    </inkml:brush>
  </inkml:definitions>
  <inkml:trace contextRef="#ctx0" brushRef="#br0">941 79 24575,'-55'-18'0,"0"2"0,-1 3 0,-1 2 0,-93-6 0,122 16 0,0 1 0,1 1 0,-1 2 0,0 1 0,1 0 0,0 3 0,0 0 0,0 1 0,1 2 0,0 0 0,-38 23 0,50-24 0,1 1 0,-1 0 0,2 1 0,0 0 0,0 1 0,1 1 0,0 0 0,-15 25 0,15-19 0,0 1 0,2 1 0,1-1 0,0 2 0,-8 41 0,9-21 0,2 2 0,2-1 0,2 1 0,1-1 0,3 0 0,10 56 0,-5-56 0,1-1 0,2 1 0,1-2 0,3 0 0,1 0 0,35 60 0,-41-84 0,1 1 0,1-2 0,1 1 0,1-2 0,0 0 0,1 0 0,0-2 0,1 1 0,0-2 0,2 0 0,-1-2 0,1 1 0,0-2 0,1-1 0,40 13 0,-38-16 0,1-1 0,0-1 0,0 0 0,1-2 0,-1-1 0,0 0 0,30-6 0,-23 1 0,0-2 0,0 0 0,0-2 0,-1-2 0,27-13 0,-17 4 0,0-2 0,-2-2 0,0-1 0,-2-2 0,-1-1 0,-1-2 0,45-54 0,-48 48 0,-3-1 0,-1-1 0,-1-1 0,22-51 0,-35 62 0,0 0 0,-1 0 0,-2-1 0,-1 0 0,-2-1 0,0 1 0,0-43 0,-5 58 0,-1-1 0,0 1 0,-2-1 0,1 1 0,-2 0 0,0 0 0,0 0 0,-1 1 0,-1 0 0,0-1 0,-1 2 0,-1-1 0,0 1 0,0 0 0,-1 1 0,0 0 0,-1 0 0,-1 1 0,0 1 0,0 0 0,-15-10 0,-12-5 0,0 3 0,-2 0 0,-78-27 0,-134-22 0,216 62-682,-58-4-1,68 10-6143</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8:23:41.961"/>
    </inkml:context>
    <inkml:brush xml:id="br0">
      <inkml:brushProperty name="width" value="0.05" units="cm"/>
      <inkml:brushProperty name="height" value="0.0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2"/>
        <p:cNvGrpSpPr/>
        <p:nvPr/>
      </p:nvGrpSpPr>
      <p:grpSpPr>
        <a:xfrm>
          <a:off x="0" y="0"/>
          <a:ext cx="0" cy="0"/>
          <a:chOff x="0" y="0"/>
          <a:chExt cx="0" cy="0"/>
        </a:xfrm>
      </p:grpSpPr>
      <p:sp>
        <p:nvSpPr>
          <p:cNvPr id="1883" name="Google Shape;1883;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4" name="Google Shape;1884;p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5"/>
        <p:cNvGrpSpPr/>
        <p:nvPr/>
      </p:nvGrpSpPr>
      <p:grpSpPr>
        <a:xfrm>
          <a:off x="0" y="0"/>
          <a:ext cx="0" cy="0"/>
          <a:chOff x="0" y="0"/>
          <a:chExt cx="0" cy="0"/>
        </a:xfrm>
      </p:grpSpPr>
      <p:sp>
        <p:nvSpPr>
          <p:cNvPr id="1896" name="Google Shape;1896;p10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7" name="Google Shape;1897;p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5297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8053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2"/>
        <p:cNvGrpSpPr/>
        <p:nvPr/>
      </p:nvGrpSpPr>
      <p:grpSpPr>
        <a:xfrm>
          <a:off x="0" y="0"/>
          <a:ext cx="0" cy="0"/>
          <a:chOff x="0" y="0"/>
          <a:chExt cx="0" cy="0"/>
        </a:xfrm>
      </p:grpSpPr>
      <p:sp>
        <p:nvSpPr>
          <p:cNvPr id="1923" name="Google Shape;1923;p1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4" name="Google Shape;1924;p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6"/>
        <p:cNvGrpSpPr/>
        <p:nvPr/>
      </p:nvGrpSpPr>
      <p:grpSpPr>
        <a:xfrm>
          <a:off x="0" y="0"/>
          <a:ext cx="0" cy="0"/>
          <a:chOff x="0" y="0"/>
          <a:chExt cx="0" cy="0"/>
        </a:xfrm>
      </p:grpSpPr>
      <p:sp>
        <p:nvSpPr>
          <p:cNvPr id="1937" name="Google Shape;1937;p1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8" name="Google Shape;1938;p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5"/>
        <p:cNvGrpSpPr/>
        <p:nvPr/>
      </p:nvGrpSpPr>
      <p:grpSpPr>
        <a:xfrm>
          <a:off x="0" y="0"/>
          <a:ext cx="0" cy="0"/>
          <a:chOff x="0" y="0"/>
          <a:chExt cx="0" cy="0"/>
        </a:xfrm>
      </p:grpSpPr>
      <p:sp>
        <p:nvSpPr>
          <p:cNvPr id="1946" name="Google Shape;1946;p1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7" name="Google Shape;1947;p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3/2/2026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3/2/2026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3/2/2026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3/2/2026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3/2/2026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3/2/2026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3/2/2026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3/2/2026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3/2/2026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extLst>
      <p:ext uri="{BB962C8B-B14F-4D97-AF65-F5344CB8AC3E}">
        <p14:creationId xmlns:p14="http://schemas.microsoft.com/office/powerpoint/2010/main" val="1377224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extLst>
      <p:ext uri="{BB962C8B-B14F-4D97-AF65-F5344CB8AC3E}">
        <p14:creationId xmlns:p14="http://schemas.microsoft.com/office/powerpoint/2010/main" val="36235682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4108132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31975970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6790368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2316722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3/2/2026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11498790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00374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1.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 Id="rId9"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3/2/2026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62842228"/>
      </p:ext>
    </p:extLst>
  </p:cSld>
  <p:clrMap bg1="lt1" tx1="dk1" bg2="dk2" tx2="lt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117" Type="http://schemas.openxmlformats.org/officeDocument/2006/relationships/customXml" Target="../ink/ink59.xml"/><Relationship Id="rId21" Type="http://schemas.openxmlformats.org/officeDocument/2006/relationships/image" Target="../media/image15.png"/><Relationship Id="rId42" Type="http://schemas.openxmlformats.org/officeDocument/2006/relationships/customXml" Target="../ink/ink21.xml"/><Relationship Id="rId63" Type="http://schemas.openxmlformats.org/officeDocument/2006/relationships/image" Target="../media/image36.png"/><Relationship Id="rId84" Type="http://schemas.openxmlformats.org/officeDocument/2006/relationships/customXml" Target="../ink/ink42.xml"/><Relationship Id="rId138" Type="http://schemas.openxmlformats.org/officeDocument/2006/relationships/image" Target="../media/image73.png"/><Relationship Id="rId159" Type="http://schemas.openxmlformats.org/officeDocument/2006/relationships/customXml" Target="../ink/ink80.xml"/><Relationship Id="rId170" Type="http://schemas.openxmlformats.org/officeDocument/2006/relationships/image" Target="../media/image89.png"/><Relationship Id="rId191" Type="http://schemas.openxmlformats.org/officeDocument/2006/relationships/customXml" Target="../ink/ink96.xml"/><Relationship Id="rId205" Type="http://schemas.openxmlformats.org/officeDocument/2006/relationships/customXml" Target="../ink/ink103.xml"/><Relationship Id="rId226" Type="http://schemas.openxmlformats.org/officeDocument/2006/relationships/image" Target="../media/image117.png"/><Relationship Id="rId107" Type="http://schemas.openxmlformats.org/officeDocument/2006/relationships/image" Target="../media/image58.png"/><Relationship Id="rId11" Type="http://schemas.openxmlformats.org/officeDocument/2006/relationships/image" Target="../media/image10.png"/><Relationship Id="rId32" Type="http://schemas.openxmlformats.org/officeDocument/2006/relationships/customXml" Target="../ink/ink16.xml"/><Relationship Id="rId53" Type="http://schemas.openxmlformats.org/officeDocument/2006/relationships/image" Target="../media/image31.png"/><Relationship Id="rId74" Type="http://schemas.openxmlformats.org/officeDocument/2006/relationships/customXml" Target="../ink/ink37.xml"/><Relationship Id="rId128" Type="http://schemas.openxmlformats.org/officeDocument/2006/relationships/image" Target="../media/image68.png"/><Relationship Id="rId149" Type="http://schemas.openxmlformats.org/officeDocument/2006/relationships/customXml" Target="../ink/ink75.xml"/><Relationship Id="rId5" Type="http://schemas.openxmlformats.org/officeDocument/2006/relationships/image" Target="../media/image7.png"/><Relationship Id="rId95" Type="http://schemas.openxmlformats.org/officeDocument/2006/relationships/image" Target="../media/image52.png"/><Relationship Id="rId160" Type="http://schemas.openxmlformats.org/officeDocument/2006/relationships/image" Target="../media/image84.png"/><Relationship Id="rId181" Type="http://schemas.openxmlformats.org/officeDocument/2006/relationships/customXml" Target="../ink/ink91.xml"/><Relationship Id="rId216" Type="http://schemas.openxmlformats.org/officeDocument/2006/relationships/image" Target="../media/image112.png"/><Relationship Id="rId22" Type="http://schemas.openxmlformats.org/officeDocument/2006/relationships/customXml" Target="../ink/ink11.xml"/><Relationship Id="rId43" Type="http://schemas.openxmlformats.org/officeDocument/2006/relationships/image" Target="../media/image26.png"/><Relationship Id="rId64" Type="http://schemas.openxmlformats.org/officeDocument/2006/relationships/customXml" Target="../ink/ink32.xml"/><Relationship Id="rId118" Type="http://schemas.openxmlformats.org/officeDocument/2006/relationships/image" Target="../media/image63.png"/><Relationship Id="rId139" Type="http://schemas.openxmlformats.org/officeDocument/2006/relationships/customXml" Target="../ink/ink70.xml"/><Relationship Id="rId85" Type="http://schemas.openxmlformats.org/officeDocument/2006/relationships/image" Target="../media/image47.png"/><Relationship Id="rId150" Type="http://schemas.openxmlformats.org/officeDocument/2006/relationships/image" Target="../media/image79.png"/><Relationship Id="rId171" Type="http://schemas.openxmlformats.org/officeDocument/2006/relationships/customXml" Target="../ink/ink86.xml"/><Relationship Id="rId192" Type="http://schemas.openxmlformats.org/officeDocument/2006/relationships/image" Target="../media/image100.png"/><Relationship Id="rId206" Type="http://schemas.openxmlformats.org/officeDocument/2006/relationships/image" Target="../media/image107.png"/><Relationship Id="rId227" Type="http://schemas.openxmlformats.org/officeDocument/2006/relationships/customXml" Target="../ink/ink114.xml"/><Relationship Id="rId12" Type="http://schemas.openxmlformats.org/officeDocument/2006/relationships/customXml" Target="../ink/ink6.xml"/><Relationship Id="rId33" Type="http://schemas.openxmlformats.org/officeDocument/2006/relationships/image" Target="../media/image21.png"/><Relationship Id="rId108" Type="http://schemas.openxmlformats.org/officeDocument/2006/relationships/customXml" Target="../ink/ink54.xml"/><Relationship Id="rId129" Type="http://schemas.openxmlformats.org/officeDocument/2006/relationships/customXml" Target="../ink/ink65.xml"/><Relationship Id="rId54" Type="http://schemas.openxmlformats.org/officeDocument/2006/relationships/customXml" Target="../ink/ink27.xml"/><Relationship Id="rId75" Type="http://schemas.openxmlformats.org/officeDocument/2006/relationships/image" Target="../media/image42.png"/><Relationship Id="rId96" Type="http://schemas.openxmlformats.org/officeDocument/2006/relationships/customXml" Target="../ink/ink48.xml"/><Relationship Id="rId140" Type="http://schemas.openxmlformats.org/officeDocument/2006/relationships/image" Target="../media/image74.png"/><Relationship Id="rId161" Type="http://schemas.openxmlformats.org/officeDocument/2006/relationships/customXml" Target="../ink/ink81.xml"/><Relationship Id="rId182" Type="http://schemas.openxmlformats.org/officeDocument/2006/relationships/image" Target="../media/image95.png"/><Relationship Id="rId217" Type="http://schemas.openxmlformats.org/officeDocument/2006/relationships/customXml" Target="../ink/ink109.xml"/><Relationship Id="rId6" Type="http://schemas.openxmlformats.org/officeDocument/2006/relationships/customXml" Target="../ink/ink3.xml"/><Relationship Id="rId23" Type="http://schemas.openxmlformats.org/officeDocument/2006/relationships/image" Target="../media/image16.png"/><Relationship Id="rId119" Type="http://schemas.openxmlformats.org/officeDocument/2006/relationships/customXml" Target="../ink/ink60.xml"/><Relationship Id="rId44" Type="http://schemas.openxmlformats.org/officeDocument/2006/relationships/customXml" Target="../ink/ink22.xml"/><Relationship Id="rId65" Type="http://schemas.openxmlformats.org/officeDocument/2006/relationships/image" Target="../media/image37.png"/><Relationship Id="rId86" Type="http://schemas.openxmlformats.org/officeDocument/2006/relationships/customXml" Target="../ink/ink43.xml"/><Relationship Id="rId130" Type="http://schemas.openxmlformats.org/officeDocument/2006/relationships/image" Target="../media/image69.png"/><Relationship Id="rId151" Type="http://schemas.openxmlformats.org/officeDocument/2006/relationships/customXml" Target="../ink/ink76.xml"/><Relationship Id="rId172" Type="http://schemas.openxmlformats.org/officeDocument/2006/relationships/image" Target="../media/image90.png"/><Relationship Id="rId193" Type="http://schemas.openxmlformats.org/officeDocument/2006/relationships/customXml" Target="../ink/ink97.xml"/><Relationship Id="rId207" Type="http://schemas.openxmlformats.org/officeDocument/2006/relationships/customXml" Target="../ink/ink104.xml"/><Relationship Id="rId228" Type="http://schemas.openxmlformats.org/officeDocument/2006/relationships/image" Target="../media/image118.png"/><Relationship Id="rId13" Type="http://schemas.openxmlformats.org/officeDocument/2006/relationships/image" Target="../media/image11.png"/><Relationship Id="rId109" Type="http://schemas.openxmlformats.org/officeDocument/2006/relationships/image" Target="../media/image59.png"/><Relationship Id="rId34" Type="http://schemas.openxmlformats.org/officeDocument/2006/relationships/customXml" Target="../ink/ink17.xml"/><Relationship Id="rId55" Type="http://schemas.openxmlformats.org/officeDocument/2006/relationships/image" Target="../media/image32.png"/><Relationship Id="rId76" Type="http://schemas.openxmlformats.org/officeDocument/2006/relationships/customXml" Target="../ink/ink38.xml"/><Relationship Id="rId97" Type="http://schemas.openxmlformats.org/officeDocument/2006/relationships/image" Target="../media/image53.png"/><Relationship Id="rId120" Type="http://schemas.openxmlformats.org/officeDocument/2006/relationships/image" Target="../media/image64.png"/><Relationship Id="rId141" Type="http://schemas.openxmlformats.org/officeDocument/2006/relationships/customXml" Target="../ink/ink71.xml"/><Relationship Id="rId7" Type="http://schemas.openxmlformats.org/officeDocument/2006/relationships/image" Target="../media/image8.png"/><Relationship Id="rId162" Type="http://schemas.openxmlformats.org/officeDocument/2006/relationships/image" Target="../media/image85.png"/><Relationship Id="rId183" Type="http://schemas.openxmlformats.org/officeDocument/2006/relationships/customXml" Target="../ink/ink92.xml"/><Relationship Id="rId218" Type="http://schemas.openxmlformats.org/officeDocument/2006/relationships/image" Target="../media/image113.png"/><Relationship Id="rId24" Type="http://schemas.openxmlformats.org/officeDocument/2006/relationships/customXml" Target="../ink/ink12.xml"/><Relationship Id="rId45" Type="http://schemas.openxmlformats.org/officeDocument/2006/relationships/image" Target="../media/image27.png"/><Relationship Id="rId66" Type="http://schemas.openxmlformats.org/officeDocument/2006/relationships/customXml" Target="../ink/ink33.xml"/><Relationship Id="rId87" Type="http://schemas.openxmlformats.org/officeDocument/2006/relationships/image" Target="../media/image48.png"/><Relationship Id="rId110" Type="http://schemas.openxmlformats.org/officeDocument/2006/relationships/customXml" Target="../ink/ink55.xml"/><Relationship Id="rId131" Type="http://schemas.openxmlformats.org/officeDocument/2006/relationships/customXml" Target="../ink/ink66.xml"/><Relationship Id="rId152" Type="http://schemas.openxmlformats.org/officeDocument/2006/relationships/image" Target="../media/image80.png"/><Relationship Id="rId173" Type="http://schemas.openxmlformats.org/officeDocument/2006/relationships/customXml" Target="../ink/ink87.xml"/><Relationship Id="rId194" Type="http://schemas.openxmlformats.org/officeDocument/2006/relationships/image" Target="../media/image101.png"/><Relationship Id="rId208" Type="http://schemas.openxmlformats.org/officeDocument/2006/relationships/image" Target="../media/image108.png"/><Relationship Id="rId229" Type="http://schemas.openxmlformats.org/officeDocument/2006/relationships/customXml" Target="../ink/ink115.xml"/><Relationship Id="rId14" Type="http://schemas.openxmlformats.org/officeDocument/2006/relationships/customXml" Target="../ink/ink7.xml"/><Relationship Id="rId35" Type="http://schemas.openxmlformats.org/officeDocument/2006/relationships/image" Target="../media/image22.png"/><Relationship Id="rId56" Type="http://schemas.openxmlformats.org/officeDocument/2006/relationships/customXml" Target="../ink/ink28.xml"/><Relationship Id="rId77" Type="http://schemas.openxmlformats.org/officeDocument/2006/relationships/image" Target="../media/image43.png"/><Relationship Id="rId100" Type="http://schemas.openxmlformats.org/officeDocument/2006/relationships/customXml" Target="../ink/ink50.xml"/><Relationship Id="rId8" Type="http://schemas.openxmlformats.org/officeDocument/2006/relationships/customXml" Target="../ink/ink4.xml"/><Relationship Id="rId98" Type="http://schemas.openxmlformats.org/officeDocument/2006/relationships/customXml" Target="../ink/ink49.xml"/><Relationship Id="rId121" Type="http://schemas.openxmlformats.org/officeDocument/2006/relationships/customXml" Target="../ink/ink61.xml"/><Relationship Id="rId142" Type="http://schemas.openxmlformats.org/officeDocument/2006/relationships/image" Target="../media/image75.png"/><Relationship Id="rId163" Type="http://schemas.openxmlformats.org/officeDocument/2006/relationships/customXml" Target="../ink/ink82.xml"/><Relationship Id="rId184" Type="http://schemas.openxmlformats.org/officeDocument/2006/relationships/image" Target="../media/image96.png"/><Relationship Id="rId219" Type="http://schemas.openxmlformats.org/officeDocument/2006/relationships/customXml" Target="../ink/ink110.xml"/><Relationship Id="rId230" Type="http://schemas.openxmlformats.org/officeDocument/2006/relationships/image" Target="../media/image119.png"/><Relationship Id="rId25" Type="http://schemas.openxmlformats.org/officeDocument/2006/relationships/image" Target="../media/image17.png"/><Relationship Id="rId46" Type="http://schemas.openxmlformats.org/officeDocument/2006/relationships/customXml" Target="../ink/ink23.xml"/><Relationship Id="rId67" Type="http://schemas.openxmlformats.org/officeDocument/2006/relationships/image" Target="../media/image38.png"/><Relationship Id="rId116" Type="http://schemas.openxmlformats.org/officeDocument/2006/relationships/image" Target="../media/image62.png"/><Relationship Id="rId137" Type="http://schemas.openxmlformats.org/officeDocument/2006/relationships/customXml" Target="../ink/ink69.xml"/><Relationship Id="rId158" Type="http://schemas.openxmlformats.org/officeDocument/2006/relationships/image" Target="../media/image83.png"/><Relationship Id="rId20" Type="http://schemas.openxmlformats.org/officeDocument/2006/relationships/customXml" Target="../ink/ink10.xml"/><Relationship Id="rId41" Type="http://schemas.openxmlformats.org/officeDocument/2006/relationships/image" Target="../media/image25.png"/><Relationship Id="rId62" Type="http://schemas.openxmlformats.org/officeDocument/2006/relationships/customXml" Target="../ink/ink31.xml"/><Relationship Id="rId83" Type="http://schemas.openxmlformats.org/officeDocument/2006/relationships/image" Target="../media/image46.png"/><Relationship Id="rId88" Type="http://schemas.openxmlformats.org/officeDocument/2006/relationships/customXml" Target="../ink/ink44.xml"/><Relationship Id="rId111" Type="http://schemas.openxmlformats.org/officeDocument/2006/relationships/image" Target="../media/image60.png"/><Relationship Id="rId132" Type="http://schemas.openxmlformats.org/officeDocument/2006/relationships/image" Target="../media/image70.png"/><Relationship Id="rId153" Type="http://schemas.openxmlformats.org/officeDocument/2006/relationships/customXml" Target="../ink/ink77.xml"/><Relationship Id="rId174" Type="http://schemas.openxmlformats.org/officeDocument/2006/relationships/image" Target="../media/image91.png"/><Relationship Id="rId179" Type="http://schemas.openxmlformats.org/officeDocument/2006/relationships/customXml" Target="../ink/ink90.xml"/><Relationship Id="rId195" Type="http://schemas.openxmlformats.org/officeDocument/2006/relationships/customXml" Target="../ink/ink98.xml"/><Relationship Id="rId209" Type="http://schemas.openxmlformats.org/officeDocument/2006/relationships/customXml" Target="../ink/ink105.xml"/><Relationship Id="rId190" Type="http://schemas.openxmlformats.org/officeDocument/2006/relationships/image" Target="../media/image99.png"/><Relationship Id="rId204" Type="http://schemas.openxmlformats.org/officeDocument/2006/relationships/image" Target="../media/image106.png"/><Relationship Id="rId220" Type="http://schemas.openxmlformats.org/officeDocument/2006/relationships/image" Target="../media/image114.png"/><Relationship Id="rId225" Type="http://schemas.openxmlformats.org/officeDocument/2006/relationships/customXml" Target="../ink/ink113.xml"/><Relationship Id="rId15" Type="http://schemas.openxmlformats.org/officeDocument/2006/relationships/image" Target="../media/image12.png"/><Relationship Id="rId36" Type="http://schemas.openxmlformats.org/officeDocument/2006/relationships/customXml" Target="../ink/ink18.xml"/><Relationship Id="rId57" Type="http://schemas.openxmlformats.org/officeDocument/2006/relationships/image" Target="../media/image33.png"/><Relationship Id="rId106" Type="http://schemas.openxmlformats.org/officeDocument/2006/relationships/customXml" Target="../ink/ink53.xml"/><Relationship Id="rId127" Type="http://schemas.openxmlformats.org/officeDocument/2006/relationships/customXml" Target="../ink/ink64.xml"/><Relationship Id="rId10" Type="http://schemas.openxmlformats.org/officeDocument/2006/relationships/customXml" Target="../ink/ink5.xml"/><Relationship Id="rId31" Type="http://schemas.openxmlformats.org/officeDocument/2006/relationships/image" Target="../media/image20.png"/><Relationship Id="rId52" Type="http://schemas.openxmlformats.org/officeDocument/2006/relationships/customXml" Target="../ink/ink26.xml"/><Relationship Id="rId73" Type="http://schemas.openxmlformats.org/officeDocument/2006/relationships/image" Target="../media/image41.png"/><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54.png"/><Relationship Id="rId101" Type="http://schemas.openxmlformats.org/officeDocument/2006/relationships/image" Target="../media/image55.png"/><Relationship Id="rId122" Type="http://schemas.openxmlformats.org/officeDocument/2006/relationships/image" Target="../media/image65.png"/><Relationship Id="rId143" Type="http://schemas.openxmlformats.org/officeDocument/2006/relationships/customXml" Target="../ink/ink72.xml"/><Relationship Id="rId148" Type="http://schemas.openxmlformats.org/officeDocument/2006/relationships/image" Target="../media/image78.png"/><Relationship Id="rId164" Type="http://schemas.openxmlformats.org/officeDocument/2006/relationships/image" Target="../media/image86.png"/><Relationship Id="rId169" Type="http://schemas.openxmlformats.org/officeDocument/2006/relationships/customXml" Target="../ink/ink85.xml"/><Relationship Id="rId185" Type="http://schemas.openxmlformats.org/officeDocument/2006/relationships/customXml" Target="../ink/ink93.xml"/><Relationship Id="rId4" Type="http://schemas.openxmlformats.org/officeDocument/2006/relationships/customXml" Target="../ink/ink2.xml"/><Relationship Id="rId9" Type="http://schemas.openxmlformats.org/officeDocument/2006/relationships/image" Target="../media/image9.png"/><Relationship Id="rId180" Type="http://schemas.openxmlformats.org/officeDocument/2006/relationships/image" Target="../media/image94.png"/><Relationship Id="rId210" Type="http://schemas.openxmlformats.org/officeDocument/2006/relationships/image" Target="../media/image109.png"/><Relationship Id="rId215" Type="http://schemas.openxmlformats.org/officeDocument/2006/relationships/customXml" Target="../ink/ink108.xml"/><Relationship Id="rId26" Type="http://schemas.openxmlformats.org/officeDocument/2006/relationships/customXml" Target="../ink/ink13.xml"/><Relationship Id="rId231" Type="http://schemas.openxmlformats.org/officeDocument/2006/relationships/customXml" Target="../ink/ink116.xml"/><Relationship Id="rId47" Type="http://schemas.openxmlformats.org/officeDocument/2006/relationships/image" Target="../media/image28.png"/><Relationship Id="rId68" Type="http://schemas.openxmlformats.org/officeDocument/2006/relationships/customXml" Target="../ink/ink34.xml"/><Relationship Id="rId89" Type="http://schemas.openxmlformats.org/officeDocument/2006/relationships/image" Target="../media/image49.png"/><Relationship Id="rId112" Type="http://schemas.openxmlformats.org/officeDocument/2006/relationships/customXml" Target="../ink/ink56.xml"/><Relationship Id="rId133" Type="http://schemas.openxmlformats.org/officeDocument/2006/relationships/customXml" Target="../ink/ink67.xml"/><Relationship Id="rId154" Type="http://schemas.openxmlformats.org/officeDocument/2006/relationships/image" Target="../media/image81.png"/><Relationship Id="rId175" Type="http://schemas.openxmlformats.org/officeDocument/2006/relationships/customXml" Target="../ink/ink88.xml"/><Relationship Id="rId196" Type="http://schemas.openxmlformats.org/officeDocument/2006/relationships/image" Target="../media/image102.png"/><Relationship Id="rId200" Type="http://schemas.openxmlformats.org/officeDocument/2006/relationships/image" Target="../media/image104.png"/><Relationship Id="rId16" Type="http://schemas.openxmlformats.org/officeDocument/2006/relationships/customXml" Target="../ink/ink8.xml"/><Relationship Id="rId221" Type="http://schemas.openxmlformats.org/officeDocument/2006/relationships/customXml" Target="../ink/ink111.xml"/><Relationship Id="rId37" Type="http://schemas.openxmlformats.org/officeDocument/2006/relationships/image" Target="../media/image23.png"/><Relationship Id="rId58" Type="http://schemas.openxmlformats.org/officeDocument/2006/relationships/customXml" Target="../ink/ink29.xml"/><Relationship Id="rId79" Type="http://schemas.openxmlformats.org/officeDocument/2006/relationships/image" Target="../media/image44.png"/><Relationship Id="rId102" Type="http://schemas.openxmlformats.org/officeDocument/2006/relationships/customXml" Target="../ink/ink51.xml"/><Relationship Id="rId123" Type="http://schemas.openxmlformats.org/officeDocument/2006/relationships/customXml" Target="../ink/ink62.xml"/><Relationship Id="rId144" Type="http://schemas.openxmlformats.org/officeDocument/2006/relationships/image" Target="../media/image76.png"/><Relationship Id="rId90" Type="http://schemas.openxmlformats.org/officeDocument/2006/relationships/customXml" Target="../ink/ink45.xml"/><Relationship Id="rId165" Type="http://schemas.openxmlformats.org/officeDocument/2006/relationships/customXml" Target="../ink/ink83.xml"/><Relationship Id="rId186" Type="http://schemas.openxmlformats.org/officeDocument/2006/relationships/image" Target="../media/image97.png"/><Relationship Id="rId211" Type="http://schemas.openxmlformats.org/officeDocument/2006/relationships/customXml" Target="../ink/ink106.xml"/><Relationship Id="rId232" Type="http://schemas.openxmlformats.org/officeDocument/2006/relationships/image" Target="../media/image120.png"/><Relationship Id="rId27" Type="http://schemas.openxmlformats.org/officeDocument/2006/relationships/image" Target="../media/image18.png"/><Relationship Id="rId48" Type="http://schemas.openxmlformats.org/officeDocument/2006/relationships/customXml" Target="../ink/ink24.xml"/><Relationship Id="rId69" Type="http://schemas.openxmlformats.org/officeDocument/2006/relationships/image" Target="../media/image39.png"/><Relationship Id="rId113" Type="http://schemas.openxmlformats.org/officeDocument/2006/relationships/image" Target="../media/image61.png"/><Relationship Id="rId134" Type="http://schemas.openxmlformats.org/officeDocument/2006/relationships/image" Target="../media/image71.png"/><Relationship Id="rId80" Type="http://schemas.openxmlformats.org/officeDocument/2006/relationships/customXml" Target="../ink/ink40.xml"/><Relationship Id="rId155" Type="http://schemas.openxmlformats.org/officeDocument/2006/relationships/customXml" Target="../ink/ink78.xml"/><Relationship Id="rId176" Type="http://schemas.openxmlformats.org/officeDocument/2006/relationships/image" Target="../media/image92.png"/><Relationship Id="rId197" Type="http://schemas.openxmlformats.org/officeDocument/2006/relationships/customXml" Target="../ink/ink99.xml"/><Relationship Id="rId201" Type="http://schemas.openxmlformats.org/officeDocument/2006/relationships/customXml" Target="../ink/ink101.xml"/><Relationship Id="rId222" Type="http://schemas.openxmlformats.org/officeDocument/2006/relationships/image" Target="../media/image115.png"/><Relationship Id="rId17" Type="http://schemas.openxmlformats.org/officeDocument/2006/relationships/image" Target="../media/image13.png"/><Relationship Id="rId38" Type="http://schemas.openxmlformats.org/officeDocument/2006/relationships/customXml" Target="../ink/ink19.xml"/><Relationship Id="rId59" Type="http://schemas.openxmlformats.org/officeDocument/2006/relationships/image" Target="../media/image34.png"/><Relationship Id="rId103" Type="http://schemas.openxmlformats.org/officeDocument/2006/relationships/image" Target="../media/image56.png"/><Relationship Id="rId124" Type="http://schemas.openxmlformats.org/officeDocument/2006/relationships/image" Target="../media/image66.png"/><Relationship Id="rId70" Type="http://schemas.openxmlformats.org/officeDocument/2006/relationships/customXml" Target="../ink/ink35.xml"/><Relationship Id="rId91" Type="http://schemas.openxmlformats.org/officeDocument/2006/relationships/image" Target="../media/image50.png"/><Relationship Id="rId145" Type="http://schemas.openxmlformats.org/officeDocument/2006/relationships/customXml" Target="../ink/ink73.xml"/><Relationship Id="rId166" Type="http://schemas.openxmlformats.org/officeDocument/2006/relationships/image" Target="../media/image87.png"/><Relationship Id="rId187" Type="http://schemas.openxmlformats.org/officeDocument/2006/relationships/customXml" Target="../ink/ink94.xml"/><Relationship Id="rId1" Type="http://schemas.openxmlformats.org/officeDocument/2006/relationships/slideLayout" Target="../slideLayouts/slideLayout45.xml"/><Relationship Id="rId212" Type="http://schemas.openxmlformats.org/officeDocument/2006/relationships/image" Target="../media/image110.png"/><Relationship Id="rId28" Type="http://schemas.openxmlformats.org/officeDocument/2006/relationships/customXml" Target="../ink/ink14.xml"/><Relationship Id="rId49" Type="http://schemas.openxmlformats.org/officeDocument/2006/relationships/image" Target="../media/image29.png"/><Relationship Id="rId114" Type="http://schemas.openxmlformats.org/officeDocument/2006/relationships/customXml" Target="../ink/ink57.xml"/><Relationship Id="rId60" Type="http://schemas.openxmlformats.org/officeDocument/2006/relationships/customXml" Target="../ink/ink30.xml"/><Relationship Id="rId81" Type="http://schemas.openxmlformats.org/officeDocument/2006/relationships/image" Target="../media/image45.png"/><Relationship Id="rId135" Type="http://schemas.openxmlformats.org/officeDocument/2006/relationships/customXml" Target="../ink/ink68.xml"/><Relationship Id="rId156" Type="http://schemas.openxmlformats.org/officeDocument/2006/relationships/image" Target="../media/image82.png"/><Relationship Id="rId177" Type="http://schemas.openxmlformats.org/officeDocument/2006/relationships/customXml" Target="../ink/ink89.xml"/><Relationship Id="rId198" Type="http://schemas.openxmlformats.org/officeDocument/2006/relationships/image" Target="../media/image103.png"/><Relationship Id="rId202" Type="http://schemas.openxmlformats.org/officeDocument/2006/relationships/image" Target="../media/image105.png"/><Relationship Id="rId223" Type="http://schemas.openxmlformats.org/officeDocument/2006/relationships/customXml" Target="../ink/ink112.xml"/><Relationship Id="rId18" Type="http://schemas.openxmlformats.org/officeDocument/2006/relationships/customXml" Target="../ink/ink9.xml"/><Relationship Id="rId39" Type="http://schemas.openxmlformats.org/officeDocument/2006/relationships/image" Target="../media/image24.png"/><Relationship Id="rId50" Type="http://schemas.openxmlformats.org/officeDocument/2006/relationships/customXml" Target="../ink/ink25.xml"/><Relationship Id="rId104" Type="http://schemas.openxmlformats.org/officeDocument/2006/relationships/customXml" Target="../ink/ink52.xml"/><Relationship Id="rId125" Type="http://schemas.openxmlformats.org/officeDocument/2006/relationships/customXml" Target="../ink/ink63.xml"/><Relationship Id="rId146" Type="http://schemas.openxmlformats.org/officeDocument/2006/relationships/image" Target="../media/image77.png"/><Relationship Id="rId167" Type="http://schemas.openxmlformats.org/officeDocument/2006/relationships/customXml" Target="../ink/ink84.xml"/><Relationship Id="rId188" Type="http://schemas.openxmlformats.org/officeDocument/2006/relationships/image" Target="../media/image98.png"/><Relationship Id="rId71" Type="http://schemas.openxmlformats.org/officeDocument/2006/relationships/image" Target="../media/image40.png"/><Relationship Id="rId92" Type="http://schemas.openxmlformats.org/officeDocument/2006/relationships/customXml" Target="../ink/ink46.xml"/><Relationship Id="rId213" Type="http://schemas.openxmlformats.org/officeDocument/2006/relationships/customXml" Target="../ink/ink107.xml"/><Relationship Id="rId2" Type="http://schemas.openxmlformats.org/officeDocument/2006/relationships/customXml" Target="../ink/ink1.xml"/><Relationship Id="rId29" Type="http://schemas.openxmlformats.org/officeDocument/2006/relationships/image" Target="../media/image19.png"/><Relationship Id="rId40" Type="http://schemas.openxmlformats.org/officeDocument/2006/relationships/customXml" Target="../ink/ink20.xml"/><Relationship Id="rId115" Type="http://schemas.openxmlformats.org/officeDocument/2006/relationships/customXml" Target="../ink/ink58.xml"/><Relationship Id="rId136" Type="http://schemas.openxmlformats.org/officeDocument/2006/relationships/image" Target="../media/image72.png"/><Relationship Id="rId157" Type="http://schemas.openxmlformats.org/officeDocument/2006/relationships/customXml" Target="../ink/ink79.xml"/><Relationship Id="rId178" Type="http://schemas.openxmlformats.org/officeDocument/2006/relationships/image" Target="../media/image93.png"/><Relationship Id="rId61" Type="http://schemas.openxmlformats.org/officeDocument/2006/relationships/image" Target="../media/image35.png"/><Relationship Id="rId82" Type="http://schemas.openxmlformats.org/officeDocument/2006/relationships/customXml" Target="../ink/ink41.xml"/><Relationship Id="rId199" Type="http://schemas.openxmlformats.org/officeDocument/2006/relationships/customXml" Target="../ink/ink100.xml"/><Relationship Id="rId203" Type="http://schemas.openxmlformats.org/officeDocument/2006/relationships/customXml" Target="../ink/ink102.xml"/><Relationship Id="rId19" Type="http://schemas.openxmlformats.org/officeDocument/2006/relationships/image" Target="../media/image14.png"/><Relationship Id="rId224" Type="http://schemas.openxmlformats.org/officeDocument/2006/relationships/image" Target="../media/image116.png"/><Relationship Id="rId30" Type="http://schemas.openxmlformats.org/officeDocument/2006/relationships/customXml" Target="../ink/ink15.xml"/><Relationship Id="rId105" Type="http://schemas.openxmlformats.org/officeDocument/2006/relationships/image" Target="../media/image57.png"/><Relationship Id="rId126" Type="http://schemas.openxmlformats.org/officeDocument/2006/relationships/image" Target="../media/image67.png"/><Relationship Id="rId147" Type="http://schemas.openxmlformats.org/officeDocument/2006/relationships/customXml" Target="../ink/ink74.xml"/><Relationship Id="rId168" Type="http://schemas.openxmlformats.org/officeDocument/2006/relationships/image" Target="../media/image88.png"/><Relationship Id="rId51" Type="http://schemas.openxmlformats.org/officeDocument/2006/relationships/image" Target="../media/image30.png"/><Relationship Id="rId72" Type="http://schemas.openxmlformats.org/officeDocument/2006/relationships/customXml" Target="../ink/ink36.xml"/><Relationship Id="rId93" Type="http://schemas.openxmlformats.org/officeDocument/2006/relationships/image" Target="../media/image51.png"/><Relationship Id="rId189" Type="http://schemas.openxmlformats.org/officeDocument/2006/relationships/customXml" Target="../ink/ink95.xml"/><Relationship Id="rId3" Type="http://schemas.openxmlformats.org/officeDocument/2006/relationships/image" Target="../media/image6.png"/><Relationship Id="rId214" Type="http://schemas.openxmlformats.org/officeDocument/2006/relationships/image" Target="../media/image111.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5.xml"/><Relationship Id="rId4" Type="http://schemas.openxmlformats.org/officeDocument/2006/relationships/image" Target="../media/image121.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5.xml"/><Relationship Id="rId5" Type="http://schemas.openxmlformats.org/officeDocument/2006/relationships/image" Target="../media/image9.png"/><Relationship Id="rId4" Type="http://schemas.openxmlformats.org/officeDocument/2006/relationships/customXml" Target="../ink/ink117.xml"/></Relationships>
</file>

<file path=ppt/slides/_rels/slide9.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7.xml"/><Relationship Id="rId1" Type="http://schemas.openxmlformats.org/officeDocument/2006/relationships/slideLayout" Target="../slideLayouts/slideLayout45.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0.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128.jpeg"/><Relationship Id="rId3" Type="http://schemas.openxmlformats.org/officeDocument/2006/relationships/image" Target="../media/image123.jpeg"/><Relationship Id="rId7" Type="http://schemas.openxmlformats.org/officeDocument/2006/relationships/image" Target="../media/image127.tiff"/><Relationship Id="rId2" Type="http://schemas.openxmlformats.org/officeDocument/2006/relationships/notesSlide" Target="../notesSlides/notesSlide10.xml"/><Relationship Id="rId1" Type="http://schemas.openxmlformats.org/officeDocument/2006/relationships/slideLayout" Target="../slideLayouts/slideLayout37.xml"/><Relationship Id="rId6" Type="http://schemas.openxmlformats.org/officeDocument/2006/relationships/image" Target="../media/image126.tiff"/><Relationship Id="rId5" Type="http://schemas.openxmlformats.org/officeDocument/2006/relationships/image" Target="../media/image125.tiff"/><Relationship Id="rId4" Type="http://schemas.openxmlformats.org/officeDocument/2006/relationships/image" Target="../media/image124.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DAY-30</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Attachments</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Attachments</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Custom Entity</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Extensibility</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85"/>
        <p:cNvGrpSpPr/>
        <p:nvPr/>
      </p:nvGrpSpPr>
      <p:grpSpPr>
        <a:xfrm>
          <a:off x="0" y="0"/>
          <a:ext cx="0" cy="0"/>
          <a:chOff x="0" y="0"/>
          <a:chExt cx="0" cy="0"/>
        </a:xfrm>
      </p:grpSpPr>
      <p:sp>
        <p:nvSpPr>
          <p:cNvPr id="1887" name="Google Shape;1887;p106"/>
          <p:cNvSpPr txBox="1"/>
          <p:nvPr/>
        </p:nvSpPr>
        <p:spPr>
          <a:xfrm>
            <a:off x="224979" y="788088"/>
            <a:ext cx="11806237" cy="156966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433835"/>
                </a:solidFill>
                <a:effectLst/>
                <a:uLnTx/>
                <a:uFillTx/>
                <a:latin typeface="Calibri"/>
                <a:ea typeface="Calibri"/>
                <a:cs typeface="Calibri"/>
                <a:sym typeface="Calibri"/>
              </a:rPr>
              <a:t>Starring SAP ABAP on Cloud release 2208 SAP started direct support for attachments (PDF, Excel, Images, TXT, Word) including binary files. We must need to create a database table with </a:t>
            </a:r>
            <a:r>
              <a:rPr kumimoji="0" lang="en-US" sz="1600" b="0" i="0" u="none" strike="noStrike" kern="0" cap="none" spc="0" normalizeH="0" baseline="0" noProof="0" dirty="0" err="1">
                <a:ln>
                  <a:noFill/>
                </a:ln>
                <a:solidFill>
                  <a:srgbClr val="433835"/>
                </a:solidFill>
                <a:effectLst/>
                <a:uLnTx/>
                <a:uFillTx/>
                <a:latin typeface="Calibri"/>
                <a:ea typeface="Calibri"/>
                <a:cs typeface="Calibri"/>
                <a:sym typeface="Calibri"/>
              </a:rPr>
              <a:t>atleast</a:t>
            </a:r>
            <a:r>
              <a:rPr kumimoji="0" lang="en-US" sz="1600" b="0" i="0" u="none" strike="noStrike" kern="0" cap="none" spc="0" normalizeH="0" baseline="0" noProof="0" dirty="0">
                <a:ln>
                  <a:noFill/>
                </a:ln>
                <a:solidFill>
                  <a:srgbClr val="433835"/>
                </a:solidFill>
                <a:effectLst/>
                <a:uLnTx/>
                <a:uFillTx/>
                <a:latin typeface="Calibri"/>
                <a:ea typeface="Calibri"/>
                <a:cs typeface="Calibri"/>
                <a:sym typeface="Calibri"/>
              </a:rPr>
              <a:t> following columns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600"/>
              <a:buFont typeface="Arial"/>
              <a:buChar char="•"/>
              <a:tabLst/>
              <a:defRPr/>
            </a:pPr>
            <a:r>
              <a:rPr kumimoji="0" lang="en-US" sz="1600" b="0" i="0" u="none" strike="noStrike" kern="0" cap="none" spc="0" normalizeH="0" baseline="0" noProof="0" dirty="0">
                <a:ln>
                  <a:noFill/>
                </a:ln>
                <a:solidFill>
                  <a:srgbClr val="433835"/>
                </a:solidFill>
                <a:effectLst/>
                <a:uLnTx/>
                <a:uFillTx/>
                <a:latin typeface="Calibri"/>
                <a:ea typeface="Calibri"/>
                <a:cs typeface="Calibri"/>
                <a:sym typeface="Calibri"/>
              </a:rPr>
              <a:t>Attachment (Data type: RAWSTRING length 0)</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600"/>
              <a:buFont typeface="Arial"/>
              <a:buChar char="•"/>
              <a:tabLst/>
              <a:defRPr/>
            </a:pPr>
            <a:r>
              <a:rPr kumimoji="0" lang="en-US" sz="1600" b="0" i="0" u="none" strike="noStrike" kern="0" cap="none" spc="0" normalizeH="0" baseline="0" noProof="0" dirty="0" err="1">
                <a:ln>
                  <a:noFill/>
                </a:ln>
                <a:solidFill>
                  <a:srgbClr val="433835"/>
                </a:solidFill>
                <a:effectLst/>
                <a:uLnTx/>
                <a:uFillTx/>
                <a:latin typeface="Calibri"/>
                <a:ea typeface="Calibri"/>
                <a:cs typeface="Calibri"/>
                <a:sym typeface="Calibri"/>
              </a:rPr>
              <a:t>Mimetype</a:t>
            </a:r>
            <a:r>
              <a:rPr kumimoji="0" lang="en-US" sz="1600" b="0" i="0" u="none" strike="noStrike" kern="0" cap="none" spc="0" normalizeH="0" baseline="0" noProof="0" dirty="0">
                <a:ln>
                  <a:noFill/>
                </a:ln>
                <a:solidFill>
                  <a:srgbClr val="433835"/>
                </a:solidFill>
                <a:effectLst/>
                <a:uLnTx/>
                <a:uFillTx/>
                <a:latin typeface="Calibri"/>
                <a:ea typeface="Calibri"/>
                <a:cs typeface="Calibri"/>
                <a:sym typeface="Calibri"/>
              </a:rPr>
              <a:t> (Document type, String128)</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600"/>
              <a:buFont typeface="Arial"/>
              <a:buChar char="•"/>
              <a:tabLst/>
              <a:defRPr/>
            </a:pPr>
            <a:r>
              <a:rPr kumimoji="0" lang="en-US" sz="1600" b="0" i="0" u="none" strike="noStrike" kern="0" cap="none" spc="0" normalizeH="0" baseline="0" noProof="0" dirty="0">
                <a:ln>
                  <a:noFill/>
                </a:ln>
                <a:solidFill>
                  <a:srgbClr val="433835"/>
                </a:solidFill>
                <a:effectLst/>
                <a:uLnTx/>
                <a:uFillTx/>
                <a:latin typeface="Calibri"/>
                <a:ea typeface="Calibri"/>
                <a:cs typeface="Calibri"/>
                <a:sym typeface="Calibri"/>
              </a:rPr>
              <a:t>Filename (Document Name, String128)</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433835"/>
              </a:solidFill>
              <a:effectLst/>
              <a:uLnTx/>
              <a:uFillTx/>
              <a:latin typeface="Calibri"/>
              <a:ea typeface="Calibri"/>
              <a:cs typeface="Calibri"/>
              <a:sym typeface="Calibri"/>
            </a:endParaRPr>
          </a:p>
        </p:txBody>
      </p:sp>
      <p:sp>
        <p:nvSpPr>
          <p:cNvPr id="1888" name="Google Shape;1888;p106"/>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Attachments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sp>
        <p:nvSpPr>
          <p:cNvPr id="1891" name="Google Shape;1891;p106"/>
          <p:cNvSpPr/>
          <p:nvPr/>
        </p:nvSpPr>
        <p:spPr>
          <a:xfrm>
            <a:off x="1773932" y="2852936"/>
            <a:ext cx="2448272" cy="171932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Travel</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92" name="Google Shape;1892;p106"/>
          <p:cNvSpPr/>
          <p:nvPr/>
        </p:nvSpPr>
        <p:spPr>
          <a:xfrm>
            <a:off x="7894612" y="2832711"/>
            <a:ext cx="2448272" cy="171932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Attachments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893" name="Google Shape;1893;p106"/>
          <p:cNvCxnSpPr>
            <a:stCxn id="1891" idx="3"/>
            <a:endCxn id="1892" idx="1"/>
          </p:cNvCxnSpPr>
          <p:nvPr/>
        </p:nvCxnSpPr>
        <p:spPr>
          <a:xfrm rot="10800000" flipH="1">
            <a:off x="4222204" y="3692499"/>
            <a:ext cx="3672300" cy="20100"/>
          </a:xfrm>
          <a:prstGeom prst="straightConnector1">
            <a:avLst/>
          </a:prstGeom>
          <a:noFill/>
          <a:ln w="9525" cap="flat" cmpd="sng">
            <a:solidFill>
              <a:schemeClr val="accent1"/>
            </a:solidFill>
            <a:prstDash val="solid"/>
            <a:miter lim="800000"/>
            <a:headEnd type="none" w="sm" len="sm"/>
            <a:tailEnd type="none" w="sm" len="sm"/>
          </a:ln>
        </p:spPr>
      </p:cxnSp>
      <p:sp>
        <p:nvSpPr>
          <p:cNvPr id="1894" name="Google Shape;1894;p106"/>
          <p:cNvSpPr txBox="1"/>
          <p:nvPr/>
        </p:nvSpPr>
        <p:spPr>
          <a:xfrm>
            <a:off x="4366220" y="3140968"/>
            <a:ext cx="3456384" cy="46166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433835"/>
                </a:solidFill>
                <a:effectLst/>
                <a:uLnTx/>
                <a:uFillTx/>
                <a:latin typeface="Calibri"/>
                <a:ea typeface="Calibri"/>
                <a:cs typeface="Calibri"/>
                <a:sym typeface="Calibri"/>
              </a:rPr>
              <a:t>1		        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1"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98"/>
        <p:cNvGrpSpPr/>
        <p:nvPr/>
      </p:nvGrpSpPr>
      <p:grpSpPr>
        <a:xfrm>
          <a:off x="0" y="0"/>
          <a:ext cx="0" cy="0"/>
          <a:chOff x="0" y="0"/>
          <a:chExt cx="0" cy="0"/>
        </a:xfrm>
      </p:grpSpPr>
      <p:sp>
        <p:nvSpPr>
          <p:cNvPr id="1900" name="Google Shape;1900;p107"/>
          <p:cNvSpPr txBox="1"/>
          <p:nvPr/>
        </p:nvSpPr>
        <p:spPr>
          <a:xfrm>
            <a:off x="224979" y="788088"/>
            <a:ext cx="11806237" cy="3693319"/>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00000"/>
              </a:lnSpc>
              <a:spcBef>
                <a:spcPts val="0"/>
              </a:spcBef>
              <a:spcAft>
                <a:spcPts val="0"/>
              </a:spcAft>
              <a:buClr>
                <a:srgbClr val="433835"/>
              </a:buClr>
              <a:buSzPts val="1800"/>
              <a:buFont typeface="Wingdings" panose="05000000000000000000" pitchFamily="2" charset="2"/>
              <a:buChar char="ü"/>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Create new attachment table according to need and design</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Wingdings" panose="05000000000000000000" pitchFamily="2" charset="2"/>
              <a:buChar char="ü"/>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Create a Interface Entity for the attachment table and mark our attachment field with special attachment annotation, So the RAP framework can treat it as an attachment accordingly.</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Wingdings" panose="05000000000000000000" pitchFamily="2" charset="2"/>
              <a:buChar char="ü"/>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Add annotations for admin fields, and user labels.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Wingdings" panose="05000000000000000000" pitchFamily="2" charset="2"/>
              <a:buChar char="ü"/>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Create composition of our attachment table with travel entity like we had the composition of booking with travel entity.</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Create a projection view for attachment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Relationship between Travel processor view with attachment processor view entity</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Enhance the BDEF with attachment like booking</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Also expose the attachment functionality with draft to processor in behavior projection for processor</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Expose the entity of attachment processor in service definition</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Republish the OData V4 binding</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Add the metadata extension for attachment scenario and link a new facet in travel for attachment table</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Testing</a:t>
            </a:r>
            <a:endParaRPr kumimoji="0" sz="1800" b="0" i="0" u="none" strike="noStrike" kern="0" cap="none" spc="0" normalizeH="0" baseline="0" noProof="0" dirty="0">
              <a:ln>
                <a:noFill/>
              </a:ln>
              <a:solidFill>
                <a:srgbClr val="433835"/>
              </a:solidFill>
              <a:effectLst/>
              <a:uLnTx/>
              <a:uFillTx/>
              <a:latin typeface="Calibri"/>
              <a:ea typeface="Calibri"/>
              <a:cs typeface="Calibri"/>
              <a:sym typeface="Calibri"/>
            </a:endParaRPr>
          </a:p>
        </p:txBody>
      </p:sp>
      <p:sp>
        <p:nvSpPr>
          <p:cNvPr id="1901" name="Google Shape;1901;p107"/>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Steps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1" name="Group 160">
            <a:extLst>
              <a:ext uri="{FF2B5EF4-FFF2-40B4-BE49-F238E27FC236}">
                <a16:creationId xmlns:a16="http://schemas.microsoft.com/office/drawing/2014/main" id="{A12FD08C-BC9C-CF6F-2B80-31053D4D4104}"/>
              </a:ext>
            </a:extLst>
          </p:cNvPr>
          <p:cNvGrpSpPr/>
          <p:nvPr/>
        </p:nvGrpSpPr>
        <p:grpSpPr>
          <a:xfrm>
            <a:off x="9453704" y="1464762"/>
            <a:ext cx="1792080" cy="363240"/>
            <a:chOff x="9453704" y="1464762"/>
            <a:chExt cx="1792080" cy="363240"/>
          </a:xfrm>
        </p:grpSpPr>
        <mc:AlternateContent xmlns:mc="http://schemas.openxmlformats.org/markup-compatibility/2006">
          <mc:Choice xmlns:p14="http://schemas.microsoft.com/office/powerpoint/2010/main" Requires="p14">
            <p:contentPart p14:bwMode="auto" r:id="rId2">
              <p14:nvContentPartPr>
                <p14:cNvPr id="150" name="Ink 149">
                  <a:extLst>
                    <a:ext uri="{FF2B5EF4-FFF2-40B4-BE49-F238E27FC236}">
                      <a16:creationId xmlns:a16="http://schemas.microsoft.com/office/drawing/2014/main" id="{5169CABA-9CF2-A50F-49D2-4368ED217520}"/>
                    </a:ext>
                  </a:extLst>
                </p14:cNvPr>
                <p14:cNvContentPartPr/>
                <p14:nvPr/>
              </p14:nvContentPartPr>
              <p14:xfrm>
                <a:off x="9453704" y="1513722"/>
                <a:ext cx="146880" cy="140400"/>
              </p14:xfrm>
            </p:contentPart>
          </mc:Choice>
          <mc:Fallback>
            <p:pic>
              <p:nvPicPr>
                <p:cNvPr id="150" name="Ink 149">
                  <a:extLst>
                    <a:ext uri="{FF2B5EF4-FFF2-40B4-BE49-F238E27FC236}">
                      <a16:creationId xmlns:a16="http://schemas.microsoft.com/office/drawing/2014/main" id="{5169CABA-9CF2-A50F-49D2-4368ED217520}"/>
                    </a:ext>
                  </a:extLst>
                </p:cNvPr>
                <p:cNvPicPr/>
                <p:nvPr/>
              </p:nvPicPr>
              <p:blipFill>
                <a:blip r:embed="rId3"/>
                <a:stretch>
                  <a:fillRect/>
                </a:stretch>
              </p:blipFill>
              <p:spPr>
                <a:xfrm>
                  <a:off x="9444704" y="1504722"/>
                  <a:ext cx="16452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51" name="Ink 150">
                  <a:extLst>
                    <a:ext uri="{FF2B5EF4-FFF2-40B4-BE49-F238E27FC236}">
                      <a16:creationId xmlns:a16="http://schemas.microsoft.com/office/drawing/2014/main" id="{C8E2DFB5-33C7-78DD-8C44-750DDA8622ED}"/>
                    </a:ext>
                  </a:extLst>
                </p14:cNvPr>
                <p14:cNvContentPartPr/>
                <p14:nvPr/>
              </p14:nvContentPartPr>
              <p14:xfrm>
                <a:off x="9634064" y="1551522"/>
                <a:ext cx="112320" cy="203400"/>
              </p14:xfrm>
            </p:contentPart>
          </mc:Choice>
          <mc:Fallback>
            <p:pic>
              <p:nvPicPr>
                <p:cNvPr id="151" name="Ink 150">
                  <a:extLst>
                    <a:ext uri="{FF2B5EF4-FFF2-40B4-BE49-F238E27FC236}">
                      <a16:creationId xmlns:a16="http://schemas.microsoft.com/office/drawing/2014/main" id="{C8E2DFB5-33C7-78DD-8C44-750DDA8622ED}"/>
                    </a:ext>
                  </a:extLst>
                </p:cNvPr>
                <p:cNvPicPr/>
                <p:nvPr/>
              </p:nvPicPr>
              <p:blipFill>
                <a:blip r:embed="rId5"/>
                <a:stretch>
                  <a:fillRect/>
                </a:stretch>
              </p:blipFill>
              <p:spPr>
                <a:xfrm>
                  <a:off x="9625064" y="1542522"/>
                  <a:ext cx="12996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52" name="Ink 151">
                  <a:extLst>
                    <a:ext uri="{FF2B5EF4-FFF2-40B4-BE49-F238E27FC236}">
                      <a16:creationId xmlns:a16="http://schemas.microsoft.com/office/drawing/2014/main" id="{A219C761-E845-0347-A180-A731C1454EC6}"/>
                    </a:ext>
                  </a:extLst>
                </p14:cNvPr>
                <p14:cNvContentPartPr/>
                <p14:nvPr/>
              </p14:nvContentPartPr>
              <p14:xfrm>
                <a:off x="9846104" y="1563762"/>
                <a:ext cx="25200" cy="106200"/>
              </p14:xfrm>
            </p:contentPart>
          </mc:Choice>
          <mc:Fallback>
            <p:pic>
              <p:nvPicPr>
                <p:cNvPr id="152" name="Ink 151">
                  <a:extLst>
                    <a:ext uri="{FF2B5EF4-FFF2-40B4-BE49-F238E27FC236}">
                      <a16:creationId xmlns:a16="http://schemas.microsoft.com/office/drawing/2014/main" id="{A219C761-E845-0347-A180-A731C1454EC6}"/>
                    </a:ext>
                  </a:extLst>
                </p:cNvPr>
                <p:cNvPicPr/>
                <p:nvPr/>
              </p:nvPicPr>
              <p:blipFill>
                <a:blip r:embed="rId7"/>
                <a:stretch>
                  <a:fillRect/>
                </a:stretch>
              </p:blipFill>
              <p:spPr>
                <a:xfrm>
                  <a:off x="9837104" y="1554762"/>
                  <a:ext cx="4284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53" name="Ink 152">
                  <a:extLst>
                    <a:ext uri="{FF2B5EF4-FFF2-40B4-BE49-F238E27FC236}">
                      <a16:creationId xmlns:a16="http://schemas.microsoft.com/office/drawing/2014/main" id="{225EEF17-75A4-09B4-B865-DA98F1AD49F9}"/>
                    </a:ext>
                  </a:extLst>
                </p14:cNvPr>
                <p14:cNvContentPartPr/>
                <p14:nvPr/>
              </p14:nvContentPartPr>
              <p14:xfrm>
                <a:off x="9877784" y="1487802"/>
                <a:ext cx="1800" cy="3240"/>
              </p14:xfrm>
            </p:contentPart>
          </mc:Choice>
          <mc:Fallback>
            <p:pic>
              <p:nvPicPr>
                <p:cNvPr id="153" name="Ink 152">
                  <a:extLst>
                    <a:ext uri="{FF2B5EF4-FFF2-40B4-BE49-F238E27FC236}">
                      <a16:creationId xmlns:a16="http://schemas.microsoft.com/office/drawing/2014/main" id="{225EEF17-75A4-09B4-B865-DA98F1AD49F9}"/>
                    </a:ext>
                  </a:extLst>
                </p:cNvPr>
                <p:cNvPicPr/>
                <p:nvPr/>
              </p:nvPicPr>
              <p:blipFill>
                <a:blip r:embed="rId9"/>
                <a:stretch>
                  <a:fillRect/>
                </a:stretch>
              </p:blipFill>
              <p:spPr>
                <a:xfrm>
                  <a:off x="9869144" y="1479162"/>
                  <a:ext cx="1944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54" name="Ink 153">
                  <a:extLst>
                    <a:ext uri="{FF2B5EF4-FFF2-40B4-BE49-F238E27FC236}">
                      <a16:creationId xmlns:a16="http://schemas.microsoft.com/office/drawing/2014/main" id="{7E09BC68-6222-C984-B2F4-5C434D01C986}"/>
                    </a:ext>
                  </a:extLst>
                </p14:cNvPr>
                <p14:cNvContentPartPr/>
                <p14:nvPr/>
              </p14:nvContentPartPr>
              <p14:xfrm>
                <a:off x="9978584" y="1638642"/>
                <a:ext cx="34200" cy="11520"/>
              </p14:xfrm>
            </p:contentPart>
          </mc:Choice>
          <mc:Fallback>
            <p:pic>
              <p:nvPicPr>
                <p:cNvPr id="154" name="Ink 153">
                  <a:extLst>
                    <a:ext uri="{FF2B5EF4-FFF2-40B4-BE49-F238E27FC236}">
                      <a16:creationId xmlns:a16="http://schemas.microsoft.com/office/drawing/2014/main" id="{7E09BC68-6222-C984-B2F4-5C434D01C986}"/>
                    </a:ext>
                  </a:extLst>
                </p:cNvPr>
                <p:cNvPicPr/>
                <p:nvPr/>
              </p:nvPicPr>
              <p:blipFill>
                <a:blip r:embed="rId11"/>
                <a:stretch>
                  <a:fillRect/>
                </a:stretch>
              </p:blipFill>
              <p:spPr>
                <a:xfrm>
                  <a:off x="9969584" y="1629642"/>
                  <a:ext cx="5184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55" name="Ink 154">
                  <a:extLst>
                    <a:ext uri="{FF2B5EF4-FFF2-40B4-BE49-F238E27FC236}">
                      <a16:creationId xmlns:a16="http://schemas.microsoft.com/office/drawing/2014/main" id="{12B985BE-7E25-215F-88E1-74763F767B77}"/>
                    </a:ext>
                  </a:extLst>
                </p14:cNvPr>
                <p14:cNvContentPartPr/>
                <p14:nvPr/>
              </p14:nvContentPartPr>
              <p14:xfrm>
                <a:off x="10124744" y="1464762"/>
                <a:ext cx="60840" cy="204480"/>
              </p14:xfrm>
            </p:contentPart>
          </mc:Choice>
          <mc:Fallback>
            <p:pic>
              <p:nvPicPr>
                <p:cNvPr id="155" name="Ink 154">
                  <a:extLst>
                    <a:ext uri="{FF2B5EF4-FFF2-40B4-BE49-F238E27FC236}">
                      <a16:creationId xmlns:a16="http://schemas.microsoft.com/office/drawing/2014/main" id="{12B985BE-7E25-215F-88E1-74763F767B77}"/>
                    </a:ext>
                  </a:extLst>
                </p:cNvPr>
                <p:cNvPicPr/>
                <p:nvPr/>
              </p:nvPicPr>
              <p:blipFill>
                <a:blip r:embed="rId13"/>
                <a:stretch>
                  <a:fillRect/>
                </a:stretch>
              </p:blipFill>
              <p:spPr>
                <a:xfrm>
                  <a:off x="10116104" y="1455762"/>
                  <a:ext cx="7848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56" name="Ink 155">
                  <a:extLst>
                    <a:ext uri="{FF2B5EF4-FFF2-40B4-BE49-F238E27FC236}">
                      <a16:creationId xmlns:a16="http://schemas.microsoft.com/office/drawing/2014/main" id="{D0A20BA7-2014-00C8-6164-E6E97CE4C36E}"/>
                    </a:ext>
                  </a:extLst>
                </p14:cNvPr>
                <p14:cNvContentPartPr/>
                <p14:nvPr/>
              </p14:nvContentPartPr>
              <p14:xfrm>
                <a:off x="10111064" y="1531362"/>
                <a:ext cx="112320" cy="144360"/>
              </p14:xfrm>
            </p:contentPart>
          </mc:Choice>
          <mc:Fallback>
            <p:pic>
              <p:nvPicPr>
                <p:cNvPr id="156" name="Ink 155">
                  <a:extLst>
                    <a:ext uri="{FF2B5EF4-FFF2-40B4-BE49-F238E27FC236}">
                      <a16:creationId xmlns:a16="http://schemas.microsoft.com/office/drawing/2014/main" id="{D0A20BA7-2014-00C8-6164-E6E97CE4C36E}"/>
                    </a:ext>
                  </a:extLst>
                </p:cNvPr>
                <p:cNvPicPr/>
                <p:nvPr/>
              </p:nvPicPr>
              <p:blipFill>
                <a:blip r:embed="rId15"/>
                <a:stretch>
                  <a:fillRect/>
                </a:stretch>
              </p:blipFill>
              <p:spPr>
                <a:xfrm>
                  <a:off x="10102064" y="1522722"/>
                  <a:ext cx="12996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57" name="Ink 156">
                  <a:extLst>
                    <a:ext uri="{FF2B5EF4-FFF2-40B4-BE49-F238E27FC236}">
                      <a16:creationId xmlns:a16="http://schemas.microsoft.com/office/drawing/2014/main" id="{B379AD89-5940-ED64-D6B4-8BD84FB5FBF2}"/>
                    </a:ext>
                  </a:extLst>
                </p14:cNvPr>
                <p14:cNvContentPartPr/>
                <p14:nvPr/>
              </p14:nvContentPartPr>
              <p14:xfrm>
                <a:off x="10244264" y="1568802"/>
                <a:ext cx="297360" cy="259200"/>
              </p14:xfrm>
            </p:contentPart>
          </mc:Choice>
          <mc:Fallback>
            <p:pic>
              <p:nvPicPr>
                <p:cNvPr id="157" name="Ink 156">
                  <a:extLst>
                    <a:ext uri="{FF2B5EF4-FFF2-40B4-BE49-F238E27FC236}">
                      <a16:creationId xmlns:a16="http://schemas.microsoft.com/office/drawing/2014/main" id="{B379AD89-5940-ED64-D6B4-8BD84FB5FBF2}"/>
                    </a:ext>
                  </a:extLst>
                </p:cNvPr>
                <p:cNvPicPr/>
                <p:nvPr/>
              </p:nvPicPr>
              <p:blipFill>
                <a:blip r:embed="rId17"/>
                <a:stretch>
                  <a:fillRect/>
                </a:stretch>
              </p:blipFill>
              <p:spPr>
                <a:xfrm>
                  <a:off x="10235264" y="1559802"/>
                  <a:ext cx="315000" cy="2768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58" name="Ink 157">
                  <a:extLst>
                    <a:ext uri="{FF2B5EF4-FFF2-40B4-BE49-F238E27FC236}">
                      <a16:creationId xmlns:a16="http://schemas.microsoft.com/office/drawing/2014/main" id="{41C5D4F6-A862-3DB3-30DE-14347FE7DD54}"/>
                    </a:ext>
                  </a:extLst>
                </p14:cNvPr>
                <p14:cNvContentPartPr/>
                <p14:nvPr/>
              </p14:nvContentPartPr>
              <p14:xfrm>
                <a:off x="10568264" y="1669602"/>
                <a:ext cx="15480" cy="4680"/>
              </p14:xfrm>
            </p:contentPart>
          </mc:Choice>
          <mc:Fallback>
            <p:pic>
              <p:nvPicPr>
                <p:cNvPr id="158" name="Ink 157">
                  <a:extLst>
                    <a:ext uri="{FF2B5EF4-FFF2-40B4-BE49-F238E27FC236}">
                      <a16:creationId xmlns:a16="http://schemas.microsoft.com/office/drawing/2014/main" id="{41C5D4F6-A862-3DB3-30DE-14347FE7DD54}"/>
                    </a:ext>
                  </a:extLst>
                </p:cNvPr>
                <p:cNvPicPr/>
                <p:nvPr/>
              </p:nvPicPr>
              <p:blipFill>
                <a:blip r:embed="rId19"/>
                <a:stretch>
                  <a:fillRect/>
                </a:stretch>
              </p:blipFill>
              <p:spPr>
                <a:xfrm>
                  <a:off x="10559624" y="1660962"/>
                  <a:ext cx="3312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59" name="Ink 158">
                  <a:extLst>
                    <a:ext uri="{FF2B5EF4-FFF2-40B4-BE49-F238E27FC236}">
                      <a16:creationId xmlns:a16="http://schemas.microsoft.com/office/drawing/2014/main" id="{A66BE9AC-4E51-7542-7692-38FFF35B287C}"/>
                    </a:ext>
                  </a:extLst>
                </p14:cNvPr>
                <p14:cNvContentPartPr/>
                <p14:nvPr/>
              </p14:nvContentPartPr>
              <p14:xfrm>
                <a:off x="10701464" y="1584282"/>
                <a:ext cx="46080" cy="109440"/>
              </p14:xfrm>
            </p:contentPart>
          </mc:Choice>
          <mc:Fallback>
            <p:pic>
              <p:nvPicPr>
                <p:cNvPr id="159" name="Ink 158">
                  <a:extLst>
                    <a:ext uri="{FF2B5EF4-FFF2-40B4-BE49-F238E27FC236}">
                      <a16:creationId xmlns:a16="http://schemas.microsoft.com/office/drawing/2014/main" id="{A66BE9AC-4E51-7542-7692-38FFF35B287C}"/>
                    </a:ext>
                  </a:extLst>
                </p:cNvPr>
                <p:cNvPicPr/>
                <p:nvPr/>
              </p:nvPicPr>
              <p:blipFill>
                <a:blip r:embed="rId21"/>
                <a:stretch>
                  <a:fillRect/>
                </a:stretch>
              </p:blipFill>
              <p:spPr>
                <a:xfrm>
                  <a:off x="10692824" y="1575642"/>
                  <a:ext cx="6372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60" name="Ink 159">
                  <a:extLst>
                    <a:ext uri="{FF2B5EF4-FFF2-40B4-BE49-F238E27FC236}">
                      <a16:creationId xmlns:a16="http://schemas.microsoft.com/office/drawing/2014/main" id="{B8DDCD5E-2C7D-3B00-F37F-07661AB31258}"/>
                    </a:ext>
                  </a:extLst>
                </p14:cNvPr>
                <p14:cNvContentPartPr/>
                <p14:nvPr/>
              </p14:nvContentPartPr>
              <p14:xfrm>
                <a:off x="10826744" y="1613082"/>
                <a:ext cx="419040" cy="99000"/>
              </p14:xfrm>
            </p:contentPart>
          </mc:Choice>
          <mc:Fallback>
            <p:pic>
              <p:nvPicPr>
                <p:cNvPr id="160" name="Ink 159">
                  <a:extLst>
                    <a:ext uri="{FF2B5EF4-FFF2-40B4-BE49-F238E27FC236}">
                      <a16:creationId xmlns:a16="http://schemas.microsoft.com/office/drawing/2014/main" id="{B8DDCD5E-2C7D-3B00-F37F-07661AB31258}"/>
                    </a:ext>
                  </a:extLst>
                </p:cNvPr>
                <p:cNvPicPr/>
                <p:nvPr/>
              </p:nvPicPr>
              <p:blipFill>
                <a:blip r:embed="rId23"/>
                <a:stretch>
                  <a:fillRect/>
                </a:stretch>
              </p:blipFill>
              <p:spPr>
                <a:xfrm>
                  <a:off x="10818104" y="1604082"/>
                  <a:ext cx="436680" cy="116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4">
            <p14:nvContentPartPr>
              <p14:cNvPr id="162" name="Ink 161">
                <a:extLst>
                  <a:ext uri="{FF2B5EF4-FFF2-40B4-BE49-F238E27FC236}">
                    <a16:creationId xmlns:a16="http://schemas.microsoft.com/office/drawing/2014/main" id="{CB17DAD4-8C8C-60D7-0BC0-186478384725}"/>
                  </a:ext>
                </a:extLst>
              </p14:cNvPr>
              <p14:cNvContentPartPr/>
              <p14:nvPr/>
            </p14:nvContentPartPr>
            <p14:xfrm>
              <a:off x="8682944" y="675642"/>
              <a:ext cx="44280" cy="213480"/>
            </p14:xfrm>
          </p:contentPart>
        </mc:Choice>
        <mc:Fallback>
          <p:pic>
            <p:nvPicPr>
              <p:cNvPr id="162" name="Ink 161">
                <a:extLst>
                  <a:ext uri="{FF2B5EF4-FFF2-40B4-BE49-F238E27FC236}">
                    <a16:creationId xmlns:a16="http://schemas.microsoft.com/office/drawing/2014/main" id="{CB17DAD4-8C8C-60D7-0BC0-186478384725}"/>
                  </a:ext>
                </a:extLst>
              </p:cNvPr>
              <p:cNvPicPr/>
              <p:nvPr/>
            </p:nvPicPr>
            <p:blipFill>
              <a:blip r:embed="rId25"/>
              <a:stretch>
                <a:fillRect/>
              </a:stretch>
            </p:blipFill>
            <p:spPr>
              <a:xfrm>
                <a:off x="8674304" y="666642"/>
                <a:ext cx="6192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3" name="Ink 162">
                <a:extLst>
                  <a:ext uri="{FF2B5EF4-FFF2-40B4-BE49-F238E27FC236}">
                    <a16:creationId xmlns:a16="http://schemas.microsoft.com/office/drawing/2014/main" id="{2B641B4A-B6F1-CBA4-4DB2-54D42D3FE5E8}"/>
                  </a:ext>
                </a:extLst>
              </p14:cNvPr>
              <p14:cNvContentPartPr/>
              <p14:nvPr/>
            </p14:nvContentPartPr>
            <p14:xfrm>
              <a:off x="8686904" y="1338402"/>
              <a:ext cx="48600" cy="157680"/>
            </p14:xfrm>
          </p:contentPart>
        </mc:Choice>
        <mc:Fallback>
          <p:pic>
            <p:nvPicPr>
              <p:cNvPr id="163" name="Ink 162">
                <a:extLst>
                  <a:ext uri="{FF2B5EF4-FFF2-40B4-BE49-F238E27FC236}">
                    <a16:creationId xmlns:a16="http://schemas.microsoft.com/office/drawing/2014/main" id="{2B641B4A-B6F1-CBA4-4DB2-54D42D3FE5E8}"/>
                  </a:ext>
                </a:extLst>
              </p:cNvPr>
              <p:cNvPicPr/>
              <p:nvPr/>
            </p:nvPicPr>
            <p:blipFill>
              <a:blip r:embed="rId27"/>
              <a:stretch>
                <a:fillRect/>
              </a:stretch>
            </p:blipFill>
            <p:spPr>
              <a:xfrm>
                <a:off x="8678264" y="1329402"/>
                <a:ext cx="66240" cy="175320"/>
              </a:xfrm>
              <a:prstGeom prst="rect">
                <a:avLst/>
              </a:prstGeom>
            </p:spPr>
          </p:pic>
        </mc:Fallback>
      </mc:AlternateContent>
      <p:grpSp>
        <p:nvGrpSpPr>
          <p:cNvPr id="171" name="Group 170">
            <a:extLst>
              <a:ext uri="{FF2B5EF4-FFF2-40B4-BE49-F238E27FC236}">
                <a16:creationId xmlns:a16="http://schemas.microsoft.com/office/drawing/2014/main" id="{AC4C658F-8894-4BB3-7D29-DE021C65D985}"/>
              </a:ext>
            </a:extLst>
          </p:cNvPr>
          <p:cNvGrpSpPr/>
          <p:nvPr/>
        </p:nvGrpSpPr>
        <p:grpSpPr>
          <a:xfrm>
            <a:off x="8714984" y="4883322"/>
            <a:ext cx="78120" cy="1218600"/>
            <a:chOff x="8714984" y="4883322"/>
            <a:chExt cx="78120" cy="1218600"/>
          </a:xfrm>
        </p:grpSpPr>
        <mc:AlternateContent xmlns:mc="http://schemas.openxmlformats.org/markup-compatibility/2006">
          <mc:Choice xmlns:p14="http://schemas.microsoft.com/office/powerpoint/2010/main" Requires="p14">
            <p:contentPart p14:bwMode="auto" r:id="rId28">
              <p14:nvContentPartPr>
                <p14:cNvPr id="169" name="Ink 168">
                  <a:extLst>
                    <a:ext uri="{FF2B5EF4-FFF2-40B4-BE49-F238E27FC236}">
                      <a16:creationId xmlns:a16="http://schemas.microsoft.com/office/drawing/2014/main" id="{BE1F7D51-8B73-8821-CD1B-6ACD5EB72B14}"/>
                    </a:ext>
                  </a:extLst>
                </p14:cNvPr>
                <p14:cNvContentPartPr/>
                <p14:nvPr/>
              </p14:nvContentPartPr>
              <p14:xfrm>
                <a:off x="8792744" y="4883322"/>
                <a:ext cx="360" cy="111600"/>
              </p14:xfrm>
            </p:contentPart>
          </mc:Choice>
          <mc:Fallback>
            <p:pic>
              <p:nvPicPr>
                <p:cNvPr id="169" name="Ink 168">
                  <a:extLst>
                    <a:ext uri="{FF2B5EF4-FFF2-40B4-BE49-F238E27FC236}">
                      <a16:creationId xmlns:a16="http://schemas.microsoft.com/office/drawing/2014/main" id="{BE1F7D51-8B73-8821-CD1B-6ACD5EB72B14}"/>
                    </a:ext>
                  </a:extLst>
                </p:cNvPr>
                <p:cNvPicPr/>
                <p:nvPr/>
              </p:nvPicPr>
              <p:blipFill>
                <a:blip r:embed="rId29"/>
                <a:stretch>
                  <a:fillRect/>
                </a:stretch>
              </p:blipFill>
              <p:spPr>
                <a:xfrm>
                  <a:off x="8783744" y="4874682"/>
                  <a:ext cx="1800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70" name="Ink 169">
                  <a:extLst>
                    <a:ext uri="{FF2B5EF4-FFF2-40B4-BE49-F238E27FC236}">
                      <a16:creationId xmlns:a16="http://schemas.microsoft.com/office/drawing/2014/main" id="{0943C34F-AE1C-C108-EF8B-B85BC47B5ADA}"/>
                    </a:ext>
                  </a:extLst>
                </p14:cNvPr>
                <p14:cNvContentPartPr/>
                <p14:nvPr/>
              </p14:nvContentPartPr>
              <p14:xfrm>
                <a:off x="8714984" y="5075202"/>
                <a:ext cx="77760" cy="1026720"/>
              </p14:xfrm>
            </p:contentPart>
          </mc:Choice>
          <mc:Fallback>
            <p:pic>
              <p:nvPicPr>
                <p:cNvPr id="170" name="Ink 169">
                  <a:extLst>
                    <a:ext uri="{FF2B5EF4-FFF2-40B4-BE49-F238E27FC236}">
                      <a16:creationId xmlns:a16="http://schemas.microsoft.com/office/drawing/2014/main" id="{0943C34F-AE1C-C108-EF8B-B85BC47B5ADA}"/>
                    </a:ext>
                  </a:extLst>
                </p:cNvPr>
                <p:cNvPicPr/>
                <p:nvPr/>
              </p:nvPicPr>
              <p:blipFill>
                <a:blip r:embed="rId31"/>
                <a:stretch>
                  <a:fillRect/>
                </a:stretch>
              </p:blipFill>
              <p:spPr>
                <a:xfrm>
                  <a:off x="8706344" y="5066562"/>
                  <a:ext cx="95400" cy="1044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2">
            <p14:nvContentPartPr>
              <p14:cNvPr id="172" name="Ink 171">
                <a:extLst>
                  <a:ext uri="{FF2B5EF4-FFF2-40B4-BE49-F238E27FC236}">
                    <a16:creationId xmlns:a16="http://schemas.microsoft.com/office/drawing/2014/main" id="{4F883B85-5439-4095-2AB6-9F5BC17B89BD}"/>
                  </a:ext>
                </a:extLst>
              </p14:cNvPr>
              <p14:cNvContentPartPr/>
              <p14:nvPr/>
            </p14:nvContentPartPr>
            <p14:xfrm>
              <a:off x="4112024" y="775002"/>
              <a:ext cx="50760" cy="131040"/>
            </p14:xfrm>
          </p:contentPart>
        </mc:Choice>
        <mc:Fallback>
          <p:pic>
            <p:nvPicPr>
              <p:cNvPr id="172" name="Ink 171">
                <a:extLst>
                  <a:ext uri="{FF2B5EF4-FFF2-40B4-BE49-F238E27FC236}">
                    <a16:creationId xmlns:a16="http://schemas.microsoft.com/office/drawing/2014/main" id="{4F883B85-5439-4095-2AB6-9F5BC17B89BD}"/>
                  </a:ext>
                </a:extLst>
              </p:cNvPr>
              <p:cNvPicPr/>
              <p:nvPr/>
            </p:nvPicPr>
            <p:blipFill>
              <a:blip r:embed="rId33"/>
              <a:stretch>
                <a:fillRect/>
              </a:stretch>
            </p:blipFill>
            <p:spPr>
              <a:xfrm>
                <a:off x="4103384" y="766002"/>
                <a:ext cx="6840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73" name="Ink 172">
                <a:extLst>
                  <a:ext uri="{FF2B5EF4-FFF2-40B4-BE49-F238E27FC236}">
                    <a16:creationId xmlns:a16="http://schemas.microsoft.com/office/drawing/2014/main" id="{111F2215-F7FF-B51B-5E1F-0711DEFA844D}"/>
                  </a:ext>
                </a:extLst>
              </p14:cNvPr>
              <p14:cNvContentPartPr/>
              <p14:nvPr/>
            </p14:nvContentPartPr>
            <p14:xfrm>
              <a:off x="4108064" y="1126002"/>
              <a:ext cx="81720" cy="376200"/>
            </p14:xfrm>
          </p:contentPart>
        </mc:Choice>
        <mc:Fallback>
          <p:pic>
            <p:nvPicPr>
              <p:cNvPr id="173" name="Ink 172">
                <a:extLst>
                  <a:ext uri="{FF2B5EF4-FFF2-40B4-BE49-F238E27FC236}">
                    <a16:creationId xmlns:a16="http://schemas.microsoft.com/office/drawing/2014/main" id="{111F2215-F7FF-B51B-5E1F-0711DEFA844D}"/>
                  </a:ext>
                </a:extLst>
              </p:cNvPr>
              <p:cNvPicPr/>
              <p:nvPr/>
            </p:nvPicPr>
            <p:blipFill>
              <a:blip r:embed="rId35"/>
              <a:stretch>
                <a:fillRect/>
              </a:stretch>
            </p:blipFill>
            <p:spPr>
              <a:xfrm>
                <a:off x="4099424" y="1117362"/>
                <a:ext cx="99360" cy="3938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74" name="Ink 173">
                <a:extLst>
                  <a:ext uri="{FF2B5EF4-FFF2-40B4-BE49-F238E27FC236}">
                    <a16:creationId xmlns:a16="http://schemas.microsoft.com/office/drawing/2014/main" id="{673632F4-EF67-BE42-0ACE-592EF1BDB6C7}"/>
                  </a:ext>
                </a:extLst>
              </p14:cNvPr>
              <p14:cNvContentPartPr/>
              <p14:nvPr/>
            </p14:nvContentPartPr>
            <p14:xfrm>
              <a:off x="4136144" y="1881642"/>
              <a:ext cx="30240" cy="305640"/>
            </p14:xfrm>
          </p:contentPart>
        </mc:Choice>
        <mc:Fallback>
          <p:pic>
            <p:nvPicPr>
              <p:cNvPr id="174" name="Ink 173">
                <a:extLst>
                  <a:ext uri="{FF2B5EF4-FFF2-40B4-BE49-F238E27FC236}">
                    <a16:creationId xmlns:a16="http://schemas.microsoft.com/office/drawing/2014/main" id="{673632F4-EF67-BE42-0ACE-592EF1BDB6C7}"/>
                  </a:ext>
                </a:extLst>
              </p:cNvPr>
              <p:cNvPicPr/>
              <p:nvPr/>
            </p:nvPicPr>
            <p:blipFill>
              <a:blip r:embed="rId37"/>
              <a:stretch>
                <a:fillRect/>
              </a:stretch>
            </p:blipFill>
            <p:spPr>
              <a:xfrm>
                <a:off x="4127144" y="1872642"/>
                <a:ext cx="47880" cy="3232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75" name="Ink 174">
                <a:extLst>
                  <a:ext uri="{FF2B5EF4-FFF2-40B4-BE49-F238E27FC236}">
                    <a16:creationId xmlns:a16="http://schemas.microsoft.com/office/drawing/2014/main" id="{466279CA-5810-2A00-6712-FE8520BFA598}"/>
                  </a:ext>
                </a:extLst>
              </p14:cNvPr>
              <p14:cNvContentPartPr/>
              <p14:nvPr/>
            </p14:nvContentPartPr>
            <p14:xfrm>
              <a:off x="4181144" y="2736642"/>
              <a:ext cx="16920" cy="221040"/>
            </p14:xfrm>
          </p:contentPart>
        </mc:Choice>
        <mc:Fallback>
          <p:pic>
            <p:nvPicPr>
              <p:cNvPr id="175" name="Ink 174">
                <a:extLst>
                  <a:ext uri="{FF2B5EF4-FFF2-40B4-BE49-F238E27FC236}">
                    <a16:creationId xmlns:a16="http://schemas.microsoft.com/office/drawing/2014/main" id="{466279CA-5810-2A00-6712-FE8520BFA598}"/>
                  </a:ext>
                </a:extLst>
              </p:cNvPr>
              <p:cNvPicPr/>
              <p:nvPr/>
            </p:nvPicPr>
            <p:blipFill>
              <a:blip r:embed="rId39"/>
              <a:stretch>
                <a:fillRect/>
              </a:stretch>
            </p:blipFill>
            <p:spPr>
              <a:xfrm>
                <a:off x="4172144" y="2727642"/>
                <a:ext cx="3456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76" name="Ink 175">
                <a:extLst>
                  <a:ext uri="{FF2B5EF4-FFF2-40B4-BE49-F238E27FC236}">
                    <a16:creationId xmlns:a16="http://schemas.microsoft.com/office/drawing/2014/main" id="{916BE42F-C2CE-934F-A03D-58D51020047B}"/>
                  </a:ext>
                </a:extLst>
              </p14:cNvPr>
              <p14:cNvContentPartPr/>
              <p14:nvPr/>
            </p14:nvContentPartPr>
            <p14:xfrm>
              <a:off x="4118504" y="3525042"/>
              <a:ext cx="36360" cy="222120"/>
            </p14:xfrm>
          </p:contentPart>
        </mc:Choice>
        <mc:Fallback>
          <p:pic>
            <p:nvPicPr>
              <p:cNvPr id="176" name="Ink 175">
                <a:extLst>
                  <a:ext uri="{FF2B5EF4-FFF2-40B4-BE49-F238E27FC236}">
                    <a16:creationId xmlns:a16="http://schemas.microsoft.com/office/drawing/2014/main" id="{916BE42F-C2CE-934F-A03D-58D51020047B}"/>
                  </a:ext>
                </a:extLst>
              </p:cNvPr>
              <p:cNvPicPr/>
              <p:nvPr/>
            </p:nvPicPr>
            <p:blipFill>
              <a:blip r:embed="rId41"/>
              <a:stretch>
                <a:fillRect/>
              </a:stretch>
            </p:blipFill>
            <p:spPr>
              <a:xfrm>
                <a:off x="4109504" y="3516042"/>
                <a:ext cx="5400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178" name="Ink 177">
                <a:extLst>
                  <a:ext uri="{FF2B5EF4-FFF2-40B4-BE49-F238E27FC236}">
                    <a16:creationId xmlns:a16="http://schemas.microsoft.com/office/drawing/2014/main" id="{26A3D404-0A29-4B02-78B9-51EB111C80E8}"/>
                  </a:ext>
                </a:extLst>
              </p14:cNvPr>
              <p14:cNvContentPartPr/>
              <p14:nvPr/>
            </p14:nvContentPartPr>
            <p14:xfrm>
              <a:off x="4100504" y="4090242"/>
              <a:ext cx="27720" cy="275760"/>
            </p14:xfrm>
          </p:contentPart>
        </mc:Choice>
        <mc:Fallback>
          <p:pic>
            <p:nvPicPr>
              <p:cNvPr id="178" name="Ink 177">
                <a:extLst>
                  <a:ext uri="{FF2B5EF4-FFF2-40B4-BE49-F238E27FC236}">
                    <a16:creationId xmlns:a16="http://schemas.microsoft.com/office/drawing/2014/main" id="{26A3D404-0A29-4B02-78B9-51EB111C80E8}"/>
                  </a:ext>
                </a:extLst>
              </p:cNvPr>
              <p:cNvPicPr/>
              <p:nvPr/>
            </p:nvPicPr>
            <p:blipFill>
              <a:blip r:embed="rId43"/>
              <a:stretch>
                <a:fillRect/>
              </a:stretch>
            </p:blipFill>
            <p:spPr>
              <a:xfrm>
                <a:off x="4091864" y="4081602"/>
                <a:ext cx="45360" cy="2934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179" name="Ink 178">
                <a:extLst>
                  <a:ext uri="{FF2B5EF4-FFF2-40B4-BE49-F238E27FC236}">
                    <a16:creationId xmlns:a16="http://schemas.microsoft.com/office/drawing/2014/main" id="{24F1C087-2823-1D8E-6ECA-E8F9D7B9D197}"/>
                  </a:ext>
                </a:extLst>
              </p14:cNvPr>
              <p14:cNvContentPartPr/>
              <p14:nvPr/>
            </p14:nvContentPartPr>
            <p14:xfrm>
              <a:off x="4134344" y="4677762"/>
              <a:ext cx="19800" cy="95400"/>
            </p14:xfrm>
          </p:contentPart>
        </mc:Choice>
        <mc:Fallback>
          <p:pic>
            <p:nvPicPr>
              <p:cNvPr id="179" name="Ink 178">
                <a:extLst>
                  <a:ext uri="{FF2B5EF4-FFF2-40B4-BE49-F238E27FC236}">
                    <a16:creationId xmlns:a16="http://schemas.microsoft.com/office/drawing/2014/main" id="{24F1C087-2823-1D8E-6ECA-E8F9D7B9D197}"/>
                  </a:ext>
                </a:extLst>
              </p:cNvPr>
              <p:cNvPicPr/>
              <p:nvPr/>
            </p:nvPicPr>
            <p:blipFill>
              <a:blip r:embed="rId45"/>
              <a:stretch>
                <a:fillRect/>
              </a:stretch>
            </p:blipFill>
            <p:spPr>
              <a:xfrm>
                <a:off x="4125704" y="4669122"/>
                <a:ext cx="37440" cy="113040"/>
              </a:xfrm>
              <a:prstGeom prst="rect">
                <a:avLst/>
              </a:prstGeom>
            </p:spPr>
          </p:pic>
        </mc:Fallback>
      </mc:AlternateContent>
      <p:grpSp>
        <p:nvGrpSpPr>
          <p:cNvPr id="181" name="Group 180">
            <a:extLst>
              <a:ext uri="{FF2B5EF4-FFF2-40B4-BE49-F238E27FC236}">
                <a16:creationId xmlns:a16="http://schemas.microsoft.com/office/drawing/2014/main" id="{498C8A5C-D56E-BF15-44E3-2E4243F63EF4}"/>
              </a:ext>
            </a:extLst>
          </p:cNvPr>
          <p:cNvGrpSpPr/>
          <p:nvPr/>
        </p:nvGrpSpPr>
        <p:grpSpPr>
          <a:xfrm>
            <a:off x="3965864" y="5069082"/>
            <a:ext cx="96120" cy="1073160"/>
            <a:chOff x="3965864" y="5069082"/>
            <a:chExt cx="96120" cy="1073160"/>
          </a:xfrm>
        </p:grpSpPr>
        <mc:AlternateContent xmlns:mc="http://schemas.openxmlformats.org/markup-compatibility/2006">
          <mc:Choice xmlns:p14="http://schemas.microsoft.com/office/powerpoint/2010/main" Requires="p14">
            <p:contentPart p14:bwMode="auto" r:id="rId46">
              <p14:nvContentPartPr>
                <p14:cNvPr id="177" name="Ink 176">
                  <a:extLst>
                    <a:ext uri="{FF2B5EF4-FFF2-40B4-BE49-F238E27FC236}">
                      <a16:creationId xmlns:a16="http://schemas.microsoft.com/office/drawing/2014/main" id="{482AC407-F4B4-2F88-2E44-64497D9E8604}"/>
                    </a:ext>
                  </a:extLst>
                </p14:cNvPr>
                <p14:cNvContentPartPr/>
                <p14:nvPr/>
              </p14:nvContentPartPr>
              <p14:xfrm>
                <a:off x="4033904" y="5069082"/>
                <a:ext cx="28080" cy="585720"/>
              </p14:xfrm>
            </p:contentPart>
          </mc:Choice>
          <mc:Fallback>
            <p:pic>
              <p:nvPicPr>
                <p:cNvPr id="177" name="Ink 176">
                  <a:extLst>
                    <a:ext uri="{FF2B5EF4-FFF2-40B4-BE49-F238E27FC236}">
                      <a16:creationId xmlns:a16="http://schemas.microsoft.com/office/drawing/2014/main" id="{482AC407-F4B4-2F88-2E44-64497D9E8604}"/>
                    </a:ext>
                  </a:extLst>
                </p:cNvPr>
                <p:cNvPicPr/>
                <p:nvPr/>
              </p:nvPicPr>
              <p:blipFill>
                <a:blip r:embed="rId47"/>
                <a:stretch>
                  <a:fillRect/>
                </a:stretch>
              </p:blipFill>
              <p:spPr>
                <a:xfrm>
                  <a:off x="4025264" y="5060082"/>
                  <a:ext cx="45720" cy="6033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80" name="Ink 179">
                  <a:extLst>
                    <a:ext uri="{FF2B5EF4-FFF2-40B4-BE49-F238E27FC236}">
                      <a16:creationId xmlns:a16="http://schemas.microsoft.com/office/drawing/2014/main" id="{E0E643BD-1B22-3C89-CD4E-1502696DA6F1}"/>
                    </a:ext>
                  </a:extLst>
                </p14:cNvPr>
                <p14:cNvContentPartPr/>
                <p14:nvPr/>
              </p14:nvContentPartPr>
              <p14:xfrm>
                <a:off x="3965864" y="5777922"/>
                <a:ext cx="56520" cy="364320"/>
              </p14:xfrm>
            </p:contentPart>
          </mc:Choice>
          <mc:Fallback>
            <p:pic>
              <p:nvPicPr>
                <p:cNvPr id="180" name="Ink 179">
                  <a:extLst>
                    <a:ext uri="{FF2B5EF4-FFF2-40B4-BE49-F238E27FC236}">
                      <a16:creationId xmlns:a16="http://schemas.microsoft.com/office/drawing/2014/main" id="{E0E643BD-1B22-3C89-CD4E-1502696DA6F1}"/>
                    </a:ext>
                  </a:extLst>
                </p:cNvPr>
                <p:cNvPicPr/>
                <p:nvPr/>
              </p:nvPicPr>
              <p:blipFill>
                <a:blip r:embed="rId49"/>
                <a:stretch>
                  <a:fillRect/>
                </a:stretch>
              </p:blipFill>
              <p:spPr>
                <a:xfrm>
                  <a:off x="3956864" y="5768922"/>
                  <a:ext cx="74160" cy="381960"/>
                </a:xfrm>
                <a:prstGeom prst="rect">
                  <a:avLst/>
                </a:prstGeom>
              </p:spPr>
            </p:pic>
          </mc:Fallback>
        </mc:AlternateContent>
      </p:grpSp>
      <p:grpSp>
        <p:nvGrpSpPr>
          <p:cNvPr id="190" name="Group 189">
            <a:extLst>
              <a:ext uri="{FF2B5EF4-FFF2-40B4-BE49-F238E27FC236}">
                <a16:creationId xmlns:a16="http://schemas.microsoft.com/office/drawing/2014/main" id="{81E1CCDC-70C2-A129-038F-5029C1D8EC56}"/>
              </a:ext>
            </a:extLst>
          </p:cNvPr>
          <p:cNvGrpSpPr/>
          <p:nvPr/>
        </p:nvGrpSpPr>
        <p:grpSpPr>
          <a:xfrm>
            <a:off x="5260784" y="1455762"/>
            <a:ext cx="2055600" cy="863280"/>
            <a:chOff x="5260784" y="1455762"/>
            <a:chExt cx="2055600" cy="863280"/>
          </a:xfrm>
        </p:grpSpPr>
        <mc:AlternateContent xmlns:mc="http://schemas.openxmlformats.org/markup-compatibility/2006">
          <mc:Choice xmlns:p14="http://schemas.microsoft.com/office/powerpoint/2010/main" Requires="p14">
            <p:contentPart p14:bwMode="auto" r:id="rId50">
              <p14:nvContentPartPr>
                <p14:cNvPr id="182" name="Ink 181">
                  <a:extLst>
                    <a:ext uri="{FF2B5EF4-FFF2-40B4-BE49-F238E27FC236}">
                      <a16:creationId xmlns:a16="http://schemas.microsoft.com/office/drawing/2014/main" id="{1F1BC8EE-15AF-2B80-A864-52FF8FA026E6}"/>
                    </a:ext>
                  </a:extLst>
                </p14:cNvPr>
                <p14:cNvContentPartPr/>
                <p14:nvPr/>
              </p14:nvContentPartPr>
              <p14:xfrm>
                <a:off x="5260784" y="1455762"/>
                <a:ext cx="2055600" cy="863280"/>
              </p14:xfrm>
            </p:contentPart>
          </mc:Choice>
          <mc:Fallback>
            <p:pic>
              <p:nvPicPr>
                <p:cNvPr id="182" name="Ink 181">
                  <a:extLst>
                    <a:ext uri="{FF2B5EF4-FFF2-40B4-BE49-F238E27FC236}">
                      <a16:creationId xmlns:a16="http://schemas.microsoft.com/office/drawing/2014/main" id="{1F1BC8EE-15AF-2B80-A864-52FF8FA026E6}"/>
                    </a:ext>
                  </a:extLst>
                </p:cNvPr>
                <p:cNvPicPr/>
                <p:nvPr/>
              </p:nvPicPr>
              <p:blipFill>
                <a:blip r:embed="rId51"/>
                <a:stretch>
                  <a:fillRect/>
                </a:stretch>
              </p:blipFill>
              <p:spPr>
                <a:xfrm>
                  <a:off x="5252144" y="1446762"/>
                  <a:ext cx="2073240" cy="8809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183" name="Ink 182">
                  <a:extLst>
                    <a:ext uri="{FF2B5EF4-FFF2-40B4-BE49-F238E27FC236}">
                      <a16:creationId xmlns:a16="http://schemas.microsoft.com/office/drawing/2014/main" id="{BCD4C684-FBA5-0E8B-A088-B2E501632C0A}"/>
                    </a:ext>
                  </a:extLst>
                </p14:cNvPr>
                <p14:cNvContentPartPr/>
                <p14:nvPr/>
              </p14:nvContentPartPr>
              <p14:xfrm>
                <a:off x="5519624" y="1735122"/>
                <a:ext cx="146160" cy="275760"/>
              </p14:xfrm>
            </p:contentPart>
          </mc:Choice>
          <mc:Fallback>
            <p:pic>
              <p:nvPicPr>
                <p:cNvPr id="183" name="Ink 182">
                  <a:extLst>
                    <a:ext uri="{FF2B5EF4-FFF2-40B4-BE49-F238E27FC236}">
                      <a16:creationId xmlns:a16="http://schemas.microsoft.com/office/drawing/2014/main" id="{BCD4C684-FBA5-0E8B-A088-B2E501632C0A}"/>
                    </a:ext>
                  </a:extLst>
                </p:cNvPr>
                <p:cNvPicPr/>
                <p:nvPr/>
              </p:nvPicPr>
              <p:blipFill>
                <a:blip r:embed="rId53"/>
                <a:stretch>
                  <a:fillRect/>
                </a:stretch>
              </p:blipFill>
              <p:spPr>
                <a:xfrm>
                  <a:off x="5510624" y="1726122"/>
                  <a:ext cx="163800" cy="2934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184" name="Ink 183">
                  <a:extLst>
                    <a:ext uri="{FF2B5EF4-FFF2-40B4-BE49-F238E27FC236}">
                      <a16:creationId xmlns:a16="http://schemas.microsoft.com/office/drawing/2014/main" id="{450183FB-E811-0673-0CC3-75A3538B0F72}"/>
                    </a:ext>
                  </a:extLst>
                </p14:cNvPr>
                <p14:cNvContentPartPr/>
                <p14:nvPr/>
              </p14:nvContentPartPr>
              <p14:xfrm>
                <a:off x="5737064" y="1851042"/>
                <a:ext cx="121680" cy="150480"/>
              </p14:xfrm>
            </p:contentPart>
          </mc:Choice>
          <mc:Fallback>
            <p:pic>
              <p:nvPicPr>
                <p:cNvPr id="184" name="Ink 183">
                  <a:extLst>
                    <a:ext uri="{FF2B5EF4-FFF2-40B4-BE49-F238E27FC236}">
                      <a16:creationId xmlns:a16="http://schemas.microsoft.com/office/drawing/2014/main" id="{450183FB-E811-0673-0CC3-75A3538B0F72}"/>
                    </a:ext>
                  </a:extLst>
                </p:cNvPr>
                <p:cNvPicPr/>
                <p:nvPr/>
              </p:nvPicPr>
              <p:blipFill>
                <a:blip r:embed="rId55"/>
                <a:stretch>
                  <a:fillRect/>
                </a:stretch>
              </p:blipFill>
              <p:spPr>
                <a:xfrm>
                  <a:off x="5728064" y="1842402"/>
                  <a:ext cx="13932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185" name="Ink 184">
                  <a:extLst>
                    <a:ext uri="{FF2B5EF4-FFF2-40B4-BE49-F238E27FC236}">
                      <a16:creationId xmlns:a16="http://schemas.microsoft.com/office/drawing/2014/main" id="{B6BDE706-6445-3BA5-B9C3-511EF6B6F056}"/>
                    </a:ext>
                  </a:extLst>
                </p14:cNvPr>
                <p14:cNvContentPartPr/>
                <p14:nvPr/>
              </p14:nvContentPartPr>
              <p14:xfrm>
                <a:off x="5936504" y="1808922"/>
                <a:ext cx="93240" cy="179640"/>
              </p14:xfrm>
            </p:contentPart>
          </mc:Choice>
          <mc:Fallback>
            <p:pic>
              <p:nvPicPr>
                <p:cNvPr id="185" name="Ink 184">
                  <a:extLst>
                    <a:ext uri="{FF2B5EF4-FFF2-40B4-BE49-F238E27FC236}">
                      <a16:creationId xmlns:a16="http://schemas.microsoft.com/office/drawing/2014/main" id="{B6BDE706-6445-3BA5-B9C3-511EF6B6F056}"/>
                    </a:ext>
                  </a:extLst>
                </p:cNvPr>
                <p:cNvPicPr/>
                <p:nvPr/>
              </p:nvPicPr>
              <p:blipFill>
                <a:blip r:embed="rId57"/>
                <a:stretch>
                  <a:fillRect/>
                </a:stretch>
              </p:blipFill>
              <p:spPr>
                <a:xfrm>
                  <a:off x="5927504" y="1800282"/>
                  <a:ext cx="11088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186" name="Ink 185">
                  <a:extLst>
                    <a:ext uri="{FF2B5EF4-FFF2-40B4-BE49-F238E27FC236}">
                      <a16:creationId xmlns:a16="http://schemas.microsoft.com/office/drawing/2014/main" id="{572B7C35-998C-C5F0-F4C8-96D05EA0B40A}"/>
                    </a:ext>
                  </a:extLst>
                </p14:cNvPr>
                <p14:cNvContentPartPr/>
                <p14:nvPr/>
              </p14:nvContentPartPr>
              <p14:xfrm>
                <a:off x="6062864" y="1742322"/>
                <a:ext cx="50760" cy="241200"/>
              </p14:xfrm>
            </p:contentPart>
          </mc:Choice>
          <mc:Fallback>
            <p:pic>
              <p:nvPicPr>
                <p:cNvPr id="186" name="Ink 185">
                  <a:extLst>
                    <a:ext uri="{FF2B5EF4-FFF2-40B4-BE49-F238E27FC236}">
                      <a16:creationId xmlns:a16="http://schemas.microsoft.com/office/drawing/2014/main" id="{572B7C35-998C-C5F0-F4C8-96D05EA0B40A}"/>
                    </a:ext>
                  </a:extLst>
                </p:cNvPr>
                <p:cNvPicPr/>
                <p:nvPr/>
              </p:nvPicPr>
              <p:blipFill>
                <a:blip r:embed="rId59"/>
                <a:stretch>
                  <a:fillRect/>
                </a:stretch>
              </p:blipFill>
              <p:spPr>
                <a:xfrm>
                  <a:off x="6053864" y="1733322"/>
                  <a:ext cx="6840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187" name="Ink 186">
                  <a:extLst>
                    <a:ext uri="{FF2B5EF4-FFF2-40B4-BE49-F238E27FC236}">
                      <a16:creationId xmlns:a16="http://schemas.microsoft.com/office/drawing/2014/main" id="{5B8910E2-6858-0509-0745-20041D961EEA}"/>
                    </a:ext>
                  </a:extLst>
                </p14:cNvPr>
                <p14:cNvContentPartPr/>
                <p14:nvPr/>
              </p14:nvContentPartPr>
              <p14:xfrm>
                <a:off x="6093104" y="1830162"/>
                <a:ext cx="540360" cy="159120"/>
              </p14:xfrm>
            </p:contentPart>
          </mc:Choice>
          <mc:Fallback>
            <p:pic>
              <p:nvPicPr>
                <p:cNvPr id="187" name="Ink 186">
                  <a:extLst>
                    <a:ext uri="{FF2B5EF4-FFF2-40B4-BE49-F238E27FC236}">
                      <a16:creationId xmlns:a16="http://schemas.microsoft.com/office/drawing/2014/main" id="{5B8910E2-6858-0509-0745-20041D961EEA}"/>
                    </a:ext>
                  </a:extLst>
                </p:cNvPr>
                <p:cNvPicPr/>
                <p:nvPr/>
              </p:nvPicPr>
              <p:blipFill>
                <a:blip r:embed="rId61"/>
                <a:stretch>
                  <a:fillRect/>
                </a:stretch>
              </p:blipFill>
              <p:spPr>
                <a:xfrm>
                  <a:off x="6084464" y="1821522"/>
                  <a:ext cx="55800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188" name="Ink 187">
                  <a:extLst>
                    <a:ext uri="{FF2B5EF4-FFF2-40B4-BE49-F238E27FC236}">
                      <a16:creationId xmlns:a16="http://schemas.microsoft.com/office/drawing/2014/main" id="{D635D961-519E-0B8D-EA79-E9B55AECAB08}"/>
                    </a:ext>
                  </a:extLst>
                </p14:cNvPr>
                <p14:cNvContentPartPr/>
                <p14:nvPr/>
              </p14:nvContentPartPr>
              <p14:xfrm>
                <a:off x="6630584" y="1921242"/>
                <a:ext cx="357120" cy="279000"/>
              </p14:xfrm>
            </p:contentPart>
          </mc:Choice>
          <mc:Fallback>
            <p:pic>
              <p:nvPicPr>
                <p:cNvPr id="188" name="Ink 187">
                  <a:extLst>
                    <a:ext uri="{FF2B5EF4-FFF2-40B4-BE49-F238E27FC236}">
                      <a16:creationId xmlns:a16="http://schemas.microsoft.com/office/drawing/2014/main" id="{D635D961-519E-0B8D-EA79-E9B55AECAB08}"/>
                    </a:ext>
                  </a:extLst>
                </p:cNvPr>
                <p:cNvPicPr/>
                <p:nvPr/>
              </p:nvPicPr>
              <p:blipFill>
                <a:blip r:embed="rId63"/>
                <a:stretch>
                  <a:fillRect/>
                </a:stretch>
              </p:blipFill>
              <p:spPr>
                <a:xfrm>
                  <a:off x="6621944" y="1912602"/>
                  <a:ext cx="374760" cy="2966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189" name="Ink 188">
                  <a:extLst>
                    <a:ext uri="{FF2B5EF4-FFF2-40B4-BE49-F238E27FC236}">
                      <a16:creationId xmlns:a16="http://schemas.microsoft.com/office/drawing/2014/main" id="{32AF75B6-C1EE-EA58-BEB1-250A99221019}"/>
                    </a:ext>
                  </a:extLst>
                </p14:cNvPr>
                <p14:cNvContentPartPr/>
                <p14:nvPr/>
              </p14:nvContentPartPr>
              <p14:xfrm>
                <a:off x="6967544" y="2023482"/>
                <a:ext cx="102960" cy="43920"/>
              </p14:xfrm>
            </p:contentPart>
          </mc:Choice>
          <mc:Fallback>
            <p:pic>
              <p:nvPicPr>
                <p:cNvPr id="189" name="Ink 188">
                  <a:extLst>
                    <a:ext uri="{FF2B5EF4-FFF2-40B4-BE49-F238E27FC236}">
                      <a16:creationId xmlns:a16="http://schemas.microsoft.com/office/drawing/2014/main" id="{32AF75B6-C1EE-EA58-BEB1-250A99221019}"/>
                    </a:ext>
                  </a:extLst>
                </p:cNvPr>
                <p:cNvPicPr/>
                <p:nvPr/>
              </p:nvPicPr>
              <p:blipFill>
                <a:blip r:embed="rId65"/>
                <a:stretch>
                  <a:fillRect/>
                </a:stretch>
              </p:blipFill>
              <p:spPr>
                <a:xfrm>
                  <a:off x="6958544" y="2014482"/>
                  <a:ext cx="120600" cy="61560"/>
                </a:xfrm>
                <a:prstGeom prst="rect">
                  <a:avLst/>
                </a:prstGeom>
              </p:spPr>
            </p:pic>
          </mc:Fallback>
        </mc:AlternateContent>
      </p:grpSp>
      <p:grpSp>
        <p:nvGrpSpPr>
          <p:cNvPr id="193" name="Group 192">
            <a:extLst>
              <a:ext uri="{FF2B5EF4-FFF2-40B4-BE49-F238E27FC236}">
                <a16:creationId xmlns:a16="http://schemas.microsoft.com/office/drawing/2014/main" id="{8C3486F6-61A8-7AAF-F6C7-F7DA6D7B56D9}"/>
              </a:ext>
            </a:extLst>
          </p:cNvPr>
          <p:cNvGrpSpPr/>
          <p:nvPr/>
        </p:nvGrpSpPr>
        <p:grpSpPr>
          <a:xfrm>
            <a:off x="7279304" y="1841682"/>
            <a:ext cx="4311720" cy="2898000"/>
            <a:chOff x="7279304" y="1841682"/>
            <a:chExt cx="4311720" cy="2898000"/>
          </a:xfrm>
        </p:grpSpPr>
        <mc:AlternateContent xmlns:mc="http://schemas.openxmlformats.org/markup-compatibility/2006">
          <mc:Choice xmlns:p14="http://schemas.microsoft.com/office/powerpoint/2010/main" Requires="p14">
            <p:contentPart p14:bwMode="auto" r:id="rId66">
              <p14:nvContentPartPr>
                <p14:cNvPr id="112" name="Ink 111">
                  <a:extLst>
                    <a:ext uri="{FF2B5EF4-FFF2-40B4-BE49-F238E27FC236}">
                      <a16:creationId xmlns:a16="http://schemas.microsoft.com/office/drawing/2014/main" id="{2F93F7D5-B6D6-19EB-7258-325CF049EDC6}"/>
                    </a:ext>
                  </a:extLst>
                </p14:cNvPr>
                <p14:cNvContentPartPr/>
                <p14:nvPr/>
              </p14:nvContentPartPr>
              <p14:xfrm>
                <a:off x="10390784" y="3862722"/>
                <a:ext cx="870120" cy="138960"/>
              </p14:xfrm>
            </p:contentPart>
          </mc:Choice>
          <mc:Fallback>
            <p:pic>
              <p:nvPicPr>
                <p:cNvPr id="112" name="Ink 111">
                  <a:extLst>
                    <a:ext uri="{FF2B5EF4-FFF2-40B4-BE49-F238E27FC236}">
                      <a16:creationId xmlns:a16="http://schemas.microsoft.com/office/drawing/2014/main" id="{2F93F7D5-B6D6-19EB-7258-325CF049EDC6}"/>
                    </a:ext>
                  </a:extLst>
                </p:cNvPr>
                <p:cNvPicPr/>
                <p:nvPr/>
              </p:nvPicPr>
              <p:blipFill>
                <a:blip r:embed="rId67"/>
                <a:stretch>
                  <a:fillRect/>
                </a:stretch>
              </p:blipFill>
              <p:spPr>
                <a:xfrm>
                  <a:off x="10382144" y="3853722"/>
                  <a:ext cx="88776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113" name="Ink 112">
                  <a:extLst>
                    <a:ext uri="{FF2B5EF4-FFF2-40B4-BE49-F238E27FC236}">
                      <a16:creationId xmlns:a16="http://schemas.microsoft.com/office/drawing/2014/main" id="{CB4A5D6B-A018-9681-EB93-BB32CF4329D7}"/>
                    </a:ext>
                  </a:extLst>
                </p14:cNvPr>
                <p14:cNvContentPartPr/>
                <p14:nvPr/>
              </p14:nvContentPartPr>
              <p14:xfrm>
                <a:off x="10362704" y="4035162"/>
                <a:ext cx="4680" cy="397800"/>
              </p14:xfrm>
            </p:contentPart>
          </mc:Choice>
          <mc:Fallback>
            <p:pic>
              <p:nvPicPr>
                <p:cNvPr id="113" name="Ink 112">
                  <a:extLst>
                    <a:ext uri="{FF2B5EF4-FFF2-40B4-BE49-F238E27FC236}">
                      <a16:creationId xmlns:a16="http://schemas.microsoft.com/office/drawing/2014/main" id="{CB4A5D6B-A018-9681-EB93-BB32CF4329D7}"/>
                    </a:ext>
                  </a:extLst>
                </p:cNvPr>
                <p:cNvPicPr/>
                <p:nvPr/>
              </p:nvPicPr>
              <p:blipFill>
                <a:blip r:embed="rId69"/>
                <a:stretch>
                  <a:fillRect/>
                </a:stretch>
              </p:blipFill>
              <p:spPr>
                <a:xfrm>
                  <a:off x="10354064" y="4026162"/>
                  <a:ext cx="22320" cy="4154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114" name="Ink 113">
                  <a:extLst>
                    <a:ext uri="{FF2B5EF4-FFF2-40B4-BE49-F238E27FC236}">
                      <a16:creationId xmlns:a16="http://schemas.microsoft.com/office/drawing/2014/main" id="{4352909C-F29F-9A2E-B1D7-C075A47491C2}"/>
                    </a:ext>
                  </a:extLst>
                </p14:cNvPr>
                <p14:cNvContentPartPr/>
                <p14:nvPr/>
              </p14:nvContentPartPr>
              <p14:xfrm>
                <a:off x="10382864" y="4466082"/>
                <a:ext cx="943200" cy="52560"/>
              </p14:xfrm>
            </p:contentPart>
          </mc:Choice>
          <mc:Fallback>
            <p:pic>
              <p:nvPicPr>
                <p:cNvPr id="114" name="Ink 113">
                  <a:extLst>
                    <a:ext uri="{FF2B5EF4-FFF2-40B4-BE49-F238E27FC236}">
                      <a16:creationId xmlns:a16="http://schemas.microsoft.com/office/drawing/2014/main" id="{4352909C-F29F-9A2E-B1D7-C075A47491C2}"/>
                    </a:ext>
                  </a:extLst>
                </p:cNvPr>
                <p:cNvPicPr/>
                <p:nvPr/>
              </p:nvPicPr>
              <p:blipFill>
                <a:blip r:embed="rId71"/>
                <a:stretch>
                  <a:fillRect/>
                </a:stretch>
              </p:blipFill>
              <p:spPr>
                <a:xfrm>
                  <a:off x="10373864" y="4457442"/>
                  <a:ext cx="96084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115" name="Ink 114">
                  <a:extLst>
                    <a:ext uri="{FF2B5EF4-FFF2-40B4-BE49-F238E27FC236}">
                      <a16:creationId xmlns:a16="http://schemas.microsoft.com/office/drawing/2014/main" id="{6F63A75A-430C-D4F4-097C-C4B47EBB5848}"/>
                    </a:ext>
                  </a:extLst>
                </p14:cNvPr>
                <p14:cNvContentPartPr/>
                <p14:nvPr/>
              </p14:nvContentPartPr>
              <p14:xfrm>
                <a:off x="11295824" y="4063602"/>
                <a:ext cx="15840" cy="374760"/>
              </p14:xfrm>
            </p:contentPart>
          </mc:Choice>
          <mc:Fallback>
            <p:pic>
              <p:nvPicPr>
                <p:cNvPr id="115" name="Ink 114">
                  <a:extLst>
                    <a:ext uri="{FF2B5EF4-FFF2-40B4-BE49-F238E27FC236}">
                      <a16:creationId xmlns:a16="http://schemas.microsoft.com/office/drawing/2014/main" id="{6F63A75A-430C-D4F4-097C-C4B47EBB5848}"/>
                    </a:ext>
                  </a:extLst>
                </p:cNvPr>
                <p:cNvPicPr/>
                <p:nvPr/>
              </p:nvPicPr>
              <p:blipFill>
                <a:blip r:embed="rId73"/>
                <a:stretch>
                  <a:fillRect/>
                </a:stretch>
              </p:blipFill>
              <p:spPr>
                <a:xfrm>
                  <a:off x="11287184" y="4054602"/>
                  <a:ext cx="33480" cy="3924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120" name="Ink 119">
                  <a:extLst>
                    <a:ext uri="{FF2B5EF4-FFF2-40B4-BE49-F238E27FC236}">
                      <a16:creationId xmlns:a16="http://schemas.microsoft.com/office/drawing/2014/main" id="{1CD31378-64D2-903F-F405-43B5F79E1031}"/>
                    </a:ext>
                  </a:extLst>
                </p14:cNvPr>
                <p14:cNvContentPartPr/>
                <p14:nvPr/>
              </p14:nvContentPartPr>
              <p14:xfrm>
                <a:off x="10433624" y="4126602"/>
                <a:ext cx="225720" cy="96120"/>
              </p14:xfrm>
            </p:contentPart>
          </mc:Choice>
          <mc:Fallback>
            <p:pic>
              <p:nvPicPr>
                <p:cNvPr id="120" name="Ink 119">
                  <a:extLst>
                    <a:ext uri="{FF2B5EF4-FFF2-40B4-BE49-F238E27FC236}">
                      <a16:creationId xmlns:a16="http://schemas.microsoft.com/office/drawing/2014/main" id="{1CD31378-64D2-903F-F405-43B5F79E1031}"/>
                    </a:ext>
                  </a:extLst>
                </p:cNvPr>
                <p:cNvPicPr/>
                <p:nvPr/>
              </p:nvPicPr>
              <p:blipFill>
                <a:blip r:embed="rId75"/>
                <a:stretch>
                  <a:fillRect/>
                </a:stretch>
              </p:blipFill>
              <p:spPr>
                <a:xfrm>
                  <a:off x="10424984" y="4117602"/>
                  <a:ext cx="24336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121" name="Ink 120">
                  <a:extLst>
                    <a:ext uri="{FF2B5EF4-FFF2-40B4-BE49-F238E27FC236}">
                      <a16:creationId xmlns:a16="http://schemas.microsoft.com/office/drawing/2014/main" id="{128F3D0D-6365-64B6-3130-34E2EAED7D6E}"/>
                    </a:ext>
                  </a:extLst>
                </p14:cNvPr>
                <p14:cNvContentPartPr/>
                <p14:nvPr/>
              </p14:nvContentPartPr>
              <p14:xfrm>
                <a:off x="10568264" y="4207602"/>
                <a:ext cx="122400" cy="61560"/>
              </p14:xfrm>
            </p:contentPart>
          </mc:Choice>
          <mc:Fallback>
            <p:pic>
              <p:nvPicPr>
                <p:cNvPr id="121" name="Ink 120">
                  <a:extLst>
                    <a:ext uri="{FF2B5EF4-FFF2-40B4-BE49-F238E27FC236}">
                      <a16:creationId xmlns:a16="http://schemas.microsoft.com/office/drawing/2014/main" id="{128F3D0D-6365-64B6-3130-34E2EAED7D6E}"/>
                    </a:ext>
                  </a:extLst>
                </p:cNvPr>
                <p:cNvPicPr/>
                <p:nvPr/>
              </p:nvPicPr>
              <p:blipFill>
                <a:blip r:embed="rId77"/>
                <a:stretch>
                  <a:fillRect/>
                </a:stretch>
              </p:blipFill>
              <p:spPr>
                <a:xfrm>
                  <a:off x="10559624" y="4198602"/>
                  <a:ext cx="14004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122" name="Ink 121">
                  <a:extLst>
                    <a:ext uri="{FF2B5EF4-FFF2-40B4-BE49-F238E27FC236}">
                      <a16:creationId xmlns:a16="http://schemas.microsoft.com/office/drawing/2014/main" id="{DFE6AD9A-7D25-CA4F-2A23-3F4F0CA78DBD}"/>
                    </a:ext>
                  </a:extLst>
                </p14:cNvPr>
                <p14:cNvContentPartPr/>
                <p14:nvPr/>
              </p14:nvContentPartPr>
              <p14:xfrm>
                <a:off x="10681664" y="4214082"/>
                <a:ext cx="6480" cy="86040"/>
              </p14:xfrm>
            </p:contentPart>
          </mc:Choice>
          <mc:Fallback>
            <p:pic>
              <p:nvPicPr>
                <p:cNvPr id="122" name="Ink 121">
                  <a:extLst>
                    <a:ext uri="{FF2B5EF4-FFF2-40B4-BE49-F238E27FC236}">
                      <a16:creationId xmlns:a16="http://schemas.microsoft.com/office/drawing/2014/main" id="{DFE6AD9A-7D25-CA4F-2A23-3F4F0CA78DBD}"/>
                    </a:ext>
                  </a:extLst>
                </p:cNvPr>
                <p:cNvPicPr/>
                <p:nvPr/>
              </p:nvPicPr>
              <p:blipFill>
                <a:blip r:embed="rId79"/>
                <a:stretch>
                  <a:fillRect/>
                </a:stretch>
              </p:blipFill>
              <p:spPr>
                <a:xfrm>
                  <a:off x="10672664" y="4205082"/>
                  <a:ext cx="2412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123" name="Ink 122">
                  <a:extLst>
                    <a:ext uri="{FF2B5EF4-FFF2-40B4-BE49-F238E27FC236}">
                      <a16:creationId xmlns:a16="http://schemas.microsoft.com/office/drawing/2014/main" id="{DB637C29-F854-457B-4B0F-D04EDD5F3256}"/>
                    </a:ext>
                  </a:extLst>
                </p14:cNvPr>
                <p14:cNvContentPartPr/>
                <p14:nvPr/>
              </p14:nvContentPartPr>
              <p14:xfrm>
                <a:off x="10647464" y="4226322"/>
                <a:ext cx="182880" cy="91080"/>
              </p14:xfrm>
            </p:contentPart>
          </mc:Choice>
          <mc:Fallback>
            <p:pic>
              <p:nvPicPr>
                <p:cNvPr id="123" name="Ink 122">
                  <a:extLst>
                    <a:ext uri="{FF2B5EF4-FFF2-40B4-BE49-F238E27FC236}">
                      <a16:creationId xmlns:a16="http://schemas.microsoft.com/office/drawing/2014/main" id="{DB637C29-F854-457B-4B0F-D04EDD5F3256}"/>
                    </a:ext>
                  </a:extLst>
                </p:cNvPr>
                <p:cNvPicPr/>
                <p:nvPr/>
              </p:nvPicPr>
              <p:blipFill>
                <a:blip r:embed="rId81"/>
                <a:stretch>
                  <a:fillRect/>
                </a:stretch>
              </p:blipFill>
              <p:spPr>
                <a:xfrm>
                  <a:off x="10638464" y="4217322"/>
                  <a:ext cx="20052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124" name="Ink 123">
                  <a:extLst>
                    <a:ext uri="{FF2B5EF4-FFF2-40B4-BE49-F238E27FC236}">
                      <a16:creationId xmlns:a16="http://schemas.microsoft.com/office/drawing/2014/main" id="{D4776DB9-B53F-C0FE-7681-189E7DF0C8C3}"/>
                    </a:ext>
                  </a:extLst>
                </p14:cNvPr>
                <p14:cNvContentPartPr/>
                <p14:nvPr/>
              </p14:nvContentPartPr>
              <p14:xfrm>
                <a:off x="10846544" y="4273842"/>
                <a:ext cx="110520" cy="7560"/>
              </p14:xfrm>
            </p:contentPart>
          </mc:Choice>
          <mc:Fallback>
            <p:pic>
              <p:nvPicPr>
                <p:cNvPr id="124" name="Ink 123">
                  <a:extLst>
                    <a:ext uri="{FF2B5EF4-FFF2-40B4-BE49-F238E27FC236}">
                      <a16:creationId xmlns:a16="http://schemas.microsoft.com/office/drawing/2014/main" id="{D4776DB9-B53F-C0FE-7681-189E7DF0C8C3}"/>
                    </a:ext>
                  </a:extLst>
                </p:cNvPr>
                <p:cNvPicPr/>
                <p:nvPr/>
              </p:nvPicPr>
              <p:blipFill>
                <a:blip r:embed="rId83"/>
                <a:stretch>
                  <a:fillRect/>
                </a:stretch>
              </p:blipFill>
              <p:spPr>
                <a:xfrm>
                  <a:off x="10837904" y="4264842"/>
                  <a:ext cx="12816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125" name="Ink 124">
                  <a:extLst>
                    <a:ext uri="{FF2B5EF4-FFF2-40B4-BE49-F238E27FC236}">
                      <a16:creationId xmlns:a16="http://schemas.microsoft.com/office/drawing/2014/main" id="{12CA8F8A-8BA2-C068-0B10-B7F6669DDCE7}"/>
                    </a:ext>
                  </a:extLst>
                </p14:cNvPr>
                <p14:cNvContentPartPr/>
                <p14:nvPr/>
              </p14:nvContentPartPr>
              <p14:xfrm>
                <a:off x="10932584" y="4178082"/>
                <a:ext cx="89640" cy="69480"/>
              </p14:xfrm>
            </p:contentPart>
          </mc:Choice>
          <mc:Fallback>
            <p:pic>
              <p:nvPicPr>
                <p:cNvPr id="125" name="Ink 124">
                  <a:extLst>
                    <a:ext uri="{FF2B5EF4-FFF2-40B4-BE49-F238E27FC236}">
                      <a16:creationId xmlns:a16="http://schemas.microsoft.com/office/drawing/2014/main" id="{12CA8F8A-8BA2-C068-0B10-B7F6669DDCE7}"/>
                    </a:ext>
                  </a:extLst>
                </p:cNvPr>
                <p:cNvPicPr/>
                <p:nvPr/>
              </p:nvPicPr>
              <p:blipFill>
                <a:blip r:embed="rId85"/>
                <a:stretch>
                  <a:fillRect/>
                </a:stretch>
              </p:blipFill>
              <p:spPr>
                <a:xfrm>
                  <a:off x="10923944" y="4169082"/>
                  <a:ext cx="10728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126" name="Ink 125">
                  <a:extLst>
                    <a:ext uri="{FF2B5EF4-FFF2-40B4-BE49-F238E27FC236}">
                      <a16:creationId xmlns:a16="http://schemas.microsoft.com/office/drawing/2014/main" id="{02ECC704-A3C9-DBBB-00E0-D591C530FE07}"/>
                    </a:ext>
                  </a:extLst>
                </p14:cNvPr>
                <p14:cNvContentPartPr/>
                <p14:nvPr/>
              </p14:nvContentPartPr>
              <p14:xfrm>
                <a:off x="11025464" y="4141002"/>
                <a:ext cx="360" cy="85680"/>
              </p14:xfrm>
            </p:contentPart>
          </mc:Choice>
          <mc:Fallback>
            <p:pic>
              <p:nvPicPr>
                <p:cNvPr id="126" name="Ink 125">
                  <a:extLst>
                    <a:ext uri="{FF2B5EF4-FFF2-40B4-BE49-F238E27FC236}">
                      <a16:creationId xmlns:a16="http://schemas.microsoft.com/office/drawing/2014/main" id="{02ECC704-A3C9-DBBB-00E0-D591C530FE07}"/>
                    </a:ext>
                  </a:extLst>
                </p:cNvPr>
                <p:cNvPicPr/>
                <p:nvPr/>
              </p:nvPicPr>
              <p:blipFill>
                <a:blip r:embed="rId87"/>
                <a:stretch>
                  <a:fillRect/>
                </a:stretch>
              </p:blipFill>
              <p:spPr>
                <a:xfrm>
                  <a:off x="11016824" y="4132362"/>
                  <a:ext cx="1800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127" name="Ink 126">
                  <a:extLst>
                    <a:ext uri="{FF2B5EF4-FFF2-40B4-BE49-F238E27FC236}">
                      <a16:creationId xmlns:a16="http://schemas.microsoft.com/office/drawing/2014/main" id="{12D47D06-BF49-19F1-5666-7E9033BE6A61}"/>
                    </a:ext>
                  </a:extLst>
                </p14:cNvPr>
                <p14:cNvContentPartPr/>
                <p14:nvPr/>
              </p14:nvContentPartPr>
              <p14:xfrm>
                <a:off x="11024744" y="4133082"/>
                <a:ext cx="146880" cy="113760"/>
              </p14:xfrm>
            </p:contentPart>
          </mc:Choice>
          <mc:Fallback>
            <p:pic>
              <p:nvPicPr>
                <p:cNvPr id="127" name="Ink 126">
                  <a:extLst>
                    <a:ext uri="{FF2B5EF4-FFF2-40B4-BE49-F238E27FC236}">
                      <a16:creationId xmlns:a16="http://schemas.microsoft.com/office/drawing/2014/main" id="{12D47D06-BF49-19F1-5666-7E9033BE6A61}"/>
                    </a:ext>
                  </a:extLst>
                </p:cNvPr>
                <p:cNvPicPr/>
                <p:nvPr/>
              </p:nvPicPr>
              <p:blipFill>
                <a:blip r:embed="rId89"/>
                <a:stretch>
                  <a:fillRect/>
                </a:stretch>
              </p:blipFill>
              <p:spPr>
                <a:xfrm>
                  <a:off x="11015744" y="4124442"/>
                  <a:ext cx="164520" cy="1314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128" name="Ink 127">
                  <a:extLst>
                    <a:ext uri="{FF2B5EF4-FFF2-40B4-BE49-F238E27FC236}">
                      <a16:creationId xmlns:a16="http://schemas.microsoft.com/office/drawing/2014/main" id="{953D3E30-156D-30A7-81B1-0F332740A0B0}"/>
                    </a:ext>
                  </a:extLst>
                </p14:cNvPr>
                <p14:cNvContentPartPr/>
                <p14:nvPr/>
              </p14:nvContentPartPr>
              <p14:xfrm>
                <a:off x="10903784" y="4306602"/>
                <a:ext cx="81720" cy="86400"/>
              </p14:xfrm>
            </p:contentPart>
          </mc:Choice>
          <mc:Fallback>
            <p:pic>
              <p:nvPicPr>
                <p:cNvPr id="128" name="Ink 127">
                  <a:extLst>
                    <a:ext uri="{FF2B5EF4-FFF2-40B4-BE49-F238E27FC236}">
                      <a16:creationId xmlns:a16="http://schemas.microsoft.com/office/drawing/2014/main" id="{953D3E30-156D-30A7-81B1-0F332740A0B0}"/>
                    </a:ext>
                  </a:extLst>
                </p:cNvPr>
                <p:cNvPicPr/>
                <p:nvPr/>
              </p:nvPicPr>
              <p:blipFill>
                <a:blip r:embed="rId91"/>
                <a:stretch>
                  <a:fillRect/>
                </a:stretch>
              </p:blipFill>
              <p:spPr>
                <a:xfrm>
                  <a:off x="10894784" y="4297962"/>
                  <a:ext cx="9936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129" name="Ink 128">
                  <a:extLst>
                    <a:ext uri="{FF2B5EF4-FFF2-40B4-BE49-F238E27FC236}">
                      <a16:creationId xmlns:a16="http://schemas.microsoft.com/office/drawing/2014/main" id="{48A5AE59-2894-1059-2B60-CA6613CE7422}"/>
                    </a:ext>
                  </a:extLst>
                </p14:cNvPr>
                <p14:cNvContentPartPr/>
                <p14:nvPr/>
              </p14:nvContentPartPr>
              <p14:xfrm>
                <a:off x="11005664" y="4358442"/>
                <a:ext cx="360" cy="60840"/>
              </p14:xfrm>
            </p:contentPart>
          </mc:Choice>
          <mc:Fallback>
            <p:pic>
              <p:nvPicPr>
                <p:cNvPr id="129" name="Ink 128">
                  <a:extLst>
                    <a:ext uri="{FF2B5EF4-FFF2-40B4-BE49-F238E27FC236}">
                      <a16:creationId xmlns:a16="http://schemas.microsoft.com/office/drawing/2014/main" id="{48A5AE59-2894-1059-2B60-CA6613CE7422}"/>
                    </a:ext>
                  </a:extLst>
                </p:cNvPr>
                <p:cNvPicPr/>
                <p:nvPr/>
              </p:nvPicPr>
              <p:blipFill>
                <a:blip r:embed="rId93"/>
                <a:stretch>
                  <a:fillRect/>
                </a:stretch>
              </p:blipFill>
              <p:spPr>
                <a:xfrm>
                  <a:off x="10996664" y="4349442"/>
                  <a:ext cx="1800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130" name="Ink 129">
                  <a:extLst>
                    <a:ext uri="{FF2B5EF4-FFF2-40B4-BE49-F238E27FC236}">
                      <a16:creationId xmlns:a16="http://schemas.microsoft.com/office/drawing/2014/main" id="{501E99FA-E36F-8CBA-E25C-45D8A0F93262}"/>
                    </a:ext>
                  </a:extLst>
                </p14:cNvPr>
                <p14:cNvContentPartPr/>
                <p14:nvPr/>
              </p14:nvContentPartPr>
              <p14:xfrm>
                <a:off x="10986944" y="4351602"/>
                <a:ext cx="118080" cy="89640"/>
              </p14:xfrm>
            </p:contentPart>
          </mc:Choice>
          <mc:Fallback>
            <p:pic>
              <p:nvPicPr>
                <p:cNvPr id="130" name="Ink 129">
                  <a:extLst>
                    <a:ext uri="{FF2B5EF4-FFF2-40B4-BE49-F238E27FC236}">
                      <a16:creationId xmlns:a16="http://schemas.microsoft.com/office/drawing/2014/main" id="{501E99FA-E36F-8CBA-E25C-45D8A0F93262}"/>
                    </a:ext>
                  </a:extLst>
                </p:cNvPr>
                <p:cNvPicPr/>
                <p:nvPr/>
              </p:nvPicPr>
              <p:blipFill>
                <a:blip r:embed="rId95"/>
                <a:stretch>
                  <a:fillRect/>
                </a:stretch>
              </p:blipFill>
              <p:spPr>
                <a:xfrm>
                  <a:off x="10977944" y="4342602"/>
                  <a:ext cx="135720" cy="1072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131" name="Ink 130">
                  <a:extLst>
                    <a:ext uri="{FF2B5EF4-FFF2-40B4-BE49-F238E27FC236}">
                      <a16:creationId xmlns:a16="http://schemas.microsoft.com/office/drawing/2014/main" id="{F25BAC03-EBA2-9702-F2A3-6B0D082E8D5D}"/>
                    </a:ext>
                  </a:extLst>
                </p14:cNvPr>
                <p14:cNvContentPartPr/>
                <p14:nvPr/>
              </p14:nvContentPartPr>
              <p14:xfrm>
                <a:off x="11078384" y="4386522"/>
                <a:ext cx="86400" cy="6840"/>
              </p14:xfrm>
            </p:contentPart>
          </mc:Choice>
          <mc:Fallback>
            <p:pic>
              <p:nvPicPr>
                <p:cNvPr id="131" name="Ink 130">
                  <a:extLst>
                    <a:ext uri="{FF2B5EF4-FFF2-40B4-BE49-F238E27FC236}">
                      <a16:creationId xmlns:a16="http://schemas.microsoft.com/office/drawing/2014/main" id="{F25BAC03-EBA2-9702-F2A3-6B0D082E8D5D}"/>
                    </a:ext>
                  </a:extLst>
                </p:cNvPr>
                <p:cNvPicPr/>
                <p:nvPr/>
              </p:nvPicPr>
              <p:blipFill>
                <a:blip r:embed="rId97"/>
                <a:stretch>
                  <a:fillRect/>
                </a:stretch>
              </p:blipFill>
              <p:spPr>
                <a:xfrm>
                  <a:off x="11069744" y="4377522"/>
                  <a:ext cx="10404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132" name="Ink 131">
                  <a:extLst>
                    <a:ext uri="{FF2B5EF4-FFF2-40B4-BE49-F238E27FC236}">
                      <a16:creationId xmlns:a16="http://schemas.microsoft.com/office/drawing/2014/main" id="{3FEDF237-5AE5-EC33-C17D-1C92C368FF56}"/>
                    </a:ext>
                  </a:extLst>
                </p14:cNvPr>
                <p14:cNvContentPartPr/>
                <p14:nvPr/>
              </p14:nvContentPartPr>
              <p14:xfrm>
                <a:off x="11168384" y="4333242"/>
                <a:ext cx="10080" cy="65880"/>
              </p14:xfrm>
            </p:contentPart>
          </mc:Choice>
          <mc:Fallback>
            <p:pic>
              <p:nvPicPr>
                <p:cNvPr id="132" name="Ink 131">
                  <a:extLst>
                    <a:ext uri="{FF2B5EF4-FFF2-40B4-BE49-F238E27FC236}">
                      <a16:creationId xmlns:a16="http://schemas.microsoft.com/office/drawing/2014/main" id="{3FEDF237-5AE5-EC33-C17D-1C92C368FF56}"/>
                    </a:ext>
                  </a:extLst>
                </p:cNvPr>
                <p:cNvPicPr/>
                <p:nvPr/>
              </p:nvPicPr>
              <p:blipFill>
                <a:blip r:embed="rId99"/>
                <a:stretch>
                  <a:fillRect/>
                </a:stretch>
              </p:blipFill>
              <p:spPr>
                <a:xfrm>
                  <a:off x="11159744" y="4324602"/>
                  <a:ext cx="27720" cy="8352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133" name="Ink 132">
                  <a:extLst>
                    <a:ext uri="{FF2B5EF4-FFF2-40B4-BE49-F238E27FC236}">
                      <a16:creationId xmlns:a16="http://schemas.microsoft.com/office/drawing/2014/main" id="{96E9AC9A-066C-351B-8DD5-80A24CDF208C}"/>
                    </a:ext>
                  </a:extLst>
                </p14:cNvPr>
                <p14:cNvContentPartPr/>
                <p14:nvPr/>
              </p14:nvContentPartPr>
              <p14:xfrm>
                <a:off x="11133464" y="4286802"/>
                <a:ext cx="116280" cy="100440"/>
              </p14:xfrm>
            </p:contentPart>
          </mc:Choice>
          <mc:Fallback>
            <p:pic>
              <p:nvPicPr>
                <p:cNvPr id="133" name="Ink 132">
                  <a:extLst>
                    <a:ext uri="{FF2B5EF4-FFF2-40B4-BE49-F238E27FC236}">
                      <a16:creationId xmlns:a16="http://schemas.microsoft.com/office/drawing/2014/main" id="{96E9AC9A-066C-351B-8DD5-80A24CDF208C}"/>
                    </a:ext>
                  </a:extLst>
                </p:cNvPr>
                <p:cNvPicPr/>
                <p:nvPr/>
              </p:nvPicPr>
              <p:blipFill>
                <a:blip r:embed="rId101"/>
                <a:stretch>
                  <a:fillRect/>
                </a:stretch>
              </p:blipFill>
              <p:spPr>
                <a:xfrm>
                  <a:off x="11124464" y="4278162"/>
                  <a:ext cx="13392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134" name="Ink 133">
                  <a:extLst>
                    <a:ext uri="{FF2B5EF4-FFF2-40B4-BE49-F238E27FC236}">
                      <a16:creationId xmlns:a16="http://schemas.microsoft.com/office/drawing/2014/main" id="{0A1D03F6-0CAA-DAD7-7D71-B1475DE46740}"/>
                    </a:ext>
                  </a:extLst>
                </p14:cNvPr>
                <p14:cNvContentPartPr/>
                <p14:nvPr/>
              </p14:nvContentPartPr>
              <p14:xfrm>
                <a:off x="11191064" y="4207602"/>
                <a:ext cx="65880" cy="360"/>
              </p14:xfrm>
            </p:contentPart>
          </mc:Choice>
          <mc:Fallback>
            <p:pic>
              <p:nvPicPr>
                <p:cNvPr id="134" name="Ink 133">
                  <a:extLst>
                    <a:ext uri="{FF2B5EF4-FFF2-40B4-BE49-F238E27FC236}">
                      <a16:creationId xmlns:a16="http://schemas.microsoft.com/office/drawing/2014/main" id="{0A1D03F6-0CAA-DAD7-7D71-B1475DE46740}"/>
                    </a:ext>
                  </a:extLst>
                </p:cNvPr>
                <p:cNvPicPr/>
                <p:nvPr/>
              </p:nvPicPr>
              <p:blipFill>
                <a:blip r:embed="rId103"/>
                <a:stretch>
                  <a:fillRect/>
                </a:stretch>
              </p:blipFill>
              <p:spPr>
                <a:xfrm>
                  <a:off x="11182424" y="4198602"/>
                  <a:ext cx="8352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135" name="Ink 134">
                  <a:extLst>
                    <a:ext uri="{FF2B5EF4-FFF2-40B4-BE49-F238E27FC236}">
                      <a16:creationId xmlns:a16="http://schemas.microsoft.com/office/drawing/2014/main" id="{B40247C8-3684-9DFD-D50C-996D3313662C}"/>
                    </a:ext>
                  </a:extLst>
                </p14:cNvPr>
                <p14:cNvContentPartPr/>
                <p14:nvPr/>
              </p14:nvContentPartPr>
              <p14:xfrm>
                <a:off x="11243984" y="4187802"/>
                <a:ext cx="16560" cy="59040"/>
              </p14:xfrm>
            </p:contentPart>
          </mc:Choice>
          <mc:Fallback>
            <p:pic>
              <p:nvPicPr>
                <p:cNvPr id="135" name="Ink 134">
                  <a:extLst>
                    <a:ext uri="{FF2B5EF4-FFF2-40B4-BE49-F238E27FC236}">
                      <a16:creationId xmlns:a16="http://schemas.microsoft.com/office/drawing/2014/main" id="{B40247C8-3684-9DFD-D50C-996D3313662C}"/>
                    </a:ext>
                  </a:extLst>
                </p:cNvPr>
                <p:cNvPicPr/>
                <p:nvPr/>
              </p:nvPicPr>
              <p:blipFill>
                <a:blip r:embed="rId105"/>
                <a:stretch>
                  <a:fillRect/>
                </a:stretch>
              </p:blipFill>
              <p:spPr>
                <a:xfrm>
                  <a:off x="11235344" y="4178802"/>
                  <a:ext cx="34200" cy="766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136" name="Ink 135">
                  <a:extLst>
                    <a:ext uri="{FF2B5EF4-FFF2-40B4-BE49-F238E27FC236}">
                      <a16:creationId xmlns:a16="http://schemas.microsoft.com/office/drawing/2014/main" id="{3A856734-D01F-1198-4278-7E0AE4A55703}"/>
                    </a:ext>
                  </a:extLst>
                </p14:cNvPr>
                <p14:cNvContentPartPr/>
                <p14:nvPr/>
              </p14:nvContentPartPr>
              <p14:xfrm>
                <a:off x="11246144" y="4139922"/>
                <a:ext cx="112680" cy="108720"/>
              </p14:xfrm>
            </p:contentPart>
          </mc:Choice>
          <mc:Fallback>
            <p:pic>
              <p:nvPicPr>
                <p:cNvPr id="136" name="Ink 135">
                  <a:extLst>
                    <a:ext uri="{FF2B5EF4-FFF2-40B4-BE49-F238E27FC236}">
                      <a16:creationId xmlns:a16="http://schemas.microsoft.com/office/drawing/2014/main" id="{3A856734-D01F-1198-4278-7E0AE4A55703}"/>
                    </a:ext>
                  </a:extLst>
                </p:cNvPr>
                <p:cNvPicPr/>
                <p:nvPr/>
              </p:nvPicPr>
              <p:blipFill>
                <a:blip r:embed="rId107"/>
                <a:stretch>
                  <a:fillRect/>
                </a:stretch>
              </p:blipFill>
              <p:spPr>
                <a:xfrm>
                  <a:off x="11237144" y="4130922"/>
                  <a:ext cx="13032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37" name="Ink 136">
                  <a:extLst>
                    <a:ext uri="{FF2B5EF4-FFF2-40B4-BE49-F238E27FC236}">
                      <a16:creationId xmlns:a16="http://schemas.microsoft.com/office/drawing/2014/main" id="{09D2B600-2D9B-C3D3-9914-3863F4B12996}"/>
                    </a:ext>
                  </a:extLst>
                </p14:cNvPr>
                <p14:cNvContentPartPr/>
                <p14:nvPr/>
              </p14:nvContentPartPr>
              <p14:xfrm>
                <a:off x="10833584" y="4101402"/>
                <a:ext cx="7200" cy="92880"/>
              </p14:xfrm>
            </p:contentPart>
          </mc:Choice>
          <mc:Fallback>
            <p:pic>
              <p:nvPicPr>
                <p:cNvPr id="137" name="Ink 136">
                  <a:extLst>
                    <a:ext uri="{FF2B5EF4-FFF2-40B4-BE49-F238E27FC236}">
                      <a16:creationId xmlns:a16="http://schemas.microsoft.com/office/drawing/2014/main" id="{09D2B600-2D9B-C3D3-9914-3863F4B12996}"/>
                    </a:ext>
                  </a:extLst>
                </p:cNvPr>
                <p:cNvPicPr/>
                <p:nvPr/>
              </p:nvPicPr>
              <p:blipFill>
                <a:blip r:embed="rId109"/>
                <a:stretch>
                  <a:fillRect/>
                </a:stretch>
              </p:blipFill>
              <p:spPr>
                <a:xfrm>
                  <a:off x="10824584" y="4092402"/>
                  <a:ext cx="24840" cy="11052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38" name="Ink 137">
                  <a:extLst>
                    <a:ext uri="{FF2B5EF4-FFF2-40B4-BE49-F238E27FC236}">
                      <a16:creationId xmlns:a16="http://schemas.microsoft.com/office/drawing/2014/main" id="{28D87235-A45B-2F66-F9ED-3CE219836C4F}"/>
                    </a:ext>
                  </a:extLst>
                </p14:cNvPr>
                <p14:cNvContentPartPr/>
                <p14:nvPr/>
              </p14:nvContentPartPr>
              <p14:xfrm>
                <a:off x="10782464" y="4028322"/>
                <a:ext cx="137160" cy="88560"/>
              </p14:xfrm>
            </p:contentPart>
          </mc:Choice>
          <mc:Fallback>
            <p:pic>
              <p:nvPicPr>
                <p:cNvPr id="138" name="Ink 137">
                  <a:extLst>
                    <a:ext uri="{FF2B5EF4-FFF2-40B4-BE49-F238E27FC236}">
                      <a16:creationId xmlns:a16="http://schemas.microsoft.com/office/drawing/2014/main" id="{28D87235-A45B-2F66-F9ED-3CE219836C4F}"/>
                    </a:ext>
                  </a:extLst>
                </p:cNvPr>
                <p:cNvPicPr/>
                <p:nvPr/>
              </p:nvPicPr>
              <p:blipFill>
                <a:blip r:embed="rId111"/>
                <a:stretch>
                  <a:fillRect/>
                </a:stretch>
              </p:blipFill>
              <p:spPr>
                <a:xfrm>
                  <a:off x="10773824" y="4019682"/>
                  <a:ext cx="15480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39" name="Ink 138">
                  <a:extLst>
                    <a:ext uri="{FF2B5EF4-FFF2-40B4-BE49-F238E27FC236}">
                      <a16:creationId xmlns:a16="http://schemas.microsoft.com/office/drawing/2014/main" id="{D6A5B10B-E641-34AC-7878-84FDD5EFE6C0}"/>
                    </a:ext>
                  </a:extLst>
                </p14:cNvPr>
                <p14:cNvContentPartPr/>
                <p14:nvPr/>
              </p14:nvContentPartPr>
              <p14:xfrm>
                <a:off x="10996664" y="4061442"/>
                <a:ext cx="16200" cy="92880"/>
              </p14:xfrm>
            </p:contentPart>
          </mc:Choice>
          <mc:Fallback>
            <p:pic>
              <p:nvPicPr>
                <p:cNvPr id="139" name="Ink 138">
                  <a:extLst>
                    <a:ext uri="{FF2B5EF4-FFF2-40B4-BE49-F238E27FC236}">
                      <a16:creationId xmlns:a16="http://schemas.microsoft.com/office/drawing/2014/main" id="{D6A5B10B-E641-34AC-7878-84FDD5EFE6C0}"/>
                    </a:ext>
                  </a:extLst>
                </p:cNvPr>
                <p:cNvPicPr/>
                <p:nvPr/>
              </p:nvPicPr>
              <p:blipFill>
                <a:blip r:embed="rId113"/>
                <a:stretch>
                  <a:fillRect/>
                </a:stretch>
              </p:blipFill>
              <p:spPr>
                <a:xfrm>
                  <a:off x="10987664" y="4052802"/>
                  <a:ext cx="33840" cy="1105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140" name="Ink 139">
                  <a:extLst>
                    <a:ext uri="{FF2B5EF4-FFF2-40B4-BE49-F238E27FC236}">
                      <a16:creationId xmlns:a16="http://schemas.microsoft.com/office/drawing/2014/main" id="{EE8F4563-188F-DECE-2CDA-F29C5864FE1C}"/>
                    </a:ext>
                  </a:extLst>
                </p14:cNvPr>
                <p14:cNvContentPartPr/>
                <p14:nvPr/>
              </p14:nvContentPartPr>
              <p14:xfrm>
                <a:off x="11009624" y="4016802"/>
                <a:ext cx="2880" cy="5760"/>
              </p14:xfrm>
            </p:contentPart>
          </mc:Choice>
          <mc:Fallback>
            <p:pic>
              <p:nvPicPr>
                <p:cNvPr id="140" name="Ink 139">
                  <a:extLst>
                    <a:ext uri="{FF2B5EF4-FFF2-40B4-BE49-F238E27FC236}">
                      <a16:creationId xmlns:a16="http://schemas.microsoft.com/office/drawing/2014/main" id="{EE8F4563-188F-DECE-2CDA-F29C5864FE1C}"/>
                    </a:ext>
                  </a:extLst>
                </p:cNvPr>
                <p:cNvPicPr/>
                <p:nvPr/>
              </p:nvPicPr>
              <p:blipFill>
                <a:blip r:embed="rId9"/>
                <a:stretch>
                  <a:fillRect/>
                </a:stretch>
              </p:blipFill>
              <p:spPr>
                <a:xfrm>
                  <a:off x="11000984" y="4007802"/>
                  <a:ext cx="2052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141" name="Ink 140">
                  <a:extLst>
                    <a:ext uri="{FF2B5EF4-FFF2-40B4-BE49-F238E27FC236}">
                      <a16:creationId xmlns:a16="http://schemas.microsoft.com/office/drawing/2014/main" id="{E69A3F38-1C9C-A96E-9381-54258FE4EEB3}"/>
                    </a:ext>
                  </a:extLst>
                </p14:cNvPr>
                <p14:cNvContentPartPr/>
                <p14:nvPr/>
              </p14:nvContentPartPr>
              <p14:xfrm>
                <a:off x="10952384" y="4008522"/>
                <a:ext cx="113040" cy="74520"/>
              </p14:xfrm>
            </p:contentPart>
          </mc:Choice>
          <mc:Fallback>
            <p:pic>
              <p:nvPicPr>
                <p:cNvPr id="141" name="Ink 140">
                  <a:extLst>
                    <a:ext uri="{FF2B5EF4-FFF2-40B4-BE49-F238E27FC236}">
                      <a16:creationId xmlns:a16="http://schemas.microsoft.com/office/drawing/2014/main" id="{E69A3F38-1C9C-A96E-9381-54258FE4EEB3}"/>
                    </a:ext>
                  </a:extLst>
                </p:cNvPr>
                <p:cNvPicPr/>
                <p:nvPr/>
              </p:nvPicPr>
              <p:blipFill>
                <a:blip r:embed="rId116"/>
                <a:stretch>
                  <a:fillRect/>
                </a:stretch>
              </p:blipFill>
              <p:spPr>
                <a:xfrm>
                  <a:off x="10943744" y="3999522"/>
                  <a:ext cx="13068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94" name="Ink 93">
                  <a:extLst>
                    <a:ext uri="{FF2B5EF4-FFF2-40B4-BE49-F238E27FC236}">
                      <a16:creationId xmlns:a16="http://schemas.microsoft.com/office/drawing/2014/main" id="{72BCFEEE-688E-F268-1938-C2EC6614A7A9}"/>
                    </a:ext>
                  </a:extLst>
                </p14:cNvPr>
                <p14:cNvContentPartPr/>
                <p14:nvPr/>
              </p14:nvContentPartPr>
              <p14:xfrm>
                <a:off x="9634064" y="2278362"/>
                <a:ext cx="263880" cy="245160"/>
              </p14:xfrm>
            </p:contentPart>
          </mc:Choice>
          <mc:Fallback>
            <p:pic>
              <p:nvPicPr>
                <p:cNvPr id="94" name="Ink 93">
                  <a:extLst>
                    <a:ext uri="{FF2B5EF4-FFF2-40B4-BE49-F238E27FC236}">
                      <a16:creationId xmlns:a16="http://schemas.microsoft.com/office/drawing/2014/main" id="{72BCFEEE-688E-F268-1938-C2EC6614A7A9}"/>
                    </a:ext>
                  </a:extLst>
                </p:cNvPr>
                <p:cNvPicPr/>
                <p:nvPr/>
              </p:nvPicPr>
              <p:blipFill>
                <a:blip r:embed="rId118"/>
                <a:stretch>
                  <a:fillRect/>
                </a:stretch>
              </p:blipFill>
              <p:spPr>
                <a:xfrm>
                  <a:off x="9625424" y="2269722"/>
                  <a:ext cx="281520" cy="26280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95" name="Ink 94">
                  <a:extLst>
                    <a:ext uri="{FF2B5EF4-FFF2-40B4-BE49-F238E27FC236}">
                      <a16:creationId xmlns:a16="http://schemas.microsoft.com/office/drawing/2014/main" id="{36151C06-5A38-6393-983D-3A8C1DB17065}"/>
                    </a:ext>
                  </a:extLst>
                </p14:cNvPr>
                <p14:cNvContentPartPr/>
                <p14:nvPr/>
              </p14:nvContentPartPr>
              <p14:xfrm>
                <a:off x="9945104" y="2316882"/>
                <a:ext cx="46440" cy="285120"/>
              </p14:xfrm>
            </p:contentPart>
          </mc:Choice>
          <mc:Fallback>
            <p:pic>
              <p:nvPicPr>
                <p:cNvPr id="95" name="Ink 94">
                  <a:extLst>
                    <a:ext uri="{FF2B5EF4-FFF2-40B4-BE49-F238E27FC236}">
                      <a16:creationId xmlns:a16="http://schemas.microsoft.com/office/drawing/2014/main" id="{36151C06-5A38-6393-983D-3A8C1DB17065}"/>
                    </a:ext>
                  </a:extLst>
                </p:cNvPr>
                <p:cNvPicPr/>
                <p:nvPr/>
              </p:nvPicPr>
              <p:blipFill>
                <a:blip r:embed="rId120"/>
                <a:stretch>
                  <a:fillRect/>
                </a:stretch>
              </p:blipFill>
              <p:spPr>
                <a:xfrm>
                  <a:off x="9936464" y="2307882"/>
                  <a:ext cx="64080" cy="30276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96" name="Ink 95">
                  <a:extLst>
                    <a:ext uri="{FF2B5EF4-FFF2-40B4-BE49-F238E27FC236}">
                      <a16:creationId xmlns:a16="http://schemas.microsoft.com/office/drawing/2014/main" id="{D5587910-6736-8366-9061-335A8CB01FB2}"/>
                    </a:ext>
                  </a:extLst>
                </p14:cNvPr>
                <p14:cNvContentPartPr/>
                <p14:nvPr/>
              </p14:nvContentPartPr>
              <p14:xfrm>
                <a:off x="10071464" y="2411202"/>
                <a:ext cx="161280" cy="207000"/>
              </p14:xfrm>
            </p:contentPart>
          </mc:Choice>
          <mc:Fallback>
            <p:pic>
              <p:nvPicPr>
                <p:cNvPr id="96" name="Ink 95">
                  <a:extLst>
                    <a:ext uri="{FF2B5EF4-FFF2-40B4-BE49-F238E27FC236}">
                      <a16:creationId xmlns:a16="http://schemas.microsoft.com/office/drawing/2014/main" id="{D5587910-6736-8366-9061-335A8CB01FB2}"/>
                    </a:ext>
                  </a:extLst>
                </p:cNvPr>
                <p:cNvPicPr/>
                <p:nvPr/>
              </p:nvPicPr>
              <p:blipFill>
                <a:blip r:embed="rId122"/>
                <a:stretch>
                  <a:fillRect/>
                </a:stretch>
              </p:blipFill>
              <p:spPr>
                <a:xfrm>
                  <a:off x="10062464" y="2402562"/>
                  <a:ext cx="17892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97" name="Ink 96">
                  <a:extLst>
                    <a:ext uri="{FF2B5EF4-FFF2-40B4-BE49-F238E27FC236}">
                      <a16:creationId xmlns:a16="http://schemas.microsoft.com/office/drawing/2014/main" id="{4AE83B62-555B-9B65-0469-648192006E7D}"/>
                    </a:ext>
                  </a:extLst>
                </p14:cNvPr>
                <p14:cNvContentPartPr/>
                <p14:nvPr/>
              </p14:nvContentPartPr>
              <p14:xfrm>
                <a:off x="10316624" y="2373762"/>
                <a:ext cx="360" cy="164160"/>
              </p14:xfrm>
            </p:contentPart>
          </mc:Choice>
          <mc:Fallback>
            <p:pic>
              <p:nvPicPr>
                <p:cNvPr id="97" name="Ink 96">
                  <a:extLst>
                    <a:ext uri="{FF2B5EF4-FFF2-40B4-BE49-F238E27FC236}">
                      <a16:creationId xmlns:a16="http://schemas.microsoft.com/office/drawing/2014/main" id="{4AE83B62-555B-9B65-0469-648192006E7D}"/>
                    </a:ext>
                  </a:extLst>
                </p:cNvPr>
                <p:cNvPicPr/>
                <p:nvPr/>
              </p:nvPicPr>
              <p:blipFill>
                <a:blip r:embed="rId124"/>
                <a:stretch>
                  <a:fillRect/>
                </a:stretch>
              </p:blipFill>
              <p:spPr>
                <a:xfrm>
                  <a:off x="10307984" y="2364762"/>
                  <a:ext cx="1800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98" name="Ink 97">
                  <a:extLst>
                    <a:ext uri="{FF2B5EF4-FFF2-40B4-BE49-F238E27FC236}">
                      <a16:creationId xmlns:a16="http://schemas.microsoft.com/office/drawing/2014/main" id="{6EC63D5C-46F9-C051-BF86-CDF15F8C5A12}"/>
                    </a:ext>
                  </a:extLst>
                </p14:cNvPr>
                <p14:cNvContentPartPr/>
                <p14:nvPr/>
              </p14:nvContentPartPr>
              <p14:xfrm>
                <a:off x="10315904" y="2338122"/>
                <a:ext cx="136080" cy="230400"/>
              </p14:xfrm>
            </p:contentPart>
          </mc:Choice>
          <mc:Fallback>
            <p:pic>
              <p:nvPicPr>
                <p:cNvPr id="98" name="Ink 97">
                  <a:extLst>
                    <a:ext uri="{FF2B5EF4-FFF2-40B4-BE49-F238E27FC236}">
                      <a16:creationId xmlns:a16="http://schemas.microsoft.com/office/drawing/2014/main" id="{6EC63D5C-46F9-C051-BF86-CDF15F8C5A12}"/>
                    </a:ext>
                  </a:extLst>
                </p:cNvPr>
                <p:cNvPicPr/>
                <p:nvPr/>
              </p:nvPicPr>
              <p:blipFill>
                <a:blip r:embed="rId126"/>
                <a:stretch>
                  <a:fillRect/>
                </a:stretch>
              </p:blipFill>
              <p:spPr>
                <a:xfrm>
                  <a:off x="10307264" y="2329122"/>
                  <a:ext cx="15372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99" name="Ink 98">
                  <a:extLst>
                    <a:ext uri="{FF2B5EF4-FFF2-40B4-BE49-F238E27FC236}">
                      <a16:creationId xmlns:a16="http://schemas.microsoft.com/office/drawing/2014/main" id="{9D497D3B-57DB-2879-2ECD-E0B81E534A0B}"/>
                    </a:ext>
                  </a:extLst>
                </p14:cNvPr>
                <p14:cNvContentPartPr/>
                <p14:nvPr/>
              </p14:nvContentPartPr>
              <p14:xfrm>
                <a:off x="10508504" y="2330202"/>
                <a:ext cx="131040" cy="234360"/>
              </p14:xfrm>
            </p:contentPart>
          </mc:Choice>
          <mc:Fallback>
            <p:pic>
              <p:nvPicPr>
                <p:cNvPr id="99" name="Ink 98">
                  <a:extLst>
                    <a:ext uri="{FF2B5EF4-FFF2-40B4-BE49-F238E27FC236}">
                      <a16:creationId xmlns:a16="http://schemas.microsoft.com/office/drawing/2014/main" id="{9D497D3B-57DB-2879-2ECD-E0B81E534A0B}"/>
                    </a:ext>
                  </a:extLst>
                </p:cNvPr>
                <p:cNvPicPr/>
                <p:nvPr/>
              </p:nvPicPr>
              <p:blipFill>
                <a:blip r:embed="rId128"/>
                <a:stretch>
                  <a:fillRect/>
                </a:stretch>
              </p:blipFill>
              <p:spPr>
                <a:xfrm>
                  <a:off x="10499864" y="2321562"/>
                  <a:ext cx="14868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100" name="Ink 99">
                  <a:extLst>
                    <a:ext uri="{FF2B5EF4-FFF2-40B4-BE49-F238E27FC236}">
                      <a16:creationId xmlns:a16="http://schemas.microsoft.com/office/drawing/2014/main" id="{C22A3383-53AB-2672-698A-D308036ACB3C}"/>
                    </a:ext>
                  </a:extLst>
                </p14:cNvPr>
                <p14:cNvContentPartPr/>
                <p14:nvPr/>
              </p14:nvContentPartPr>
              <p14:xfrm>
                <a:off x="10533704" y="2415522"/>
                <a:ext cx="168480" cy="56160"/>
              </p14:xfrm>
            </p:contentPart>
          </mc:Choice>
          <mc:Fallback>
            <p:pic>
              <p:nvPicPr>
                <p:cNvPr id="100" name="Ink 99">
                  <a:extLst>
                    <a:ext uri="{FF2B5EF4-FFF2-40B4-BE49-F238E27FC236}">
                      <a16:creationId xmlns:a16="http://schemas.microsoft.com/office/drawing/2014/main" id="{C22A3383-53AB-2672-698A-D308036ACB3C}"/>
                    </a:ext>
                  </a:extLst>
                </p:cNvPr>
                <p:cNvPicPr/>
                <p:nvPr/>
              </p:nvPicPr>
              <p:blipFill>
                <a:blip r:embed="rId130"/>
                <a:stretch>
                  <a:fillRect/>
                </a:stretch>
              </p:blipFill>
              <p:spPr>
                <a:xfrm>
                  <a:off x="10525064" y="2406522"/>
                  <a:ext cx="18612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101" name="Ink 100">
                  <a:extLst>
                    <a:ext uri="{FF2B5EF4-FFF2-40B4-BE49-F238E27FC236}">
                      <a16:creationId xmlns:a16="http://schemas.microsoft.com/office/drawing/2014/main" id="{1832E891-F95B-A4F4-19C2-82E1F9269308}"/>
                    </a:ext>
                  </a:extLst>
                </p14:cNvPr>
                <p14:cNvContentPartPr/>
                <p14:nvPr/>
              </p14:nvContentPartPr>
              <p14:xfrm>
                <a:off x="10723784" y="2379882"/>
                <a:ext cx="17280" cy="160200"/>
              </p14:xfrm>
            </p:contentPart>
          </mc:Choice>
          <mc:Fallback>
            <p:pic>
              <p:nvPicPr>
                <p:cNvPr id="101" name="Ink 100">
                  <a:extLst>
                    <a:ext uri="{FF2B5EF4-FFF2-40B4-BE49-F238E27FC236}">
                      <a16:creationId xmlns:a16="http://schemas.microsoft.com/office/drawing/2014/main" id="{1832E891-F95B-A4F4-19C2-82E1F9269308}"/>
                    </a:ext>
                  </a:extLst>
                </p:cNvPr>
                <p:cNvPicPr/>
                <p:nvPr/>
              </p:nvPicPr>
              <p:blipFill>
                <a:blip r:embed="rId132"/>
                <a:stretch>
                  <a:fillRect/>
                </a:stretch>
              </p:blipFill>
              <p:spPr>
                <a:xfrm>
                  <a:off x="10715144" y="2370882"/>
                  <a:ext cx="3492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102" name="Ink 101">
                  <a:extLst>
                    <a:ext uri="{FF2B5EF4-FFF2-40B4-BE49-F238E27FC236}">
                      <a16:creationId xmlns:a16="http://schemas.microsoft.com/office/drawing/2014/main" id="{057455CD-C204-15F8-FCED-992FBED9C252}"/>
                    </a:ext>
                  </a:extLst>
                </p14:cNvPr>
                <p14:cNvContentPartPr/>
                <p14:nvPr/>
              </p14:nvContentPartPr>
              <p14:xfrm>
                <a:off x="10707584" y="2344962"/>
                <a:ext cx="121320" cy="189000"/>
              </p14:xfrm>
            </p:contentPart>
          </mc:Choice>
          <mc:Fallback>
            <p:pic>
              <p:nvPicPr>
                <p:cNvPr id="102" name="Ink 101">
                  <a:extLst>
                    <a:ext uri="{FF2B5EF4-FFF2-40B4-BE49-F238E27FC236}">
                      <a16:creationId xmlns:a16="http://schemas.microsoft.com/office/drawing/2014/main" id="{057455CD-C204-15F8-FCED-992FBED9C252}"/>
                    </a:ext>
                  </a:extLst>
                </p:cNvPr>
                <p:cNvPicPr/>
                <p:nvPr/>
              </p:nvPicPr>
              <p:blipFill>
                <a:blip r:embed="rId134"/>
                <a:stretch>
                  <a:fillRect/>
                </a:stretch>
              </p:blipFill>
              <p:spPr>
                <a:xfrm>
                  <a:off x="10698944" y="2336322"/>
                  <a:ext cx="138960" cy="20664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103" name="Ink 102">
                  <a:extLst>
                    <a:ext uri="{FF2B5EF4-FFF2-40B4-BE49-F238E27FC236}">
                      <a16:creationId xmlns:a16="http://schemas.microsoft.com/office/drawing/2014/main" id="{CD686BA2-D4D3-BAB9-4CDC-2F793EE170F1}"/>
                    </a:ext>
                  </a:extLst>
                </p14:cNvPr>
                <p14:cNvContentPartPr/>
                <p14:nvPr/>
              </p14:nvContentPartPr>
              <p14:xfrm>
                <a:off x="10846904" y="2346042"/>
                <a:ext cx="11160" cy="193680"/>
              </p14:xfrm>
            </p:contentPart>
          </mc:Choice>
          <mc:Fallback>
            <p:pic>
              <p:nvPicPr>
                <p:cNvPr id="103" name="Ink 102">
                  <a:extLst>
                    <a:ext uri="{FF2B5EF4-FFF2-40B4-BE49-F238E27FC236}">
                      <a16:creationId xmlns:a16="http://schemas.microsoft.com/office/drawing/2014/main" id="{CD686BA2-D4D3-BAB9-4CDC-2F793EE170F1}"/>
                    </a:ext>
                  </a:extLst>
                </p:cNvPr>
                <p:cNvPicPr/>
                <p:nvPr/>
              </p:nvPicPr>
              <p:blipFill>
                <a:blip r:embed="rId136"/>
                <a:stretch>
                  <a:fillRect/>
                </a:stretch>
              </p:blipFill>
              <p:spPr>
                <a:xfrm>
                  <a:off x="10838264" y="2337042"/>
                  <a:ext cx="2880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104" name="Ink 103">
                  <a:extLst>
                    <a:ext uri="{FF2B5EF4-FFF2-40B4-BE49-F238E27FC236}">
                      <a16:creationId xmlns:a16="http://schemas.microsoft.com/office/drawing/2014/main" id="{34291F8D-6C8A-9079-96F1-283E3F20E08B}"/>
                    </a:ext>
                  </a:extLst>
                </p14:cNvPr>
                <p14:cNvContentPartPr/>
                <p14:nvPr/>
              </p14:nvContentPartPr>
              <p14:xfrm>
                <a:off x="10935104" y="2346042"/>
                <a:ext cx="104760" cy="231480"/>
              </p14:xfrm>
            </p:contentPart>
          </mc:Choice>
          <mc:Fallback>
            <p:pic>
              <p:nvPicPr>
                <p:cNvPr id="104" name="Ink 103">
                  <a:extLst>
                    <a:ext uri="{FF2B5EF4-FFF2-40B4-BE49-F238E27FC236}">
                      <a16:creationId xmlns:a16="http://schemas.microsoft.com/office/drawing/2014/main" id="{34291F8D-6C8A-9079-96F1-283E3F20E08B}"/>
                    </a:ext>
                  </a:extLst>
                </p:cNvPr>
                <p:cNvPicPr/>
                <p:nvPr/>
              </p:nvPicPr>
              <p:blipFill>
                <a:blip r:embed="rId138"/>
                <a:stretch>
                  <a:fillRect/>
                </a:stretch>
              </p:blipFill>
              <p:spPr>
                <a:xfrm>
                  <a:off x="10926464" y="2337402"/>
                  <a:ext cx="12240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105" name="Ink 104">
                  <a:extLst>
                    <a:ext uri="{FF2B5EF4-FFF2-40B4-BE49-F238E27FC236}">
                      <a16:creationId xmlns:a16="http://schemas.microsoft.com/office/drawing/2014/main" id="{69A3CC4F-D098-E008-360B-BE425358AB11}"/>
                    </a:ext>
                  </a:extLst>
                </p14:cNvPr>
                <p14:cNvContentPartPr/>
                <p14:nvPr/>
              </p14:nvContentPartPr>
              <p14:xfrm>
                <a:off x="11016104" y="2446842"/>
                <a:ext cx="88920" cy="24840"/>
              </p14:xfrm>
            </p:contentPart>
          </mc:Choice>
          <mc:Fallback>
            <p:pic>
              <p:nvPicPr>
                <p:cNvPr id="105" name="Ink 104">
                  <a:extLst>
                    <a:ext uri="{FF2B5EF4-FFF2-40B4-BE49-F238E27FC236}">
                      <a16:creationId xmlns:a16="http://schemas.microsoft.com/office/drawing/2014/main" id="{69A3CC4F-D098-E008-360B-BE425358AB11}"/>
                    </a:ext>
                  </a:extLst>
                </p:cNvPr>
                <p:cNvPicPr/>
                <p:nvPr/>
              </p:nvPicPr>
              <p:blipFill>
                <a:blip r:embed="rId140"/>
                <a:stretch>
                  <a:fillRect/>
                </a:stretch>
              </p:blipFill>
              <p:spPr>
                <a:xfrm>
                  <a:off x="11007464" y="2438202"/>
                  <a:ext cx="10656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106" name="Ink 105">
                  <a:extLst>
                    <a:ext uri="{FF2B5EF4-FFF2-40B4-BE49-F238E27FC236}">
                      <a16:creationId xmlns:a16="http://schemas.microsoft.com/office/drawing/2014/main" id="{407287C4-E157-58C3-21AE-F2ADA3664782}"/>
                    </a:ext>
                  </a:extLst>
                </p14:cNvPr>
                <p14:cNvContentPartPr/>
                <p14:nvPr/>
              </p14:nvContentPartPr>
              <p14:xfrm>
                <a:off x="10230224" y="2821962"/>
                <a:ext cx="192240" cy="248040"/>
              </p14:xfrm>
            </p:contentPart>
          </mc:Choice>
          <mc:Fallback>
            <p:pic>
              <p:nvPicPr>
                <p:cNvPr id="106" name="Ink 105">
                  <a:extLst>
                    <a:ext uri="{FF2B5EF4-FFF2-40B4-BE49-F238E27FC236}">
                      <a16:creationId xmlns:a16="http://schemas.microsoft.com/office/drawing/2014/main" id="{407287C4-E157-58C3-21AE-F2ADA3664782}"/>
                    </a:ext>
                  </a:extLst>
                </p:cNvPr>
                <p:cNvPicPr/>
                <p:nvPr/>
              </p:nvPicPr>
              <p:blipFill>
                <a:blip r:embed="rId142"/>
                <a:stretch>
                  <a:fillRect/>
                </a:stretch>
              </p:blipFill>
              <p:spPr>
                <a:xfrm>
                  <a:off x="10221584" y="2812962"/>
                  <a:ext cx="209880" cy="26568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107" name="Ink 106">
                  <a:extLst>
                    <a:ext uri="{FF2B5EF4-FFF2-40B4-BE49-F238E27FC236}">
                      <a16:creationId xmlns:a16="http://schemas.microsoft.com/office/drawing/2014/main" id="{021AB1AC-EB64-67A3-1AF2-CF1F1E5F1B14}"/>
                    </a:ext>
                  </a:extLst>
                </p14:cNvPr>
                <p14:cNvContentPartPr/>
                <p14:nvPr/>
              </p14:nvContentPartPr>
              <p14:xfrm>
                <a:off x="10484024" y="2868762"/>
                <a:ext cx="137520" cy="159840"/>
              </p14:xfrm>
            </p:contentPart>
          </mc:Choice>
          <mc:Fallback>
            <p:pic>
              <p:nvPicPr>
                <p:cNvPr id="107" name="Ink 106">
                  <a:extLst>
                    <a:ext uri="{FF2B5EF4-FFF2-40B4-BE49-F238E27FC236}">
                      <a16:creationId xmlns:a16="http://schemas.microsoft.com/office/drawing/2014/main" id="{021AB1AC-EB64-67A3-1AF2-CF1F1E5F1B14}"/>
                    </a:ext>
                  </a:extLst>
                </p:cNvPr>
                <p:cNvPicPr/>
                <p:nvPr/>
              </p:nvPicPr>
              <p:blipFill>
                <a:blip r:embed="rId144"/>
                <a:stretch>
                  <a:fillRect/>
                </a:stretch>
              </p:blipFill>
              <p:spPr>
                <a:xfrm>
                  <a:off x="10475384" y="2859762"/>
                  <a:ext cx="15516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108" name="Ink 107">
                  <a:extLst>
                    <a:ext uri="{FF2B5EF4-FFF2-40B4-BE49-F238E27FC236}">
                      <a16:creationId xmlns:a16="http://schemas.microsoft.com/office/drawing/2014/main" id="{E9EE4B09-327F-67A3-D252-15C0FB24333B}"/>
                    </a:ext>
                  </a:extLst>
                </p14:cNvPr>
                <p14:cNvContentPartPr/>
                <p14:nvPr/>
              </p14:nvContentPartPr>
              <p14:xfrm>
                <a:off x="10702544" y="2865162"/>
                <a:ext cx="151200" cy="179640"/>
              </p14:xfrm>
            </p:contentPart>
          </mc:Choice>
          <mc:Fallback>
            <p:pic>
              <p:nvPicPr>
                <p:cNvPr id="108" name="Ink 107">
                  <a:extLst>
                    <a:ext uri="{FF2B5EF4-FFF2-40B4-BE49-F238E27FC236}">
                      <a16:creationId xmlns:a16="http://schemas.microsoft.com/office/drawing/2014/main" id="{E9EE4B09-327F-67A3-D252-15C0FB24333B}"/>
                    </a:ext>
                  </a:extLst>
                </p:cNvPr>
                <p:cNvPicPr/>
                <p:nvPr/>
              </p:nvPicPr>
              <p:blipFill>
                <a:blip r:embed="rId146"/>
                <a:stretch>
                  <a:fillRect/>
                </a:stretch>
              </p:blipFill>
              <p:spPr>
                <a:xfrm>
                  <a:off x="10693904" y="2856522"/>
                  <a:ext cx="16884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109" name="Ink 108">
                  <a:extLst>
                    <a:ext uri="{FF2B5EF4-FFF2-40B4-BE49-F238E27FC236}">
                      <a16:creationId xmlns:a16="http://schemas.microsoft.com/office/drawing/2014/main" id="{AEE8FCBE-590F-C9D2-C3AD-9958683A2BF2}"/>
                    </a:ext>
                  </a:extLst>
                </p14:cNvPr>
                <p14:cNvContentPartPr/>
                <p14:nvPr/>
              </p14:nvContentPartPr>
              <p14:xfrm>
                <a:off x="9218984" y="2049042"/>
                <a:ext cx="2201760" cy="1317240"/>
              </p14:xfrm>
            </p:contentPart>
          </mc:Choice>
          <mc:Fallback>
            <p:pic>
              <p:nvPicPr>
                <p:cNvPr id="109" name="Ink 108">
                  <a:extLst>
                    <a:ext uri="{FF2B5EF4-FFF2-40B4-BE49-F238E27FC236}">
                      <a16:creationId xmlns:a16="http://schemas.microsoft.com/office/drawing/2014/main" id="{AEE8FCBE-590F-C9D2-C3AD-9958683A2BF2}"/>
                    </a:ext>
                  </a:extLst>
                </p:cNvPr>
                <p:cNvPicPr/>
                <p:nvPr/>
              </p:nvPicPr>
              <p:blipFill>
                <a:blip r:embed="rId148"/>
                <a:stretch>
                  <a:fillRect/>
                </a:stretch>
              </p:blipFill>
              <p:spPr>
                <a:xfrm>
                  <a:off x="9210344" y="2040402"/>
                  <a:ext cx="2219400" cy="133488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110" name="Ink 109">
                  <a:extLst>
                    <a:ext uri="{FF2B5EF4-FFF2-40B4-BE49-F238E27FC236}">
                      <a16:creationId xmlns:a16="http://schemas.microsoft.com/office/drawing/2014/main" id="{3F2107AE-4663-424E-2464-BEDABF372887}"/>
                    </a:ext>
                  </a:extLst>
                </p14:cNvPr>
                <p14:cNvContentPartPr/>
                <p14:nvPr/>
              </p14:nvContentPartPr>
              <p14:xfrm>
                <a:off x="9027824" y="2004762"/>
                <a:ext cx="2563200" cy="1137240"/>
              </p14:xfrm>
            </p:contentPart>
          </mc:Choice>
          <mc:Fallback>
            <p:pic>
              <p:nvPicPr>
                <p:cNvPr id="110" name="Ink 109">
                  <a:extLst>
                    <a:ext uri="{FF2B5EF4-FFF2-40B4-BE49-F238E27FC236}">
                      <a16:creationId xmlns:a16="http://schemas.microsoft.com/office/drawing/2014/main" id="{3F2107AE-4663-424E-2464-BEDABF372887}"/>
                    </a:ext>
                  </a:extLst>
                </p:cNvPr>
                <p:cNvPicPr/>
                <p:nvPr/>
              </p:nvPicPr>
              <p:blipFill>
                <a:blip r:embed="rId150"/>
                <a:stretch>
                  <a:fillRect/>
                </a:stretch>
              </p:blipFill>
              <p:spPr>
                <a:xfrm>
                  <a:off x="9019184" y="1996122"/>
                  <a:ext cx="2580840" cy="115488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111" name="Ink 110">
                  <a:extLst>
                    <a:ext uri="{FF2B5EF4-FFF2-40B4-BE49-F238E27FC236}">
                      <a16:creationId xmlns:a16="http://schemas.microsoft.com/office/drawing/2014/main" id="{C333D9ED-D641-B884-B4DA-20E07867B68F}"/>
                    </a:ext>
                  </a:extLst>
                </p14:cNvPr>
                <p14:cNvContentPartPr/>
                <p14:nvPr/>
              </p14:nvContentPartPr>
              <p14:xfrm>
                <a:off x="10594904" y="3470322"/>
                <a:ext cx="53280" cy="247320"/>
              </p14:xfrm>
            </p:contentPart>
          </mc:Choice>
          <mc:Fallback>
            <p:pic>
              <p:nvPicPr>
                <p:cNvPr id="111" name="Ink 110">
                  <a:extLst>
                    <a:ext uri="{FF2B5EF4-FFF2-40B4-BE49-F238E27FC236}">
                      <a16:creationId xmlns:a16="http://schemas.microsoft.com/office/drawing/2014/main" id="{C333D9ED-D641-B884-B4DA-20E07867B68F}"/>
                    </a:ext>
                  </a:extLst>
                </p:cNvPr>
                <p:cNvPicPr/>
                <p:nvPr/>
              </p:nvPicPr>
              <p:blipFill>
                <a:blip r:embed="rId152"/>
                <a:stretch>
                  <a:fillRect/>
                </a:stretch>
              </p:blipFill>
              <p:spPr>
                <a:xfrm>
                  <a:off x="10586264" y="3461682"/>
                  <a:ext cx="7092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143" name="Ink 142">
                  <a:extLst>
                    <a:ext uri="{FF2B5EF4-FFF2-40B4-BE49-F238E27FC236}">
                      <a16:creationId xmlns:a16="http://schemas.microsoft.com/office/drawing/2014/main" id="{179F76B1-E0D4-659A-2A4E-57DF56232549}"/>
                    </a:ext>
                  </a:extLst>
                </p14:cNvPr>
                <p14:cNvContentPartPr/>
                <p14:nvPr/>
              </p14:nvContentPartPr>
              <p14:xfrm>
                <a:off x="9428504" y="2991522"/>
                <a:ext cx="105840" cy="84960"/>
              </p14:xfrm>
            </p:contentPart>
          </mc:Choice>
          <mc:Fallback>
            <p:pic>
              <p:nvPicPr>
                <p:cNvPr id="143" name="Ink 142">
                  <a:extLst>
                    <a:ext uri="{FF2B5EF4-FFF2-40B4-BE49-F238E27FC236}">
                      <a16:creationId xmlns:a16="http://schemas.microsoft.com/office/drawing/2014/main" id="{179F76B1-E0D4-659A-2A4E-57DF56232549}"/>
                    </a:ext>
                  </a:extLst>
                </p:cNvPr>
                <p:cNvPicPr/>
                <p:nvPr/>
              </p:nvPicPr>
              <p:blipFill>
                <a:blip r:embed="rId154"/>
                <a:stretch>
                  <a:fillRect/>
                </a:stretch>
              </p:blipFill>
              <p:spPr>
                <a:xfrm>
                  <a:off x="9419504" y="2982522"/>
                  <a:ext cx="12348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144" name="Ink 143">
                  <a:extLst>
                    <a:ext uri="{FF2B5EF4-FFF2-40B4-BE49-F238E27FC236}">
                      <a16:creationId xmlns:a16="http://schemas.microsoft.com/office/drawing/2014/main" id="{4B4D4987-0223-7D5D-09BA-AF1885403545}"/>
                    </a:ext>
                  </a:extLst>
                </p14:cNvPr>
                <p14:cNvContentPartPr/>
                <p14:nvPr/>
              </p14:nvContentPartPr>
              <p14:xfrm>
                <a:off x="9514904" y="2922402"/>
                <a:ext cx="186120" cy="105840"/>
              </p14:xfrm>
            </p:contentPart>
          </mc:Choice>
          <mc:Fallback>
            <p:pic>
              <p:nvPicPr>
                <p:cNvPr id="144" name="Ink 143">
                  <a:extLst>
                    <a:ext uri="{FF2B5EF4-FFF2-40B4-BE49-F238E27FC236}">
                      <a16:creationId xmlns:a16="http://schemas.microsoft.com/office/drawing/2014/main" id="{4B4D4987-0223-7D5D-09BA-AF1885403545}"/>
                    </a:ext>
                  </a:extLst>
                </p:cNvPr>
                <p:cNvPicPr/>
                <p:nvPr/>
              </p:nvPicPr>
              <p:blipFill>
                <a:blip r:embed="rId156"/>
                <a:stretch>
                  <a:fillRect/>
                </a:stretch>
              </p:blipFill>
              <p:spPr>
                <a:xfrm>
                  <a:off x="9506264" y="2913402"/>
                  <a:ext cx="20376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145" name="Ink 144">
                  <a:extLst>
                    <a:ext uri="{FF2B5EF4-FFF2-40B4-BE49-F238E27FC236}">
                      <a16:creationId xmlns:a16="http://schemas.microsoft.com/office/drawing/2014/main" id="{FCBADE51-DBDC-FA3F-D084-5C8E67CC91EB}"/>
                    </a:ext>
                  </a:extLst>
                </p14:cNvPr>
                <p14:cNvContentPartPr/>
                <p14:nvPr/>
              </p14:nvContentPartPr>
              <p14:xfrm>
                <a:off x="9676184" y="2888562"/>
                <a:ext cx="43920" cy="85320"/>
              </p14:xfrm>
            </p:contentPart>
          </mc:Choice>
          <mc:Fallback>
            <p:pic>
              <p:nvPicPr>
                <p:cNvPr id="145" name="Ink 144">
                  <a:extLst>
                    <a:ext uri="{FF2B5EF4-FFF2-40B4-BE49-F238E27FC236}">
                      <a16:creationId xmlns:a16="http://schemas.microsoft.com/office/drawing/2014/main" id="{FCBADE51-DBDC-FA3F-D084-5C8E67CC91EB}"/>
                    </a:ext>
                  </a:extLst>
                </p:cNvPr>
                <p:cNvPicPr/>
                <p:nvPr/>
              </p:nvPicPr>
              <p:blipFill>
                <a:blip r:embed="rId158"/>
                <a:stretch>
                  <a:fillRect/>
                </a:stretch>
              </p:blipFill>
              <p:spPr>
                <a:xfrm>
                  <a:off x="9667184" y="2879922"/>
                  <a:ext cx="6156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146" name="Ink 145">
                  <a:extLst>
                    <a:ext uri="{FF2B5EF4-FFF2-40B4-BE49-F238E27FC236}">
                      <a16:creationId xmlns:a16="http://schemas.microsoft.com/office/drawing/2014/main" id="{0463D21C-D93D-278A-8316-7EF488CE7244}"/>
                    </a:ext>
                  </a:extLst>
                </p14:cNvPr>
                <p14:cNvContentPartPr/>
                <p14:nvPr/>
              </p14:nvContentPartPr>
              <p14:xfrm>
                <a:off x="9571064" y="3048042"/>
                <a:ext cx="109440" cy="80280"/>
              </p14:xfrm>
            </p:contentPart>
          </mc:Choice>
          <mc:Fallback>
            <p:pic>
              <p:nvPicPr>
                <p:cNvPr id="146" name="Ink 145">
                  <a:extLst>
                    <a:ext uri="{FF2B5EF4-FFF2-40B4-BE49-F238E27FC236}">
                      <a16:creationId xmlns:a16="http://schemas.microsoft.com/office/drawing/2014/main" id="{0463D21C-D93D-278A-8316-7EF488CE7244}"/>
                    </a:ext>
                  </a:extLst>
                </p:cNvPr>
                <p:cNvPicPr/>
                <p:nvPr/>
              </p:nvPicPr>
              <p:blipFill>
                <a:blip r:embed="rId160"/>
                <a:stretch>
                  <a:fillRect/>
                </a:stretch>
              </p:blipFill>
              <p:spPr>
                <a:xfrm>
                  <a:off x="9562424" y="3039042"/>
                  <a:ext cx="127080" cy="9792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147" name="Ink 146">
                  <a:extLst>
                    <a:ext uri="{FF2B5EF4-FFF2-40B4-BE49-F238E27FC236}">
                      <a16:creationId xmlns:a16="http://schemas.microsoft.com/office/drawing/2014/main" id="{313A00B7-A587-4101-9603-598BFA4C395C}"/>
                    </a:ext>
                  </a:extLst>
                </p14:cNvPr>
                <p14:cNvContentPartPr/>
                <p14:nvPr/>
              </p14:nvContentPartPr>
              <p14:xfrm>
                <a:off x="9661424" y="3087282"/>
                <a:ext cx="78480" cy="87840"/>
              </p14:xfrm>
            </p:contentPart>
          </mc:Choice>
          <mc:Fallback>
            <p:pic>
              <p:nvPicPr>
                <p:cNvPr id="147" name="Ink 146">
                  <a:extLst>
                    <a:ext uri="{FF2B5EF4-FFF2-40B4-BE49-F238E27FC236}">
                      <a16:creationId xmlns:a16="http://schemas.microsoft.com/office/drawing/2014/main" id="{313A00B7-A587-4101-9603-598BFA4C395C}"/>
                    </a:ext>
                  </a:extLst>
                </p:cNvPr>
                <p:cNvPicPr/>
                <p:nvPr/>
              </p:nvPicPr>
              <p:blipFill>
                <a:blip r:embed="rId162"/>
                <a:stretch>
                  <a:fillRect/>
                </a:stretch>
              </p:blipFill>
              <p:spPr>
                <a:xfrm>
                  <a:off x="9652784" y="3078282"/>
                  <a:ext cx="9612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148" name="Ink 147">
                  <a:extLst>
                    <a:ext uri="{FF2B5EF4-FFF2-40B4-BE49-F238E27FC236}">
                      <a16:creationId xmlns:a16="http://schemas.microsoft.com/office/drawing/2014/main" id="{84B5E24A-C44B-D025-859C-2B940274C678}"/>
                    </a:ext>
                  </a:extLst>
                </p14:cNvPr>
                <p14:cNvContentPartPr/>
                <p14:nvPr/>
              </p14:nvContentPartPr>
              <p14:xfrm>
                <a:off x="9335264" y="2828802"/>
                <a:ext cx="525960" cy="405720"/>
              </p14:xfrm>
            </p:contentPart>
          </mc:Choice>
          <mc:Fallback>
            <p:pic>
              <p:nvPicPr>
                <p:cNvPr id="148" name="Ink 147">
                  <a:extLst>
                    <a:ext uri="{FF2B5EF4-FFF2-40B4-BE49-F238E27FC236}">
                      <a16:creationId xmlns:a16="http://schemas.microsoft.com/office/drawing/2014/main" id="{84B5E24A-C44B-D025-859C-2B940274C678}"/>
                    </a:ext>
                  </a:extLst>
                </p:cNvPr>
                <p:cNvPicPr/>
                <p:nvPr/>
              </p:nvPicPr>
              <p:blipFill>
                <a:blip r:embed="rId164"/>
                <a:stretch>
                  <a:fillRect/>
                </a:stretch>
              </p:blipFill>
              <p:spPr>
                <a:xfrm>
                  <a:off x="9326624" y="2820162"/>
                  <a:ext cx="543600" cy="42336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164" name="Ink 163">
                  <a:extLst>
                    <a:ext uri="{FF2B5EF4-FFF2-40B4-BE49-F238E27FC236}">
                      <a16:creationId xmlns:a16="http://schemas.microsoft.com/office/drawing/2014/main" id="{819AB3BD-138C-8154-001B-FC81DAC04CD5}"/>
                    </a:ext>
                  </a:extLst>
                </p14:cNvPr>
                <p14:cNvContentPartPr/>
                <p14:nvPr/>
              </p14:nvContentPartPr>
              <p14:xfrm>
                <a:off x="8739824" y="1868322"/>
                <a:ext cx="11520" cy="72360"/>
              </p14:xfrm>
            </p:contentPart>
          </mc:Choice>
          <mc:Fallback>
            <p:pic>
              <p:nvPicPr>
                <p:cNvPr id="164" name="Ink 163">
                  <a:extLst>
                    <a:ext uri="{FF2B5EF4-FFF2-40B4-BE49-F238E27FC236}">
                      <a16:creationId xmlns:a16="http://schemas.microsoft.com/office/drawing/2014/main" id="{819AB3BD-138C-8154-001B-FC81DAC04CD5}"/>
                    </a:ext>
                  </a:extLst>
                </p:cNvPr>
                <p:cNvPicPr/>
                <p:nvPr/>
              </p:nvPicPr>
              <p:blipFill>
                <a:blip r:embed="rId166"/>
                <a:stretch>
                  <a:fillRect/>
                </a:stretch>
              </p:blipFill>
              <p:spPr>
                <a:xfrm>
                  <a:off x="8730824" y="1859682"/>
                  <a:ext cx="2916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165" name="Ink 164">
                  <a:extLst>
                    <a:ext uri="{FF2B5EF4-FFF2-40B4-BE49-F238E27FC236}">
                      <a16:creationId xmlns:a16="http://schemas.microsoft.com/office/drawing/2014/main" id="{E398E5FD-41A0-53B1-ABBC-F7AF384D8AD4}"/>
                    </a:ext>
                  </a:extLst>
                </p14:cNvPr>
                <p14:cNvContentPartPr/>
                <p14:nvPr/>
              </p14:nvContentPartPr>
              <p14:xfrm>
                <a:off x="8726144" y="2212842"/>
                <a:ext cx="40680" cy="152280"/>
              </p14:xfrm>
            </p:contentPart>
          </mc:Choice>
          <mc:Fallback>
            <p:pic>
              <p:nvPicPr>
                <p:cNvPr id="165" name="Ink 164">
                  <a:extLst>
                    <a:ext uri="{FF2B5EF4-FFF2-40B4-BE49-F238E27FC236}">
                      <a16:creationId xmlns:a16="http://schemas.microsoft.com/office/drawing/2014/main" id="{E398E5FD-41A0-53B1-ABBC-F7AF384D8AD4}"/>
                    </a:ext>
                  </a:extLst>
                </p:cNvPr>
                <p:cNvPicPr/>
                <p:nvPr/>
              </p:nvPicPr>
              <p:blipFill>
                <a:blip r:embed="rId168"/>
                <a:stretch>
                  <a:fillRect/>
                </a:stretch>
              </p:blipFill>
              <p:spPr>
                <a:xfrm>
                  <a:off x="8717144" y="2204202"/>
                  <a:ext cx="5832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166" name="Ink 165">
                  <a:extLst>
                    <a:ext uri="{FF2B5EF4-FFF2-40B4-BE49-F238E27FC236}">
                      <a16:creationId xmlns:a16="http://schemas.microsoft.com/office/drawing/2014/main" id="{56AAA435-3A60-CC7C-C6FA-CC04D4DF5EE8}"/>
                    </a:ext>
                  </a:extLst>
                </p14:cNvPr>
                <p14:cNvContentPartPr/>
                <p14:nvPr/>
              </p14:nvContentPartPr>
              <p14:xfrm>
                <a:off x="8686544" y="2617122"/>
                <a:ext cx="25200" cy="278280"/>
              </p14:xfrm>
            </p:contentPart>
          </mc:Choice>
          <mc:Fallback>
            <p:pic>
              <p:nvPicPr>
                <p:cNvPr id="166" name="Ink 165">
                  <a:extLst>
                    <a:ext uri="{FF2B5EF4-FFF2-40B4-BE49-F238E27FC236}">
                      <a16:creationId xmlns:a16="http://schemas.microsoft.com/office/drawing/2014/main" id="{56AAA435-3A60-CC7C-C6FA-CC04D4DF5EE8}"/>
                    </a:ext>
                  </a:extLst>
                </p:cNvPr>
                <p:cNvPicPr/>
                <p:nvPr/>
              </p:nvPicPr>
              <p:blipFill>
                <a:blip r:embed="rId170"/>
                <a:stretch>
                  <a:fillRect/>
                </a:stretch>
              </p:blipFill>
              <p:spPr>
                <a:xfrm>
                  <a:off x="8677544" y="2608122"/>
                  <a:ext cx="42840" cy="29592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167" name="Ink 166">
                  <a:extLst>
                    <a:ext uri="{FF2B5EF4-FFF2-40B4-BE49-F238E27FC236}">
                      <a16:creationId xmlns:a16="http://schemas.microsoft.com/office/drawing/2014/main" id="{F2642B6A-CC7C-C50C-56DD-EBA24E06BCF9}"/>
                    </a:ext>
                  </a:extLst>
                </p14:cNvPr>
                <p14:cNvContentPartPr/>
                <p14:nvPr/>
              </p14:nvContentPartPr>
              <p14:xfrm>
                <a:off x="8732264" y="3266562"/>
                <a:ext cx="55440" cy="1029240"/>
              </p14:xfrm>
            </p:contentPart>
          </mc:Choice>
          <mc:Fallback>
            <p:pic>
              <p:nvPicPr>
                <p:cNvPr id="167" name="Ink 166">
                  <a:extLst>
                    <a:ext uri="{FF2B5EF4-FFF2-40B4-BE49-F238E27FC236}">
                      <a16:creationId xmlns:a16="http://schemas.microsoft.com/office/drawing/2014/main" id="{F2642B6A-CC7C-C50C-56DD-EBA24E06BCF9}"/>
                    </a:ext>
                  </a:extLst>
                </p:cNvPr>
                <p:cNvPicPr/>
                <p:nvPr/>
              </p:nvPicPr>
              <p:blipFill>
                <a:blip r:embed="rId172"/>
                <a:stretch>
                  <a:fillRect/>
                </a:stretch>
              </p:blipFill>
              <p:spPr>
                <a:xfrm>
                  <a:off x="8723624" y="3257562"/>
                  <a:ext cx="73080" cy="104688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168" name="Ink 167">
                  <a:extLst>
                    <a:ext uri="{FF2B5EF4-FFF2-40B4-BE49-F238E27FC236}">
                      <a16:creationId xmlns:a16="http://schemas.microsoft.com/office/drawing/2014/main" id="{6D58E47B-6477-97E3-1DFC-AB01E30438CC}"/>
                    </a:ext>
                  </a:extLst>
                </p14:cNvPr>
                <p14:cNvContentPartPr/>
                <p14:nvPr/>
              </p14:nvContentPartPr>
              <p14:xfrm>
                <a:off x="8752424" y="4525482"/>
                <a:ext cx="40680" cy="214200"/>
              </p14:xfrm>
            </p:contentPart>
          </mc:Choice>
          <mc:Fallback>
            <p:pic>
              <p:nvPicPr>
                <p:cNvPr id="168" name="Ink 167">
                  <a:extLst>
                    <a:ext uri="{FF2B5EF4-FFF2-40B4-BE49-F238E27FC236}">
                      <a16:creationId xmlns:a16="http://schemas.microsoft.com/office/drawing/2014/main" id="{6D58E47B-6477-97E3-1DFC-AB01E30438CC}"/>
                    </a:ext>
                  </a:extLst>
                </p:cNvPr>
                <p:cNvPicPr/>
                <p:nvPr/>
              </p:nvPicPr>
              <p:blipFill>
                <a:blip r:embed="rId174"/>
                <a:stretch>
                  <a:fillRect/>
                </a:stretch>
              </p:blipFill>
              <p:spPr>
                <a:xfrm>
                  <a:off x="8743424" y="4516482"/>
                  <a:ext cx="5832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91" name="Ink 190">
                  <a:extLst>
                    <a:ext uri="{FF2B5EF4-FFF2-40B4-BE49-F238E27FC236}">
                      <a16:creationId xmlns:a16="http://schemas.microsoft.com/office/drawing/2014/main" id="{D49AED77-71A4-C62D-7A74-5C055DA86419}"/>
                    </a:ext>
                  </a:extLst>
                </p14:cNvPr>
                <p14:cNvContentPartPr/>
                <p14:nvPr/>
              </p14:nvContentPartPr>
              <p14:xfrm>
                <a:off x="7315664" y="1927722"/>
                <a:ext cx="2047320" cy="1067400"/>
              </p14:xfrm>
            </p:contentPart>
          </mc:Choice>
          <mc:Fallback>
            <p:pic>
              <p:nvPicPr>
                <p:cNvPr id="191" name="Ink 190">
                  <a:extLst>
                    <a:ext uri="{FF2B5EF4-FFF2-40B4-BE49-F238E27FC236}">
                      <a16:creationId xmlns:a16="http://schemas.microsoft.com/office/drawing/2014/main" id="{D49AED77-71A4-C62D-7A74-5C055DA86419}"/>
                    </a:ext>
                  </a:extLst>
                </p:cNvPr>
                <p:cNvPicPr/>
                <p:nvPr/>
              </p:nvPicPr>
              <p:blipFill>
                <a:blip r:embed="rId176"/>
                <a:stretch>
                  <a:fillRect/>
                </a:stretch>
              </p:blipFill>
              <p:spPr>
                <a:xfrm>
                  <a:off x="7306664" y="1919082"/>
                  <a:ext cx="2064960" cy="108504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92" name="Ink 191">
                  <a:extLst>
                    <a:ext uri="{FF2B5EF4-FFF2-40B4-BE49-F238E27FC236}">
                      <a16:creationId xmlns:a16="http://schemas.microsoft.com/office/drawing/2014/main" id="{B6BE6253-218A-3FD8-6B1C-8AEC6978D655}"/>
                    </a:ext>
                  </a:extLst>
                </p14:cNvPr>
                <p14:cNvContentPartPr/>
                <p14:nvPr/>
              </p14:nvContentPartPr>
              <p14:xfrm>
                <a:off x="7279304" y="1841682"/>
                <a:ext cx="171360" cy="226440"/>
              </p14:xfrm>
            </p:contentPart>
          </mc:Choice>
          <mc:Fallback>
            <p:pic>
              <p:nvPicPr>
                <p:cNvPr id="192" name="Ink 191">
                  <a:extLst>
                    <a:ext uri="{FF2B5EF4-FFF2-40B4-BE49-F238E27FC236}">
                      <a16:creationId xmlns:a16="http://schemas.microsoft.com/office/drawing/2014/main" id="{B6BE6253-218A-3FD8-6B1C-8AEC6978D655}"/>
                    </a:ext>
                  </a:extLst>
                </p:cNvPr>
                <p:cNvPicPr/>
                <p:nvPr/>
              </p:nvPicPr>
              <p:blipFill>
                <a:blip r:embed="rId178"/>
                <a:stretch>
                  <a:fillRect/>
                </a:stretch>
              </p:blipFill>
              <p:spPr>
                <a:xfrm>
                  <a:off x="7270304" y="1833042"/>
                  <a:ext cx="189000" cy="244080"/>
                </a:xfrm>
                <a:prstGeom prst="rect">
                  <a:avLst/>
                </a:prstGeom>
              </p:spPr>
            </p:pic>
          </mc:Fallback>
        </mc:AlternateContent>
      </p:grpSp>
      <p:grpSp>
        <p:nvGrpSpPr>
          <p:cNvPr id="211" name="Group 210">
            <a:extLst>
              <a:ext uri="{FF2B5EF4-FFF2-40B4-BE49-F238E27FC236}">
                <a16:creationId xmlns:a16="http://schemas.microsoft.com/office/drawing/2014/main" id="{3BCC7244-B26C-89DC-97A4-B206DFAA1793}"/>
              </a:ext>
            </a:extLst>
          </p:cNvPr>
          <p:cNvGrpSpPr/>
          <p:nvPr/>
        </p:nvGrpSpPr>
        <p:grpSpPr>
          <a:xfrm>
            <a:off x="5525744" y="2338842"/>
            <a:ext cx="1827360" cy="1258200"/>
            <a:chOff x="5525744" y="2338842"/>
            <a:chExt cx="1827360" cy="1258200"/>
          </a:xfrm>
        </p:grpSpPr>
        <mc:AlternateContent xmlns:mc="http://schemas.openxmlformats.org/markup-compatibility/2006">
          <mc:Choice xmlns:p14="http://schemas.microsoft.com/office/powerpoint/2010/main" Requires="p14">
            <p:contentPart p14:bwMode="auto" r:id="rId179">
              <p14:nvContentPartPr>
                <p14:cNvPr id="194" name="Ink 193">
                  <a:extLst>
                    <a:ext uri="{FF2B5EF4-FFF2-40B4-BE49-F238E27FC236}">
                      <a16:creationId xmlns:a16="http://schemas.microsoft.com/office/drawing/2014/main" id="{F4EC4855-EBDB-D372-9C5F-A272E765BD8A}"/>
                    </a:ext>
                  </a:extLst>
                </p14:cNvPr>
                <p14:cNvContentPartPr/>
                <p14:nvPr/>
              </p14:nvContentPartPr>
              <p14:xfrm>
                <a:off x="6108944" y="2338842"/>
                <a:ext cx="360" cy="218880"/>
              </p14:xfrm>
            </p:contentPart>
          </mc:Choice>
          <mc:Fallback>
            <p:pic>
              <p:nvPicPr>
                <p:cNvPr id="194" name="Ink 193">
                  <a:extLst>
                    <a:ext uri="{FF2B5EF4-FFF2-40B4-BE49-F238E27FC236}">
                      <a16:creationId xmlns:a16="http://schemas.microsoft.com/office/drawing/2014/main" id="{F4EC4855-EBDB-D372-9C5F-A272E765BD8A}"/>
                    </a:ext>
                  </a:extLst>
                </p:cNvPr>
                <p:cNvPicPr/>
                <p:nvPr/>
              </p:nvPicPr>
              <p:blipFill>
                <a:blip r:embed="rId180"/>
                <a:stretch>
                  <a:fillRect/>
                </a:stretch>
              </p:blipFill>
              <p:spPr>
                <a:xfrm>
                  <a:off x="6099944" y="2329842"/>
                  <a:ext cx="18000" cy="23652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195" name="Ink 194">
                  <a:extLst>
                    <a:ext uri="{FF2B5EF4-FFF2-40B4-BE49-F238E27FC236}">
                      <a16:creationId xmlns:a16="http://schemas.microsoft.com/office/drawing/2014/main" id="{056BF6D9-B911-D891-21FA-A4676E036694}"/>
                    </a:ext>
                  </a:extLst>
                </p14:cNvPr>
                <p14:cNvContentPartPr/>
                <p14:nvPr/>
              </p14:nvContentPartPr>
              <p14:xfrm>
                <a:off x="6088424" y="2696682"/>
                <a:ext cx="20520" cy="177120"/>
              </p14:xfrm>
            </p:contentPart>
          </mc:Choice>
          <mc:Fallback>
            <p:pic>
              <p:nvPicPr>
                <p:cNvPr id="195" name="Ink 194">
                  <a:extLst>
                    <a:ext uri="{FF2B5EF4-FFF2-40B4-BE49-F238E27FC236}">
                      <a16:creationId xmlns:a16="http://schemas.microsoft.com/office/drawing/2014/main" id="{056BF6D9-B911-D891-21FA-A4676E036694}"/>
                    </a:ext>
                  </a:extLst>
                </p:cNvPr>
                <p:cNvPicPr/>
                <p:nvPr/>
              </p:nvPicPr>
              <p:blipFill>
                <a:blip r:embed="rId182"/>
                <a:stretch>
                  <a:fillRect/>
                </a:stretch>
              </p:blipFill>
              <p:spPr>
                <a:xfrm>
                  <a:off x="6079784" y="2688042"/>
                  <a:ext cx="38160" cy="19476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197" name="Ink 196">
                  <a:extLst>
                    <a:ext uri="{FF2B5EF4-FFF2-40B4-BE49-F238E27FC236}">
                      <a16:creationId xmlns:a16="http://schemas.microsoft.com/office/drawing/2014/main" id="{38C854E4-DD23-DB57-7AE7-2C7597E18C4A}"/>
                    </a:ext>
                  </a:extLst>
                </p14:cNvPr>
                <p14:cNvContentPartPr/>
                <p14:nvPr/>
              </p14:nvContentPartPr>
              <p14:xfrm>
                <a:off x="5537984" y="2992242"/>
                <a:ext cx="1815120" cy="578520"/>
              </p14:xfrm>
            </p:contentPart>
          </mc:Choice>
          <mc:Fallback>
            <p:pic>
              <p:nvPicPr>
                <p:cNvPr id="197" name="Ink 196">
                  <a:extLst>
                    <a:ext uri="{FF2B5EF4-FFF2-40B4-BE49-F238E27FC236}">
                      <a16:creationId xmlns:a16="http://schemas.microsoft.com/office/drawing/2014/main" id="{38C854E4-DD23-DB57-7AE7-2C7597E18C4A}"/>
                    </a:ext>
                  </a:extLst>
                </p:cNvPr>
                <p:cNvPicPr/>
                <p:nvPr/>
              </p:nvPicPr>
              <p:blipFill>
                <a:blip r:embed="rId184"/>
                <a:stretch>
                  <a:fillRect/>
                </a:stretch>
              </p:blipFill>
              <p:spPr>
                <a:xfrm>
                  <a:off x="5529344" y="2983602"/>
                  <a:ext cx="1832760" cy="59616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198" name="Ink 197">
                  <a:extLst>
                    <a:ext uri="{FF2B5EF4-FFF2-40B4-BE49-F238E27FC236}">
                      <a16:creationId xmlns:a16="http://schemas.microsoft.com/office/drawing/2014/main" id="{EF00FB21-7A87-0533-E6B4-89B7054396E4}"/>
                    </a:ext>
                  </a:extLst>
                </p14:cNvPr>
                <p14:cNvContentPartPr/>
                <p14:nvPr/>
              </p14:nvContentPartPr>
              <p14:xfrm>
                <a:off x="5525744" y="2929602"/>
                <a:ext cx="1766160" cy="575640"/>
              </p14:xfrm>
            </p:contentPart>
          </mc:Choice>
          <mc:Fallback>
            <p:pic>
              <p:nvPicPr>
                <p:cNvPr id="198" name="Ink 197">
                  <a:extLst>
                    <a:ext uri="{FF2B5EF4-FFF2-40B4-BE49-F238E27FC236}">
                      <a16:creationId xmlns:a16="http://schemas.microsoft.com/office/drawing/2014/main" id="{EF00FB21-7A87-0533-E6B4-89B7054396E4}"/>
                    </a:ext>
                  </a:extLst>
                </p:cNvPr>
                <p:cNvPicPr/>
                <p:nvPr/>
              </p:nvPicPr>
              <p:blipFill>
                <a:blip r:embed="rId186"/>
                <a:stretch>
                  <a:fillRect/>
                </a:stretch>
              </p:blipFill>
              <p:spPr>
                <a:xfrm>
                  <a:off x="5517104" y="2920962"/>
                  <a:ext cx="1783800" cy="59328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200" name="Ink 199">
                  <a:extLst>
                    <a:ext uri="{FF2B5EF4-FFF2-40B4-BE49-F238E27FC236}">
                      <a16:creationId xmlns:a16="http://schemas.microsoft.com/office/drawing/2014/main" id="{6CEF374A-F762-0E71-1453-12C0A472DCD0}"/>
                    </a:ext>
                  </a:extLst>
                </p14:cNvPr>
                <p14:cNvContentPartPr/>
                <p14:nvPr/>
              </p14:nvContentPartPr>
              <p14:xfrm>
                <a:off x="5724824" y="3186642"/>
                <a:ext cx="212040" cy="187560"/>
              </p14:xfrm>
            </p:contentPart>
          </mc:Choice>
          <mc:Fallback>
            <p:pic>
              <p:nvPicPr>
                <p:cNvPr id="200" name="Ink 199">
                  <a:extLst>
                    <a:ext uri="{FF2B5EF4-FFF2-40B4-BE49-F238E27FC236}">
                      <a16:creationId xmlns:a16="http://schemas.microsoft.com/office/drawing/2014/main" id="{6CEF374A-F762-0E71-1453-12C0A472DCD0}"/>
                    </a:ext>
                  </a:extLst>
                </p:cNvPr>
                <p:cNvPicPr/>
                <p:nvPr/>
              </p:nvPicPr>
              <p:blipFill>
                <a:blip r:embed="rId188"/>
                <a:stretch>
                  <a:fillRect/>
                </a:stretch>
              </p:blipFill>
              <p:spPr>
                <a:xfrm>
                  <a:off x="5715824" y="3177642"/>
                  <a:ext cx="22968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201" name="Ink 200">
                  <a:extLst>
                    <a:ext uri="{FF2B5EF4-FFF2-40B4-BE49-F238E27FC236}">
                      <a16:creationId xmlns:a16="http://schemas.microsoft.com/office/drawing/2014/main" id="{66EBC7C2-F64D-5793-6A64-E54B24C0F969}"/>
                    </a:ext>
                  </a:extLst>
                </p14:cNvPr>
                <p14:cNvContentPartPr/>
                <p14:nvPr/>
              </p14:nvContentPartPr>
              <p14:xfrm>
                <a:off x="5944424" y="3158562"/>
                <a:ext cx="26280" cy="197640"/>
              </p14:xfrm>
            </p:contentPart>
          </mc:Choice>
          <mc:Fallback>
            <p:pic>
              <p:nvPicPr>
                <p:cNvPr id="201" name="Ink 200">
                  <a:extLst>
                    <a:ext uri="{FF2B5EF4-FFF2-40B4-BE49-F238E27FC236}">
                      <a16:creationId xmlns:a16="http://schemas.microsoft.com/office/drawing/2014/main" id="{66EBC7C2-F64D-5793-6A64-E54B24C0F969}"/>
                    </a:ext>
                  </a:extLst>
                </p:cNvPr>
                <p:cNvPicPr/>
                <p:nvPr/>
              </p:nvPicPr>
              <p:blipFill>
                <a:blip r:embed="rId190"/>
                <a:stretch>
                  <a:fillRect/>
                </a:stretch>
              </p:blipFill>
              <p:spPr>
                <a:xfrm>
                  <a:off x="5935424" y="3149922"/>
                  <a:ext cx="4392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202" name="Ink 201">
                  <a:extLst>
                    <a:ext uri="{FF2B5EF4-FFF2-40B4-BE49-F238E27FC236}">
                      <a16:creationId xmlns:a16="http://schemas.microsoft.com/office/drawing/2014/main" id="{3FCA36F6-F01D-E03A-5A1E-82A7A5AC0520}"/>
                    </a:ext>
                  </a:extLst>
                </p14:cNvPr>
                <p14:cNvContentPartPr/>
                <p14:nvPr/>
              </p14:nvContentPartPr>
              <p14:xfrm>
                <a:off x="6035504" y="3159642"/>
                <a:ext cx="383760" cy="187560"/>
              </p14:xfrm>
            </p:contentPart>
          </mc:Choice>
          <mc:Fallback>
            <p:pic>
              <p:nvPicPr>
                <p:cNvPr id="202" name="Ink 201">
                  <a:extLst>
                    <a:ext uri="{FF2B5EF4-FFF2-40B4-BE49-F238E27FC236}">
                      <a16:creationId xmlns:a16="http://schemas.microsoft.com/office/drawing/2014/main" id="{3FCA36F6-F01D-E03A-5A1E-82A7A5AC0520}"/>
                    </a:ext>
                  </a:extLst>
                </p:cNvPr>
                <p:cNvPicPr/>
                <p:nvPr/>
              </p:nvPicPr>
              <p:blipFill>
                <a:blip r:embed="rId192"/>
                <a:stretch>
                  <a:fillRect/>
                </a:stretch>
              </p:blipFill>
              <p:spPr>
                <a:xfrm>
                  <a:off x="6026504" y="3151002"/>
                  <a:ext cx="40140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204" name="Ink 203">
                  <a:extLst>
                    <a:ext uri="{FF2B5EF4-FFF2-40B4-BE49-F238E27FC236}">
                      <a16:creationId xmlns:a16="http://schemas.microsoft.com/office/drawing/2014/main" id="{9A68DD32-9A4F-C774-1BB3-E3A3D00F6DF6}"/>
                    </a:ext>
                  </a:extLst>
                </p14:cNvPr>
                <p14:cNvContentPartPr/>
                <p14:nvPr/>
              </p14:nvContentPartPr>
              <p14:xfrm>
                <a:off x="6659744" y="3133722"/>
                <a:ext cx="91080" cy="339480"/>
              </p14:xfrm>
            </p:contentPart>
          </mc:Choice>
          <mc:Fallback>
            <p:pic>
              <p:nvPicPr>
                <p:cNvPr id="204" name="Ink 203">
                  <a:extLst>
                    <a:ext uri="{FF2B5EF4-FFF2-40B4-BE49-F238E27FC236}">
                      <a16:creationId xmlns:a16="http://schemas.microsoft.com/office/drawing/2014/main" id="{9A68DD32-9A4F-C774-1BB3-E3A3D00F6DF6}"/>
                    </a:ext>
                  </a:extLst>
                </p:cNvPr>
                <p:cNvPicPr/>
                <p:nvPr/>
              </p:nvPicPr>
              <p:blipFill>
                <a:blip r:embed="rId194"/>
                <a:stretch>
                  <a:fillRect/>
                </a:stretch>
              </p:blipFill>
              <p:spPr>
                <a:xfrm>
                  <a:off x="6650744" y="3124722"/>
                  <a:ext cx="108720" cy="35712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205" name="Ink 204">
                  <a:extLst>
                    <a:ext uri="{FF2B5EF4-FFF2-40B4-BE49-F238E27FC236}">
                      <a16:creationId xmlns:a16="http://schemas.microsoft.com/office/drawing/2014/main" id="{7A471829-4886-EFFB-7FFA-AC028C5EE68E}"/>
                    </a:ext>
                  </a:extLst>
                </p14:cNvPr>
                <p14:cNvContentPartPr/>
                <p14:nvPr/>
              </p14:nvContentPartPr>
              <p14:xfrm>
                <a:off x="6797984" y="3340722"/>
                <a:ext cx="139320" cy="256320"/>
              </p14:xfrm>
            </p:contentPart>
          </mc:Choice>
          <mc:Fallback>
            <p:pic>
              <p:nvPicPr>
                <p:cNvPr id="205" name="Ink 204">
                  <a:extLst>
                    <a:ext uri="{FF2B5EF4-FFF2-40B4-BE49-F238E27FC236}">
                      <a16:creationId xmlns:a16="http://schemas.microsoft.com/office/drawing/2014/main" id="{7A471829-4886-EFFB-7FFA-AC028C5EE68E}"/>
                    </a:ext>
                  </a:extLst>
                </p:cNvPr>
                <p:cNvPicPr/>
                <p:nvPr/>
              </p:nvPicPr>
              <p:blipFill>
                <a:blip r:embed="rId196"/>
                <a:stretch>
                  <a:fillRect/>
                </a:stretch>
              </p:blipFill>
              <p:spPr>
                <a:xfrm>
                  <a:off x="6788984" y="3332082"/>
                  <a:ext cx="156960" cy="27396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206" name="Ink 205">
                  <a:extLst>
                    <a:ext uri="{FF2B5EF4-FFF2-40B4-BE49-F238E27FC236}">
                      <a16:creationId xmlns:a16="http://schemas.microsoft.com/office/drawing/2014/main" id="{42FA2E85-FC61-09EB-BEA5-FB29CF3866C0}"/>
                    </a:ext>
                  </a:extLst>
                </p14:cNvPr>
                <p14:cNvContentPartPr/>
                <p14:nvPr/>
              </p14:nvContentPartPr>
              <p14:xfrm>
                <a:off x="6990584" y="3373842"/>
                <a:ext cx="26640" cy="84600"/>
              </p14:xfrm>
            </p:contentPart>
          </mc:Choice>
          <mc:Fallback>
            <p:pic>
              <p:nvPicPr>
                <p:cNvPr id="206" name="Ink 205">
                  <a:extLst>
                    <a:ext uri="{FF2B5EF4-FFF2-40B4-BE49-F238E27FC236}">
                      <a16:creationId xmlns:a16="http://schemas.microsoft.com/office/drawing/2014/main" id="{42FA2E85-FC61-09EB-BEA5-FB29CF3866C0}"/>
                    </a:ext>
                  </a:extLst>
                </p:cNvPr>
                <p:cNvPicPr/>
                <p:nvPr/>
              </p:nvPicPr>
              <p:blipFill>
                <a:blip r:embed="rId198"/>
                <a:stretch>
                  <a:fillRect/>
                </a:stretch>
              </p:blipFill>
              <p:spPr>
                <a:xfrm>
                  <a:off x="6981584" y="3365202"/>
                  <a:ext cx="4428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207" name="Ink 206">
                  <a:extLst>
                    <a:ext uri="{FF2B5EF4-FFF2-40B4-BE49-F238E27FC236}">
                      <a16:creationId xmlns:a16="http://schemas.microsoft.com/office/drawing/2014/main" id="{BF9C5A91-01B7-0EC9-DE34-B5EF3B03502B}"/>
                    </a:ext>
                  </a:extLst>
                </p14:cNvPr>
                <p14:cNvContentPartPr/>
                <p14:nvPr/>
              </p14:nvContentPartPr>
              <p14:xfrm>
                <a:off x="7027664" y="3292122"/>
                <a:ext cx="2880" cy="27720"/>
              </p14:xfrm>
            </p:contentPart>
          </mc:Choice>
          <mc:Fallback>
            <p:pic>
              <p:nvPicPr>
                <p:cNvPr id="207" name="Ink 206">
                  <a:extLst>
                    <a:ext uri="{FF2B5EF4-FFF2-40B4-BE49-F238E27FC236}">
                      <a16:creationId xmlns:a16="http://schemas.microsoft.com/office/drawing/2014/main" id="{BF9C5A91-01B7-0EC9-DE34-B5EF3B03502B}"/>
                    </a:ext>
                  </a:extLst>
                </p:cNvPr>
                <p:cNvPicPr/>
                <p:nvPr/>
              </p:nvPicPr>
              <p:blipFill>
                <a:blip r:embed="rId200"/>
                <a:stretch>
                  <a:fillRect/>
                </a:stretch>
              </p:blipFill>
              <p:spPr>
                <a:xfrm>
                  <a:off x="7018664" y="3283482"/>
                  <a:ext cx="2052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208" name="Ink 207">
                  <a:extLst>
                    <a:ext uri="{FF2B5EF4-FFF2-40B4-BE49-F238E27FC236}">
                      <a16:creationId xmlns:a16="http://schemas.microsoft.com/office/drawing/2014/main" id="{C28AF5AD-E5D4-2A2E-E01C-B44B90A98379}"/>
                    </a:ext>
                  </a:extLst>
                </p14:cNvPr>
                <p14:cNvContentPartPr/>
                <p14:nvPr/>
              </p14:nvContentPartPr>
              <p14:xfrm>
                <a:off x="7045304" y="3351882"/>
                <a:ext cx="82800" cy="100440"/>
              </p14:xfrm>
            </p:contentPart>
          </mc:Choice>
          <mc:Fallback>
            <p:pic>
              <p:nvPicPr>
                <p:cNvPr id="208" name="Ink 207">
                  <a:extLst>
                    <a:ext uri="{FF2B5EF4-FFF2-40B4-BE49-F238E27FC236}">
                      <a16:creationId xmlns:a16="http://schemas.microsoft.com/office/drawing/2014/main" id="{C28AF5AD-E5D4-2A2E-E01C-B44B90A98379}"/>
                    </a:ext>
                  </a:extLst>
                </p:cNvPr>
                <p:cNvPicPr/>
                <p:nvPr/>
              </p:nvPicPr>
              <p:blipFill>
                <a:blip r:embed="rId202"/>
                <a:stretch>
                  <a:fillRect/>
                </a:stretch>
              </p:blipFill>
              <p:spPr>
                <a:xfrm>
                  <a:off x="7036304" y="3343242"/>
                  <a:ext cx="10044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209" name="Ink 208">
                  <a:extLst>
                    <a:ext uri="{FF2B5EF4-FFF2-40B4-BE49-F238E27FC236}">
                      <a16:creationId xmlns:a16="http://schemas.microsoft.com/office/drawing/2014/main" id="{96A122C9-0A6E-65BE-7280-5B4C07E21832}"/>
                    </a:ext>
                  </a:extLst>
                </p14:cNvPr>
                <p14:cNvContentPartPr/>
                <p14:nvPr/>
              </p14:nvContentPartPr>
              <p14:xfrm>
                <a:off x="7121984" y="3319482"/>
                <a:ext cx="65160" cy="134280"/>
              </p14:xfrm>
            </p:contentPart>
          </mc:Choice>
          <mc:Fallback>
            <p:pic>
              <p:nvPicPr>
                <p:cNvPr id="209" name="Ink 208">
                  <a:extLst>
                    <a:ext uri="{FF2B5EF4-FFF2-40B4-BE49-F238E27FC236}">
                      <a16:creationId xmlns:a16="http://schemas.microsoft.com/office/drawing/2014/main" id="{96A122C9-0A6E-65BE-7280-5B4C07E21832}"/>
                    </a:ext>
                  </a:extLst>
                </p:cNvPr>
                <p:cNvPicPr/>
                <p:nvPr/>
              </p:nvPicPr>
              <p:blipFill>
                <a:blip r:embed="rId204"/>
                <a:stretch>
                  <a:fillRect/>
                </a:stretch>
              </p:blipFill>
              <p:spPr>
                <a:xfrm>
                  <a:off x="7112984" y="3310842"/>
                  <a:ext cx="8280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210" name="Ink 209">
                  <a:extLst>
                    <a:ext uri="{FF2B5EF4-FFF2-40B4-BE49-F238E27FC236}">
                      <a16:creationId xmlns:a16="http://schemas.microsoft.com/office/drawing/2014/main" id="{DA13503A-5FC6-E7EE-A0AF-90AA455B5E14}"/>
                    </a:ext>
                  </a:extLst>
                </p14:cNvPr>
                <p14:cNvContentPartPr/>
                <p14:nvPr/>
              </p14:nvContentPartPr>
              <p14:xfrm>
                <a:off x="6552824" y="3345762"/>
                <a:ext cx="64440" cy="168120"/>
              </p14:xfrm>
            </p:contentPart>
          </mc:Choice>
          <mc:Fallback>
            <p:pic>
              <p:nvPicPr>
                <p:cNvPr id="210" name="Ink 209">
                  <a:extLst>
                    <a:ext uri="{FF2B5EF4-FFF2-40B4-BE49-F238E27FC236}">
                      <a16:creationId xmlns:a16="http://schemas.microsoft.com/office/drawing/2014/main" id="{DA13503A-5FC6-E7EE-A0AF-90AA455B5E14}"/>
                    </a:ext>
                  </a:extLst>
                </p:cNvPr>
                <p:cNvPicPr/>
                <p:nvPr/>
              </p:nvPicPr>
              <p:blipFill>
                <a:blip r:embed="rId206"/>
                <a:stretch>
                  <a:fillRect/>
                </a:stretch>
              </p:blipFill>
              <p:spPr>
                <a:xfrm>
                  <a:off x="6544184" y="3337122"/>
                  <a:ext cx="82080" cy="185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07">
            <p14:nvContentPartPr>
              <p14:cNvPr id="212" name="Ink 211">
                <a:extLst>
                  <a:ext uri="{FF2B5EF4-FFF2-40B4-BE49-F238E27FC236}">
                    <a16:creationId xmlns:a16="http://schemas.microsoft.com/office/drawing/2014/main" id="{21400337-407D-35A5-A488-D8D92625A313}"/>
                  </a:ext>
                </a:extLst>
              </p14:cNvPr>
              <p14:cNvContentPartPr/>
              <p14:nvPr/>
            </p14:nvContentPartPr>
            <p14:xfrm>
              <a:off x="5287424" y="1510122"/>
              <a:ext cx="534600" cy="27000"/>
            </p14:xfrm>
          </p:contentPart>
        </mc:Choice>
        <mc:Fallback>
          <p:pic>
            <p:nvPicPr>
              <p:cNvPr id="212" name="Ink 211">
                <a:extLst>
                  <a:ext uri="{FF2B5EF4-FFF2-40B4-BE49-F238E27FC236}">
                    <a16:creationId xmlns:a16="http://schemas.microsoft.com/office/drawing/2014/main" id="{21400337-407D-35A5-A488-D8D92625A313}"/>
                  </a:ext>
                </a:extLst>
              </p:cNvPr>
              <p:cNvPicPr/>
              <p:nvPr/>
            </p:nvPicPr>
            <p:blipFill>
              <a:blip r:embed="rId208"/>
              <a:stretch>
                <a:fillRect/>
              </a:stretch>
            </p:blipFill>
            <p:spPr>
              <a:xfrm>
                <a:off x="5278424" y="1501482"/>
                <a:ext cx="552240" cy="44640"/>
              </a:xfrm>
              <a:prstGeom prst="rect">
                <a:avLst/>
              </a:prstGeom>
            </p:spPr>
          </p:pic>
        </mc:Fallback>
      </mc:AlternateContent>
      <p:grpSp>
        <p:nvGrpSpPr>
          <p:cNvPr id="226" name="Group 225">
            <a:extLst>
              <a:ext uri="{FF2B5EF4-FFF2-40B4-BE49-F238E27FC236}">
                <a16:creationId xmlns:a16="http://schemas.microsoft.com/office/drawing/2014/main" id="{32F621A9-5EB4-52F5-ACA1-513460CDEA0A}"/>
              </a:ext>
            </a:extLst>
          </p:cNvPr>
          <p:cNvGrpSpPr/>
          <p:nvPr/>
        </p:nvGrpSpPr>
        <p:grpSpPr>
          <a:xfrm>
            <a:off x="3573824" y="1869402"/>
            <a:ext cx="1661040" cy="167040"/>
            <a:chOff x="3573824" y="1869402"/>
            <a:chExt cx="1661040" cy="167040"/>
          </a:xfrm>
        </p:grpSpPr>
        <mc:AlternateContent xmlns:mc="http://schemas.openxmlformats.org/markup-compatibility/2006">
          <mc:Choice xmlns:p14="http://schemas.microsoft.com/office/powerpoint/2010/main" Requires="p14">
            <p:contentPart p14:bwMode="auto" r:id="rId209">
              <p14:nvContentPartPr>
                <p14:cNvPr id="213" name="Ink 212">
                  <a:extLst>
                    <a:ext uri="{FF2B5EF4-FFF2-40B4-BE49-F238E27FC236}">
                      <a16:creationId xmlns:a16="http://schemas.microsoft.com/office/drawing/2014/main" id="{F249410F-85FD-6CBF-F04C-B81A482A4DFE}"/>
                    </a:ext>
                  </a:extLst>
                </p14:cNvPr>
                <p14:cNvContentPartPr/>
                <p14:nvPr/>
              </p14:nvContentPartPr>
              <p14:xfrm>
                <a:off x="3595784" y="1948242"/>
                <a:ext cx="1639080" cy="33120"/>
              </p14:xfrm>
            </p:contentPart>
          </mc:Choice>
          <mc:Fallback>
            <p:pic>
              <p:nvPicPr>
                <p:cNvPr id="213" name="Ink 212">
                  <a:extLst>
                    <a:ext uri="{FF2B5EF4-FFF2-40B4-BE49-F238E27FC236}">
                      <a16:creationId xmlns:a16="http://schemas.microsoft.com/office/drawing/2014/main" id="{F249410F-85FD-6CBF-F04C-B81A482A4DFE}"/>
                    </a:ext>
                  </a:extLst>
                </p:cNvPr>
                <p:cNvPicPr/>
                <p:nvPr/>
              </p:nvPicPr>
              <p:blipFill>
                <a:blip r:embed="rId210"/>
                <a:stretch>
                  <a:fillRect/>
                </a:stretch>
              </p:blipFill>
              <p:spPr>
                <a:xfrm>
                  <a:off x="3586784" y="1939602"/>
                  <a:ext cx="165672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214" name="Ink 213">
                  <a:extLst>
                    <a:ext uri="{FF2B5EF4-FFF2-40B4-BE49-F238E27FC236}">
                      <a16:creationId xmlns:a16="http://schemas.microsoft.com/office/drawing/2014/main" id="{3F973DE6-A571-363B-389E-075C432216DB}"/>
                    </a:ext>
                  </a:extLst>
                </p14:cNvPr>
                <p14:cNvContentPartPr/>
                <p14:nvPr/>
              </p14:nvContentPartPr>
              <p14:xfrm>
                <a:off x="3573824" y="1869402"/>
                <a:ext cx="110520" cy="167040"/>
              </p14:xfrm>
            </p:contentPart>
          </mc:Choice>
          <mc:Fallback>
            <p:pic>
              <p:nvPicPr>
                <p:cNvPr id="214" name="Ink 213">
                  <a:extLst>
                    <a:ext uri="{FF2B5EF4-FFF2-40B4-BE49-F238E27FC236}">
                      <a16:creationId xmlns:a16="http://schemas.microsoft.com/office/drawing/2014/main" id="{3F973DE6-A571-363B-389E-075C432216DB}"/>
                    </a:ext>
                  </a:extLst>
                </p:cNvPr>
                <p:cNvPicPr/>
                <p:nvPr/>
              </p:nvPicPr>
              <p:blipFill>
                <a:blip r:embed="rId212"/>
                <a:stretch>
                  <a:fillRect/>
                </a:stretch>
              </p:blipFill>
              <p:spPr>
                <a:xfrm>
                  <a:off x="3565184" y="1860402"/>
                  <a:ext cx="128160" cy="184680"/>
                </a:xfrm>
                <a:prstGeom prst="rect">
                  <a:avLst/>
                </a:prstGeom>
              </p:spPr>
            </p:pic>
          </mc:Fallback>
        </mc:AlternateContent>
      </p:grpSp>
      <p:grpSp>
        <p:nvGrpSpPr>
          <p:cNvPr id="225" name="Group 224">
            <a:extLst>
              <a:ext uri="{FF2B5EF4-FFF2-40B4-BE49-F238E27FC236}">
                <a16:creationId xmlns:a16="http://schemas.microsoft.com/office/drawing/2014/main" id="{7C0C92BB-8411-2A1D-3063-F5EC75F9DB7B}"/>
              </a:ext>
            </a:extLst>
          </p:cNvPr>
          <p:cNvGrpSpPr/>
          <p:nvPr/>
        </p:nvGrpSpPr>
        <p:grpSpPr>
          <a:xfrm>
            <a:off x="913064" y="1708842"/>
            <a:ext cx="2292120" cy="930240"/>
            <a:chOff x="913064" y="1708842"/>
            <a:chExt cx="2292120" cy="930240"/>
          </a:xfrm>
        </p:grpSpPr>
        <mc:AlternateContent xmlns:mc="http://schemas.openxmlformats.org/markup-compatibility/2006">
          <mc:Choice xmlns:p14="http://schemas.microsoft.com/office/powerpoint/2010/main" Requires="p14">
            <p:contentPart p14:bwMode="auto" r:id="rId213">
              <p14:nvContentPartPr>
                <p14:cNvPr id="215" name="Ink 214">
                  <a:extLst>
                    <a:ext uri="{FF2B5EF4-FFF2-40B4-BE49-F238E27FC236}">
                      <a16:creationId xmlns:a16="http://schemas.microsoft.com/office/drawing/2014/main" id="{BE4156E7-7ED2-9504-542F-6EA86F2374CB}"/>
                    </a:ext>
                  </a:extLst>
                </p14:cNvPr>
                <p14:cNvContentPartPr/>
                <p14:nvPr/>
              </p14:nvContentPartPr>
              <p14:xfrm>
                <a:off x="913064" y="1708842"/>
                <a:ext cx="2292120" cy="930240"/>
              </p14:xfrm>
            </p:contentPart>
          </mc:Choice>
          <mc:Fallback>
            <p:pic>
              <p:nvPicPr>
                <p:cNvPr id="215" name="Ink 214">
                  <a:extLst>
                    <a:ext uri="{FF2B5EF4-FFF2-40B4-BE49-F238E27FC236}">
                      <a16:creationId xmlns:a16="http://schemas.microsoft.com/office/drawing/2014/main" id="{BE4156E7-7ED2-9504-542F-6EA86F2374CB}"/>
                    </a:ext>
                  </a:extLst>
                </p:cNvPr>
                <p:cNvPicPr/>
                <p:nvPr/>
              </p:nvPicPr>
              <p:blipFill>
                <a:blip r:embed="rId214"/>
                <a:stretch>
                  <a:fillRect/>
                </a:stretch>
              </p:blipFill>
              <p:spPr>
                <a:xfrm>
                  <a:off x="904064" y="1700202"/>
                  <a:ext cx="2309760" cy="94788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216" name="Ink 215">
                  <a:extLst>
                    <a:ext uri="{FF2B5EF4-FFF2-40B4-BE49-F238E27FC236}">
                      <a16:creationId xmlns:a16="http://schemas.microsoft.com/office/drawing/2014/main" id="{44A4616C-0AB9-7D02-102A-B80B08046539}"/>
                    </a:ext>
                  </a:extLst>
                </p14:cNvPr>
                <p14:cNvContentPartPr/>
                <p14:nvPr/>
              </p14:nvContentPartPr>
              <p14:xfrm>
                <a:off x="1297544" y="2002602"/>
                <a:ext cx="266760" cy="64800"/>
              </p14:xfrm>
            </p:contentPart>
          </mc:Choice>
          <mc:Fallback>
            <p:pic>
              <p:nvPicPr>
                <p:cNvPr id="216" name="Ink 215">
                  <a:extLst>
                    <a:ext uri="{FF2B5EF4-FFF2-40B4-BE49-F238E27FC236}">
                      <a16:creationId xmlns:a16="http://schemas.microsoft.com/office/drawing/2014/main" id="{44A4616C-0AB9-7D02-102A-B80B08046539}"/>
                    </a:ext>
                  </a:extLst>
                </p:cNvPr>
                <p:cNvPicPr/>
                <p:nvPr/>
              </p:nvPicPr>
              <p:blipFill>
                <a:blip r:embed="rId216"/>
                <a:stretch>
                  <a:fillRect/>
                </a:stretch>
              </p:blipFill>
              <p:spPr>
                <a:xfrm>
                  <a:off x="1288904" y="1993962"/>
                  <a:ext cx="284400" cy="8244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217" name="Ink 216">
                  <a:extLst>
                    <a:ext uri="{FF2B5EF4-FFF2-40B4-BE49-F238E27FC236}">
                      <a16:creationId xmlns:a16="http://schemas.microsoft.com/office/drawing/2014/main" id="{644AC2D7-2E0D-6491-D2DC-E896DA119348}"/>
                    </a:ext>
                  </a:extLst>
                </p14:cNvPr>
                <p14:cNvContentPartPr/>
                <p14:nvPr/>
              </p14:nvContentPartPr>
              <p14:xfrm>
                <a:off x="1425344" y="2007282"/>
                <a:ext cx="39600" cy="263520"/>
              </p14:xfrm>
            </p:contentPart>
          </mc:Choice>
          <mc:Fallback>
            <p:pic>
              <p:nvPicPr>
                <p:cNvPr id="217" name="Ink 216">
                  <a:extLst>
                    <a:ext uri="{FF2B5EF4-FFF2-40B4-BE49-F238E27FC236}">
                      <a16:creationId xmlns:a16="http://schemas.microsoft.com/office/drawing/2014/main" id="{644AC2D7-2E0D-6491-D2DC-E896DA119348}"/>
                    </a:ext>
                  </a:extLst>
                </p:cNvPr>
                <p:cNvPicPr/>
                <p:nvPr/>
              </p:nvPicPr>
              <p:blipFill>
                <a:blip r:embed="rId218"/>
                <a:stretch>
                  <a:fillRect/>
                </a:stretch>
              </p:blipFill>
              <p:spPr>
                <a:xfrm>
                  <a:off x="1416344" y="1998642"/>
                  <a:ext cx="57240" cy="28116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218" name="Ink 217">
                  <a:extLst>
                    <a:ext uri="{FF2B5EF4-FFF2-40B4-BE49-F238E27FC236}">
                      <a16:creationId xmlns:a16="http://schemas.microsoft.com/office/drawing/2014/main" id="{3DC0A491-E10F-61A6-59DB-3D4D04846D2C}"/>
                    </a:ext>
                  </a:extLst>
                </p14:cNvPr>
                <p14:cNvContentPartPr/>
                <p14:nvPr/>
              </p14:nvContentPartPr>
              <p14:xfrm>
                <a:off x="1517144" y="2156682"/>
                <a:ext cx="209520" cy="155520"/>
              </p14:xfrm>
            </p:contentPart>
          </mc:Choice>
          <mc:Fallback>
            <p:pic>
              <p:nvPicPr>
                <p:cNvPr id="218" name="Ink 217">
                  <a:extLst>
                    <a:ext uri="{FF2B5EF4-FFF2-40B4-BE49-F238E27FC236}">
                      <a16:creationId xmlns:a16="http://schemas.microsoft.com/office/drawing/2014/main" id="{3DC0A491-E10F-61A6-59DB-3D4D04846D2C}"/>
                    </a:ext>
                  </a:extLst>
                </p:cNvPr>
                <p:cNvPicPr/>
                <p:nvPr/>
              </p:nvPicPr>
              <p:blipFill>
                <a:blip r:embed="rId220"/>
                <a:stretch>
                  <a:fillRect/>
                </a:stretch>
              </p:blipFill>
              <p:spPr>
                <a:xfrm>
                  <a:off x="1508504" y="2148042"/>
                  <a:ext cx="22716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219" name="Ink 218">
                  <a:extLst>
                    <a:ext uri="{FF2B5EF4-FFF2-40B4-BE49-F238E27FC236}">
                      <a16:creationId xmlns:a16="http://schemas.microsoft.com/office/drawing/2014/main" id="{7572CFB3-0BD1-97B0-2AF9-12801A2BF76B}"/>
                    </a:ext>
                  </a:extLst>
                </p14:cNvPr>
                <p14:cNvContentPartPr/>
                <p14:nvPr/>
              </p14:nvContentPartPr>
              <p14:xfrm>
                <a:off x="1747544" y="1984242"/>
                <a:ext cx="729720" cy="319320"/>
              </p14:xfrm>
            </p:contentPart>
          </mc:Choice>
          <mc:Fallback>
            <p:pic>
              <p:nvPicPr>
                <p:cNvPr id="219" name="Ink 218">
                  <a:extLst>
                    <a:ext uri="{FF2B5EF4-FFF2-40B4-BE49-F238E27FC236}">
                      <a16:creationId xmlns:a16="http://schemas.microsoft.com/office/drawing/2014/main" id="{7572CFB3-0BD1-97B0-2AF9-12801A2BF76B}"/>
                    </a:ext>
                  </a:extLst>
                </p:cNvPr>
                <p:cNvPicPr/>
                <p:nvPr/>
              </p:nvPicPr>
              <p:blipFill>
                <a:blip r:embed="rId222"/>
                <a:stretch>
                  <a:fillRect/>
                </a:stretch>
              </p:blipFill>
              <p:spPr>
                <a:xfrm>
                  <a:off x="1738544" y="1975602"/>
                  <a:ext cx="747360" cy="33696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220" name="Ink 219">
                  <a:extLst>
                    <a:ext uri="{FF2B5EF4-FFF2-40B4-BE49-F238E27FC236}">
                      <a16:creationId xmlns:a16="http://schemas.microsoft.com/office/drawing/2014/main" id="{71EF5FD7-90B3-C81B-704B-E194357E78B5}"/>
                    </a:ext>
                  </a:extLst>
                </p14:cNvPr>
                <p14:cNvContentPartPr/>
                <p14:nvPr/>
              </p14:nvContentPartPr>
              <p14:xfrm>
                <a:off x="2576624" y="2314362"/>
                <a:ext cx="21600" cy="147600"/>
              </p14:xfrm>
            </p:contentPart>
          </mc:Choice>
          <mc:Fallback>
            <p:pic>
              <p:nvPicPr>
                <p:cNvPr id="220" name="Ink 219">
                  <a:extLst>
                    <a:ext uri="{FF2B5EF4-FFF2-40B4-BE49-F238E27FC236}">
                      <a16:creationId xmlns:a16="http://schemas.microsoft.com/office/drawing/2014/main" id="{71EF5FD7-90B3-C81B-704B-E194357E78B5}"/>
                    </a:ext>
                  </a:extLst>
                </p:cNvPr>
                <p:cNvPicPr/>
                <p:nvPr/>
              </p:nvPicPr>
              <p:blipFill>
                <a:blip r:embed="rId224"/>
                <a:stretch>
                  <a:fillRect/>
                </a:stretch>
              </p:blipFill>
              <p:spPr>
                <a:xfrm>
                  <a:off x="2567984" y="2305722"/>
                  <a:ext cx="3924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221" name="Ink 220">
                  <a:extLst>
                    <a:ext uri="{FF2B5EF4-FFF2-40B4-BE49-F238E27FC236}">
                      <a16:creationId xmlns:a16="http://schemas.microsoft.com/office/drawing/2014/main" id="{A9E56FE3-B4F3-8D45-C5E8-827B29509739}"/>
                    </a:ext>
                  </a:extLst>
                </p14:cNvPr>
                <p14:cNvContentPartPr/>
                <p14:nvPr/>
              </p14:nvContentPartPr>
              <p14:xfrm>
                <a:off x="2617304" y="2244162"/>
                <a:ext cx="89280" cy="74880"/>
              </p14:xfrm>
            </p:contentPart>
          </mc:Choice>
          <mc:Fallback>
            <p:pic>
              <p:nvPicPr>
                <p:cNvPr id="221" name="Ink 220">
                  <a:extLst>
                    <a:ext uri="{FF2B5EF4-FFF2-40B4-BE49-F238E27FC236}">
                      <a16:creationId xmlns:a16="http://schemas.microsoft.com/office/drawing/2014/main" id="{A9E56FE3-B4F3-8D45-C5E8-827B29509739}"/>
                    </a:ext>
                  </a:extLst>
                </p:cNvPr>
                <p:cNvPicPr/>
                <p:nvPr/>
              </p:nvPicPr>
              <p:blipFill>
                <a:blip r:embed="rId226"/>
                <a:stretch>
                  <a:fillRect/>
                </a:stretch>
              </p:blipFill>
              <p:spPr>
                <a:xfrm>
                  <a:off x="2608304" y="2235522"/>
                  <a:ext cx="106920" cy="9252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222" name="Ink 221">
                  <a:extLst>
                    <a:ext uri="{FF2B5EF4-FFF2-40B4-BE49-F238E27FC236}">
                      <a16:creationId xmlns:a16="http://schemas.microsoft.com/office/drawing/2014/main" id="{3A8DCB4C-1030-5920-930A-462CE8ADD2D2}"/>
                    </a:ext>
                  </a:extLst>
                </p14:cNvPr>
                <p14:cNvContentPartPr/>
                <p14:nvPr/>
              </p14:nvContentPartPr>
              <p14:xfrm>
                <a:off x="2603984" y="2365482"/>
                <a:ext cx="77400" cy="11880"/>
              </p14:xfrm>
            </p:contentPart>
          </mc:Choice>
          <mc:Fallback>
            <p:pic>
              <p:nvPicPr>
                <p:cNvPr id="222" name="Ink 221">
                  <a:extLst>
                    <a:ext uri="{FF2B5EF4-FFF2-40B4-BE49-F238E27FC236}">
                      <a16:creationId xmlns:a16="http://schemas.microsoft.com/office/drawing/2014/main" id="{3A8DCB4C-1030-5920-930A-462CE8ADD2D2}"/>
                    </a:ext>
                  </a:extLst>
                </p:cNvPr>
                <p:cNvPicPr/>
                <p:nvPr/>
              </p:nvPicPr>
              <p:blipFill>
                <a:blip r:embed="rId228"/>
                <a:stretch>
                  <a:fillRect/>
                </a:stretch>
              </p:blipFill>
              <p:spPr>
                <a:xfrm>
                  <a:off x="2595344" y="2356482"/>
                  <a:ext cx="9504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223" name="Ink 222">
                  <a:extLst>
                    <a:ext uri="{FF2B5EF4-FFF2-40B4-BE49-F238E27FC236}">
                      <a16:creationId xmlns:a16="http://schemas.microsoft.com/office/drawing/2014/main" id="{ACBAFBAF-95A8-CEFE-0A86-C6F0E4A461D0}"/>
                    </a:ext>
                  </a:extLst>
                </p14:cNvPr>
                <p14:cNvContentPartPr/>
                <p14:nvPr/>
              </p14:nvContentPartPr>
              <p14:xfrm>
                <a:off x="2777144" y="2281242"/>
                <a:ext cx="99720" cy="217440"/>
              </p14:xfrm>
            </p:contentPart>
          </mc:Choice>
          <mc:Fallback>
            <p:pic>
              <p:nvPicPr>
                <p:cNvPr id="223" name="Ink 222">
                  <a:extLst>
                    <a:ext uri="{FF2B5EF4-FFF2-40B4-BE49-F238E27FC236}">
                      <a16:creationId xmlns:a16="http://schemas.microsoft.com/office/drawing/2014/main" id="{ACBAFBAF-95A8-CEFE-0A86-C6F0E4A461D0}"/>
                    </a:ext>
                  </a:extLst>
                </p:cNvPr>
                <p:cNvPicPr/>
                <p:nvPr/>
              </p:nvPicPr>
              <p:blipFill>
                <a:blip r:embed="rId230"/>
                <a:stretch>
                  <a:fillRect/>
                </a:stretch>
              </p:blipFill>
              <p:spPr>
                <a:xfrm>
                  <a:off x="2768144" y="2272602"/>
                  <a:ext cx="11736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224" name="Ink 223">
                  <a:extLst>
                    <a:ext uri="{FF2B5EF4-FFF2-40B4-BE49-F238E27FC236}">
                      <a16:creationId xmlns:a16="http://schemas.microsoft.com/office/drawing/2014/main" id="{2C58729E-5FBB-6238-CB44-14D5147C5ACD}"/>
                    </a:ext>
                  </a:extLst>
                </p14:cNvPr>
                <p14:cNvContentPartPr/>
                <p14:nvPr/>
              </p14:nvContentPartPr>
              <p14:xfrm>
                <a:off x="2517224" y="2151642"/>
                <a:ext cx="491400" cy="479520"/>
              </p14:xfrm>
            </p:contentPart>
          </mc:Choice>
          <mc:Fallback>
            <p:pic>
              <p:nvPicPr>
                <p:cNvPr id="224" name="Ink 223">
                  <a:extLst>
                    <a:ext uri="{FF2B5EF4-FFF2-40B4-BE49-F238E27FC236}">
                      <a16:creationId xmlns:a16="http://schemas.microsoft.com/office/drawing/2014/main" id="{2C58729E-5FBB-6238-CB44-14D5147C5ACD}"/>
                    </a:ext>
                  </a:extLst>
                </p:cNvPr>
                <p:cNvPicPr/>
                <p:nvPr/>
              </p:nvPicPr>
              <p:blipFill>
                <a:blip r:embed="rId232"/>
                <a:stretch>
                  <a:fillRect/>
                </a:stretch>
              </p:blipFill>
              <p:spPr>
                <a:xfrm>
                  <a:off x="2508584" y="2142642"/>
                  <a:ext cx="509040" cy="497160"/>
                </a:xfrm>
                <a:prstGeom prst="rect">
                  <a:avLst/>
                </a:prstGeom>
              </p:spPr>
            </p:pic>
          </mc:Fallback>
        </mc:AlternateContent>
      </p:grpSp>
    </p:spTree>
    <p:extLst>
      <p:ext uri="{BB962C8B-B14F-4D97-AF65-F5344CB8AC3E}">
        <p14:creationId xmlns:p14="http://schemas.microsoft.com/office/powerpoint/2010/main" val="2902823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24979" y="824491"/>
            <a:ext cx="11806237" cy="175428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A CDS custom entity allows developers to implement their own data retrieval using ABAP. A CDS custom entity is linked with an ABAP class and the data retrieval is executed on the application server. At the CDS level, only an interface is defined. Custom entities are used when data can't be accessed using SQL and the available CDS feature set.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The following image exemplifies the runtime of a CDS custom entity. It shows that the data retrieval is implemented by an ABAP class and the data source does not have to be a database table.</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Custom Entities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4" name="Picture 3">
            <a:extLst>
              <a:ext uri="{FF2B5EF4-FFF2-40B4-BE49-F238E27FC236}">
                <a16:creationId xmlns:a16="http://schemas.microsoft.com/office/drawing/2014/main" id="{357208DC-5D4F-2555-08F8-5C27A4DFC69F}"/>
              </a:ext>
            </a:extLst>
          </p:cNvPr>
          <p:cNvPicPr>
            <a:picLocks noChangeAspect="1"/>
          </p:cNvPicPr>
          <p:nvPr/>
        </p:nvPicPr>
        <p:blipFill>
          <a:blip r:embed="rId4"/>
          <a:stretch>
            <a:fillRect/>
          </a:stretch>
        </p:blipFill>
        <p:spPr>
          <a:xfrm>
            <a:off x="3576102" y="2697036"/>
            <a:ext cx="4826248" cy="3683189"/>
          </a:xfrm>
          <a:prstGeom prst="rect">
            <a:avLst/>
          </a:prstGeom>
        </p:spPr>
      </p:pic>
    </p:spTree>
    <p:extLst>
      <p:ext uri="{BB962C8B-B14F-4D97-AF65-F5344CB8AC3E}">
        <p14:creationId xmlns:p14="http://schemas.microsoft.com/office/powerpoint/2010/main" val="1911806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24979" y="888575"/>
            <a:ext cx="11806237" cy="335472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433835"/>
                </a:solidFill>
                <a:effectLst/>
                <a:uLnTx/>
                <a:uFillTx/>
                <a:latin typeface="-apple-system"/>
                <a:cs typeface="Arial"/>
                <a:sym typeface="Arial"/>
              </a:rPr>
              <a:t>In this exercise, we want to replace the travel agencies data of our managed travel app with the results of the remote OData service that provides different set of travel agencies from other system altogether. For this use case, we shall leverage the concept of a custom entity. In contrast to "normal" CDS views that read data from the database tables or other CDS views, the so-called custom entities act as a wrapper for a code-based implementation that provides the data instead. This use case involves following steps.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2000" b="0" i="0" u="none" strike="noStrike" kern="0" cap="none" spc="0" normalizeH="0" baseline="0" noProof="0" dirty="0">
              <a:ln>
                <a:noFill/>
              </a:ln>
              <a:solidFill>
                <a:srgbClr val="433835"/>
              </a:solidFill>
              <a:effectLst/>
              <a:uLnTx/>
              <a:uFillTx/>
              <a:latin typeface="-apple-system"/>
              <a:cs typeface="Arial"/>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2000" b="0" i="0" u="none" strike="noStrike" kern="0" cap="none" spc="0" normalizeH="0" baseline="0" noProof="0" dirty="0">
                <a:ln>
                  <a:noFill/>
                </a:ln>
                <a:solidFill>
                  <a:srgbClr val="433835"/>
                </a:solidFill>
                <a:effectLst/>
                <a:uLnTx/>
                <a:uFillTx/>
                <a:latin typeface="72 Condensed" panose="020B0506030000000003" pitchFamily="34" charset="0"/>
                <a:cs typeface="72 Condensed" panose="020B0506030000000003" pitchFamily="34" charset="0"/>
                <a:sym typeface="Arial"/>
              </a:rPr>
              <a:t>Creating the Service Consumption Model</a:t>
            </a: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2000" b="0" i="0" u="none" strike="noStrike" kern="0" cap="none" spc="0" normalizeH="0" baseline="0" noProof="0" dirty="0">
                <a:ln>
                  <a:noFill/>
                </a:ln>
                <a:solidFill>
                  <a:srgbClr val="433835"/>
                </a:solidFill>
                <a:effectLst/>
                <a:uLnTx/>
                <a:uFillTx/>
                <a:latin typeface="72 Condensed" panose="020B0506030000000003" pitchFamily="34" charset="0"/>
                <a:cs typeface="72 Condensed" panose="020B0506030000000003" pitchFamily="34" charset="0"/>
                <a:sym typeface="Arial"/>
              </a:rPr>
              <a:t>Defining the Custom CDS Entity</a:t>
            </a: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2000" b="0" i="0" u="none" strike="noStrike" kern="0" cap="none" spc="0" normalizeH="0" baseline="0" noProof="0" dirty="0">
                <a:ln>
                  <a:noFill/>
                </a:ln>
                <a:solidFill>
                  <a:srgbClr val="433835"/>
                </a:solidFill>
                <a:effectLst/>
                <a:uLnTx/>
                <a:uFillTx/>
                <a:latin typeface="72 Condensed" panose="020B0506030000000003" pitchFamily="34" charset="0"/>
                <a:cs typeface="72 Condensed" panose="020B0506030000000003" pitchFamily="34" charset="0"/>
                <a:sym typeface="Arial"/>
              </a:rPr>
              <a:t>Create a class that implements the query for the custom entity</a:t>
            </a: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2000" b="0" i="0" u="none" strike="noStrike" kern="0" cap="none" spc="0" normalizeH="0" baseline="0" noProof="0" dirty="0">
                <a:ln>
                  <a:noFill/>
                </a:ln>
                <a:solidFill>
                  <a:srgbClr val="433835"/>
                </a:solidFill>
                <a:effectLst/>
                <a:uLnTx/>
                <a:uFillTx/>
                <a:latin typeface="72 Condensed" panose="020B0506030000000003" pitchFamily="34" charset="0"/>
                <a:cs typeface="72 Condensed" panose="020B0506030000000003" pitchFamily="34" charset="0"/>
                <a:sym typeface="Arial"/>
              </a:rPr>
              <a:t>Integrate the custom entity in MDE</a:t>
            </a:r>
            <a:br>
              <a:rPr kumimoji="0" lang="en-US" sz="2000" b="0" i="0" u="none" strike="noStrike" kern="0" cap="none" spc="0" normalizeH="0" baseline="0" noProof="0" dirty="0">
                <a:ln>
                  <a:noFill/>
                </a:ln>
                <a:solidFill>
                  <a:srgbClr val="433835"/>
                </a:solidFill>
                <a:effectLst/>
                <a:uLnTx/>
                <a:uFillTx/>
                <a:latin typeface="-apple-system"/>
                <a:cs typeface="Arial"/>
                <a:sym typeface="Arial"/>
              </a:rPr>
            </a:br>
            <a:endParaRPr kumimoji="0" sz="1200" b="0" i="0" u="none" strike="noStrike" kern="0" cap="none" spc="0" normalizeH="0" baseline="0" noProof="0" dirty="0">
              <a:ln>
                <a:noFill/>
              </a:ln>
              <a:solidFill>
                <a:srgbClr val="433835"/>
              </a:solidFill>
              <a:effectLst/>
              <a:uLnTx/>
              <a:uFillTx/>
              <a:latin typeface="Arial"/>
              <a:cs typeface="Arial"/>
              <a:sym typeface="Arial"/>
            </a:endParaRPr>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Reference Scenario – Custom Entity</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7BB1FBD6-595D-57BE-F490-D4BFB8AA66D4}"/>
                  </a:ext>
                </a:extLst>
              </p14:cNvPr>
              <p14:cNvContentPartPr/>
              <p14:nvPr/>
            </p14:nvContentPartPr>
            <p14:xfrm>
              <a:off x="2954984" y="4214082"/>
              <a:ext cx="360" cy="360"/>
            </p14:xfrm>
          </p:contentPart>
        </mc:Choice>
        <mc:Fallback>
          <p:pic>
            <p:nvPicPr>
              <p:cNvPr id="2" name="Ink 1">
                <a:extLst>
                  <a:ext uri="{FF2B5EF4-FFF2-40B4-BE49-F238E27FC236}">
                    <a16:creationId xmlns:a16="http://schemas.microsoft.com/office/drawing/2014/main" id="{7BB1FBD6-595D-57BE-F490-D4BFB8AA66D4}"/>
                  </a:ext>
                </a:extLst>
              </p:cNvPr>
              <p:cNvPicPr/>
              <p:nvPr/>
            </p:nvPicPr>
            <p:blipFill>
              <a:blip r:embed="rId5"/>
              <a:stretch>
                <a:fillRect/>
              </a:stretch>
            </p:blipFill>
            <p:spPr>
              <a:xfrm>
                <a:off x="2945984" y="4205082"/>
                <a:ext cx="18000" cy="18000"/>
              </a:xfrm>
              <a:prstGeom prst="rect">
                <a:avLst/>
              </a:prstGeom>
            </p:spPr>
          </p:pic>
        </mc:Fallback>
      </mc:AlternateContent>
    </p:spTree>
    <p:extLst>
      <p:ext uri="{BB962C8B-B14F-4D97-AF65-F5344CB8AC3E}">
        <p14:creationId xmlns:p14="http://schemas.microsoft.com/office/powerpoint/2010/main" val="3041010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5"/>
        <p:cNvGrpSpPr/>
        <p:nvPr/>
      </p:nvGrpSpPr>
      <p:grpSpPr>
        <a:xfrm>
          <a:off x="0" y="0"/>
          <a:ext cx="0" cy="0"/>
          <a:chOff x="0" y="0"/>
          <a:chExt cx="0" cy="0"/>
        </a:xfrm>
      </p:grpSpPr>
      <p:sp>
        <p:nvSpPr>
          <p:cNvPr id="1927" name="Google Shape;1927;p110"/>
          <p:cNvSpPr txBox="1"/>
          <p:nvPr/>
        </p:nvSpPr>
        <p:spPr>
          <a:xfrm>
            <a:off x="224979" y="788088"/>
            <a:ext cx="11806237"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&lt;&gt;</a:t>
            </a:r>
            <a:endParaRPr kumimoji="0" sz="1800" b="0" i="0" u="none" strike="noStrike" kern="0" cap="none" spc="0" normalizeH="0" baseline="0" noProof="0">
              <a:ln>
                <a:noFill/>
              </a:ln>
              <a:solidFill>
                <a:srgbClr val="433835"/>
              </a:solidFill>
              <a:effectLst/>
              <a:uLnTx/>
              <a:uFillTx/>
              <a:latin typeface="Calibri"/>
              <a:ea typeface="Calibri"/>
              <a:cs typeface="Calibri"/>
              <a:sym typeface="Calibri"/>
            </a:endParaRPr>
          </a:p>
        </p:txBody>
      </p:sp>
      <p:sp>
        <p:nvSpPr>
          <p:cNvPr id="1928" name="Google Shape;1928;p110"/>
          <p:cNvSpPr txBox="1"/>
          <p:nvPr/>
        </p:nvSpPr>
        <p:spPr>
          <a:xfrm>
            <a:off x="191294" y="895"/>
            <a:ext cx="11231710" cy="120007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From classic ABAP extensions to ABAP Cloud development</a:t>
            </a:r>
            <a:endParaRPr kumimoji="0" sz="1400" b="0" i="0" u="none" strike="noStrike" kern="0" cap="none" spc="0" normalizeH="0" baseline="0" noProof="0" dirty="0">
              <a:ln>
                <a:noFill/>
              </a:ln>
              <a:solidFill>
                <a:srgbClr val="FFC000"/>
              </a:solidFill>
              <a:effectLst/>
              <a:uLnTx/>
              <a:uFillTx/>
              <a:latin typeface="Cooper Black" panose="0208090404030B020404" pitchFamily="18" charset="0"/>
              <a:cs typeface="Arial"/>
              <a:sym typeface="Arial"/>
            </a:endParaRPr>
          </a:p>
        </p:txBody>
      </p:sp>
      <p:pic>
        <p:nvPicPr>
          <p:cNvPr id="1931" name="Google Shape;1931;p110"/>
          <p:cNvPicPr preferRelativeResize="0"/>
          <p:nvPr/>
        </p:nvPicPr>
        <p:blipFill rotWithShape="1">
          <a:blip r:embed="rId3">
            <a:alphaModFix/>
          </a:blip>
          <a:srcRect/>
          <a:stretch/>
        </p:blipFill>
        <p:spPr>
          <a:xfrm>
            <a:off x="333772" y="1412776"/>
            <a:ext cx="7772400" cy="3971925"/>
          </a:xfrm>
          <a:prstGeom prst="rect">
            <a:avLst/>
          </a:prstGeom>
          <a:noFill/>
          <a:ln>
            <a:noFill/>
          </a:ln>
        </p:spPr>
      </p:pic>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39"/>
        <p:cNvGrpSpPr/>
        <p:nvPr/>
      </p:nvGrpSpPr>
      <p:grpSpPr>
        <a:xfrm>
          <a:off x="0" y="0"/>
          <a:ext cx="0" cy="0"/>
          <a:chOff x="0" y="0"/>
          <a:chExt cx="0" cy="0"/>
        </a:xfrm>
      </p:grpSpPr>
      <p:sp>
        <p:nvSpPr>
          <p:cNvPr id="1941" name="Google Shape;1941;p112"/>
          <p:cNvSpPr txBox="1"/>
          <p:nvPr/>
        </p:nvSpPr>
        <p:spPr>
          <a:xfrm>
            <a:off x="191294" y="1279407"/>
            <a:ext cx="11806237" cy="1754326"/>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Use public SAP APIs (local or remote) released by SAP to access SAP functionality and SAP data</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Use public SAP extension points released by SAP to extend SAP objects. Modifications to SAP standard objects are not supported (applies to S/4HANA Cloud system)</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Use of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Adt</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(ABAP development tools) on eclipse</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Use Steampunk (RAP – Restful Application Programming model) to build Fiori Applications and services. SAP technologies like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Dynpro</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and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webdynpro</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are not released for cloud development.</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942" name="Google Shape;1942;p112"/>
          <p:cNvSpPr txBox="1"/>
          <p:nvPr/>
        </p:nvSpPr>
        <p:spPr>
          <a:xfrm>
            <a:off x="191294" y="219259"/>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What is ABAP Cloud Development Means: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8"/>
        <p:cNvGrpSpPr/>
        <p:nvPr/>
      </p:nvGrpSpPr>
      <p:grpSpPr>
        <a:xfrm>
          <a:off x="0" y="0"/>
          <a:ext cx="0" cy="0"/>
          <a:chOff x="0" y="0"/>
          <a:chExt cx="0" cy="0"/>
        </a:xfrm>
      </p:grpSpPr>
      <p:sp>
        <p:nvSpPr>
          <p:cNvPr id="1950" name="Google Shape;1950;p113"/>
          <p:cNvSpPr txBox="1"/>
          <p:nvPr/>
        </p:nvSpPr>
        <p:spPr>
          <a:xfrm>
            <a:off x="224979" y="788088"/>
            <a:ext cx="11806237" cy="2862322"/>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If we are using SAP BTP to develop side by side extensions, full stack SAP applications in BTP (Steampunk)</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If we are using In-app Developer extensibility with released objects in S/4HANA (all editions) with RAP (Embedded Steampunk)</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171450" algn="l" defTabSz="914400" rtl="0" eaLnBrk="1" fontAlgn="auto" latinLnBrk="0" hangingPunct="1">
              <a:lnSpc>
                <a:spcPct val="100000"/>
              </a:lnSpc>
              <a:spcBef>
                <a:spcPts val="0"/>
              </a:spcBef>
              <a:spcAft>
                <a:spcPts val="0"/>
              </a:spcAft>
              <a:buClr>
                <a:srgbClr val="433835"/>
              </a:buClr>
              <a:buSzPts val="1800"/>
              <a:buFont typeface="Arial"/>
              <a:buNone/>
              <a:tabLst/>
              <a:defRPr/>
            </a:pPr>
            <a:endParaRPr kumimoji="0" sz="1800" b="0" i="0" u="none" strike="noStrike" kern="0" cap="none" spc="0" normalizeH="0" baseline="0" noProof="0">
              <a:ln>
                <a:noFill/>
              </a:ln>
              <a:solidFill>
                <a:srgbClr val="433835"/>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If you using RAP and enhancing your Standard SAP Applications delivered by SAP in S/4HANA system, the recommended approach is Embedded Steampunk.</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433835"/>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Every Customer using S/4HANA can decide whether they want to use new approach (embedded Steampunk) or classic extension approach (BADI) @ Object level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This can be done by switching a setting @ object level.</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1" name="Google Shape;1951;p113"/>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What is Embedded Steampunk</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30</a:t>
            </a: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err="1">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4113</TotalTime>
  <Words>855</Words>
  <Application>Microsoft Office PowerPoint</Application>
  <PresentationFormat>Custom</PresentationFormat>
  <Paragraphs>92</Paragraphs>
  <Slides>13</Slides>
  <Notes>10</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13</vt:i4>
      </vt:variant>
    </vt:vector>
  </HeadingPairs>
  <TitlesOfParts>
    <vt:vector size="30" baseType="lpstr">
      <vt:lpstr>Quattrocento Sans</vt:lpstr>
      <vt:lpstr>Calibri</vt:lpstr>
      <vt:lpstr>Arial</vt:lpstr>
      <vt:lpstr>Corben</vt:lpstr>
      <vt:lpstr>Cooper Black</vt:lpstr>
      <vt:lpstr>72 Condensed</vt:lpstr>
      <vt:lpstr>-apple-system</vt:lpstr>
      <vt:lpstr>Arial Black</vt:lpstr>
      <vt:lpstr>Segoe UI</vt:lpstr>
      <vt:lpstr>Open Sans</vt:lpstr>
      <vt:lpstr>Wingdings</vt:lpstr>
      <vt:lpstr>Segoe UI Light</vt:lpstr>
      <vt:lpstr>Cambria</vt:lpstr>
      <vt:lpstr>Office Theme</vt:lpstr>
      <vt:lpstr>2_Office Theme</vt:lpstr>
      <vt:lpstr>3_Office Theme</vt:lpstr>
      <vt:lpstr>1_Office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139</cp:revision>
  <dcterms:created xsi:type="dcterms:W3CDTF">2023-10-03T21:33:12Z</dcterms:created>
  <dcterms:modified xsi:type="dcterms:W3CDTF">2026-03-02T08:23:44Z</dcterms:modified>
</cp:coreProperties>
</file>