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ink/ink230.xml" ContentType="application/inkml+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1" r:id="rId2"/>
    <p:sldMasterId id="2147483709" r:id="rId3"/>
    <p:sldMasterId id="2147483729" r:id="rId4"/>
  </p:sldMasterIdLst>
  <p:notesMasterIdLst>
    <p:notesMasterId r:id="rId15"/>
  </p:notesMasterIdLst>
  <p:sldIdLst>
    <p:sldId id="256" r:id="rId5"/>
    <p:sldId id="402" r:id="rId6"/>
    <p:sldId id="276" r:id="rId7"/>
    <p:sldId id="314" r:id="rId8"/>
    <p:sldId id="1208" r:id="rId9"/>
    <p:sldId id="1209" r:id="rId10"/>
    <p:sldId id="1216" r:id="rId11"/>
    <p:sldId id="1215" r:id="rId12"/>
    <p:sldId id="419" r:id="rId13"/>
    <p:sldId id="409" r:id="rId14"/>
  </p:sldIdLst>
  <p:sldSz cx="12188825" cy="6858000"/>
  <p:notesSz cx="6858000" cy="9144000"/>
  <p:embeddedFontLst>
    <p:embeddedFont>
      <p:font typeface="Arial Black" panose="020B0A04020102020204" pitchFamily="34" charset="0"/>
      <p:regular r:id="rId16"/>
      <p:bold r:id="rId17"/>
    </p:embeddedFont>
    <p:embeddedFont>
      <p:font typeface="Cambria" panose="02040503050406030204" pitchFamily="18" charset="0"/>
      <p:regular r:id="rId18"/>
      <p:bold r:id="rId19"/>
      <p:italic r:id="rId20"/>
      <p:boldItalic r:id="rId21"/>
    </p:embeddedFont>
    <p:embeddedFont>
      <p:font typeface="Cooper Black" panose="0208090404030B020404" pitchFamily="18" charset="0"/>
      <p:regular r:id="rId22"/>
    </p:embeddedFont>
    <p:embeddedFont>
      <p:font typeface="Corben" panose="020B0604020202020204" charset="0"/>
      <p:bold r:id="rId23"/>
    </p:embeddedFont>
    <p:embeddedFont>
      <p:font typeface="Open Sans" panose="020B0606030504020204" pitchFamily="34" charset="0"/>
      <p:regular r:id="rId24"/>
      <p:bold r:id="rId25"/>
      <p:italic r:id="rId26"/>
      <p:boldItalic r:id="rId27"/>
    </p:embeddedFont>
    <p:embeddedFont>
      <p:font typeface="Quattrocento Sans" panose="020B0502050000020003" pitchFamily="34" charset="0"/>
      <p:regular r:id="rId28"/>
      <p:bold r:id="rId29"/>
      <p:italic r:id="rId30"/>
      <p:boldItalic r:id="rId31"/>
    </p:embeddedFont>
    <p:embeddedFont>
      <p:font typeface="Segoe UI" panose="020B0502040204020203" pitchFamily="34" charset="0"/>
      <p:regular r:id="rId32"/>
      <p:bold r:id="rId33"/>
      <p:italic r:id="rId34"/>
      <p:boldItalic r:id="rId35"/>
    </p:embeddedFont>
    <p:embeddedFont>
      <p:font typeface="Segoe UI Black" panose="020B0A02040204020203" pitchFamily="34" charset="0"/>
      <p:bold r:id="rId36"/>
      <p:boldItalic r:id="rId37"/>
    </p:embeddedFont>
    <p:embeddedFont>
      <p:font typeface="Segoe UI Light" panose="020B0502040204020203" pitchFamily="34" charset="0"/>
      <p:regular r:id="rId38"/>
      <p:italic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39">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03" roundtripDataSignature="AMtx7mjDuvg+AJ5SXhqS019oXJCQRER+/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83E6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280" autoAdjust="0"/>
    <p:restoredTop sz="94660"/>
  </p:normalViewPr>
  <p:slideViewPr>
    <p:cSldViewPr snapToGrid="0">
      <p:cViewPr varScale="1">
        <p:scale>
          <a:sx n="96" d="100"/>
          <a:sy n="96" d="100"/>
        </p:scale>
        <p:origin x="904" y="288"/>
      </p:cViewPr>
      <p:guideLst>
        <p:guide orient="horz" pos="2160"/>
        <p:guide pos="3839"/>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font" Target="fonts/font3.fntdata"/><Relationship Id="rId26" Type="http://schemas.openxmlformats.org/officeDocument/2006/relationships/font" Target="fonts/font11.fntdata"/><Relationship Id="rId39" Type="http://schemas.openxmlformats.org/officeDocument/2006/relationships/font" Target="fonts/font24.fntdata"/><Relationship Id="rId21" Type="http://schemas.openxmlformats.org/officeDocument/2006/relationships/font" Target="fonts/font6.fntdata"/><Relationship Id="rId34" Type="http://schemas.openxmlformats.org/officeDocument/2006/relationships/font" Target="fonts/font19.fntdata"/><Relationship Id="rId7" Type="http://schemas.openxmlformats.org/officeDocument/2006/relationships/slide" Target="slides/slide3.xml"/><Relationship Id="rId20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font" Target="fonts/font14.fntdata"/><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9.fntdata"/><Relationship Id="rId32" Type="http://schemas.openxmlformats.org/officeDocument/2006/relationships/font" Target="fonts/font17.fntdata"/><Relationship Id="rId37" Type="http://schemas.openxmlformats.org/officeDocument/2006/relationships/font" Target="fonts/font22.fntdata"/><Relationship Id="rId20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notesMaster" Target="notesMasters/notesMaster1.xml"/><Relationship Id="rId23" Type="http://schemas.openxmlformats.org/officeDocument/2006/relationships/font" Target="fonts/font8.fntdata"/><Relationship Id="rId28" Type="http://schemas.openxmlformats.org/officeDocument/2006/relationships/font" Target="fonts/font13.fntdata"/><Relationship Id="rId36" Type="http://schemas.openxmlformats.org/officeDocument/2006/relationships/font" Target="fonts/font21.fntdata"/><Relationship Id="rId203" Type="http://customschemas.google.com/relationships/presentationmetadata" Target="metadata"/><Relationship Id="rId10" Type="http://schemas.openxmlformats.org/officeDocument/2006/relationships/slide" Target="slides/slide6.xml"/><Relationship Id="rId19" Type="http://schemas.openxmlformats.org/officeDocument/2006/relationships/font" Target="fonts/font4.fntdata"/><Relationship Id="rId31" Type="http://schemas.openxmlformats.org/officeDocument/2006/relationships/font" Target="fonts/font16.fntdata"/><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font" Target="fonts/font7.fntdata"/><Relationship Id="rId27" Type="http://schemas.openxmlformats.org/officeDocument/2006/relationships/font" Target="fonts/font12.fntdata"/><Relationship Id="rId30" Type="http://schemas.openxmlformats.org/officeDocument/2006/relationships/font" Target="fonts/font15.fntdata"/><Relationship Id="rId35" Type="http://schemas.openxmlformats.org/officeDocument/2006/relationships/font" Target="fonts/font20.fntdata"/><Relationship Id="rId207" Type="http://schemas.openxmlformats.org/officeDocument/2006/relationships/tableStyles" Target="tableStyles.xml"/><Relationship Id="rId8" Type="http://schemas.openxmlformats.org/officeDocument/2006/relationships/slide" Target="slides/slide4.xml"/><Relationship Id="rId206"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font" Target="fonts/font2.fntdata"/><Relationship Id="rId25" Type="http://schemas.openxmlformats.org/officeDocument/2006/relationships/font" Target="fonts/font10.fntdata"/><Relationship Id="rId33" Type="http://schemas.openxmlformats.org/officeDocument/2006/relationships/font" Target="fonts/font18.fntdata"/><Relationship Id="rId38" Type="http://schemas.openxmlformats.org/officeDocument/2006/relationships/font" Target="fonts/font23.fntdata"/></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16T09:25:05.631"/>
    </inkml:context>
    <inkml:brush xml:id="br0">
      <inkml:brushProperty name="width" value="0.05" units="cm"/>
      <inkml:brushProperty name="height" value="0.05" units="cm"/>
    </inkml:brush>
  </inkml:definitions>
  <inkml:trace contextRef="#ctx0" brushRef="#br0">0 0 24575,'0'0'-8191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6:00.536"/>
    </inkml:context>
    <inkml:brush xml:id="br0">
      <inkml:brushProperty name="width" value="0.05" units="cm"/>
      <inkml:brushProperty name="height" value="0.05" units="cm"/>
    </inkml:brush>
  </inkml:definitions>
  <inkml:trace contextRef="#ctx0" brushRef="#br0">0 131 24575,'1'0'0,"1"0"0,-1 0 0,0 0 0,1 0 0,-1 0 0,0 1 0,0-1 0,1 1 0,-1-1 0,0 1 0,0-1 0,0 1 0,0 0 0,0-1 0,1 1 0,-1 0 0,0 0 0,-1 0 0,3 2 0,-1-1 0,-1 1 0,1-1 0,-1 1 0,0 0 0,0-1 0,0 1 0,0 0 0,0 5 0,1 6 0,-1 0 0,0 0 0,-3 16 0,2-14 0,-1-10 0,1 0 0,1 1 0,-1-1 0,1 0 0,0 0 0,1 1 0,3 8 0,-5-13 0,1-1 0,-1 0 0,1 0 0,0 0 0,0 0 0,-1 0 0,1 0 0,0 0 0,0 0 0,0 0 0,0 0 0,0 0 0,0 0 0,1-1 0,-1 1 0,0 0 0,0-1 0,0 1 0,1-1 0,-1 0 0,0 1 0,1-1 0,-1 0 0,0 0 0,1 1 0,-1-1 0,0 0 0,1-1 0,-1 1 0,0 0 0,1 0 0,-1 0 0,0-1 0,1 1 0,-1-1 0,0 1 0,0-1 0,0 0 0,1 1 0,1-3 0,17-9 0,0-1 0,0-1 0,33-31 0,-7 6 0,9-4-455,2 2 0,122-64 0,-141 87-6371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6:06.507"/>
    </inkml:context>
    <inkml:brush xml:id="br0">
      <inkml:brushProperty name="width" value="0.05" units="cm"/>
      <inkml:brushProperty name="height" value="0.05" units="cm"/>
    </inkml:brush>
  </inkml:definitions>
  <inkml:trace contextRef="#ctx0" brushRef="#br0">0 54 24575,'2'-1'0,"-1"0"0,1 0 0,-1 0 0,1 0 0,-1 0 0,0-1 0,1 1 0,-1 0 0,0-1 0,0 1 0,0-1 0,0 1 0,0-1 0,-1 0 0,1 1 0,0-1 0,-1 0 0,1-2 0,3-3 0,-4 5 0,1 1 0,-1 0 0,1 0 0,0-1 0,0 1 0,-1 0 0,1 0 0,0 0 0,0 0 0,0 0 0,0 0 0,0 0 0,0 0 0,2 0 0,-2 0 0,-1 1 0,0 0 0,1 0 0,-1 0 0,0 1 0,1-1 0,-1 0 0,0 0 0,1 0 0,-1 0 0,1 0 0,-1 0 0,0 0 0,0 1 0,1-1 0,-1 0 0,0 0 0,1 0 0,-1 1 0,0-1 0,0 0 0,1 0 0,-1 1 0,0-1 0,0 0 0,1 1 0,-1-1 0,0 0 0,0 1 0,0-1 0,0 0 0,1 1 0,0 3 0,0 0 0,0 0 0,0 0 0,-1 0 0,0 0 0,1 0 0,-1 0 0,-1 5 0,1-4 2,-17 201-1369,17-181-5459</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6:07.858"/>
    </inkml:context>
    <inkml:brush xml:id="br0">
      <inkml:brushProperty name="width" value="0.05" units="cm"/>
      <inkml:brushProperty name="height" value="0.05" units="cm"/>
    </inkml:brush>
  </inkml:definitions>
  <inkml:trace contextRef="#ctx0" brushRef="#br0">204 166 24575,'4'-24'0,"-3"22"0,-1-1 0,1 1 0,0 0 0,-1-1 0,0 1 0,1-1 0,-1 1 0,0-1 0,0 1 0,-1-1 0,1-2 0,-3 35 0,3-28 0,0 0 0,1-1 0,-1 1 0,0 0 0,1 0 0,-1 0 0,1 0 0,0-1 0,0 1 0,0 0 0,0-1 0,0 1 0,0-1 0,0 1 0,0-1 0,0 1 0,1-1 0,-1 0 0,1 0 0,-1 1 0,1-1 0,-1 0 0,1 0 0,0-1 0,-1 1 0,1 0 0,0-1 0,0 1 0,0 0 0,-1-1 0,1 0 0,0 0 0,0 1 0,0-1 0,0 0 0,0-1 0,0 1 0,-1 0 0,1 0 0,2-1 0,1-1 0,0 0 0,-1 1 0,1-2 0,-1 1 0,1 0 0,-1-1 0,0 0 0,0 0 0,0 0 0,-1 0 0,1-1 0,-1 0 0,1 1 0,3-7 0,-5 6 0,1 0 0,-1 0 0,0-1 0,0 1 0,-1 0 0,1-1 0,-1 1 0,0-1 0,0 1 0,-1-1 0,1 1 0,-1-1 0,0 0 0,0 1 0,-2-7 0,2 8 0,-1 0 0,0 1 0,0-1 0,0 0 0,-1 1 0,1-1 0,-1 1 0,1-1 0,-1 1 0,0 0 0,0-1 0,0 1 0,0 0 0,-1 0 0,1 1 0,0-1 0,-1 0 0,1 1 0,-1 0 0,0-1 0,1 1 0,-1 0 0,0 0 0,-5-1 0,2 1 0,-1 0 0,1 0 0,0 1 0,-1-1 0,1 1 0,-1 1 0,1-1 0,0 1 0,-1 1 0,1-1 0,-9 4 0,5-2 0,1 2 0,-1 0 0,1 0 0,0 0 0,0 1 0,-11 11 0,7-6 0,1 1 0,0 1 0,1 0 0,0 1 0,1 0 0,1 1 0,0 0 0,-8 21 0,11-22 0,2-1 0,0 1 0,0 0 0,2 0 0,-1 0 0,2 1 0,0-1 0,0 0 0,4 28 0,-2-35 0,0-1 0,0 0 0,1 0 0,0 0 0,0 0 0,0 0 0,1 0 0,0 0 0,0-1 0,0 1 0,1-1 0,-1 0 0,1 0 0,1 0 0,-1-1 0,1 0 0,0 1 0,0-2 0,0 1 0,0 0 0,1-1 0,-1 0 0,1 0 0,9 2 0,21 4-1365,-2-4-5461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6:08.622"/>
    </inkml:context>
    <inkml:brush xml:id="br0">
      <inkml:brushProperty name="width" value="0.05" units="cm"/>
      <inkml:brushProperty name="height" value="0.05" units="cm"/>
    </inkml:brush>
  </inkml:definitions>
  <inkml:trace contextRef="#ctx0" brushRef="#br0">1 0 24575,'0'14'0,"4"128"0,-2-122 0,1 0 0,1 0 0,1-1 0,13 39 0,-17-56 0,0 0 0,-1 0 0,1-1 0,0 1 0,0 0 0,0 0 0,0 0 0,0-1 0,0 1 0,1-1 0,-1 1 0,1-1 0,-1 1 0,1-1 0,-1 0 0,1 0 0,0 0 0,0 0 0,-1 0 0,1 0 0,0 0 0,0 0 0,0-1 0,0 1 0,0-1 0,2 1 0,0-2 0,-1 1 0,1-1 0,-1 0 0,0 0 0,1 0 0,-1 0 0,0-1 0,0 1 0,0-1 0,0 0 0,0 0 0,0 0 0,-1 0 0,5-5 0,8-8 0,-1-2 0,-1 0 0,0 0 0,-1-1 0,10-20 0,17-26 0,-39 63 0,0 0 0,1 0 0,-1 0 0,1 1 0,-1-1 0,1 0 0,0 0 0,-1 1 0,1-1 0,0 0 0,-1 1 0,1-1 0,0 1 0,0-1 0,0 1 0,-1-1 0,3 1 0,-3 0 0,0 0 0,1 0 0,-1 0 0,0 1 0,0-1 0,1 0 0,-1 0 0,0 1 0,0-1 0,1 0 0,-1 1 0,0-1 0,0 0 0,1 1 0,-1-1 0,0 0 0,0 1 0,0-1 0,0 0 0,0 1 0,0-1 0,0 1 0,0-1 0,0 0 0,0 1 0,0 0 0,-2 34 0,0-25 0,-1 8 0,1-1 0,0 1 0,2 19 0,0-33 0,0 0 0,0 0 0,0-1 0,1 1 0,0 0 0,0 0 0,0-1 0,0 1 0,1-1 0,-1 1 0,1-1 0,0 1 0,0-1 0,0 0 0,0 0 0,1 0 0,-1 0 0,1 0 0,0-1 0,5 5 0,-5-6 0,-1 1 0,1-1 0,0 0 0,0 0 0,-1 0 0,1-1 0,0 1 0,0-1 0,0 1 0,0-1 0,0 0 0,0 0 0,0 0 0,3-1 0,0 0 0,0-1 0,0 0 0,1 0 0,-1 0 0,-1-1 0,7-3 0,4-4 0,-1 0 0,-1-1 0,22-20 0,-21 16 0,0 0 0,21-30 0,-32 40 0,-1 0 0,1 0 0,-1 0 0,-1-1 0,1 1 0,-1-1 0,0 0 0,0 0 0,-1 0 0,1 0 0,-1 0 0,-1 0 0,1 0 0,-1-7 0,0 12 0,0-1 0,0 1 0,0 0 0,-1 0 0,1-1 0,0 1 0,-1 0 0,1 0 0,0 0 0,-1-1 0,1 1 0,-1 0 0,0 0 0,1 0 0,-1 0 0,0 0 0,0 0 0,0 0 0,0 0 0,0 1 0,0-1 0,0 0 0,0 0 0,0 1 0,-1-2 0,0 2 0,0 0 0,0-1 0,0 1 0,0 0 0,0 0 0,-1 0 0,1 1 0,0-1 0,0 0 0,0 1 0,0-1 0,0 1 0,1 0 0,-3 0 0,-4 3 0,0 0 0,1 1 0,0 0 0,-1 0 0,2 0 0,-9 8 0,11-8 0,-1 1 0,1 0 0,0 0 0,0 0 0,1 0 0,0 1 0,0-1 0,0 1 0,1 0 0,0 0 0,1 0 0,-1 0 0,1 0 0,0 0 0,1 0 0,0 0 0,0 1 0,1-1 0,-1 0 0,1 0 0,3 7 0,-3-9 0,1 1 0,-1-1 0,1 0 0,1 0 0,-1 0 0,1-1 0,0 1 0,0-1 0,0 1 0,1-1 0,-1 0 0,1 0 0,0 0 0,0-1 0,0 0 0,1 1 0,-1-1 0,1-1 0,0 1 0,0-1 0,0 0 0,0 0 0,0 0 0,0-1 0,1 1 0,-1-1 0,0-1 0,7 1 0,-7-1 0,0 0 0,1-1 0,-1 1 0,0-1 0,0 0 0,1-1 0,-1 1 0,0-1 0,0 0 0,0 0 0,-1-1 0,1 0 0,-1 1 0,1-2 0,-1 1 0,0 0 0,0-1 0,0 0 0,0 0 0,-1 0 0,0 0 0,0 0 0,3-5 0,5-12 0,0 0 0,-1 0 0,12-43 0,-17 51 0,6-9 0,-10 22 0,-1-1 0,0 1 0,1 0 0,-1 0 0,1-1 0,-1 1 0,0 0 0,1 0 0,-1 0 0,1 0 0,-1 0 0,1-1 0,-1 1 0,1 0 0,-1 0 0,1 0 0,-1 0 0,0 0 0,1 1 0,-1-1 0,1 0 0,-1 0 0,1 0 0,-1 0 0,1 0 0,-1 1 0,0-1 0,1 0 0,-1 0 0,1 1 0,-1-1 0,0 0 0,1 0 0,-1 1 0,0-1 0,1 0 0,-1 1 0,0-1 0,0 1 0,1-1 0,-1 0 0,0 1 0,0-1 0,0 1 0,0-1 0,0 1 0,1-1 0,-1 1 0,12 25 0,0 0 0,-2 0 0,-1 1 0,10 49 0,-17-48 0,-5-16 0,3-11 0,-1-1 0,1 0 0,0 0 0,0 1 0,0-1 0,-1 0 0,1 0 0,0 0 0,-1 0 0,1 1 0,0-1 0,0 0 0,-1 0 0,1 0 0,0 0 0,-1 0 0,1 0 0,0 0 0,-1 0 0,1 0 0,0 0 0,0 0 0,-1 0 0,1 0 0,0 0 0,-1 0 0,1 0 0,0 0 0,-1 0 0,1-1 0,0 1 0,0 0 0,-1 0 0,1-1 0,-2 0-62,1 0 0,0 0 0,0-1 0,0 1 0,0 0 0,0-1 0,0 1 0,0-1 0,0 1 0,1-1 0,-1 0 0,1 1-1,-1-1 1,1 1 0,-1-1 0,1 0 0,0 0 0,0 1 0,0-1 0,0 0 0,0-2 0,2-12-6764</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6:08.805"/>
    </inkml:context>
    <inkml:brush xml:id="br0">
      <inkml:brushProperty name="width" value="0.05" units="cm"/>
      <inkml:brushProperty name="height" value="0.05" units="cm"/>
    </inkml:brush>
  </inkml:definitions>
  <inkml:trace contextRef="#ctx0" brushRef="#br0">0 1 24575,'3'0'0,"1"3"0,0 4 0,-1 5 0,0 2 0,-2 3 0,0 1 0,2-2 0,1-1 0,6-3 0,5-1 0,2-1 0,2 0 0,4-2 0,1-1 0,-4-3-8191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6:09.086"/>
    </inkml:context>
    <inkml:brush xml:id="br0">
      <inkml:brushProperty name="width" value="0.05" units="cm"/>
      <inkml:brushProperty name="height" value="0.05" units="cm"/>
    </inkml:brush>
  </inkml:definitions>
  <inkml:trace contextRef="#ctx0" brushRef="#br0">233 0 24575,'-11'25'0,"2"1"0,0 0 0,-9 50 0,12-46 0,-38 203 0,-18 76 0,59-298 0,-12 38 0,14-47 0,0 0 0,1 0 0,-1 0 0,-1 0 0,1 0 0,0 0 0,0 0 0,-1 0 0,1-1 0,-1 1 0,1 0 0,-1-1 0,0 1 0,0-1 0,0 1 0,0-1 0,-2 1 0,4-2 0,-1 0 0,0 0 0,1 0 0,-1 1 0,1-1 0,-1 0 0,0 0 0,1 0 0,-1 0 0,1-1 0,-1 1 0,1 0 0,-1 0 0,0 0 0,1 0 0,-1-1 0,1 1 0,-1 0 0,1-1 0,-1 1 0,1 0 0,-1-1 0,1 1 0,-1 0 0,1-1 0,0 1 0,-1-1 0,1 1 0,-1-1 0,-7-19 0,6 9 0,1 0 0,0 0 0,1-1 0,0 1 0,1 0 0,0 0 0,1 0 0,0 0 0,5-16 0,3-2 0,0 1 0,21-38 0,-10 28 0,1 1 0,2 1 0,2 1 0,1 2 0,55-54 0,-57 64 0,1 2 0,0 0 0,2 2 0,0 0 0,1 3 0,1 0 0,61-22 0,-74 32 34,0 2 1,0 0-1,0 1 0,1 0 0,-1 2 0,1 0 0,-1 1 0,1 1 0,17 2 1,-27-2-110,0 1 1,-1 0 0,1 0 0,-1 1 0,0-1-1,0 2 1,0-1 0,0 1 0,-1 0 0,1 0-1,-1 1 1,0 0 0,0 0 0,-1 0 0,1 1-1,-1 0 1,-1 0 0,1 0 0,-1 0 0,0 1-1,0 0 1,4 10 0,8 38-6752</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6:10.171"/>
    </inkml:context>
    <inkml:brush xml:id="br0">
      <inkml:brushProperty name="width" value="0.05" units="cm"/>
      <inkml:brushProperty name="height" value="0.05" units="cm"/>
    </inkml:brush>
  </inkml:definitions>
  <inkml:trace contextRef="#ctx0" brushRef="#br0">1 25 24575,'0'-3'0,"3"-1"0,1-3 0,3-1 0,1 5 0,-2 6 0,-1 8 0,-2 12 0,-1 12 0,-1 8 0,2 11 0,1 7 0,-1 10 0,0 6 0,-1-2 0,-1-13-8191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6:10.591"/>
    </inkml:context>
    <inkml:brush xml:id="br0">
      <inkml:brushProperty name="width" value="0.05" units="cm"/>
      <inkml:brushProperty name="height" value="0.05" units="cm"/>
    </inkml:brush>
  </inkml:definitions>
  <inkml:trace contextRef="#ctx0" brushRef="#br0">8 17 24575,'-3'0'0,"-1"-3"0,4-1 0,7 0 0,9 1 0,12 0 0,10 5 0,7 1 0,10 1 0,7-1 0,3 3 0,-3 0 0,-7-2 0,-9 0 0,-12-2-8191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6:10.748"/>
    </inkml:context>
    <inkml:brush xml:id="br0">
      <inkml:brushProperty name="width" value="0.05" units="cm"/>
      <inkml:brushProperty name="height" value="0.05" units="cm"/>
    </inkml:brush>
  </inkml:definitions>
  <inkml:trace contextRef="#ctx0" brushRef="#br0">0 0 24575,'0'3'0,"3"5"0,2 3 0,2 6 0,0 7 0,2 6 0,0 3 0,1 3 0,-1 4 0,-2 3 0,-2-1 0,1-1 0,0-5 0,-2-7-8191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6:11.249"/>
    </inkml:context>
    <inkml:brush xml:id="br0">
      <inkml:brushProperty name="width" value="0.05" units="cm"/>
      <inkml:brushProperty name="height" value="0.05" units="cm"/>
    </inkml:brush>
  </inkml:definitions>
  <inkml:trace contextRef="#ctx0" brushRef="#br0">0 149 24575,'0'-2'0,"1"-1"0,-1 1 0,0 0 0,1-1 0,0 1 0,0-1 0,-1 1 0,1 0 0,1-1 0,-1 1 0,3-3 0,-1 6 0,-1 10 0,0 9 0,-2 208 0,0-275 0,2-1 0,2 1 0,2 0 0,15-53 0,-19 91 0,1 1 0,1 0 0,-1 1 0,1-1 0,1 1 0,9-14 0,-12 19 0,0 0 0,0 0 0,0 1 0,0-1 0,0 0 0,0 1 0,0-1 0,0 1 0,1 0 0,-1 0 0,5-2 0,-6 3 0,1-1 0,0 1 0,-1 0 0,1 0 0,-1 0 0,1 0 0,-1 1 0,1-1 0,-1 0 0,1 1 0,-1-1 0,1 0 0,-1 1 0,1 0 0,-1-1 0,0 1 0,1 0 0,-1 0 0,0 0 0,1 0 0,0 2 0,0-2 0,-1 0 0,0 0 0,1 0 0,-1 1 0,0-1 0,0 0 0,0 1 0,0-1 0,0 1 0,0-1 0,-1 1 0,1-1 0,0 1 0,-1 0 0,0-1 0,1 1 0,-1 0 0,0 0 0,1-1 0,-1 1 0,0 0 0,0 0 0,-1-1 0,1 1 0,0 0 0,-1-1 0,1 1 0,-2 3 0,-1 1 0,-1 0 0,0 0 0,0 0 0,0 0 0,-10 9 0,10-10 0,-1 0 0,1 0 0,0 0 0,-5 9 0,8-11 0,0 0 0,1-1 0,0 1 0,-1 0 0,1 0 0,0-1 0,0 1 0,0 0 0,1 0 0,-1 0 0,1-1 0,-1 1 0,1 0 0,0-1 0,0 1 0,0-1 0,1 1 0,1 3 0,5 6 0,-1-1 0,13 14 0,7 7-273,1-1 0,2-2 0,1-1 0,48 33 0,-57-47-6553</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6:11.667"/>
    </inkml:context>
    <inkml:brush xml:id="br0">
      <inkml:brushProperty name="width" value="0.05" units="cm"/>
      <inkml:brushProperty name="height" value="0.05" units="cm"/>
    </inkml:brush>
  </inkml:definitions>
  <inkml:trace contextRef="#ctx0" brushRef="#br0">1048 136 24575,'-29'-18'0,"-1"3"0,-1 0 0,0 2 0,-65-17 0,56 18 0,0 2 0,-1 2 0,0 2 0,0 1 0,-1 2 0,1 2 0,-1 2 0,-51 8 0,69-5 0,0 2 0,1 0 0,-1 1 0,2 2 0,-1 0 0,-33 20 0,40-19 0,0 1 0,1 1 0,0 0 0,0 1 0,2 0 0,0 1 0,0 1 0,2 0 0,-12 20 0,13-19 0,2 0 0,0 0 0,1 1 0,0 0 0,2 1 0,0 0 0,1-1 0,0 2 0,2-1 0,-1 22 0,3-17 0,2-1 0,0 1 0,1-1 0,1 0 0,1 0 0,2 0 0,13 34 0,-5-25 0,2 0 0,0-1 0,2 0 0,1-2 0,2 0 0,0-2 0,2 0 0,1-2 0,1 0 0,51 35 0,-37-34 0,1-1 0,1-3 0,1-1 0,1-2 0,0-2 0,2-2 0,-1-2 0,2-2 0,61 5 0,-71-12 0,0-1 0,0-2 0,1-1 0,-1-2 0,0-2 0,-1-1 0,1-2 0,-1-2 0,0-1 0,-1-2 0,-1-1 0,43-24 0,-58 26 0,0 0 0,-2-2 0,1 0 0,-1-1 0,-1-1 0,-1 0 0,0-1 0,-1 0 0,-1-2 0,-1 1 0,0-2 0,13-32 0,-19 39 0,-1-1 0,-1 0 0,0 1 0,-1-1 0,-1 0 0,0-1 0,-1 1 0,0 0 0,-1 0 0,-1-1 0,0 1 0,-1 0 0,-1 0 0,0 0 0,-1 0 0,0 1 0,-1-1 0,0 1 0,-1 0 0,-14-21 0,6 15 11,-1 1 0,0 0 0,-2 1-1,0 0 1,-1 2 0,0 0 0,-2 1-1,1 1 1,-2 1 0,-38-18 0,8 9-494,-2 2 1,0 2-1,-77-14 1,5 9-5898</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6:14.322"/>
    </inkml:context>
    <inkml:brush xml:id="br0">
      <inkml:brushProperty name="width" value="0.05" units="cm"/>
      <inkml:brushProperty name="height" value="0.05" units="cm"/>
    </inkml:brush>
  </inkml:definitions>
  <inkml:trace contextRef="#ctx0" brushRef="#br0">1689 49 24575,'-54'1'-41,"1"3"1,-1 2-1,1 2 0,0 3 0,0 2 0,2 2 1,0 3-1,-71 34 0,63-21-12,1 2 1,2 3 0,1 3-1,3 2 1,0 2-1,-64 71 1,34-19-134,3 3 1,5 4-1,4 3 1,5 2-1,5 4 1,-74 187 0,105-219 185,3 1 0,4 2 0,4 0 0,-16 163 0,31-182 0,3 0 0,2 1 0,3-1 0,3-1 0,3 1 0,2-1 0,27 73 0,-17-72 0,3-1 0,3-1 0,2-2 0,3-1 0,3-1 0,2-2 0,2-2 0,2-2 0,3-2 0,2-1 0,2-3 0,2-2 0,1-3 0,103 60 0,-67-54 0,1-4 0,3-4 0,1-4 0,158 36 0,-130-46 0,1-5 0,1-6 0,166-3 0,-202-13 0,-1-3 0,1-5 0,-1-3 0,-1-4 0,-1-4 0,155-61 0,-180 56 0,-1-2 0,-1-3 0,-2-2 0,-1-2 0,-2-3 0,-2-3 0,-2-1 0,-1-2 0,76-96 0,-79 77 0,-2-2 0,-3-1 0,-4-2 0,-2-2 0,-4-1 0,-2-2 0,-4 0 0,-4-2 0,-2 0 0,9-102 0,-19 100 0,-4-1 0,-4 1 0,-3-1 0,-3 1 0,-4 0 0,-3 1 0,-3 0 0,-4 1 0,-3 1 0,-42-93 0,19 75 0,-5 1 0,-3 3 0,-4 2 0,-4 3 0,-4 3 0,-3 2 0,-3 4 0,-4 3 0,-148-109 0,156 134-52,-3 3 1,-1 4 0,-2 2-1,-113-39 1,131 58 38,-1 3 0,-1 2 0,0 3 1,-1 2-1,1 2 0,-118 4 0,152 5-239,-39 8 0,37-3-5056</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5:26.599"/>
    </inkml:context>
    <inkml:brush xml:id="br0">
      <inkml:brushProperty name="width" value="0.05" units="cm"/>
      <inkml:brushProperty name="height" value="0.05" units="cm"/>
    </inkml:brush>
  </inkml:definitions>
  <inkml:trace contextRef="#ctx0" brushRef="#br0">1 18 24575,'0'-1'0,"0"0"0,0 1 0,1-1 0,-1 0 0,0 1 0,0-1 0,1 1 0,-1-1 0,1 0 0,-1 1 0,1-1 0,-1 1 0,1-1 0,-1 1 0,1 0 0,-1-1 0,1 1 0,-1-1 0,1 1 0,0 0 0,-1-1 0,1 1 0,0 0 0,-1 0 0,1 0 0,0 0 0,1-1 0,22-2 0,-20 3 0,-1-1 0,0 1 0,0 0 0,0 0 0,-1 0 0,1 0 0,0 0 0,0 1 0,0-1 0,-1 1 0,1 0 0,0-1 0,-1 1 0,1 1 0,0-1 0,-1 0 0,1 1 0,3 2 0,-3-1 0,-1 1 0,1-1 0,-1 0 0,0 1 0,0-1 0,0 1 0,0 0 0,-1 0 0,1 0 0,-1 0 0,0 0 0,0 5 0,11 62-273,-3 0 0,-3 1 0,-3 0 0,-13 131 0,6-167-6553</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5:26.678"/>
    </inkml:context>
    <inkml:brush xml:id="br0">
      <inkml:brushProperty name="width" value="0.05" units="cm"/>
      <inkml:brushProperty name="height" value="0.05" units="cm"/>
    </inkml:brush>
  </inkml:definitions>
  <inkml:trace contextRef="#ctx0" brushRef="#br0">1 8 24575,'1'-1'0,"0"0"0,0 1 0,0-1 0,0 0 0,0 1 0,0-1 0,1 1 0,-1-1 0,0 1 0,0-1 0,1 1 0,-1 0 0,0 0 0,0 0 0,1-1 0,-1 1 0,0 0 0,1 1 0,-1-1 0,0 0 0,1 0 0,-1 1 0,0-1 0,0 0 0,1 1 0,-1-1 0,0 1 0,0 0 0,0-1 0,0 1 0,0 0 0,0 0 0,0 0 0,0-1 0,0 1 0,1 2 0,3 2 0,1 1 0,-1 1 0,0-1 0,6 11 0,21 43 0,-2 0 0,-2 2 0,-4 2 0,23 86 0,-42-129 0,0 0 0,-2 0 0,0 1 0,0 41 0,-4-56 0,1 1 0,-2 0 0,1 0 0,-1 0 0,0 0 0,0-1 0,-1 1 0,0-1 0,0 0 0,-1 0 0,0 0 0,0 0 0,-1 0 0,0-1 0,0 0 0,-8 8 0,0-4-75,-1-1-1,1-1 0,-1 0 1,-1-1-1,1 0 0,-1-1 1,0-1-1,-28 6 0,25-6-608,-2 1-6142</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5:28.981"/>
    </inkml:context>
    <inkml:brush xml:id="br0">
      <inkml:brushProperty name="width" value="0.05" units="cm"/>
      <inkml:brushProperty name="height" value="0.05" units="cm"/>
    </inkml:brush>
  </inkml:definitions>
  <inkml:trace contextRef="#ctx0" brushRef="#br0">39 756 24575,'0'-1'0,"0"1"0,-1-1 0,1 1 0,-1-1 0,1 0 0,-1 1 0,0-1 0,1 1 0,-1 0 0,1-1 0,-1 1 0,0-1 0,1 1 0,-1 0 0,0 0 0,0-1 0,1 1 0,-1 0 0,0 0 0,0 0 0,1 0 0,-1 0 0,0 0 0,0 0 0,1 0 0,-1 0 0,0 0 0,0 0 0,1 0 0,-2 1 0,1 0 0,0 0 0,0 0 0,0 0 0,0 0 0,0 0 0,0 1 0,0-1 0,1 0 0,-1 1 0,0-1 0,1 1 0,0-1 0,-1 0 0,0 3 0,-1 7 0,1 1 0,-1 20 0,2-31 0,10 219 0,-1-73 0,-8-138 0,-1-5 0,1 1 0,-1-1 0,0 0 0,0 1 0,0-1 0,-1 0 0,1 0 0,-1 0 0,0 1 0,-1-1 0,-1 5 0,3-9 0,0 0 0,-1 0 0,1 0 0,0 0 0,0 0 0,0 0 0,0 0 0,-1 0 0,1 0 0,0 0 0,0 0 0,0 0 0,-1-1 0,1 1 0,0 0 0,0 0 0,0 0 0,0 0 0,0 0 0,-1 0 0,1 0 0,0-1 0,0 1 0,0 0 0,0 0 0,0 0 0,0 0 0,0 0 0,-1-1 0,1 1 0,0 0 0,0 0 0,0 0 0,0 0 0,0-1 0,0 1 0,0 0 0,0 0 0,0 0 0,0-1 0,0 1 0,0 0 0,0 0 0,0 0 0,0 0 0,0-1 0,-2-12 0,-2-28 0,3 0 0,4-56 0,17-85 0,-12 120 0,49-269-1741,-44 278 1393,3 0 0,2 1 0,3 1-1,27-50 1,-39 84 566,1 1-1,0 0 1,1 1 0,1 0-1,1 1 1,0 0 0,26-21-1,-34 31-152,0 0-1,0 1 1,1 0-1,-1 0 1,1 0-1,0 1 1,0-1-1,0 1 1,0 1-1,0-1 1,0 1-1,0 0 0,1 1 1,-1-1-1,0 1 1,1 0-1,-1 1 1,0-1-1,0 2 1,0-1-1,1 0 1,-1 1-1,0 0 1,-1 1-1,1-1 1,10 7-1,-6-2-64,-1 0 0,1 1 0,-1 0 0,-1 1 0,0 0 0,0 0 0,0 1 0,-1 0 0,-1 0 0,0 1 0,0-1 0,5 17 0,-2-4 0,-2 0 0,0 0 0,-2 1 0,0 0 0,1 30 0,-5-30 0,-1 0 0,-1 0 0,-1 0 0,-1 0 0,-2-1 0,0 1 0,-1-1 0,-1-1 0,-2 1 0,0-1 0,-1 0 0,-1-1 0,-19 27 0,12-22 0,-2-2 0,0 0 0,-2-1 0,0-1 0,-2-2 0,0 0 0,-1-1 0,-1-2 0,-50 26 0,58-34 0,1-1 0,-39 10 0,51-17 0,-1 1 0,1-1 0,-1 0 0,1-1 0,-1 1 0,0-1 0,1 0 0,-1-1 0,0 1 0,1-1 0,-1 0 0,1-1 0,-1 1 0,-8-5 0,12 5 0,0 0 0,0 0 0,0-1 0,0 1 0,0-1 0,0 1 0,0-1 0,1 0 0,-1 0 0,1 0 0,-1 0 0,1 0 0,0 0 0,0 0 0,0-1 0,0 1 0,0 0 0,0 0 0,0-1 0,1 1 0,-1-1 0,1 1 0,0-1 0,0 1 0,0-1 0,0 1 0,0-1 0,0 1 0,1 0 0,-1-1 0,1 1 0,1-4 0,-1 2 0,1 0 0,0-1 0,0 1 0,0 0 0,1 1 0,-1-1 0,1 0 0,0 1 0,0-1 0,0 1 0,1 0 0,-1 0 0,1 0 0,0 1 0,-1-1 0,9-3 0,-4 4 0,1-1 0,-1 1 0,0 1 0,1 0 0,-1 0 0,1 1 0,-1 0 0,1 0 0,-1 1 0,1 0 0,-1 0 0,0 1 0,0 0 0,0 1 0,0 0 0,9 4 0,3 3 0,0 1 0,0 0 0,-1 2 0,32 26 0,-8 3-341,-1 1 0,-3 2-1,54 79 1,-72-95-6485</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5:29.338"/>
    </inkml:context>
    <inkml:brush xml:id="br0">
      <inkml:brushProperty name="width" value="0.05" units="cm"/>
      <inkml:brushProperty name="height" value="0.05" units="cm"/>
    </inkml:brush>
  </inkml:definitions>
  <inkml:trace contextRef="#ctx0" brushRef="#br0">1 203 24575,'2'1'0,"0"1"0,0-1 0,1 1 0,-1-1 0,1 0 0,-1 0 0,1 0 0,-1 0 0,1 0 0,-1-1 0,6 1 0,34 2 0,-28-2 0,21 1 0,0-2 0,0-1 0,36-6 0,-60 6 0,-1-1 0,1 0 0,-1-1 0,0 0 0,0-1 0,0 0 0,0-1 0,-1 1 0,1-2 0,-1 1 0,-1-2 0,1 1 0,-1-1 0,10-10 0,-16 15 0,0 0 0,-1 0 0,1 0 0,-1 0 0,0 0 0,1 0 0,-1-1 0,0 1 0,0 0 0,-1-1 0,1 1 0,0 0 0,-1-1 0,1 1 0,-1-1 0,0 1 0,0-1 0,0 1 0,0-1 0,0 1 0,-1-1 0,1 1 0,-1-1 0,0 1 0,1 0 0,-1-1 0,0 1 0,0 0 0,-1 0 0,1-1 0,0 1 0,-1 0 0,1 0 0,-3-2 0,-2-1 0,1 0 0,-1 0 0,0 1 0,0 0 0,-1 0 0,1 0 0,-1 1 0,0 0 0,0 0 0,-12-3 0,5 3 0,1 1 0,-1 0 0,0 1 0,0 0 0,0 1 0,-1 0 0,1 2 0,1 0 0,-1 0 0,0 1 0,0 1 0,-24 9 0,30-9 0,0 0 0,-1 0 0,2 1 0,-1 0 0,0 1 0,1-1 0,0 1 0,0 1 0,1-1 0,0 1 0,0 0 0,1 1 0,-1 0 0,2-1 0,-1 1 0,1 1 0,0-1 0,1 1 0,0-1 0,-3 16 0,3-10 31,2 0 0,0 0 0,0 1 0,1-1 0,1 1 0,1-1 0,0 0 0,1 0 1,0 0-1,6 16 0,-6-21-138,1 0 0,0 0 1,1 0-1,0 0 0,0-1 1,1 1-1,0-1 0,0-1 1,1 1-1,0-1 0,0 0 1,1-1-1,-1 0 0,2 0 1,11 6-1,10 1-6719</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5:29.728"/>
    </inkml:context>
    <inkml:brush xml:id="br0">
      <inkml:brushProperty name="width" value="0.05" units="cm"/>
      <inkml:brushProperty name="height" value="0.05" units="cm"/>
    </inkml:brush>
  </inkml:definitions>
  <inkml:trace contextRef="#ctx0" brushRef="#br0">271 111 24575,'1'-1'0,"1"-1"0,0 1 0,-1-1 0,0 0 0,1 0 0,-1 0 0,0 0 0,0 0 0,0 0 0,0 0 0,-1 0 0,1-1 0,0 1 0,-1 0 0,0 0 0,1 0 0,-1-1 0,0 1 0,0 0 0,0-1 0,-1 1 0,1 0 0,0 0 0,-1-1 0,1 1 0,-1 0 0,0 0 0,0 0 0,0 0 0,0 0 0,0 0 0,-2-3 0,0 2 0,1 0 0,-1 0 0,0 0 0,0 0 0,0 0 0,0 1 0,0-1 0,-1 1 0,1 0 0,-1 0 0,1 0 0,-1 0 0,0 1 0,0 0 0,0-1 0,0 2 0,-4-2 0,1 2 0,1 1 0,-1-1 0,1 1 0,0 0 0,-1 1 0,1 0 0,0 0 0,0 0 0,0 1 0,0 0 0,1 0 0,-1 0 0,1 1 0,-1-1 0,1 1 0,1 1 0,-1-1 0,0 1 0,-5 7 0,-1 2 0,0 1 0,0 1 0,2 0 0,-1 0 0,-9 27 0,14-32 0,1 0 0,1 1 0,0-1 0,1 1 0,0 0 0,1-1 0,0 1 0,1 21 0,1-29 0,-1-1 0,1 1 0,-1 0 0,1-1 0,0 1 0,1 0 0,-1-1 0,0 1 0,1-1 0,0 0 0,0 1 0,0-1 0,0 0 0,0 0 0,1-1 0,-1 1 0,1 0 0,0-1 0,0 1 0,0-1 0,0 0 0,0 0 0,1 0 0,-1 0 0,0-1 0,1 0 0,0 1 0,-1-1 0,1 0 0,-1-1 0,5 1 0,-1 0 0,0 0 0,-1-1 0,1 0 0,-1-1 0,1 1 0,-1-1 0,1-1 0,-1 1 0,1-1 0,-1 0 0,10-5 0,-6 2 0,0-1 0,-1 0 0,0 0 0,-1-1 0,0 0 0,12-13 0,-3-1 0,0-1 0,-2 0 0,0-1 0,20-45 0,-31 60 0,8-18 0,-12 25 0,0 0 0,1 0 0,-1 0 0,1 0 0,-1 0 0,1 0 0,0 1 0,-1-1 0,1 0 0,0 0 0,-1 1 0,1-1 0,0 1 0,0-1 0,0 0 0,0 1 0,0 0 0,-1-1 0,3 0 0,-2 2 0,0-1 0,-1 1 0,1-1 0,0 1 0,-1-1 0,1 1 0,-1-1 0,1 1 0,-1 0 0,1-1 0,-1 1 0,1 0 0,-1-1 0,0 1 0,1 0 0,-1 0 0,0-1 0,0 1 0,0 0 0,1 0 0,-1 0 0,0-1 0,0 1 0,0 2 0,2 25 0,-2-24 0,0 4 6,8 96 328,-6-92-618,0 1 0,1 0-1,1-1 1,0 0 0,10 23 0,-1-14-6542</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5:30.194"/>
    </inkml:context>
    <inkml:brush xml:id="br0">
      <inkml:brushProperty name="width" value="0.05" units="cm"/>
      <inkml:brushProperty name="height" value="0.05" units="cm"/>
    </inkml:brush>
  </inkml:definitions>
  <inkml:trace contextRef="#ctx0" brushRef="#br0">238 536 24575,'25'-20'0,"-17"14"0,0 0 0,0-1 0,11-12 0,-18 17 0,1 1 0,-1-1 0,0 0 0,0 1 0,0-1 0,0 0 0,0 0 0,0 0 0,-1 0 0,1 0 0,-1 0 0,1 0 0,-1 0 0,0 0 0,1 0 0,-1 0 0,0 0 0,0 0 0,-1 0 0,1 0 0,0 0 0,-1 0 0,0-2 0,0 1 0,-1 0 0,0 1 0,1-1 0,-1 1 0,0-1 0,0 1 0,0 0 0,-1 0 0,1 0 0,0 0 0,-1 0 0,0 1 0,1-1 0,-1 1 0,0-1 0,0 1 0,1 0 0,-1 0 0,0 0 0,0 1 0,0-1 0,0 1 0,0-1 0,0 1 0,-1 0 0,-3 1 0,-1-1 0,0 1 0,1-1 0,-1 2 0,0-1 0,0 1 0,1 0 0,-1 1 0,1 0 0,-9 5 0,4-1 0,0 2 0,0 0 0,1 0 0,1 1 0,-1 1 0,2 0 0,-1 0 0,1 1 0,-10 18 0,13-19 0,-1 1 0,2-1 0,0 1 0,0 1 0,1-1 0,1 0 0,0 1 0,1 0 0,0 0 0,0 24 0,3-32 0,-1 0 0,1 1 0,0-1 0,0 0 0,1 0 0,0 1 0,-1-1 0,2 0 0,-1-1 0,1 1 0,-1 0 0,1-1 0,1 1 0,-1-1 0,0 0 0,1 0 0,0-1 0,0 1 0,0-1 0,1 1 0,-1-1 0,1-1 0,-1 1 0,1-1 0,0 1 0,0-1 0,0-1 0,0 1 0,1-1 0,-1 0 0,0 0 0,1 0 0,-1-1 0,0 0 0,1 0 0,-1 0 0,1-1 0,-1 0 0,0 0 0,9-3 0,0-1 0,0-1 0,-1-1 0,0 0 0,0-1 0,0 0 0,-1-1 0,-1 0 0,1-1 0,-2 0 0,1-1 0,-1 0 0,10-16 0,-2 1 0,-2 0 0,0-1 0,-2 0 0,20-57 0,-21 45 0,-2 0 0,-2-1 0,-2 0 0,-1-1 0,-3 1 0,0-1 0,-3 0 0,-6-48 0,6 82 0,-1 1 0,0-1 0,-1 1 0,1-1 0,-1 1 0,0 0 0,-1 0 0,-4-9 0,7 15 0,0-1 0,-1 1 0,1-1 0,0 1 0,0-1 0,-1 1 0,1 0 0,-1-1 0,1 1 0,0-1 0,-1 1 0,1 0 0,-1 0 0,1-1 0,-1 1 0,1 0 0,-1 0 0,1-1 0,-1 1 0,1 0 0,-1 0 0,1 0 0,-1 0 0,1 0 0,-1 0 0,1 0 0,-1 0 0,1 0 0,-1 0 0,1 0 0,-1 0 0,1 0 0,-1 0 0,1 1 0,-1-1 0,1 0 0,-1 0 0,1 0 0,-1 1 0,1-1 0,0 0 0,-1 1 0,1-1 0,-1 0 0,1 1 0,0-1 0,-1 1 0,1-1 0,-1 1 0,-12 25 0,3 12 0,2 1 0,2 1 0,1-1 0,1 66 0,4-60 0,3-1 0,1 0 0,2 0 0,2 0 0,2-1 0,16 45 0,-22-76-341,1 0 0,1 0-1,12 19 1,-3-11-6485</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5:31.113"/>
    </inkml:context>
    <inkml:brush xml:id="br0">
      <inkml:brushProperty name="width" value="0.05" units="cm"/>
      <inkml:brushProperty name="height" value="0.05" units="cm"/>
    </inkml:brush>
  </inkml:definitions>
  <inkml:trace contextRef="#ctx0" brushRef="#br0">24 900 24575,'-1'1'0,"0"-1"0,0 0 0,0 0 0,0 0 0,0 0 0,0-1 0,0 1 0,0 0 0,1 0 0,-1-1 0,0 1 0,0 0 0,0-1 0,0 1 0,0-1 0,0 1 0,1-1 0,-1 1 0,0-1 0,0 1 0,1-1 0,-1 0 0,0 0 0,1 1 0,-1-1 0,0-1 0,1 1 0,0 0 0,0-1 0,0 1 0,0 0 0,0 0 0,0 0 0,0 0 0,0 0 0,1 0 0,-1 0 0,0 0 0,1 0 0,-1 0 0,1 0 0,-1 0 0,1 0 0,-1 0 0,1 0 0,0 1 0,-1-1 0,1 0 0,0 0 0,0 1 0,0-1 0,1 0 0,11-8 0,0 0 0,0 1 0,1 1 0,0 1 0,1 0 0,18-5 0,3-2 0,384-123-1324,11 24-651,-413 107 1922,1232-264-3308,9 53 2532,-998 172 1129,-187 32-1249</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5:31.787"/>
    </inkml:context>
    <inkml:brush xml:id="br0">
      <inkml:brushProperty name="width" value="0.05" units="cm"/>
      <inkml:brushProperty name="height" value="0.05" units="cm"/>
    </inkml:brush>
  </inkml:definitions>
  <inkml:trace contextRef="#ctx0" brushRef="#br0">1 1 24575,'0'1'0,"0"0"0,1 0 0,-1 1 0,0-1 0,1 0 0,-1 0 0,1 0 0,-1 0 0,1 0 0,0 0 0,0 0 0,-1 0 0,1 0 0,0-1 0,0 1 0,0 0 0,0 0 0,0-1 0,0 1 0,0 0 0,0-1 0,0 1 0,0-1 0,0 0 0,0 1 0,0-1 0,2 1 0,39 6 0,-33-6 0,642 36-1274,-548-35 970,1265 25-5495,0-13 4438,-472-34 3759,-828 14-2427,-19 1-1793</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5:32.615"/>
    </inkml:context>
    <inkml:brush xml:id="br0">
      <inkml:brushProperty name="width" value="0.05" units="cm"/>
      <inkml:brushProperty name="height" value="0.05" units="cm"/>
    </inkml:brush>
  </inkml:definitions>
  <inkml:trace contextRef="#ctx0" brushRef="#br0">8 1 24575,'-1'-1'0,"1"1"0,0 0 0,0 0 0,-1 0 0,1 0 0,0 0 0,0 0 0,-1 0 0,1 0 0,0 0 0,0 0 0,-1 0 0,1 0 0,0 0 0,0 1 0,0-1 0,-1 0 0,1 0 0,0 0 0,0 0 0,-1 0 0,1 0 0,0 1 0,0-1 0,0 0 0,-1 0 0,1 0 0,0 0 0,0 1 0,0-1 0,0 0 0,0 0 0,0 1 0,-1-1 0,1 0 0,0 0 0,0 0 0,0 1 0,0-1 0,0 0 0,0 0 0,0 1 0,7 12 0,14 9 0,31 19 0,105 63 0,-106-72 0,814 458-3060,29-47-727,587 225 2566,-624-290 1042,-809-357 344,347 139 5090,-392-159-5162,34 8 1142,-36-8-1241,0-1 1,-1 0-1,1 0 1,0 1 0,0-1-1,0 0 1,0 0-1,0 0 1,0 0-1,0 0 1,0-1-1,0 1 1,0 0 0,0 0-1,-1 0 1,1-1-1,0 1 1,0-1-1,0 1 1,0-1-1,-1 1 1,1-1 0,0 1-1,0-1 1,-1 1-1,1-1 1,0 0-1,-1 0 1,1 1-1,-1-1 1,1-1 0,-1-9-6513</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6:26.908"/>
    </inkml:context>
    <inkml:brush xml:id="br0">
      <inkml:brushProperty name="width" value="0.05" units="cm"/>
      <inkml:brushProperty name="height" value="0.05" units="cm"/>
    </inkml:brush>
  </inkml:definitions>
  <inkml:trace contextRef="#ctx0" brushRef="#br0">654 129 24575,'-21'-20'0,"-1"0"0,-1 2 0,-28-18 0,43 31 0,0 0 0,-1 1 0,1 0 0,-1 1 0,0 0 0,0 0 0,-1 1 0,1 0 0,0 1 0,-1 0 0,1 0 0,-1 1 0,-17 2 0,13 0 0,0 1 0,0 1 0,0 0 0,1 1 0,-1 1 0,1 0 0,0 1 0,1 0 0,-19 14 0,23-16 0,1 1 0,1 0 0,-1 0 0,1 1 0,0 0 0,0 0 0,1 0 0,0 1 0,0 0 0,1 0 0,0 0 0,0 0 0,1 0 0,0 1 0,1 0 0,-3 11 0,5-16 0,-1 0 0,1 0 0,0 0 0,0 0 0,1 0 0,-1 0 0,1-1 0,0 1 0,0 0 0,0 0 0,0-1 0,0 1 0,1-1 0,0 1 0,0-1 0,0 1 0,3 2 0,-1-1 0,0-1 0,1 0 0,-1-1 0,1 1 0,0-1 0,0 0 0,0 0 0,0 0 0,1-1 0,6 3 0,11 1 0,-1-1 0,1-1 0,0-1 0,35 0 0,-37-3 0,-24 0 0,-37-1 0,9 3 0,1 0 0,0 2 0,-51 14 0,68-14 0,-1 0 0,1 1 0,0 1 0,0 0 0,1 1 0,-1 0 0,2 1 0,-1 0 0,1 1 0,-13 12 0,20-17 0,0 1 0,0-1 0,1 1 0,0 0 0,0 0 0,0 0 0,0 0 0,1 0 0,0 1 0,0-1 0,0 1 0,0 0 0,1 0 0,0-1 0,1 1 0,-1 0 0,1 0 0,0 0 0,1 0 0,-1-1 0,1 1 0,0 0 0,0 0 0,1-1 0,0 1 0,0-1 0,0 1 0,1-1 0,0 0 0,0 0 0,0 0 0,0 0 0,1 0 0,0-1 0,0 0 0,0 0 0,0 0 0,1 0 0,0 0 0,0-1 0,0 0 0,7 3 0,3 1 49,1 0 0,0-2 0,0 0-1,1-1 1,-1 0 0,24 1 0,-6-3-618,0-1 0,37-4 0,0-4-6257</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6:27.466"/>
    </inkml:context>
    <inkml:brush xml:id="br0">
      <inkml:brushProperty name="width" value="0.05" units="cm"/>
      <inkml:brushProperty name="height" value="0.05" units="cm"/>
    </inkml:brush>
  </inkml:definitions>
  <inkml:trace contextRef="#ctx0" brushRef="#br0">40 114 24575,'-2'-4'0,"-12"-23"0,14 27 0,0-1 0,0 1 0,-1 0 0,1 0 0,0-1 0,0 1 0,-1 0 0,1 0 0,0-1 0,-1 1 0,1 0 0,0 0 0,-1 0 0,1-1 0,0 1 0,-1 0 0,1 0 0,0 0 0,-1 0 0,1 0 0,0 0 0,-1 0 0,1 0 0,0 0 0,-1 0 0,0 0 0,1 1 0,-1-1 0,0 1 0,1-1 0,-1 1 0,1-1 0,0 1 0,-1-1 0,1 1 0,-1 0 0,1-1 0,0 1 0,0 0 0,-1-1 0,1 1 0,0 0 0,0 0 0,0 0 0,-3 13 0,0-1 0,2 0 0,0 1 0,1 24 0,9 58 0,-1-25 0,-3 81 0,-5-207 0,3 1 0,10-63 0,-7 88 0,0 0 0,2 1 0,1 0 0,1 1 0,25-47 0,-31 66 0,1 1 0,0 0 0,10-13 0,-13 19 0,-1-1 0,1 1 0,0-1 0,-1 1 0,1-1 0,0 1 0,0 0 0,0 0 0,0-1 0,0 2 0,0-1 0,0 0 0,0 0 0,0 1 0,0-1 0,1 1 0,-1-1 0,0 1 0,4 0 0,-5 0 0,0 1 0,1-1 0,-1 1 0,0-1 0,0 1 0,0 0 0,0-1 0,0 1 0,0 0 0,0 0 0,0 0 0,0 0 0,-1 0 0,1 0 0,0 0 0,0 0 0,-1 0 0,1 0 0,-1 0 0,1 0 0,-1 0 0,1 0 0,-1 1 0,0-1 0,1 2 0,3 35 0,-4-34 0,1 131 0,-2-114 0,-1 0 0,-1 0 0,-1 0 0,-8 26 0,7-32 0,15-36 0,10-13 0,1 1 0,35-42 0,-40 55 0,2 2 0,0 0 0,1 1 0,37-26 0,-52 40 0,0 0 0,0 1 0,1 0 0,-1 0 0,0 0 0,1 0 0,-1 1 0,1 0 0,-1 0 0,1 0 0,0 0 0,6 1 0,-8 0 0,-1 0 0,1 1 0,0 0 0,-1-1 0,1 1 0,-1 0 0,1 0 0,-1 1 0,1-1 0,-1 0 0,0 1 0,1 0 0,-1-1 0,0 1 0,0 0 0,0 0 0,0 0 0,-1 0 0,1 1 0,-1-1 0,1 0 0,1 5 0,2 4 0,-1 0 0,0 0 0,0 1 0,-2-1 0,1 1 0,-1 0 0,0 17 0,-3 86 0,-7-56-1365,3-38-5461</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6:27.762"/>
    </inkml:context>
    <inkml:brush xml:id="br0">
      <inkml:brushProperty name="width" value="0.05" units="cm"/>
      <inkml:brushProperty name="height" value="0.05" units="cm"/>
    </inkml:brush>
  </inkml:definitions>
  <inkml:trace contextRef="#ctx0" brushRef="#br0">34 14 24575,'1'-1'0,"0"0"0,1-1 0,-1 1 0,0 0 0,1 0 0,-1 0 0,1 0 0,-1 0 0,1 1 0,0-1 0,-1 0 0,1 1 0,0-1 0,3 0 0,-4 1 0,0 0 0,0 1 0,0-1 0,0 0 0,-1 1 0,1-1 0,0 0 0,0 1 0,0-1 0,0 1 0,0-1 0,0 1 0,-1 0 0,1-1 0,0 1 0,0 0 0,-1-1 0,1 1 0,-1 0 0,1 0 0,0 0 0,-1 0 0,0 0 0,1 0 0,-1-1 0,0 1 0,1 0 0,-1 1 0,2 6 0,0 0 0,0-1 0,-1 1 0,-1 0 0,1 0 0,-1 0 0,0-1 0,-1 1 0,0 0 0,-2 10 0,-4 11 0,-14 36 0,19-61 0,-14 39 0,8-23 0,0 1 0,1 0 0,-6 38 0,13-57 0,-1 0 0,1 0 0,0 1 0,0-1 0,0 0 0,0 0 0,1 0 0,-1 0 0,1 0 0,-1 0 0,1 0 0,0 0 0,0 0 0,0 0 0,0 0 0,0 0 0,0 0 0,0 0 0,0-1 0,1 1 0,-1-1 0,1 1 0,-1-1 0,1 1 0,0-1 0,0 0 0,-1 0 0,1 0 0,0 0 0,0 0 0,0 0 0,0 0 0,3 0 0,7 2 0,0-1 0,0-1 0,0 1 0,22-2 0,-23 0 0,292-5-1365,-266 5-5461</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6:28.666"/>
    </inkml:context>
    <inkml:brush xml:id="br0">
      <inkml:brushProperty name="width" value="0.05" units="cm"/>
      <inkml:brushProperty name="height" value="0.05" units="cm"/>
    </inkml:brush>
  </inkml:definitions>
  <inkml:trace contextRef="#ctx0" brushRef="#br0">35 80 24575,'-5'-4'0,"1"0"0,1 1 0,-1-1 0,1 1 0,0-1 0,0 0 0,0 0 0,-2-6 0,5 10 0,-1-1 0,1 0 0,0 1 0,0-1 0,0 0 0,0 1 0,0-1 0,0 0 0,0 0 0,0 1 0,0-1 0,0 0 0,0 1 0,0-1 0,0 0 0,1 1 0,-1-1 0,0 0 0,0 1 0,1-1 0,-1 0 0,1 0 0,0 0 0,1-1 0,-1 1 0,1 0 0,0 0 0,-1 0 0,1 0 0,0 0 0,-1 1 0,1-1 0,0 0 0,0 1 0,2-1 0,27-4 0,0 1 0,-1 2 0,1 1 0,32 4 0,-6-2 0,183 1 0,-296-3 0,25 0 0,0 1 0,0 1 0,-49 8 0,77-8 0,0-1 0,1 1 0,-1 0 0,1 0 0,-1 1 0,1-1 0,-1 0 0,1 1 0,0-1 0,0 1 0,-1 0 0,1 0 0,0 0 0,1 0 0,-1 0 0,0 0 0,1 1 0,-1-1 0,1 0 0,-1 1 0,1-1 0,0 1 0,0-1 0,1 1 0,-1 0 0,0 5 0,-1 6 0,1 0 0,1-1 0,0 1 0,3 19 0,0 0 0,-1 121-1365,-2-130-5461</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6:29.273"/>
    </inkml:context>
    <inkml:brush xml:id="br0">
      <inkml:brushProperty name="width" value="0.05" units="cm"/>
      <inkml:brushProperty name="height" value="0.05" units="cm"/>
    </inkml:brush>
  </inkml:definitions>
  <inkml:trace contextRef="#ctx0" brushRef="#br0">54 244 24575,'-6'-1'0,"5"3"0,3 5 0,2 28 0,-1 1 0,-2-1 0,-4 42 0,2-70 0,0-1 0,0 0 0,-1 0 0,-4 11 0,5-16 0,1 0 0,0 0 0,-1 0 0,1 0 0,-1 0 0,1 0 0,-1 0 0,0-1 0,1 1 0,-1 0 0,0-1 0,0 1 0,1 0 0,-1-1 0,0 1 0,-1 0 0,1-1 0,1 0 0,-1 0 0,0 0 0,1 0 0,-1 0 0,0-1 0,1 1 0,-1 0 0,0 0 0,1-1 0,-1 1 0,1 0 0,-1-1 0,0 1 0,1-1 0,-1 1 0,1 0 0,-1-1 0,1 1 0,0-1 0,-1 0 0,1 1 0,-1-1 0,1 1 0,0-1 0,-1 0 0,1 1 0,0-2 0,-3-4 0,0-1 0,1 1 0,0-1 0,0 0 0,1 0 0,0 0 0,0 0 0,0 0 0,1 0 0,0 0 0,1 0 0,0 0 0,1-9 0,3-5 0,0 1 0,1-1 0,11-21 0,-6 15 0,2 1 0,1 1 0,1 0 0,26-32 0,-34 47 0,2 0 0,0 1 0,0 0 0,0 0 0,1 1 0,1 0 0,-1 1 0,1 0 0,0 0 0,1 1 0,0 1 0,15-5 0,-22 9 0,-1 0 0,1 0 0,-1 0 0,1 1 0,-1 0 0,1 0 0,-1 0 0,1 0 0,-1 1 0,1 0 0,4 1 0,-7-1 0,-1-1 0,1 1 0,-1 0 0,1 0 0,-1 0 0,1 0 0,-1 0 0,1 0 0,-1 0 0,0 0 0,1 0 0,-1 1 0,0-1 0,0 1 0,0-1 0,0 1 0,0-1 0,-1 1 0,1-1 0,0 1 0,-1 0 0,1-1 0,-1 1 0,1 0 0,-1 0 0,0-1 0,0 1 0,0 0 0,0 0 0,0-1 0,-1 3 0,0 2 0,0 0 0,-1-1 0,1 0 0,-1 1 0,-1-1 0,1 0 0,-1 0 0,0 0 0,0-1 0,0 1 0,-1-1 0,1 1 0,-1-1 0,-5 4 0,-7 6 0,0-2 0,-27 18 0,10-12 0,-46 20 0,25-14 0,54-24 0,-1 1 0,0-1 0,0 0 0,0 1 0,0-1 0,0 1 0,1-1 0,-1 1 0,0 0 0,0-1 0,1 1 0,-1 0 0,0 0 0,1-1 0,-1 1 0,0 1 0,1-2 0,0 1 0,0-1 0,0 0 0,0 1 0,0-1 0,0 1 0,1-1 0,-1 0 0,0 1 0,0-1 0,0 0 0,0 1 0,0-1 0,1 0 0,-1 1 0,0-1 0,0 0 0,1 1 0,-1-1 0,0 0 0,0 0 0,1 0 0,-1 1 0,0-1 0,1 0 0,-1 0 0,1 1 0,32 10 0,-26-10 0,30 9 86,-1 2-1,1 1 0,33 17 1,-56-22-242,0 0 1,0 0 0,-1 1 0,-1 1 0,1 0 0,-1 0 0,-1 2-1,0-1 1,-1 1 0,9 14 0,-5-3-6671</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6:30.541"/>
    </inkml:context>
    <inkml:brush xml:id="br0">
      <inkml:brushProperty name="width" value="0.05" units="cm"/>
      <inkml:brushProperty name="height" value="0.05" units="cm"/>
    </inkml:brush>
  </inkml:definitions>
  <inkml:trace contextRef="#ctx0" brushRef="#br0">1 91 24575,'6'-3'0,"6"-4"0,3-1 0,0-2 0,3 0 0,4 3 0,6 1 0,4 0 0,6 0 0,5 1 0,9 2 0,1 1 0,-2 1 0,0-2 0,-5-2 0,-5 2 0,-7 0 0,-8 1-8191</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6:30.806"/>
    </inkml:context>
    <inkml:brush xml:id="br0">
      <inkml:brushProperty name="width" value="0.05" units="cm"/>
      <inkml:brushProperty name="height" value="0.05" units="cm"/>
    </inkml:brush>
  </inkml:definitions>
  <inkml:trace contextRef="#ctx0" brushRef="#br0">0 30 24575,'10'-19'0,"-5"8"0,3 58 0,-5-25 0,1 0 0,1-1 0,1 1 0,0-1 0,2-1 0,1 1 0,17 29 0,-25-47-59,1 0 0,1 0-1,-1 0 1,0 0-1,1-1 1,0 1 0,-1-1-1,1 1 1,0-1 0,0 0-1,1 0 1,-1-1 0,0 1-1,0 0 1,1-1-1,-1 0 1,1 0 0,-1 0-1,1 0 1,0-1 0,-1 1-1,5-1 1,9-3-6767</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6:30.975"/>
    </inkml:context>
    <inkml:brush xml:id="br0">
      <inkml:brushProperty name="width" value="0.05" units="cm"/>
      <inkml:brushProperty name="height" value="0.05" units="cm"/>
    </inkml:brush>
  </inkml:definitions>
  <inkml:trace contextRef="#ctx0" brushRef="#br0">65 0 24575,'-7'0'0,"-4"0"0,-4 0 0,0 3 0,3 4 0,7 2 0,7-2 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6:32.137"/>
    </inkml:context>
    <inkml:brush xml:id="br0">
      <inkml:brushProperty name="width" value="0.05" units="cm"/>
      <inkml:brushProperty name="height" value="0.05" units="cm"/>
    </inkml:brush>
  </inkml:definitions>
  <inkml:trace contextRef="#ctx0" brushRef="#br0">57 113 24575,'-7'-37'0,"0"10"0,6 18 0,1 6 0,0 0 0,0 0 0,0 0 0,-1 1 0,1-1 0,-1 0 0,0 0 0,0 0 0,0 1 0,0-1 0,-1 0 0,-1-2 0,3 5 0,0 0 0,0 0 0,0 0 0,0 0 0,-1 0 0,1 0 0,0 0 0,0 0 0,0 0 0,0 0 0,-1 0 0,1 0 0,0 0 0,0 0 0,0 0 0,0 0 0,0 0 0,-1 0 0,1 0 0,0 1 0,0-1 0,0 0 0,0 0 0,0 0 0,-1 0 0,1 0 0,0 0 0,0 0 0,0 0 0,0 1 0,0-1 0,0 0 0,0 0 0,0 0 0,0 0 0,0 0 0,-1 1 0,1-1 0,0 0 0,0 0 0,0 0 0,0 0 0,0 1 0,0-1 0,0 0 0,0 0 0,-3 11 0,3-10 0,-8 46 0,-5 84 0,11 52 0,3-119 0,-1 4-455,3 1 0,12 69 0,-8-105-6371</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6:32.416"/>
    </inkml:context>
    <inkml:brush xml:id="br0">
      <inkml:brushProperty name="width" value="0.05" units="cm"/>
      <inkml:brushProperty name="height" value="0.05" units="cm"/>
    </inkml:brush>
  </inkml:definitions>
  <inkml:trace contextRef="#ctx0" brushRef="#br0">62 17 24575,'-21'-8'0,"1"-1"0,19 9 0,1 0 0,-1 0 0,1 0 0,-1 0 0,1 0 0,-1 0 0,1 0 0,-1 0 0,1 1 0,0-1 0,-1 0 0,1 0 0,-1 0 0,1 0 0,-1 1 0,1-1 0,0 0 0,-1 1 0,1-1 0,-1 0 0,1 0 0,0 1 0,-1-1 0,1 1 0,0-1 0,0 0 0,-1 1 0,1-1 0,0 1 0,0-1 0,0 1 0,-1-1 0,1 0 0,0 1 0,0-1 0,0 1 0,0 0 0,-3 20 0,1 0 0,0 0 0,2 0 0,3 29 0,-2-20 0,11 104 0,-9-110 0,2 0 0,0-1 0,14 36 0,-16-53-170,-1-1-1,1 0 0,0 1 1,0-1-1,0-1 0,1 1 1,5 6-1,6 1-6655</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6:32.574"/>
    </inkml:context>
    <inkml:brush xml:id="br0">
      <inkml:brushProperty name="width" value="0.05" units="cm"/>
      <inkml:brushProperty name="height" value="0.05" units="cm"/>
    </inkml:brush>
  </inkml:definitions>
  <inkml:trace contextRef="#ctx0" brushRef="#br0">4 0 24575,'-3'0'0,"2"0"0,5 3 0,7 1 0,11 0 0,12-1 0,10-1 0,5 0 0,-4-1-8191</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6:32.762"/>
    </inkml:context>
    <inkml:brush xml:id="br0">
      <inkml:brushProperty name="width" value="0.05" units="cm"/>
      <inkml:brushProperty name="height" value="0.05" units="cm"/>
    </inkml:brush>
  </inkml:definitions>
  <inkml:trace contextRef="#ctx0" brushRef="#br0">5 0 24575,'0'3'0,"-4"5"0,3 0 0,5-1 0,7-5 0,8-5 0,8-3 0,4-4 0,-2 1-8191</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6:33.024"/>
    </inkml:context>
    <inkml:brush xml:id="br0">
      <inkml:brushProperty name="width" value="0.05" units="cm"/>
      <inkml:brushProperty name="height" value="0.05" units="cm"/>
    </inkml:brush>
  </inkml:definitions>
  <inkml:trace contextRef="#ctx0" brushRef="#br0">38 66 24575,'-1'-6'0,"-1"0"0,1 0 0,-1 0 0,0 0 0,-1 1 0,1-1 0,-1 1 0,-6-9 0,8 13 0,1 1 0,0 0 0,0 0 0,0-1 0,0 1 0,0 0 0,0 0 0,0 0 0,-1-1 0,1 1 0,0 0 0,0 0 0,0 0 0,0-1 0,-1 1 0,1 0 0,0 0 0,0 0 0,-1 0 0,1 0 0,0-1 0,0 1 0,0 0 0,-1 0 0,1 0 0,0 0 0,-1 0 0,1 0 0,0 0 0,0 0 0,-1 0 0,1 0 0,-4 8 0,2 17 0,2-24 0,10 262 298,-1-88-1961,-8-133-5163</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6:33.365"/>
    </inkml:context>
    <inkml:brush xml:id="br0">
      <inkml:brushProperty name="width" value="0.05" units="cm"/>
      <inkml:brushProperty name="height" value="0.05" units="cm"/>
    </inkml:brush>
  </inkml:definitions>
  <inkml:trace contextRef="#ctx0" brushRef="#br0">14 185 24575,'-7'-40'0,"5"35"0,1 0 0,0-1 0,0 1 0,0-1 0,1 1 0,0-1 0,0-6 0,1 10 0,-1 0 0,1 0 0,0 0 0,0 0 0,0 1 0,-1-1 0,2 0 0,-1 1 0,0-1 0,0 1 0,0-1 0,1 1 0,-1-1 0,1 1 0,-1 0 0,1 0 0,-1 0 0,1 0 0,0 0 0,0 0 0,-1 0 0,1 1 0,0-1 0,0 0 0,3 0 0,5-1 0,1 1 0,-1 0 0,0 0 0,1 1 0,-1 0 0,1 0 0,12 3 0,73 19 0,-64-14 0,1 3 0,46 20 0,-70-27 0,0 1 0,-1-1 0,0 1 0,0 1 0,0-1 0,-1 1 0,0 1 0,0-1 0,0 1 0,-1 1 0,0-1 0,0 1 0,8 16 0,-13-22 0,0 0 0,0 1 0,0-1 0,-1 1 0,1-1 0,-1 1 0,1-1 0,-1 1 0,0-1 0,0 1 0,0-1 0,0 1 0,0-1 0,-1 1 0,1-1 0,-1 1 0,1-1 0,-1 0 0,-2 4 0,1-3 0,0 0 0,0 0 0,0-1 0,0 1 0,-1-1 0,1 1 0,-1-1 0,0 0 0,0 0 0,1 0 0,-1 0 0,-6 2 0,2-1 0,1-1 0,-1 0 0,0 0 0,0 0 0,0-1 0,0 0 0,0 0 0,0-1 0,0 0 0,0 0 0,0-1 0,0 0 0,-9-2 0,13 2 0,0 0 0,0 0 0,1 0 0,-1 0 0,0-1 0,1 1 0,-1-1 0,1 0 0,-1 0 0,1 0 0,0 0 0,0 0 0,0 0 0,0 0 0,0-1 0,1 1 0,-1-1 0,1 0 0,-1 1 0,1-1 0,0 0 0,0 0 0,0 0 0,0 1 0,1-1 0,-1 0 0,1 0 0,0 0 0,0 0 0,0 0 0,0 0 0,1-3 0,0-3 0,1 1 0,0 0 0,0 0 0,1 0 0,0 0 0,1 1 0,0-1 0,0 1 0,0 0 0,8-10 0,2 3-105,-1 0 0,2 0 0,0 1 0,1 1 0,0 1 0,1 0 0,0 1 0,0 1 0,1 1 0,0 0 0,1 1 0,27-6 0,-8 5-6721</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6:33.785"/>
    </inkml:context>
    <inkml:brush xml:id="br0">
      <inkml:brushProperty name="width" value="0.05" units="cm"/>
      <inkml:brushProperty name="height" value="0.05" units="cm"/>
    </inkml:brush>
  </inkml:definitions>
  <inkml:trace contextRef="#ctx0" brushRef="#br0">316 148 24575,'-5'-6'0,"1"0"0,1 0 0,-1 0 0,1 0 0,0-1 0,0 1 0,-2-11 0,-5-9 0,8 22 0,0 0 0,0 0 0,0 0 0,-1 0 0,1 0 0,-1 0 0,0 1 0,0-1 0,0 1 0,-1 0 0,1 0 0,-1 0 0,0 0 0,-4-2 0,4 4 0,1 0 0,0-1 0,0 2 0,-1-1 0,1 0 0,-1 1 0,1-1 0,-1 1 0,1 0 0,0 0 0,-1 0 0,1 1 0,-1-1 0,1 1 0,0 0 0,-1 0 0,1 0 0,0 1 0,-6 2 0,-2 2 0,0 1 0,1 0 0,0 1 0,0 0 0,1 1 0,0 0 0,0 0 0,1 1 0,0 0 0,1 0 0,-9 17 0,10-17 0,1 1 0,0-1 0,1 1 0,0 0 0,1 0 0,0 1 0,1-1 0,0 1 0,1-1 0,0 1 0,1 0 0,1 18 0,0-27 0,-1 0 0,1 0 0,-1 1 0,1-1 0,0 0 0,0 0 0,0 0 0,1 0 0,-1 0 0,1 0 0,0 0 0,0 0 0,0-1 0,0 1 0,0-1 0,0 1 0,1-1 0,-1 0 0,1 0 0,-1 0 0,1 0 0,0-1 0,0 1 0,0-1 0,4 2 0,-2-2 0,0 0 0,1 0 0,-1-1 0,0 1 0,1-1 0,-1-1 0,1 1 0,-1-1 0,0 0 0,1 0 0,-1 0 0,0-1 0,0 0 0,8-4 0,0-1 0,0 0 0,-1-1 0,0 0 0,-1-1 0,0 0 0,0-1 0,-1 0 0,17-22 0,-17 17 0,0 0 0,0 0 0,-2-1 0,0 0 0,-1-1 0,9-29 0,-14 37 0,-4 14 0,-5 18 0,4-9-136,1-1-1,1 1 1,0 0-1,1-1 1,0 1-1,1 0 1,1-1-1,0 1 0,7 20 1,-2-17-6690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6:34.628"/>
    </inkml:context>
    <inkml:brush xml:id="br0">
      <inkml:brushProperty name="width" value="0.05" units="cm"/>
      <inkml:brushProperty name="height" value="0.05" units="cm"/>
    </inkml:brush>
  </inkml:definitions>
  <inkml:trace contextRef="#ctx0" brushRef="#br0">1 323 24575,'7'-22'0,"-2"18"0,-1 15 0,-1 132 0,-5-98 0,3-1 0,7 47 0,-8-88 0,1 1 0,-1-1 0,1 1 0,0-1 0,0 0 0,1 1 0,-1-1 0,1 0 0,-1 0 0,1 0 0,0 0 0,0 0 0,1 0 0,2 2 0,-4-4 0,1 0 0,-1 0 0,1 0 0,-1-1 0,1 1 0,-1-1 0,1 1 0,0-1 0,-1 0 0,1 1 0,0-1 0,-1 0 0,1 0 0,0 0 0,-1 0 0,1-1 0,0 1 0,-1 0 0,1-1 0,-1 1 0,1-1 0,0 1 0,-1-1 0,1 0 0,-1 0 0,0 0 0,1 0 0,-1 0 0,0 0 0,1 0 0,1-2 0,9-8 0,-1-1 0,1 0 0,-2 0 0,0-1 0,9-15 0,39-74 0,-53 92 0,13-29 0,-15 29 0,1 0 0,1 0 0,0 1 0,0-1 0,9-10 0,-12 20 0,-1 1 0,1-1 0,-1 1 0,0-1 0,1 1 0,-1 0 0,0-1 0,1 1 0,-1 0 0,0 0 0,0 0 0,0 0 0,2 2 0,4 3 0,8 0 0,-1 0 0,1-1 0,0 0 0,0-1 0,1-1 0,-1-1 0,1 0 0,-1-1 0,1 0 0,29-4 0,-42 3 0,0-1 0,-1 1 0,1-1 0,0 0 0,-1 0 0,1-1 0,-1 1 0,1 0 0,-1-1 0,0 0 0,0 1 0,1-1 0,-1 0 0,0 0 0,0 0 0,-1 0 0,1-1 0,0 1 0,-1 0 0,0-1 0,1 1 0,-1-1 0,1-4 0,0 4 0,-2 0 0,1 0 0,0 0 0,-1 0 0,1 0 0,-1 0 0,0 0 0,0 0 0,0 0 0,0 0 0,0 0 0,-1 0 0,1 1 0,-1-1 0,0 0 0,0 0 0,0 0 0,0 0 0,-1 1 0,1-1 0,-1 1 0,-2-4 0,3 5 0,1 0 0,-1 0 0,0 0 0,0 0 0,0 0 0,0 1 0,0-1 0,-1 0 0,1 1 0,0-1 0,0 1 0,0-1 0,-1 1 0,1-1 0,0 1 0,0 0 0,-1-1 0,1 1 0,0 0 0,-1 0 0,1 0 0,0 0 0,-1 0 0,-1 1 0,1 0 0,-1 0 0,0 0 0,0 1 0,1-1 0,-1 1 0,1-1 0,-1 1 0,1 0 0,0 0 0,-3 3 0,-2 3 0,1-1 0,0 1 0,1 1 0,0-1 0,-8 17 0,12-21 0,-1 1 0,1-1 0,0 1 0,0-1 0,0 1 0,1 0 0,-1-1 0,1 1 0,0 0 0,1-1 0,-1 1 0,1-1 0,0 1 0,0 0 0,2 4 0,0-2 0,0-1 0,1 1 0,0-1 0,0 1 0,0-1 0,1-1 0,-1 1 0,11 9 0,-1-4 0,0 0 0,1-1 0,0-1 0,0 0 0,1-1 0,0-1 0,21 7 0,-27-11 0,1 0 0,-1 0 0,1-2 0,-1 1 0,1-1 0,-1-1 0,1 1 0,0-2 0,-1 0 0,1 0 0,-1-1 0,1 0 0,-1-1 0,0 0 0,0 0 0,0-1 0,0-1 0,-1 0 0,1 0 0,-1-1 0,-1 0 0,1 0 0,-1-1 0,0 0 0,0-1 0,-1 1 0,0-2 0,-1 1 0,0-1 0,0 0 0,0 0 0,4-13 0,-3 4 0,-1-1 0,-1 0 0,0 0 0,-2 0 0,0 0 0,-1 0 0,-2-39 0,-1 30 0,-2 0 0,-1 1 0,-2 0 0,-17-53 0,20 70 0,-2 0 0,1 1 0,-1-1 0,-12-17 0,15 26 0,1-1 0,0 1 0,0 0 0,0-1 0,-1 1 0,1 0 0,-1 0 0,1 0 0,-1 0 0,1 0 0,-1 0 0,0 0 0,1 0 0,-1 1 0,-3-1 0,4 1 0,-1 0 0,1 0 0,0 0 0,-1 1 0,1-1 0,0 1 0,-1-1 0,1 1 0,0-1 0,-1 1 0,1 0 0,0-1 0,0 1 0,0 0 0,0 0 0,0 0 0,0 0 0,0 0 0,0 0 0,0 0 0,0 0 0,1 1 0,-1-1 0,0 2 0,-5 8 0,1 0 0,0 0 0,1 1 0,0 0 0,1 0 0,0 0 0,1 1 0,-2 19 0,3 12 0,3 47 0,2-41 0,10 58 0,-9-86 0,0 0 0,2 0 0,0-1 0,20 40 0,-23-54 0,-1 0 0,2-1 0,-1 0 0,1 0 0,0 0 0,0 0 0,1-1 0,0 0 0,0 0 0,0-1 0,0 1 0,1-1 0,9 4 0,-10-6 0,0 0 0,0 0 0,0 0 0,1-1 0,-1 0 0,0 0 0,1-1 0,-1 0 0,1 0 0,-1 0 0,1-1 0,-1 0 0,0 0 0,1-1 0,-1 0 0,7-2 0,1-3-114,1-1 1,-2 0-1,1-1 0,-1 0 0,-1-1 1,1-1-1,-2 0 0,1 0 0,-2-1 1,0 0-1,17-27 0,-11 10-6712</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6:35.844"/>
    </inkml:context>
    <inkml:brush xml:id="br0">
      <inkml:brushProperty name="width" value="0.05" units="cm"/>
      <inkml:brushProperty name="height" value="0.05" units="cm"/>
    </inkml:brush>
  </inkml:definitions>
  <inkml:trace contextRef="#ctx0" brushRef="#br0">54 244 24575,'-2'-2'0,"-1"-1"0,1 1 0,0-1 0,0 1 0,0-1 0,0 0 0,0 1 0,1-1 0,-1 0 0,1 0 0,-2-6 0,7 61 0,-3 73 0,0 6 0,-1-131 0,2 24 0,-2-23 0,0 0 0,0 0 0,1 0 0,-1 0 0,0 0 0,0 0 0,0 0 0,1 0 0,-1 0 0,0-1 0,1 1 0,-1 0 0,1 0 0,-1 0 0,1 0 0,-1-1 0,1 1 0,0 0 0,1 0 0,-2-1 0,1-1 0,-1 0 0,1 1 0,-1-1 0,1 0 0,-1 0 0,1 0 0,-1 1 0,0-1 0,1 0 0,-1 0 0,0 0 0,0 0 0,0 0 0,1 0 0,-1 0 0,0 1 0,0-1 0,-1-2 0,2-19 0,-5-36 0,-15-79 0,7 66 0,7 38 0,-7-54 0,11 77 0,1 0 0,0 0 0,1 0 0,0 1 0,0-1 0,5-14 0,-6 22 0,1-1 0,0 1 0,0 0 0,0-1 0,0 1 0,0 0 0,0-1 0,1 1 0,-1 0 0,1 0 0,0 0 0,-1 0 0,1 1 0,0-1 0,0 0 0,0 1 0,0-1 0,1 1 0,-1 0 0,0 0 0,1-1 0,-1 2 0,0-1 0,1 0 0,-1 0 0,1 1 0,-1-1 0,1 1 0,0 0 0,-1 0 0,1 0 0,-1 0 0,1 0 0,-1 1 0,1-1 0,-1 1 0,1 0 0,2 0 0,9 4 0,-1 0 0,0 1 0,0 1 0,0 0 0,16 12 0,-22-14 0,0 0 0,0 0 0,-1 1 0,0 0 0,0 0 0,0 1 0,-1-1 0,0 1 0,0 1 0,-1-1 0,0 1 0,0-1 0,3 11 0,-5-12 0,-1-1 0,1 1 0,-2 0 0,1 0 0,-1-1 0,1 1 0,-1 0 0,-1 0 0,1 0 0,-1 0 0,-1-1 0,1 1 0,-1 0 0,1-1 0,-2 1 0,1-1 0,0 0 0,-1 1 0,0-1 0,-4 5 0,-1-2 0,0 1 0,0-1 0,0 0 0,-1-1 0,-1 0 0,-15 10 0,13-10 0,12-7 0,0 0 0,-1 0 0,1 0 0,0 1 0,0-1 0,0 0 0,-1 0 0,1 0 0,0 0 0,0 0 0,0 0 0,0 0 0,0 1 0,-1-1 0,1 0 0,0 0 0,0 0 0,0 0 0,0 1 0,0-1 0,0 0 0,0 0 0,-1 0 0,1 1 0,0-1 0,0 0 0,0 0 0,0 0 0,0 1 0,0-1 0,0 0 0,0 0 0,0 0 0,0 1 0,0-1 0,0 0 0,0 0 0,1 1 0,-1-1 0,0 0 0,0 0 0,0 0 0,0 1 0,11 4 0,15 1 0,-13-5 0,22 3 0,-1 2 0,37 10 0,-62-13 0,0-1 0,0 2 0,-1-1 0,1 1 0,-1 1 0,0 0 0,0 0 0,-1 0 0,1 1 0,-1 0 0,0 0 0,-1 1 0,7 7 0,-11-11 0,0 0 0,-1-1 0,1 1 0,0 0 0,-1 0 0,1 0 0,-1 0 0,0 0 0,0 0 0,-1 0 0,1 0 0,0 0 0,-1 0 0,0 1 0,0-1 0,0 0 0,0 0 0,0 1 0,-1-1 0,1 0 0,-1 0 0,0 0 0,0 0 0,-3 6 0,1-5 0,0 1 0,0-1 0,-1 0 0,0 0 0,1 0 0,-2 0 0,1-1 0,0 1 0,-1-1 0,1 0 0,-1-1 0,0 1 0,0-1 0,-5 2 0,-7 2 0,0-2 0,0 1 0,0-2 0,0 0 0,-1-2 0,1 1 0,-20-3 0,25 1 0,0-1 0,0 0 0,0-1 0,1-1 0,-1 0 0,1 0 0,-1-1 0,1-1 0,0 0 0,1 0 0,-13-9 0,19 11-72,1 1 1,0-1-1,0 0 0,0 0 0,0 0 0,1 0 0,-1-1 0,1 1 1,0-1-1,0 1 0,0-1 0,0 0 0,0 0 0,1 0 0,0 0 1,0 0-1,0 0 0,0-8 0,1-12-6754</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6:36.561"/>
    </inkml:context>
    <inkml:brush xml:id="br0">
      <inkml:brushProperty name="width" value="0.05" units="cm"/>
      <inkml:brushProperty name="height" value="0.05" units="cm"/>
    </inkml:brush>
  </inkml:definitions>
  <inkml:trace contextRef="#ctx0" brushRef="#br0">38 14 24575,'-1'0'0,"0"0"0,-1 0 0,1 0 0,0 1 0,0-1 0,0 0 0,0 1 0,0-1 0,0 1 0,0-1 0,0 1 0,0-1 0,0 1 0,0 0 0,0-1 0,0 1 0,1 0 0,-1 0 0,0 0 0,1 0 0,-1 0 0,0 1 0,-2 2 0,2 0 0,-1 0 0,0 0 0,1 0 0,0 1 0,-1 5 0,1 1 0,-1 0 0,2 0 0,0 0 0,2 19 0,-1-22 0,1-1 0,0-1 0,0 1 0,1 0 0,0 0 0,0-1 0,0 0 0,1 1 0,0-1 0,0 0 0,0-1 0,9 9 0,-10-12 0,-1 0 0,0 0 0,0 0 0,1-1 0,-1 1 0,1-1 0,-1 1 0,1-1 0,0 0 0,-1 0 0,1 0 0,0 0 0,0-1 0,0 1 0,0-1 0,0 0 0,0 0 0,0 0 0,-1 0 0,1 0 0,0-1 0,0 1 0,0-1 0,0 0 0,0 0 0,-1 0 0,1 0 0,0 0 0,-1 0 0,1-1 0,-1 1 0,0-1 0,4-3 0,-2 1 0,0 0 0,0 0 0,-1-1 0,0 1 0,0-1 0,0 0 0,-1 0 0,1 0 0,-1 0 0,0 0 0,-1 0 0,1 0 0,-1-1 0,0 1 0,0-1 0,-1 1 0,0-1 0,0 1 0,0-1 0,0 1 0,-3-10 0,2 9 0,0 0 0,0 0 0,-1 0 0,0 0 0,0 0 0,0 0 0,-1 0 0,0 1 0,0-1 0,0 1 0,-1 0 0,0 0 0,0 0 0,0 0 0,-1 1 0,1 0 0,-1 0 0,-10-7 0,15 11 0,-1-1 0,0 1 0,0-1 0,0 1 0,0 0 0,1-1 0,-1 1 0,0 0 0,0 0 0,0-1 0,0 1 0,0 0 0,0 0 0,0 0 0,1 0 0,-1 0 0,0 1 0,0-1 0,0 0 0,0 0 0,0 0 0,0 1 0,1-1 0,-1 0 0,0 1 0,0-1 0,0 1 0,1-1 0,-2 2 0,2-2 0,-1 1 0,1 0 0,0 0 0,0-1 0,0 1 0,-1 0 0,1 0 0,0-1 0,0 1 0,0 0 0,0 0 0,0-1 0,0 1 0,0 0 0,1 0 0,-1-1 0,0 1 0,0 0 0,1 0 0,-1-1 0,0 1 0,1 0 0,-1-1 0,0 1 0,1 0 0,-1-1 0,1 1 0,-1-1 0,1 1 0,0-1 0,-1 1 0,1-1 0,-1 1 0,2-1 0,5 5 0,0 0 0,1-1 0,0 0 0,0 0 0,0-1 0,0 0 0,0-1 0,0 1 0,1-2 0,14 2 0,11 0 0,43-2 0,23-10 0,-66 4 0,43 0 0,-76 5 0,0 0 0,0 0 0,-1 0 0,1 0 0,0 0 0,0 0 0,0 0 0,-1 0 0,1 0 0,0 1 0,-1-1 0,1 0 0,0 0 0,0 1 0,-1-1 0,1 0 0,0 1 0,-1-1 0,1 1 0,-1-1 0,1 1 0,0-1 0,-1 1 0,1-1 0,-1 1 0,1-1 0,-1 1 0,0 0 0,1-1 0,-1 1 0,0 0 0,1-1 0,-1 1 0,0 0 0,0 0 0,0-1 0,1 1 0,-1 0 0,0 0 0,0-1 0,0 1 0,0 0 0,0 0 0,-1-1 0,1 1 0,0 1 0,-2 5 0,0-1 0,-1 1 0,1-1 0,-6 10 0,0 0 0,6-11 0,0 0 0,1 0 0,0 0 0,0 0 0,0 1 0,1-1 0,-1 0 0,1 0 0,0 1 0,1-1 0,0 0 0,-1 0 0,2 1 0,-1-1 0,0 0 0,1 0 0,0-1 0,0 1 0,5 7 0,-5-8 0,1-1 0,0 1 0,0-1 0,0 1 0,1-1 0,-1 0 0,1-1 0,0 1 0,-1 0 0,1-1 0,1 0 0,-1 0 0,0 0 0,0 0 0,1-1 0,-1 0 0,1 0 0,-1 0 0,1 0 0,-1-1 0,1 0 0,7 0 0,-6 0 0,0-1 0,0 0 0,1 0 0,-1-1 0,0 0 0,-1 0 0,1 0 0,0-1 0,0 1 0,-1-1 0,0-1 0,0 1 0,0-1 0,0 0 0,0 0 0,-1 0 0,1-1 0,-1 0 0,0 1 0,-1-2 0,1 1 0,3-9 0,-4 9 0,-1 0 0,0 0 0,-1 0 0,1-1 0,-1 1 0,0 0 0,0-1 0,-1 1 0,0-1 0,0 1 0,0-1 0,0 1 0,-1-1 0,0 1 0,0-1 0,-1 1 0,1 0 0,-1-1 0,0 1 0,-1 0 0,1 0 0,-1 1 0,0-1 0,0 1 0,-7-8 0,4 6 0,0 1 0,0 0 0,-1 0 0,1 0 0,-1 1 0,0 0 0,-1 1 0,1-1 0,-1 1 0,0 1 0,1-1 0,-1 1 0,0 1 0,-16-2 0,14 2 0,0 1 0,-1 0 0,1 0 0,0 1 0,0 1 0,-1-1 0,1 2 0,0-1 0,1 1 0,-1 1 0,-13 6 0,20-8 22,1-1-1,-1 1 0,1-1 1,0 1-1,-1 0 0,1 0 1,0 0-1,0 0 0,0 0 1,1 1-1,-1-1 0,0 0 1,1 1-1,-1-1 0,0 5 1,1-5-88,1-1 0,0 1 1,0 0-1,-1 0 0,1 0 1,1-1-1,-1 1 0,0 0 1,0 0-1,1 0 1,-1-1-1,1 1 0,-1 0 1,1-1-1,0 1 0,0 0 1,0-1-1,0 1 0,0-1 1,0 0-1,0 1 1,0-1-1,0 0 0,1 1 1,1 0-1,12 11-6760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6:37.094"/>
    </inkml:context>
    <inkml:brush xml:id="br0">
      <inkml:brushProperty name="width" value="0.05" units="cm"/>
      <inkml:brushProperty name="height" value="0.05" units="cm"/>
    </inkml:brush>
  </inkml:definitions>
  <inkml:trace contextRef="#ctx0" brushRef="#br0">16 1 24575,'0'370'0,"-1"-369"0,1-1 0,0 0 0,0 1 0,0-1 0,0 0 0,0 1 0,0-1 0,0 1 0,0-1 0,0 0 0,0 1 0,0-1 0,0 0 0,0 1 0,0-1 0,0 0 0,0 1 0,0-1 0,0 0 0,0 1 0,0-1 0,1 0 0,-1 1 0,0-1 0,0 0 0,0 1 0,1-1 0,-1 0 0,0 1 0,0-1 0,1 0 0,-1 0 0,0 0 0,1 1 0,-1-1 0,0 0 0,1 0 0,-1 0 0,0 0 0,1 0 0,-1 1 0,0-1 0,1 0 0,15-13 0,12-28 0,-28 41 0,22-34 0,33-58 0,-54 91 0,0 0 0,-1 0 0,1 0 0,-1 0 0,1 0 0,-1 0 0,1 0 0,-1 0 0,1 0 0,-1 0 0,0 0 0,0-1 0,0 1 0,0 0 0,0 0 0,0 0 0,0 0 0,0-1 0,0-1 0,-1 3 0,0 0 0,1 0 0,-1-1 0,1 1 0,-1 0 0,0 0 0,1 0 0,-1 0 0,0 0 0,1 0 0,-1 0 0,0 0 0,1 0 0,-1 0 0,0 0 0,1 1 0,-1-1 0,0 0 0,1 0 0,-1 1 0,1-1 0,-1 0 0,0 1 0,-45 29 0,43-28 0,-16 10 0,-23 18 0,40-28 0,0-1 0,0 1 0,0 0 0,1 0 0,-1 0 0,0 0 0,1 0 0,0 0 0,-1 0 0,1 0 0,0 0 0,0 1 0,0-1 0,1 0 0,-2 5 0,2-5 0,0 0 0,1 0 0,-1 0 0,1-1 0,-1 1 0,1 0 0,-1 0 0,1 0 0,0-1 0,0 1 0,0 0 0,0-1 0,0 1 0,0-1 0,1 1 0,-1-1 0,0 0 0,3 2 0,31 21 0,-31-22 0,34 18-63,0-2-1,50 16 1,-47-19-1112,-16-6-5651</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6:37.295"/>
    </inkml:context>
    <inkml:brush xml:id="br0">
      <inkml:brushProperty name="width" value="0.05" units="cm"/>
      <inkml:brushProperty name="height" value="0.05" units="cm"/>
    </inkml:brush>
  </inkml:definitions>
  <inkml:trace contextRef="#ctx0" brushRef="#br0">1 0 24575,'0'3'0,"6"1"0,5 0 0,11-4 0,7-2 0,11 0 0,0-1-8191</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6:37.920"/>
    </inkml:context>
    <inkml:brush xml:id="br0">
      <inkml:brushProperty name="width" value="0.05" units="cm"/>
      <inkml:brushProperty name="height" value="0.05" units="cm"/>
    </inkml:brush>
  </inkml:definitions>
  <inkml:trace contextRef="#ctx0" brushRef="#br0">60 64 24575,'0'-5'0,"-1"0"0,1 0 0,-1 0 0,0 0 0,-4-9 0,4 12 0,1 1 0,0 0 0,-1-1 0,1 1 0,-1 0 0,0 0 0,1-1 0,-1 1 0,0 0 0,0 0 0,0 0 0,0 0 0,0 0 0,0 0 0,0 0 0,0 1 0,0-1 0,0 0 0,0 0 0,0 1 0,-1-1 0,1 1 0,0-1 0,-1 1 0,-2-1 0,4 1 0,-1 1 0,0-1 0,0 0 0,0 1 0,1-1 0,-1 1 0,0-1 0,1 1 0,-1-1 0,0 1 0,1-1 0,-1 1 0,0 0 0,1-1 0,-1 1 0,1 0 0,-1-1 0,1 1 0,0 0 0,-1 0 0,1 0 0,0-1 0,-1 1 0,1 0 0,0 0 0,0 1 0,-4 25 0,3-23 0,-3 67 0,3-1 0,3 1 0,3 0 0,14 70 0,-16-123-273,1 1 0,1-1 0,0 0 0,14 28 0,-6-21-6553</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6:38.339"/>
    </inkml:context>
    <inkml:brush xml:id="br0">
      <inkml:brushProperty name="width" value="0.05" units="cm"/>
      <inkml:brushProperty name="height" value="0.05" units="cm"/>
    </inkml:brush>
  </inkml:definitions>
  <inkml:trace contextRef="#ctx0" brushRef="#br0">56 51 24575,'0'-8'0,"-1"-18"0,1 26 0,0-1 0,0 0 0,0 0 0,0 0 0,0 1 0,0-1 0,-1 0 0,1 1 0,0-1 0,0 0 0,-1 0 0,1 1 0,-1-1 0,1 0 0,-1 1 0,1-1 0,-1 1 0,1-1 0,-1 1 0,1-1 0,-1 1 0,0-1 0,1 1 0,-2-1 0,1 1 0,1 0 0,-1 0 0,0 0 0,1 0 0,-1 0 0,0 1 0,1-1 0,-1 0 0,1 0 0,-1 1 0,0-1 0,1 0 0,-1 1 0,1-1 0,-1 1 0,1-1 0,-1 0 0,1 1 0,-1-1 0,1 1 0,-1 0 0,1-1 0,0 1 0,-1-1 0,1 1 0,0-1 0,0 1 0,-1 0 0,1 0 0,-8 23 0,7-21 0,-6 27 0,2 0 0,1 1 0,1-1 0,1 1 0,2 0 0,1-1 0,2 1 0,1-1 0,1 0 0,1 0 0,15 40 0,-20-65 0,1 0 0,0 0 0,1 0 0,-1-1 0,1 1 0,0-1 0,0 1 0,0-1 0,0 0 0,1 0 0,6 5 0,-8-7 0,1-1 0,-1 0 0,0 1 0,1-1 0,-1 0 0,0 0 0,1-1 0,-1 1 0,1 0 0,0-1 0,-1 0 0,1 0 0,-1 1 0,1-1 0,-1-1 0,1 1 0,0 0 0,-1-1 0,1 1 0,-1-1 0,1 0 0,-1 0 0,0 0 0,1 0 0,3-2 0,-2 0 0,1 0 0,0 0 0,-1 0 0,0-1 0,0 0 0,0 1 0,0-1 0,-1-1 0,1 1 0,-1 0 0,0-1 0,0 0 0,-1 0 0,1 0 0,-1 0 0,0 0 0,-1 0 0,1 0 0,1-11 0,-3 12 0,0 0 0,0 0 0,0-1 0,0 1 0,-1 0 0,1-1 0,-1 1 0,0 0 0,0 0 0,-1 0 0,1 0 0,-1 0 0,0 0 0,0 0 0,-1 1 0,1-1 0,-1 1 0,1-1 0,-1 1 0,0 0 0,0 0 0,-1 0 0,1 1 0,0-1 0,-7-2 0,-5-3 0,-2 1 0,1 1 0,-1 0 0,0 2 0,-31-6 0,189 10 0,-28 1-1365,-62-1-5461</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6:38.526"/>
    </inkml:context>
    <inkml:brush xml:id="br0">
      <inkml:brushProperty name="width" value="0.05" units="cm"/>
      <inkml:brushProperty name="height" value="0.05" units="cm"/>
    </inkml:brush>
  </inkml:definitions>
  <inkml:trace contextRef="#ctx0" brushRef="#br0">0 35 24575,'0'3'0,"3"2"0,4-1 0,5-1 0,5-4 0,7-2 0,5-3 0,5-1 0,2-2 0,1-3 0,-5 0-8191</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6:39.081"/>
    </inkml:context>
    <inkml:brush xml:id="br0">
      <inkml:brushProperty name="width" value="0.05" units="cm"/>
      <inkml:brushProperty name="height" value="0.05" units="cm"/>
    </inkml:brush>
  </inkml:definitions>
  <inkml:trace contextRef="#ctx0" brushRef="#br0">28 8 24575,'0'-1'0,"0"1"0,-1-1 0,1 1 0,0-1 0,-1 1 0,1-1 0,-1 1 0,1 0 0,0-1 0,-1 1 0,1-1 0,-1 1 0,0 0 0,1-1 0,-1 1 0,1 0 0,-1 0 0,1 0 0,-1-1 0,0 1 0,1 0 0,-1 0 0,1 0 0,-1 0 0,0 0 0,1 0 0,-1 0 0,1 0 0,-1 0 0,0 0 0,1 1 0,-1-1 0,1 0 0,-1 0 0,0 1 0,1-1 0,-1 0 0,1 0 0,-1 1 0,0 0 0,0 0 0,1 0 0,-1 1 0,0-1 0,1 0 0,-1 1 0,1-1 0,-1 1 0,1-1 0,0 1 0,0-1 0,-1 1 0,1-1 0,0 1 0,0-1 0,1 1 0,-1 1 0,32 145 0,-3-23 0,-28-120 0,2 10 0,0 1 0,6 15 0,-18-62 0,2-2 0,1 1 0,-2-53 0,8 77 0,0 1 0,1 0 0,0-1 0,0 1 0,0 0 0,1 0 0,0 0 0,0 0 0,1 0 0,0 1 0,7-12 0,-8 14 0,1 1 0,0 0 0,0-1 0,-1 1 0,2 0 0,-1 1 0,0-1 0,1 1 0,-1-1 0,1 1 0,0 0 0,-1 0 0,1 0 0,0 1 0,0 0 0,0-1 0,1 1 0,-1 1 0,0-1 0,0 1 0,6-1 0,5 3 0,0 0 0,0 1 0,0 0 0,-1 1 0,0 1 0,0 0 0,0 1 0,0 1 0,-1 0 0,0 1 0,0 0 0,-1 1 0,0 0 0,-1 1 0,14 14 0,-22-20 0,0 0 0,0 0 0,0 0 0,-1 0 0,0 0 0,1 1 0,-1-1 0,-1 0 0,1 1 0,-1 0 0,1-1 0,0 10 0,-2-12 0,0 1 0,0 0 0,-1 0 0,1 0 0,-1-1 0,0 1 0,1 0 0,-1-1 0,0 1 0,-1-1 0,1 1 0,0-1 0,-1 1 0,1-1 0,-1 0 0,0 0 0,0 1 0,0-1 0,0-1 0,0 1 0,0 0 0,0 0 0,-4 1 0,-11 6 0,-1 0 0,-1-2 0,0 0 0,0-1 0,0 0 0,-1-2 0,0 0 0,1-2 0,-39 1 0,55-3 20,0 0 0,0 0 0,0 0 1,0 0-1,-1-1 0,1 0 0,0 0 0,0 1 0,0-1 0,1-1 0,-1 1 0,0 0 0,0-1 0,1 0 0,-1 1 0,-4-5 1,6 5-80,0-1 0,0 1 0,0-1 0,1 0 0,-1 1 0,0-1 1,0 0-1,1 1 0,0-1 0,-1 0 0,1 0 0,0 0 1,0 1-1,-1-1 0,1 0 0,1 0 0,-1 0 0,0 1 0,0-1 1,1 0-1,-1 0 0,1 1 0,-1-1 0,1 0 0,0 1 0,0-1 1,0 0-1,2-2 0,8-12-6767</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6:39.804"/>
    </inkml:context>
    <inkml:brush xml:id="br0">
      <inkml:brushProperty name="width" value="0.05" units="cm"/>
      <inkml:brushProperty name="height" value="0.05" units="cm"/>
    </inkml:brush>
  </inkml:definitions>
  <inkml:trace contextRef="#ctx0" brushRef="#br0">69 4 24575,'-2'0'0,"-1"0"0,1 0 0,-1 0 0,1 0 0,-1 1 0,1-1 0,-1 1 0,1-1 0,0 1 0,-1 0 0,1 0 0,0 0 0,0 1 0,0-1 0,-4 3 0,3-1 0,1 0 0,0 0 0,-1 0 0,1 0 0,0 1 0,1-1 0,-1 1 0,1-1 0,0 1 0,-2 4 0,2-4 0,0 1 0,0 0 0,0 0 0,0 0 0,1 0 0,0 0 0,0 0 0,0-1 0,0 1 0,1 0 0,0 0 0,0 0 0,0 0 0,1-1 0,2 7 0,-1-6 0,1 1 0,-1 0 0,1-1 0,0 0 0,1 0 0,-1 0 0,1 0 0,0-1 0,0 0 0,8 5 0,-2-2 0,0-1 0,1 0 0,-1-1 0,1 0 0,1-1 0,-1 0 0,1-1 0,-1-1 0,1 0 0,0 0 0,15-1 0,-22-1 0,0-1 0,-1 1 0,1-1 0,0-1 0,0 1 0,-1-1 0,1 0 0,0 0 0,-1 0 0,0-1 0,10-6 0,-13 8 0,0-1 0,0 0 0,-1 1 0,1-1 0,0 0 0,-1 0 0,1 0 0,-1 0 0,0-1 0,1 1 0,-1 0 0,0 0 0,0-1 0,-1 1 0,1-1 0,0 1 0,-1-1 0,0 1 0,1-1 0,-1 1 0,0-1 0,0 1 0,-1-1 0,1 1 0,0-1 0,-1 1 0,0-1 0,1 1 0,-3-5 0,0 1 0,0-1 0,0 1 0,-1 0 0,0 1 0,0-1 0,0 0 0,-1 1 0,1 0 0,-1 0 0,-1 1 0,-5-5 0,-7-3 0,-1 0 0,-21-9 0,26 14 0,7 1 0,16 4 0,17 5 0,3 2 0,56 9 0,111 4 0,-196-18 0,1 0 0,-1 0 0,1-1 0,-1 1 0,1 0 0,-1 0 0,1 0 0,-1 0 0,1 0 0,-1 0 0,1 0 0,-1 0 0,1 0 0,-1 1 0,1-1 0,-1 0 0,1 0 0,-1 0 0,1 0 0,-1 1 0,1-1 0,-1 0 0,1 1 0,-1-1 0,0 0 0,1 1 0,-1-1 0,0 0 0,1 1 0,-1-1 0,0 1 0,1-1 0,-1 1 0,0-1 0,0 1 0,0-1 0,1 0 0,-1 1 0,0-1 0,0 1 0,0 0 0,0-1 0,0 1 0,0 0 0,-12 23 0,2-7 0,8-14 0,1 1 0,0 0 0,-1 0 0,1 0 0,1 0 0,-1 0 0,1 0 0,-1 0 0,1 0 0,0 0 0,1 1 0,-1-1 0,1 0 0,-1 0 0,1 0 0,1 0 0,-1 0 0,3 6 0,-1-6 0,0 1 0,0-1 0,0 0 0,1 0 0,-1-1 0,1 1 0,0-1 0,0 0 0,0 0 0,0 0 0,0 0 0,1-1 0,-1 1 0,10 2 0,-2-2 0,0 0 0,0 0 0,0-1 0,0-1 0,1 0 0,-1-1 0,0 0 0,1-1 0,-1 0 0,21-6 0,-25 5 0,0 0 0,0-1 0,0 0 0,-1-1 0,1 1 0,-1-2 0,11-6 0,-15 8 0,1 0 0,-1-1 0,1 1 0,-1-1 0,0 1 0,0-1 0,-1 0 0,1 0 0,-1 0 0,0-1 0,0 1 0,0 0 0,2-9 0,-3 9 0,-1 0 0,1 0 0,0 0 0,-1 0 0,0 0 0,0 0 0,0-1 0,-1 1 0,1 0 0,-1 0 0,0 0 0,0 0 0,-1 0 0,1 0 0,-1 1 0,-2-5 0,1 3 0,-1 0 0,1 0 0,-1 1 0,-1 0 0,1 0 0,0 0 0,-1 0 0,0 1 0,0 0 0,-6-4 0,-3 1 0,-1 0 0,1 0 0,-1 2 0,0 0 0,0 1 0,0 0 0,-27-1 0,28 4 0,-1 0 0,1 1 0,0 1 0,-20 4 0,28-5 0,1 1 0,-1 0 0,1 0 0,-1 0 0,1 1 0,0-1 0,0 1 0,0 1 0,0-1 0,0 1 0,1-1 0,0 1 0,-5 6 0,8-10-47,1 1 0,-1 0 0,0 0 0,1 0 0,-1 0 0,1 0 0,-1 0 0,1 0 0,-1 0-1,1 0 1,0 0 0,-1 0 0,1 0 0,0 0 0,0 1 0,0-1 0,0 0 0,0 0 0,0 0 0,0 0 0,0 0 0,1 0-1,-1 0 1,0 0 0,1 0 0,-1 0 0,1 0 0,0 2 0,9 10-6779</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6:40.226"/>
    </inkml:context>
    <inkml:brush xml:id="br0">
      <inkml:brushProperty name="width" value="0.05" units="cm"/>
      <inkml:brushProperty name="height" value="0.05" units="cm"/>
    </inkml:brush>
  </inkml:definitions>
  <inkml:trace contextRef="#ctx0" brushRef="#br0">1 173 24575,'1'-10'0,"1"0"0,0 0 0,0 1 0,1-1 0,1 1 0,4-11 0,1-1 0,-9 19 0,4-8 0,0 0 0,1 0 0,9-14 0,-13 22 0,0 1 0,0-1 0,0 1 0,0 0 0,0 0 0,1 0 0,-1-1 0,0 1 0,1 0 0,-1 1 0,1-1 0,-1 0 0,3-1 0,-3 2 0,0 0 0,0 0 0,0 0 0,0 0 0,0 0 0,1 0 0,-2 0 0,1 1 0,0-1 0,0 0 0,0 1 0,0-1 0,0 0 0,0 1 0,0-1 0,0 1 0,0 0 0,-1-1 0,1 1 0,0 0 0,0-1 0,-1 1 0,1 0 0,0 0 0,0 1 0,2 3 0,0 0 0,0 1 0,0-1 0,0 1 0,-1 0 0,0 0 0,-1 0 0,1 0 0,0 12 0,2 61 0,-4-58 0,0-9 0,-1 88 0,0-88 0,-1 1 0,0 0 0,0-1 0,-2 1 0,-6 18 0,17-43 0,0 1 0,2 0 0,-1 0 0,1 0 0,20-16 0,-2 3 0,45-32 0,-69 55 0,26-17 0,-28 18 0,0-1 0,0 0 0,0 1 0,0-1 0,0 1 0,0-1 0,0 1 0,0 0 0,1-1 0,-1 1 0,0 0 0,0 0 0,0 0 0,1 0 0,-1 0 0,0 0 0,0 0 0,0 0 0,1 0 0,-1 1 0,2-1 0,-3 2 0,0-1 0,-1 0 0,1 0 0,0 0 0,0 0 0,0 0 0,-1 0 0,1 0 0,-1 0 0,1 0 0,-1 0 0,1 0 0,-1 0 0,1-1 0,-1 1 0,0 0 0,1 0 0,-1 0 0,0-1 0,0 1 0,-1 1 0,-20 17 0,-41 29 0,-6 5 0,68-52 0,0 0 0,-1 0 0,1 0 0,0 0 0,0 0 0,0 1 0,0-1 0,0 0 0,0 1 0,1-1 0,-1 0 0,0 1 0,1-1 0,-1 1 0,0-1 0,1 1 0,0 0 0,-1-1 0,1 3 0,0-3 0,1 1 0,-1-1 0,1 0 0,-1 0 0,1 0 0,0 1 0,0-1 0,-1 0 0,1 0 0,0 0 0,0 0 0,0 0 0,0 0 0,0 0 0,0 0 0,0-1 0,0 1 0,1 0 0,-1-1 0,0 1 0,0-1 0,3 1 0,41 15 255,-34-13-486,0 1-1,-1 0 1,1 0-1,-1 1 1,0 1-1,12 7 1,-6 1-6595</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6:40.504"/>
    </inkml:context>
    <inkml:brush xml:id="br0">
      <inkml:brushProperty name="width" value="0.05" units="cm"/>
      <inkml:brushProperty name="height" value="0.05" units="cm"/>
    </inkml:brush>
  </inkml:definitions>
  <inkml:trace contextRef="#ctx0" brushRef="#br0">0 1 24575,'3'0'0,"5"3"0,6 4 0,8 8 0,6 7 0,5 9 0,2 9 0,3 3 0,0 5 0,-3 3 0,-4 2 0,-8-1 0,-10-1 0,-8-8-8191</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6:42.545"/>
    </inkml:context>
    <inkml:brush xml:id="br0">
      <inkml:brushProperty name="width" value="0.05" units="cm"/>
      <inkml:brushProperty name="height" value="0.05" units="cm"/>
    </inkml:brush>
  </inkml:definitions>
  <inkml:trace contextRef="#ctx0" brushRef="#br0">78 193 24575,'0'-1'0,"-1"0"0,1 0 0,0 0 0,-1 0 0,1 0 0,0 0 0,-1 0 0,1 1 0,-1-1 0,1 0 0,-1 0 0,0 0 0,0-1 0,0 2 0,1 0 0,0 0 0,0 0 0,0-1 0,0 1 0,-1 0 0,1 0 0,0 0 0,0 0 0,0 0 0,-1-1 0,1 1 0,0 0 0,0 0 0,0 0 0,-1 0 0,1 0 0,0 0 0,0 0 0,-1 0 0,1 0 0,0 0 0,0 0 0,-1 0 0,1 0 0,0 0 0,0 0 0,-1 0 0,1 0 0,0 0 0,0 0 0,0 0 0,-1 1 0,1-1 0,0 0 0,0 0 0,0 0 0,-1 0 0,1 0 0,0 1 0,0-1 0,0 0 0,0 0 0,-1 0 0,1 0 0,0 1 0,0-1 0,0 0 0,0 0 0,0 1 0,0-1 0,0 0 0,0 0 0,0 0 0,0 1 0,0-1 0,0 0 0,0 0 0,0 1 0,0-1 0,0 0 0,0 1 0,-3 20 0,1 1 0,2 0 0,0 0 0,1 0 0,6 32 0,-1-7 0,12 92 0,-17-137 0,-1 0 0,0 0 0,0 0 0,0 0 0,0 1 0,0-1 0,0 0 0,-1 0 0,1 0 0,-1 0 0,1 0 0,-1 0 0,0-1 0,0 1 0,0 0 0,0 0 0,0 0 0,0-1 0,0 1 0,-1 0 0,-2 2 0,3-4 0,0 1 0,1-1 0,-1 0 0,0 1 0,0-1 0,0 0 0,1 0 0,-1 1 0,0-1 0,0 0 0,0 0 0,0 0 0,0 0 0,1 0 0,-1 0 0,0 0 0,0 0 0,0-1 0,0 1 0,-1-1 0,1 0 0,-1 0 0,0 0 0,0 0 0,0 0 0,1-1 0,-1 1 0,1 0 0,-1-1 0,1 0 0,-1 1 0,-1-4 0,-1-3 0,-1-1 0,1 1 0,0-1 0,1 0 0,0-1 0,1 1 0,0-1 0,0 1 0,0-16 0,1-3 0,1 0 0,4-30 0,-1 28 0,2 0 0,1 1 0,17-47 0,-19 64 0,0 0 0,1 1 0,1-1 0,0 1 0,1 1 0,0-1 0,0 1 0,1 0 0,1 1 0,0 0 0,12-10 0,-12 13 0,0 1 0,0 0 0,1 1 0,0 0 0,-1 1 0,1 0 0,1 1 0,-1-1 0,0 2 0,0 0 0,1 0 0,-1 1 0,1 0 0,-1 0 0,0 2 0,15 2 0,-14-2 0,-1 1 0,1-1 0,-1 2 0,0-1 0,0 2 0,-1-1 0,1 1 0,-1 1 0,0 0 0,0 0 0,-1 1 0,1-1 0,-2 2 0,1-1 0,11 16 0,-16-19 0,-1 0 0,1 1 0,-1-1 0,0 1 0,0-1 0,-1 1 0,1 0 0,-1 0 0,0 0 0,0 0 0,0-1 0,-1 1 0,0 0 0,0 0 0,-1 9 0,-1-7 0,0-1 0,0 0 0,0 0 0,0 0 0,-1 0 0,0 0 0,-1-1 0,1 1 0,-1-1 0,-8 8 0,-4 3 0,-1-1 0,0-1 0,-1-1 0,-1 0 0,-36 17 0,45-24 0,-3 1 0,0 0 0,-1 0 0,0-2 0,0 1 0,-28 5 0,42-11 0,0 0 0,0 0 0,0 0 0,0 0 0,0 0 0,0 0 0,0 0 0,0 0 0,0 0 0,0 0 0,0 0 0,0 0 0,0 0 0,0 0 0,0 0 0,0 0 0,0 0 0,0-1 0,0 1 0,0 0 0,0 0 0,0 0 0,0 0 0,0 0 0,0 0 0,0 0 0,0 0 0,0 0 0,0 0 0,0 0 0,0 0 0,0 0 0,0 0 0,0 0 0,0 0 0,0 0 0,0 0 0,0 0 0,0 0 0,0 0 0,0 0 0,0 0 0,0 0 0,0 0 0,-1-1 0,1 1 0,9-5 0,13-4 0,12-1 0,0 2 0,1 1 0,0 2 0,1 1 0,-1 2 0,70 5 0,-87-1 0,-1 0 0,0 1 0,29 8 0,-41-9 0,0 0 0,0 0 0,-1 0 0,1 1 0,0 0 0,-1 0 0,6 4 0,-8-5 0,0 0 0,-1 0 0,1 0 0,0 0 0,-1 0 0,1 1 0,-1-1 0,0 0 0,0 1 0,0-1 0,0 1 0,0-1 0,-1 1 0,1-1 0,0 5 0,-1-3 0,0-1 0,-1 1 0,1-1 0,-1 1 0,0-1 0,0 0 0,0 1 0,-1-1 0,1 0 0,-1 0 0,1 0 0,-1 0 0,0 0 0,0 0 0,-1 0 0,1-1 0,0 1 0,-6 4 0,-2 0 0,1 1 0,-1-2 0,-1 1 0,-13 6 0,1-3 0,-1-1 0,1-2 0,-1 0 0,-1-1 0,-45 4 0,36-7 0,0-2 0,0-2 0,-60-7 0,84 6-114,0 1 1,0-1-1,0-1 0,1 0 0,-1 0 1,0-1-1,1 0 0,0 0 0,0-1 1,0 0-1,-12-11 0,2-5-6712</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6:44.522"/>
    </inkml:context>
    <inkml:brush xml:id="br0">
      <inkml:brushProperty name="width" value="0.05" units="cm"/>
      <inkml:brushProperty name="height" value="0.05" units="cm"/>
    </inkml:brush>
  </inkml:definitions>
  <inkml:trace contextRef="#ctx0" brushRef="#br0">16 204 24575,'2'-1'0,"-1"0"0,1 1 0,-1-1 0,1 1 0,-1-1 0,1 1 0,-1 0 0,1 0 0,-1-1 0,1 1 0,0 0 0,-1 0 0,3 1 0,9-2 0,2-2 0,-1-1 0,0 0 0,0-1 0,27-13 0,-35 15 0,0-1 0,-1 1 0,1-1 0,0-1 0,-1 1 0,0 0 0,0-1 0,-1 0 0,1 0 0,-1-1 0,0 1 0,0-1 0,3-6 0,-6 10 0,-1-1 0,1 1 0,0 0 0,-1-1 0,1 1 0,-1 0 0,1-1 0,-1 1 0,0-1 0,0 1 0,0 0 0,-1-1 0,1 1 0,0 0 0,-1-1 0,0 1 0,1 0 0,-1-1 0,0 1 0,0 0 0,0 0 0,-1 0 0,1 0 0,0 0 0,-1 0 0,1 0 0,-1 0 0,0 1 0,0-1 0,0 1 0,1-1 0,-1 1 0,-1 0 0,1 0 0,0-1 0,-3 0 0,-2-1 0,0 0 0,0 1 0,0 0 0,0 0 0,-1 0 0,1 1 0,0 0 0,-1 0 0,1 1 0,-14 1 0,17-1 0,-1 1 0,1 0 0,-1 0 0,1 0 0,0 1 0,-1 0 0,1 0 0,0 0 0,0 0 0,0 0 0,0 1 0,1 0 0,-1-1 0,1 2 0,-1-1 0,1 0 0,0 1 0,0-1 0,1 1 0,-1 0 0,1 0 0,0 0 0,0 0 0,0 0 0,-2 6 0,2-2 0,1 0 0,-1 0 0,2 0 0,-1 1 0,1-1 0,0 0 0,0 0 0,1 1 0,0-1 0,1 0 0,0 0 0,0 0 0,5 10 0,0-1 0,2 0 0,0 0 0,0-1 0,2-1 0,19 23 0,69 62 0,-71-74 0,-25-23 0,0 0 0,0-1 0,-1 1 0,1 0 0,-1 1 0,0-1 0,1 0 0,-2 1 0,1-1 0,0 1 0,-1 0 0,1-1 0,0 5 0,-2-6 0,0 0 0,0 0 0,0-1 0,-1 1 0,1 0 0,0 0 0,-1 0 0,0-1 0,1 1 0,-1 0 0,0-1 0,0 1 0,0-1 0,0 1 0,0-1 0,0 1 0,0-1 0,0 1 0,-1-1 0,1 0 0,0 0 0,-1 0 0,1 0 0,-1 0 0,0 0 0,1 0 0,-1 0 0,0-1 0,1 1 0,-3 0 0,-2 1 0,0 0 0,-1 0 0,1-1 0,-1 0 0,1 0 0,-1-1 0,1 1 0,-1-1 0,1-1 0,-1 1 0,1-1 0,-1 0 0,1-1 0,-1 0 0,1 0 0,0 0 0,0 0 0,0-1 0,0 0 0,0-1 0,1 1 0,0-1 0,-1 0 0,-4-5 0,5 4 0,0 1 0,1-1 0,-1 0 0,1-1 0,0 1 0,0-1 0,0 0 0,1 0 0,0 0 0,0 0 0,1 0 0,0-1 0,0 1 0,0-1 0,1 0 0,0 1 0,0-1 0,1 0 0,-1 0 0,2 1 0,-1-1 0,1 0 0,1-7 0,0 7 0,1 0 0,0 0 0,0 0 0,0 1 0,1-1 0,0 1 0,0 0 0,10-11 0,-13 15 0,1 0 0,-1 1 0,1-1 0,-1 1 0,1 0 0,-1 0 0,1-1 0,0 1 0,-1 0 0,1 0 0,0 0 0,0 1 0,0-1 0,0 0 0,0 1 0,0-1 0,0 1 0,0 0 0,0 0 0,0 0 0,0 0 0,0 0 0,0 0 0,0 0 0,0 0 0,0 1 0,0-1 0,0 1 0,0 0 0,0 0 0,0-1 0,-1 1 0,1 0 0,0 0 0,0 1 0,1 1 0,6 5 0,-1 1 0,0 0 0,12 20 0,-13-18 0,1-1 0,0 0 0,11 11 0,-7-11 0,1 0 0,-1-1 0,1 0 0,1-2 0,0 1 0,0-2 0,0 0 0,23 7 0,-15-7 0,0-2 0,0 0 0,0-1 0,0-1 0,31-2 0,-48 0 0,0-1 0,1 0 0,-1 0 0,0 0 0,1-1 0,-1 1 0,0-1 0,0-1 0,0 1 0,-1-1 0,1 0 0,-1 0 0,1 0 0,-1 0 0,0-1 0,0 1 0,0-1 0,-1 0 0,1-1 0,-1 1 0,0-1 0,0 1 0,3-8 0,-1 1 0,0-1 0,-1 0 0,-1 0 0,1-1 0,-2 1 0,0-1 0,0 1 0,-1-25 0,-1 33 0,-1 0 0,1 0 0,-1 0 0,0 0 0,0 1 0,0-1 0,0 0 0,-1 1 0,0-1 0,0 1 0,-2-4 0,3 6 0,1 0 0,-1 0 0,0 0 0,1 0 0,-1 1 0,0-1 0,0 0 0,1 0 0,-1 1 0,0-1 0,0 1 0,0-1 0,0 1 0,0-1 0,0 1 0,0 0 0,0-1 0,0 1 0,0 0 0,0 0 0,0 0 0,0 0 0,0 0 0,-1 0 0,1 0 0,0 0 0,0 0 0,0 0 0,0 1 0,0-1 0,0 0 0,0 1 0,0-1 0,0 1 0,0-1 0,0 1 0,1-1 0,-1 1 0,0 0 0,0-1 0,0 1 0,1 0 0,-2 1 0,-2 3 0,0-1 0,1 1 0,-1 0 0,1-1 0,0 1 0,0 1 0,1-1 0,0 0 0,0 1 0,0-1 0,0 1 0,1 0 0,0 0 0,0-1 0,1 1 0,0 0 0,0 0 0,1 11 0,0-11 0,0 0 0,0 0 0,1 0 0,-1 0 0,1 0 0,1 0 0,-1-1 0,1 1 0,0-1 0,0 0 0,1 0 0,0 0 0,-1 0 0,2 0 0,-1-1 0,0 0 0,10 7 0,-8-7 0,1 0 0,1-1 0,-1 1 0,0-1 0,1-1 0,0 1 0,0-1 0,-1-1 0,1 0 0,0 0 0,0 0 0,0-1 0,0 0 0,12-2 0,-14 1 0,0 0 0,0 0 0,-1-1 0,1 0 0,0 0 0,-1-1 0,1 1 0,-1-1 0,0 0 0,0-1 0,0 1 0,0-1 0,-1 0 0,1 0 0,-1 0 0,0-1 0,0 0 0,-1 1 0,5-9 0,-2 3 0,-1-1 0,0 0 0,0 0 0,-1 0 0,-1-1 0,0 1 0,0-1 0,-1 0 0,0-14 0,-1 25 0,-1 1 0,0 0 0,0-1 0,0 1 0,0 0 0,0-1 0,0 1 0,0 0 0,0-1 0,0 1 0,0 0 0,0-1 0,0 1 0,0 0 0,0-1 0,0 1 0,0 0 0,0-1 0,0 1 0,0 0 0,-1-1 0,1 1 0,0 0 0,0-1 0,0 1 0,0 0 0,-1 0 0,1-1 0,0 1 0,0 0 0,-1 0 0,1-1 0,0 1 0,-1 0 0,1 0 0,-1 0 0,-6 11 0,-5 25 0,9-24 0,0 1 0,1-1 0,1 1 0,0 0 0,1 0 0,0-1 0,1 1 0,1 0 0,0-1 0,0 1 0,1-1 0,9 22 0,-12-33 0,1 1 0,-1-1 0,1 0 0,0 0 0,0 0 0,-1 0 0,1 0 0,0 0 0,0 0 0,0 0 0,0 0 0,0 0 0,0 0 0,0-1 0,0 1 0,0 0 0,1-1 0,-1 1 0,0-1 0,0 1 0,1-1 0,-1 1 0,2-1 0,-1 0 0,1 0 0,-1-1 0,0 1 0,0-1 0,1 1 0,-1-1 0,0 0 0,0 0 0,0 0 0,0 0 0,0 0 0,3-2 0,4-5 0,0 0 0,0-1 0,15-18 0,4-11 0,-19 24 0,1 1 0,1-1 0,14-12 0,-25 26 0,0 0 0,0 0 0,1-1 0,-1 1 0,0 0 0,0 0 0,1 0 0,-1 0 0,0 0 0,1 0 0,-1-1 0,0 1 0,0 0 0,1 0 0,-1 0 0,0 0 0,1 0 0,-1 0 0,0 0 0,0 0 0,1 0 0,-1 1 0,0-1 0,1 0 0,-1 0 0,0 0 0,0 0 0,1 0 0,-1 0 0,0 0 0,0 1 0,1-1 0,-1 0 0,0 0 0,0 0 0,0 1 0,1-1 0,-1 0 0,0 0 0,0 1 0,0-1 0,0 0 0,1 0 0,-1 1 0,0-1 0,0 0 0,0 1 0,0-1 0,0 0 0,0 0 0,0 1 0,0-1 0,0 0 0,0 1 0,0-1 0,0 0 0,0 1 0,2 21 0,-2-20 0,2 88 0,-1-19 0,18 125 0,-10-149 0,10 71 0,-20-109 0,-5-16 0,-5-17 0,-8-25 0,2-2 0,-20-100 0,32 122 0,1-1 0,2 1 0,1-1 0,1 1 0,2-1 0,9-53 0,-8 73 0,-1 1 0,1-1 0,1 1 0,0 0 0,0 0 0,0 0 0,1 1 0,1-1 0,9-10 0,-13 17 0,0-1 0,1 1 0,-1-1 0,1 1 0,0 0 0,-1 0 0,1 0 0,0 0 0,1 1 0,-1-1 0,0 1 0,0 0 0,0 0 0,1 0 0,-1 0 0,1 1 0,-1-1 0,1 1 0,-1 0 0,0 0 0,1 0 0,-1 1 0,1-1 0,-1 1 0,1-1 0,-1 1 0,0 0 0,0 1 0,1-1 0,2 2 0,0 1 0,0-1 0,0 1 0,0 0 0,-1 1 0,0-1 0,0 1 0,0 0 0,-1 0 0,1 1 0,-1-1 0,0 1 0,-1 0 0,1 0 0,-1 1 0,-1-1 0,1 0 0,2 13 0,-2-6 0,0 0 0,-1 1 0,-1-1 0,0 1 0,-1-1 0,-1 1 0,0-1 0,-3 16 0,3-28 0,1 0 0,0 0 0,0-1 0,0 1 0,-1 0 0,1 0 0,0 0 0,0 0 0,0 0 0,1 0 0,-1 0 0,0 0 0,0 0 0,0 0 0,1 0 0,-1 0 0,0 0 0,1-1 0,0 2 0,-1-1 0,1-1 0,0 0 0,-1 1 0,1-1 0,-1 0 0,1 0 0,-1 1 0,1-1 0,0 0 0,-1 0 0,1 0 0,-1 0 0,1 0 0,0 0 0,-1 0 0,1 0 0,0 0 0,-1 0 0,1 0 0,-1 0 0,2-1 0,5-1 0,-1-1 0,0 0 0,1 0 0,6-5 0,-5 3 0,13-8 0,-15 9 0,0 0 0,1 0 0,0 0 0,-1 1 0,1 0 0,0 1 0,10-3 0,-17 5 0,1 0 0,0-1 0,0 1 0,-1 0 0,1 0 0,0 0 0,0 0 0,-1 0 0,1 1 0,0-1 0,-1 0 0,1 0 0,0 0 0,0 1 0,-1-1 0,1 0 0,-1 1 0,1-1 0,0 0 0,-1 1 0,1-1 0,-1 1 0,1-1 0,-1 1 0,2 0 0,-2 1 0,1-1 0,0 1 0,-1-1 0,1 1 0,-1-1 0,0 1 0,0-1 0,1 1 0,-1 0 0,0-1 0,0 3 0,-2 6 0,1 0 0,-1-1 0,-4 12 0,4-15 0,1-5 0,-6 26 0,-7 40 0,13-59 0,0 0 0,1 0 0,0 0 0,0 0 0,0 0 0,1 0 0,1 0 0,-1 0 0,1-1 0,4 9 0,-6-15 0,0-1 0,0 1 0,0 0 0,0-1 0,1 1 0,-1 0 0,0 0 0,1-1 0,-1 1 0,0-1 0,1 1 0,-1 0 0,1-1 0,-1 1 0,1-1 0,-1 1 0,1-1 0,0 1 0,-1-1 0,1 0 0,0 1 0,-1-1 0,1 0 0,0 1 0,-1-1 0,1 0 0,0 0 0,-1 1 0,1-1 0,0 0 0,0 0 0,-1 0 0,1 0 0,0 0 0,0 0 0,-1 0 0,3-1 0,-2 0 0,0 0 0,0 0 0,1 1 0,-1-2 0,0 1 0,0 0 0,0 0 0,0 0 0,0 0 0,0-1 0,0 1 0,-1 0 0,1-1 0,0 1 0,-1-1 0,1 1 0,0-3 0,8-42 0,-2 0 0,2-60 0,5-37 0,-9 108 0,-4 21 0,1 0 0,0 0 0,1 1 0,1-1 0,0 1 0,6-14 0,-9 26 0,-1 0 0,1 0 0,-1 0 0,1 0 0,-1 0 0,1 0 0,0 0 0,0 0 0,-1 0 0,1 0 0,0 0 0,0 0 0,0 1 0,0-1 0,0 0 0,0 1 0,0-1 0,0 1 0,0-1 0,0 1 0,0-1 0,2 1 0,-2 0 0,0 0 0,1 0 0,-1 1 0,0-1 0,0 1 0,0-1 0,0 1 0,0-1 0,0 1 0,0-1 0,0 1 0,0 0 0,0 0 0,0-1 0,-1 1 0,1 0 0,0 0 0,1 2 0,3 6 0,1 0 0,-1 1 0,7 19 0,-8-20 0,1 5 0,3 3 0,0 1 0,-2 0 0,0 0 0,-1 0 0,3 27 0,-8-44-32,1 0 1,-1 1-1,0-1 0,0 0 0,0 1 1,0-1-1,0 0 0,0 1 0,0-1 1,-1 0-1,1 1 0,0-1 0,-1 0 1,1 0-1,-1 1 0,0-1 0,1 0 1,-1 0-1,0 0 0,0 0 0,1 0 1,-1 0-1,0 0 0,0 0 0,0 0 1,0 0-1,0 0 0,-1 0 0,1-1 1,0 1-1,0-1 0,0 1 0,-1-1 1,1 1-1,0-1 0,-1 1 0,1-1 1,0 0-1,-1 0 0,1 0 0,0 0 1,-3 0-1,-10-3-6794</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6:44.707"/>
    </inkml:context>
    <inkml:brush xml:id="br0">
      <inkml:brushProperty name="width" value="0.05" units="cm"/>
      <inkml:brushProperty name="height" value="0.05" units="cm"/>
    </inkml:brush>
  </inkml:definitions>
  <inkml:trace contextRef="#ctx0" brushRef="#br0">1 1 24575,'3'3'0,"1"4"0,3 1 0,3 0 0,7-6 0,6-2 0,6-2 0,4 0 0,6-4 0,-4 1-8191</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6:45.019"/>
    </inkml:context>
    <inkml:brush xml:id="br0">
      <inkml:brushProperty name="width" value="0.05" units="cm"/>
      <inkml:brushProperty name="height" value="0.05" units="cm"/>
    </inkml:brush>
  </inkml:definitions>
  <inkml:trace contextRef="#ctx0" brushRef="#br0">19 8 24575,'-3'0'0,"-4"-3"0,2-1 0,2 6 0,4 6 0,3 9 0,3 6 0,1 10 0,2 8 0,2 7 0,0 4 0,0 3 0,-2-1 0,-2-2 0,1-5 0,-2-5 0,-2-7 0,-1-8-8191</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6:45.285"/>
    </inkml:context>
    <inkml:brush xml:id="br0">
      <inkml:brushProperty name="width" value="0.05" units="cm"/>
      <inkml:brushProperty name="height" value="0.05" units="cm"/>
    </inkml:brush>
  </inkml:definitions>
  <inkml:trace contextRef="#ctx0" brushRef="#br0">0 21 24575,'0'-21'0,"0"24"0,1 34 0,22 228 0,-11-144 0,-12-119 2,1 8-197,0-1 0,0 0-1,1 0 1,0 0 0,0 0-1,5 11 1,1-7-6631</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6:45.441"/>
    </inkml:context>
    <inkml:brush xml:id="br0">
      <inkml:brushProperty name="width" value="0.05" units="cm"/>
      <inkml:brushProperty name="height" value="0.05" units="cm"/>
    </inkml:brush>
  </inkml:definitions>
  <inkml:trace contextRef="#ctx0" brushRef="#br0">87 39 24575,'-3'-3'0,"-7"-1"0,-5 0 0,-4-3 0,-1 1 0,6 0 0,8 2 0,9 1 0,13 2 0,9 0 0,11 1 0,9 0 0,8 1 0,-4-1-8191</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6:45.624"/>
    </inkml:context>
    <inkml:brush xml:id="br0">
      <inkml:brushProperty name="width" value="0.05" units="cm"/>
      <inkml:brushProperty name="height" value="0.05" units="cm"/>
    </inkml:brush>
  </inkml:definitions>
  <inkml:trace contextRef="#ctx0" brushRef="#br0">0 1 24575,'0'3'0,"0"5"0,3 0 0,7-1 0,6-4 0,5-4 0,9-4 0,6-1 0,-3 0-8191</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6:46.012"/>
    </inkml:context>
    <inkml:brush xml:id="br0">
      <inkml:brushProperty name="width" value="0.05" units="cm"/>
      <inkml:brushProperty name="height" value="0.05" units="cm"/>
    </inkml:brush>
  </inkml:definitions>
  <inkml:trace contextRef="#ctx0" brushRef="#br0">222 76 24575,'6'-17'0,"-5"16"0,-1 0 0,1 0 0,-1 0 0,1 0 0,-1 0 0,0 0 0,1 0 0,-1 0 0,0 0 0,1 0 0,-1 0 0,0 0 0,0 0 0,0 0 0,0 0 0,0 0 0,0 0 0,0 0 0,-1 0 0,1 0 0,0 0 0,0 0 0,-1 0 0,1 0 0,-1 0 0,1 0 0,-1 1 0,0-2 0,-1-1 0,-1 1 0,1-1 0,-1 1 0,1 0 0,-1-1 0,0 1 0,0 1 0,0-1 0,0 0 0,0 1 0,-1-1 0,1 1 0,0 0 0,-1 0 0,1 1 0,-1-1 0,1 1 0,-1-1 0,1 1 0,-1 0 0,-5 1 0,0 0 0,1 0 0,-1 0 0,1 1 0,0 0 0,0 0 0,0 1 0,0 0 0,-8 5 0,11-5 0,0 0 0,0 1 0,0 0 0,0 0 0,1 0 0,0 0 0,-1 1 0,1 0 0,1 0 0,-1 0 0,1 0 0,0 0 0,0 1 0,1-1 0,-1 1 0,1 0 0,1 0 0,-1 0 0,1 0 0,-1 9 0,1-7 0,1-1 0,0 0 0,1 1 0,0-1 0,0 0 0,1 0 0,-1 0 0,2 0 0,-1 0 0,1 0 0,0-1 0,0 1 0,1-1 0,-1 1 0,2-1 0,-1-1 0,6 7 0,11 7 0,1-1 0,0-1 0,1-1 0,1-1 0,1-1 0,31 14 0,-42-22 0,-10-4 0,-1-1 0,0 1 0,0 0 0,-1-1 0,1 1 0,0 1 0,-1-1 0,3 3 0,-5-5 0,1 0 0,-1 0 0,0 0 0,0 0 0,0 1 0,0-1 0,0 0 0,0 0 0,0 1 0,0-1 0,0 0 0,0 0 0,0 0 0,0 1 0,0-1 0,0 0 0,0 0 0,0 0 0,0 1 0,0-1 0,0 0 0,0 0 0,0 0 0,0 1 0,0-1 0,0 0 0,0 0 0,0 0 0,-1 1 0,1-1 0,0 0 0,0 0 0,0 0 0,0 0 0,0 1 0,-1-1 0,1 0 0,0 0 0,-1 0 0,-18 5 0,-4-5-151,1-1-1,-1 0 0,1-2 0,0-1 1,0 0-1,0-2 0,0 0 1,-26-13-1,21 7-6674</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6:46.784"/>
    </inkml:context>
    <inkml:brush xml:id="br0">
      <inkml:brushProperty name="width" value="0.05" units="cm"/>
      <inkml:brushProperty name="height" value="0.05" units="cm"/>
    </inkml:brush>
  </inkml:definitions>
  <inkml:trace contextRef="#ctx0" brushRef="#br0">1 77 24575,'1'0'0,"1"0"0,-1 0 0,1 0 0,-1 1 0,1-1 0,-1 1 0,1-1 0,-1 1 0,1-1 0,-1 1 0,0 0 0,1 0 0,-1 0 0,0 0 0,0 0 0,1 0 0,-1 0 0,0 0 0,0 0 0,0 0 0,0 1 0,-1-1 0,1 0 0,0 1 0,0-1 0,-1 1 0,1-1 0,-1 0 0,1 1 0,-1-1 0,0 3 0,2 7 0,-1 0 0,0-1 0,-1 19 0,0-6 0,1-16 0,0 0 0,0 1 0,1-1 0,0 0 0,0 0 0,0 0 0,1-1 0,0 1 0,0 0 0,8 10 0,-9-15 0,0 1 0,0-1 0,0 0 0,0 0 0,0 0 0,0 0 0,0 0 0,1 0 0,-1 0 0,1-1 0,-1 1 0,1-1 0,0 0 0,-1 0 0,1 0 0,0 0 0,0-1 0,0 1 0,0-1 0,0 1 0,0-1 0,0 0 0,0 0 0,-1 0 0,1-1 0,0 1 0,0-1 0,6-1 0,-1-2 0,0 0 0,1-1 0,-1 0 0,-1 0 0,1-1 0,-1 0 0,0 0 0,0-1 0,-1 0 0,1 0 0,7-13 0,5-10 0,28-54 0,-45 79 0,1 0 0,0 0 0,-1 0 0,0 0 0,0 0 0,0-1 0,0 1 0,-1 0 0,0-1 0,0 1 0,0-10 0,-1 15 0,0-1 0,0 1 0,0 0 0,0-1 0,0 1 0,0-1 0,0 1 0,0 0 0,0-1 0,0 1 0,-1 0 0,1-1 0,0 1 0,0 0 0,0-1 0,0 1 0,-1 0 0,1-1 0,0 1 0,0 0 0,-1-1 0,1 1 0,0 0 0,0 0 0,-1-1 0,1 1 0,0 0 0,-1 0 0,1 0 0,0-1 0,-1 1 0,1 0 0,0 0 0,-1 0 0,1 0 0,0 0 0,-1 0 0,1 0 0,-1 0 0,1 0 0,0 0 0,-1 0 0,1 0 0,0 0 0,-1 0 0,1 0 0,-1 0 0,1 0 0,0 0 0,-1 1 0,1-1 0,0 0 0,-1 0 0,1 0 0,0 1 0,0-1 0,-1 0 0,1 0 0,0 1 0,-1-1 0,1 0 0,0 1 0,0-1 0,0 0 0,-1 1 0,-17 20 0,14-12 0,0 0 0,1 1 0,0-1 0,0 0 0,0 1 0,2 0 0,-1 0 0,1-1 0,0 1 0,1 0 0,1 0 0,-1 0 0,1 0 0,5 17 0,-4-18 0,0-1 0,1 1 0,0-1 0,1 0 0,-1 0 0,2 0 0,-1-1 0,1 1 0,0-1 0,1 0 0,-1 0 0,2-1 0,-1 0 0,0 0 0,1 0 0,13 7 0,-17-11 0,1 1 0,-1-1 0,0 1 0,0 0 0,0 0 0,0 0 0,0 0 0,-1 0 0,1 1 0,-1-1 0,0 1 0,0 0 0,0-1 0,-1 1 0,1 0 0,-1 0 0,1 6 0,1 2 0,-1 1 0,-1 0 0,-1 0 0,0 15 0,12-105 0,-1 17 0,3-53 0,14-80 0,-27 189 0,0 0 0,1 0 0,-1 0 0,1 0 0,0 0 0,-1 1 0,2-1 0,2-4 0,-5 8 0,1-1 0,0 0 0,-1 0 0,1 1 0,0-1 0,-1 0 0,1 1 0,0-1 0,0 0 0,0 1 0,0-1 0,0 1 0,0 0 0,0-1 0,0 1 0,-1 0 0,1 0 0,0-1 0,0 1 0,0 0 0,0 0 0,1 0 0,-1 0 0,0 0 0,0 0 0,0 1 0,0-1 0,-1 0 0,1 0 0,0 1 0,0-1 0,0 1 0,0-1 0,0 1 0,0-1 0,0 1 0,0-1 0,-1 1 0,2 0 0,3 4 0,-1 0 0,0 0 0,0 0 0,0 0 0,0 1 0,-1-1 0,0 1 0,0 0 0,-1 0 0,1 0 0,-1 0 0,0 1 0,-1-1 0,0 0 0,0 1 0,0 6 0,0-8 0,-1 1 0,0-1 0,0 1 0,0-1 0,-1 0 0,0 1 0,0-1 0,0 0 0,-1 1 0,1-1 0,-1 0 0,0 0 0,-1 0 0,1 0 0,-1-1 0,0 1 0,0-1 0,-1 0 0,-5 6 0,-26 13-1365,18-14-5461</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6:47.469"/>
    </inkml:context>
    <inkml:brush xml:id="br0">
      <inkml:brushProperty name="width" value="0.05" units="cm"/>
      <inkml:brushProperty name="height" value="0.05" units="cm"/>
    </inkml:brush>
  </inkml:definitions>
  <inkml:trace contextRef="#ctx0" brushRef="#br0">13 137 24575,'1'7'0,"0"1"0,0-1 0,1 0 0,5 12 0,-2-1 0,-4-17 0,1 11 0,-18 196 0,14-169 0,1-10 0,0-25 0,0-11 0,-3-37 0,0 15 0,2 0 0,0 0 0,2 0 0,6-39 0,-1 37 0,1 1 0,2 0 0,1 0 0,1 1 0,25-49 0,-34 75 0,0 1 0,1 0 0,-1 0 0,1 0 0,-1 0 0,1 0 0,0 0 0,0 0 0,0 0 0,0 1 0,0-1 0,0 1 0,0-1 0,0 1 0,1 0 0,4-2 0,-5 3 0,0 0 0,-1 0 0,1 0 0,0 0 0,0 0 0,0 0 0,0 1 0,0-1 0,0 1 0,0-1 0,-1 1 0,1 0 0,0-1 0,0 1 0,-1 0 0,1 0 0,-1 1 0,1-1 0,-1 0 0,1 0 0,-1 1 0,0-1 0,3 3 0,2 5 0,1 0 0,-1 1 0,-1-1 0,0 1 0,5 14 0,-7-18 0,-1 1 0,0 0 0,0 0 0,0 1 0,-1-1 0,0 0 0,-1 1 0,0 14 0,-1-20-59,1 1 0,-1 0-1,-1 0 1,1 0-1,0-1 1,-1 1 0,1 0-1,-1-1 1,0 1 0,0-1-1,0 0 1,0 0 0,0 0-1,0 0 1,-1 0-1,1 0 1,-1 0 0,1-1-1,-1 1 1,0-1 0,1 0-1,-7 2 1,-16 5-6767</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6:54.602"/>
    </inkml:context>
    <inkml:brush xml:id="br0">
      <inkml:brushProperty name="width" value="0.05" units="cm"/>
      <inkml:brushProperty name="height" value="0.05" units="cm"/>
    </inkml:brush>
  </inkml:definitions>
  <inkml:trace contextRef="#ctx0" brushRef="#br0">472 1 24575,'5'5'0,"-1"0"0,0 1 0,0 0 0,0 0 0,-1 0 0,1 0 0,3 14 0,-2-5 0,0 2 0,3 18 0,-7-29 0,-1-1 0,1 0 0,-1 1 0,0-1 0,0 0 0,-1 0 0,0 1 0,0-1 0,0 0 0,0 0 0,-1 0 0,0 0 0,0 0 0,0 0 0,-1-1 0,1 1 0,-1-1 0,0 1 0,-1-1 0,1 0 0,-1 0 0,1-1 0,-1 1 0,0-1 0,-6 4 0,4-3 0,-1 0 0,1-1 0,-1 0 0,0 0 0,0 0 0,0-1 0,-1 0 0,1-1 0,0 0 0,-1 0 0,1 0 0,-1-1 0,1 0 0,-1 0 0,1-1 0,-1 0 0,-8-3 0,13 4 0,0-1 0,0 0 0,1 0 0,-1 0 0,0 0 0,0 0 0,1-1 0,-1 1 0,0-1 0,1 1 0,0-1 0,-1 0 0,1 0 0,0 0 0,0-1 0,0 1 0,0 0 0,1-1 0,-1 1 0,1-1 0,-1 0 0,1 1 0,0-1 0,0 0 0,0 0 0,0 0 0,1 0 0,-1 0 0,1 0 0,0 0 0,-1 0 0,2-4 0,0 0 0,0 1 0,0-1 0,1 0 0,0 0 0,0 1 0,1-1 0,0 1 0,0 0 0,0 0 0,1 0 0,0 0 0,0 1 0,5-6 0,0 2 0,0 0 0,1 1 0,-1 0 0,2 0 0,-1 1 0,1 0 0,18-8 0,-25 14 0,1-1 0,-1 1 0,0 0 0,0 0 0,1 0 0,-1 0 0,1 1 0,-1 0 0,1 0 0,-1 0 0,5 1 0,-6 0 0,0 0 0,0 0 0,0 0 0,0 0 0,0 1 0,0-1 0,-1 1 0,1 0 0,0 0 0,-1 0 0,1 0 0,-1 0 0,0 0 0,0 1 0,0-1 0,0 1 0,2 2 0,0 5 0,1-1 0,-1 1 0,0 0 0,-1 0 0,-1 0 0,1 0 0,-2 1 0,1-1 0,-1 1 0,-1-1 0,-1 16 0,-2 10 0,-14 69 0,10-74 0,-1-1 0,-2-1 0,-1 1 0,-1-2 0,-2 1 0,-1-2 0,-35 50 0,35-58 0,0-1 0,-1 0 0,-1-1 0,0-1 0,-2-1 0,0 0 0,0-1 0,-1-1 0,-1-1 0,-43 18 0,53-27 0,1 1 0,-1-2 0,0 1 0,0-1 0,-1-1 0,1 0 0,-16-1 0,24 0 0,0-1 0,0 1 0,0-1 0,0 1 0,1-1 0,-1 0 0,0 0 0,0 0 0,1-1 0,-1 1 0,1-1 0,-1 1 0,1-1 0,-3-2 0,3 2 0,1 0 0,-1 0 0,1 0 0,0 0 0,0-1 0,0 1 0,0 0 0,1 0 0,-1-1 0,0 1 0,1 0 0,0-1 0,0 1 0,-1-1 0,1 1 0,1 0 0,-1-1 0,0 1 0,0 0 0,2-4 0,0-2 0,0 1 0,1 0 0,0-1 0,1 1 0,-1 0 0,1 1 0,1-1 0,-1 1 0,1 0 0,0 0 0,1 0 0,-1 0 0,12-8 0,-1 2 0,1 1 0,0 1 0,0 0 0,25-9 0,-27 12 0,0 2 0,0 0 0,1 1 0,-1 0 0,1 2 0,0-1 0,0 2 0,32 1 0,-38 1 0,0 0 0,0 1 0,0 0 0,0 1 0,0 0 0,-1 1 0,1 0 0,-1 0 0,0 1 0,0 0 0,-1 1 0,1-1 0,-1 2 0,0-1 0,8 10 0,-6-4 114,0 1-1,13 23 1,-16-23-541,1-1 1,1 0-1,12 14 1,-10-16-6400</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6:54.832"/>
    </inkml:context>
    <inkml:brush xml:id="br0">
      <inkml:brushProperty name="width" value="0.05" units="cm"/>
      <inkml:brushProperty name="height" value="0.05" units="cm"/>
    </inkml:brush>
  </inkml:definitions>
  <inkml:trace contextRef="#ctx0" brushRef="#br0">1 45 24575,'0'-4'0,"0"1"0,0 0 0,1 0 0,0-1 0,-1 1 0,1 0 0,0 0 0,3-6 0,-4 9 0,0-1 0,1 0 0,-1 1 0,1-1 0,-1 1 0,1-1 0,-1 1 0,1-1 0,-1 1 0,1-1 0,0 1 0,-1-1 0,1 1 0,0-1 0,-1 1 0,1 0 0,0 0 0,-1-1 0,1 1 0,0 0 0,0 0 0,-1 0 0,1 0 0,0 0 0,0 0 0,-1 0 0,1 0 0,0 0 0,-1 0 0,1 0 0,0 0 0,0 1 0,-1-1 0,1 0 0,0 0 0,-1 1 0,1-1 0,0 1 0,-1-1 0,1 0 0,-1 1 0,1-1 0,0 1 0,0 0 0,4 4 0,0 0 0,0 1 0,0-1 0,-1 1 0,0 0 0,0 0 0,0 0 0,2 7 0,24 60 0,-22-52 0,19 55 0,-2 1 0,-4 2 0,19 143 0,-38-202 0,-1 0 0,-1-1 0,0 1 0,-2 0 0,0 0 0,-1-1 0,-8 27 0,7-36 0,0 1 0,0 0 0,-1-1 0,0 0 0,-1 0 0,0-1 0,-1 0 0,0 0 0,0 0 0,-1-1 0,0 0 0,0 0 0,-1-1 0,-11 8 0,-28 9-1365,3-7-5461</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6:59.225"/>
    </inkml:context>
    <inkml:brush xml:id="br0">
      <inkml:brushProperty name="width" value="0.05" units="cm"/>
      <inkml:brushProperty name="height" value="0.05" units="cm"/>
    </inkml:brush>
  </inkml:definitions>
  <inkml:trace contextRef="#ctx0" brushRef="#br0">147 742 24575,'1'0'0,"-1"0"0,0 0 0,1 0 0,-1 0 0,1 0 0,-1 0 0,0 1 0,1-1 0,-1 0 0,1 0 0,-1 0 0,0 1 0,0-1 0,1 0 0,-1 1 0,0-1 0,1 0 0,-1 1 0,0-1 0,0 0 0,1 1 0,-1-1 0,0 1 0,0-1 0,0 0 0,0 1 0,0-1 0,1 1 0,-1-1 0,0 0 0,0 1 0,0-1 0,0 1 0,0-1 0,-1 1 0,0 20 0,0-14 0,-59 469 0,54-453 0,0-18 0,-1-14 0,-2-18 0,1 1 0,1-1 0,2 0 0,-3-46 0,5 48 0,-30-422 0,33 376 0,3 0 0,3 1 0,3 0 0,25-92 0,-30 146 0,1 0 0,1 0 0,0 1 0,2 0 0,14-24 0,-19 34 0,0 0 0,1 1 0,0-1 0,0 1 0,0 0 0,1 0 0,-1 0 0,1 1 0,0 0 0,0 0 0,0 0 0,0 0 0,1 1 0,-1 0 0,1 0 0,-1 0 0,1 1 0,0-1 0,9 1 0,-5 1 0,1 0 0,0 1 0,0 1 0,-1 0 0,1 0 0,-1 1 0,0 0 0,0 1 0,0 0 0,0 1 0,-1 0 0,1 0 0,-1 1 0,0 0 0,-1 1 0,0 0 0,0 0 0,0 1 0,10 13 0,-6-5 0,1 1 0,-2 0 0,0 1 0,-2 0 0,0 1 0,0 0 0,-2 1 0,-1-1 0,6 27 0,-8-27 0,-2-1 0,0 1 0,-1 0 0,-1-1 0,0 1 0,-2 0 0,0-1 0,-1 1 0,-6 21 0,4-28 0,1 1 0,-1-1 0,-1-1 0,0 1 0,-1-1 0,0 0 0,0 0 0,-1-1 0,-1 0 0,0 0 0,0-1 0,-1 0 0,0-1 0,-11 7 0,6-6 0,0 0 0,-1-1 0,0-1 0,0 0 0,-19 4 0,25-8 0,0 0 0,-1-1 0,1-1 0,-1 0 0,1 0 0,-1-1 0,1 0 0,-1-1 0,-16-3 0,24 3-91,0 0 0,0 0 0,0 0 0,0 0 0,0-1 0,0 1 0,0-1 0,0 0 0,1 0 0,-1 0 0,0 0 0,1 0 0,0 0 0,-4-6 0,-5-11-6735</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6:59.579"/>
    </inkml:context>
    <inkml:brush xml:id="br0">
      <inkml:brushProperty name="width" value="0.05" units="cm"/>
      <inkml:brushProperty name="height" value="0.05" units="cm"/>
    </inkml:brush>
  </inkml:definitions>
  <inkml:trace contextRef="#ctx0" brushRef="#br0">1 6 24575,'13'0'0,"-1"0"0,1 1 0,0 1 0,-1 0 0,1 0 0,-1 2 0,0-1 0,0 2 0,0-1 0,0 2 0,-1-1 0,21 15 0,-22-13 0,0 1 0,-1 0 0,0 0 0,-1 1 0,1 1 0,-2-1 0,1 1 0,9 17 0,-15-22 0,1 0 0,-1 0 0,0 1 0,0-1 0,-1 1 0,0-1 0,0 1 0,0 0 0,0 6 0,-1-8 0,0 0 0,-1-1 0,1 1 0,-1 0 0,0-1 0,0 1 0,0-1 0,-1 1 0,1-1 0,-1 1 0,0-1 0,0 0 0,0 0 0,0 0 0,-4 3 0,3-2 0,-1-1 0,0-1 0,0 1 0,0 0 0,0-1 0,0 0 0,-1 0 0,1 0 0,-1-1 0,1 1 0,-1-1 0,0 0 0,0 0 0,1-1 0,-9 1 0,11-1 0,1 0 0,-1 0 0,0 0 0,0 0 0,0 0 0,0-1 0,0 1 0,0 0 0,0-1 0,1 1 0,-1-1 0,0 0 0,0 0 0,1 0 0,-1 0 0,0 0 0,1 0 0,-1 0 0,1 0 0,-1-1 0,1 1 0,0 0 0,0-1 0,-1 0 0,1 1 0,0-1 0,0 1 0,1-1 0,-1 0 0,0 0 0,0 0 0,1 1 0,-1-1 0,1 0 0,0 0 0,0 0 0,-1 0 0,1 0 0,1-3 0,0-5 0,1 1 0,0 0 0,1 0 0,-1 0 0,2 0 0,0 1 0,0-1 0,0 1 0,1 0 0,0 0 0,1 0 0,6-7 0,3-2 0,2 0 0,0 1 0,31-23 0,-39 33-124,-1 0 0,1 1 0,0 0 0,1 0 0,-1 1 0,1 1-1,0-1 1,0 2 0,0-1 0,12 0 0,-1 1-6702</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6:59.921"/>
    </inkml:context>
    <inkml:brush xml:id="br0">
      <inkml:brushProperty name="width" value="0.05" units="cm"/>
      <inkml:brushProperty name="height" value="0.05" units="cm"/>
    </inkml:brush>
  </inkml:definitions>
  <inkml:trace contextRef="#ctx0" brushRef="#br0">180 57 24575,'0'0'0,"0"0"0,0 0 0,0 0 0,1 0 0,-1 0 0,0 0 0,0 0 0,0 0 0,1 0 0,-1 0 0,0 0 0,0 0 0,1 0 0,-1 0 0,0 0 0,0 0 0,0 0 0,1 0 0,-1-1 0,0 1 0,0 0 0,0 0 0,1 0 0,-1 0 0,0 0 0,0 0 0,0-1 0,0 1 0,0 0 0,1 0 0,-1 0 0,0-1 0,0 1 0,0 0 0,0 0 0,0 0 0,0-1 0,0 1 0,0 0 0,0 0 0,0 0 0,0-1 0,0 1 0,0 0 0,0 0 0,0-1 0,0 1 0,0 0 0,0-1 0,0 1 0,-1 0 0,1-1 0,0 1 0,-1 0 0,1-1 0,0 1 0,-1 0 0,1 0 0,-1-1 0,1 1 0,0 0 0,-1 0 0,1 0 0,-1-1 0,1 1 0,-1 0 0,1 0 0,-1 0 0,1 0 0,0 0 0,-1 0 0,1 0 0,-1 0 0,1 0 0,-1 0 0,1 0 0,-1 1 0,-7 1 0,0 0 0,0 1 0,1 0 0,0 1 0,-1 0 0,1 0 0,0 0 0,1 1 0,-1 0 0,1 1 0,0-1 0,0 1 0,-7 10 0,4-4 0,0 0 0,1 1 0,0 0 0,1 0 0,1 1 0,-8 21 0,12-29 0,1-1 0,-1 2 0,1-1 0,0 0 0,0 0 0,1 0 0,0 0 0,0 0 0,0 1 0,1-1 0,0 0 0,2 7 0,-2-9 0,0-1 0,1 0 0,0 0 0,0 0 0,-1 0 0,2 0 0,-1 0 0,0 0 0,1-1 0,-1 1 0,1-1 0,-1 1 0,1-1 0,0 0 0,0 0 0,0-1 0,1 1 0,-1 0 0,0-1 0,1 0 0,-1 0 0,5 1 0,4 0 0,0 0 0,0-1 0,0-1 0,0 0 0,0 0 0,0-1 0,0-1 0,0 0 0,0 0 0,0-1 0,-1-1 0,1 0 0,-1-1 0,11-5 0,-10 3 0,1 0 0,-1 0 0,-1-1 0,0-1 0,0 0 0,-1 0 0,0-1 0,0 0 0,-1-1 0,0 0 0,12-23 0,-18 28 0,0-1 0,0 1 0,-1-1 0,1 1 0,-2-1 0,1 0 0,-1 0 0,0 0 0,-1 0 0,1 0 0,-1 0 0,-1 0 0,1 0 0,-1 0 0,0 0 0,-4-9 0,3 11 0,0 0 0,0 0 0,0 1 0,-1-1 0,0 1 0,1 0 0,-2 0 0,1 0 0,0 0 0,-1 0 0,0 1 0,0 0 0,0-1 0,0 1 0,-1 1 0,1-1 0,-1 1 0,1 0 0,-1 0 0,0 0 0,0 0 0,-9-1 0,4 2 43,0 0 0,0 0-1,1 1 1,-1 0 0,0 1-1,0 0 1,-18 4 0,24-4-78,0 0 1,0 1 0,0-1 0,1 1 0,-1 0 0,0 0 0,1 1 0,-1-1-1,-3 4 1,5-4-42,0 0 1,1-1-1,-1 1 0,1 0 0,0 0 0,0 0 0,0 1 0,0-1 1,0 0-1,0 0 0,0 0 0,1 1 0,-1-1 0,1 0 1,-1 1-1,1-1 0,0 4 0,2 10-6750</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7:00.187"/>
    </inkml:context>
    <inkml:brush xml:id="br0">
      <inkml:brushProperty name="width" value="0.05" units="cm"/>
      <inkml:brushProperty name="height" value="0.05" units="cm"/>
    </inkml:brush>
  </inkml:definitions>
  <inkml:trace contextRef="#ctx0" brushRef="#br0">57 115 24575,'8'-4'0,"0"-1"0,0-1 0,-1 1 0,1-1 0,9-12 0,-14 15 0,0 0 0,0 0 0,-1 0 0,1 0 0,-1-1 0,0 1 0,0-1 0,0 1 0,-1-1 0,1 0 0,-1 0 0,0 0 0,0 0 0,1-8 0,-2 12 0,0 0 0,0-1 0,0 1 0,0-1 0,0 1 0,0 0 0,0-1 0,0 1 0,-1-1 0,1 1 0,0 0 0,0-1 0,0 1 0,0 0 0,0-1 0,-1 1 0,1 0 0,0-1 0,0 1 0,-1 0 0,1-1 0,0 1 0,0 0 0,-1 0 0,1-1 0,0 1 0,-1 0 0,1 0 0,0 0 0,-1 0 0,0-1 0,-12 5 0,-12 16 0,15-8 0,-1 1 0,1 1 0,1 0 0,1 0 0,0 1 0,0 0 0,2 0 0,0 1 0,1-1 0,0 1 0,1 1 0,-3 30 0,7-43 12,0 0 1,0 0-1,0 0 0,0-1 0,1 1 0,0 0 1,0 0-1,0 0 0,0-1 0,0 1 0,1-1 1,-1 1-1,1-1 0,0 1 0,0-1 0,1 0 0,-1 0 1,1 0-1,-1 0 0,1-1 0,0 1 0,0-1 1,0 1-1,0-1 0,1 0 0,-1 0 0,6 2 1,2 0-203,0-1 0,-1 0 1,1 0-1,0-1 0,0-1 1,1 0-1,-1 0 1,16-2-1,14-2-6636</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7:01.059"/>
    </inkml:context>
    <inkml:brush xml:id="br0">
      <inkml:brushProperty name="width" value="0.05" units="cm"/>
      <inkml:brushProperty name="height" value="0.05" units="cm"/>
    </inkml:brush>
  </inkml:definitions>
  <inkml:trace contextRef="#ctx0" brushRef="#br0">75 246 24575,'0'0'0,"-1"-1"0,1 0 0,0 1 0,0-1 0,-1 1 0,1-1 0,0 0 0,-1 1 0,1-1 0,-1 1 0,1-1 0,-1 1 0,1-1 0,-1 1 0,1-1 0,-1 1 0,0 0 0,1-1 0,-1 1 0,1 0 0,-1-1 0,0 1 0,0 0 0,-3 0 0,11 5 0,-1-3 0,0 1 0,-1-1 0,1 0 0,1 0 0,-1-1 0,0 1 0,0-1 0,1-1 0,-1 1 0,0-1 0,0 0 0,1-1 0,-1 0 0,0 0 0,1 0 0,-1 0 0,10-5 0,-11 4 0,0 0 0,-1-1 0,1 0 0,-1 0 0,0 0 0,0 0 0,0-1 0,0 1 0,0-1 0,-1 0 0,0 0 0,0-1 0,0 1 0,0-1 0,-1 1 0,1-1 0,-1 0 0,0 0 0,-1 0 0,1 0 0,-1 0 0,1-5 0,-2 4 0,1 0 0,-1 0 0,0 0 0,0 0 0,-1 0 0,1 0 0,-2 0 0,1 0 0,0 1 0,-1-1 0,0 0 0,0 1 0,-1-1 0,0 1 0,0 0 0,0 0 0,-7-8 0,8 11 0,0-1 0,-1 1 0,0 0 0,0-1 0,0 1 0,0 1 0,0-1 0,0 0 0,0 1 0,0-1 0,-1 1 0,1 0 0,0 0 0,-1 0 0,1 1 0,-1-1 0,1 1 0,-1 0 0,1 0 0,-1 0 0,1 0 0,-1 1 0,1 0 0,-1-1 0,1 1 0,-1 0 0,1 1 0,0-1 0,0 0 0,-6 5 0,1-1 0,1 0 0,-1 1 0,2 0 0,-1 0 0,1 1 0,0 0 0,0 0 0,0 0 0,1 1 0,1-1 0,-1 1 0,1 1 0,-4 12 0,0 1 0,0 1 0,2 0 0,-6 47 0,11-58 0,0 1 0,0 0 0,2 1 0,-1-1 0,2 0 0,0-1 0,0 1 0,8 22 0,-9-31 0,0-1 0,1 1 0,0 0 0,0-1 0,0 0 0,0 1 0,0-1 0,0 0 0,1 0 0,0 0 0,0-1 0,0 1 0,0-1 0,0 1 0,0-1 0,0 0 0,1 0 0,-1-1 0,1 1 0,0-1 0,-1 1 0,1-1 0,0 0 0,0-1 0,0 1 0,-1-1 0,1 1 0,0-1 0,0 0 0,0-1 0,0 1 0,0-1 0,4 0 0,5-2 0,0-1 0,0 0 0,-1-1 0,1 0 0,-1 0 0,0-2 0,-1 1 0,1-2 0,-1 1 0,-1-2 0,15-13 0,5-9 0,-1-3 0,29-42 0,35-41 0,-88 112 0,0 1 0,0-1 0,0 1 0,1 0 0,-1 0 0,1 0 0,0 1 0,0-1 0,11-3 0,-14 7 0,0-1 0,0 0 0,0 1 0,-1 0 0,1-1 0,0 1 0,0 0 0,0 1 0,0-1 0,0 1 0,0-1 0,0 1 0,0 0 0,-1 0 0,1 0 0,0 0 0,0 0 0,-1 1 0,1-1 0,-1 1 0,0 0 0,1 0 0,-1 0 0,3 3 0,3 4 0,0 0 0,-1 1 0,0 0 0,-1 0 0,0 0 0,0 1 0,-1 0 0,6 21 0,-8-23 0,-1 0 0,0 0 0,0 1 0,-1-1 0,-1 1 0,1-1 0,-1 1 0,-1-1 0,0 1 0,0-1 0,-5 16 0,-8 3 0,14-28 0,-1 1 0,1 0 0,0-1 0,-1 1 0,1 0 0,-1-1 0,1 1 0,-1-1 0,1 1 0,-1-1 0,1 1 0,-1-1 0,1 1 0,-1-1 0,0 1 0,1-1 0,-1 0 0,0 1 0,1-1 0,-1 0 0,0 0 0,0 1 0,1-1 0,-1 0 0,0 0 0,0 0 0,1 0 0,-1 0 0,0 0 0,0 0 0,1 0 0,-1 0 0,0-1 0,1 1 0,-1 0 0,-1-1 0,2 1 0,0-1 0,-1 1 0,1-1 0,-1 0 0,1 1 0,0-1 0,0 1 0,-1-1 0,1 0 0,0 0 0,0 1 0,0-1 0,0 0 0,0 1 0,0-1 0,0 0 0,0 1 0,0-1 0,0 0 0,0 0 0,0 1 0,0-1 0,0 0 0,1 1 0,-1-2 0,10-18 0,-9 17 0,18-28 0,2 0 0,1 2 0,39-41 0,-22 26 0,71-91 0,-113 139 0,-1 1 0,1 1 0,0-1 0,0 0 0,0 1 0,1 0 0,0-1 0,0 1 0,0 0 0,1 0 0,0 0 0,0 0 0,0 1 0,1-1 0,0 0 0,0 0 0,1 0 0,0 0 0,0 0 0,3 10 0,4 9 0,1 0 0,2-2 0,22 40 0,0 0 0,-29-55 0,-1 0 0,0 0 0,0 1 0,-1-1 0,0 1 0,1 10 0,-3-16 0,0-1 0,0 0 0,0 1 0,0-1 0,0 0 0,-1 1 0,1-1 0,-1 0 0,0 1 0,1-1 0,-1 0 0,0 0 0,0 0 0,-1 0 0,1 0 0,0 0 0,-1 0 0,1 0 0,-1 0 0,0 0 0,1-1 0,-1 1 0,0-1 0,0 1 0,0-1 0,0 0 0,-3 1 0,1 0-44,1 0 0,-1 0 0,0-1 0,0 0 0,0 1 0,0-2 0,0 1 0,0 0 0,0-1 0,0 0 0,0 0 0,0 0 0,0 0 0,0 0 0,0-1 0,0 0 0,0 0 0,0 0-1,0-1 1,0 1 0,0-1 0,1 0 0,-1 0 0,1 0 0,-1 0 0,1 0 0,0-1 0,0 0 0,0 0 0,-3-3 0,-3-9-6782</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7:03.070"/>
    </inkml:context>
    <inkml:brush xml:id="br0">
      <inkml:brushProperty name="width" value="0.05" units="cm"/>
      <inkml:brushProperty name="height" value="0.05" units="cm"/>
    </inkml:brush>
  </inkml:definitions>
  <inkml:trace contextRef="#ctx0" brushRef="#br0">1 0 24575,'124'4'0,"591"11"-1365,-689-15-5461</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7:19.551"/>
    </inkml:context>
    <inkml:brush xml:id="br0">
      <inkml:brushProperty name="width" value="0.05" units="cm"/>
      <inkml:brushProperty name="height" value="0.05" units="cm"/>
    </inkml:brush>
  </inkml:definitions>
  <inkml:trace contextRef="#ctx0" brushRef="#br0">166 53 24575,'1'-1'0,"-1"0"0,1 0 0,-1 0 0,1 0 0,0-1 0,0 1 0,-1 0 0,1 0 0,0 1 0,0-1 0,0 0 0,0 0 0,0 0 0,0 1 0,0-1 0,1 0 0,1 0 0,21-10 0,-19 9 0,1 1 0,0-1 0,-1 1 0,1 1 0,-1-1 0,1 1 0,0 0 0,0 1 0,-1-1 0,6 2 0,-9-2 0,0 1 0,0-1 0,-1 0 0,1 1 0,0 0 0,-1-1 0,1 1 0,0 0 0,-1 0 0,1 0 0,-1 0 0,0 0 0,1 0 0,-1 0 0,0 1 0,0-1 0,1 0 0,-1 1 0,0-1 0,0 1 0,-1-1 0,1 1 0,0-1 0,0 1 0,-1 0 0,1 0 0,-1-1 0,0 1 0,1 0 0,-1-1 0,0 1 0,0 0 0,0 0 0,0 0 0,-1 2 0,1-1 0,-1 1 0,-1-1 0,1 0 0,0 0 0,-1 0 0,0 0 0,1 0 0,-1 0 0,0 0 0,-1-1 0,1 1 0,0-1 0,-1 1 0,1-1 0,-1 0 0,0 0 0,0 0 0,-4 2 0,-5 2 0,0 0 0,-1 0 0,-16 4 0,15-6 0,-1 0 0,0-1 0,-1 0 0,-27 0 0,39-2 0,-1-1 0,1 0 0,-1 0 0,1-1 0,0 1 0,-1-1 0,1 0 0,0 0 0,0-1 0,-1 1 0,1-1 0,0 0 0,0 0 0,1 0 0,-1-1 0,0 1 0,1-1 0,0 0 0,-1 0 0,1 0 0,-3-4 0,4 3 0,1 1 0,0-1 0,0 0 0,0 1 0,0-1 0,1 0 0,-1 1 0,1-1 0,0 0 0,0 0 0,0 1 0,1-1 0,-1 0 0,1 0 0,0 1 0,0-1 0,0 1 0,1-1 0,-1 1 0,1-1 0,3-4 0,-4 5 0,1 0 0,-1 0 0,1 1 0,0-1 0,0 1 0,0-1 0,0 1 0,1 0 0,-1-1 0,1 1 0,-1 0 0,1 1 0,-1-1 0,1 0 0,0 1 0,0-1 0,0 1 0,0 0 0,0 0 0,0 0 0,0 1 0,1-1 0,-1 1 0,0 0 0,5 0 0,-7 0-52,0 0-1,1 1 1,-1 0-1,1-1 1,-1 1-1,0 0 1,0 0-1,1 0 1,-1 0-1,0 0 1,0 0-1,0 0 1,0 0-1,0 0 1,0 1-1,-1-1 1,1 0-1,0 1 1,0-1-1,-1 0 0,1 1 1,-1-1-1,1 1 1,-1-1-1,0 3 1,3 11-6774</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7:19.843"/>
    </inkml:context>
    <inkml:brush xml:id="br0">
      <inkml:brushProperty name="width" value="0.05" units="cm"/>
      <inkml:brushProperty name="height" value="0.05" units="cm"/>
    </inkml:brush>
  </inkml:definitions>
  <inkml:trace contextRef="#ctx0" brushRef="#br0">276 0 24575,'0'3'0,"-4"5"0,0 3 0,-3 4 0,0 4 0,-3 4 0,-2 3 0,-5 7 0,-3 3 0,-5 3 0,0 1 0,-4 3 0,2 0 0,1-1 0,2-4 0,2-6 0,5-8-8191</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7:20.258"/>
    </inkml:context>
    <inkml:brush xml:id="br0">
      <inkml:brushProperty name="width" value="0.05" units="cm"/>
      <inkml:brushProperty name="height" value="0.05" units="cm"/>
    </inkml:brush>
  </inkml:definitions>
  <inkml:trace contextRef="#ctx0" brushRef="#br0">69 15 24575,'5'1'0,"0"-1"0,1 1 0,-1 0 0,0 0 0,0 0 0,0 1 0,0 0 0,0 0 0,-1 0 0,1 1 0,8 5 0,-12-7 0,1 0 0,-1 0 0,1 0 0,-1 1 0,1-1 0,-1 0 0,0 1 0,1 0 0,-1-1 0,0 1 0,0-1 0,0 1 0,-1 0 0,1 0 0,0 0 0,0 0 0,-1-1 0,0 1 0,1 0 0,-1 0 0,0 0 0,0 0 0,0 0 0,0 0 0,0 0 0,0 0 0,0 0 0,-1 0 0,1 0 0,-1 0 0,0-1 0,1 1 0,-1 0 0,-1 2 0,-1-1 0,1-1 0,0 1 0,-1-1 0,0 0 0,1 0 0,-1 0 0,0 0 0,0 0 0,0 0 0,0-1 0,-1 0 0,1 1 0,0-1 0,0 0 0,-1-1 0,1 1 0,-1-1 0,1 1 0,-1-1 0,-5-1 0,4 2 0,1-1 0,0 0 0,0-1 0,0 1 0,0-1 0,0 0 0,0 0 0,0 0 0,0 0 0,1-1 0,-1 0 0,0 1 0,1-2 0,-1 1 0,1 0 0,0 0 0,-5-5 0,7 4 0,0 1 0,-1-1 0,1 0 0,0 0 0,1 0 0,-1 1 0,0-1 0,1 0 0,0 0 0,0 0 0,0 0 0,0 0 0,0 0 0,0 0 0,1 0 0,-1 0 0,1 0 0,0 0 0,0 0 0,0 1 0,0-1 0,1 0 0,-1 1 0,1-1 0,2-2 0,-3 3 0,0 0 0,0 0 0,0 0 0,1 1 0,-1-1 0,0 0 0,1 1 0,-1-1 0,1 1 0,0 0 0,0-1 0,-1 1 0,1 0 0,0 0 0,0 0 0,0 1 0,0-1 0,0 0 0,0 1 0,0-1 0,0 1 0,0 0 0,1-1 0,-1 1 0,0 0 0,0 0 0,0 1 0,0-1 0,0 0 0,0 1 0,0-1 0,1 1 0,-1 0 0,-1-1 0,3 2 0,7 8-1365,-3 1-5461</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7:21.075"/>
    </inkml:context>
    <inkml:brush xml:id="br0">
      <inkml:brushProperty name="width" value="0.05" units="cm"/>
      <inkml:brushProperty name="height" value="0.05" units="cm"/>
    </inkml:brush>
  </inkml:definitions>
  <inkml:trace contextRef="#ctx0" brushRef="#br0">281 59 24575,'1'0'0,"0"0"0,0 0 0,0-1 0,0 1 0,0 0 0,-1 0 0,1 0 0,0-1 0,0 1 0,0 0 0,-1-1 0,1 1 0,0-1 0,0 1 0,-1-1 0,1 1 0,0-1 0,-1 0 0,1 1 0,-1-1 0,1 0 0,-1 1 0,1-1 0,-1 0 0,1 0 0,-1 1 0,0-1 0,1 0 0,-1 0 0,0 0 0,0 0 0,0 1 0,0-1 0,1 0 0,-1 0 0,0 0 0,-1 0 0,1 0 0,0 0 0,0 1 0,0-1 0,0 0 0,-1 0 0,1 0 0,0 0 0,-1 1 0,1-1 0,0 0 0,-1 0 0,1 1 0,-1-1 0,0 0 0,1 1 0,-1-1 0,1 1 0,-1-1 0,0 0 0,0 1 0,1 0 0,-2-1 0,-4-3 0,-1 1 0,1 1 0,-1-1 0,0 1 0,0 0 0,0 1 0,0-1 0,0 1 0,0 1 0,0-1 0,-8 2 0,4-1 0,0 1 0,0 1 0,1-1 0,-1 2 0,1-1 0,-18 8 0,21-6 0,-1 0 0,1 0 0,0 1 0,1 0 0,-1 0 0,1 1 0,0 0 0,1 0 0,-1 0 0,1 1 0,0 0 0,1 0 0,-1 0 0,2 0 0,-1 1 0,1-1 0,-5 16 0,7-17 0,-1 0 0,1 0 0,0 1 0,0-1 0,1 0 0,0 0 0,0 0 0,1 1 0,0-1 0,0 0 0,0 0 0,0 0 0,1 0 0,0 0 0,1 0 0,-1-1 0,1 1 0,0-1 0,0 1 0,1-1 0,0 0 0,0 0 0,0-1 0,7 7 0,-1-3 0,1-2 0,-1 1 0,1-1 0,0-1 0,1 0 0,-1 0 0,1-1 0,0-1 0,0 0 0,20 2 0,-4-2 0,0-1 0,0-1 0,44-5 0,-25-3-1365,-7-2-5461</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7:21.372"/>
    </inkml:context>
    <inkml:brush xml:id="br0">
      <inkml:brushProperty name="width" value="0.05" units="cm"/>
      <inkml:brushProperty name="height" value="0.05" units="cm"/>
    </inkml:brush>
  </inkml:definitions>
  <inkml:trace contextRef="#ctx0" brushRef="#br0">1 5 24575,'0'-3'0,"0"2"0,0 4 0,0 5 0,0 4 0,0 3 0,0 6 0,0 4 0,0 3 0,0 1 0,0 0 0,0 1 0,0-1 0,0-7-8191</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7:21.525"/>
    </inkml:context>
    <inkml:brush xml:id="br0">
      <inkml:brushProperty name="width" value="0.05" units="cm"/>
      <inkml:brushProperty name="height" value="0.05" units="cm"/>
    </inkml:brush>
  </inkml:definitions>
  <inkml:trace contextRef="#ctx0" brushRef="#br0">62 15 24575,'-4'-3'0,"-3"-1"0,-4 0 0,-4 0 0,1 5 0,4 5 0</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7:22.179"/>
    </inkml:context>
    <inkml:brush xml:id="br0">
      <inkml:brushProperty name="width" value="0.05" units="cm"/>
      <inkml:brushProperty name="height" value="0.05" units="cm"/>
    </inkml:brush>
  </inkml:definitions>
  <inkml:trace contextRef="#ctx0" brushRef="#br0">150 386 24575,'5'-1'0,"0"0"0,0 0 0,0 0 0,0 0 0,0-1 0,-1 0 0,1 0 0,-1-1 0,1 1 0,-1-1 0,0 0 0,0 0 0,0 0 0,5-5 0,-7 5 0,1 1 0,-1 0 0,0 0 0,0-1 0,0 1 0,0-1 0,0 0 0,0 1 0,-1-1 0,0 0 0,1 0 0,-1 0 0,0 0 0,0 0 0,-1 0 0,1-1 0,-1 1 0,1 0 0,-1 0 0,0 0 0,0-1 0,0 1 0,-1-3 0,-1 3 0,0 0 0,1 0 0,-1 0 0,0 1 0,0-1 0,0 1 0,-1 0 0,1 0 0,-1 0 0,1 0 0,-1 0 0,0 0 0,1 0 0,-1 1 0,0 0 0,0-1 0,0 1 0,0 0 0,0 0 0,-1 1 0,1-1 0,0 1 0,0 0 0,-5-1 0,-2 1 0,0 0 0,1 0 0,-1 1 0,1 0 0,-1 0 0,1 1 0,-11 4 0,15-5 0,-1 1 0,1 1 0,0-1 0,0 1 0,0 0 0,0 0 0,1 0 0,-1 0 0,1 1 0,0 0 0,0 0 0,0 0 0,0 0 0,1 1 0,0 0 0,0-1 0,0 1 0,0 0 0,1 1 0,0-1 0,0 0 0,0 1 0,1-1 0,0 1 0,0-1 0,0 1 0,0-1 0,1 1 0,0 0 0,0-1 0,1 1 0,0 0 0,0-1 0,0 1 0,4 8 0,-3-6 0,1 0 0,0-1 0,1 1 0,-1-1 0,1 0 0,1 0 0,0 0 0,0-1 0,0 0 0,0 0 0,1 0 0,0 0 0,1-1 0,-1 0 0,1 0 0,0-1 0,0 0 0,0 0 0,1-1 0,-1 0 0,1 0 0,0 0 0,0-1 0,11 1 0,-11-2 0,1 0 0,-1 0 0,0-1 0,1-1 0,-1 1 0,0-1 0,1-1 0,-1 1 0,0-1 0,0-1 0,0 0 0,0 0 0,-1 0 0,1-1 0,-1 0 0,0-1 0,0 1 0,0-1 0,-1-1 0,1 1 0,-1-1 0,-1 0 0,10-13 0,-5 2 0,0 0 0,-2 0 0,0-1 0,-1 0 0,-1-1 0,6-26 0,13-117 0,-23 146 0,3-46 0,-5 56 0,0 0 0,0 0 0,-1 1 0,0-1 0,0 0 0,0 1 0,-1-1 0,-3-6 0,5 11 0,-1-1 0,0 1 0,1 0 0,-1 0 0,0-1 0,0 1 0,0 0 0,0 0 0,0 0 0,0 0 0,0 0 0,0 1 0,0-1 0,-1 0 0,1 0 0,0 1 0,0-1 0,-1 0 0,1 1 0,0 0 0,-1-1 0,1 1 0,-1 0 0,1 0 0,0-1 0,-1 1 0,1 0 0,-1 1 0,1-1 0,-1 0 0,1 0 0,0 0 0,-1 1 0,1-1 0,-1 1 0,1-1 0,0 1 0,0 0 0,-1-1 0,0 2 0,-3 1 0,0 0 0,1 1 0,-1-1 0,1 1 0,0 0 0,0 0 0,0 0 0,1 0 0,-5 7 0,3-1 0,1 0 0,0 1 0,0-1 0,1 0 0,1 1 0,0 0 0,0 0 0,1 0 0,0 0 0,1 0 0,2 18 0,0-9 0,1 0 0,1 0 0,1-1 0,0 1 0,13 27 0,-10-31 0,0 0 0,1 0 0,1-1 0,22 27 0,-26-35 0,0-1 0,0 1 0,1-1 0,0 0 0,0-1 0,1 0 0,-1 0 0,1-1 0,0 0 0,0 0 0,16 4 0,-22-7-50,1 0-1,-1-1 1,0 1-1,1-1 0,-1 0 1,1 0-1,-1 0 1,1 0-1,-1 0 1,1 0-1,-1-1 0,1 1 1,-1-1-1,0 1 1,1-1-1,-1 0 1,0 0-1,1 0 0,-1-1 1,0 1-1,0 0 1,0-1-1,0 1 1,0-1-1,-1 0 1,3-2-1,4-9-6775</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7:26.368"/>
    </inkml:context>
    <inkml:brush xml:id="br0">
      <inkml:brushProperty name="width" value="0.05" units="cm"/>
      <inkml:brushProperty name="height" value="0.05" units="cm"/>
    </inkml:brush>
  </inkml:definitions>
  <inkml:trace contextRef="#ctx0" brushRef="#br0">4 62 24575,'-3'0'0,"5"0"0,8 0 0,10-3 0,9-1 0,11-1 0,10-1 0,9 0 0,4 1 0,4-2 0,-3 0 0,-6 1 0,-11-1 0,-12 1-8191</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7:27.006"/>
    </inkml:context>
    <inkml:brush xml:id="br0">
      <inkml:brushProperty name="width" value="0.05" units="cm"/>
      <inkml:brushProperty name="height" value="0.05" units="cm"/>
    </inkml:brush>
  </inkml:definitions>
  <inkml:trace contextRef="#ctx0" brushRef="#br0">57 42 24575,'-10'0'0,"7"1"0,0-1 0,0 0 0,0 0 0,0 0 0,0 0 0,0 0 0,1 0 0,-1-1 0,0 0 0,0 1 0,1-1 0,-1 0 0,0 0 0,-3-2 0,6 2 0,0 1 0,0 0 0,0 0 0,0-1 0,0 1 0,0 0 0,0 0 0,0 0 0,0-1 0,0 1 0,0 0 0,0 0 0,0-1 0,0 1 0,0 0 0,0 0 0,0 0 0,0-1 0,0 1 0,1 0 0,-1 0 0,0 0 0,0-1 0,0 1 0,0 0 0,0 0 0,1 0 0,-1 0 0,0-1 0,0 1 0,0 0 0,1 0 0,-1 0 0,0 0 0,0 0 0,0 0 0,1 0 0,-1-1 0,0 1 0,0 0 0,1 0 0,-1 0 0,0 0 0,0 0 0,0 0 0,1 0 0,-1 0 0,0 0 0,0 0 0,1 1 0,14-4 0,240-1 0,-146 6 0,-65-1 0,-15 0 0,1-1 0,32-5 0,-45 0 0,-26 0 0,-25 0 0,8 3 0,13 1 0,1 0 0,0 0 0,-1 1 0,1 1 0,0 0 0,-23 5 0,33-5 0,1 0 0,-1 0 0,0 0 0,1 0 0,-1 1 0,1-1 0,-1 0 0,1 1 0,0-1 0,0 1 0,-1-1 0,1 1 0,0 0 0,0 0 0,1-1 0,-1 1 0,0 0 0,1 0 0,-1 0 0,1 0 0,-1 0 0,1 4 0,-1 5 0,0 1 0,3 21 0,-1-16 0,32 356-1365,-29-349-5461</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7:27.259"/>
    </inkml:context>
    <inkml:brush xml:id="br0">
      <inkml:brushProperty name="width" value="0.05" units="cm"/>
      <inkml:brushProperty name="height" value="0.05" units="cm"/>
    </inkml:brush>
  </inkml:definitions>
  <inkml:trace contextRef="#ctx0" brushRef="#br0">43 12 24575,'-3'-3'0,"-5"-1"0,-3 0 0,0 4 0,4 5 0,4 5 0,6 3 0,2 7 0,3 5 0,1 6 0,-2 2 0,-1 0 0,-3 1 0,-1 0 0,-1-3 0,0-3 0,-2-6-8191</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7:27.583"/>
    </inkml:context>
    <inkml:brush xml:id="br0">
      <inkml:brushProperty name="width" value="0.05" units="cm"/>
      <inkml:brushProperty name="height" value="0.05" units="cm"/>
    </inkml:brush>
  </inkml:definitions>
  <inkml:trace contextRef="#ctx0" brushRef="#br0">1 265 24575,'0'-1'0,"1"-1"0,-1 1 0,1 0 0,-1 0 0,1-1 0,-1 1 0,1 0 0,0 0 0,0 0 0,0 0 0,-1 0 0,1 0 0,0 0 0,0 0 0,1 0 0,-1 1 0,0-1 0,0 0 0,0 1 0,0-1 0,3 0 0,28-9 0,-12 9 0,-1 1 0,1 1 0,-1 1 0,0 1 0,22 6 0,17 1 0,-47-8 0,2 0 0,0 0 0,1-1 0,-1 0 0,22-2 0,-32 1 0,0-1 0,-1 1 0,1-1 0,0 1 0,-1-1 0,1 0 0,-1 0 0,1 0 0,-1-1 0,0 1 0,1 0 0,-1-1 0,0 0 0,0 1 0,0-1 0,0 0 0,0 0 0,0 0 0,-1 0 0,1-1 0,0 1 0,-1 0 0,0-1 0,0 1 0,0-1 0,0 1 0,0-1 0,1-4 0,0-14 0,-1 1 0,-1-1 0,-1 1 0,-1 0 0,-1-1 0,0 1 0,-7-20 0,1 17 0,3 18 0,1 15 0,3 5 0,1-1 0,0 1 0,1-1 0,3 26 0,14 61 0,-7-51 0,10 69-1365,-10-66-5461</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7:29.759"/>
    </inkml:context>
    <inkml:brush xml:id="br0">
      <inkml:brushProperty name="width" value="0.05" units="cm"/>
      <inkml:brushProperty name="height" value="0.05" units="cm"/>
    </inkml:brush>
  </inkml:definitions>
  <inkml:trace contextRef="#ctx0" brushRef="#br0">180 388 24575,'0'-1'0,"0"1"0,0-1 0,0 1 0,0-1 0,-1 0 0,1 1 0,0-1 0,0 1 0,-1 0 0,1-1 0,0 1 0,-1-1 0,1 1 0,0-1 0,-1 1 0,1 0 0,-1-1 0,1 1 0,-1 0 0,1-1 0,-1 1 0,1 0 0,-1 0 0,1-1 0,-1 1 0,1 0 0,-1 0 0,1 0 0,-1 0 0,0 0 0,1 0 0,-1 0 0,1 0 0,-1 0 0,1 0 0,-1 0 0,1 0 0,-1 0 0,0 0 0,1 1 0,-1-1 0,1 0 0,-1 0 0,1 1 0,-1-1 0,1 0 0,0 1 0,-1-1 0,1 0 0,-1 1 0,1-1 0,0 1 0,-1-1 0,1 0 0,0 1 0,-1-1 0,1 1 0,-1 0 0,0 7 0,-1 0 0,1 1 0,1-1 0,-1 0 0,1 0 0,1 0 0,-1 0 0,4 13 0,-1 9 0,0 6 0,-1-19 0,-1 0 0,0 0 0,-1 0 0,-1 1 0,-5 23 0,6-39 0,0-1 0,0 0 0,-1 0 0,1 1 0,0-1 0,-1 0 0,1 0 0,-1 0 0,1 0 0,-1 0 0,0 0 0,1 0 0,-1 0 0,0 0 0,0 0 0,0 0 0,0 0 0,0 0 0,0 0 0,0-1 0,0 1 0,-1 0 0,0-1 0,1 0 0,0 0 0,0 0 0,0 0 0,0 0 0,0 0 0,0-1 0,0 1 0,0 0 0,0-1 0,0 1 0,0-1 0,0 1 0,0-1 0,0 0 0,0 1 0,0-1 0,0 0 0,-1-1 0,-4-5 0,1 0 0,-1 0 0,1-1 0,-7-13 0,-4-13 0,2 0 0,1-1 0,-16-66 0,25 78 0,0 0 0,1-1 0,1 1 0,2 0 0,0-1 0,1 1 0,6-29 0,-5 40 0,2-1 0,-1 1 0,2 0 0,0 0 0,0 0 0,1 1 0,0 0 0,1 0 0,1 0 0,0 1 0,0 0 0,13-12 0,-15 17 0,0 0 0,1 0 0,-1 0 0,1 1 0,0 0 0,1 0 0,-1 1 0,1 0 0,-1 0 0,1 0 0,0 1 0,0 1 0,0-1 0,0 1 0,0 1 0,1-1 0,-1 2 0,0-1 0,0 1 0,12 2 0,-11 0 0,0-1 0,1 1 0,-2 1 0,1 0 0,0 0 0,-1 1 0,0 0 0,0 0 0,0 1 0,0 0 0,-1 0 0,0 1 0,-1 0 0,1 0 0,-1 1 0,-1 0 0,8 12 0,-9-13 0,-1 1 0,0-1 0,0 0 0,-1 1 0,0-1 0,0 1 0,-1 0 0,1 0 0,-2-1 0,1 1 0,-1 0 0,-1 0 0,1 0 0,-1 0 0,-1-1 0,1 1 0,-1 0 0,-1-1 0,1 1 0,-1-1 0,-7 12 0,-1-2 0,-2-2 0,1 0 0,-2 0 0,0-1 0,-1-1 0,0 0 0,-23 14 0,17-12 0,11-4 0,10-11 0,0 0 0,0 1 0,0-1 0,0 0 0,0 0 0,0 0 0,0 0 0,0 0 0,0 1 0,0-1 0,0 0 0,0 0 0,0 0 0,0 0 0,0 0 0,0 1 0,0-1 0,0 0 0,0 0 0,0 0 0,0 0 0,0 0 0,0 0 0,0 1 0,0-1 0,0 0 0,1 0 0,-1 0 0,0 0 0,0 0 0,0 0 0,0 0 0,0 0 0,0 0 0,1 1 0,-1-1 0,0 0 0,0 0 0,0 0 0,0 0 0,0 0 0,1 0 0,25 0 0,-19-1 0,34-2 0,76 5 0,-101-1 0,0 1 0,1 1 0,-1 1 0,-1 0 0,1 2 0,0-1 0,22 13 0,-34-16 0,0 1 0,0-1 0,0 1 0,-1 0 0,1 0 0,-1 0 0,0 0 0,0 1 0,0 0 0,0-1 0,3 7 0,-5-8 0,0 0 0,-1-1 0,1 1 0,-1 0 0,1 0 0,-1 0 0,0 0 0,1 0 0,-1 0 0,0 0 0,0 0 0,-1 0 0,1 0 0,0 0 0,-1-1 0,1 1 0,-1 0 0,1 0 0,-1 0 0,0 0 0,0-1 0,0 1 0,0 0 0,0-1 0,0 1 0,0-1 0,-1 1 0,1-1 0,-3 2 0,-3 3 0,-1 0 0,0-1 0,-1 0 0,1 0 0,-1-1 0,0 0 0,0-1 0,0 0 0,0-1 0,-1 1 0,-10 0 0,-2 0 0,0-1 0,0-2 0,-40-2 0,21-5-1365,8-1-5461</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7:30.102"/>
    </inkml:context>
    <inkml:brush xml:id="br0">
      <inkml:brushProperty name="width" value="0.05" units="cm"/>
      <inkml:brushProperty name="height" value="0.05" units="cm"/>
    </inkml:brush>
  </inkml:definitions>
  <inkml:trace contextRef="#ctx0" brushRef="#br0">106 15 24575,'-4'-2'0,"1"0"0,-1 0 0,0 0 0,0 0 0,0 1 0,0 0 0,-4-1 0,5 2 0,0-1 0,1 1 0,-1 0 0,0 1 0,1-1 0,-1 0 0,1 1 0,-1 0 0,0-1 0,1 1 0,-1 0 0,1 0 0,0 0 0,-1 1 0,1-1 0,0 1 0,0-1 0,0 1 0,0 0 0,0-1 0,0 1 0,0 0 0,1 1 0,-1-1 0,1 0 0,-1 0 0,1 1 0,0-1 0,0 0 0,0 1 0,0-1 0,0 1 0,1-1 0,-1 1 0,0 3 0,0 2 0,1-1 0,-1 1 0,1 0 0,0-1 0,1 1 0,0 0 0,0 0 0,1-1 0,0 1 0,0-1 0,4 8 0,-3-7 0,1-1 0,0 1 0,1-1 0,0 0 0,0 0 0,1 0 0,-1-1 0,2 1 0,-1-1 0,0-1 0,1 1 0,0-1 0,1-1 0,-1 1 0,1-1 0,0-1 0,0 1 0,0-1 0,0 0 0,0-1 0,1 0 0,-1-1 0,1 1 0,0-2 0,-1 1 0,1-1 0,0 0 0,-1-1 0,1 0 0,-1 0 0,17-6 0,-18 5 0,-1-1 0,1 0 0,-1 0 0,1 0 0,-1-1 0,0 0 0,0 0 0,-1-1 0,1 0 0,-1 0 0,0 0 0,0 0 0,-1-1 0,7-9 0,-9 10 0,1 1 0,-1-1 0,0 0 0,0 1 0,0-1 0,-1 0 0,0 0 0,1 0 0,-2 0 0,1 0 0,-1 0 0,0 0 0,0-1 0,0 1 0,-1 0 0,1 0 0,-1 0 0,-1 0 0,1 0 0,-1 0 0,-2-6 0,1 7 15,1 0 0,-1 1 0,0-1 0,0 1-1,-1 0 1,1 0 0,0 0 0,-1 0 0,0 1 0,0-1-1,0 1 1,0 0 0,0 0 0,0 0 0,0 1 0,-1-1 0,1 1-1,-1 0 1,1 0 0,-1 1 0,1-1 0,-10 2 0,8-2-122,-1 1 0,1 1 1,0-1-1,-1 1 0,1 1 1,0-1-1,0 1 0,0 0 1,0 0-1,0 1 0,0-1 1,0 2-1,1-1 0,0 0 1,-9 8-1,1 4-6719</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7:30.458"/>
    </inkml:context>
    <inkml:brush xml:id="br0">
      <inkml:brushProperty name="width" value="0.05" units="cm"/>
      <inkml:brushProperty name="height" value="0.05" units="cm"/>
    </inkml:brush>
  </inkml:definitions>
  <inkml:trace contextRef="#ctx0" brushRef="#br0">109 74 24575,'0'-1'0,"0"0"0,0-1 0,-1 1 0,1 0 0,-1-1 0,1 1 0,-1 0 0,1 0 0,-1-1 0,0 1 0,0 0 0,0 0 0,1 0 0,-1 0 0,0 0 0,0 0 0,0 0 0,-1 0 0,1 0 0,0 1 0,0-1 0,0 0 0,-1 1 0,1-1 0,0 1 0,0-1 0,-1 1 0,-1-1 0,1 0 0,-1 1 0,1-1 0,-1 1 0,1 0 0,0 0 0,-1-1 0,1 2 0,-1-1 0,1 0 0,-1 0 0,1 1 0,0-1 0,-1 1 0,1 0 0,-3 1 0,2 0 0,0 1 0,0 0 0,0 0 0,0 0 0,1 0 0,-1 0 0,1 1 0,0-1 0,0 1 0,0 0 0,1-1 0,-1 1 0,1 0 0,0 0 0,-1 5 0,0-1 0,0 1 0,1 0 0,1 0 0,-1 0 0,2 17 0,0-20 0,1 0 0,-1 1 0,1-1 0,0 0 0,0 0 0,1 0 0,0 0 0,0 0 0,0-1 0,0 1 0,1-1 0,0 0 0,0 0 0,1 0 0,0-1 0,-1 0 0,8 5 0,-9-6 0,1-1 0,0 0 0,0 0 0,0-1 0,0 1 0,0-1 0,0 0 0,0 0 0,0 0 0,0-1 0,1 1 0,-1-1 0,0 0 0,0 0 0,0 0 0,1-1 0,-1 0 0,0 0 0,0 0 0,0 0 0,0 0 0,0-1 0,0 0 0,0 0 0,0 0 0,-1 0 0,4-3 0,0-1 0,0-1 0,-1 1 0,0-1 0,0 0 0,0-1 0,-1 1 0,0-1 0,-1 0 0,0-1 0,0 1 0,-1-1 0,0 1 0,0-1 0,-1 0 0,0 0 0,1-18 0,-3 21 0,0 0 0,0 0 0,0 1 0,-1-1 0,0 0 0,0 0 0,0 1 0,-1-1 0,0 0 0,0 1 0,0 0 0,-4-7 0,3 9 0,1-1 0,-1 1 0,0 0 0,0 0 0,0 0 0,-1 0 0,1 0 0,-1 1 0,1-1 0,-1 1 0,0 0 0,0 0 0,0 1 0,0-1 0,0 1 0,0 0 0,-9-2 0,9 3 0,0 0 0,-1 0 0,1 0 0,0 0 0,-1 1 0,1 0 0,0 0 0,-1 0 0,1 0 0,0 1 0,0 0 0,0 0 0,0 0 0,1 0 0,-7 5 0,8-6 0,0 0 0,1 0 0,-1 1 0,1-1 0,0 1 0,-1-1 0,1 1 0,0-1 0,0 1 0,0-1 0,0 1 0,0 0 0,0 0 0,1 0 0,-1-1 0,1 1 0,-1 0 0,1 0 0,-1 0 0,1 0 0,0 0 0,0 0 0,0 0 0,0 0 0,0 0 0,1 0 0,-1 0 0,1-1 0,-1 1 0,1 0 0,0 0 0,-1 0 0,1 0 0,0-1 0,0 1 0,0-1 0,2 3 0,14 12-1365,3-3-5461</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7:30.941"/>
    </inkml:context>
    <inkml:brush xml:id="br0">
      <inkml:brushProperty name="width" value="0.05" units="cm"/>
      <inkml:brushProperty name="height" value="0.05" units="cm"/>
    </inkml:brush>
  </inkml:definitions>
  <inkml:trace contextRef="#ctx0" brushRef="#br0">12 13 24575,'0'0'0,"0"-1"0,0 1 0,0-1 0,0 1 0,0-1 0,0 0 0,0 1 0,0-1 0,0 1 0,0-1 0,-1 1 0,1-1 0,0 1 0,0-1 0,-1 1 0,1-1 0,0 1 0,-1-1 0,1 1 0,-1-1 0,1 1 0,-1-1 0,0 1 0,1 0 0,0 0 0,-1 0 0,1 0 0,0 1 0,-1-1 0,1 0 0,0 0 0,0 0 0,-1 0 0,1 1 0,0-1 0,0 0 0,-1 0 0,1 1 0,0-1 0,0 0 0,0 0 0,-1 1 0,1-1 0,0 0 0,0 1 0,0-1 0,0 0 0,0 1 0,0-1 0,0 0 0,0 1 0,-1-1 0,1 0 0,0 1 0,0-1 0,1 0 0,-1 1 0,0-1 0,0 0 0,0 1 0,0-1 0,0 0 0,0 0 0,0 1 0,1 0 0,3 35 0,2 1 0,17 55 0,-11-48 0,6 46 0,-17-80 0,3 27 0,-4-35 0,0 0 0,0 0 0,0 0 0,0 0 0,0 0 0,0 0 0,-1-1 0,1 1 0,-1 0 0,1 0 0,-1 0 0,0-1 0,0 1 0,-2 3 0,3-5 0,0 0 0,0 0 0,-1 0 0,1 0 0,0 0 0,0 0 0,0 0 0,-1 0 0,1 0 0,0 0 0,0 0 0,-1 0 0,1-1 0,0 1 0,0 0 0,-1 0 0,1 0 0,0 0 0,0 0 0,0 0 0,-1-1 0,1 1 0,0 0 0,0 0 0,0 0 0,-1 0 0,1-1 0,0 1 0,0 0 0,0 0 0,0 0 0,0-1 0,0 1 0,0 0 0,-1 0 0,1-1 0,0 1 0,0 0 0,0 0 0,0-1 0,0 1 0,0 0 0,0 0 0,0-1 0,0 1 0,0 0 0,-3-15 0,3 7 0,0-1 0,0 1 0,1-1 0,-1 1 0,2-1 0,0 1 0,0 0 0,0 0 0,1 0 0,4-10 0,-4 11 0,1 1 0,-1 0 0,1-1 0,0 1 0,0 1 0,1-1 0,-1 1 0,1 0 0,1 0 0,-1 0 0,1 1 0,9-7 0,-14 11 0,0-1 0,0 1 0,0-1 0,0 1 0,0-1 0,0 1 0,0 0 0,0 0 0,0-1 0,1 1 0,-1 0 0,0 0 0,2 0 0,-2 0 0,-1 1 0,1-1 0,-1 0 0,1 0 0,-1 0 0,0 1 0,1-1 0,-1 0 0,1 0 0,-1 1 0,0-1 0,1 0 0,-1 1 0,0-1 0,0 0 0,1 1 0,-1-1 0,0 1 0,0-1 0,1 0 0,-1 1 0,0-1 0,0 2 0,0-1 0,1 1 0,-1 0 0,0 0 0,0 0 0,-1-1 0,1 1 0,0 0 0,-1 0 0,1-1 0,-1 1 0,1 0 0,-1-1 0,0 1 0,0 0 0,0-1 0,-1 3 0,-3 2 0,0-1 0,-1 0 0,1 1 0,-8 4 0,8-7 0,0 1 0,1-1 0,0 1 0,-1 1 0,1-1 0,-6 10 0,10-14 0,0 1 0,-1-1 0,1 1 0,0-1 0,0 1 0,0-1 0,0 1 0,0 0 0,0-1 0,0 1 0,0-1 0,0 1 0,0 0 0,0-1 0,0 1 0,1-1 0,-1 1 0,0-1 0,0 1 0,0-1 0,1 1 0,-1-1 0,0 1 0,1-1 0,-1 1 0,0-1 0,1 1 0,-1-1 0,1 1 0,-1-1 0,1 0 0,-1 1 0,1-1 0,0 1 0,22 10 0,-17-9 0,125 65 34,-86-43-1433,-24-13-5427</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7:31.225"/>
    </inkml:context>
    <inkml:brush xml:id="br0">
      <inkml:brushProperty name="width" value="0.05" units="cm"/>
      <inkml:brushProperty name="height" value="0.05" units="cm"/>
    </inkml:brush>
  </inkml:definitions>
  <inkml:trace contextRef="#ctx0" brushRef="#br0">9 1 24575,'-3'0'0,"-1"3"0,3 1 0,5 0 0,8 0 0,12-2 0,10-4 0,10-1 0,3-1 0,3 1 0,-1 0 0,-8 2-8191</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5:33.631"/>
    </inkml:context>
    <inkml:brush xml:id="br0">
      <inkml:brushProperty name="width" value="0.05" units="cm"/>
      <inkml:brushProperty name="height" value="0.05" units="cm"/>
    </inkml:brush>
  </inkml:definitions>
  <inkml:trace contextRef="#ctx0" brushRef="#br0">632 458 24575,'-7'0'0,"0"-1"0,0 0 0,0 0 0,0 0 0,1-1 0,-1 0 0,1-1 0,-1 1 0,-9-7 0,-5-3 0,-28-24 0,37 26 0,0 1 0,-1-1 0,-1 2 0,0 0 0,-23-10 0,27 16 0,0 0 0,1 0 0,-1 1 0,0 1 0,0-1 0,0 1 0,0 1 0,0 0 0,0 0 0,0 1 0,1 1 0,-1-1 0,0 1 0,1 1 0,-15 8 0,6-3 0,0 1 0,1 1 0,1 1 0,0 1 0,0 0 0,-24 27 0,32-29 0,0-1 0,0 1 0,1 0 0,1 1 0,0-1 0,-6 17 0,8-19 0,2 0 0,-1 0 0,1 1 0,0-1 0,1 0 0,0 1 0,1-1 0,0 0 0,2 16 0,-1-20 0,0 0 0,1-1 0,-1 1 0,1 0 0,0 0 0,1-1 0,-1 1 0,1-1 0,0 0 0,0 0 0,0 0 0,1 0 0,-1-1 0,1 1 0,0-1 0,0 0 0,0 0 0,0 0 0,1 0 0,-1-1 0,1 0 0,0 0 0,5 1 0,2 2 0,1-2 0,0 0 0,1-1 0,-1 0 0,0-1 0,0 0 0,23-2 0,-17-1 0,-1-1 0,1-1 0,-1 0 0,0-1 0,0-1 0,-1-1 0,0-1 0,0 0 0,0-1 0,-1-1 0,0 0 0,-1-1 0,-1-1 0,18-17 0,-17 13 0,0-1 0,-1-1 0,-1-1 0,0 1 0,-1-2 0,-2 0 0,0 0 0,-1-1 0,-1 0 0,-1-1 0,7-33 0,-6 15 0,-3-1 0,-1 1 0,-1-1 0,-3 0 0,-9-79 0,-2 87 0,11 33 0,0-1 0,0 1 0,0-1 0,-1 1 0,1-1 0,0 1 0,-1-1 0,1 1 0,0-1 0,0 1 0,-1-1 0,1 1 0,-1 0 0,1-1 0,0 1 0,-1 0 0,1-1 0,-1 1 0,1 0 0,-1-1 0,1 1 0,-1 0 0,1 0 0,-1 0 0,1-1 0,-1 1 0,0 0 0,1 0 0,-1 0 0,1 0 0,-1 0 0,1 0 0,-1 0 0,1 0 0,-1 0 0,0 1 0,1-1 0,-1 0 0,1 0 0,-1 0 0,1 1 0,-1-1 0,1 0 0,-1 0 0,1 1 0,0-1 0,-1 0 0,1 1 0,-1-1 0,1 1 0,0-1 0,-1 1 0,1-1 0,-1 1 0,-4 8 0,0 0 0,0 0 0,1 0 0,0 0 0,1 1 0,0-1 0,0 1 0,1 0 0,-1 12 0,0-5 0,-10 54 0,-6 120 0,17-146 0,3 0 0,2 0 0,16 83 0,-4-74-1365,2-12-5461</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5:33.956"/>
    </inkml:context>
    <inkml:brush xml:id="br0">
      <inkml:brushProperty name="width" value="0.05" units="cm"/>
      <inkml:brushProperty name="height" value="0.05" units="cm"/>
    </inkml:brush>
  </inkml:definitions>
  <inkml:trace contextRef="#ctx0" brushRef="#br0">114 197 24575,'0'1'0,"1"0"0,-1 0 0,0 0 0,1-1 0,-1 1 0,1 0 0,0 0 0,-1 0 0,1-1 0,0 1 0,-1 0 0,1-1 0,0 1 0,0 0 0,-1-1 0,1 1 0,0-1 0,0 0 0,0 1 0,0-1 0,0 0 0,0 1 0,0-1 0,0 0 0,0 0 0,0 0 0,1 0 0,29 3 0,-20-4 0,-1 0 0,1 0 0,-1-1 0,0-1 0,14-5 0,-18 6 0,-1 0 0,1 0 0,-1-1 0,0 0 0,0 0 0,0 0 0,-1-1 0,1 0 0,-1 1 0,0-2 0,6-5 0,-9 7 0,0 1 0,1-1 0,-1 1 0,0-1 0,0 1 0,-1-1 0,1 0 0,0 0 0,-1 1 0,0-1 0,0 0 0,0 0 0,0 0 0,0 1 0,0-1 0,-1 0 0,1 0 0,-1 1 0,0-1 0,1 0 0,-2 1 0,1-1 0,0 1 0,0-1 0,-1 1 0,1-1 0,-1 1 0,0 0 0,-3-3 0,-1-2 0,0 1 0,-1-1 0,0 2 0,0-1 0,0 1 0,-1 0 0,-15-8 0,14 10 0,1-1 0,-1 1 0,1 1 0,-1-1 0,0 2 0,0-1 0,0 1 0,0 0 0,-12 1 0,16 1 0,0-1 0,0 1 0,0 0 0,1 1 0,-1-1 0,0 1 0,1 0 0,-1 0 0,1 1 0,0-1 0,0 1 0,0 0 0,0 0 0,0 0 0,0 0 0,1 1 0,0 0 0,-5 6 0,2-1 19,1 0 0,0 1 0,1-1 0,0 1 0,0 0 0,1 0 0,0 1 0,1-1 0,0 1 0,1-1 0,0 1 0,1-1 0,0 1 0,1 0 0,0-1 0,0 1 0,5 16 0,-3-15-133,1 0 0,0 0 0,1 0 0,0-1 1,0 0-1,1 0 0,1 0 0,0-1 1,0 0-1,1 0 0,1-1 0,-1 0 1,1 0-1,16 11 0,13 3-6712</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5:34.396"/>
    </inkml:context>
    <inkml:brush xml:id="br0">
      <inkml:brushProperty name="width" value="0.05" units="cm"/>
      <inkml:brushProperty name="height" value="0.05" units="cm"/>
    </inkml:brush>
  </inkml:definitions>
  <inkml:trace contextRef="#ctx0" brushRef="#br0">59 41 24575,'-1'-1'0,"1"1"0,0-1 0,0 0 0,0 1 0,-1-1 0,1 0 0,0 1 0,-1-1 0,1 1 0,-1-1 0,1 0 0,0 1 0,-1-1 0,1 1 0,-1-1 0,1 1 0,-1 0 0,0-1 0,1 1 0,-1-1 0,0 1 0,1 0 0,-1-1 0,1 1 0,-1 0 0,0 0 0,0 0 0,1 0 0,-1-1 0,0 1 0,1 0 0,-2 0 0,0 0 0,1 0 0,0 0 0,-1 0 0,1 0 0,0 0 0,-1 0 0,1 1 0,0-1 0,-1 0 0,1 1 0,0-1 0,0 1 0,0-1 0,-1 1 0,1 0 0,0-1 0,-2 2 0,1 2 0,0-1 0,0 1 0,1-1 0,-1 1 0,1 0 0,-1 0 0,1 0 0,0-1 0,1 1 0,-1 0 0,1 0 0,0 6 0,3 49 0,-1-42 0,1 1 0,0-1 0,1 1 0,1-1 0,1 0 0,9 18 0,-13-31 0,0 1 0,0-1 0,1 0 0,0 0 0,0 0 0,0 0 0,0-1 0,0 1 0,1-1 0,0 0 0,-1 0 0,1 0 0,1 0 0,-1-1 0,0 0 0,0 1 0,1-2 0,-1 1 0,1 0 0,0-1 0,-1 0 0,1 0 0,0 0 0,0-1 0,0 0 0,0 0 0,5 0 0,1-2 0,0 0 0,0-1 0,-1 0 0,1-1 0,-1 0 0,0-1 0,0 0 0,-1 0 0,1-1 0,-1 0 0,16-15 0,-12 9 0,-1 0 0,0-1 0,-1-1 0,0 0 0,-1 0 0,15-29 0,-22 38 0,-1-1 0,0 1 0,0-1 0,0 0 0,-1 1 0,1-1 0,-1 0 0,-1 0 0,1 0 0,-1 0 0,0 0 0,-2-10 0,1 12 0,0 0 0,0 1 0,0-1 0,-1 1 0,1-1 0,-1 1 0,0-1 0,0 1 0,0 0 0,0 0 0,-1 0 0,1 0 0,-1 1 0,0-1 0,0 1 0,0-1 0,0 1 0,0 0 0,0 0 0,-7-2 0,1 0 0,1 1 0,-1 1 0,-1 0 0,1 0 0,0 0 0,0 1 0,-1 1 0,1 0 0,0 0 0,-1 1 0,1 0 0,0 0 0,-1 1 0,-16 6 0,19-6 0,0 1 0,0 0 0,1 0 0,-1 0 0,1 1 0,0 0 0,0 1 0,0-1 0,0 1 0,1 0 0,0 0 0,0 1 0,1-1 0,-1 1 0,1 0 0,0 1 0,1-1 0,-1 1 0,-3 10 0,4-3 0,-1 0 0,2 1 0,0-1 0,1 1 0,0 0 0,1-1 0,0 1 0,2 0 0,0-1 0,0 1 0,1-1 0,1 0 0,9 23 0,-8-26 0,0 0 0,0-1 0,1 1 0,1-1 0,-1-1 0,2 1 0,-1-1 0,1-1 0,1 1 0,0-1 0,0-1 0,0 1 0,1-2 0,0 1 0,0-1 0,1-1 0,13 5 0,-6-4-195,-1-2 0,1 0 0,1-1 0,-1-1 0,0 0 0,25-2 0,5-3-6631</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5:34.816"/>
    </inkml:context>
    <inkml:brush xml:id="br0">
      <inkml:brushProperty name="width" value="0.05" units="cm"/>
      <inkml:brushProperty name="height" value="0.05" units="cm"/>
    </inkml:brush>
  </inkml:definitions>
  <inkml:trace contextRef="#ctx0" brushRef="#br0">61 129 24575,'-1'-7'0,"0"1"0,0-1 0,0 1 0,-1-1 0,0 1 0,0 0 0,0-1 0,-1 1 0,0 1 0,0-1 0,-1 0 0,0 1 0,0-1 0,-6-5 0,10 10 0,0 1 0,-1 0 0,1-1 0,0 1 0,0 0 0,-1-1 0,1 1 0,0 0 0,-1 0 0,1-1 0,0 1 0,-1 0 0,1 0 0,0 0 0,-1-1 0,1 1 0,0 0 0,-1 0 0,1 0 0,-1 0 0,1 0 0,0 0 0,-1 0 0,1 0 0,-1 0 0,1 0 0,0 0 0,-1 0 0,1 0 0,-1 0 0,1 0 0,0 0 0,-1 1 0,1-1 0,-1 0 0,1 0 0,0 0 0,-1 1 0,1-1 0,0 0 0,0 0 0,-1 1 0,1-1 0,0 0 0,-1 1 0,1-1 0,0 0 0,0 1 0,0-1 0,-1 0 0,1 1 0,0-1 0,0 0 0,0 1 0,0-1 0,0 1 0,0-1 0,0 0 0,0 1 0,0-1 0,0 1 0,2 28 0,9 10 0,31 68 0,-10-30 0,32 69 0,-85-198 0,1 8 0,3-1 0,2-1 0,-14-68 0,29 108 0,-1 0 0,0 1 0,1-1 0,0 0 0,1 1 0,-1-1 0,1 1 0,0-1 0,0 0 0,1 1 0,-1 0 0,1-1 0,1 1 0,-1 0 0,5-8 0,-4 10 0,0 0 0,-1 0 0,1 0 0,0 0 0,1 1 0,-1-1 0,0 1 0,1 0 0,0 0 0,-1 0 0,1 0 0,0 1 0,0-1 0,0 1 0,0 0 0,0 0 0,0 1 0,0-1 0,0 1 0,0 0 0,0 0 0,5 1 0,5 0 0,0 2 0,1 0 0,-1 1 0,0 0 0,-1 1 0,1 0 0,-1 1 0,0 1 0,14 10 0,-13-8 0,-1 0 0,0 1 0,-1 1 0,0 0 0,-1 0 0,0 1 0,-1 1 0,9 14 0,-16-23 0,0 1 0,-1 0 0,0 0 0,0 0 0,0 0 0,0 1 0,-1-1 0,0 0 0,1 8 0,-2-11 0,0 1 0,0 0 0,0-1 0,-1 1 0,1-1 0,-1 1 0,1-1 0,-1 1 0,0-1 0,0 0 0,0 1 0,0-1 0,-1 0 0,1 0 0,-1 0 0,1 1 0,-1-2 0,0 1 0,1 0 0,-1 0 0,-4 2 0,-2 1 0,-1 0 0,0-1 0,0 0 0,0 0 0,0-1 0,-1-1 0,1 1 0,-1-1 0,0-1 0,-13 1 0,1-2 0,-1 0 0,1-1 0,-34-7 0,2-6-1365,8-2-5461</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5:35.284"/>
    </inkml:context>
    <inkml:brush xml:id="br0">
      <inkml:brushProperty name="width" value="0.05" units="cm"/>
      <inkml:brushProperty name="height" value="0.05" units="cm"/>
    </inkml:brush>
  </inkml:definitions>
  <inkml:trace contextRef="#ctx0" brushRef="#br0">410 280 24575,'-1'-14'0,"1"0"0,-2 0 0,0 1 0,0-1 0,-1 0 0,-1 1 0,0 0 0,-1 0 0,-1 0 0,0 0 0,-10-15 0,10 20 0,1 0 0,-1 0 0,-1 1 0,0 0 0,0 1 0,0-1 0,-1 1 0,1 0 0,-2 1 0,1 0 0,0 0 0,-1 1 0,0 0 0,0 1 0,0 0 0,-19-4 0,15 5 0,0 1 0,1 0 0,-1 1 0,0 0 0,0 1 0,1 0 0,-1 1 0,-21 6 0,30-7 0,0 0 0,1 0 0,-1 1 0,0 0 0,1-1 0,-1 1 0,1 0 0,0 1 0,-1-1 0,1 1 0,0-1 0,0 1 0,1 0 0,-1 0 0,1 0 0,-1 0 0,1 1 0,0-1 0,0 1 0,1-1 0,-1 1 0,1 0 0,-1-1 0,1 1 0,0 0 0,1 0 0,-1 0 0,1 0 0,-1 0 0,1 0 0,1 7 0,1-3 0,-1 0 0,1 0 0,1 0 0,0-1 0,0 1 0,0-1 0,1 1 0,0-1 0,0 0 0,1-1 0,0 1 0,9 9 0,7 4 0,0-1 0,29 21 0,130 73 0,-96-65 0,-76-43 0,29 19 0,-35-22 0,0-1 0,0 1 0,0 0 0,0 0 0,0 0 0,-1 0 0,1 0 0,-1 0 0,1 0 0,-1 1 0,0-1 0,2 5 0,-3-6 0,0 0 0,0 0 0,0 0 0,0 0 0,-1-1 0,1 1 0,0 0 0,0 0 0,-1 0 0,1 0 0,0-1 0,-1 1 0,1 0 0,-1 0 0,1-1 0,-1 1 0,0 0 0,1-1 0,-1 1 0,1-1 0,-1 1 0,0 0 0,0-1 0,1 0 0,-1 1 0,0-1 0,0 1 0,0-1 0,1 0 0,-1 0 0,0 1 0,-1-1 0,-32 7 0,32-6 0,-24 2 57,1-2 0,0 0 0,-1-2 0,1 0 0,-36-8 0,18 1-626,2-3 0,-57-22 0,42 10-6257</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5:35.675"/>
    </inkml:context>
    <inkml:brush xml:id="br0">
      <inkml:brushProperty name="width" value="0.05" units="cm"/>
      <inkml:brushProperty name="height" value="0.05" units="cm"/>
    </inkml:brush>
  </inkml:definitions>
  <inkml:trace contextRef="#ctx0" brushRef="#br0">1 18 24575,'11'-4'0,"1"1"0,-1 0 0,1 0 0,0 2 0,0-1 0,0 1 0,0 1 0,0 0 0,18 3 0,-28-2 0,1 0 0,-1 0 0,0 0 0,0 0 0,-1 1 0,1-1 0,0 1 0,0-1 0,-1 1 0,1 0 0,0-1 0,-1 1 0,0 0 0,0 0 0,1 0 0,-1 0 0,0 0 0,0 0 0,-1 1 0,1-1 0,0 0 0,-1 0 0,1 1 0,-1 2 0,2 9 0,-1 1 0,-2 27 0,0-17 0,7 87 0,23 118 0,-18-150 0,-9-70 0,-2-3 0,1 0 0,0 0 0,1 0 0,-1-1 0,1 1 0,1 0 0,4 10 0,-6-16 0,-1-1 0,1 1 0,-1 0 0,1-1 0,-1 1 0,1-1 0,-1 1 0,1-1 0,0 1 0,-1-1 0,1 1 0,0-1 0,-1 0 0,1 1 0,0-1 0,0 0 0,-1 0 0,1 0 0,0 1 0,0-1 0,-1 0 0,1 0 0,0 0 0,0 0 0,-1 0 0,1 0 0,0 0 0,0-1 0,-1 1 0,1 0 0,0 0 0,0-1 0,-1 1 0,1 0 0,0-1 0,-1 1 0,1 0 0,0-1 0,-1 1 0,1-1 0,0 0 0,25-27 0,-24 25 0,48-66 0,-34 45 0,1 0 0,2 1 0,0 0 0,26-22 0,-43 43 0,0 0 0,0 0 0,0 1 0,1 0 0,-1-1 0,0 1 0,1 0 0,-1 0 0,0 0 0,1 0 0,-1 0 0,1 1 0,0-1 0,-1 1 0,6 0 0,-6 0 0,-1 0 0,1 1 0,0 0 0,0-1 0,-1 1 0,1 0 0,-1 0 0,1 0 0,-1 0 0,1 0 0,-1 0 0,1 0 0,-1 0 0,0 1 0,0-1 0,1 0 0,-1 1 0,0-1 0,0 1 0,-1-1 0,1 1 0,0 0 0,1 3 0,3 10 83,-1 0 0,0 0 0,2 29 0,-3-25-932,8 36 1,-4-35-5978</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5:37.257"/>
    </inkml:context>
    <inkml:brush xml:id="br0">
      <inkml:brushProperty name="width" value="0.05" units="cm"/>
      <inkml:brushProperty name="height" value="0.05" units="cm"/>
    </inkml:brush>
  </inkml:definitions>
  <inkml:trace contextRef="#ctx0" brushRef="#br0">151 424 24575,'1'-6'0,"0"0"0,0 0 0,0-1 0,3-7 0,-3 10 0,0 1 0,0-1 0,0 1 0,0-1 0,0 1 0,-1-1 0,0 0 0,0 1 0,0-1 0,0 0 0,0 1 0,-1-1 0,0 0 0,1 1 0,-1-1 0,-2-4 0,1 5 0,1 0 0,-1 0 0,0 0 0,1 1 0,-1-1 0,-1 0 0,1 1 0,0-1 0,-1 1 0,1 0 0,-1 0 0,0 0 0,1 0 0,-1 0 0,0 1 0,0-1 0,0 1 0,-1-1 0,1 1 0,0 0 0,-4 0 0,4 1 0,0 0 0,0 0 0,0 0 0,1 1 0,-1-1 0,0 1 0,1 0 0,-1 0 0,0 0 0,1 0 0,-1 0 0,1 0 0,0 1 0,-1-1 0,1 1 0,0 0 0,0-1 0,0 1 0,0 0 0,0 0 0,0 1 0,1-1 0,-1 0 0,1 0 0,-1 1 0,0 3 0,-5 9 0,0 2 0,2-1 0,0 1 0,1-1 0,1 1 0,0 1 0,1-1 0,1 0 0,1 0 0,0 1 0,1-1 0,1 0 0,4 19 0,-5-34 0,-1 0 0,0 0 0,1 0 0,0 0 0,-1 0 0,1 0 0,0 0 0,0 0 0,0 0 0,0-1 0,1 1 0,-1 0 0,0-1 0,1 1 0,-1-1 0,1 1 0,-1-1 0,1 0 0,0 0 0,-1 0 0,1 0 0,0 0 0,0 0 0,0 0 0,0 0 0,0-1 0,0 1 0,0-1 0,0 1 0,0-1 0,0 0 0,0 0 0,0 0 0,0 0 0,1 0 0,-1 0 0,0-1 0,0 1 0,0-1 0,3-1 0,2 0 0,0-1 0,0-1 0,-1 1 0,1-1 0,-1 0 0,0 0 0,0-1 0,0 0 0,-1 0 0,7-8 0,-3 2 0,-1-1 0,0 0 0,0-1 0,-1 1 0,-1-1 0,0-1 0,-1 1 0,-1-1 0,0 0 0,3-21 0,-9 13 0,-2 15 0,-1 15 0,3 1 0,0 0 0,0 0 0,1 0 0,0 0 0,1 1 0,0-1 0,0 0 0,1 0 0,0 0 0,0 0 0,1 1 0,6 15 0,-6-20 0,0 0 0,1 0 0,0-1 0,-1 1 0,2 0 0,-1-1 0,0 0 0,1 0 0,0 0 0,0 0 0,0 0 0,0-1 0,1 0 0,-1 0 0,1 0 0,0 0 0,0-1 0,0 0 0,0 0 0,0 0 0,1-1 0,8 2 0,-4-2 0,-1 0 0,0-1 0,0-1 0,0 1 0,0-1 0,0-1 0,0 0 0,0 0 0,0-1 0,0 0 0,-1 0 0,0-1 0,1 0 0,-1-1 0,-1 0 0,1 0 0,-1-1 0,0 1 0,10-12 0,-7 7 0,0-1 0,-1 0 0,-1-1 0,1 0 0,-2 0 0,0-1 0,0 1 0,-2-2 0,1 1 0,-2-1 0,6-25 0,-6 17 0,-2-1 0,-1 0 0,0 0 0,-2 0 0,-5-38 0,4 50 0,0 0 0,-1 0 0,0 0 0,-1 0 0,0 1 0,0-1 0,-1 1 0,-1 0 0,0 0 0,0 1 0,-1 0 0,0 0 0,-12-11 0,18 18 0,-1 0 0,0 1 0,1-1 0,-1 1 0,0 0 0,0 0 0,0 0 0,0 0 0,0 0 0,0 0 0,0 0 0,0 0 0,-1 1 0,1-1 0,0 1 0,0 0 0,-1 0 0,1 0 0,0 0 0,0 0 0,0 0 0,-1 0 0,1 1 0,0-1 0,0 1 0,-3 1 0,2-1 0,0 1 0,0 1 0,1-1 0,-1 0 0,1 0 0,0 1 0,-1 0 0,1-1 0,0 1 0,1 0 0,-1 0 0,0 0 0,1 0 0,0 0 0,-1 0 0,0 7 0,-4 20 0,1 1 0,2 0 0,1 0 0,1 0 0,2 0 0,1 0 0,11 56 0,-9-65 0,2 1 0,0-1 0,1-1 0,1 1 0,1-1 0,13 20 0,-18-34 0,0 0 0,1-1 0,0 1 0,1-1 0,-1-1 0,1 1 0,1-1 0,12 9 0,-14-12 0,0 1 0,1-1 0,-1 1 0,1-1 0,0-1 0,-1 1 0,1-1 0,0 0 0,0-1 0,0 1 0,0-1 0,0 0 0,8-2 0,-4 0 0,0 0 0,0-1 0,0-1 0,0 0 0,-1 0 0,0 0 0,1-1 0,-2-1 0,1 0 0,-1 0 0,0 0 0,9-10 0,1-2 0,-1-1 0,0-1 0,23-39 0,-25 34 0,-2 0 0,0-1 0,-2 0 0,-1-1 0,-1 0 0,-2-1 0,7-40 0,-14 62 0,0-1 0,0 0 0,0 1 0,-2-11 0,2 16 0,0 0 0,-1-1 0,1 1 0,0 0 0,-1 0 0,1 0 0,-1 0 0,1 0 0,-1 0 0,0 0 0,1 0 0,-1 0 0,-1-2 0,1 3 0,1 0 0,-1 0 0,1 0 0,-1-1 0,0 1 0,1 0 0,-1 0 0,1 0 0,-1 0 0,1 0 0,-1 0 0,0 0 0,1 0 0,-1 0 0,1 0 0,-1 0 0,1 1 0,-1-1 0,0 0 0,1 0 0,-1 1 0,1-1 0,-1 0 0,1 1 0,0-1 0,-1 0 0,1 1 0,-1-1 0,1 0 0,-1 2 0,-4 3 0,1 0 0,-1 0 0,1 1 0,0-1 0,1 1 0,0 0 0,-1 1 0,2-1 0,-1 0 0,-2 13 0,-1 5 0,-4 42 0,6-35 0,2 1 0,2-1 0,5 54 0,-4-75 0,0 1 0,1-1 0,1 1 0,0-1 0,0 0 0,1 0 0,0 0 0,1-1 0,0 1 0,0-1 0,1 0 0,1-1 0,-1 1 0,14 12 0,-17-19 0,0 1 0,0-1 0,0 0 0,0 0 0,1 0 0,-1 0 0,1-1 0,0 1 0,-1-1 0,1 0 0,0 0 0,0 0 0,-1 0 0,1-1 0,0 0 0,6 0 0,-5 0 0,1-1 0,-1-1 0,0 1 0,-1-1 0,1 0 0,0 0 0,0 0 0,-1 0 0,1-1 0,-1 0 0,5-4 0,3-3 0,-1-1 0,0-1 0,0 0 0,-1-1 0,-1 0 0,0 0 0,7-16 0,-3 4 0,13-37 0,-23 54 0,0-1 0,-1 0 0,0 0 0,0 0 0,-1 0 0,0 0 0,-1 0 0,0-12 0,0 20 0,0 0 0,0 0 0,0 1 0,0-1 0,0 0 0,0 0 0,0 0 0,0 0 0,-1 1 0,1-1 0,0 0 0,0 0 0,-1 0 0,1 1 0,-1-1 0,1 0 0,-1 1 0,1-1 0,-1 0 0,1 1 0,-1-1 0,1 0 0,-1 1 0,0-1 0,1 1 0,-1-1 0,0 1 0,0 0 0,-1-1 0,1 1 0,0 0 0,-1 1 0,1-1 0,0 0 0,-1 1 0,1 0 0,0-1 0,0 1 0,0 0 0,-1-1 0,1 1 0,0 0 0,0 0 0,0 0 0,-1 2 0,-5 4 0,1 1 0,0 0 0,-9 16 0,12-19 0,0 0 0,1 1 0,0-1 0,0 1 0,0 0 0,1-1 0,0 1 0,0 0 0,0 0 0,1 0 0,0 0 0,0 0 0,0 0 0,3 11 0,-1-12 0,0 0 0,0 0 0,0-1 0,0 1 0,1-1 0,0 1 0,0-1 0,0 0 0,0 0 0,1-1 0,-1 1 0,1 0 0,0-1 0,0 0 0,1 0 0,-1 0 0,7 2 0,2 1 0,1 0 0,-1-1 0,1-1 0,0 0 0,0-1 0,1 0 0,-1-1 0,0-1 0,1 0 0,19-2 0,-24 0 0,1 0 0,0-1 0,0 0 0,-1 0 0,1-1 0,-1-1 0,0 0 0,0 0 0,0-1 0,-1 0 0,0 0 0,0-1 0,0-1 0,11-10 0,-17 14 0,0 0 0,0 0 0,-1 0 0,1 0 0,-1 0 0,0-1 0,0 1 0,0-1 0,0 1 0,-1-1 0,0 0 0,1 0 0,-1 1 0,-1-1 0,1 0 0,-1 0 0,1 0 0,-1 0 0,0 0 0,-1-4 0,0 3 0,0 1 0,0 0 0,-1 0 0,0 0 0,0 0 0,0 0 0,0 1 0,0-1 0,-1 1 0,0-1 0,1 1 0,-1 0 0,-1 0 0,1 0 0,0 0 0,-1 1 0,1-1 0,-6-1 0,0-1 0,-1 1 0,0 0 0,0 1 0,-1 0 0,1 1 0,-1 0 0,1 1 0,-1 0 0,0 0 0,1 1 0,-22 3 0,31-3 0,-1 0 0,1 0 0,-1 0 0,1 0 0,-1 1 0,1-1 0,0 0 0,-1 1 0,1-1 0,-1 1 0,1-1 0,0 1 0,0 0 0,-1 0 0,1 0 0,0-1 0,0 1 0,0 0 0,0 1 0,0-1 0,0 0 0,0 0 0,0 0 0,1 0 0,-1 1 0,0-1 0,1 0 0,-1 1 0,1-1 0,-1 2 0,1-1 0,0 0 0,0 0 0,0 0 0,1 0 0,-1 0 0,1 0 0,-1 0 0,1 0 0,0 0 0,0-1 0,0 1 0,0 0 0,0-1 0,0 1 0,0-1 0,0 1 0,1-1 0,-1 1 0,1-1 0,-1 0 0,1 0 0,1 2 0,6 2 0,0-1 0,-1 0 0,1 0 0,1-1 0,-1 0 0,0-1 0,1 0 0,-1 0 0,1-1 0,0 0 0,0 0 0,-1-2 0,1 1 0,11-3 0,17-2 0,-1-3 0,43-14 0,-78 21 0,-1 1 0,1-1 0,-1 1 0,0 0 0,1-1 0,-1 1 0,1 0 0,-1 0 0,1 0 0,-1 0 0,1 0 0,-1 0 0,1 0 0,-1 1 0,3 0 0,-4-1 0,1 1 0,-1 0 0,1-1 0,-1 1 0,1 0 0,-1 0 0,0-1 0,1 1 0,-1 0 0,0 0 0,1 0 0,-1-1 0,0 1 0,0 0 0,0 0 0,0 0 0,0 0 0,0-1 0,0 1 0,0 0 0,0 0 0,0 0 0,-1 0 0,1 0 0,0-1 0,-1 2 0,0 2 0,0-1 0,0 0 0,1 1 0,-1-1 0,1 1 0,0-1 0,0 1 0,0-1 0,0 1 0,1-1 0,-1 1 0,3 5 0,-2-6 0,1-1 0,0 1 0,-1-1 0,1 0 0,0 0 0,0 0 0,0 0 0,0 0 0,1 0 0,-1-1 0,1 1 0,-1-1 0,1 1 0,-1-1 0,1 0 0,4 1 0,13 6 0,-1 0 0,0-1 0,0-1 0,27 4 0,-40-9 0,0 0 0,0-1 0,0 0 0,0 0 0,0 0 0,0-1 0,1 0 0,-1 0 0,0-1 0,-1 0 0,1 0 0,0 0 0,0-1 0,-1 1 0,8-6 0,-3 0 0,21-13 0,-30 20 0,0 1 0,-1-1 0,1 1 0,0 0 0,0-1 0,0 1 0,0 0 0,0 0 0,0-1 0,0 1 0,0 0 0,0 0 0,0 0 0,0 0 0,0 0 0,0 0 0,0 1 0,0-1 0,0 0 0,0 0 0,0 1 0,0-1 0,0 0 0,0 1 0,0-1 0,-1 1 0,1 0 0,0-1 0,1 2 0,-2-2 0,1 1 0,0 0 0,-1 0 0,1 0 0,0-1 0,-1 1 0,1 0 0,0-1 0,0 1 0,0-1 0,0 1 0,0-1 0,0 1 0,0-1 0,-1 0 0,1 1 0,0-1 0,0 0 0,0 0 0,2 0 0,-2 0 0,0-1 0,0 1 0,-1-1 0,1 1 0,0-1 0,0 0 0,0 1 0,-1-1 0,1 0 0,0 1 0,-1-1 0,1 0 0,-1 0 0,1 0 0,-1 0 0,1 0 0,-1 0 0,1 0 0,-1 0 0,0 0 0,0 0 0,1-1 0,0-2-136,0 1-1,0-1 1,-1 0-1,1-1 1,-1 1-1,0 0 1,0 0-1,0 0 0,-1-4 1,-2-5-6690</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5:38.815"/>
    </inkml:context>
    <inkml:brush xml:id="br0">
      <inkml:brushProperty name="width" value="0.05" units="cm"/>
      <inkml:brushProperty name="height" value="0.05" units="cm"/>
    </inkml:brush>
  </inkml:definitions>
  <inkml:trace contextRef="#ctx0" brushRef="#br0">92 16 24575,'-21'1'0,"11"-1"0,0 1 0,0-2 0,0 0 0,-12-2 0,21 3 0,1 0 0,0 0 0,0 0 0,-1 0 0,1 0 0,0 0 0,-1 0 0,1 0 0,0 0 0,0 0 0,-1 0 0,1 0 0,0 0 0,-1 0 0,1 0 0,0 0 0,0 0 0,-1-1 0,1 1 0,0 0 0,0 0 0,-1 0 0,1-1 0,0 1 0,0 0 0,0 0 0,0 0 0,-1-1 0,1 1 0,0 0 0,0 0 0,0-1 0,0 1 0,0-1 0,10-3 0,21 1 0,164 10 0,-42 1 0,-9-7-1365,-122-1-5461</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5:38.987"/>
    </inkml:context>
    <inkml:brush xml:id="br0">
      <inkml:brushProperty name="width" value="0.05" units="cm"/>
      <inkml:brushProperty name="height" value="0.05" units="cm"/>
    </inkml:brush>
  </inkml:definitions>
  <inkml:trace contextRef="#ctx0" brushRef="#br0">47 1 24575,'-6'0'0,"-6"0"0,0 3 0,2 4 0,5 7 0,4 5 0,2 5 0,1 4 0,0 5 0,-1 5 0,0 3 0,0 0 0,0 0 0,-1-4 0,0-5 0,0-5 0,0-7-8191</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5:39.470"/>
    </inkml:context>
    <inkml:brush xml:id="br0">
      <inkml:brushProperty name="width" value="0.05" units="cm"/>
      <inkml:brushProperty name="height" value="0.05" units="cm"/>
    </inkml:brush>
  </inkml:definitions>
  <inkml:trace contextRef="#ctx0" brushRef="#br0">988 134 24575,'-16'-16'0,"0"0"0,-1 1 0,-21-15 0,28 24 0,0 0 0,-1 0 0,0 1 0,0 0 0,0 1 0,0 0 0,-21-3 0,-3 1 0,1 2 0,-1 1 0,0 2 0,1 2 0,-1 0 0,0 3 0,1 1 0,0 1 0,-33 11 0,42-9 0,2 1 0,-1 1 0,1 1 0,1 1 0,0 1 0,1 1 0,0 0 0,1 2 0,1 0 0,1 2 0,0 0 0,1 1 0,-15 21 0,17-18 0,2 1 0,0 0 0,1 0 0,2 1 0,0 1 0,1 0 0,2 0 0,1 0 0,0 1 0,2 0 0,1 0 0,1 30 0,2-36 0,1 1 0,1 0 0,1 0 0,1-1 0,1 1 0,1-1 0,0 0 0,1-1 0,2 0 0,0 0 0,0 0 0,2-1 0,1-1 0,0 0 0,24 26 0,-19-26 0,1-1 0,0-1 0,1-1 0,1-1 0,0-1 0,1 0 0,24 10 0,-16-11 0,0-1 0,1-2 0,0 0 0,0-2 0,32 2 0,-19-5 0,0-2 0,0-2 0,0-2 0,-1-2 0,1-2 0,-1-1 0,0-3 0,45-17 0,-54 15 0,-1-1 0,-1-2 0,0-1 0,-1-2 0,-1-1 0,-1-1 0,0-1 0,-2-2 0,24-27 0,-30 28 0,-1-1 0,0-1 0,-2-1 0,-1 0 0,-2-1 0,0-1 0,-2 0 0,-1-1 0,-1 0 0,10-48 0,-17 59 0,-1 1 0,-1-1 0,0 0 0,-1 1 0,-1-1 0,0 0 0,-2 1 0,0-1 0,-1 1 0,-7-20 0,6 23 0,-1 1 0,-1 0 0,0 0 0,0 0 0,-1 1 0,-1 0 0,0 1 0,-1 0 0,0 0 0,-1 1 0,0 1 0,-20-15 0,8 11 34,0 0 1,-1 1-1,-1 2 0,0 0 0,-1 2 0,1 0 0,-1 2 0,-1 1 0,-49-3 1,37 7-279,0 1 0,0 2 0,0 1 0,0 2 1,0 2-1,-40 13 0,19 0-6582</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5:39.841"/>
    </inkml:context>
    <inkml:brush xml:id="br0">
      <inkml:brushProperty name="width" value="0.05" units="cm"/>
      <inkml:brushProperty name="height" value="0.05" units="cm"/>
    </inkml:brush>
  </inkml:definitions>
  <inkml:trace contextRef="#ctx0" brushRef="#br0">31 6 24575,'-12'-3'0,"-1"0"0,12 4 0,1-1 0,-1 0 0,1 1 0,0-1 0,-1 1 0,1-1 0,0 0 0,-1 1 0,1-1 0,0 1 0,0-1 0,-1 1 0,1-1 0,0 1 0,0-1 0,0 1 0,0-1 0,0 1 0,0-1 0,-1 1 0,1-1 0,0 1 0,1-1 0,-1 1 0,0-1 0,0 1 0,0-1 0,0 1 0,0 0 0,1 4 0,0-1 0,0 0 0,1 1 0,-1-1 0,1 0 0,0 0 0,0 0 0,0 0 0,3 4 0,29 35 0,-20-28 0,42 49 0,105 93 0,79 38 0,-220-179 0,28 20 0,-43-33 0,0 0 0,-1-1 0,1 1 0,0-1 0,0 0 0,0 0 0,0-1 0,6 2 0,-9-3-38,-1 0 0,0 0 0,0 0 1,1 0-1,-1 0 0,0-1 0,0 1 0,1 0 0,-1-1 0,0 1 0,0-1 0,0 1 0,1-1 0,-1 1 0,0-1 0,0 0 1,0 1-1,0-1 0,0 0 0,0 0 0,-1 0 0,1 0 0,0 0 0,0 0 0,0 0 0,-1 0 0,1 0 0,-1 0 0,1-1 1,-1 1-1,1 0 0,-1 0 0,0 0 0,1-1 0,-1-1 0,3-16-6788</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5:40.499"/>
    </inkml:context>
    <inkml:brush xml:id="br0">
      <inkml:brushProperty name="width" value="0.05" units="cm"/>
      <inkml:brushProperty name="height" value="0.05" units="cm"/>
    </inkml:brush>
  </inkml:definitions>
  <inkml:trace contextRef="#ctx0" brushRef="#br0">78 281 24575,'0'0'0,"-6"0"0,1-1 0,-1 2 0,1-1 0,0 1 0,-1-1 0,-9 4 0,13-3 0,0 0 0,1 0 0,-1 1 0,0-1 0,1 0 0,-1 1 0,1-1 0,0 0 0,-1 1 0,1 0 0,0-1 0,0 1 0,0 0 0,0-1 0,0 1 0,1 0 0,-1 0 0,0 0 0,1 0 0,0 0 0,-1 0 0,1 2 0,-2 20 0,1 0 0,1 0 0,1 1 0,2-1 0,8 42 0,-8-49 0,-11-74 0,-2-62 0,9 83 0,1 0 0,2 1 0,9-51 0,-9 77 0,0 0 0,1-1 0,0 2 0,1-1 0,-1 0 0,2 1 0,-1 0 0,1 0 0,1 0 0,-1 0 0,1 1 0,10-10 0,-11 13 0,1-1 0,0 1 0,-1 0 0,2 1 0,-1-1 0,0 1 0,1 1 0,-1-1 0,1 1 0,0 0 0,0 0 0,0 1 0,0 0 0,0 0 0,0 1 0,0 0 0,8 1 0,-3 1 0,-1 0 0,0 1 0,0 0 0,0 1 0,-1 0 0,1 1 0,-1 0 0,0 0 0,0 1 0,-1 1 0,0 0 0,0 0 0,16 16 0,-21-18 0,1 1 0,-1-1 0,0 1 0,0 0 0,0 0 0,-1 1 0,0-1 0,0 1 0,-1-1 0,3 11 0,-4-12 0,-1 0 0,1 0 0,-1 0 0,0 0 0,0 0 0,-1 0 0,0-1 0,0 1 0,0 0 0,0 0 0,0-1 0,-1 1 0,0 0 0,0-1 0,-1 0 0,-2 6 0,-4 0 0,0 0 0,0 0 0,-1-1 0,0 0 0,0-1 0,-1 0 0,-1 0 0,1-2 0,-21 10 0,-31 21 0,56-28 0,13-4 0,21-4 0,-23-1 0,39 1 0,73 10 0,-101-9 0,0 1 0,-1 1 0,1 0 0,-1 2 0,0-1 0,0 1 0,-1 1 0,20 13 0,-30-18 0,0 0 0,0 0 0,-1 1 0,1-1 0,-1 0 0,0 1 0,0 0 0,0 0 0,0-1 0,0 1 0,0 0 0,-1 1 0,1-1 0,0 4 0,-1-5 0,-1 0 0,0 0 0,0 0 0,0 0 0,0 0 0,-1 0 0,1 0 0,0 0 0,-1 0 0,0-1 0,1 1 0,-1 0 0,0 0 0,0-1 0,0 1 0,0 0 0,0-1 0,0 1 0,0-1 0,-1 1 0,1-1 0,0 0 0,-1 1 0,1-1 0,-1 0 0,0 0 0,-1 1 0,-8 4 0,1-1 0,-1 0 0,1-1 0,-1 0 0,-1-1 0,1 0 0,-22 2 0,-5-1 0,-39-2 0,42-3-682,-47-7-1,33 0-6143</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5:40.963"/>
    </inkml:context>
    <inkml:brush xml:id="br0">
      <inkml:brushProperty name="width" value="0.05" units="cm"/>
      <inkml:brushProperty name="height" value="0.05" units="cm"/>
    </inkml:brush>
  </inkml:definitions>
  <inkml:trace contextRef="#ctx0" brushRef="#br0">860 143 24575,'0'-4'0,"0"1"0,0-1 0,-1 1 0,0 0 0,1-1 0,-1 1 0,0 0 0,-1-1 0,1 1 0,-1 0 0,1 0 0,-1 0 0,0 0 0,-4-5 0,1 3 0,0 1 0,0-1 0,-1 1 0,1 0 0,-1 0 0,0 0 0,-7-2 0,-8-3 0,0 1 0,-1 1 0,-33-6 0,25 7 0,-1 2 0,0 1 0,0 1 0,0 2 0,0 0 0,-56 10 0,68-6 0,1 0 0,0 1 0,1 0 0,-1 1 0,1 2 0,1-1 0,-1 2 0,1 0 0,1 1 0,-1 1 0,2 0 0,-24 24 0,21-15 0,1 0 0,1 2 0,1-1 0,1 2 0,1 0 0,1 1 0,-11 34 0,12-27 0,2-1 0,1 1 0,2 0 0,1 0 0,-1 57 0,6-74 0,0 0 0,0-1 0,2 1 0,0 0 0,0-1 0,1 1 0,1-1 0,0 0 0,0-1 0,2 1 0,13 19 0,-11-19 0,1-1 0,1 0 0,0-1 0,1 0 0,0-1 0,0 0 0,1-1 0,0-1 0,1 0 0,17 8 0,3-3 0,0 0 0,2-3 0,-1 0 0,1-3 0,52 5 0,-12-6 0,122-8 0,-182 1 0,153-15 0,-148 13 0,-1-1 0,1-1 0,-1-1 0,-1-1 0,38-18 0,-51 22 0,-1 0 0,0-1 0,0 0 0,-1 0 0,1 0 0,-1 0 0,0-1 0,0 1 0,0-1 0,0 0 0,-1-1 0,0 1 0,0 0 0,-1-1 0,1 0 0,-1 1 0,0-1 0,-1 0 0,1 0 0,-1 0 0,-1 0 0,1 0 0,-1 0 0,0-10 0,-3-9 0,0 0 0,-2 1 0,-1-1 0,-14-38 0,1 5 0,-3 1 0,-2 1 0,-3 1 0,-2 2 0,-71-98 0,91 140 49,0 1 0,0 0 0,-1 1-1,0 0 1,-1 0 0,-22-14 0,28 21-131,0-1 1,1 1 0,-1 0 0,-1 0-1,1 0 1,0 1 0,0-1-1,-1 1 1,1 1 0,0-1 0,-1 1-1,1 0 1,-1 0 0,1 1 0,0-1-1,-1 1 1,1 0 0,0 1 0,-1-1-1,-4 3 1,-8 6-6745</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5:41.400"/>
    </inkml:context>
    <inkml:brush xml:id="br0">
      <inkml:brushProperty name="width" value="0.05" units="cm"/>
      <inkml:brushProperty name="height" value="0.05" units="cm"/>
    </inkml:brush>
  </inkml:definitions>
  <inkml:trace contextRef="#ctx0" brushRef="#br0">0 0 24575,'5'1'0,"-1"1"0,1-1 0,-1 1 0,1 0 0,-1 0 0,0 0 0,0 0 0,0 1 0,5 4 0,11 6 0,379 169 0,-197-96 0,-176-74 0,337 162 0,-352-167 0,-4-4 0,-1 0 0,1 1 0,-1-1 0,0 2 0,0-1 0,0 1 0,-1 0 0,1 0 0,-1 0 0,5 8 0,-9-12-23,-1-1 1,0 0-1,0 0 0,0 0 0,0 1 1,0-1-1,1 0 0,-1 1 0,0-1 1,0 0-1,0 0 0,0 1 0,0-1 1,0 0-1,0 1 0,0-1 0,0 0 1,0 0-1,0 1 0,0-1 0,0 0 1,0 1-1,0-1 0,0 0 0,0 0 1,-1 1-1,1-1 0,0 0 0,0 0 1,0 1-1,0-1 0,0 0 0,-1 0 1,1 1-1,0-1 0,0 0 0,-1 0 1,1 0-1,0 1 0,0-1 0,-1 0 1,1 0-1,0 0 0,0 0 0,-1 0 1,1 0-1,0 0 0,0 0 0,-1 0 0,1 1 1,0-1-1,-1 0 0,1 0 0,0 0 1,-1-1-1,1 1 0,0 0 0,0 0 1,-1 0-1,-11 0-6803</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5:42.145"/>
    </inkml:context>
    <inkml:brush xml:id="br0">
      <inkml:brushProperty name="width" value="0.05" units="cm"/>
      <inkml:brushProperty name="height" value="0.05" units="cm"/>
    </inkml:brush>
  </inkml:definitions>
  <inkml:trace contextRef="#ctx0" brushRef="#br0">167 227 24575,'2'-3'0,"3"9"0,3 12 0,-4 20 0,-1 1 0,-4 67 0,-1-38 0,2-39 0,-1-12 0,1 0 0,3 26 0,-2-38 0,0 1 0,1-1 0,-1 0 0,1 0 0,0 1 0,1-1 0,-1-1 0,1 1 0,0 0 0,0 0 0,7 7 0,25 27 0,-15-16 0,2-1 0,30 25 0,-8-14 0,2-2 0,1-3 0,1-1 0,1-3 0,101 35 0,-109-46 0,0-2 0,1-2 0,0-2 0,0-2 0,0-1 0,1-3 0,-1-1 0,54-7 0,-77 4 0,1 0 0,-1-1 0,0-2 0,-1 0 0,1 0 0,-1-2 0,-1 0 0,1-2 0,-1 1 0,-1-2 0,0 0 0,0-1 0,-1-1 0,-1 0 0,0-1 0,-1-1 0,0 0 0,-2-1 0,1 0 0,-2 0 0,0-1 0,-1-1 0,7-19 0,-6 8 0,-2-1 0,-1 1 0,-1-1 0,-1-1 0,-2 1 0,0-40 0,-4 45 0,0 0 0,-2 0 0,0 0 0,-2 1 0,-1-1 0,-1 1 0,-1 0 0,-11-24 0,11 34 0,1 0 0,-2 1 0,0 0 0,0 0 0,-2 1 0,1 1 0,-1 0 0,-1 0 0,-18-13 0,10 11 0,0 1 0,0 1 0,-2 1 0,1 0 0,-38-10 0,-6 5 0,-1 2 0,-1 4 0,-96-2 0,-131 3 0,199 10 0,-103 16 0,172-14 0,1 1 0,0 1 0,0 1 0,1 1 0,-45 21 0,61-25 0,-1 2 0,1-1 0,0 1 0,1 0 0,-1 0 0,1 1 0,1 0 0,-7 8 0,9-9 0,1-1 0,-1 1 0,1 0 0,1 0 0,-1 0 0,1 0 0,0 0 0,0 1 0,1-1 0,0 1 0,0-1 0,0 1 0,1 7 0,1-5-91,0 1 0,0-1 0,1 1 0,0-1 0,1 1 0,0-1 0,0 0 0,1 0 0,0 0 0,1-1 0,0 0 0,0 0 0,1 0 0,9 10 0,10 8-6735</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5:42.811"/>
    </inkml:context>
    <inkml:brush xml:id="br0">
      <inkml:brushProperty name="width" value="0.05" units="cm"/>
      <inkml:brushProperty name="height" value="0.05" units="cm"/>
    </inkml:brush>
  </inkml:definitions>
  <inkml:trace contextRef="#ctx0" brushRef="#br0">14 211 24575,'0'-1'0,"0"-1"0,0 1 0,0-1 0,0 0 0,0 1 0,1-1 0,-1 1 0,1-1 0,-1 1 0,1-1 0,-1 1 0,1-1 0,0 1 0,0 0 0,0-1 0,0 1 0,0 0 0,0 0 0,0 0 0,0 0 0,2-2 0,-2 3 0,-1 0 0,1-1 0,0 1 0,0 0 0,0 0 0,0 0 0,0 0 0,0 0 0,0 0 0,-1 0 0,1 0 0,0 0 0,0 0 0,0 0 0,0 0 0,0 1 0,0-1 0,-1 0 0,1 1 0,0-1 0,0 1 0,0-1 0,-1 1 0,1-1 0,0 1 0,-1-1 0,1 1 0,0 0 0,-1-1 0,1 1 0,-1 0 0,1 0 0,-1-1 0,1 1 0,-1 0 0,1 1 0,12 20 0,0 1 0,-1 0 0,-2 0 0,0 1 0,11 47 0,-20-70 0,-1 0 0,0 1 0,0-1 0,0 0 0,0 0 0,0 0 0,0 0 0,0 0 0,0 0 0,0 0 0,0 0 0,-1 0 0,1 0 0,0 0 0,-2 2 0,2-3 0,0 1 0,-1-1 0,1 0 0,0 1 0,-1-1 0,1 0 0,0 0 0,-1 0 0,1 1 0,-1-1 0,1 0 0,-1 0 0,1 0 0,-1 0 0,1 0 0,0 0 0,-1 1 0,1-1 0,-1 0 0,1 0 0,-1-1 0,1 1 0,-1 0 0,0 0 0,-1-1 0,-1 0 0,1 0 0,-1 0 0,1 0 0,0-1 0,-1 1 0,1-1 0,0 1 0,0-1 0,0 0 0,-2-2 0,-8-11 0,1-1 0,0 1 0,2-2 0,-1 0 0,-12-33 0,18 40 0,1 0 0,0 0 0,0-1 0,1 1 0,0-1 0,1 0 0,0 1 0,1-1 0,0 0 0,1 0 0,4-19 0,-4 25 0,1 0 0,0 0 0,0-1 0,1 2 0,-1-1 0,1 0 0,0 0 0,0 1 0,1 0 0,-1 0 0,1 0 0,0 0 0,0 0 0,8-4 0,-5 3 0,0 1 0,1 1 0,0-1 0,-1 1 0,1 0 0,1 1 0,-1 0 0,17-2 0,-14 3 0,1 0 0,0 1 0,0 0 0,-1 1 0,1 1 0,0-1 0,-1 2 0,1 0 0,-1 0 0,0 1 0,0 1 0,0-1 0,18 13 0,-26-15 0,0 0 0,0 0 0,0 1 0,0-1 0,-1 1 0,1-1 0,-1 1 0,0 0 0,0 0 0,0 0 0,0 0 0,-1 0 0,1 1 0,-1-1 0,1 1 0,-1-1 0,0 0 0,-1 1 0,1 0 0,0 6 0,-2-6 0,1 0 0,-1 0 0,0 0 0,0 0 0,-1 0 0,1 0 0,-1 0 0,1 0 0,-1-1 0,-1 1 0,1-1 0,0 1 0,-1-1 0,0 0 0,1 0 0,-1 0 0,-7 5 0,-2 1 0,-1-1 0,0 1 0,0-2 0,-1 0 0,0-1 0,0 0 0,-27 6 0,18-2 0,20-5 0,16-2 0,33 2 0,-18-3 0,0 1 0,51 14 0,-72-15 0,1 0 0,-1 1 0,0 0 0,0 1 0,0-1 0,0 1 0,0 1 0,-1-1 0,0 1 0,0 0 0,0 1 0,-1-1 0,0 1 0,0 0 0,4 7 0,-7-11 0,-1 0 0,0-1 0,0 1 0,0 0 0,0 0 0,0 0 0,0 0 0,0 0 0,0 0 0,-1 0 0,1 0 0,-1 0 0,0 0 0,0 0 0,0 0 0,0 0 0,0 1 0,0-1 0,0 0 0,-1 0 0,1 0 0,-1 0 0,1 0 0,-1 0 0,0 0 0,0 0 0,0 0 0,0 0 0,0-1 0,0 1 0,0 0 0,-1-1 0,1 1 0,-1 0 0,1-1 0,-1 0 0,1 1 0,-1-1 0,0 0 0,0 0 0,0 0 0,0 0 0,-3 1 0,-5 2 0,-1-1 0,1 0 0,-1 0 0,0-1 0,1 0 0,-1-1 0,-14 0 0,4-1-136,0-1-1,0-1 1,0 0-1,0-2 1,1 0-1,0-2 1,0 0-1,0-1 0,-25-13 1,13 1-6690</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5:43.152"/>
    </inkml:context>
    <inkml:brush xml:id="br0">
      <inkml:brushProperty name="width" value="0.05" units="cm"/>
      <inkml:brushProperty name="height" value="0.05" units="cm"/>
    </inkml:brush>
  </inkml:definitions>
  <inkml:trace contextRef="#ctx0" brushRef="#br0">206 58 24575,'6'-2'0,"21"-13"0,-27 14 0,0 1 0,1-1 0,-1 1 0,0 0 0,1-1 0,-1 1 0,0-1 0,1 1 0,-1-1 0,0 1 0,0-1 0,0 1 0,1-1 0,-1 1 0,0-1 0,0 1 0,0-1 0,0 1 0,0-1 0,0 1 0,0-1 0,0 1 0,0-1 0,0 1 0,0-1 0,-1 0 0,1 1 0,0-1 0,0 1 0,0-1 0,-1 1 0,1 0 0,0-1 0,0 1 0,-1-1 0,1 1 0,-1-1 0,1 1 0,0 0 0,-1-1 0,1 1 0,-1 0 0,1-1 0,-1 1 0,1 0 0,0 0 0,-1 0 0,1-1 0,-2 1 0,-3-3 0,-1 0 0,0 1 0,0 0 0,-1 0 0,1 0 0,0 1 0,-1 0 0,-9-1 0,-2 1 0,-33 3 0,49-2 0,0 0 0,0 0 0,1 1 0,-1-1 0,0 1 0,0-1 0,0 1 0,0 0 0,1-1 0,-1 1 0,0 0 0,1 0 0,-1 0 0,0 0 0,1 1 0,-1-1 0,1 0 0,0 1 0,0-1 0,-1 1 0,1-1 0,0 1 0,0 0 0,0-1 0,1 1 0,-1 0 0,0 0 0,0-1 0,1 1 0,0 0 0,-1 0 0,1 0 0,0 0 0,0 0 0,0 0 0,0 0 0,0 0 0,0 0 0,1 2 0,1 7 0,0 0 0,1 0 0,0 0 0,0-1 0,9 17 0,14 23 0,37 52 0,7 11 0,-67-106 0,1-1 0,-1 1 0,0 1 0,0-1 0,2 13 0,-5-18 0,1-1 0,-1 0 0,0 1 0,0-1 0,0 1 0,0-1 0,0 1 0,0-1 0,0 1 0,-1-1 0,1 1 0,0-1 0,-1 0 0,0 1 0,1-1 0,-1 0 0,1 1 0,-1-1 0,0 0 0,0 0 0,0 0 0,0 1 0,0-1 0,0 0 0,0 0 0,0 0 0,0-1 0,-1 1 0,1 0 0,0 0 0,-1-1 0,1 1 0,0-1 0,-1 1 0,1-1 0,-2 1 0,-7 1 38,-1-1 0,1 1 0,0-2 0,0 1 0,-1-2 0,1 1 0,0-1 0,-13-4 0,2 0-607,1 0 0,-39-18 0,29 9-6257</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7:34.994"/>
    </inkml:context>
    <inkml:brush xml:id="br0">
      <inkml:brushProperty name="width" value="0.05" units="cm"/>
      <inkml:brushProperty name="height" value="0.05" units="cm"/>
    </inkml:brush>
  </inkml:definitions>
  <inkml:trace contextRef="#ctx0" brushRef="#br0">86 136 24575,'-8'98'0,"-2"19"0,10-73 0,0-31 0,0-32 0,-1-72 0,-1 29 0,9-83 0,-6 137 0,0-1 0,1 1 0,0 0 0,1 0 0,-1 0 0,2 0 0,4-9 0,-7 16 0,-1 0 0,1 0 0,0 0 0,0-1 0,0 1 0,0 0 0,0 0 0,0 1 0,0-1 0,0 0 0,0 0 0,0 0 0,0 1 0,0-1 0,1 1 0,-1-1 0,0 1 0,1-1 0,-1 1 0,2-1 0,-1 2 0,0-1 0,-1 0 0,1 1 0,0 0 0,0-1 0,0 1 0,0 0 0,-1 0 0,1 0 0,0 0 0,-1 0 0,1 0 0,-1 0 0,1 1 0,-1-1 0,0 1 0,0-1 0,3 4 0,-2-3 9,0 1 0,0-1 0,0 1 0,0 0 0,-1-1 0,1 1 0,-1 0 0,0 0 0,1 0 0,-1 1 0,-1-1 0,1 0 0,0 0 0,-1 1 0,0-1 0,1 0 0,-1 0 0,-1 1 0,1-1 0,0 0 0,-1 0 0,0 1 0,1-1 0,-1 0 0,-1 0 0,1 0 0,0 0 0,-1 0 0,1 0 0,-1 0 0,0-1 0,0 1 0,0-1 0,0 1 0,-1-1 0,1 0 0,-4 3 0,-3 2-165,1-1 1,-1 1 0,-1-2 0,1 1 0,-1-1 0,0-1 0,0 0-1,-1 0 1,1-1 0,-13 2 0,2-2-6671</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7:35.459"/>
    </inkml:context>
    <inkml:brush xml:id="br0">
      <inkml:brushProperty name="width" value="0.05" units="cm"/>
      <inkml:brushProperty name="height" value="0.05" units="cm"/>
    </inkml:brush>
  </inkml:definitions>
  <inkml:trace contextRef="#ctx0" brushRef="#br0">42 0 24575,'0'36'0,"2"-15"0,-2 0 0,-1 0 0,0 0 0,-2-1 0,-9 37 0,48-138 0,-36 81 0,1-1 0,-1 1 0,0-1 0,1 0 0,-1 0 0,0 1 0,1-1 0,-1 0 0,0 1 0,0-1 0,0 0 0,0 0 0,0 1 0,0-1 0,0 0 0,0 0 0,0 1 0,0-1 0,0 0 0,0 0 0,-1 0 0,1 0 0,-1 1 0,1-1 0,-1 1 0,1 0 0,-1-1 0,1 1 0,-1 0 0,1-1 0,-1 1 0,1 0 0,-1 0 0,1-1 0,-1 1 0,0 0 0,1 0 0,-1 0 0,1 0 0,-1 0 0,0 0 0,0 0 0,-2 0 0,0 1 0,0-1 0,0 1 0,0-1 0,0 1 0,0 0 0,0 0 0,1 0 0,-4 3 0,4-4 0,1 1 0,0 0 0,0 0 0,-1-1 0,1 1 0,0 0 0,0 0 0,0 0 0,0 0 0,0 1 0,0-1 0,0 0 0,1 0 0,-1 1 0,0-1 0,1 0 0,-1 1 0,0-1 0,1 1 0,0-1 0,-1 0 0,1 1 0,0-1 0,0 1 0,0-1 0,0 1 0,0-1 0,0 1 0,0-1 0,1 1 0,-1-1 0,0 1 0,1-1 0,-1 0 0,1 1 0,-1-1 0,1 0 0,0 1 0,0-1 0,0 0 0,0 0 0,-1 0 0,3 2 0,3 3 0,0 0 0,0-1 0,0 0 0,1 0 0,0-1 0,13 7 0,14 4-682,42 12-1,-55-20-6143</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7:35.709"/>
    </inkml:context>
    <inkml:brush xml:id="br0">
      <inkml:brushProperty name="width" value="0.05" units="cm"/>
      <inkml:brushProperty name="height" value="0.05" units="cm"/>
    </inkml:brush>
  </inkml:definitions>
  <inkml:trace contextRef="#ctx0" brushRef="#br0">20 50 24575,'0'-6'0,"-3"-6"0,-1-3 0,0 3 0,0 8 0,2 7 0,1 9 0,0 9 0,1 8 0,0 7 0,3 5 0,1 4 0,4 1 0,6-1 0,4-2 0,5-2 0,8-5 0,-1-9-8191</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7:35.876"/>
    </inkml:context>
    <inkml:brush xml:id="br0">
      <inkml:brushProperty name="width" value="0.05" units="cm"/>
      <inkml:brushProperty name="height" value="0.05" units="cm"/>
    </inkml:brush>
  </inkml:definitions>
  <inkml:trace contextRef="#ctx0" brushRef="#br0">0 9 24575,'0'-3'0,"3"-1"0,1 3 0,3 8 0,1 9 0,-2 9 0,-1 8 0,1 9 0,0 6 0,-5 5 0,-8 2 0,-3-8-8191</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7:51.701"/>
    </inkml:context>
    <inkml:brush xml:id="br0">
      <inkml:brushProperty name="width" value="0.05" units="cm"/>
      <inkml:brushProperty name="height" value="0.05" units="cm"/>
    </inkml:brush>
  </inkml:definitions>
  <inkml:trace contextRef="#ctx0" brushRef="#br0">19 86 24575,'14'-3'0,"-14"3"0,1-1 0,-1 1 0,1 0 0,0 0 0,-1 0 0,1-1 0,0 1 0,-1 0 0,1 0 0,0 0 0,0 0 0,-1 0 0,1 0 0,0 0 0,-1 0 0,1 0 0,0 0 0,-1 1 0,1-1 0,0 0 0,-1 0 0,1 1 0,-1-1 0,1 0 0,0 1 0,-1-1 0,1 1 0,-1-1 0,1 0 0,-1 1 0,1-1 0,-1 1 0,1 0 0,-1 0 0,1 0 0,0-1 0,0 1 0,-1 0 0,1 0 0,0 0 0,-1 0 0,1 0 0,-1 0 0,1 0 0,-1 0 0,1 0 0,-1 0 0,0 0 0,0 0 0,1 0 0,-1 1 0,0-1 0,0 0 0,0 0 0,0 0 0,0 0 0,-1 0 0,1 0 0,0 1 0,0-1 0,-1 0 0,1 0 0,-1 0 0,1 0 0,-1 0 0,1 0 0,-1 0 0,0 0 0,1-1 0,-1 1 0,0 0 0,0 0 0,1 0 0,-1-1 0,0 1 0,-1 0 0,1 0 0,0 0 0,0 0 0,0-1 0,0 1 0,0-1 0,-1 1 0,1-1 0,0 1 0,0-1 0,0 0 0,0 1 0,0-1 0,-1 0 0,1 0 0,0 0 0,0 0 0,0 0 0,-1 0 0,1 0 0,0-1 0,0 1 0,0 0 0,0-1 0,0 1 0,-1-1 0,1 1 0,0-1 0,0 1 0,0-1 0,0 0 0,0 1 0,1-1 0,-1 0 0,0 0 0,0 0 0,0 0 0,1 0 0,-1 0 0,-1-1 0,1-1 0,0 0 0,0-1 0,0 1 0,0 0 0,0 0 0,1 0 0,0-1 0,-1 1 0,1 0 0,0 0 0,1-1 0,-1 1 0,1 0 0,-1-1 0,1 1 0,0 0 0,0 0 0,0 0 0,3-4 0,-2 2 0,0 1 0,1 0 0,-1 0 0,1 1 0,0-1 0,0 1 0,0-1 0,1 1 0,-1 0 0,1 0 0,0 0 0,0 1 0,5-3 0,-8 4 11,-1 1 0,1-1 0,0 1 0,-1 0 0,1 0 0,0-1 0,-1 1 0,1 0 0,0 0 0,-1 0 0,1 0 0,0 0 0,0 0 0,-1 0 0,1 0 0,0 0 0,0 0 0,-1 0 0,1 0 0,0 0 0,-1 1 1,1-1-1,0 0 0,-1 0 0,1 1 0,0-1 0,-1 1 0,1-1 0,-1 0 0,1 1 0,0 0-97,-1 0 1,1 0 0,-1 0-1,1 0 1,-1 0 0,0 0-1,0 0 1,1 0 0,-1 0-1,0 0 1,0 0 0,0 0-1,0 0 1,0 0 0,0 1-1,-1-1 1,1 0 0,0 0-1,-1 1 1,-5 12-6741</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7:51.935"/>
    </inkml:context>
    <inkml:brush xml:id="br0">
      <inkml:brushProperty name="width" value="0.05" units="cm"/>
      <inkml:brushProperty name="height" value="0.05" units="cm"/>
    </inkml:brush>
  </inkml:definitions>
  <inkml:trace contextRef="#ctx0" brushRef="#br0">182 1 24575,'0'3'0,"-3"4"0,-1 5 0,-4 2 0,1 3 0,-3 4 0,-1 5 0,-4 5 0,-1 2 0,-1 3 0,-2 1 0,1 1 0,-1 0 0,0-4 0,3-7-8191</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7:52.260"/>
    </inkml:context>
    <inkml:brush xml:id="br0">
      <inkml:brushProperty name="width" value="0.05" units="cm"/>
      <inkml:brushProperty name="height" value="0.05" units="cm"/>
    </inkml:brush>
  </inkml:definitions>
  <inkml:trace contextRef="#ctx0" brushRef="#br0">1 6 24575,'19'-3'0,"-18"2"0,1 1 0,-1 0 0,0-1 0,1 1 0,-1 0 0,0-1 0,0 1 0,1 0 0,-1 0 0,0 0 0,1 0 0,-1 0 0,0 1 0,1-1 0,-1 0 0,0 1 0,0-1 0,1 0 0,-1 1 0,0 0 0,0-1 0,0 1 0,0 0 0,0-1 0,0 1 0,0 0 0,0 0 0,0 0 0,1 1 0,2 3 0,0 0 0,-1 0 0,0 0 0,0 1 0,0-1 0,0 1 0,-1 0 0,0 0 0,0 0 0,-1 0 0,0 0 0,0 0 0,0 0 0,0 0 0,-1 9 0,-3-7 0,-1-9 0,4 1 0,-1-1 0,1 0 0,-1 1 0,1-1 0,0 0 0,0 0 0,-1 0 0,1 1 0,0-1 0,0 0 0,0 0 0,0 0 0,0 1 0,0-1 0,0-2 0,1-1-24,0-1 1,1 1-1,-1-1 0,1 1 0,0 0 0,1 0 1,-1 0-1,0 0 0,1 0 0,4-4 0,0-2-1079</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7:52.601"/>
    </inkml:context>
    <inkml:brush xml:id="br0">
      <inkml:brushProperty name="width" value="0.05" units="cm"/>
      <inkml:brushProperty name="height" value="0.05" units="cm"/>
    </inkml:brush>
  </inkml:definitions>
  <inkml:trace contextRef="#ctx0" brushRef="#br0">328 143 24575,'2'-3'0,"0"1"0,-1-1 0,1 0 0,-1 1 0,1-1 0,-1 0 0,0 0 0,0 0 0,0 0 0,-1 0 0,1 0 0,-1 0 0,1 0 0,-1 0 0,0 0 0,0 0 0,-1 0 0,1 0 0,0 0 0,-1 0 0,0 0 0,0 0 0,0 0 0,0 0 0,0 0 0,-1 0 0,1 1 0,-1-1 0,0 0 0,1 1 0,-1 0 0,-4-5 0,-3 1 0,0 1 0,0 0 0,0 0 0,-1 1 0,1 0 0,-1 1 0,0 0 0,0 0 0,0 1 0,0 0 0,-1 1 0,1 0 0,0 1 0,-1 0 0,1 0 0,-14 3 0,18-2 0,-1 0 0,0 1 0,0 0 0,0 0 0,1 0 0,-1 1 0,1 0 0,0 0 0,0 0 0,0 1 0,0 0 0,1 0 0,-1 0 0,1 1 0,0 0 0,0 0 0,1 0 0,0 1 0,0 0 0,0 0 0,0 0 0,1 0 0,0 0 0,0 0 0,-1 8 0,2-7 0,1 0 0,1 1 0,-1-1 0,1 0 0,1 0 0,-1 0 0,1 1 0,0-1 0,1 0 0,0 0 0,0 0 0,0 0 0,1-1 0,0 1 0,1-1 0,-1 1 0,1-1 0,0 0 0,1-1 0,5 7 0,-2-3 0,1 0 0,-1 0 0,2-1 0,-1-1 0,1 1 0,0-2 0,1 1 0,-1-2 0,1 1 0,0-1 0,16 4 0,-8-5-227,0 0-1,0-2 1,0 0-1,0-1 1,23-2-1,1-3-6598</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7:52.805"/>
    </inkml:context>
    <inkml:brush xml:id="br0">
      <inkml:brushProperty name="width" value="0.05" units="cm"/>
      <inkml:brushProperty name="height" value="0.05" units="cm"/>
    </inkml:brush>
  </inkml:definitions>
  <inkml:trace contextRef="#ctx0" brushRef="#br0">9 1 24575,'-3'0'0,"-1"3"0,3 4 0,2 4 0,0 3 0,4 3 0,1 1 0,2 1 0,0 3 0,-1 2 0,1-1 0,-1-1 0,-1-1 0,-2-4-8191</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7:52.960"/>
    </inkml:context>
    <inkml:brush xml:id="br0">
      <inkml:brushProperty name="width" value="0.05" units="cm"/>
      <inkml:brushProperty name="height" value="0.05" units="cm"/>
    </inkml:brush>
  </inkml:definitions>
  <inkml:trace contextRef="#ctx0" brushRef="#br0">0 28 24575,'0'-7'0,"0"-4"0,0 2 0</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7:53.532"/>
    </inkml:context>
    <inkml:brush xml:id="br0">
      <inkml:brushProperty name="width" value="0.05" units="cm"/>
      <inkml:brushProperty name="height" value="0.05" units="cm"/>
    </inkml:brush>
  </inkml:definitions>
  <inkml:trace contextRef="#ctx0" brushRef="#br0">163 456 24575,'0'-20'0,"-1"1"0,-5-29 0,5 42 0,-1-1 0,1 1 0,-1 0 0,-1 0 0,1-1 0,-1 1 0,0 1 0,0-1 0,-1 0 0,0 1 0,-4-5 0,7 8 0,-1 1 0,1 0 0,0 0 0,0-1 0,-1 1 0,1 0 0,-1 0 0,1 0 0,-1 0 0,1 1 0,-1-1 0,0 0 0,1 1 0,-1-1 0,0 1 0,0 0 0,1-1 0,-1 1 0,0 0 0,0 0 0,1 0 0,-4 0 0,3 1 0,-1 0 0,0 0 0,1 1 0,-1-1 0,1 0 0,-1 1 0,1-1 0,0 1 0,0 0 0,-1 0 0,1 0 0,-3 4 0,-1 2 0,0 1 0,1 0 0,0-1 0,0 2 0,1-1 0,-6 19 0,8-21 0,1 0 0,0 0 0,0 1 0,0-1 0,1 0 0,0 1 0,1-1 0,-1 0 0,1 1 0,1-1 0,-1 0 0,1 0 0,6 13 0,-7-17 0,1 1 0,0-1 0,0 0 0,1 0 0,-1 0 0,0 0 0,1 0 0,0 0 0,0-1 0,0 1 0,0-1 0,0 0 0,0 0 0,1 0 0,-1 0 0,1 0 0,-1-1 0,1 0 0,0 0 0,-1 0 0,1 0 0,0 0 0,0-1 0,0 1 0,0-1 0,-1 0 0,9-1 0,-4-1 0,1 0 0,0 0 0,0-1 0,-1 0 0,1 0 0,-1-1 0,0 0 0,0-1 0,-1 1 0,1-2 0,-1 1 0,0-1 0,0 0 0,-1 0 0,0-1 0,0 0 0,0 0 0,4-8 0,0-1 0,0-1 0,-2 1 0,0-1 0,0-1 0,-2 0 0,0 0 0,5-32 0,-6 16 0,3-62 0,-8 85 0,0 0 0,-1 0 0,0 0 0,-1 0 0,0 0 0,-1 0 0,0 1 0,0-1 0,-9-16 0,11 25 0,0 0 0,0 1 0,0-1 0,0 1 0,0-1 0,0 1 0,0 0 0,0-1 0,0 1 0,-1 0 0,1 0 0,-1 0 0,1 0 0,-1 0 0,1 0 0,-1 0 0,0 1 0,1-1 0,-1 0 0,0 1 0,-2-1 0,2 1 0,1 1 0,0-1 0,-1 0 0,1 1 0,-1 0 0,1-1 0,0 1 0,0 0 0,-1-1 0,1 1 0,0 0 0,0 0 0,0 0 0,0 0 0,0 0 0,0 0 0,0 1 0,0-1 0,0 0 0,0 0 0,1 1 0,-1-1 0,1 0 0,-1 1 0,1-1 0,-1 3 0,-1 5 0,0-1 0,0 1 0,1 0 0,0 0 0,1 0 0,0 0 0,0 0 0,1 0 0,3 16 0,4 9 0,14 37 0,-21-69 0,6 19 0,1 0 0,1-1 0,1 0 0,0-1 0,2 0 0,0 0 0,1-1 0,1-1 0,0 0 0,32 27 0,-39-39-164,0 0 0,1-1 0,-1 0-1,1-1 1,9 4 0,-14-6-216,8 3-6446</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7:58.426"/>
    </inkml:context>
    <inkml:brush xml:id="br0">
      <inkml:brushProperty name="width" value="0.05" units="cm"/>
      <inkml:brushProperty name="height" value="0.05" units="cm"/>
    </inkml:brush>
  </inkml:definitions>
  <inkml:trace contextRef="#ctx0" brushRef="#br0">72 50 24575,'-42'-46'0,"42"46"0,0-1 0,0 1 0,-1 0 0,1 0 0,0-1 0,0 1 0,-1 0 0,1 0 0,0 0 0,0 0 0,-1-1 0,1 1 0,0 0 0,0 0 0,-1 0 0,1 0 0,0 0 0,-1 0 0,1 0 0,0 0 0,-1 0 0,1 0 0,0 0 0,0 0 0,-1 0 0,1 0 0,0 0 0,-1 0 0,1 0 0,0 0 0,-1 0 0,1 0 0,0 1 0,-4 9 0,5 16 0,-1-26 0,5 28 0,-2 1 0,0-1 0,-2 1 0,-1 0 0,-8 56 0,-10-6-1365,14-61-5461</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7:58.740"/>
    </inkml:context>
    <inkml:brush xml:id="br0">
      <inkml:brushProperty name="width" value="0.05" units="cm"/>
      <inkml:brushProperty name="height" value="0.05" units="cm"/>
    </inkml:brush>
  </inkml:definitions>
  <inkml:trace contextRef="#ctx0" brushRef="#br0">21 132 24575,'13'-14'0,"22"-30"0,-30 38 0,-1 0 0,0-1 0,0 0 0,-1 0 0,0 0 0,0 0 0,2-10 0,-5 16 0,0 1 0,1 0 0,-1 0 0,0 0 0,0-1 0,0 1 0,0 0 0,0 0 0,0-1 0,0 1 0,0 0 0,0 0 0,0 0 0,1-1 0,-1 1 0,0 0 0,-1 0 0,1-1 0,0 1 0,0 0 0,0 0 0,0-1 0,0 1 0,0 0 0,0 0 0,0-1 0,0 1 0,0 0 0,-1 0 0,1 0 0,0-1 0,0 1 0,0 0 0,0 0 0,-1 0 0,1-1 0,0 1 0,0 0 0,0 0 0,-1 0 0,1 0 0,-10 7 0,-8 18 0,3 1 0,1 0 0,-12 35 0,23-54 0,0 0 0,1 1 0,0-1 0,1 0 0,0 1 0,0-1 0,0 1 0,1-1 0,0 1 0,1 0 0,-1-1 0,1 1 0,1-1 0,3 13 0,-3-17 0,0 0 0,0 0 0,0 0 0,0 0 0,1 0 0,-1 0 0,1-1 0,0 1 0,0-1 0,0 1 0,0-1 0,0 0 0,0 0 0,0-1 0,1 1 0,-1-1 0,1 1 0,-1-1 0,1 0 0,0-1 0,-1 1 0,1-1 0,0 1 0,-1-1 0,8-1 0,-1 1 0,0-1 0,0 0 0,0-1 0,0 0 0,0 0 0,0-1 0,-1-1 0,15-6 0,-14 4 0,-1 0 0,1-1 0,-1-1 0,-1 1 0,1-1 0,-1-1 0,0 1 0,-1-2 0,0 1 0,6-12 0,-9 15 0,-1 0 0,-1 0 0,1 0 0,-1 0 0,0 0 0,-1-1 0,1 1 0,0-12 0,-2 14 0,0 0 0,0 0 0,-1 0 0,1 0 0,-1 0 0,0 0 0,0 0 0,-1 1 0,1-1 0,-1 0 0,1 1 0,-1-1 0,0 1 0,-1-1 0,-3-3 0,3 4 15,0 0 0,0 0 0,-1 1 0,1-1-1,-1 1 1,1 0 0,-1 0 0,0 0 0,0 0 0,0 1-1,0-1 1,-1 1 0,1 0 0,0 0 0,0 1 0,-1-1 0,1 1-1,0 0 1,-1 0 0,1 1 0,0-1 0,-6 2 0,-2 1-259,1 0 0,-1 0 0,1 1 0,0 1 1,0 0-1,-19 12 0,1 3-6582</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7:59.388"/>
    </inkml:context>
    <inkml:brush xml:id="br0">
      <inkml:brushProperty name="width" value="0.05" units="cm"/>
      <inkml:brushProperty name="height" value="0.05" units="cm"/>
    </inkml:brush>
  </inkml:definitions>
  <inkml:trace contextRef="#ctx0" brushRef="#br0">57 0 24575,'-27'66'0,"21"-52"0,1 0 0,1 0 0,0 0 0,0 1 0,2-1 0,0 1 0,0 26 0,2-34 0,0-1 0,1 0 0,-1 1 0,2-1 0,-1 0 0,1 1 0,0-1 0,0 0 0,0 0 0,1-1 0,0 1 0,0-1 0,1 1 0,-1-1 0,1 0 0,0 0 0,1 0 0,-1-1 0,1 1 0,7 4 0,5 1 0,0-1 0,0 0 0,1-2 0,0 0 0,0-1 0,37 7 0,117 8 0,-140-18 0,-2-1 0,8 2 0,0-1 0,71-5 0,-94-2-1365</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8:00.622"/>
    </inkml:context>
    <inkml:brush xml:id="br0">
      <inkml:brushProperty name="width" value="0.05" units="cm"/>
      <inkml:brushProperty name="height" value="0.05" units="cm"/>
    </inkml:brush>
  </inkml:definitions>
  <inkml:trace contextRef="#ctx0" brushRef="#br0">57 35 24575,'0'0'0,"0"0"0,0 0 0,-1 0 0,1 0 0,0 0 0,0 0 0,0 0 0,0 0 0,0 0 0,0 0 0,0 0 0,-1-1 0,1 1 0,0 0 0,0 0 0,0 0 0,0 0 0,0 0 0,0 0 0,0 0 0,0 0 0,0 0 0,0 0 0,0-1 0,-1 1 0,1 0 0,0 0 0,0 0 0,0 0 0,0 0 0,0 0 0,0-1 0,0 1 0,0 0 0,0 0 0,0 0 0,0 0 0,0 0 0,0 0 0,0-1 0,0 1 0,0 0 0,0 0 0,0 0 0,1 0 0,-1 0 0,0 0 0,0 0 0,0-1 0,0 1 0,0 0 0,0 0 0,7-11 0,9-8 0,-30 51 0,4-13 0,1 1 0,0 0 0,1 0 0,2 1 0,0 0 0,1 0 0,1 0 0,1 1 0,0 24 0,3-43 0,0 0 0,0 0 0,0-1 0,0 1 0,1 0 0,-1-1 0,1 1 0,0 0 0,0-1 0,0 1 0,0-1 0,0 0 0,0 1 0,1-1 0,-1 0 0,1 1 0,0-1 0,0 0 0,-1 0 0,1-1 0,0 1 0,1 0 0,-1-1 0,4 3 0,0-2 0,1 1 0,-1-2 0,1 1 0,-1-1 0,1 0 0,0 0 0,0-1 0,12 0 0,0-2 0,20 0 0,-37 2 0,0 0 0,0 0 0,0 0 0,-1 1 0,1-1 0,0 0 0,0 1 0,0 0 0,-1-1 0,1 1 0,0 0 0,-1 0 0,1 0 0,-1 0 0,3 2 0,-3-2 0,0 1 0,-1-1 0,1 1 0,-1-1 0,1 1 0,-1 0 0,0-1 0,0 1 0,0 0 0,0-1 0,0 1 0,0 0 0,0-1 0,0 1 0,-1 0 0,1-1 0,-1 1 0,1 0 0,-1-1 0,0 1 0,1-1 0,-1 1 0,-2 1 0,0 4 0,-1 0 0,-1 0 0,-8 9 0,-5 0-1365,-1-3-5461</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8:00.794"/>
    </inkml:context>
    <inkml:brush xml:id="br0">
      <inkml:brushProperty name="width" value="0.05" units="cm"/>
      <inkml:brushProperty name="height" value="0.05" units="cm"/>
    </inkml:brush>
  </inkml:definitions>
  <inkml:trace contextRef="#ctx0" brushRef="#br0">0 146 24575,'7'-6'0,"4"-8"0,7-6 0,7-1 0,9-2 0,4 1 0,2 5 0,-2 4 0,-2 4 0,-3 8 0,-5 3 0,-3 5 0,-7 4 0,-6 1-8191</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8:01.368"/>
    </inkml:context>
    <inkml:brush xml:id="br0">
      <inkml:brushProperty name="width" value="0.05" units="cm"/>
      <inkml:brushProperty name="height" value="0.05" units="cm"/>
    </inkml:brush>
  </inkml:definitions>
  <inkml:trace contextRef="#ctx0" brushRef="#br0">18 1 24575,'-1'7'0,"0"0"0,0 0 0,0 0 0,-4 9 0,-3 20 0,7-28 0,1 0 0,1 0 0,-1 0 0,1 0 0,1 0 0,0 0 0,0-1 0,0 1 0,1-1 0,0 1 0,0-1 0,1 0 0,0 0 0,0-1 0,0 1 0,1-1 0,10 11 0,-6-9 0,0 0 0,0 0 0,1 0 0,0-2 0,0 1 0,1-1 0,0 0 0,0-1 0,0-1 0,24 7 0,17 0 0,1-2 0,1-3 0,101 0 0,-148-6-273,0 0 0,0-1 0,0 0 0,12-4 0,-9 1-6553</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8:02.228"/>
    </inkml:context>
    <inkml:brush xml:id="br0">
      <inkml:brushProperty name="width" value="0.05" units="cm"/>
      <inkml:brushProperty name="height" value="0.05" units="cm"/>
    </inkml:brush>
  </inkml:definitions>
  <inkml:trace contextRef="#ctx0" brushRef="#br0">7 38 24575,'-4'-12'0,"4"11"0,-1 1 0,1-1 0,0 1 0,0 0 0,-1-1 0,1 1 0,0-1 0,0 1 0,0-1 0,-1 1 0,1-1 0,0 1 0,0-1 0,0 1 0,0-1 0,0 1 0,0-1 0,0 1 0,0-1 0,0 1 0,0-1 0,0 1 0,1-1 0,-1 1 0,0-1 0,0 1 0,0-1 0,1 1 0,-1-1 0,0 1 0,1 0 0,-1-1 0,0 1 0,1 0 0,-1-1 0,0 1 0,1 0 0,-1-1 0,1 1 0,-1 0 0,0-1 0,1 1 0,-1 0 0,1 0 0,-1 0 0,1 0 0,-1-1 0,1 1 0,-1 0 0,1 0 0,0 0 0,6-2 0,-1 1 0,1 0 0,0 0 0,-1 1 0,1-1 0,0 2 0,-1-1 0,1 1 0,0-1 0,-1 2 0,1-1 0,-1 1 0,8 3 0,-11-4 0,-1-1 0,0 1 0,0 0 0,1 0 0,-1 1 0,0-1 0,0 0 0,0 1 0,-1-1 0,1 1 0,0 0 0,0-1 0,-1 1 0,1 0 0,-1 0 0,0 0 0,1 0 0,-1 0 0,0 1 0,0-1 0,0 0 0,-1 0 0,1 1 0,0-1 0,-1 1 0,0-1 0,1 0 0,-1 1 0,0-1 0,0 1 0,0-1 0,-1 0 0,1 1 0,-1-1 0,1 1 0,-1-1 0,0 0 0,-2 5 0,1-3 0,0 1 0,-1-1 0,0 0 0,0 1 0,0-1 0,0 0 0,-1-1 0,0 1 0,-5 4 0,-42 24 0,4-1 0,46-31 0,1 0 0,-1 1 0,1-1 0,-1 1 0,0-1 0,1 1 0,-1-1 0,1 1 0,-1-1 0,1 1 0,0-1 0,-1 1 0,1 0 0,0-1 0,-1 1 0,1 0 0,0-1 0,0 1 0,-1 0 0,1-1 0,0 1 0,0 0 0,0 0 0,0 0 0,1 0 0,-1-1 0,0 1 0,1-1 0,-1 1 0,1 0 0,-1-1 0,1 1 0,-1-1 0,1 0 0,-1 1 0,1-1 0,-1 1 0,1-1 0,0 0 0,-1 1 0,1-1 0,0 0 0,0 1 0,41 6 0,-35-6 0,319 26-1365,-295-26-5461</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8:04.409"/>
    </inkml:context>
    <inkml:brush xml:id="br0">
      <inkml:brushProperty name="width" value="0.05" units="cm"/>
      <inkml:brushProperty name="height" value="0.05" units="cm"/>
    </inkml:brush>
  </inkml:definitions>
  <inkml:trace contextRef="#ctx0" brushRef="#br0">34 12 24575,'0'-12'0,"-1"22"0,-1 12 0,-7 27 64,1-8 64,-5 67 0,13-94-315,0 1 0,1 0 0,0-1-1,1 1 1,1-1 0,0 0-1,1 0 1,8 20 0,-3-15-6639</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8:04.644"/>
    </inkml:context>
    <inkml:brush xml:id="br0">
      <inkml:brushProperty name="width" value="0.05" units="cm"/>
      <inkml:brushProperty name="height" value="0.05" units="cm"/>
    </inkml:brush>
  </inkml:definitions>
  <inkml:trace contextRef="#ctx0" brushRef="#br0">94 15 24575,'1'-7'0,"-1"0"0,-9 13 0,-1 10 0,1-1 0,0 2 0,0-1 0,2 1 0,-11 35 0,12-33 0,1 0 0,-6 30 0,11-45 0,-1 0 0,0 0 0,1 1 0,0-1 0,0 0 0,0 1 0,1-1 0,-1 0 0,1 0 0,0 0 0,1 1 0,-1-1 0,0 0 0,1 0 0,0-1 0,0 1 0,0 0 0,5 5 0,-6-8 0,1 1 0,-1-1 0,0 0 0,1 0 0,-1 0 0,1 0 0,0 0 0,-1 0 0,1 0 0,0-1 0,-1 1 0,1-1 0,0 1 0,0-1 0,0 1 0,0-1 0,-1 0 0,1 0 0,3 0 0,-2-1 0,0 0 0,0 1 0,0-1 0,0-1 0,0 1 0,0 0 0,0-1 0,-1 1 0,1-1 0,4-3 0,-1-1 0,0 0 0,0-1 0,0 1 0,-1-1 0,0 0 0,0-1 0,6-12 0,-6 8-341,-1 0 0,0-1-1,4-21 1,-3 1-6485</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8:04.735"/>
    </inkml:context>
    <inkml:brush xml:id="br0">
      <inkml:brushProperty name="width" value="0.05" units="cm"/>
      <inkml:brushProperty name="height" value="0.05" units="cm"/>
    </inkml:brush>
  </inkml:definitions>
  <inkml:trace contextRef="#ctx0" brushRef="#br0">1 1 24575,'0'3'0,"3"4"0</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8:04.908"/>
    </inkml:context>
    <inkml:brush xml:id="br0">
      <inkml:brushProperty name="width" value="0.05" units="cm"/>
      <inkml:brushProperty name="height" value="0.05" units="cm"/>
    </inkml:brush>
  </inkml:definitions>
  <inkml:trace contextRef="#ctx0" brushRef="#br0">1 76 24575,'3'-6'0,"1"-5"0,0-5 0,-1-2 0,3 2 0,-1 7 0,0 11 0,1 9 0,1 8 0,-2 10 0,2 7 0,3 7 0,-1 2 0,2 0 0,-1-5 0,0-6 0,-1-9-8191</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8:05.062"/>
    </inkml:context>
    <inkml:brush xml:id="br0">
      <inkml:brushProperty name="width" value="0.05" units="cm"/>
      <inkml:brushProperty name="height" value="0.05" units="cm"/>
    </inkml:brush>
  </inkml:definitions>
  <inkml:trace contextRef="#ctx0" brushRef="#br0">118 0 24575,'-3'7'0,"-7"7"0,-6 6 0,-2 5 0,-2 4 0,0 1 0,2-2 0,6-5-8191</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8:05.315"/>
    </inkml:context>
    <inkml:brush xml:id="br0">
      <inkml:brushProperty name="width" value="0.05" units="cm"/>
      <inkml:brushProperty name="height" value="0.05" units="cm"/>
    </inkml:brush>
  </inkml:definitions>
  <inkml:trace contextRef="#ctx0" brushRef="#br0">1 2 24575,'9'0'0,"-8"0"0,-1-1 0,1 1 0,0 0 0,-1 0 0,1 0 0,0-1 0,-1 1 0,1 0 0,0 0 0,0 0 0,-1 0 0,1 0 0,0 0 0,-1 1 0,1-1 0,0 0 0,0 0 0,-1 0 0,1 1 0,-1-1 0,1 0 0,0 1 0,-1-1 0,1 1 0,0-1 0,-1 0 0,1 1 0,-1-1 0,1 1 0,-1 0 0,0-1 0,1 1 0,-1-1 0,1 1 0,-1 0 0,0-1 0,0 1 0,1 0 0,-1-1 0,0 1 0,0 0 0,0-1 0,0 1 0,1 0 0,-1 0 0,0-1 0,0 1 0,-1 0 0,1-1 0,0 1 0,0 0 0,0 0 0,-4 44 0,2-27 0,0 0 0,2 0 0,3 33 0,3-19 0,2-1 0,1 0 0,18 39 0,-26-68-80,1 1 0,-1-1-1,0 1 1,0 0 0,-1 0-1,1 0 1,-1 0 0,1-1-1,-1 1 1,0 0 0,0 0 0,0 0-1,0 0 1,-1 0 0,1 0-1,-2 5 1,-5 3-6746</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8:05.418"/>
    </inkml:context>
    <inkml:brush xml:id="br0">
      <inkml:brushProperty name="width" value="0.05" units="cm"/>
      <inkml:brushProperty name="height" value="0.05" units="cm"/>
    </inkml:brush>
  </inkml:definitions>
  <inkml:trace contextRef="#ctx0" brushRef="#br0">0 108 24575,'3'-6'0,"4"-8"0,5-6 0,2-1 0,3 1 0,1 6 0,4 4 0,1 7 0,4 8 0,-1 5 0,-4 2-8191</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8:05.730"/>
    </inkml:context>
    <inkml:brush xml:id="br0">
      <inkml:brushProperty name="width" value="0.05" units="cm"/>
      <inkml:brushProperty name="height" value="0.05" units="cm"/>
    </inkml:brush>
  </inkml:definitions>
  <inkml:trace contextRef="#ctx0" brushRef="#br0">30 24 24575,'-1'-1'0,"1"-1"0,-1 1 0,1 0 0,-1-1 0,1 1 0,-1 0 0,0-1 0,0 1 0,1 0 0,-1 0 0,0 0 0,0 0 0,0 0 0,0 0 0,-3-1 0,4 1 0,0 1 0,0 0 0,-1-1 0,1 1 0,0 0 0,0 0 0,-1 0 0,1-1 0,0 1 0,-1 0 0,1 0 0,0 0 0,-1 0 0,1-1 0,0 1 0,-1 0 0,1 0 0,0 0 0,-1 0 0,1 0 0,-1 0 0,1 0 0,0 0 0,-1 0 0,1 0 0,0 0 0,-1 0 0,1 0 0,0 1 0,-1-1 0,1 0 0,0 0 0,-1 0 0,1 0 0,0 1 0,-1-1 0,1 0 0,0 0 0,0 0 0,-1 1 0,1-1 0,0 0 0,0 1 0,-1-1 0,1 0 0,0 1 0,0-1 0,0 0 0,0 1 0,0-1 0,-1 0 0,1 1 0,0-1 0,0 0 0,0 1 0,0-1 0,0 0 0,0 1 0,0-1 0,0 0 0,0 1 0,1 0 0,0 13 0,1 0 0,0 0 0,1 0 0,0-1 0,9 21 0,1 5 0,-3-3 138,-7-19-389,1-1 1,2 1-1,-1-1 1,2 0-1,16 29 1,-14-33-6576</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8:05.898"/>
    </inkml:context>
    <inkml:brush xml:id="br0">
      <inkml:brushProperty name="width" value="0.05" units="cm"/>
      <inkml:brushProperty name="height" value="0.05" units="cm"/>
    </inkml:brush>
  </inkml:definitions>
  <inkml:trace contextRef="#ctx0" brushRef="#br0">219 54 24575,'-3'-3'0,"-4"-5"0,-4-3 0,-4 0 0,-1 1 0,-2 4 0,-1 1 0,-1 6 0,1 8 0,0 6 0,3 4 0,2 4 0,-1 6 0,3-1 0,3 0 0,3-6-8191</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8:06.176"/>
    </inkml:context>
    <inkml:brush xml:id="br0">
      <inkml:brushProperty name="width" value="0.05" units="cm"/>
      <inkml:brushProperty name="height" value="0.05" units="cm"/>
    </inkml:brush>
  </inkml:definitions>
  <inkml:trace contextRef="#ctx0" brushRef="#br0">0 76 24575,'1'-4'0,"-1"1"0,1 0 0,0 0 0,0-1 0,0 1 0,0 0 0,0 0 0,1 0 0,-1 0 0,1 0 0,0 1 0,0-1 0,0 0 0,0 1 0,0-1 0,1 1 0,-1 0 0,1 0 0,5-4 0,-6 4 0,1 0 0,0 1 0,0-1 0,1 1 0,-1-1 0,0 1 0,0 0 0,1 0 0,-1 0 0,1 0 0,-1 1 0,1 0 0,-1-1 0,1 1 0,-1 0 0,1 1 0,-1-1 0,5 2 0,-6-2 0,-1 1 0,0 0 0,1-1 0,-1 1 0,0 0 0,0 0 0,0 0 0,1 0 0,-1 0 0,0 0 0,0 0 0,-1 0 0,1 0 0,0 0 0,0 0 0,0 1 0,-1-1 0,1 0 0,-1 1 0,1-1 0,-1 0 0,1 1 0,-1-1 0,0 1 0,0-1 0,0 1 0,0-1 0,0 0 0,0 1 0,0-1 0,0 1 0,0-1 0,-1 1 0,1-1 0,-1 0 0,0 3 0,-3 6 0,0-1 0,0 0 0,-11 17 0,14-23 0,-25 33 0,20-29 0,0 1 0,1-1 0,0 1 0,0 0 0,1 0 0,0 1 0,0-1 0,-2 11 0,5-18 0,1 1 0,0-1 0,0 0 0,0 1 0,0-1 0,1 1 0,-1-1 0,0 1 0,1-1 0,-1 0 0,0 1 0,1-1 0,0 0 0,-1 1 0,1-1 0,0 0 0,0 0 0,0 0 0,-1 0 0,1 1 0,0-1 0,0 0 0,1-1 0,-1 1 0,0 0 0,0 0 0,0 0 0,1-1 0,1 2 0,4 1 0,-1-1 0,1 0 0,0 0 0,12 2 0,20 1-637,61-2-1,-99-3 548,47 0-6736</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8:06.441"/>
    </inkml:context>
    <inkml:brush xml:id="br0">
      <inkml:brushProperty name="width" value="0.05" units="cm"/>
      <inkml:brushProperty name="height" value="0.05" units="cm"/>
    </inkml:brush>
  </inkml:definitions>
  <inkml:trace contextRef="#ctx0" brushRef="#br0">290 1 24575,'-59'2'0,"-115"18"0,167-19 0,-24 5 0,30-6 0,0 0 0,0 1 0,0-1 0,0 0 0,0 0 0,0 1 0,0-1 0,0 1 0,0-1 0,0 1 0,0 0 0,0-1 0,0 1 0,0 0 0,0-1 0,1 1 0,-1 0 0,-1 1 0,2-1 0,1-1 0,-1 1 0,0-1 0,0 1 0,1-1 0,-1 1 0,1-1 0,-1 1 0,0-1 0,1 1 0,-1-1 0,1 1 0,-1-1 0,1 0 0,-1 1 0,1-1 0,-1 0 0,1 1 0,-1-1 0,1 0 0,0 0 0,-1 0 0,1 1 0,-1-1 0,1 0 0,1 0 0,19 5 0,1 0 0,-1-2 0,23 2 0,-28-4 0,510 25-1488,-374-21 1275,183 5-120,1168 60-3112,-1397-61 2993,-33-2-1808</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8:08.480"/>
    </inkml:context>
    <inkml:brush xml:id="br0">
      <inkml:brushProperty name="width" value="0.05" units="cm"/>
      <inkml:brushProperty name="height" value="0.05" units="cm"/>
    </inkml:brush>
  </inkml:definitions>
  <inkml:trace contextRef="#ctx0" brushRef="#br0">570 55 24575,'-10'-1'0,"-1"0"0,1-1 0,0 0 0,-1 0 0,-14-7 0,18 6 0,0 1 0,0-1 0,1 1 0,-1 1 0,-1-1 0,1 1 0,0 0 0,0 1 0,0 0 0,-1 0 0,1 1 0,0-1 0,-11 4 0,-15 8 0,1 1 0,1 2 0,0 1 0,1 2 0,1 1 0,-36 30 0,53-37 0,-1 0 0,2 2 0,-1-1 0,2 2 0,0-1 0,1 1 0,0 1 0,2 0 0,-1 0 0,2 0 0,0 1 0,1 0 0,1 0 0,1 0 0,0 1 0,1-1 0,1 1 0,1 23 0,1-23 0,0-1 0,2 0 0,0 1 0,1-1 0,0 0 0,2-1 0,0 1 0,10 19 0,-10-24 0,2 0 0,-1-1 0,1 0 0,1 0 0,0-1 0,0 0 0,1 0 0,1-1 0,-1 0 0,1-1 0,13 7 0,-5-5 0,0-2 0,0 0 0,0-1 0,1-1 0,0-1 0,1 0 0,-1-2 0,1 0 0,-1-2 0,1 0 0,0-1 0,-1-1 0,1-1 0,38-9 0,-30 4 0,0-1 0,-1-2 0,0-1 0,0-1 0,-1-1 0,-1-2 0,0 0 0,-2-2 0,40-33 0,-47 33 0,0-1 0,-1 0 0,-1-1 0,-1-1 0,0 0 0,-2-1 0,0 0 0,-1-1 0,-2 0 0,0-1 0,-1 0 0,6-34 0,-11 43 0,-2 0 0,1 1 0,-2-1 0,0 0 0,0 0 0,-2 0 0,1 1 0,-2-1 0,0 1 0,-5-15 0,4 17 0,-1 1 0,0 0 0,-1 0 0,0 1 0,0-1 0,-1 1 0,0 1 0,-1-1 0,1 1 0,-2 1 0,1-1 0,-1 1 0,-16-9 0,4 4 0,0 2 0,-1 0 0,0 1 0,0 2 0,-1 0 0,-35-6 0,25 9 0,1 0 0,-1 2 0,0 1 0,-39 5 0,52-1-455,0 0 0,-26 9 0,12-1-6371</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8:23.838"/>
    </inkml:context>
    <inkml:brush xml:id="br0">
      <inkml:brushProperty name="width" value="0.05" units="cm"/>
      <inkml:brushProperty name="height" value="0.05" units="cm"/>
    </inkml:brush>
  </inkml:definitions>
  <inkml:trace contextRef="#ctx0" brushRef="#br0">54 22 24575,'11'0'0,"1"1"0,0 1 0,0-1 0,0 2 0,14 4 0,-20-5 0,-1 0 0,1 0 0,-1 1 0,0-1 0,0 1 0,0 0 0,0 1 0,0-1 0,-1 1 0,1 0 0,-1 0 0,6 9 0,-9-13 0,0 1 0,0 0 0,-1 0 0,1 0 0,0 1 0,-1-1 0,1 0 0,-1 0 0,1 0 0,-1 0 0,1 0 0,-1 1 0,0-1 0,0 0 0,0 0 0,0 1 0,0-1 0,0 0 0,0 0 0,0 1 0,0-1 0,0 0 0,-1 0 0,1 1 0,-1 0 0,0 0 0,-1-1 0,1 0 0,0 1 0,-1-1 0,1 0 0,-1 0 0,1 0 0,-1 0 0,0 0 0,1 0 0,-1-1 0,0 1 0,1-1 0,-1 1 0,-2 0 0,-8 0 0,1 1 0,-1-1 0,1-1 0,-15-1 0,18 0 0,0 0 0,0-1 0,0 0 0,1 0 0,-1-1 0,1 0 0,-1 0 0,1-1 0,-10-6 0,15 9 0,0 0 0,0-1 0,0 1 0,0-1 0,1 1 0,-1-1 0,0 0 0,1 1 0,-1-1 0,1 0 0,-1 0 0,1 0 0,0 0 0,0 0 0,0 0 0,0-1 0,0 1 0,1 0 0,-1-1 0,1 1 0,-1 0 0,1-1 0,0 1 0,0 0 0,0-1 0,0 1 0,0 0 0,1-1 0,-1 1 0,1 0 0,-1-1 0,1 1 0,0 0 0,0 0 0,2-4 0,-2 4 0,1 0 0,-1 0 0,1 0 0,-1 0 0,1 1 0,0-1 0,0 0 0,0 1 0,0-1 0,0 1 0,0 0 0,0 0 0,0 0 0,1 0 0,-1 0 0,0 0 0,1 1 0,-1-1 0,1 1 0,-1-1 0,0 1 0,1 0 0,-1 0 0,1 0 0,3 1 0,-3-1 0,0 1 0,0 0 0,0-1 0,0 1 0,-1 0 0,1 0 0,0 1 0,-1-1 0,1 0 0,0 1 0,-1 0 0,0-1 0,1 1 0,-1 0 0,0 0 0,0 1 0,0-1 0,-1 0 0,1 1 0,0-1 0,1 3 0,2 12-1365,-1-1-5461</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8:24.101"/>
    </inkml:context>
    <inkml:brush xml:id="br0">
      <inkml:brushProperty name="width" value="0.05" units="cm"/>
      <inkml:brushProperty name="height" value="0.05" units="cm"/>
    </inkml:brush>
  </inkml:definitions>
  <inkml:trace contextRef="#ctx0" brushRef="#br0">294 0 24575,'-1'13'0,"-1"0"0,0 0 0,-1 0 0,0-1 0,-1 1 0,-1-1 0,0 0 0,-8 13 0,-60 97 0,72-121 0,-26 41-341,-2-1 0,-1-2-1,-47 46 1,58-68-6485</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8:24.441"/>
    </inkml:context>
    <inkml:brush xml:id="br0">
      <inkml:brushProperty name="width" value="0.05" units="cm"/>
      <inkml:brushProperty name="height" value="0.05" units="cm"/>
    </inkml:brush>
  </inkml:definitions>
  <inkml:trace contextRef="#ctx0" brushRef="#br0">121 1 24575,'3'1'0,"0"0"0,1 1 0,-1 0 0,0-1 0,0 1 0,0 0 0,0 1 0,0-1 0,0 0 0,0 1 0,-1 0 0,3 3 0,1 0 0,-4-4 0,0 0 0,0 0 0,1 1 0,-2 0 0,1-1 0,0 1 0,0 0 0,-1 0 0,0 0 0,1 0 0,-1 0 0,0 0 0,0 0 0,-1 0 0,1 0 0,-1 0 0,0 1 0,1-1 0,-2 6 0,1-7 0,-1 0 0,0 1 0,0-1 0,0 0 0,0 1 0,0-1 0,0 0 0,-1 0 0,1 0 0,-1 0 0,1 0 0,-1 0 0,0 0 0,0-1 0,0 1 0,1-1 0,-2 1 0,1-1 0,0 0 0,0 0 0,0 0 0,-1 0 0,1 0 0,0 0 0,-5 0 0,0 1 0,0-1 0,-1 0 0,1-1 0,0 1 0,-1-2 0,1 1 0,-14-3 0,16 2 0,1 0 0,-1 0 0,1 0 0,0-1 0,0 0 0,0 0 0,-1 0 0,2 0 0,-1 0 0,0-1 0,0 0 0,1 0 0,-6-6 0,7 8 0,1-1 0,0 1 0,1-1 0,-1 1 0,0-1 0,0 1 0,1-1 0,-1 0 0,0 1 0,1-1 0,0 0 0,-1 1 0,1-1 0,0 0 0,0 1 0,0-1 0,0 0 0,0 0 0,0 1 0,1-1 0,-1 0 0,1 1 0,-1-1 0,1 0 0,-1 1 0,1-1 0,0 1 0,0-1 0,0 1 0,0-1 0,0 1 0,0 0 0,0-1 0,0 1 0,1 0 0,-1 0 0,0 0 0,1 0 0,2-2 0,2-1 0,1 0 0,-1 1 0,1-1 0,0 1 0,0 1 0,0-1 0,14-2 0,-11 4-170,-1-1-1,1 2 0,0 0 1,-1 0-1,1 0 0,0 1 1,15 4-1,-10 0-6655</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8:24.983"/>
    </inkml:context>
    <inkml:brush xml:id="br0">
      <inkml:brushProperty name="width" value="0.05" units="cm"/>
      <inkml:brushProperty name="height" value="0.05" units="cm"/>
    </inkml:brush>
  </inkml:definitions>
  <inkml:trace contextRef="#ctx0" brushRef="#br0">414 111 24575,'0'-4'0,"0"0"0,0-1 0,0 1 0,-1 0 0,0-1 0,0 1 0,0 0 0,0 0 0,-1 0 0,1 0 0,-1 0 0,0 1 0,-1-1 0,1 0 0,0 1 0,-1-1 0,-5-4 0,4 4 0,-1 1 0,0-1 0,0 1 0,-1 0 0,1 1 0,-1-1 0,1 1 0,-1 0 0,0 0 0,0 1 0,-7-1 0,-4 0 0,0 1 0,0 1 0,0 0 0,0 2 0,1-1 0,-1 2 0,0 1 0,-17 5 0,23-5 0,0 0 0,0 1 0,1 0 0,0 1 0,0 0 0,0 0 0,0 1 0,1 1 0,-10 9 0,16-14 0,0 1 0,0-1 0,0 1 0,1 0 0,-1-1 0,1 1 0,0 0 0,0 0 0,0 1 0,1-1 0,-1 0 0,1 1 0,0-1 0,0 1 0,1-1 0,0 1 0,-1-1 0,1 1 0,1-1 0,-1 1 0,1-1 0,-1 1 0,2-1 0,-1 0 0,0 1 0,4 6 0,0-2 0,0-1 0,1 1 0,0-1 0,0 0 0,1-1 0,0 1 0,0-1 0,1-1 0,0 1 0,0-2 0,1 1 0,-1-1 0,1 0 0,16 6 0,1-1 0,1-1 0,0-1 0,1-1 0,29 3 0,-23-5-227,1-1-1,0-2 1,0-2-1,0-1 1,65-10-1,-46-2-6598</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8:25.217"/>
    </inkml:context>
    <inkml:brush xml:id="br0">
      <inkml:brushProperty name="width" value="0.05" units="cm"/>
      <inkml:brushProperty name="height" value="0.05" units="cm"/>
    </inkml:brush>
  </inkml:definitions>
  <inkml:trace contextRef="#ctx0" brushRef="#br0">0 0 24575,'0'4'0,"0"3"0,0 4 0,0 4 0,0 1 0,0 6 0,0 1 0,3 3 0,2 1 0,-1-2 0,-1-2 0,2-4 0,1-6-8191</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8:25.339"/>
    </inkml:context>
    <inkml:brush xml:id="br0">
      <inkml:brushProperty name="width" value="0.05" units="cm"/>
      <inkml:brushProperty name="height" value="0.05" units="cm"/>
    </inkml:brush>
  </inkml:definitions>
  <inkml:trace contextRef="#ctx0" brushRef="#br0">39 29 24575,'0'-3'0,"0"-5"0,-3 0 0,-5 1 0,0 5 0,-2 5 0,0 3-8191</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8:25.843"/>
    </inkml:context>
    <inkml:brush xml:id="br0">
      <inkml:brushProperty name="width" value="0.05" units="cm"/>
      <inkml:brushProperty name="height" value="0.05" units="cm"/>
    </inkml:brush>
  </inkml:definitions>
  <inkml:trace contextRef="#ctx0" brushRef="#br0">317 324 24575,'0'-4'0,"0"0"0,-1 1 0,1-1 0,-1 0 0,0 1 0,0-1 0,-1 1 0,1-1 0,-1 1 0,1 0 0,-1-1 0,0 1 0,0 0 0,-1 0 0,1 1 0,-1-1 0,1 0 0,-1 1 0,0-1 0,0 1 0,0 0 0,0 0 0,0 0 0,-1 1 0,1-1 0,0 1 0,-1-1 0,-4 0 0,-6-2 0,1 1 0,-1 0 0,0 1 0,0 1 0,0 0 0,-16 1 0,22 1 0,1-1 0,-1 1 0,1 1 0,-1-1 0,1 1 0,0 1 0,0-1 0,0 1 0,0 1 0,-11 6 0,14-8 0,1 1 0,-1 0 0,1 0 0,0 0 0,0 0 0,0 1 0,0-1 0,1 1 0,-1-1 0,1 1 0,0 0 0,0 0 0,0 0 0,0 1 0,1-1 0,0 0 0,0 1 0,0-1 0,0 7 0,1-7 0,0 0 0,1-1 0,-1 1 0,1 0 0,0-1 0,0 1 0,1-1 0,-1 1 0,1-1 0,-1 1 0,1-1 0,0 0 0,0 0 0,1 0 0,-1 0 0,0 0 0,1-1 0,0 1 0,0-1 0,0 0 0,0 1 0,0-1 0,0-1 0,5 3 0,5 3 0,-1-2 0,1 0 0,0 0 0,0-2 0,19 4 0,-22-5 0,1 0 0,0-1 0,0-1 0,0 0 0,0 0 0,0-1 0,0-1 0,18-4 0,-22 4 0,-1-1 0,1 1 0,-1-1 0,1-1 0,-1 1 0,0-1 0,0 0 0,-1-1 0,1 1 0,-1-1 0,0 0 0,0 0 0,-1-1 0,7-8 0,-4 1 0,0 0 0,-1-1 0,0 1 0,-1-1 0,0 0 0,-1-1 0,2-15 0,7-106 0,-4 24 0,-5 195 0,-5-36-273,2 0 0,3 0 0,1 0 0,20 78 0,-16-96-6553</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8:26.115"/>
    </inkml:context>
    <inkml:brush xml:id="br0">
      <inkml:brushProperty name="width" value="0.05" units="cm"/>
      <inkml:brushProperty name="height" value="0.05" units="cm"/>
    </inkml:brush>
  </inkml:definitions>
  <inkml:trace contextRef="#ctx0" brushRef="#br0">1 0 24575,'0'4'0,"3"0"0,1 3 0,3 0 0,3-1 0,4 2 0,2-1 0,4 2 0,6-1 0,1-1 0,2-3 0,0-1 0,-2-1 0,-3-2 0,-2 0 0,-8 0 0,-10-1 0</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8:26.566"/>
    </inkml:context>
    <inkml:brush xml:id="br0">
      <inkml:brushProperty name="width" value="0.05" units="cm"/>
      <inkml:brushProperty name="height" value="0.05" units="cm"/>
    </inkml:brush>
  </inkml:definitions>
  <inkml:trace contextRef="#ctx0" brushRef="#br0">129 203 24575,'-44'-38'0,"31"28"0,1 0 0,-13-14 0,21 19 0,0 1 0,1-1 0,0 1 0,0-1 0,0 0 0,0 0 0,1-1 0,0 1 0,-3-11 0,5 15 0,-1 0 0,1-1 0,-1 1 0,1 0 0,0 0 0,0 0 0,0-1 0,0 1 0,0 0 0,0 0 0,0-1 0,0 1 0,0 0 0,0 0 0,1 0 0,-1-1 0,0 1 0,1 0 0,-1 0 0,1 0 0,-1 0 0,1 0 0,0 0 0,0 0 0,-1 0 0,1 0 0,0 0 0,0 0 0,0 0 0,0 1 0,0-1 0,0 0 0,0 1 0,0-1 0,0 0 0,0 1 0,0 0 0,2-1 0,0 0 0,-1 1 0,1 0 0,0 0 0,0 0 0,0 0 0,0 0 0,-1 1 0,1 0 0,0-1 0,0 1 0,0 0 0,-1 0 0,1 0 0,-1 0 0,5 3 0,4 6 0,1 0 0,-1 0 0,-1 1 0,0 0 0,-1 1 0,0 0 0,0 0 0,-1 1 0,-1 0 0,-1 0 0,1 1 0,-2 0 0,0 0 0,-1 0 0,4 21 0,-8-33 0,0 0 0,0 0 0,0 0 0,0 0 0,0 0 0,0 0 0,0-1 0,0 1 0,-1 0 0,1 0 0,-1 0 0,-1 3 0,2-4 0,-1-1 0,1 1 0,-1 0 0,1-1 0,-1 1 0,1-1 0,-1 1 0,0-1 0,1 1 0,-1-1 0,0 1 0,1-1 0,-1 1 0,0-1 0,0 0 0,1 0 0,-1 1 0,0-1 0,0 0 0,0 0 0,0 0 0,-1 0 0,0 0 0,0 0 0,0-1 0,0 1 0,0-1 0,1 0 0,-1 1 0,0-1 0,0 0 0,1 0 0,-1 0 0,1 0 0,-1 0 0,1-1 0,-1 1 0,1 0 0,0-1 0,-1 1 0,1-1 0,0 1 0,0-1 0,0 1 0,-1-4 0,0 0 0,0-1 0,0 1 0,0-1 0,1 0 0,0 0 0,0 1 0,0-1 0,1 0 0,-1 0 0,2 0 0,-1 0 0,1 0 0,0 0 0,0 0 0,0 1 0,1-1 0,0 0 0,0 1 0,5-10 0,-2 6 0,0 0 0,1 0 0,0 1 0,1 0 0,-1 0 0,1 1 0,1 0 0,0 0 0,0 0 0,13-7 0,-11 8-105,-1 0 0,1 1 0,0 0 0,0 1 0,1 0 0,-1 1 0,1 0 0,0 1 0,0 0 0,0 1 0,0 0 0,13 0 0,-5 4-6721</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8:26.938"/>
    </inkml:context>
    <inkml:brush xml:id="br0">
      <inkml:brushProperty name="width" value="0.05" units="cm"/>
      <inkml:brushProperty name="height" value="0.05" units="cm"/>
    </inkml:brush>
  </inkml:definitions>
  <inkml:trace contextRef="#ctx0" brushRef="#br0">18 128 24575,'-14'6'0,"13"-6"0,1 1 0,0-1 0,0 0 0,0 0 0,-1 0 0,1 0 0,0 0 0,0 1 0,0-1 0,0 0 0,0 0 0,-1 0 0,1 0 0,0 1 0,0-1 0,0 0 0,0 0 0,0 0 0,0 1 0,0-1 0,0 0 0,0 0 0,0 1 0,0-1 0,0 0 0,0 0 0,0 0 0,0 1 0,0-1 0,0 0 0,0 0 0,0 1 0,0-1 0,0 0 0,0 0 0,1 0 0,-1 1 0,0-1 0,0 0 0,0 0 0,0 0 0,0 0 0,0 1 0,1-1 0,-1 0 0,0 0 0,0 0 0,0 0 0,1 0 0,-1 0 0,0 0 0,0 1 0,0-1 0,1 0 0,-1 0 0,0 0 0,0 0 0,0 0 0,1 0 0,-1 0 0,0 0 0,0 0 0,1 0 0,-1 0 0,0 0 0,0 0 0,1 0 0,20 2 0,0 0 0,0-1 0,28-3 0,-3 0 0,-43 3 0,1-1 0,-1-1 0,0 1 0,1-1 0,-1 1 0,1-1 0,-1 0 0,0 0 0,1 0 0,-1-1 0,0 1 0,0-1 0,0 0 0,5-3 0,-7 3 0,1 1 0,-1-1 0,1 0 0,-1 0 0,0 0 0,0 0 0,0 0 0,0 0 0,0 0 0,0-1 0,-1 1 0,1 0 0,-1 0 0,1-1 0,-1 1 0,0 0 0,0-1 0,0 1 0,0 0 0,0-1 0,-1 1 0,0-5 0,0 3 0,0 0 0,-1 0 0,1 1 0,-1-1 0,0 0 0,0 0 0,0 1 0,-1-1 0,1 1 0,-1 0 0,0 0 0,0 0 0,0 0 0,0 0 0,0 1 0,-1-1 0,1 1 0,-1 0 0,1 0 0,-1 0 0,0 1 0,0-1 0,0 1 0,0 0 0,0 0 0,0 0 0,-6 0 0,6 1 0,0-1 0,-1 1 0,1 0 0,0 1 0,0-1 0,0 1 0,0-1 0,0 1 0,0 0 0,0 1 0,0-1 0,1 1 0,-1 0 0,0 0 0,1 0 0,-1 0 0,1 0 0,0 1 0,0 0 0,0-1 0,0 1 0,0 0 0,1 1 0,-1-1 0,1 0 0,0 1 0,-4 6 0,4-5 14,1-1 1,-1 1-1,1 0 0,0 0 0,0 0 1,0 0-1,1 0 0,0 0 0,-1 0 0,2-1 1,-1 1-1,1 0 0,0 0 0,0 0 1,0 0-1,0 0 0,1-1 0,0 1 0,0-1 1,0 1-1,1-1 0,-1 0 0,7 8 1,-1-4-186,-1 0 0,1-1 1,1 0-1,0 0 0,0-1 1,0 0-1,0-1 0,1 0 1,19 7-1,11 1-6655</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8:27.204"/>
    </inkml:context>
    <inkml:brush xml:id="br0">
      <inkml:brushProperty name="width" value="0.05" units="cm"/>
      <inkml:brushProperty name="height" value="0.05" units="cm"/>
    </inkml:brush>
  </inkml:definitions>
  <inkml:trace contextRef="#ctx0" brushRef="#br0">245 137 24575,'-6'-18'0,"-1"0"0,-16-29 0,21 43 0,0 0 0,0 1 0,0-1 0,-1 1 0,0-1 0,0 1 0,0 0 0,0 0 0,0 0 0,-1 0 0,1 1 0,-1 0 0,0-1 0,0 1 0,1 0 0,-1 1 0,-1-1 0,-3 0 0,5 1 0,1 1 0,0 0 0,-1 0 0,1 0 0,0 0 0,-1 1 0,1-1 0,0 1 0,0-1 0,-1 1 0,1 0 0,0 0 0,0 0 0,0 0 0,0 0 0,-2 2 0,0 0 0,0 0 0,0 0 0,1 1 0,-1 0 0,1 0 0,0 0 0,-2 5 0,-3 5 0,0 1 0,2 0 0,-8 24 0,4 0 0,1 1 0,2 1 0,1-1 0,1 66 0,19 165 0,-2-180 0,-5-53 0,-3 2 0,1 39 0,-5-78 14,0 0 1,0 0-1,0 0 0,0 0 0,0 0 1,0 0-1,0 0 0,-1 0 0,1 0 0,0 0 1,0 0-1,-1 0 0,1 0 0,-1 0 1,1-1-1,-1 1 0,1 0 0,-1 0 0,1 0 1,-1 0-1,0-1 0,0 1 0,0 1 1,0-3-70,0 1-1,0 0 1,1 0 0,-1 0 0,0 0 0,1-1 0,-1 1 0,0 0 0,1-1 0,-1 1 0,0-1 0,1 1 0,-1-1 0,1 1 0,-1-1 0,1 1 0,-1-1 0,1 1 0,-1-1 0,1 0-1,-1 1 1,1-1 0,0 1 0,-1-1 0,1 0 0,0 0 0,0 1 0,0-1 0,-1 0 0,1-1 0,-6-16-6771</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8:27.342"/>
    </inkml:context>
    <inkml:brush xml:id="br0">
      <inkml:brushProperty name="width" value="0.05" units="cm"/>
      <inkml:brushProperty name="height" value="0.05" units="cm"/>
    </inkml:brush>
  </inkml:definitions>
  <inkml:trace contextRef="#ctx0" brushRef="#br0">1 96 24575,'0'-7'0,"0"-4"0,0-4 0,3 0 0,1 1 0,3 1 0,4 4 0,2 3 0,3 3 0,2 1 0,3 2 0,6 0 0,0 1 0,2-1 0,-4 1-8191</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8:27.526"/>
    </inkml:context>
    <inkml:brush xml:id="br0">
      <inkml:brushProperty name="width" value="0.05" units="cm"/>
      <inkml:brushProperty name="height" value="0.05" units="cm"/>
    </inkml:brush>
  </inkml:definitions>
  <inkml:trace contextRef="#ctx0" brushRef="#br0">9 1 24575,'-3'0'0,"-1"3"0,3 1 0,5 0 0,8-1 0,5 0 0,3-2 0,-2 0-8191</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8:27.712"/>
    </inkml:context>
    <inkml:brush xml:id="br0">
      <inkml:brushProperty name="width" value="0.05" units="cm"/>
      <inkml:brushProperty name="height" value="0.05" units="cm"/>
    </inkml:brush>
  </inkml:definitions>
  <inkml:trace contextRef="#ctx0" brushRef="#br0">1 0 24575,'0'3'0,"3"1"0,4 0 0,1 2 0,2 1 0,6-2 0,3-1 0,5-1 0,4-2 0,1 0 0,-5-1-8191</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8:41.728"/>
    </inkml:context>
    <inkml:brush xml:id="br0">
      <inkml:brushProperty name="width" value="0.05" units="cm"/>
      <inkml:brushProperty name="height" value="0.05" units="cm"/>
    </inkml:brush>
  </inkml:definitions>
  <inkml:trace contextRef="#ctx0" brushRef="#br0">0 1253 24575,'1'-12'0,"0"0"0,1-1 0,0 1 0,1 0 0,1 0 0,0 0 0,0 1 0,11-21 0,4-1 0,35-47 0,-17 32-24,3 1-1,1 2 1,2 2-1,53-40 0,-31 34-65,3 2 0,111-57 0,-44 41-41,3 5 0,287-77 0,544-59-2058,18 98 624,546 100 31,-1026 38 356,507 109 0,773 301 837,-39 136 258,-921-271-74,-29 61 154,-650-293 974,-3 6 0,-4 7 0,-5 6 0,-4 5 1,122 134-1,-162-146 91,-5 3 1,107 161-1,16 103-1062,-180-295-1365</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8:42.165"/>
    </inkml:context>
    <inkml:brush xml:id="br0">
      <inkml:brushProperty name="width" value="0.05" units="cm"/>
      <inkml:brushProperty name="height" value="0.05" units="cm"/>
    </inkml:brush>
  </inkml:definitions>
  <inkml:trace contextRef="#ctx0" brushRef="#br0">8 63 24575,'-1'0'0,"1"0"0,0 0 0,0 0 0,0 0 0,-1 0 0,1 0 0,0 0 0,0 0 0,-1 0 0,1 0 0,0 0 0,0 0 0,0 0 0,-1 0 0,1 0 0,0 0 0,0 0 0,-1 0 0,1-1 0,0 1 0,0 0 0,0 0 0,0 0 0,-1 0 0,1 0 0,0-1 0,0 1 0,0 0 0,0 0 0,-1 0 0,1-1 0,0 1 0,0 0 0,0 0 0,0 0 0,0-1 0,0 1 0,0 0 0,0 0 0,0-1 0,0 1 0,0 0 0,0 0 0,0 0 0,0-1 0,0 1 0,0-1 0,0 1 0,0 0 0,1-1 0,-1 1 0,0 0 0,0 0 0,1-1 0,-1 1 0,0 0 0,1-1 0,-1 1 0,0 0 0,1 0 0,-1 0 0,0-1 0,1 1 0,-1 0 0,0 0 0,1 0 0,-1 0 0,0 0 0,1 0 0,-1 0 0,1 0 0,-1 0 0,0 0 0,1 0 0,-1 0 0,1 0 0,-1 0 0,0 0 0,1 0 0,8 4 0,-2-1 0,1 1 0,0 1 0,-1-1 0,0 1 0,13 11 0,1 1 0,-9-8 0,3 3 0,1-1 0,1 0 0,35 16 0,-47-25 0,0 0 0,0 0 0,1-1 0,-1 0 0,1 0 0,-1 0 0,1 0 0,-1-1 0,1 0 0,-1-1 0,1 1 0,-1-1 0,1 0 0,-1 0 0,1 0 0,-1-1 0,0 0 0,9-5 0,-8 4 0,0-1 0,-1 1 0,1-2 0,-1 1 0,0 0 0,0-1 0,-1 0 0,8-10 0,-2-1 0,15-29 0,1-4 0,-26 48 9,1 0-1,-1 0 1,1 0-1,-1 0 1,1 0-1,0 0 1,-1 0 0,1 0-1,0 0 1,0 0-1,0 1 1,0-1-1,0 0 1,0 0-1,0 1 1,0-1-1,0 1 1,0-1-1,2 0 1,-3 2-2,1-1 0,-1 0-1,1 0 1,-1 1 0,1-1 0,-1 0 0,1 1 0,-1-1-1,1 0 1,-1 1 0,1-1 0,-1 1 0,1-1-1,-1 1 1,0-1 0,1 1 0,-1-1 0,0 1 0,0 0-1,1-1 1,-1 1 0,0-1 0,0 1 0,0 1 0,2 6-434,0 0 0,-1 1 1,0 14-1,-1-2-6399</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8:43.034"/>
    </inkml:context>
    <inkml:brush xml:id="br0">
      <inkml:brushProperty name="width" value="0.05" units="cm"/>
      <inkml:brushProperty name="height" value="0.05" units="cm"/>
    </inkml:brush>
  </inkml:definitions>
  <inkml:trace contextRef="#ctx0" brushRef="#br0">59 139 24575,'2'0'0,"0"-1"0,0 1 0,0-1 0,0 0 0,0 0 0,0 0 0,0 0 0,0 0 0,0-1 0,-1 1 0,1-1 0,0 1 0,1-3 0,19-22 0,-20 23 0,0 1 0,0-1 0,0 0 0,0 1 0,0 0 0,1-1 0,-1 1 0,1 0 0,0 0 0,4-2 0,-5 3 0,0 0 0,0 1 0,0-1 0,0 1 0,0 0 0,0 0 0,0 0 0,0 0 0,0 0 0,0 0 0,1 0 0,-1 1 0,0-1 0,0 1 0,0-1 0,-1 1 0,1 0 0,3 1 0,-1 0 0,-1 0 0,1 1 0,0-1 0,-1 1 0,1 0 0,3 4 0,-6-7 0,-1 1 0,0-1 0,1 0 0,-1 1 0,1-1 0,-1 1 0,0-1 0,1 1 0,-1-1 0,0 1 0,0-1 0,1 1 0,-1-1 0,0 1 0,0-1 0,0 1 0,0-1 0,1 1 0,-1 0 0,0-1 0,0 1 0,0-1 0,0 1 0,0-1 0,-1 1 0,1 0 0,0-1 0,0 1 0,0-1 0,0 1 0,-1-1 0,1 1 0,0-1 0,0 1 0,-1-1 0,1 1 0,0-1 0,-1 1 0,1-1 0,-1 0 0,1 1 0,-1-1 0,1 0 0,0 1 0,-1-1 0,1 0 0,-1 1 0,1-1 0,-1 0 0,0 0 0,1 0 0,-1 1 0,1-1 0,-1 0 0,1 0 0,-1 0 0,0 0 0,-20 3 0,1 0 0,-1-1 0,1-2 0,-1 0 0,-29-4 0,47 4 0,0 0 0,1 0 0,-1-1 0,0 1 0,0-1 0,1 0 0,-1 1 0,1-1 0,-1 0 0,1-1 0,-1 1 0,1 0 0,-1-1 0,1 0 0,-3-2 0,4 3 0,1 1 0,0-1 0,-1 0 0,1 1 0,-1-1 0,1 0 0,0 1 0,0-1 0,0 0 0,-1 0 0,1 0 0,0 1 0,0-1 0,0 0 0,0 0 0,0 1 0,0-1 0,0 0 0,0 0 0,1 0 0,-1 0 0,1-1 0,0 0 0,0 0 0,0 0 0,1 0 0,-1 0 0,0 0 0,1 0 0,-1 1 0,1-1 0,2-2 0,8-4 0,1-1 0,0 2 0,0 0 0,0 0 0,1 1 0,-1 1 0,29-7 0,-41 11 20,0 1 0,1-1 0,-1 1 1,1 0-1,-1 0 0,0 0 0,1 0 0,-1 0 0,1 0 0,-1 0 0,1 0 0,-1 1 0,0-1 0,1 0 0,-1 1 0,2 0 1,-2 0-90,0 0 1,-1-1 0,1 1 0,-1 0-1,1-1 1,0 1 0,-1 0-1,1 0 1,-1 0 0,0 0 0,1-1-1,-1 1 1,0 0 0,1 0 0,-1 0-1,0 0 1,0 0 0,0 0 0,0 0-1,0 0 1,0 0 0,0 0-1,0 0 1,0 1 0,-3 11-6758</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8:43.545"/>
    </inkml:context>
    <inkml:brush xml:id="br0">
      <inkml:brushProperty name="width" value="0.05" units="cm"/>
      <inkml:brushProperty name="height" value="0.05" units="cm"/>
    </inkml:brush>
  </inkml:definitions>
  <inkml:trace contextRef="#ctx0" brushRef="#br0">224 44 24575,'1'-2'0,"-1"0"0,0 0 0,0 0 0,0 0 0,0 0 0,-1 0 0,1 0 0,-1 0 0,1 0 0,-1 0 0,1 0 0,-1 0 0,0 0 0,0 0 0,0 1 0,0-1 0,0 0 0,-3-2 0,2 3 0,1 1 0,-1-1 0,0 0 0,0 1 0,0-1 0,1 1 0,-1 0 0,0 0 0,0 0 0,0 0 0,0 0 0,0 0 0,0 0 0,0 1 0,1-1 0,-1 0 0,0 1 0,0 0 0,0-1 0,-3 3 0,-6 2-65,1 0 0,-1 0 0,1 2 0,0-1 0,0 1 0,1 0 0,-1 1 0,2 0 0,-1 1 0,1 0 0,1 0 0,0 1 0,0 0 0,0 0 0,2 0 0,-1 1 0,1 0 0,1 0 0,0 0 0,-5 21 0,7-13-6761</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8:44.013"/>
    </inkml:context>
    <inkml:brush xml:id="br0">
      <inkml:brushProperty name="width" value="0.05" units="cm"/>
      <inkml:brushProperty name="height" value="0.05" units="cm"/>
    </inkml:brush>
  </inkml:definitions>
  <inkml:trace contextRef="#ctx0" brushRef="#br0">45 1 24575,'-1'9'0,"1"-8"0,-1 0 0,1-1 0,0 1 0,0 0 0,0 0 0,0-1 0,0 1 0,0 0 0,0 0 0,0-1 0,0 1 0,0 0 0,0 0 0,1-1 0,-1 1 0,0 0 0,1 1 0,-1-1 0,1 0 0,-1 0 0,0 0 0,0 0 0,0 0 0,0 0 0,0 0 0,0 0 0,0 0 0,0 0 0,0 0 0,0 0 0,-1 0 0,1 0 0,0 0 0,-1 0 0,1 0 0,-1 0 0,1 0 0,-1 0 0,1-1 0,-1 1 0,0 0 0,1 0 0,-1 0 0,0-1 0,1 1 0,-1 0 0,0-1 0,0 1 0,0-1 0,0 1 0,0-1 0,0 1 0,-1-1 0,-27 12 0,29-12 0,26-5 0,-22 4-38,0 0 0,-1 0 0,1 1 1,0-1-1,0 1 0,0 0 0,-1 1 0,1-1 0,0 0 0,0 1 0,-1 0 0,1 0 0,0 0 0,-1 0 0,1 1 0,-1 0 1,1-1-1,-1 1 0,0 0 0,0 0 0,0 1 0,0-1 0,0 1 0,0 0 0,-1-1 0,1 1 0,-1 0 0,0 1 0,0-1 1,0 0-1,0 0 0,-1 1 0,1-1 0,-1 1 0,2 4 0,0 9-6788</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8:44.339"/>
    </inkml:context>
    <inkml:brush xml:id="br0">
      <inkml:brushProperty name="width" value="0.05" units="cm"/>
      <inkml:brushProperty name="height" value="0.05" units="cm"/>
    </inkml:brush>
  </inkml:definitions>
  <inkml:trace contextRef="#ctx0" brushRef="#br0">262 167 24575,'37'-29'0,"-27"22"0,1-1 0,12-13 0,-21 20 0,0-1 0,0 0 0,0-1 0,-1 1 0,1 0 0,-1 0 0,1-1 0,-1 1 0,0-1 0,0 1 0,0-1 0,0 0 0,-1 1 0,1-1 0,-1 0 0,1-3 0,-2 3 0,1 1 0,-1 0 0,1-1 0,-1 1 0,0 0 0,0 0 0,0 0 0,0 0 0,-1 0 0,1 0 0,0 0 0,-1 0 0,1 0 0,-1 1 0,0-1 0,0 1 0,1-1 0,-1 1 0,0-1 0,0 1 0,0 0 0,-1 0 0,1 0 0,0 0 0,0 1 0,-4-2 0,-5-1 0,0 0 0,0 1 0,0 1 0,-15-1 0,12 1 0,1 2 0,-1-1 0,0 2 0,1 0 0,-1 1 0,1 0 0,0 1 0,0 0 0,-18 9 0,24-10 0,1 1 0,-1 0 0,1 0 0,0 0 0,1 1 0,-1 0 0,1 0 0,0 0 0,0 1 0,0-1 0,1 1 0,0 0 0,0 0 0,1 1 0,-1-1 0,1 1 0,1 0 0,-1 0 0,-1 9 0,3-7 15,0 1 0,0-1 0,1 0 0,0 0-1,0 0 1,1 1 0,1-1 0,-1 0 0,2 0 0,-1 0-1,1 0 1,0-1 0,1 1 0,0-1 0,0 0 0,1 0 0,0 0-1,1-1 1,-1 0 0,2 0 0,-1 0 0,14 11 0,-4-6-186,0 0 0,0-1 1,2 0-1,-1-1 0,1-2 1,1 0-1,-1 0 0,1-2 1,30 7-1,7-4-6655</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8:44.571"/>
    </inkml:context>
    <inkml:brush xml:id="br0">
      <inkml:brushProperty name="width" value="0.05" units="cm"/>
      <inkml:brushProperty name="height" value="0.05" units="cm"/>
    </inkml:brush>
  </inkml:definitions>
  <inkml:trace contextRef="#ctx0" brushRef="#br0">9 1 24575,'0'3'0,"-3"1"0,-1 3 0,3 4 0,2 6 0,0 3 0,4 4 0,1 2 0,0 2 0,-2 3 0,1 2 0,1 3 0,-1-3 0,-2-4 0,-1-6-8191</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8:44.710"/>
    </inkml:context>
    <inkml:brush xml:id="br0">
      <inkml:brushProperty name="width" value="0.05" units="cm"/>
      <inkml:brushProperty name="height" value="0.05" units="cm"/>
    </inkml:brush>
  </inkml:definitions>
  <inkml:trace contextRef="#ctx0" brushRef="#br0">1 123 24575,'0'-6'0,"0"-9"0,3-7 0,1-4 0,0 0 0,0 7 0,-2 10 0,-1 10 0</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8:45.161"/>
    </inkml:context>
    <inkml:brush xml:id="br0">
      <inkml:brushProperty name="width" value="0.05" units="cm"/>
      <inkml:brushProperty name="height" value="0.05" units="cm"/>
    </inkml:brush>
  </inkml:definitions>
  <inkml:trace contextRef="#ctx0" brushRef="#br0">215 347 24575,'0'-4'0,"0"0"0,-1 0 0,1 0 0,-1 0 0,-1 0 0,1 0 0,0 0 0,-1 1 0,0-1 0,0 0 0,0 1 0,0-1 0,0 1 0,-1 0 0,1 0 0,-1 0 0,0 0 0,0 0 0,0 0 0,-1 1 0,1 0 0,-1-1 0,1 1 0,-1 0 0,0 1 0,1-1 0,-7-1 0,5 2 0,1-1 0,-1 1 0,1 0 0,-1 1 0,1-1 0,-1 1 0,1 0 0,-1 0 0,0 0 0,1 1 0,-1 0 0,1 0 0,-1 0 0,1 0 0,0 0 0,-1 1 0,1 0 0,0 0 0,0 0 0,0 1 0,0-1 0,0 1 0,1 0 0,-6 5 0,6-4 0,-1 0 0,1 0 0,0 0 0,1 1 0,-1-1 0,1 1 0,0-1 0,0 1 0,0 0 0,1 0 0,-1-1 0,1 1 0,0 0 0,1 0 0,-1 0 0,1 1 0,0-1 0,1 0 0,-1 0 0,2 5 0,0-3 0,0 0 0,1 0 0,0 0 0,0-1 0,0 0 0,1 1 0,0-1 0,0 0 0,1-1 0,0 1 0,0-1 0,0 0 0,7 5 0,-4-4 0,0 0 0,0-1 0,1 0 0,0 0 0,0-1 0,1 0 0,-1 0 0,1-1 0,15 3 0,-19-5 0,0 0 0,1 0 0,0-1 0,-1 0 0,1 0 0,-1 0 0,1-1 0,-1 0 0,0-1 0,1 1 0,-1-1 0,0 0 0,0-1 0,12-6 0,-10 3 0,0 0 0,0-1 0,-1 0 0,0 0 0,0-1 0,-1 0 0,1-1 0,-2 1 0,1-1 0,-1 0 0,6-15 0,2-12 0,16-64 0,-26 87 0,43-227 0,-47 228 0,-5 21 0,-6 22 0,0 5 171,-10 47 0,19-67-456,0-1 1,2 1-1,0 0 1,0 0-1,4 28 1,3-12-6542</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8:45.856"/>
    </inkml:context>
    <inkml:brush xml:id="br0">
      <inkml:brushProperty name="width" value="0.05" units="cm"/>
      <inkml:brushProperty name="height" value="0.05" units="cm"/>
    </inkml:brush>
  </inkml:definitions>
  <inkml:trace contextRef="#ctx0" brushRef="#br0">58 379 24575,'18'-22'0,"-17"21"0,0 1 0,-1-1 0,1 0 0,-1 0 0,1 0 0,-1 1 0,1-1 0,-1 0 0,0 0 0,0 0 0,1 0 0,-1 0 0,0 0 0,0 0 0,0 0 0,0 0 0,0 0 0,0 0 0,0 1 0,0-1 0,0 0 0,0 0 0,-1 0 0,1-1 0,-1 1 0,1 1 0,-1 0 0,1 0 0,-1-1 0,1 1 0,-1 0 0,1 0 0,-1 0 0,0 0 0,1 0 0,-1 0 0,1 0 0,-1 0 0,1 0 0,-1 0 0,1 0 0,-1 0 0,1 0 0,-1 0 0,1 1 0,-1-1 0,1 0 0,-1 0 0,1 0 0,-1 1 0,1-1 0,-1 0 0,1 1 0,-1-1 0,1 1 0,0-1 0,-1 0 0,1 1 0,0-1 0,-1 1 0,1-1 0,0 1 0,0-1 0,-1 2 0,-13 19 0,6-5 0,0 1 0,1 0 0,-9 36 0,13-43 0,1 1 0,1 0 0,0 0 0,0 0 0,1-1 0,0 1 0,1 0 0,2 12 0,-3-20 0,1 0 0,0 0 0,0-1 0,0 1 0,0 0 0,0 0 0,0-1 0,1 1 0,-1 0 0,1-1 0,0 0 0,0 1 0,0-1 0,0 0 0,0 0 0,0 0 0,1 0 0,-1 0 0,1-1 0,-1 1 0,1-1 0,0 1 0,-1-1 0,1 0 0,0 0 0,0 0 0,0-1 0,0 1 0,0-1 0,0 1 0,0-1 0,0 0 0,3-1 0,2 1 0,1-2 0,-1 1 0,0-1 0,0 0 0,0-1 0,0 0 0,0 0 0,-1-1 0,1 0 0,11-8 0,-10 5 0,0-1 0,-1 0 0,1 0 0,-1-1 0,-1 0 0,0 0 0,0-1 0,-1 0 0,0 0 0,-1 0 0,7-19 0,-10 24 0,-1 0 0,1 1 0,-1-1 0,0 0 0,0 0 0,-1 0 0,1 0 0,-1 0 0,0 1 0,-1-1 0,1 0 0,-1 0 0,0 0 0,0 0 0,0 0 0,-1 1 0,0-1 0,0 1 0,0-1 0,0 1 0,-1 0 0,1 0 0,-1 0 0,0 0 0,-1 0 0,1 0 0,0 1 0,-1 0 0,-7-5 0,-29-15 0,41 20 0,6 2 0,10 0 0,-3 1 0,11 1 0,-1-1 0,1-2 0,42-7 0,-60 7 0,0 0 0,0-1 0,0 1 0,0-1 0,-1 0 0,1-1 0,-1 0 0,0 0 0,0 0 0,0-1 0,0 0 0,-1 0 0,0 0 0,0-1 0,0 1 0,-1-1 0,4-7 0,2-8 0,-1 0 0,-1-1 0,-1 0 0,-2 0 0,0-1 0,3-30 0,-3 26 0,-40 139 0,-44 266 0,20 4 0,10-52 0,45-309 0,3-8 0,-1-1 0,0 1 0,-1-1 0,0 1 0,-1-1 0,-1 0 0,-11 21 0,16-33 0,0 1 0,0-1 0,0 1 0,-1 0 0,1-1 0,0 1 0,0-1 0,-1 0 0,1 1 0,-1-1 0,1 1 0,0-1 0,-1 1 0,1-1 0,-1 0 0,1 1 0,-1-1 0,1 0 0,-1 0 0,1 1 0,-1-1 0,1 0 0,-1 0 0,1 0 0,-1 1 0,1-1 0,-1 0 0,1 0 0,-1 0 0,0 0 0,1 0 0,-1 0 0,1 0 0,-1-1 0,1 1 0,-1 0 0,1 0 0,-1 0 0,0 0 0,1-1 0,-1 1 0,1 0 0,-1 0 0,1-1 0,0 1 0,-1-1 0,1 1 0,-1-1 0,-1-2 0,0 1 0,0-1 0,1 0 0,-1 0 0,1 0 0,0 0 0,-2-5 0,-2-17 0,0-1 0,1 1 0,2-1 0,1-27 0,8-106 0,-6 152 0,16-138 0,-12 119 0,1 1 0,1 0 0,17-39 0,-23 61-59,0 1 0,0-1-1,0 1 1,0-1-1,0 1 1,1-1 0,-1 1-1,1 0 1,0-1 0,0 1-1,0 0 1,0 0 0,0 1-1,0-1 1,0 0-1,1 1 1,-1-1 0,0 1-1,1 0 1,-1 0 0,1 0-1,4-1 1,8 2-6767</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8:46.463"/>
    </inkml:context>
    <inkml:brush xml:id="br0">
      <inkml:brushProperty name="width" value="0.05" units="cm"/>
      <inkml:brushProperty name="height" value="0.05" units="cm"/>
    </inkml:brush>
  </inkml:definitions>
  <inkml:trace contextRef="#ctx0" brushRef="#br0">178 57 24575,'0'-10'0,"1"7"0,-1 0 0,1 0 0,-1 0 0,0 0 0,-1 0 0,1 0 0,0 0 0,-1 1 0,1-1 0,-1 0 0,0 0 0,0 0 0,0 1 0,-2-4 0,2 6 0,1 0 0,-1 0 0,1 0 0,0 0 0,-1 0 0,1 0 0,-1 0 0,1 0 0,0 0 0,-1 1 0,1-1 0,-1 0 0,1 0 0,0 0 0,-1 1 0,1-1 0,0 0 0,-1 0 0,1 1 0,0-1 0,0 0 0,-1 1 0,1-1 0,0 0 0,0 1 0,0-1 0,-1 0 0,1 1 0,0-1 0,0 1 0,0-1 0,0 0 0,0 1 0,0-1 0,0 1 0,-8 18 0,8-18 0,-44 173 0,21-74 0,-62 230 0,85-331 0,0 1 0,0 0 0,0 0 0,0 0 0,0 0 0,0 0 0,1 0 0,-1 0 0,0 0 0,0 0 0,0 0 0,0 0 0,0 0 0,0 0 0,0 0 0,0 0 0,1 1 0,-1-1 0,0 0 0,0 0 0,0 0 0,0 0 0,0 0 0,0 0 0,0 0 0,0 0 0,0 0 0,0 0 0,1 0 0,-1 0 0,0 0 0,0 1 0,0-1 0,0 0 0,0 0 0,0 0 0,0 0 0,0 0 0,0 0 0,0 0 0,0 0 0,0 1 0,0-1 0,0 0 0,0 0 0,0 0 0,0 0 0,13-16 0,15-25 0,-10 12 0,33-49 0,-46 72 0,0-1 0,0 1 0,1 0 0,0 0 0,0 1 0,1 0 0,0 0 0,10-6 0,-15 11 0,-1-1 0,1 0 0,0 1 0,-1 0 0,1-1 0,-1 1 0,1 0 0,0 0 0,-1 0 0,1 0 0,0 0 0,-1 0 0,1 0 0,0 1 0,-1-1 0,1 1 0,-1-1 0,1 1 0,-1-1 0,1 1 0,-1 0 0,1 0 0,-1 0 0,0 0 0,1 0 0,-1 0 0,0 0 0,0 0 0,0 0 0,0 1 0,0-1 0,0 1 0,0-1 0,1 2 0,3 7 0,0 0 0,0 0 0,6 21 0,-8-23 0,31 116-1365,-29-106-5461</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8:46.877"/>
    </inkml:context>
    <inkml:brush xml:id="br0">
      <inkml:brushProperty name="width" value="0.05" units="cm"/>
      <inkml:brushProperty name="height" value="0.05" units="cm"/>
    </inkml:brush>
  </inkml:definitions>
  <inkml:trace contextRef="#ctx0" brushRef="#br0">146 227 24575,'2'-3'0,"0"0"0,-1 1 0,1-1 0,-1 0 0,1 1 0,-1-1 0,0 0 0,0 0 0,0 0 0,0 0 0,-1 0 0,1-1 0,-1 1 0,0 0 0,0 0 0,0 0 0,0 0 0,-1 0 0,0-4 0,1 6 0,0-1 0,-1 1 0,1 0 0,0 0 0,-1-1 0,1 1 0,-1 0 0,1 0 0,-1 0 0,0 0 0,0 0 0,1 0 0,-1 0 0,0 0 0,0 0 0,0 0 0,0 0 0,0 0 0,0 0 0,0 1 0,0-1 0,0 0 0,0 1 0,-1-1 0,1 1 0,0 0 0,0-1 0,-1 1 0,1 0 0,0-1 0,0 1 0,-1 0 0,1 0 0,0 0 0,-1 0 0,1 1 0,0-1 0,0 0 0,-1 0 0,1 1 0,0-1 0,0 1 0,-1-1 0,1 1 0,0-1 0,0 1 0,-1 1 0,-5 2 0,0 1 0,0 0 0,0 0 0,1 1 0,0 0 0,0 0 0,1 0 0,0 1 0,-6 8 0,3-2 0,1-1 0,1 1 0,0 0 0,-7 22 0,12-32 0,0 0 0,0 0 0,1-1 0,-1 1 0,1 0 0,0 0 0,0 0 0,0 0 0,0-1 0,0 1 0,1 0 0,0 4 0,0-5 0,0-1 0,-1 1 0,1-1 0,0 0 0,0 0 0,0 1 0,0-1 0,1 0 0,-1 0 0,0 0 0,0 0 0,1 0 0,-1 0 0,0-1 0,1 1 0,-1 0 0,1-1 0,-1 1 0,1-1 0,-1 1 0,1-1 0,-1 0 0,4 1 0,4 0 0,-1-1 0,1 0 0,-1 0 0,1 0 0,-1-1 0,0 0 0,1-1 0,-1 0 0,0 0 0,10-5 0,-13 5 0,1-1 0,-1 0 0,0 0 0,0 0 0,0-1 0,-1 1 0,1-1 0,-1 0 0,0-1 0,0 1 0,0-1 0,-1 0 0,1 0 0,-1 0 0,4-8 0,-1-4 0,-1 0 0,0 0 0,-1-1 0,0 0 0,0-29 0,-4-89 0,0 134 0,-10 211 137,3-112-1639,5-71-5324</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8:47.214"/>
    </inkml:context>
    <inkml:brush xml:id="br0">
      <inkml:brushProperty name="width" value="0.05" units="cm"/>
      <inkml:brushProperty name="height" value="0.05" units="cm"/>
    </inkml:brush>
  </inkml:definitions>
  <inkml:trace contextRef="#ctx0" brushRef="#br0">18 106 24575,'-3'-25'0,"3"25"0,0 0 0,0 0 0,0 0 0,0-1 0,0 1 0,0 0 0,0 0 0,0 0 0,0 0 0,0 0 0,0 0 0,0 0 0,0 0 0,0 0 0,0 0 0,0 0 0,0-1 0,0 1 0,0 0 0,0 0 0,0 0 0,0 0 0,0 0 0,0 0 0,0 0 0,0 0 0,0 0 0,0 0 0,0 0 0,-1 0 0,1 0 0,0 0 0,0 0 0,0 0 0,0 0 0,0 0 0,0 0 0,0 0 0,0 0 0,0 0 0,0-1 0,-1 2 0,1-1 0,0 0 0,0 0 0,0 0 0,0 0 0,0 0 0,0 0 0,0 0 0,0 0 0,0 0 0,0 0 0,0 0 0,-1 0 0,1 0 0,0 0 0,0 0 0,0 0 0,0 0 0,-4 14 0,1 4 0,1 0 0,0 0 0,2 0 0,0 0 0,1 1 0,1-1 0,4 19 0,7 13 0,20 56 0,-32-104 0,5 14 0,-7-22 0,-2-19 0,3 13 0,1-1 0,0 1 0,0-1 0,1 1 0,1-1 0,0 1 0,1 0 0,1 0 0,-1 1 0,2-1 0,-1 1 0,2 0 0,14-19 0,-2 6 0,2-1 0,0 2 0,2 1 0,35-27 0,-48 40 0,1 1 0,1 0 0,-1 0 0,1 1 0,1 0 0,-1 1 0,1 1 0,15-5 0,-27 10-42,0-1-1,0 1 0,1 0 1,-1-1-1,0 1 0,0 0 1,0 0-1,0 0 0,0 0 1,1 0-1,-1 0 0,0 0 1,0 0-1,0 0 0,0 1 1,0-1-1,0 0 0,1 1 1,-1-1-1,0 1 0,0-1 1,0 1-1,0-1 0,-1 1 1,1 0-1,0 0 0,0-1 1,0 1-1,0 0 0,-1 0 1,2 1-1,2 13-6783</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8:57.916"/>
    </inkml:context>
    <inkml:brush xml:id="br0">
      <inkml:brushProperty name="width" value="0.05" units="cm"/>
      <inkml:brushProperty name="height" value="0.05" units="cm"/>
    </inkml:brush>
  </inkml:definitions>
  <inkml:trace contextRef="#ctx0" brushRef="#br0">182 410 24575,'-16'-20'0,"14"17"0,-1-1 0,1 1 0,-1 0 0,0-1 0,0 1 0,0 1 0,-6-5 0,9 7 0,-1 0 0,1 0 0,0 0 0,-1 0 0,1 0 0,-1 0 0,1 0 0,-1 0 0,1 0 0,0 0 0,-1 0 0,1 0 0,-1 0 0,1 0 0,0 0 0,-1 1 0,1-1 0,-1 0 0,1 0 0,0 0 0,-1 1 0,1-1 0,0 0 0,0 0 0,-1 1 0,1-1 0,0 0 0,-1 1 0,1-1 0,0 0 0,0 1 0,0-1 0,-1 1 0,-6 15 0,6-14 0,-21 53 0,2 1 0,-20 94 0,36-136 0,4-14 0,0 0 0,0 0 0,-1 0 0,1 0 0,0 0 0,0 0 0,0 0 0,0 0 0,0 0 0,0 1 0,0-1 0,0 0 0,-1 0 0,1 0 0,0 0 0,0 0 0,0 0 0,0 0 0,0 0 0,0 0 0,0 0 0,-1 0 0,1 0 0,0 0 0,0 0 0,0 0 0,0-1 0,0 1 0,0 0 0,0 0 0,0 0 0,-1 0 0,1 0 0,0 0 0,0 0 0,0 0 0,0 0 0,0 0 0,0 0 0,0 0 0,0-1 0,0 1 0,0 0 0,0 0 0,0 0 0,-1 0 0,1 0 0,0 0 0,0 0 0,0 0 0,0-1 0,0 1 0,-6-27 0,-14-279 0,20 284 0,0 0 0,2 0 0,0 0 0,1 0 0,2 0 0,0 0 0,11-26 0,-14 40 0,2 1 0,-1 0 0,1-1 0,0 2 0,1-1 0,0 0 0,0 1 0,0 0 0,1 0 0,0 0 0,0 1 0,0 0 0,1 0 0,0 1 0,-1-1 0,2 1 0,-1 1 0,0 0 0,1 0 0,0 0 0,-1 1 0,1 0 0,9-1 0,-2 2 0,0 1 0,0 0 0,0 1 0,-1 0 0,1 2 0,0 0 0,-1 0 0,1 1 0,-1 1 0,0 0 0,-1 1 0,1 1 0,-1 0 0,0 1 0,15 12 0,-26-19 0,1 1 0,-1 0 0,0 0 0,0 1 0,0-1 0,0 0 0,0 1 0,0-1 0,-1 1 0,1 0 0,-1-1 0,1 1 0,-1 0 0,0 0 0,0 0 0,-1 0 0,1 0 0,-1 0 0,1 0 0,-1 6 0,-1-6 0,1 0 0,-1 0 0,0 0 0,-1 0 0,1 0 0,-1 0 0,1 0 0,-1 0 0,0-1 0,0 1 0,0 0 0,0-1 0,0 0 0,-1 1 0,1-1 0,-1 0 0,1 0 0,-1-1 0,-4 3 0,-10 5 0,0-1 0,-23 7 0,27-11 0,0 1 0,1 0 0,0 1 0,0 0 0,0 1 0,-11 8 0,22-14 0,0 0 0,0 0 0,0 0 0,0-1 0,1 1 0,-1 0 0,0 0 0,0 0 0,1 1 0,-1-1 0,0 0 0,1 0 0,-1 0 0,1 0 0,0 1 0,-1-1 0,1 0 0,0 0 0,0 1 0,0-1 0,-1 0 0,2 2 0,-1-1 0,1 0 0,-1 0 0,1 0 0,0 0 0,0-1 0,0 1 0,0 0 0,0-1 0,0 1 0,1 0 0,-1-1 0,3 3 0,5 3 0,-1-1 0,2 0 0,-1 0 0,11 4 0,-19-9 0,85 34 0,-64-27 0,-1 0 0,0 2 0,0 0 0,0 1 0,23 18 0,-42-27 0,0 0 0,1 0 0,-2 0 0,1 0 0,0 0 0,0 0 0,-1 1 0,1-1 0,-1 0 0,1 1 0,-1 0 0,0-1 0,1 4 0,-2-4 0,0-1 0,0 0 0,0 1 0,0-1 0,0 1 0,0-1 0,0 0 0,0 1 0,-1-1 0,1 0 0,-1 1 0,1-1 0,-1 0 0,1 0 0,-1 1 0,0-1 0,1 0 0,-1 0 0,0 0 0,0 0 0,0 0 0,0 0 0,0 0 0,0 0 0,0 0 0,0-1 0,0 1 0,-3 1 0,-4 2 0,0-1 0,0 0 0,-1 0 0,1 0 0,-1-1 0,0-1 0,-11 1 0,-66 1 0,79-3 0,-26-1 171,-53-7 0,76 7-342,0-1 0,-1-1 1,1 0-1,0 0 0,0-1 1,1 0-1,-1-1 0,1 0 1,-10-7-1,0-5-6655</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8:58.225"/>
    </inkml:context>
    <inkml:brush xml:id="br0">
      <inkml:brushProperty name="width" value="0.05" units="cm"/>
      <inkml:brushProperty name="height" value="0.05" units="cm"/>
    </inkml:brush>
  </inkml:definitions>
  <inkml:trace contextRef="#ctx0" brushRef="#br0">1 149 24575,'50'-12'0,"6"0"0,94-35 0,-137 42 0,34-16 0,-44 20 0,-1 0 0,0-1 0,0 1 0,0-1 0,0 1 0,0-1 0,0 0 0,0 1 0,0-1 0,-1 0 0,1 0 0,-1 0 0,1 0 0,-1-1 0,2-3 0,-3 5 0,0 1 0,0-1 0,-1 0 0,1 0 0,0 0 0,0 1 0,0-1 0,-1 0 0,1 0 0,0 1 0,-1-1 0,1 0 0,0 1 0,-1-1 0,1 0 0,-1 1 0,1-1 0,-1 1 0,1-1 0,-1 1 0,0-1 0,1 1 0,-1-1 0,0 1 0,1-1 0,-1 1 0,0 0 0,0-1 0,1 1 0,-1 0 0,0 0 0,0 0 0,1 0 0,-1 0 0,0 0 0,0-1 0,-1 2 0,-32-3 0,26 3 0,1 1 0,-1-1 0,1 1 0,-1 1 0,1-1 0,0 1 0,0 1 0,0-1 0,0 1 0,1 1 0,0-1 0,-1 1 0,1 0 0,1 0 0,-1 0 0,1 1 0,0 0 0,-4 8 0,5-9 0,0 1 0,0 0 0,1 1 0,0-1 0,1 1 0,-1-1 0,1 1 0,0 0 0,1 0 0,0 0 0,0 0 0,0 0 0,1 0 0,0 0 0,0 0 0,1 0 0,0 0 0,0 0 0,1 0 0,2 7 0,0-4 0,1 0 0,0-1 0,0 0 0,1 0 0,0 0 0,11 11 0,47 40 0,-42-41 0,23 26 0,-43-44 0,-1 0 0,0 0 0,0 0 0,0 1 0,0-1 0,-1 0 0,1 0 0,0 1 0,0-1 0,-1 1 0,1-1 0,-1 1 0,1-1 0,-1 1 0,0-1 0,0 1 0,1 2 0,-2-3 0,1 0 0,0 0 0,-1 0 0,1 0 0,-1 0 0,1 0 0,-1 0 0,1 0 0,-1-1 0,0 1 0,1 0 0,-1 0 0,0-1 0,0 1 0,1 0 0,-1-1 0,0 1 0,0-1 0,0 1 0,-1 0 0,-5 1 0,1 0 0,-1 0 0,0 0 0,0-1 0,0 0 0,-9 0 0,-5 0-227,0-1-1,-1-1 1,1-1-1,0-1 1,-26-7-1,19 2-6598</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8:58.413"/>
    </inkml:context>
    <inkml:brush xml:id="br0">
      <inkml:brushProperty name="width" value="0.05" units="cm"/>
      <inkml:brushProperty name="height" value="0.05" units="cm"/>
    </inkml:brush>
  </inkml:definitions>
  <inkml:trace contextRef="#ctx0" brushRef="#br0">1 0 24575,'6'0'0,"9"0"0,4 0 0,3 0 0,0 0 0,0 0 0,-1 0 0,-1 0 0,3 0 0,3 0 0,7 0 0,4 0 0,5 0 0,5 0 0,3 0 0,1 0 0,-4 0 0,-8 0-8191</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8:59.339"/>
    </inkml:context>
    <inkml:brush xml:id="br0">
      <inkml:brushProperty name="width" value="0.05" units="cm"/>
      <inkml:brushProperty name="height" value="0.05" units="cm"/>
    </inkml:brush>
  </inkml:definitions>
  <inkml:trace contextRef="#ctx0" brushRef="#br0">347 73 24575,'1'0'0,"0"0"0,0-1 0,0 1 0,0 0 0,0-1 0,0 1 0,0 0 0,0-1 0,0 1 0,0-1 0,0 0 0,0 1 0,0-1 0,0 0 0,-1 1 0,1-1 0,0 0 0,0 0 0,-1 0 0,1 0 0,-1 0 0,1 0 0,-1 1 0,1-1 0,-1 0 0,0-1 0,1 1 0,-1 0 0,0 0 0,0 0 0,0 0 0,0 0 0,1 0 0,-2 0 0,1 0 0,0 0 0,0 0 0,0 0 0,0 0 0,-1 0 0,1 0 0,0 0 0,-1 0 0,1 0 0,-1 0 0,1 0 0,-1 0 0,0 0 0,1 0 0,-1 0 0,0 1 0,-1-2 0,-3-2 0,0 1 0,0 0 0,-1 0 0,1 0 0,-1 1 0,0-1 0,1 1 0,-1 1 0,0-1 0,0 1 0,0 0 0,0 1 0,0-1 0,-9 1 0,1 1 0,1 0 0,0 1 0,1 0 0,-1 1 0,-22 8 0,23-6 0,1 0 0,0 1 0,0 1 0,1-1 0,0 2 0,0-1 0,0 2 0,1-1 0,-12 16 0,15-18 0,1 1 0,0 0 0,0 1 0,1-1 0,0 1 0,0 0 0,1 0 0,-1 0 0,2 1 0,0-1 0,0 1 0,0-1 0,1 1 0,0 12 0,1-17 0,0 1 0,1-1 0,0 0 0,-1 1 0,2-1 0,-1 0 0,0 0 0,1 0 0,0 0 0,0 0 0,0 0 0,0-1 0,1 1 0,4 5 0,-2-4 0,1 0 0,-1-1 0,1 0 0,-1 0 0,1 0 0,0-1 0,1 0 0,9 4 0,2-1 0,0-1 0,1-1 0,-1-1 0,1 0 0,35 0 0,-10-5-682,64-10-1,-40 1-6143</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8:59.979"/>
    </inkml:context>
    <inkml:brush xml:id="br0">
      <inkml:brushProperty name="width" value="0.05" units="cm"/>
      <inkml:brushProperty name="height" value="0.05" units="cm"/>
    </inkml:brush>
  </inkml:definitions>
  <inkml:trace contextRef="#ctx0" brushRef="#br0">164 31 24575,'2'-16'0,"-2"6"0,-6 19 0,2 2 0,-2 0 0,0-1 0,0 0 0,0 0 0,-12 13 0,15-20 0,1 0 0,-1-1 0,1 1 0,-1-1 0,0 0 0,0 1 0,0-1 0,-1 0 0,1-1 0,0 1 0,-1-1 0,1 1 0,-1-1 0,1 0 0,-1 0 0,1-1 0,-1 1 0,0-1 0,0 0 0,1 1 0,-7-2 0,8 1 0,1-1 0,-1 1 0,0 0 0,1-1 0,-1 1 0,0-1 0,1 0 0,-1 1 0,1-1 0,-1 0 0,1 0 0,-1 0 0,1 0 0,0 0 0,0-1 0,-1 1 0,1 0 0,0 0 0,0-1 0,0 1 0,0-1 0,0 1 0,1-1 0,-1 1 0,0-1 0,1 0 0,-1 1 0,1-1 0,0 0 0,-1 1 0,1-1 0,0 0 0,0 1 0,0-1 0,0 0 0,0 0 0,1 1 0,-1-1 0,0 0 0,1 1 0,0-3 0,0 0 0,1 0 0,-1 0 0,1 0 0,0 0 0,0 0 0,0 1 0,1-1 0,-1 1 0,1-1 0,0 1 0,0 0 0,0 0 0,0 0 0,0 1 0,8-5 0,7 1-1365,-1 5-5461</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9:00.183"/>
    </inkml:context>
    <inkml:brush xml:id="br0">
      <inkml:brushProperty name="width" value="0.05" units="cm"/>
      <inkml:brushProperty name="height" value="0.05" units="cm"/>
    </inkml:brush>
  </inkml:definitions>
  <inkml:trace contextRef="#ctx0" brushRef="#br0">283 15 24575,'0'-4'0,"-3"0"0,-4 1 0,-4 0 0,-4 3 0,-1 6 0,-6 8 0,-1 7 0,-3 7 0,-1 5 0,-1 6 0,0 6 0,3 1 0,4 0 0,4-3 0,4-7-8191</inkml:trace>
</inkml:ink>
</file>

<file path=ppt/ink/ink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9:00.466"/>
    </inkml:context>
    <inkml:brush xml:id="br0">
      <inkml:brushProperty name="width" value="0.05" units="cm"/>
      <inkml:brushProperty name="height" value="0.05" units="cm"/>
    </inkml:brush>
  </inkml:definitions>
  <inkml:trace contextRef="#ctx0" brushRef="#br0">1 18 24575,'3'0'0,"1"-3"0,4-1 0,-1 3 0,-1 5 0,-1 5 0,-2-2 0,-1-6 0,2-5 0,3-3 0,4 0 0,3 2 0,3 0 0,-3 3-8191</inkml:trace>
</inkml:ink>
</file>

<file path=ppt/ink/ink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9:00.930"/>
    </inkml:context>
    <inkml:brush xml:id="br0">
      <inkml:brushProperty name="width" value="0.05" units="cm"/>
      <inkml:brushProperty name="height" value="0.05" units="cm"/>
    </inkml:brush>
  </inkml:definitions>
  <inkml:trace contextRef="#ctx0" brushRef="#br0">16 20 24575,'0'-4'0,"-3"0"0,-1-3 0,0 3 0,1 8 0,1 7 0,4 8 0,1 6 0,1 6 0,2 4 0,0 4 0,0 4 0,-2-4 0,2-2 0,0-4 0,-1-4 0,-2-8-8191</inkml:trace>
</inkml:ink>
</file>

<file path=ppt/ink/ink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9:01.070"/>
    </inkml:context>
    <inkml:brush xml:id="br0">
      <inkml:brushProperty name="width" value="0.05" units="cm"/>
      <inkml:brushProperty name="height" value="0.05" units="cm"/>
    </inkml:brush>
  </inkml:definitions>
  <inkml:trace contextRef="#ctx0" brushRef="#br0">0 1 24575,'0'0'-8191</inkml:trace>
</inkml:ink>
</file>

<file path=ppt/ink/ink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9:01.519"/>
    </inkml:context>
    <inkml:brush xml:id="br0">
      <inkml:brushProperty name="width" value="0.05" units="cm"/>
      <inkml:brushProperty name="height" value="0.05" units="cm"/>
    </inkml:brush>
  </inkml:definitions>
  <inkml:trace contextRef="#ctx0" brushRef="#br0">223 274 24575,'1'0'0,"0"-1"0,0 1 0,0 0 0,-1-1 0,1 1 0,0-1 0,0 1 0,-1-1 0,1 0 0,0 1 0,-1-1 0,1 1 0,-1-1 0,1 0 0,-1 0 0,1 1 0,-1-1 0,1 0 0,-1 0 0,0 0 0,1 0 0,-1 0 0,0 1 0,0-1 0,1 0 0,-1 0 0,0 0 0,0 0 0,0-2 0,-1-27 0,-1 25 0,1 0 0,-1 1 0,0-1 0,0 1 0,-1-1 0,0 1 0,1 0 0,-1 0 0,-1 0 0,1 0 0,0 1 0,-1-1 0,0 1 0,0 0 0,0 0 0,0 0 0,0 1 0,-1-1 0,1 1 0,-1 0 0,1 0 0,-1 1 0,0-1 0,0 1 0,0 0 0,0 1 0,0-1 0,0 1 0,0 0 0,0 0 0,0 0 0,0 1 0,0 0 0,0 0 0,1 0 0,-1 0 0,-6 4 0,5-2 0,0 1 0,1 0 0,-1 0 0,1 0 0,0 1 0,1-1 0,-1 1 0,1 1 0,0-1 0,0 0 0,1 1 0,-1 0 0,1 0 0,0 0 0,1 0 0,0 1 0,0-1 0,0 1 0,1-1 0,-2 12 0,3-13 0,0 1 0,0 0 0,0-1 0,1 1 0,0 0 0,0-1 0,0 1 0,0-1 0,1 0 0,0 1 0,1-1 0,-1 0 0,1 0 0,0 0 0,0 0 0,0-1 0,1 1 0,-1-1 0,1 0 0,0 0 0,0 0 0,1-1 0,-1 1 0,9 4 0,-4-4 0,-1 0 0,1 0 0,0-1 0,0-1 0,0 1 0,0-1 0,0-1 0,1 0 0,-1 0 0,0-1 0,1 0 0,-1 0 0,0-1 0,1-1 0,-1 1 0,0-2 0,0 1 0,0-1 0,0 0 0,12-8 0,-7 4 0,0-1 0,-1 0 0,0-1 0,0-1 0,-1 0 0,0-1 0,-1 0 0,-1-1 0,0 0 0,0-1 0,11-19 0,-10 12 0,-1-1 0,-1 0 0,10-34 0,-16 42 0,0 1 0,-1-1 0,0 1 0,-1-1 0,0 0 0,-1 0 0,-3-21 0,-1 22 0,-2 12 0,5 1 0,0 1 0,0-1 0,0 0 0,0 1 0,0 0 0,0-1 0,0 1 0,0-1 0,-1 4 0,-3 14 0,1-1 0,0 0 0,2 1 0,-1 24 0,6 77 0,15 2-1365,-7-70-5461</inkml:trace>
</inkml:ink>
</file>

<file path=ppt/ink/ink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9:02.762"/>
    </inkml:context>
    <inkml:brush xml:id="br0">
      <inkml:brushProperty name="width" value="0.05" units="cm"/>
      <inkml:brushProperty name="height" value="0.05" units="cm"/>
    </inkml:brush>
  </inkml:definitions>
  <inkml:trace contextRef="#ctx0" brushRef="#br0">93 115 24575,'0'-1'0,"-1"0"0,1 0 0,0 0 0,0-1 0,1 1 0,-1 0 0,0 0 0,0 0 0,1-1 0,-1 1 0,0 0 0,1 0 0,-1 0 0,1 0 0,-1 0 0,1 0 0,0 0 0,-1 0 0,1 0 0,0 0 0,0 0 0,0 0 0,0 0 0,0 1 0,0-1 0,0 0 0,0 1 0,0-1 0,0 1 0,2-1 0,0 0 0,-1 1 0,1 0 0,-1 0 0,1 0 0,0 0 0,-1 0 0,1 1 0,-1-1 0,1 1 0,-1 0 0,1-1 0,-1 1 0,0 0 0,3 2 0,-2-2 0,0 1 0,0 0 0,0 0 0,-1 0 0,1 0 0,-1 0 0,1 1 0,-1-1 0,0 1 0,0 0 0,2 2 0,-3-4 0,-1 0 0,1 1 0,-1-1 0,1 0 0,-1 0 0,1 0 0,-1 0 0,0 1 0,0-1 0,1 0 0,-1 0 0,0 1 0,0-1 0,0 0 0,0 0 0,-1 0 0,1 1 0,0-1 0,-1 0 0,1 0 0,0 0 0,-1 1 0,1-1 0,-1 0 0,0 0 0,1 0 0,-1 0 0,-1 2 0,0-2 0,-1 1 0,1 0 0,-1 0 0,1-1 0,-1 1 0,0-1 0,1 0 0,-1 0 0,0 0 0,0 0 0,0 0 0,1-1 0,-1 1 0,0-1 0,0 0 0,0 0 0,0 0 0,0 0 0,-6-1 0,2-1 0,1 1 0,-1-1 0,0 0 0,0 0 0,1-1 0,-1 0 0,-7-4 0,9 3 0,0 1 0,0-1 0,1 0 0,0 0 0,-1 0 0,2-1 0,-1 0 0,0 0 0,1 0 0,0 0 0,0 0 0,-3-7 0,5 9 0,1 1 0,-1 0 0,0 0 0,1 0 0,-1-1 0,1 1 0,0 0 0,0-1 0,0 1 0,0 0 0,0-1 0,0 1 0,1 0 0,-1-1 0,1 1 0,0 0 0,-1 0 0,1 0 0,0 0 0,0-1 0,1 1 0,-1 1 0,0-1 0,1 0 0,-1 0 0,1 0 0,-1 1 0,1-1 0,0 1 0,0-1 0,0 1 0,-1 0 0,1-1 0,4 0 0,0-1 34,0 1 1,0 0-1,0 0 0,0 0 0,1 1 0,-1 0 0,0 0 0,1 1 0,10 0 1,-13 0-142,0 0 0,1 1 1,-1-1-1,0 1 0,0 0 1,0 0-1,0 1 0,0-1 1,0 1-1,0 0 0,0 0 1,-1 0-1,1 0 0,-1 1 1,6 4-1,-1 4-6719</inkml:trace>
</inkml:ink>
</file>

<file path=ppt/ink/ink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9:02.977"/>
    </inkml:context>
    <inkml:brush xml:id="br0">
      <inkml:brushProperty name="width" value="0.05" units="cm"/>
      <inkml:brushProperty name="height" value="0.05" units="cm"/>
    </inkml:brush>
  </inkml:definitions>
  <inkml:trace contextRef="#ctx0" brushRef="#br0">110 9 24575,'3'0'0,"1"-3"0,4-2 0,-1 4 0,-4 5 0,-5 9 0,-4 4 0,-2 6 0,-4 8 0,-3 6 0,1 5 0,0 3 0,0 2 0,1-1 0,0-1 0,3-5 0,2-4 0,3-8-8191</inkml:trace>
</inkml:ink>
</file>

<file path=ppt/ink/ink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9:03.274"/>
    </inkml:context>
    <inkml:brush xml:id="br0">
      <inkml:brushProperty name="width" value="0.05" units="cm"/>
      <inkml:brushProperty name="height" value="0.05" units="cm"/>
    </inkml:brush>
  </inkml:definitions>
  <inkml:trace contextRef="#ctx0" brushRef="#br0">1 128 24575,'9'-5'0,"-1"-1"0,0 0 0,0 0 0,0-1 0,7-8 0,-9 9 0,-1 1 0,0 0 0,1 0 0,0 0 0,0 0 0,1 1 0,-1 0 0,13-5 0,-19 9 0,1 0 0,-1 0 0,1 0 0,-1 0 0,0-1 0,1 1 0,-1 0 0,1 0 0,-1 0 0,0 0 0,1 0 0,-1 0 0,1 0 0,-1 0 0,1 0 0,-1 0 0,0 0 0,1 1 0,-1-1 0,1 0 0,-1 0 0,0 0 0,1 0 0,-1 1 0,0-1 0,1 0 0,-1 0 0,0 1 0,1-1 0,-1 1 0,1 13 0,-11 15 0,-2-7 0,-1-1 0,-27 34 0,40-54 0,0 0 0,-1-1 0,1 1 0,0 0 0,-1-1 0,1 1 0,-1-1 0,1 1 0,-1-1 0,1 1 0,-1-1 0,0 1 0,1-1 0,-1 1 0,1-1 0,-1 0 0,0 1 0,0-1 0,1 0 0,-1 0 0,0 0 0,1 1 0,-1-1 0,0 0 0,0 0 0,1 0 0,-1 0 0,0 0 0,0 0 0,1-1 0,-1 1 0,0 0 0,0 0 0,1 0 0,-1-1 0,0 1 0,1 0 0,-1-1 0,0 1 0,1 0 0,-1-1 0,1 1 0,-1-1 0,1 1 0,-1-1 0,1 1 0,-1-1 0,1 0 0,-1 1 0,1-1 0,0 0 0,-1 1 0,1-1 0,0 0 0,-1 1 0,1-2 0,-2-2 0,1 0 0,0-1 0,0 1 0,0 0 0,0 0 0,1 0 0,0 0 0,0-8 0,2 2 0,0 1 0,1 0 0,0 0 0,0 0 0,1 0 0,8-13 0,-10 18 0,1 0 0,-1 0 0,1 0 0,0 1 0,0-1 0,0 1 0,1-1 0,-1 1 0,1 0 0,0 0 0,0 1 0,0-1 0,0 1 0,0 0 0,6-2 0,-8 3-91,0 1 0,0 0 0,0-1 0,0 1 0,0 0 0,0 0 0,0 1 0,0-1 0,0 0 0,0 1 0,0-1 0,0 1 0,0 0 0,3 1 0,6 5-6735</inkml:trace>
</inkml:ink>
</file>

<file path=ppt/ink/ink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9:03.538"/>
    </inkml:context>
    <inkml:brush xml:id="br0">
      <inkml:brushProperty name="width" value="0.05" units="cm"/>
      <inkml:brushProperty name="height" value="0.05" units="cm"/>
    </inkml:brush>
  </inkml:definitions>
  <inkml:trace contextRef="#ctx0" brushRef="#br0">129 159 24575,'2'-2'0,"0"-1"0,0 0 0,0 1 0,-1-1 0,0 0 0,1 1 0,-1-1 0,0 0 0,0 0 0,0 0 0,-1 0 0,1 0 0,-1 0 0,0-1 0,0-3 0,0-2 0,0-1 0,-1 1 0,-3-17 0,3 23 0,0-1 0,-1 0 0,1 1 0,0 0 0,-1-1 0,0 1 0,0 0 0,0 0 0,0 0 0,0 0 0,-1 0 0,1 0 0,-4-2 0,4 4 0,1 0 0,0 0 0,-1 0 0,1 1 0,-1-1 0,1 0 0,-1 1 0,1-1 0,-1 1 0,1 0 0,-1-1 0,0 1 0,1 0 0,-1 0 0,1 0 0,-1 0 0,0 0 0,1 1 0,-1-1 0,1 0 0,-1 1 0,0-1 0,1 1 0,-1-1 0,1 1 0,0 0 0,-1 0 0,1 0 0,-1 0 0,1 0 0,0 0 0,-2 2 0,-3 3 0,1 0 0,0 1 0,0-1 0,0 1 0,1 0 0,0 1 0,0-1 0,1 1 0,0 0 0,0 0 0,-3 15 0,3-7 0,1-1 0,0 1 0,1 0 0,1 0 0,2 21 0,-1-28 0,0-1 0,1 1 0,0-1 0,0 0 0,1 1 0,0-1 0,0-1 0,1 1 0,0 0 0,0-1 0,9 11 0,-9-13 0,1-1 0,-1 0 0,1 0 0,-1 0 0,1-1 0,0 0 0,1 0 0,-1 0 0,0-1 0,1 1 0,0-1 0,-1 0 0,1-1 0,0 1 0,0-1 0,0-1 0,7 1 0,-2-1-273,1 0 0,-1-1 0,0-1 0,16-3 0,6-4-6553</inkml:trace>
</inkml:ink>
</file>

<file path=ppt/ink/ink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9:03.680"/>
    </inkml:context>
    <inkml:brush xml:id="br0">
      <inkml:brushProperty name="width" value="0.05" units="cm"/>
      <inkml:brushProperty name="height" value="0.05" units="cm"/>
    </inkml:brush>
  </inkml:definitions>
  <inkml:trace contextRef="#ctx0" brushRef="#br0">0 123 24575,'0'-6'0,"0"-9"0,0-7 0,0-4 0,0 0 0,0 7 0,0 10 0,0 10 0,0 11 0,3 6 0,1 7 0,4 5 0,2 4 0,0-1 0,2-3 0,-1-3 0,0-4 0,-2-5-8191</inkml:trace>
</inkml:ink>
</file>

<file path=ppt/ink/ink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9:03.818"/>
    </inkml:context>
    <inkml:brush xml:id="br0">
      <inkml:brushProperty name="width" value="0.05" units="cm"/>
      <inkml:brushProperty name="height" value="0.05" units="cm"/>
    </inkml:brush>
  </inkml:definitions>
  <inkml:trace contextRef="#ctx0" brushRef="#br0">30 50 24575,'0'-7'0,"-3"-4"0,-1-5 0,0 5 0,1 7 0,-2 10 0,-1 10 0,1 3-8191</inkml:trace>
</inkml:ink>
</file>

<file path=ppt/ink/ink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9:04.548"/>
    </inkml:context>
    <inkml:brush xml:id="br0">
      <inkml:brushProperty name="width" value="0.05" units="cm"/>
      <inkml:brushProperty name="height" value="0.05" units="cm"/>
    </inkml:brush>
  </inkml:definitions>
  <inkml:trace contextRef="#ctx0" brushRef="#br0">72 374 24575,'0'-3'0,"1"0"0,0-1 0,-1 1 0,1 0 0,1 0 0,-1 0 0,0 0 0,1 0 0,0 0 0,3-5 0,-3 6 0,0 0 0,-1-1 0,1 1 0,-1 0 0,0-1 0,0 1 0,0 0 0,0-1 0,0 1 0,0-1 0,-1 0 0,1 1 0,-1-1 0,0 1 0,1-1 0,-1 0 0,-1-4 0,1 7 0,0-1 0,0 1 0,0 0 0,0-1 0,-1 1 0,1 0 0,0-1 0,0 1 0,0-1 0,0 1 0,-1 0 0,1-1 0,0 1 0,-1 0 0,1 0 0,0-1 0,0 1 0,-1 0 0,1-1 0,0 1 0,-1 0 0,1 0 0,-1 0 0,1 0 0,0-1 0,-1 1 0,1 0 0,-1 0 0,1 0 0,0 0 0,-1 0 0,1 0 0,-1 0 0,1 0 0,0 0 0,-1 0 0,1 0 0,-1 0 0,1 0 0,0 0 0,-1 1 0,1-1 0,-1 0 0,1 0 0,0 0 0,-1 1 0,1-1 0,0 0 0,-1 0 0,1 1 0,0-1 0,0 0 0,-1 0 0,1 1 0,-1 0 0,-16 18 0,7-4 0,1 1 0,0 0 0,1 0 0,-10 31 0,15-38 0,0-1 0,1 1 0,0 0 0,1 0 0,0 0 0,0 0 0,1 0 0,0 0 0,1 0 0,-1 0 0,5 14 0,-4-18 0,1 0 0,0-1 0,0 1 0,1-1 0,-1 0 0,1 1 0,0-1 0,0 0 0,1-1 0,-1 1 0,1-1 0,0 1 0,-1-1 0,1 0 0,1 0 0,-1-1 0,0 1 0,1-1 0,-1 0 0,1 0 0,0-1 0,0 1 0,0-1 0,-1 0 0,1 0 0,0-1 0,0 1 0,6-1 0,-4 0 0,0-1 0,0 1 0,-1-1 0,1-1 0,0 1 0,0-1 0,-1 0 0,1 0 0,-1-1 0,1 0 0,-1 0 0,0-1 0,-1 0 0,1 0 0,0 0 0,-1 0 0,0-1 0,0 0 0,8-10 0,-7 4 0,0 0 0,0-1 0,-1 0 0,-1 0 0,0 0 0,-1 0 0,0 0 0,0-1 0,0-16 0,-1-18 0,-3-53 0,0 79 0,0-23 0,-2 1 0,-2 0 0,-17-69 0,21 110 0,0 5 0,1 16 0,3 30 0,27 332 0,-18-278-1365,-5-64-5461</inkml:trace>
</inkml:ink>
</file>

<file path=ppt/ink/ink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9:04.871"/>
    </inkml:context>
    <inkml:brush xml:id="br0">
      <inkml:brushProperty name="width" value="0.05" units="cm"/>
      <inkml:brushProperty name="height" value="0.05" units="cm"/>
    </inkml:brush>
  </inkml:definitions>
  <inkml:trace contextRef="#ctx0" brushRef="#br0">0 20 24575,'3'0'0,"5"0"0,0-3 0,2-2 0,3 1 0,2 1 0,1 1 0,2 0 0,0 1 0,-2 1-8191</inkml:trace>
</inkml:ink>
</file>

<file path=ppt/ink/ink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9:05.305"/>
    </inkml:context>
    <inkml:brush xml:id="br0">
      <inkml:brushProperty name="width" value="0.05" units="cm"/>
      <inkml:brushProperty name="height" value="0.05" units="cm"/>
    </inkml:brush>
  </inkml:definitions>
  <inkml:trace contextRef="#ctx0" brushRef="#br0">21 29 24575,'-4'-4'0,"-12"-13"0,16 17 0,0 0 0,0 0 0,0 0 0,0-1 0,0 1 0,0 0 0,0 0 0,-1 0 0,1-1 0,0 1 0,0 0 0,0 0 0,0 0 0,0-1 0,0 1 0,0 0 0,0 0 0,0 0 0,0-1 0,0 1 0,0 0 0,1 0 0,-1 0 0,0 0 0,0-1 0,0 1 0,0 0 0,0 0 0,0 0 0,0 0 0,0-1 0,1 1 0,-1 0 0,0 0 0,14-2 0,-4 4 0,-1 0 0,1 0 0,-1 1 0,0 0 0,0 1 0,0 0 0,11 7 0,-3-1 0,0 1 0,24 21 0,-33-25 0,-2 0 0,1 1 0,-1 0 0,0 0 0,-1 0 0,0 0 0,0 1 0,-1 0 0,0 0 0,0 0 0,3 15 0,-5-17 0,-1-1 0,0 0 0,0 1 0,0-1 0,-1 1 0,0-1 0,0 1 0,-1-1 0,0 1 0,0-1 0,0 1 0,-1-1 0,0 0 0,0 0 0,-1 0 0,1 0 0,-1 0 0,-6 8 0,8-12 0,-1 0 0,0 0 0,1-1 0,-1 1 0,0 0 0,0 0 0,0-1 0,-1 0 0,1 1 0,0-1 0,0 0 0,-5 2 0,6-3 0,0 0 0,1 0 0,-1 0 0,0 0 0,1 0 0,-1 0 0,0 0 0,0 0 0,1 0 0,-1 0 0,0 0 0,1-1 0,-1 1 0,0 0 0,1 0 0,-1-1 0,0 1 0,1 0 0,-1-1 0,0 0 0,0 0 0,0 0 0,1 0 0,-1 0 0,0 0 0,1 0 0,-1 0 0,0-1 0,1 1 0,-1 0 0,1 0 0,0-1 0,0 1 0,-1 0 0,1-3 0,0-4 0,0-1 0,1 1 0,0-1 0,0 1 0,1 0 0,0-1 0,0 1 0,1 0 0,0 0 0,1 1 0,0-1 0,0 1 0,7-11 0,6-6 0,2 1 0,30-31 0,-41 45-151,0 1-1,0 0 0,1 1 0,0 0 1,1 0-1,-1 1 0,1 0 1,17-8-1,-10 10-6674</inkml:trace>
</inkml:ink>
</file>

<file path=ppt/ink/ink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9:05.689"/>
    </inkml:context>
    <inkml:brush xml:id="br0">
      <inkml:brushProperty name="width" value="0.05" units="cm"/>
      <inkml:brushProperty name="height" value="0.05" units="cm"/>
    </inkml:brush>
  </inkml:definitions>
  <inkml:trace contextRef="#ctx0" brushRef="#br0">8 145 24575,'0'0'0,"0"0"0,-1 0 0,1 0 0,0 0 0,0 0 0,-1 0 0,1 0 0,0 0 0,0 0 0,-1 0 0,1 0 0,0 0 0,0 0 0,-1 0 0,1 0 0,0 0 0,0 0 0,-1 0 0,1 0 0,0 0 0,0 0 0,-1 1 0,1-1 0,0 0 0,0 0 0,0 0 0,-1 0 0,1 1 0,0-1 0,0 0 0,0 0 0,0 0 0,-1 1 0,7 5 0,14 5 0,-3-6 0,-1-1 0,1-1 0,0 0 0,0-1 0,0 0 0,0-2 0,32-2 0,-47 2 0,1 0 0,-1 0 0,1-1 0,-1 1 0,1-1 0,-1 0 0,1 0 0,-1 0 0,0 0 0,1 0 0,-1 0 0,0 0 0,0-1 0,0 1 0,0-1 0,0 0 0,0 0 0,0 1 0,0-1 0,-1 0 0,1-1 0,-1 1 0,0 0 0,1 0 0,-1 0 0,0-1 0,0 1 0,0-1 0,-1 1 0,1-1 0,-1 1 0,1-1 0,-1 1 0,0-1 0,0 0 0,0 1 0,0-1 0,0 1 0,-2-6 0,1 2 0,0 0 0,-1 0 0,0 0 0,0-1 0,0 2 0,-1-1 0,1 0 0,-2 0 0,1 1 0,0 0 0,-1 0 0,0 0 0,0 0 0,-1 0 0,-7-6 0,10 10 0,0 0 0,1 0 0,-1-1 0,0 1 0,0 0 0,0 0 0,-1 1 0,1-1 0,0 0 0,0 1 0,0-1 0,0 1 0,-1 0 0,1 0 0,0 0 0,0 0 0,-1 0 0,1 0 0,0 0 0,0 1 0,-1-1 0,1 1 0,0 0 0,0 0 0,0 0 0,0 0 0,0 0 0,0 0 0,0 0 0,0 0 0,1 1 0,-1-1 0,0 1 0,1 0 0,-1-1 0,1 1 0,0 0 0,-2 3 0,-2 3 0,0 0 0,1 0 0,0 1 0,0-1 0,1 1 0,1 0 0,-1 0 0,0 11 0,1-10 0,0 1 0,2 0 0,-1 0 0,1 0 0,1 0 0,0-1 0,1 1 0,3 15 0,-3-21 0,0 0 0,0-1 0,0 0 0,0 1 0,1-1 0,-1 0 0,1 0 0,0 0 0,0-1 0,1 1 0,-1-1 0,1 0 0,0 0 0,0 0 0,0 0 0,0 0 0,0-1 0,1 0 0,-1 0 0,1 0 0,5 1 0,28 5-1365,-2-3-5461</inkml:trace>
</inkml:ink>
</file>

<file path=ppt/ink/ink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9:05.909"/>
    </inkml:context>
    <inkml:brush xml:id="br0">
      <inkml:brushProperty name="width" value="0.05" units="cm"/>
      <inkml:brushProperty name="height" value="0.05" units="cm"/>
    </inkml:brush>
  </inkml:definitions>
  <inkml:trace contextRef="#ctx0" brushRef="#br0">129 367 24575,'9'-28'0,"-1"-2"0,-2 1 0,-1-1 0,-1 0 0,-2 0 0,-1 0 0,-1 0 0,-4-31 0,3 60 0,-6-39 0,7 39 0,0 0 0,0-1 0,-1 1 0,1-1 0,-1 1 0,1-1 0,-1 1 0,1 0 0,-1-1 0,0 1 0,0 0 0,0 0 0,1 0 0,-1-1 0,0 1 0,-1 0 0,1 0 0,0 0 0,0 1 0,0-1 0,0 0 0,-3-1 0,4 2 0,-1 0 0,1 1 0,-1-1 0,0 0 0,1 0 0,-1 0 0,1 1 0,-1-1 0,1 0 0,-1 1 0,1-1 0,-1 0 0,1 1 0,-1-1 0,1 1 0,0-1 0,-1 1 0,1-1 0,0 0 0,-1 1 0,1 0 0,0-1 0,-1 1 0,1-1 0,0 2 0,-7 18 0,7-18 0,-12 46 0,-8 90 0,8 55 0,7-90 0,1-19 0,-27 246 0,31-325-136,-1 1-1,0-1 1,0 0-1,-1-1 1,1 1-1,-1 0 1,0 0-1,0-1 0,-5 7 1,-3-2-6690</inkml:trace>
</inkml:ink>
</file>

<file path=ppt/ink/ink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9:06.059"/>
    </inkml:context>
    <inkml:brush xml:id="br0">
      <inkml:brushProperty name="width" value="0.05" units="cm"/>
      <inkml:brushProperty name="height" value="0.05" units="cm"/>
    </inkml:brush>
  </inkml:definitions>
  <inkml:trace contextRef="#ctx0" brushRef="#br0">2 301 24575,'0'-27'0,"-1"2"0,1 0 0,1 1 0,1-1 0,10-42 0,-10 61 0,-1 1 0,1-1 0,1 0 0,-1 1 0,1 0 0,0-1 0,0 1 0,0 0 0,1 1 0,0-1 0,0 1 0,0-1 0,0 1 0,1 0 0,0 1 0,0-1 0,0 1 0,0 0 0,0 0 0,1 1 0,-1-1 0,1 1 0,-1 0 0,1 1 0,6-2 0,1 1 55,0 1 0,-1 1-1,1-1 1,0 2 0,22 3-1,64 19-938,-74-16 75,-6-2-6017</inkml:trace>
</inkml:ink>
</file>

<file path=ppt/ink/ink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9:06.476"/>
    </inkml:context>
    <inkml:brush xml:id="br0">
      <inkml:brushProperty name="width" value="0.05" units="cm"/>
      <inkml:brushProperty name="height" value="0.05" units="cm"/>
    </inkml:brush>
  </inkml:definitions>
  <inkml:trace contextRef="#ctx0" brushRef="#br0">20 18 24575,'-3'0'0,"-4"0"0,-1-4 0,7 0 0,7 0 0,8 1 0,3 1-8191</inkml:trace>
</inkml:ink>
</file>

<file path=ppt/ink/ink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9:06.618"/>
    </inkml:context>
    <inkml:brush xml:id="br0">
      <inkml:brushProperty name="width" value="0.05" units="cm"/>
      <inkml:brushProperty name="height" value="0.05" units="cm"/>
    </inkml:brush>
  </inkml:definitions>
  <inkml:trace contextRef="#ctx0" brushRef="#br0">57 0 24575,'-7'3'0,"-7"5"0,-6 0 0,8-1 0,8-1 0,15-2 0,12-2 0,1-1-8191</inkml:trace>
</inkml:ink>
</file>

<file path=ppt/ink/ink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9:08.611"/>
    </inkml:context>
    <inkml:brush xml:id="br0">
      <inkml:brushProperty name="width" value="0.05" units="cm"/>
      <inkml:brushProperty name="height" value="0.05" units="cm"/>
    </inkml:brush>
  </inkml:definitions>
  <inkml:trace contextRef="#ctx0" brushRef="#br0">0 0 24575,'2'0'0,"0"1"0,0-1 0,0 0 0,-1 1 0,1-1 0,0 1 0,-1 0 0,1 0 0,0-1 0,-1 1 0,1 0 0,-1 0 0,1 0 0,-1 1 0,0-1 0,1 0 0,-1 0 0,0 1 0,0-1 0,0 1 0,0-1 0,0 1 0,1 3 0,3 5 0,-1 1 0,6 21 0,-2-3 0,-1-16 0,-1 1 0,2-1 0,0 0 0,0-1 0,1 0 0,1 0 0,0-1 0,0 0 0,19 14 0,-12-12 0,0-2 0,0 0 0,1-1 0,0 0 0,1-2 0,27 9 0,252 58 0,5-20 0,-286-52 0,746 110 0,5-47 0,558-21-611,441 6 611,-1591-44 1,819 38-1,-830-35 203,-2 8 1,235 56-1,-343-60-203,55 24 0,-93-31 0,0 0 0,-1 2 0,-1-1 0,1 2 0,-2 0 0,1 1 0,20 20 0,-29-23 33,1 0-1,-1 0 1,0 1-1,-1 0 0,0 0 1,0 0-1,5 17 1,0 5-76,5 37 0,8 23-1496,-18-75-5287</inkml:trace>
</inkml:ink>
</file>

<file path=ppt/ink/ink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9:08.953"/>
    </inkml:context>
    <inkml:brush xml:id="br0">
      <inkml:brushProperty name="width" value="0.05" units="cm"/>
      <inkml:brushProperty name="height" value="0.05" units="cm"/>
    </inkml:brush>
  </inkml:definitions>
  <inkml:trace contextRef="#ctx0" brushRef="#br0">8 23 24575,'0'0'0,"-1"0"0,1 0 0,0 0 0,0 0 0,-1 0 0,1 0 0,0 0 0,0 0 0,-1 0 0,1 0 0,0 0 0,0 0 0,0 0 0,-1 0 0,1 0 0,0 0 0,0 0 0,-1 0 0,1 1 0,0-1 0,0 0 0,0 0 0,-1 0 0,1 0 0,0 0 0,0 0 0,0 1 0,0-1 0,-1 0 0,1 0 0,0 0 0,0 1 0,0-1 0,0 0 0,0 0 0,0 0 0,0 1 0,-1-1 0,1 0 0,0 0 0,0 1 0,7 9 0,13 6 0,18 3 0,0-3 0,1-1 0,78 18 0,-102-29 0,48 9 0,-58-12 0,0 0 0,1-1 0,-1 0 0,1 0 0,-1 0 0,1 0 0,-1-1 0,11-3 0,-15 4 0,1-1 0,-1 0 0,1 0 0,-1 0 0,1-1 0,-1 1 0,0 0 0,0 0 0,1-1 0,-1 1 0,0-1 0,0 1 0,0-1 0,-1 1 0,1-1 0,0 0 0,-1 1 0,1-1 0,-1 0 0,1 0 0,-1 1 0,0-1 0,1 0 0,-1-2 0,0-7 0,0 0 0,-2-20 0,0 14 0,-4-16 0,6 33 0,0-1 0,0 0 0,0 1 0,0-1 0,-1 1 0,1-1 0,0 1 0,-1-1 0,1 1 0,0-1 0,-1 1 0,1-1 0,0 1 0,-1-1 0,1 1 0,-1 0 0,1-1 0,-1 1 0,0-1 0,1 1 0,-1 0 0,0 1 0,1-1 0,-1 0 0,1 0 0,-1 1 0,1-1 0,-1 0 0,1 0 0,-1 1 0,1-1 0,-1 1 0,1-1 0,-1 0 0,1 1 0,0-1 0,-1 1 0,1-1 0,0 1 0,-1-1 0,1 1 0,0-1 0,0 1 0,0 0 0,-1 0 0,-10 35-1365,8-17-5461</inkml:trace>
</inkml:ink>
</file>

<file path=ppt/ink/ink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9:25.842"/>
    </inkml:context>
    <inkml:brush xml:id="br0">
      <inkml:brushProperty name="width" value="0.05" units="cm"/>
      <inkml:brushProperty name="height" value="0.05" units="cm"/>
    </inkml:brush>
  </inkml:definitions>
  <inkml:trace contextRef="#ctx0" brushRef="#br0">246 189 24575,'-38'-20'0,"-10"-4"0,-59-39 0,101 59 0,-1-1 0,0 0 0,1 0 0,0 0 0,-7-7 0,12 11 0,0 1 0,1-1 0,-1 0 0,1 1 0,-1-1 0,1 1 0,-1-1 0,1 0 0,0 0 0,-1 1 0,1-1 0,0 0 0,-1 1 0,1-1 0,0 0 0,0 0 0,0 0 0,0 1 0,0-1 0,0 0 0,0 0 0,0 0 0,0 1 0,0-1 0,0 0 0,0 0 0,1 1 0,-1-1 0,0 0 0,0 0 0,1 1 0,-1-1 0,1 0 0,-1 1 0,1-1 0,-1 0 0,1 1 0,-1-1 0,1 1 0,-1-1 0,1 1 0,0-1 0,-1 1 0,1-1 0,0 1 0,-1 0 0,1-1 0,0 1 0,0 0 0,-1-1 0,1 1 0,0 0 0,1 0 0,13-4 0,0 1 0,1 1 0,-1 0 0,1 1 0,-1 0 0,20 3 0,-4-2 0,32-1 0,69 2 0,-114 1 0,0 0 0,0 0 0,0 2 0,34 11 0,-49-14 0,-1 0 0,1 0 0,-1 0 0,1 0 0,-1 0 0,0 1 0,1-1 0,-1 1 0,0 0 0,0-1 0,0 1 0,0 0 0,0 0 0,-1 0 0,1 1 0,0-1 0,-1 0 0,0 1 0,1-1 0,-1 1 0,0-1 0,-1 1 0,2 4 0,-2-3 0,0-1 0,0 1 0,0-1 0,-1 1 0,0-1 0,0 1 0,0-1 0,0 0 0,0 1 0,-1-1 0,1 0 0,-1 0 0,0 0 0,0 0 0,0 0 0,0-1 0,-6 6 0,-10 9 0,-1-1 0,-1 0 0,0-1 0,-38 19 0,-94 40 0,143-70 0,-139 53 0,169-54 0,18-2 0,5-2 0,12-2 0,73 8 0,-113-4 0,-1 1 0,0 1 0,0 1 0,0 0 0,0 0 0,0 2 0,-1 0 0,0 0 0,21 15 0,-31-19 0,0 1 0,0 1 0,0-1 0,-1 1 0,1-1 0,-1 1 0,0 0 0,0 0 0,0 0 0,-1 1 0,1-1 0,-1 1 0,3 7 0,-5-9 0,1 0 0,-1 1 0,1-1 0,-1 0 0,0 0 0,0 0 0,0 0 0,-1 0 0,1 1 0,-1-1 0,0 0 0,0 0 0,0 0 0,0 0 0,0 0 0,-1-1 0,1 1 0,-1 0 0,0-1 0,1 1 0,-1-1 0,-4 5 0,-3 1 0,0-1 0,-1 0 0,1 0 0,-1-1 0,-1 0 0,1-1 0,-1 0 0,0-1 0,0 0 0,-17 4 0,0-2 0,0-2 0,0 0 0,-35-1 0,17-4-1365,8-3-5461</inkml:trace>
</inkml:ink>
</file>

<file path=ppt/ink/ink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9:26.077"/>
    </inkml:context>
    <inkml:brush xml:id="br0">
      <inkml:brushProperty name="width" value="0.05" units="cm"/>
      <inkml:brushProperty name="height" value="0.05" units="cm"/>
    </inkml:brush>
  </inkml:definitions>
  <inkml:trace contextRef="#ctx0" brushRef="#br0">0 2 24575,'12'-1'0,"-11"1"0,0 0 0,-1 0 0,1 0 0,0-1 0,0 1 0,0 0 0,0 0 0,0 0 0,0 1 0,0-1 0,0 0 0,0 0 0,0 0 0,0 1 0,0-1 0,0 1 0,0-1 0,0 0 0,-1 1 0,1 0 0,0-1 0,0 1 0,-1-1 0,1 1 0,0 0 0,-1 0 0,1-1 0,0 1 0,-1 0 0,1 0 0,0 1 0,10 17 0,-1 1 0,13 34 0,-5-12 0,-8-18 0,62 149 0,-62-142 0,-1 0 0,-1 0 0,7 57 0,-14-76 0,0 1 0,-1-1 0,-1 0 0,0 0 0,-1 0 0,0 0 0,0 0 0,-1-1 0,-9 21 0,8-23 0,-1-1 0,0 1 0,0-1 0,-1 0 0,0 0 0,-1-1 0,1 1 0,-1-2 0,-1 1 0,0-1 0,1 0 0,-13 7 0,-33 13-1365,2-5-5461</inkml:trace>
</inkml:ink>
</file>

<file path=ppt/ink/ink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9:27.706"/>
    </inkml:context>
    <inkml:brush xml:id="br0">
      <inkml:brushProperty name="width" value="0.05" units="cm"/>
      <inkml:brushProperty name="height" value="0.05" units="cm"/>
    </inkml:brush>
  </inkml:definitions>
  <inkml:trace contextRef="#ctx0" brushRef="#br0">449 159 24575,'13'-60'0,"-13"56"0,0 1 0,0-1 0,0 0 0,0 0 0,-1 1 0,0-1 0,0 0 0,0 1 0,0-1 0,0 1 0,-1-1 0,1 1 0,-1 0 0,0-1 0,0 1 0,0 0 0,-1 0 0,1 1 0,-1-1 0,1 0 0,-1 1 0,0-1 0,0 1 0,0 0 0,0 0 0,-1 0 0,1 1 0,0-1 0,-6-1 0,2 1 0,0 0 0,-1 1 0,1-1 0,0 1 0,-1 1 0,1-1 0,-1 1 0,1 1 0,0 0 0,-1 0 0,1 0 0,0 1 0,-1-1 0,-6 4 0,4 0 0,0 1 0,0-1 0,1 1 0,0 1 0,0 0 0,0 0 0,1 1 0,0 0 0,1 0 0,0 1 0,0 0 0,0 0 0,2 1 0,-1 0 0,1 0 0,0 0 0,-4 16 0,6-16 0,0-1 0,0 1 0,1 0 0,1 0 0,-1 0 0,2 0 0,0 0 0,0 0 0,0 0 0,1 0 0,1 0 0,0 0 0,0 0 0,1 0 0,0-1 0,1 1 0,0-1 0,0 0 0,11 15 0,-12-19 0,1 0 0,1-1 0,-1 0 0,0 0 0,1 0 0,0 0 0,0-1 0,0 0 0,0 0 0,1 0 0,-1 0 0,11 2 0,-6-2 0,-1-1 0,1 0 0,0-1 0,0 0 0,0-1 0,18-1 0,-53 10 0,0 0 0,-46 26 0,65-32 0,-21 12 0,1 0 0,-26 20 0,41-26 0,0 0 0,1 0 0,0 1 0,0 0 0,1 1 0,-14 21 0,22-29 0,-1 0 0,0 0 0,1-1 0,0 1 0,-1 0 0,1 0 0,1 1 0,-1-1 0,0 0 0,1 0 0,-1 0 0,1 0 0,0 1 0,0-1 0,0 0 0,1 0 0,-1 0 0,1 1 0,0-1 0,-1 0 0,1 0 0,1 0 0,-1 0 0,3 4 0,-1-3 0,0-1 0,0 1 0,0-1 0,1 1 0,0-1 0,0 0 0,0 0 0,0-1 0,0 1 0,0-1 0,1 0 0,-1 0 0,1-1 0,-1 1 0,9 1 0,6 0 57,-1-1 0,0 0 0,1-2 0,0 0 0,19-3 0,90-19-1764,-61 7-5119</inkml:trace>
</inkml:ink>
</file>

<file path=ppt/ink/ink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9:28.235"/>
    </inkml:context>
    <inkml:brush xml:id="br0">
      <inkml:brushProperty name="width" value="0.05" units="cm"/>
      <inkml:brushProperty name="height" value="0.05" units="cm"/>
    </inkml:brush>
  </inkml:definitions>
  <inkml:trace contextRef="#ctx0" brushRef="#br0">15 196 24575,'-6'-58'0,"4"47"0,0 0 0,1 0 0,0-1 0,2-19 0,-1 31 0,0 0 0,0-1 0,0 1 0,0 0 0,0-1 0,0 1 0,0 0 0,0-1 0,0 1 0,0 0 0,0-1 0,0 1 0,0 0 0,0-1 0,0 1 0,0 0 0,1 0 0,-1-1 0,0 1 0,0 0 0,0-1 0,0 1 0,1 0 0,-1 0 0,0 0 0,0-1 0,1 1 0,-1 0 0,0 0 0,0 0 0,1-1 0,-1 1 0,0 0 0,0 0 0,1 0 0,-1 0 0,0 0 0,1 0 0,-1 0 0,0 0 0,1-1 0,-1 1 0,0 0 0,1 0 0,-1 0 0,0 1 0,1-1 0,-1 0 0,0 0 0,0 0 0,1 0 0,-1 0 0,0 0 0,1 0 0,-1 0 0,0 1 0,0-1 0,1 0 0,-1 0 0,0 0 0,0 1 0,1-1 0,-1 0 0,0 0 0,0 1 0,1-1 0,13 20 0,-8-6 0,0 0 0,0 1 0,-1 0 0,-1 0 0,-1 1 0,3 24 0,-2 97 0,-5-113 0,-7 47 0,6-61 0,0-1 0,-1 0 0,0 1 0,0-1 0,-1 0 0,0-1 0,-9 14 0,12-20 0,1-2 0,-1 1 0,0 0 0,1 0 0,-1 0 0,0 0 0,0 0 0,0-1 0,0 1 0,0 0 0,0-1 0,0 1 0,-2 0 0,3-1 0,-1 0 0,1 1 0,0-1 0,-1 0 0,1-1 0,-1 1 0,1 0 0,0 0 0,-1 0 0,1 0 0,0 0 0,-1 0 0,1 0 0,0 0 0,-1-1 0,1 1 0,0 0 0,-1 0 0,1-1 0,0 1 0,0 0 0,-1 0 0,1-1 0,0 1 0,0 0 0,-1-1 0,1 1 0,0-1 0,-1-1 0,0-1 0,0 1 0,0-1 0,1 0 0,-1 0 0,1 1 0,-1-1 0,1 0 0,0 0 0,1-3 0,2-24 0,2-1 0,1 2 0,1-1 0,17-40 0,57-109 0,-75 166 0,-2 4 0,0-1 0,1 1 0,1 0 0,0 0 0,0 0 0,0 1 0,1 0 0,14-13 0,-20 20 0,0 0 0,0 1 0,1-1 0,-1 0 0,0 0 0,1 1 0,-1-1 0,0 1 0,1-1 0,-1 1 0,1 0 0,-1 0 0,0-1 0,1 1 0,-1 0 0,1 0 0,-1 0 0,1 0 0,-1 1 0,1-1 0,1 1 0,-1 0 0,0 0 0,0 0 0,0 0 0,0 1 0,-1-1 0,1 0 0,0 1 0,-1 0 0,1-1 0,-1 1 0,0 0 0,2 3 0,2 3 0,-1 1 0,0 0 0,0 0 0,-1 0 0,2 11 0,1 15 0,-2 0 0,-2-1 0,-1 1 0,-1 0 0,-2 0 0,-9 47 0,9-69 0,2-12 0,7-33 0,3 0 0,2 0 0,2 1 0,0 1 0,30-44 0,-33 56 0,1 1 0,1 1 0,1 0 0,1 0 0,0 2 0,1 0 0,0 0 0,26-15 0,-36 26 0,0-1 0,-1 2 0,1-1 0,1 1 0,-1 0 0,0 0 0,0 1 0,1-1 0,-1 1 0,1 1 0,-1-1 0,1 1 0,-1 1 0,8 0 0,-10 0 0,1 0 0,0 1 0,-1-1 0,0 1 0,1 0 0,-1 0 0,0 1 0,0-1 0,0 1 0,0 0 0,-1 0 0,1 1 0,-1-1 0,0 0 0,0 1 0,0 0 0,0 0 0,-1 0 0,1 0 0,1 5 0,2 5 31,-1 1 0,0 0 0,-1 0 0,-1 1 0,0-1 0,-1 1 0,-1 0 0,-1-1 1,0 1-1,-3 21 0,-2 2-600,-2 0 0,-22 73 0,21-87-6257</inkml:trace>
</inkml:ink>
</file>

<file path=ppt/ink/ink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9:28.513"/>
    </inkml:context>
    <inkml:brush xml:id="br0">
      <inkml:brushProperty name="width" value="0.05" units="cm"/>
      <inkml:brushProperty name="height" value="0.05" units="cm"/>
    </inkml:brush>
  </inkml:definitions>
  <inkml:trace contextRef="#ctx0" brushRef="#br0">0 0 24575,'4'4'0,"-1"0"0,0 0 0,0 1 0,0-1 0,0 1 0,-1-1 0,0 1 0,0 0 0,3 9 0,7 49 0,-9-49 0,1 15 0,-2 0 0,0 0 0,-2 0 0,-4 34 0,-25 112 0,22-137 0,5-28 0,0-1 0,1 0 0,0 1 0,1-1 0,0 14 0,1-21 0,-1 0 0,0 1 0,1-1 0,0 0 0,-1 1 0,1-1 0,0 0 0,0 0 0,0 0 0,0 0 0,1 0 0,-1 0 0,0 0 0,1 0 0,0-1 0,-1 1 0,1-1 0,0 1 0,0-1 0,0 1 0,0-1 0,0 0 0,0 0 0,0 0 0,0 0 0,0 0 0,4 0 0,5 1 43,0-1-1,0 0 1,0 0-1,0-1 0,0-1 1,0 0-1,16-4 1,74-22-1411,-93 24 1031,36-11-6489</inkml:trace>
</inkml:ink>
</file>

<file path=ppt/ink/ink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9:29.305"/>
    </inkml:context>
    <inkml:brush xml:id="br0">
      <inkml:brushProperty name="width" value="0.05" units="cm"/>
      <inkml:brushProperty name="height" value="0.05" units="cm"/>
    </inkml:brush>
  </inkml:definitions>
  <inkml:trace contextRef="#ctx0" brushRef="#br0">25 379 24575,'-3'-5'0,"0"-1"0,0 0 0,0 0 0,1 0 0,0-1 0,0 1 0,1 0 0,-2-11 0,2 12 0,-1-19 0,3 22 0,0 16 0,7 93 0,25 268 0,-32-374 0,1-4 0,2-13 0,6-22 0,54-252 0,24 6 0,-86 280 0,29-68 0,-27 64 0,0 1 0,1-1 0,0 1 0,1 0 0,-1 0 0,11-9 0,-15 15 0,0 0 0,1 0 0,-1 0 0,0 0 0,1 0 0,-1 0 0,1 0 0,0 0 0,-1 0 0,1 1 0,-1-1 0,1 1 0,0-1 0,-1 1 0,1 0 0,0 0 0,0-1 0,-1 1 0,1 0 0,0 1 0,2-1 0,-2 1 0,1 0 0,-1 0 0,0 0 0,0 0 0,0 1 0,0-1 0,0 1 0,0-1 0,0 1 0,-1 0 0,1 0 0,-1-1 0,3 5 0,2 3 0,-1 1 0,0 0 0,0 1 0,-1-1 0,3 16 0,8 38 0,-4 1 0,-2 1 0,-3-1 0,-3 96 0,36-261 0,-20 54 0,3 1 0,2 1 0,2 1 0,34-44 0,-53 79 0,-1 1 0,1-1 0,0 2 0,1-1 0,11-7 0,-18 13 0,1 0 0,-1 0 0,1 0 0,-1 0 0,1 0 0,0 0 0,-1 0 0,1 1 0,0-1 0,0 1 0,0-1 0,-1 1 0,1 0 0,0 0 0,0 0 0,0 0 0,0 0 0,-1 0 0,1 0 0,0 1 0,0-1 0,0 1 0,-1-1 0,1 1 0,0 0 0,0-1 0,-1 1 0,1 0 0,-1 0 0,1 0 0,-1 0 0,1 1 0,-1-1 0,0 0 0,2 2 0,1 2 0,-1 1 0,0-1 0,0 1 0,0 0 0,-1-1 0,0 1 0,3 12 0,4 47 0,-7-51 0,4 177 0,1-6 0,-1-147-1365,1-9-5461</inkml:trace>
</inkml:ink>
</file>

<file path=ppt/ink/ink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9:29.616"/>
    </inkml:context>
    <inkml:brush xml:id="br0">
      <inkml:brushProperty name="width" value="0.05" units="cm"/>
      <inkml:brushProperty name="height" value="0.05" units="cm"/>
    </inkml:brush>
  </inkml:definitions>
  <inkml:trace contextRef="#ctx0" brushRef="#br0">110 92 24575,'6'-10'0,"-4"5"0,1 0 0,-1 0 0,0 0 0,0 0 0,0-1 0,1-7 0,-5 6 0,-5 12 0,-5 12 0,-9 19 0,2 1 0,-24 63 0,37-80 0,0-1 0,1 1 0,1 0 0,1 0 0,0 0 0,2 0 0,1 31 0,1-47 0,-1 1 0,1-1 0,-1 1 0,1-1 0,1 1 0,-1-1 0,1 0 0,-1 0 0,1 1 0,0-1 0,1 0 0,-1-1 0,1 1 0,0 0 0,0-1 0,0 1 0,0-1 0,4 3 0,-3-4 0,-1 0 0,1 0 0,-1-1 0,1 1 0,-1-1 0,1 0 0,0 0 0,-1-1 0,1 1 0,0-1 0,0 1 0,0-1 0,0 0 0,-1-1 0,1 1 0,0-1 0,0 1 0,0-1 0,-1-1 0,1 1 0,6-3 0,0-1 0,0-1 0,0 0 0,-1-1 0,0 0 0,0 0 0,-1-1 0,0 0 0,0-1 0,-1 1 0,0-2 0,0 1 0,-1-1 0,0 1 0,5-15 0,0 0 0,-2-1 0,0 0 0,-2 0 0,0-1 0,2-29 0,-6 36 0,-2 1 0,-1-35 0,0 47 0,-1 0 0,1 0 0,-2 0 0,1 0 0,0 0 0,-1 0 0,0 1 0,-1-1 0,1 0 0,-1 1 0,0 0 0,-5-7 0,7 11 7,0 0 0,0 0 0,0 0 0,0 0-1,0 0 1,0 0 0,0 0 0,0 0 0,-1 0 0,1 1-1,0-1 1,-1 0 0,1 1 0,0-1 0,-1 1-1,1 0 1,-1-1 0,1 1 0,-1 0 0,1 0 0,-1 0-1,1 0 1,0 0 0,-3 0 0,1 1 6,1 0 0,-1 0 0,1 1 0,-1-1 1,1 0-1,0 1 0,0-1 0,-1 1 0,1 0 0,0 0 0,1 0 0,-3 2 1,-3 5-299,1 0 1,1 0-1,-1 0 1,1 0-1,-5 17 1,1 2-6542</inkml:trace>
</inkml:ink>
</file>

<file path=ppt/ink/ink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9:29.801"/>
    </inkml:context>
    <inkml:brush xml:id="br0">
      <inkml:brushProperty name="width" value="0.05" units="cm"/>
      <inkml:brushProperty name="height" value="0.05" units="cm"/>
    </inkml:brush>
  </inkml:definitions>
  <inkml:trace contextRef="#ctx0" brushRef="#br0">68 45 24575,'0'-6'0,"3"-5"0,1-4 0,-3 4 0,-2 9 0,-3 16 0,-5 17 0,-1 16 0,-2 15 0,2 11 0,2 4 0,-1 2 0,2-2 0,1-16-8191</inkml:trace>
</inkml:ink>
</file>

<file path=ppt/ink/ink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9:30.046"/>
    </inkml:context>
    <inkml:brush xml:id="br0">
      <inkml:brushProperty name="width" value="0.05" units="cm"/>
      <inkml:brushProperty name="height" value="0.05" units="cm"/>
    </inkml:brush>
  </inkml:definitions>
  <inkml:trace contextRef="#ctx0" brushRef="#br0">1 167 24575,'0'-10'0,"-1"-5"0,1 1 0,1-1 0,0 0 0,2 1 0,3-17 0,-5 28 0,0 0 0,0 1 0,0-1 0,0 0 0,0 0 0,1 1 0,0-1 0,-1 1 0,1-1 0,0 1 0,0 0 0,0 0 0,0 0 0,1 0 0,-1 0 0,1 0 0,-1 1 0,1-1 0,-1 1 0,1 0 0,0-1 0,0 1 0,0 0 0,-1 1 0,1-1 0,0 0 0,0 1 0,0 0 0,0 0 0,0 0 0,5 0 0,8 2 0,0 1 0,0 0 0,0 1 0,0 1 0,29 12 0,-12-1 0,49 32 0,-65-37 0,0 0 0,-1 2 0,-1 0 0,0 0 0,-1 2 0,18 21 0,-28-30 0,0 0 0,0 0 0,0 1 0,0 0 0,-1-1 0,0 1 0,-1 0 0,1 0 0,-2 1 0,1-1 0,-1 0 0,0 1 0,0-1 0,-1 1 0,0-1 0,0 1 0,-1-1 0,0 0 0,0 1 0,-3 9 0,-1-4 25,-1-1-1,0 0 0,0-1 1,-1 1-1,-1-1 1,0 0-1,0-1 0,-1 0 1,0 0-1,-1-1 0,0-1 1,0 1-1,-19 10 1,7-6-269,-1 0 0,-1-2 0,1-1 0,-2 0 1,1-2-1,-27 5 0,8-5-6582</inkml:trace>
</inkml:ink>
</file>

<file path=ppt/ink/ink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9:30.249"/>
    </inkml:context>
    <inkml:brush xml:id="br0">
      <inkml:brushProperty name="width" value="0.05" units="cm"/>
      <inkml:brushProperty name="height" value="0.05" units="cm"/>
    </inkml:brush>
  </inkml:definitions>
  <inkml:trace contextRef="#ctx0" brushRef="#br0">58 1 24575,'7'0'0,"1"3"0,0 4 0,-4 5 0,-7 5 0,-6 7 0,-4 9 0,0 4 0,-1 6 0,2 5 0,3 4 0,3-1 0,2 0 0,3-2 0,0-3 0,1-4 0,1-5 0,0-9-8191</inkml:trace>
</inkml:ink>
</file>

<file path=ppt/ink/ink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9:30.510"/>
    </inkml:context>
    <inkml:brush xml:id="br0">
      <inkml:brushProperty name="width" value="0.05" units="cm"/>
      <inkml:brushProperty name="height" value="0.05" units="cm"/>
    </inkml:brush>
  </inkml:definitions>
  <inkml:trace contextRef="#ctx0" brushRef="#br0">103 8 24575,'-4'-3'0,"-3"-1"0,-1 4 0,1 4 0,2 8 0,1 8 0,2 7 0,1 9 0,-3 7 0,0 6 0,-3 4 0,-3 2 0,0-2 0,-1-7 0,0-7 0,4-12-8191</inkml:trace>
</inkml:ink>
</file>

<file path=ppt/ink/ink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9:30.634"/>
    </inkml:context>
    <inkml:brush xml:id="br0">
      <inkml:brushProperty name="width" value="0.05" units="cm"/>
      <inkml:brushProperty name="height" value="0.05" units="cm"/>
    </inkml:brush>
  </inkml:definitions>
  <inkml:trace contextRef="#ctx0" brushRef="#br0">1 210 24575,'6'-9'0,"9"-13"0,8-9 0,9-5 0,5 0 0,4 4 0,0 6 0,-7 8-8191</inkml:trace>
</inkml:ink>
</file>

<file path=ppt/ink/ink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9:30.790"/>
    </inkml:context>
    <inkml:brush xml:id="br0">
      <inkml:brushProperty name="width" value="0.05" units="cm"/>
      <inkml:brushProperty name="height" value="0.05" units="cm"/>
    </inkml:brush>
  </inkml:definitions>
  <inkml:trace contextRef="#ctx0" brushRef="#br0">12 25 24575,'-3'3'0,"-4"4"0,5-2 0,6-5 0,9-3 0,9-3 0,6-5 0,5 0 0,-3 2-8191</inkml:trace>
</inkml:ink>
</file>

<file path=ppt/ink/ink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9:31.129"/>
    </inkml:context>
    <inkml:brush xml:id="br0">
      <inkml:brushProperty name="width" value="0.05" units="cm"/>
      <inkml:brushProperty name="height" value="0.05" units="cm"/>
    </inkml:brush>
  </inkml:definitions>
  <inkml:trace contextRef="#ctx0" brushRef="#br0">55 99 24575,'-45'-92'0,"45"92"0,0-1 0,0 1 0,0 0 0,0 0 0,0-1 0,0 1 0,0 0 0,-1 0 0,1-1 0,0 1 0,0 0 0,0 0 0,0 0 0,0-1 0,0 1 0,0 0 0,-1 0 0,1 0 0,0 0 0,0-1 0,0 1 0,0 0 0,-1 0 0,1 0 0,0 0 0,0 0 0,0-1 0,-1 1 0,1 0 0,0 0 0,0 0 0,0 0 0,-1 0 0,1 0 0,0 0 0,0 0 0,-1 0 0,1 0 0,0 0 0,0 0 0,-1 0 0,-1 11 0,3 20 0,4 14 0,18 120 0,-22-162 0,0 0 0,-1-1 0,1 1 0,0 0 0,0 0 0,1-1 0,-1 1 0,0 0 0,4 3 0,-4-5 0,-1-1 0,0 1 0,1-1 0,-1 0 0,1 1 0,-1-1 0,1 0 0,-1 1 0,1-1 0,-1 0 0,1 0 0,-1 0 0,1 0 0,-1 1 0,1-1 0,-1 0 0,1 0 0,0 0 0,-1 0 0,1 0 0,0 0 0,0-1 0,0 1 0,0-1 0,1 1 0,-1-1 0,0 1 0,0-1 0,0 0 0,0 0 0,0 1 0,-1-1 0,1 0 0,0 0 0,1-2 0,9-13 0,-1-1 0,-1-1 0,-1 0 0,11-29 0,0-2 0,-10 27 0,-6 14 0,0 0 0,0 0 0,1 0 0,0 1 0,10-14 0,-11 20 0,-2 7 0,-2 11 0,-64 215 0,24-93 0,-28 168-1365,57-224-5461</inkml:trace>
</inkml:ink>
</file>

<file path=ppt/ink/ink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9:31.783"/>
    </inkml:context>
    <inkml:brush xml:id="br0">
      <inkml:brushProperty name="width" value="0.05" units="cm"/>
      <inkml:brushProperty name="height" value="0.05" units="cm"/>
    </inkml:brush>
  </inkml:definitions>
  <inkml:trace contextRef="#ctx0" brushRef="#br0">359 193 24575,'1'-18'0,"-2"0"0,0 0 0,-1 0 0,-6-24 0,7 37 0,0 1 0,0 0 0,-1 0 0,0 0 0,0 0 0,0 0 0,0 0 0,-1 0 0,1 1 0,-1-1 0,0 1 0,0 0 0,0 0 0,-1 0 0,1 0 0,-1 0 0,0 1 0,1-1 0,-1 1 0,0 0 0,0 1 0,0-1 0,-8-1 0,8 2 0,-1 0 0,1 1 0,-1 0 0,1 0 0,-1 1 0,1-1 0,-1 1 0,1 0 0,-1 0 0,1 0 0,-1 0 0,1 1 0,0 0 0,0 0 0,0 0 0,-7 5 0,0 2 0,-1 0 0,1 0 0,1 1 0,-10 12 0,5-5 0,1 2 0,1 0 0,0 0 0,2 1 0,0 1 0,2 0 0,0 0 0,1 1 0,1 0 0,1 0 0,-3 24 0,9-41 0,-1 1 0,1-1 0,0 0 0,1 1 0,-1-1 0,1 0 0,0 1 0,0-1 0,1 0 0,0 0 0,0 0 0,0 0 0,0 0 0,1-1 0,0 1 0,0-1 0,0 1 0,0-1 0,5 4 0,-1-2 0,0 0 0,0-1 0,0 0 0,0-1 0,1 0 0,0 0 0,0 0 0,0-1 0,1 0 0,16 3 0,2-2 0,0-1 0,37-1 0,-32-1 0,-25 0 0,-7 0 0,-12 5 0,-24 5 0,-19 3 0,13-3 0,-66 24 0,104-34 0,1 1 0,-1 0 0,1 0 0,-1 0 0,1 0 0,-1 1 0,1-1 0,-5 6 0,7-7 0,0 0 0,1 0 0,-1 0 0,1 0 0,-1 0 0,1 1 0,-1-1 0,1 0 0,-1 0 0,1 0 0,0 0 0,0 1 0,0-1 0,0 0 0,0 0 0,0 0 0,0 0 0,0 1 0,0-1 0,0 0 0,1 0 0,-1 0 0,0 0 0,1 1 0,-1-1 0,1 0 0,-1 0 0,1 0 0,0 0 0,-1 0 0,1 0 0,0 0 0,1 0 0,3 4 34,0-1 0,0 1 1,0-1-1,0-1 0,1 1 0,0-1 0,-1 0 0,1 0 0,10 2 0,58 15-1594,-71-20 1414,41 9-6680</inkml:trace>
</inkml:ink>
</file>

<file path=ppt/ink/ink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9:32.280"/>
    </inkml:context>
    <inkml:brush xml:id="br0">
      <inkml:brushProperty name="width" value="0.05" units="cm"/>
      <inkml:brushProperty name="height" value="0.05" units="cm"/>
    </inkml:brush>
  </inkml:definitions>
  <inkml:trace contextRef="#ctx0" brushRef="#br0">70 379 24575,'10'-143'0,"-5"97"0,-1-78 0,-6 115 0,-2 14 0,-4 15 0,-13 73 0,-10 99 0,19-105 0,1-9 0,12-68 0,4-16 0,6-18 0,31-93 0,2-10 0,-34 105 0,0 0 0,1 1 0,21-30 0,-29 47 0,1 0 0,-1 0 0,1 0 0,-1 0 0,1 0 0,0 1 0,0 0 0,1 0 0,4-3 0,-8 5 0,1 1 0,-1-1 0,1 1 0,-1 0 0,1-1 0,-1 1 0,1 0 0,-1 0 0,1 0 0,-1 0 0,1 0 0,-1 0 0,1 0 0,-1 0 0,1 1 0,-1-1 0,1 0 0,-1 1 0,1 0 0,-1-1 0,0 1 0,1 0 0,-1 0 0,0 0 0,1-1 0,-1 1 0,0 1 0,0-1 0,0 0 0,0 0 0,0 0 0,0 0 0,1 3 0,4 6 0,-1 0 0,0 0 0,0 0 0,-1 0 0,5 18 0,9 59 0,-13-61 0,2 16 0,16 69 0,-20-99 0,1-1 0,0 1 0,1-1 0,0 0 0,1 0 0,12 17 0,-17-25 0,1-1 0,-1 0 0,1 0 0,0 0 0,0 0 0,0-1 0,0 1 0,0 0 0,1-1 0,-1 1 0,0-1 0,1 0 0,-1 0 0,1 0 0,-1 0 0,1 0 0,-1-1 0,1 1 0,0-1 0,-1 0 0,1 1 0,3-1 0,-3-1 0,0 0 0,0 0 0,0 0 0,0 0 0,0 0 0,0-1 0,-1 1 0,1-1 0,0 0 0,-1 0 0,1 0 0,-1 0 0,0 0 0,1 0 0,-1-1 0,0 1 0,0-1 0,2-3 0,1-5 0,1 0 0,-1 0 0,-1-1 0,0 1 0,0-1 0,-2 0 0,1 0 0,0-17 0,1-101 0,-4 113 0,0-15 0,-2 0 0,0 0 0,-3 1 0,0-1 0,-19-57 0,22 84 0,1 1 0,-1 0 0,0 1 0,-1-1 0,1 0 0,-1 1 0,1-1 0,-1 1 0,-4-4 0,7 6 0,-1 1 0,1 0 0,-1 0 0,1-1 0,-1 1 0,1 0 0,0-1 0,-1 1 0,1 0 0,-1 0 0,1 0 0,-1 0 0,1 0 0,-1-1 0,1 1 0,-1 0 0,0 0 0,1 0 0,-1 0 0,1 0 0,-1 1 0,1-1 0,-1 0 0,1 0 0,-1 0 0,1 0 0,-1 0 0,0 1 0,0 0 0,0 0 0,0 0 0,0 1 0,1-1 0,-1 0 0,0 1 0,0-1 0,1 0 0,-1 1 0,1-1 0,-1 1 0,1-1 0,0 1 0,-1 2 0,0 8 43,0 0 0,1 0-1,0 0 1,1 0 0,0 0-1,1-1 1,6 23 0,-1-12-470,1 0 0,1-1 1,12 23-1,4-3-6399</inkml:trace>
</inkml:ink>
</file>

<file path=ppt/ink/ink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9:32.451"/>
    </inkml:context>
    <inkml:brush xml:id="br0">
      <inkml:brushProperty name="width" value="0.05" units="cm"/>
      <inkml:brushProperty name="height" value="0.05" units="cm"/>
    </inkml:brush>
  </inkml:definitions>
  <inkml:trace contextRef="#ctx0" brushRef="#br0">29 165 24575,'-3'-6'0,"-1"-8"0,-3-9 0,0-6 0,1-1 0,4 4 0,7 6 0,4 8 0,8 8 0,4 8 0,4 6 0,5 5 0,3 0 0,-4-2-8191</inkml:trace>
</inkml:ink>
</file>

<file path=ppt/ink/ink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9:32.608"/>
    </inkml:context>
    <inkml:brush xml:id="br0">
      <inkml:brushProperty name="width" value="0.05" units="cm"/>
      <inkml:brushProperty name="height" value="0.05" units="cm"/>
    </inkml:brush>
  </inkml:definitions>
  <inkml:trace contextRef="#ctx0" brushRef="#br0">240 114 24575,'-6'-9'0,"-1"1"0,1 0 0,-2 0 0,1 0 0,-1 1 0,0 0 0,-1 1 0,-10-7 0,-2-2 0,17 12 0,-1 0 0,1 0 0,-1 0 0,1 0 0,-1 1 0,-10-4 0,14 6 0,-1-1 0,1 1 0,-1 0 0,0 0 0,1 0 0,-1 0 0,0 0 0,1 0 0,-1 0 0,1 0 0,-1 1 0,0-1 0,1 1 0,-1-1 0,1 1 0,-1 0 0,1-1 0,-1 1 0,1 0 0,0 0 0,-1 0 0,1 0 0,0 0 0,0 0 0,0 1 0,-2 1 0,-2 4 0,1 1 0,0-1 0,0 1 0,1-1 0,0 1 0,0 0 0,-3 16 0,-6 65 0,10-70 0,-5 59-341,3 0 0,3-1-1,10 80 1,0-96-6485</inkml:trace>
</inkml:ink>
</file>

<file path=ppt/ink/ink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9:32.807"/>
    </inkml:context>
    <inkml:brush xml:id="br0">
      <inkml:brushProperty name="width" value="0.05" units="cm"/>
      <inkml:brushProperty name="height" value="0.05" units="cm"/>
    </inkml:brush>
  </inkml:definitions>
  <inkml:trace contextRef="#ctx0" brushRef="#br0">0 16 24575,'0'-3'0,"0"-4"0,0 2 0,0 5 0,0 9 0,0 9 0,0 8 0,0 9 0,0 4 0,0 5 0,0 5 0,0 0 0,0-2 0,0-2 0,0-10-8191</inkml:trace>
</inkml:ink>
</file>

<file path=ppt/ink/ink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9:33.246"/>
    </inkml:context>
    <inkml:brush xml:id="br0">
      <inkml:brushProperty name="width" value="0.05" units="cm"/>
      <inkml:brushProperty name="height" value="0.05" units="cm"/>
    </inkml:brush>
  </inkml:definitions>
  <inkml:trace contextRef="#ctx0" brushRef="#br0">23 36 24575,'-3'0'0,"-4"0"0,-1 4 0,4 0 0,6 0 0,8-1 0,7-1 0,5-3 0,10-3 0,5-3 0,5 0 0,2 1 0,0-2 0,-1 1 0,-5 1 0,-6 2 0,-8 1-8191</inkml:trace>
</inkml:ink>
</file>

<file path=ppt/ink/ink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9:33.399"/>
    </inkml:context>
    <inkml:brush xml:id="br0">
      <inkml:brushProperty name="width" value="0.05" units="cm"/>
      <inkml:brushProperty name="height" value="0.05" units="cm"/>
    </inkml:brush>
  </inkml:definitions>
  <inkml:trace contextRef="#ctx0" brushRef="#br0">112 1 24575,'-4'0'0,"-3"0"0,-1 3 0,0 4 0,3 8 0,1 7 0,-1 6 0,-3 7 0,-1 8 0,-1 9 0,1 8 0,-2 3 0,2 4 0,2-4 0,2-3 0,3-12-8191</inkml:trace>
</inkml:ink>
</file>

<file path=ppt/ink/ink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9:33.633"/>
    </inkml:context>
    <inkml:brush xml:id="br0">
      <inkml:brushProperty name="width" value="0.05" units="cm"/>
      <inkml:brushProperty name="height" value="0.05" units="cm"/>
    </inkml:brush>
  </inkml:definitions>
  <inkml:trace contextRef="#ctx0" brushRef="#br0">198 57 24575,'0'-4'0,"-1"1"0,1-1 0,0 0 0,-1 1 0,0-1 0,1 1 0,-1-1 0,-1 1 0,1 0 0,0-1 0,-3-3 0,3 6 0,0 0 0,0 0 0,1 1 0,-1-1 0,0 0 0,0 0 0,0 1 0,0-1 0,0 1 0,0-1 0,0 1 0,0-1 0,0 1 0,0-1 0,0 1 0,-1 0 0,1 0 0,0 0 0,0 0 0,0 0 0,0 0 0,0 0 0,-1 0 0,1 0 0,0 0 0,0 0 0,0 1 0,0-1 0,0 0 0,0 1 0,0-1 0,0 1 0,0 0 0,0-1 0,0 1 0,0 0 0,0-1 0,0 1 0,-1 1 0,-7 6 0,0 1 0,0 0 0,0 0 0,2 1 0,-1-1 0,-12 23 0,7-8 0,1 0 0,-10 30 0,17-37 34,-1 0 1,2 0-1,0 1 0,1-1 0,1 1 0,1-1 0,0 1 0,1 0 0,5 30 1,-3-38-125,0 0 0,1 0 0,0 0 0,0 0 0,1-1 1,1 1-1,-1-1 0,2 0 0,-1-1 0,1 1 1,0-1-1,1 0 0,0-1 0,0 0 0,1 0 0,0 0 1,0-1-1,9 6 0,16 5-6736</inkml:trace>
</inkml:ink>
</file>

<file path=ppt/ink/ink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9:33.759"/>
    </inkml:context>
    <inkml:brush xml:id="br0">
      <inkml:brushProperty name="width" value="0.05" units="cm"/>
      <inkml:brushProperty name="height" value="0.05" units="cm"/>
    </inkml:brush>
  </inkml:definitions>
  <inkml:trace contextRef="#ctx0" brushRef="#br0">69 121 24575,'-7'-3'0,"-4"-7"0,-4-5 0,-3-4 0,5-1 0,8 3 0,12 4 0,9 4 0,10 4 0,9 3 0,8-2 0,-3 0-8191</inkml:trace>
</inkml:ink>
</file>

<file path=ppt/ink/ink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9:34.209"/>
    </inkml:context>
    <inkml:brush xml:id="br0">
      <inkml:brushProperty name="width" value="0.05" units="cm"/>
      <inkml:brushProperty name="height" value="0.05" units="cm"/>
    </inkml:brush>
  </inkml:definitions>
  <inkml:trace contextRef="#ctx0" brushRef="#br0">219 49 24575,'-14'-18'0,"13"16"0,0-1 0,-1 1 0,1 0 0,-1 0 0,0-1 0,1 1 0,-1 0 0,0 0 0,0 1 0,-1-1 0,1 0 0,0 1 0,-1-1 0,-3-1 0,6 3 0,-1 1 0,1-1 0,-1 0 0,1 1 0,-1-1 0,1 0 0,-1 1 0,1-1 0,0 0 0,-1 1 0,1-1 0,-1 1 0,1-1 0,0 1 0,-1-1 0,1 1 0,0-1 0,0 1 0,-1-1 0,1 1 0,0-1 0,0 1 0,0-1 0,0 1 0,0-1 0,0 1 0,0 1 0,-2 19 0,2-18 0,0 186 0,1-116 0,-1-99 0,1 6 0,-1 0 0,-6-39 0,6 54 0,-1 0 0,-1 0 0,1 0 0,-1 1 0,0-1 0,0 0 0,0 1 0,0 0 0,-1-1 0,0 1 0,0 0 0,0 0 0,0 1 0,0-1 0,-1 0 0,0 1 0,-4-3 0,6 4 0,-1 1 0,1 0 0,0 0 0,-1 0 0,1 0 0,0 0 0,-1 0 0,1 1 0,-1-1 0,1 1 0,-1 0 0,0-1 0,1 1 0,-1 0 0,1 1 0,-1-1 0,1 0 0,-1 1 0,1 0 0,-1-1 0,1 1 0,-1 0 0,1 0 0,0 0 0,0 1 0,-1-1 0,1 0 0,0 1 0,0-1 0,0 1 0,0 0 0,1 0 0,-3 2 0,1 0 0,0 0 0,0 1 0,0-1 0,0 1 0,1 0 0,-1 0 0,1 0 0,1 0 0,-1 0 0,1 0 0,0 0 0,0 0 0,0 1 0,1-1 0,-1 7 0,3-3 0,0 0 0,0 0 0,0 0 0,1 0 0,1 0 0,0 0 0,0-1 0,0 0 0,11 15 0,7 6 0,29 30 0,-37-44 0,22 23 0,-14-16 0,24 32 0,-40-47 0,-2 0 0,1 0 0,-1 0 0,0 1 0,-1-1 0,1 1 0,-2 0 0,1 0 0,2 14 0,-5-20 12,0 1-1,1 0 0,-1 0 1,-1 0-1,1-1 1,0 1-1,-1 0 0,1 0 1,-1 0-1,0-1 0,0 1 1,0 0-1,0-1 1,0 1-1,-1-1 0,1 0 1,-1 1-1,1-1 0,-1 0 1,0 0-1,0 0 1,0 0-1,0 0 0,-1 0 1,1 0-1,0-1 0,-1 0 1,1 1-1,-4 0 1,-3 2-226,0-1 1,0 0 0,0-1-1,-1 1 1,1-2 0,-1 0-1,-10 1 1,-27-2-6613</inkml:trace>
</inkml:ink>
</file>

<file path=ppt/ink/ink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9:35.124"/>
    </inkml:context>
    <inkml:brush xml:id="br0">
      <inkml:brushProperty name="width" value="0.05" units="cm"/>
      <inkml:brushProperty name="height" value="0.05" units="cm"/>
    </inkml:brush>
  </inkml:definitions>
  <inkml:trace contextRef="#ctx0" brushRef="#br0">74 378 24575,'5'0'0,"0"-1"0,0 0 0,0 0 0,-1-1 0,1 1 0,-1-1 0,1 0 0,-1 0 0,1-1 0,-1 1 0,0-1 0,0 0 0,0 0 0,-1 0 0,1 0 0,-1-1 0,4-4 0,1-1 0,0-2 0,-1 1 0,0-1 0,-1 0 0,7-16 0,-10 21 0,0-1 0,0 1 0,-1-1 0,0 0 0,0 1 0,-1-1 0,0 0 0,0 0 0,-1 0 0,0 0 0,-1-12 0,1 19 0,0-1 0,0 1 0,-1-1 0,1 0 0,0 1 0,0-1 0,-1 1 0,1-1 0,0 1 0,-1-1 0,1 1 0,-1-1 0,1 1 0,-1-1 0,1 1 0,-1-1 0,1 1 0,-1 0 0,1-1 0,-1 1 0,1 0 0,-1 0 0,1-1 0,-1 1 0,0 0 0,1 0 0,-2 0 0,0 0 0,1 0 0,-1 0 0,0 0 0,0 1 0,1-1 0,-1 1 0,0-1 0,1 1 0,-1-1 0,-1 2 0,-33 24 0,20-11 0,2 0 0,0 0 0,1 1 0,1 1 0,0 0 0,1 1 0,1 0 0,1 1 0,1 0 0,0 1 0,-7 29 0,12-38 0,1 1 0,1 0 0,-1 0 0,2-1 0,0 1 0,0 0 0,1 0 0,1 0 0,3 16 0,-2-19 0,0-1 0,0 0 0,1 1 0,0-1 0,1-1 0,-1 1 0,2-1 0,-1 0 0,1 0 0,0 0 0,0-1 0,1 0 0,11 9 0,-7-8 0,0 0 0,1-1 0,0 0 0,0-1 0,0 0 0,0-1 0,14 3 0,-19-5 0,0-1 0,-1 0 0,1 0 0,0-1 0,0 1 0,0-1 0,0-1 0,0 1 0,0-1 0,-1-1 0,1 1 0,0-1 0,-1 0 0,12-6 0,-15 6 0,0 1 0,-1-1 0,1 0 0,-1 0 0,1 0 0,-1 0 0,0-1 0,0 1 0,0-1 0,0 1 0,-1-1 0,1 0 0,-1 0 0,1 1 0,-1-1 0,0 0 0,1-5 0,-1 2 0,-1 1 0,1-1 0,-1 1 0,-1-1 0,1 0 0,-1 1 0,0-1 0,0 1 0,-2-7 0,-4-8 0,-2 0 0,0 0 0,-23-35 0,8 18 0,13 22 0,1 0 0,1-1 0,0 0 0,-7-18 0,16 32 0,-1 1 0,1 0 0,-1 0 0,1-1 0,0 1 0,-1 0 0,1 0 0,0-1 0,0 1 0,0 0 0,0 0 0,0-1 0,0 1 0,1 0 0,-1-1 0,0 1 0,1 0 0,-1 0 0,0 0 0,1-1 0,0 1 0,-1 0 0,1 0 0,0 0 0,-1 0 0,1 0 0,0 0 0,0 0 0,0 0 0,0 0 0,0 1 0,0-1 0,0 0 0,0 1 0,0-1 0,1 0 0,-1 1 0,0 0 0,0-1 0,0 1 0,1 0 0,-1-1 0,2 1 0,7-2 0,0 1 0,1 1 0,-1-1 0,15 3 0,-10-1 0,50-1 0,122-16 0,-185 16 0,-1 0 0,0 0 0,1-1 0,-1 1 0,1 0 0,-1 1 0,0-1 0,1 0 0,-1 0 0,1 0 0,-1 1 0,0-1 0,1 1 0,-1-1 0,0 1 0,0 0 0,1-1 0,-1 1 0,0 0 0,0 0 0,0 0 0,0 0 0,0 0 0,0 0 0,0 0 0,0 0 0,0 0 0,-1 0 0,1 1 0,0-1 0,-1 0 0,1 2 0,2 5 0,-1-1 0,-1 1 0,1 0 0,-1 14 0,1-3 0,10 61 0,-3-24 0,3 106 0,-12-160 0,0 0 0,0 1 0,0-1 0,0 0 0,-1 0 0,1 1 0,-1-1 0,1 0 0,-1 0 0,-1 4 0,1-6 0,1 0 0,0 0 0,0 0 0,0 0 0,0 0 0,0 0 0,0 0 0,0 0 0,-1 0 0,1 0 0,0 0 0,0 0 0,0 0 0,0 0 0,0 0 0,0 0 0,-1 0 0,1 0 0,0 0 0,0 0 0,0 0 0,0 0 0,0 0 0,0 0 0,0 0 0,-1 0 0,1 0 0,0 0 0,0-1 0,0 1 0,0 0 0,0 0 0,0 0 0,0 0 0,0 0 0,0 0 0,0 0 0,-1 0 0,1-1 0,0 1 0,0 0 0,0 0 0,0 0 0,0 0 0,0 0 0,0 0 0,0 0 0,0-1 0,0 1 0,-4-18 0,2-10 0,2 0 0,0-1 0,2 1 0,8-43 0,2 11 0,22-60 0,-21 81 0,2 0 0,24-45 0,-30 68 0,0 1 0,1 0 0,0 0 0,1 1 0,1 0 0,1 1 0,21-19 0,-30 29 0,-1 0 0,1 1 0,1-1 0,-1 1 0,0 0 0,1 0 0,-1 1 0,9-3 0,-11 4 0,-1-1 0,1 1 0,0 0 0,0 0 0,0 0 0,0 0 0,0 1 0,0-1 0,-1 0 0,1 1 0,0-1 0,0 1 0,0 0 0,-1-1 0,1 1 0,0 0 0,-1 0 0,1 0 0,-1 1 0,1-1 0,-1 0 0,1 0 0,-1 1 0,1 1 0,14 27-1365,-6 5-5461</inkml:trace>
</inkml:ink>
</file>

<file path=ppt/ink/ink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9:35.250"/>
    </inkml:context>
    <inkml:brush xml:id="br0">
      <inkml:brushProperty name="width" value="0.05" units="cm"/>
      <inkml:brushProperty name="height" value="0.05" units="cm"/>
    </inkml:brush>
  </inkml:definitions>
  <inkml:trace contextRef="#ctx0" brushRef="#br0">67 57 24575,'-9'3'0,"-7"4"0,-6 1 0,6-4 0,13-6 0,15-5 0,16-6 0,16 1 0,12-2 0,6 2 0,3 3 0,-2 3 0,-10 3-8191</inkml:trace>
</inkml:ink>
</file>

<file path=ppt/ink/ink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9:37.730"/>
    </inkml:context>
    <inkml:brush xml:id="br0">
      <inkml:brushProperty name="width" value="0.05" units="cm"/>
      <inkml:brushProperty name="height" value="0.05" units="cm"/>
    </inkml:brush>
  </inkml:definitions>
  <inkml:trace contextRef="#ctx0" brushRef="#br0">331 336 24575,'-1'-4'0,"1"1"0,0-1 0,0 0 0,1 0 0,-1 0 0,1 1 0,0-1 0,0 0 0,0 1 0,0-1 0,1 1 0,2-5 0,-6 1 0,3-13 0,0-8 0,-1 23 0,-1 1 0,0-1 0,0 1 0,0 0 0,0-1 0,-1 1 0,1 0 0,-1 0 0,0 0 0,0 0 0,-1 0 0,1 1 0,-1-1 0,0 1 0,-5-6 0,5 7 0,0 0 0,0 0 0,0 0 0,0 0 0,0 1 0,-1-1 0,1 1 0,0 0 0,-1 0 0,1 0 0,-1 1 0,1-1 0,-1 1 0,1 0 0,-1 0 0,1 0 0,-1 0 0,1 0 0,-1 1 0,-4 1 0,-4 2 0,1 0 0,0 1 0,0 0 0,0 1 0,0 0 0,1 1 0,0 0 0,-17 17 0,13-11 0,0 1 0,2 1 0,-1 0 0,-18 32 0,25-37 0,2 0 0,-1 0 0,1 0 0,0 1 0,1-1 0,0 1 0,1 0 0,0 0 0,0 17 0,2-24 0,0 0 0,0 0 0,1 0 0,-1 0 0,1 0 0,0 0 0,0-1 0,0 1 0,1 0 0,-1 0 0,1-1 0,0 1 0,0-1 0,0 0 0,1 1 0,-1-1 0,1 0 0,-1 0 0,1-1 0,0 1 0,0-1 0,0 1 0,1-1 0,-1 0 0,1 0 0,-1 0 0,1-1 0,-1 1 0,7 1 0,1-1 0,0 0 0,-1 0 0,1-1 0,0-1 0,0 0 0,0 0 0,0-1 0,-1 0 0,1-1 0,0 0 0,-1-1 0,1 0 0,-1-1 0,0 0 0,14-8 0,-10 4 0,-1 0 0,0 0 0,0-1 0,-1-1 0,-1 0 0,1-1 0,-2 0 0,1 0 0,-2-1 0,12-17 0,-16 20 0,-1 1 0,0-1 0,0 0 0,0 1 0,-1-2 0,-1 1 0,1 0 0,-2-1 0,1 1 0,-1-1 0,-1 1 0,1-1 0,-3-18 0,2 28 0,0-1 0,0 1 0,-1-1 0,1 0 0,0 1 0,0-1 0,0 1 0,0-1 0,-1 1 0,1-1 0,0 1 0,-1-1 0,1 1 0,0-1 0,-1 1 0,1-1 0,0 1 0,-1-1 0,1 1 0,-1 0 0,0-1 0,-8 6 0,-4 22 0,9-6 0,0 1 0,1 0 0,1 0 0,1-1 0,1 1 0,1 0 0,4 25 0,-4-44 0,-1 0 0,1 0 0,-1 0 0,1 0 0,0 0 0,0 0 0,0-1 0,1 1 0,-1 0 0,1-1 0,-1 1 0,1-1 0,0 1 0,0-1 0,0 0 0,0 0 0,0 0 0,1 0 0,-1 0 0,1-1 0,-1 1 0,1-1 0,0 1 0,4 1 0,-1-2 0,-1 0 0,1-1 0,-1 1 0,1-1 0,0 0 0,-1-1 0,1 1 0,0-1 0,-1 0 0,1-1 0,-1 1 0,8-4 0,4-3 0,0 0 0,-1-1 0,0 0 0,0-1 0,-1-1 0,0-1 0,-1 0 0,-1-1 0,0 0 0,0-1 0,-1-1 0,17-28 0,-16 22 0,-1-2 0,0 1 0,-2-2 0,-1 1 0,-1-1 0,-1-1 0,-1 1 0,6-49 0,-12 65 0,0 1 0,0-1 0,-1 1 0,-1-12 0,1 18 0,1 0 0,0 0 0,-1 0 0,1 0 0,0 0 0,-1-1 0,1 1 0,-1 0 0,0 0 0,1 0 0,-1 0 0,0 0 0,0 1 0,0-1 0,-1-1 0,2 2 0,-1-1 0,0 1 0,0 0 0,1 0 0,-1 0 0,0 0 0,0 0 0,1 0 0,-1 0 0,0 0 0,0 0 0,1 0 0,-1 0 0,0 0 0,0 1 0,1-1 0,-1 0 0,0 1 0,1-1 0,-1 0 0,0 1 0,1-1 0,-1 1 0,0-1 0,1 1 0,-1-1 0,0 1 0,-4 5 0,-1 0 0,1 0 0,0 0 0,1 1 0,0-1 0,0 1 0,0 0 0,-3 9 0,-22 65 0,27-72 0,-7 21 0,1 0 0,1 1 0,-3 41 0,9-59 0,1 1 0,0-1 0,0 0 0,2 1 0,-1-1 0,2 0 0,0 0 0,0 0 0,1-1 0,9 19 0,-11-27 0,0 0 0,0-1 0,0 1 0,1-1 0,-1 0 0,1 0 0,0 0 0,0 0 0,0 0 0,1-1 0,-1 1 0,0-1 0,1 0 0,0 0 0,7 3 0,-5-3 0,-1-1 0,1 0 0,0 0 0,-1-1 0,1 1 0,0-1 0,0 0 0,0-1 0,-1 0 0,9-1 0,1-2 0,1-2 0,-1 1 0,0-2 0,-1 0 0,1 0 0,-2-1 0,17-13 0,-10 5 0,0-1 0,-2-1 0,0 0 0,-1-1 0,-1-1 0,-1-1 0,0 0 0,-2-1 0,-1 0 0,0-1 0,-2-1 0,0 0 0,-2 0 0,7-32 0,-14 48 0,0 0 0,0-1 0,-1 1 0,0-11 0,0 17 0,-1 0 0,1 0 0,0 0 0,-1 0 0,0 0 0,1 1 0,-1-1 0,0 0 0,0 0 0,-1-2 0,1 3 0,1 1 0,-1-1 0,0 0 0,1 1 0,-1-1 0,0 1 0,1 0 0,-1-1 0,0 1 0,1-1 0,-1 1 0,0 0 0,0 0 0,0-1 0,1 1 0,-1 0 0,0 0 0,0 0 0,0 0 0,1 0 0,-1 0 0,0 0 0,0 0 0,0 0 0,-1 1 0,-1 0 0,0 1 0,0-1 0,0 1 0,0 0 0,1 0 0,-1 0 0,0 0 0,1 0 0,-1 1 0,1-1 0,0 1 0,0-1 0,0 1 0,0 0 0,1 0 0,-1 0 0,-1 4 0,-3 6 0,1 0 0,-6 25 0,7-21 49,1 1 0,0-1 0,1 1-1,1 0 1,1 0 0,2 19 0,-1-29-156,0-1 0,1 1 1,-1 0-1,2 0 0,-1-1 1,1 1-1,0-1 0,0 0 1,1 0-1,0 0 0,1-1 1,-1 1-1,1-1 0,0 0 1,12 10-1,6 1-6719</inkml:trace>
</inkml:ink>
</file>

<file path=ppt/ink/ink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9:37.981"/>
    </inkml:context>
    <inkml:brush xml:id="br0">
      <inkml:brushProperty name="width" value="0.05" units="cm"/>
      <inkml:brushProperty name="height" value="0.05" units="cm"/>
    </inkml:brush>
  </inkml:definitions>
  <inkml:trace contextRef="#ctx0" brushRef="#br0">109 19 24575,'-3'0'0,"-1"-3"0,-4-1 0,-2-3 0,-3 2 0,0 9 0,3 10 0,0 9 0,1 10 0,3 8 0,2 7 0,-2 5 0,1 0 0,1-1 0,1-2 0,4-6 0,2-12-8191</inkml:trace>
</inkml:ink>
</file>

<file path=ppt/ink/ink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9:38.461"/>
    </inkml:context>
    <inkml:brush xml:id="br0">
      <inkml:brushProperty name="width" value="0.05" units="cm"/>
      <inkml:brushProperty name="height" value="0.05" units="cm"/>
    </inkml:brush>
  </inkml:definitions>
  <inkml:trace contextRef="#ctx0" brushRef="#br0">13 147 24575,'-2'-3'0,"1"0"0,-1 0 0,1 0 0,-1-1 0,1 1 0,0-1 0,0 1 0,1-1 0,-1 1 0,0-5 0,2 6 0,-1 1 0,1-1 0,-1 1 0,1-1 0,0 1 0,-1-1 0,1 1 0,0-1 0,0 1 0,0 0 0,0 0 0,0-1 0,0 1 0,0 0 0,1 0 0,-1 0 0,0 0 0,1 0 0,-1 1 0,1-1 0,-1 0 0,1 0 0,-1 1 0,1-1 0,1 1 0,20-7 0,0 2 0,1 1 0,-1 1 0,1 0 0,41 3 0,-35-1 0,229 2 0,31-1 0,-285-1 0,0 2 0,0-1 0,0 0 0,0-1 0,0 0 0,0 1 0,0-1 0,-1-1 0,1 1 0,6-3 0,-11 4 0,0 0 0,0-1 0,1 1 0,-1 0 0,0 0 0,0 0 0,0 0 0,1 0 0,-1 0 0,0-1 0,0 1 0,0 0 0,0 0 0,0 0 0,1-1 0,-1 1 0,0 0 0,0 0 0,0 0 0,0-1 0,0 1 0,0 0 0,0 0 0,0-1 0,0 1 0,0 0 0,0 0 0,0 0 0,0-1 0,0 1 0,0 0 0,0 0 0,0-1 0,0 1 0,0 0 0,0 0 0,0 0 0,0-1 0,-1 1 0,1 0 0,0 0 0,0-1 0,-11-7 0,-16-3 0,12 7 0,-1 0 0,1 1 0,-1 1 0,0 0 0,0 1 0,0 1 0,0 0 0,0 1 0,-17 4 0,25-4 0,-1 1 0,1 1 0,0 0 0,0 0 0,0 0 0,1 1 0,-1 0 0,1 1 0,0 0 0,0 0 0,0 0 0,1 1 0,0 0 0,0 0 0,1 1 0,-1-1 0,1 1 0,-6 12 0,6-10 0,1 0 0,0 1 0,1 0 0,0 0 0,0 0 0,1 0 0,0 0 0,1 0 0,0 1 0,1-1 0,0 0 0,2 18 0,-1-24 0,0 1 0,0 0 0,0-1 0,1 1 0,-1-1 0,1 1 0,0-1 0,1 0 0,-1 0 0,1 0 0,-1 0 0,1 0 0,0-1 0,1 1 0,-1-1 0,1 0 0,-1 0 0,1 0 0,0 0 0,0-1 0,0 1 0,1-1 0,-1 0 0,0-1 0,1 1 0,-1-1 0,1 0 0,0 0 0,7 1 0,-5-1 0,1-1 0,-1 0 0,1-1 0,-1 0 0,0 0 0,1 0 0,-1-1 0,0 0 0,0 0 0,0-1 0,8-4 0,7-5 0,40-29 0,-16 9 0,-45 31 0,0 1 0,1-1 0,-1 0 0,0 0 0,0 1 0,1-1 0,-1 1 0,0-1 0,1 1 0,-1-1 0,0 1 0,1 0 0,-1 0 0,0 0 0,1 0 0,-1 0 0,1 0 0,-1 0 0,0 0 0,1 0 0,1 1 0,0 1 0,-1-1 0,0 1 0,0-1 0,0 1 0,0 0 0,-1 0 0,1 0 0,0 0 0,1 2 0,11 14 0,-10-14-227,0-1-1,1 1 1,-1-1-1,1 0 1,8 4-1,6 0-6598</inkml:trace>
</inkml:ink>
</file>

<file path=ppt/ink/ink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9:38.806"/>
    </inkml:context>
    <inkml:brush xml:id="br0">
      <inkml:brushProperty name="width" value="0.05" units="cm"/>
      <inkml:brushProperty name="height" value="0.05" units="cm"/>
    </inkml:brush>
  </inkml:definitions>
  <inkml:trace contextRef="#ctx0" brushRef="#br0">35 192 24575,'-1'-40'0,"0"12"0,2-1 0,7-54 0,-8 83 0,0 0 0,0-1 0,-1 1 0,1-1 0,0 1 0,0-1 0,1 1 0,-1 0 0,0-1 0,0 1 0,0-1 0,0 1 0,0 0 0,0-1 0,0 1 0,1-1 0,-1 1 0,0 0 0,0-1 0,1 1 0,-1 0 0,0-1 0,0 1 0,1 0 0,-1-1 0,0 1 0,1 0 0,-1 0 0,0-1 0,1 1 0,2 15 0,-5 54 0,-15 86 0,6-68 0,-8 34 0,19-121 0,0 0 0,0 0 0,0 0 0,0 0 0,0 0 0,0 0 0,0 0 0,0 1 0,0-1 0,0 0 0,0 0 0,0 0 0,0 0 0,0 0 0,0 0 0,0 0 0,0 0 0,0 0 0,0 1 0,0-1 0,0 0 0,0 0 0,0 0 0,0 0 0,0 0 0,0 0 0,0 0 0,0 0 0,0 0 0,0 0 0,0 0 0,1 0 0,-1 0 0,0 0 0,0 0 0,0 1 0,0-1 0,0 0 0,0 0 0,0 0 0,0 0 0,0 0 0,1 0 0,-1 0 0,0 0 0,0 0 0,0 0 0,0 0 0,0 0 0,0 0 0,0 0 0,0 0 0,0-1 0,0 1 0,1 0 0,-1 0 0,0 0 0,0 0 0,0 0 0,0 0 0,0 0 0,0 0 0,0 0 0,0 0 0,0 0 0,0 0 0,10-8 0,9-12 0,-5 5 0,0 1 0,1 0 0,1 1 0,29-19 0,-38 27 0,0 1 0,1 0 0,-1 1 0,1-1 0,0 1 0,0 1 0,0 0 0,0 0 0,1 0 0,-1 1 0,0 1 0,1-1 0,-1 1 0,10 1 0,-16 0 0,1-1 0,-1 0 0,0 1 0,0 0 0,0-1 0,0 1 0,0 0 0,0 0 0,0 0 0,0 1 0,0-1 0,0 0 0,2 2 0,-4-2 0,1 0 0,0 0 0,0 0 0,-1 0 0,1 1 0,0-1 0,-1 0 0,1 0 0,-1 0 0,0 1 0,1-1 0,-1 0 0,0 0 0,0 1 0,0-1 0,0 0 0,0 2 0,0 1 0,-1-1 0,0 0 0,0 0 0,0 0 0,-1 0 0,1 0 0,-1 0 0,1 0 0,-1-1 0,0 1 0,0 0 0,0-1 0,0 0 0,-1 1 0,1-1 0,-5 3 0,-3 1-151,0 0-1,0-1 0,0 0 0,0-1 1,-1 0-1,0 0 0,0-2 1,-18 4-1,5-3-6674</inkml:trace>
</inkml:ink>
</file>

<file path=ppt/ink/ink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9:39.132"/>
    </inkml:context>
    <inkml:brush xml:id="br0">
      <inkml:brushProperty name="width" value="0.05" units="cm"/>
      <inkml:brushProperty name="height" value="0.05" units="cm"/>
    </inkml:brush>
  </inkml:definitions>
  <inkml:trace contextRef="#ctx0" brushRef="#br0">104 73 24575,'25'0'0,"-1"-2"0,1-1 0,-1-1 0,0-1 0,40-14 0,-61 18 0,0 0 0,0-1 0,0 1 0,0-1 0,0 0 0,-1 0 0,1 0 0,-1 0 0,1 0 0,2-3 0,-5 5 0,0-1 0,0 1 0,1 0 0,-1 0 0,0-1 0,0 1 0,0 0 0,0-1 0,1 1 0,-1 0 0,0-1 0,0 1 0,0 0 0,0-1 0,0 1 0,0 0 0,0-1 0,0 1 0,0-1 0,0 1 0,0 0 0,0-1 0,0 1 0,0 0 0,-1-1 0,1 1 0,0 0 0,0-1 0,0 1 0,0 0 0,-1 0 0,1-1 0,0 1 0,-2-1 0,1 0 0,0 0 0,-1 1 0,1-1 0,-1 1 0,1-1 0,-1 1 0,1-1 0,-1 1 0,0 0 0,1 0 0,-3 0 0,-12-1 0,0 2 0,0 0 0,0 1 0,1 0 0,-1 1 0,-18 6 0,23-5 0,0 0 0,0 1 0,0 0 0,0 0 0,1 1 0,0 1 0,0 0 0,-16 15 0,24-20 0,-1 0 0,1 1 0,0 0 0,0-1 0,0 1 0,0 0 0,1 0 0,-1 0 0,1 0 0,0 0 0,0 0 0,0 1 0,0-1 0,0 0 0,1 1 0,-1-1 0,1 7 0,1-5 0,0 0 0,0 0 0,0-1 0,0 1 0,1 0 0,0 0 0,0-1 0,0 1 0,1-1 0,5 8 0,6 4 0,0-1 0,1 0 0,1 0 0,26 17 0,16 8 0,-40-30 0,-1 1 0,-1 1 0,0 0 0,-1 1 0,0 1 0,16 20 0,-30-33 0,0 0 0,0 0 0,0 0 0,-1 0 0,1 0 0,0 0 0,-1 0 0,1 0 0,-1 1 0,1-1 0,-1 0 0,0 0 0,1 1 0,-1-1 0,0 0 0,0 0 0,0 1 0,0-1 0,0 0 0,0 1 0,0-1 0,-1 0 0,1 0 0,0 1 0,-1-1 0,1 0 0,-1 0 0,1 0 0,-1 1 0,1-1 0,-1 0 0,0 0 0,0 0 0,0 0 0,1 0 0,-1 0 0,0-1 0,0 1 0,0 0 0,-2 1 0,-3 1 0,0 0 0,0 0 0,0-1 0,0 0 0,-1 0 0,1 0 0,-8 0 0,-21 2-341,0-1 0,-1-3-1,-66-6 1,26-2-6485</inkml:trace>
</inkml:ink>
</file>

<file path=ppt/ink/ink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9:39.773"/>
    </inkml:context>
    <inkml:brush xml:id="br0">
      <inkml:brushProperty name="width" value="0.05" units="cm"/>
      <inkml:brushProperty name="height" value="0.05" units="cm"/>
    </inkml:brush>
  </inkml:definitions>
  <inkml:trace contextRef="#ctx0" brushRef="#br0">613 680 24575,'-37'35'0,"-5"0"0,-2-2 0,-55 33 0,82-57 0,-1 0 0,1 0 0,-1-2 0,-1 0 0,1-1 0,-1-1 0,0-1 0,0-1 0,-33 2 0,45-5 0,0 0 0,0 0 0,0-1 0,0 0 0,0-1 0,0 0 0,0 0 0,1 0 0,-1 0 0,1-1 0,0 0 0,0-1 0,0 0 0,0 0 0,0 0 0,1 0 0,-8-8 0,7 5 0,1 0 0,0-1 0,0 0 0,0 1 0,1-1 0,1-1 0,-1 1 0,1-1 0,1 1 0,-1-1 0,1 0 0,1 0 0,-1-11 0,1-6 0,1-1 0,1 1 0,2-1 0,7-34 0,33-105 0,-27 110 0,30-134 0,-23 88 0,-21 95-273,-1-1 0,2 1 0,-1-1 0,6-10 0,-2 10-6553</inkml:trace>
</inkml:ink>
</file>

<file path=ppt/ink/ink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9:40.130"/>
    </inkml:context>
    <inkml:brush xml:id="br0">
      <inkml:brushProperty name="width" value="0.05" units="cm"/>
      <inkml:brushProperty name="height" value="0.05" units="cm"/>
    </inkml:brush>
  </inkml:definitions>
  <inkml:trace contextRef="#ctx0" brushRef="#br0">159 250 24575,'0'-1'0,"0"1"0,0-1 0,0 1 0,0 0 0,0-1 0,0 1 0,-1 0 0,1-1 0,0 1 0,0-1 0,0 1 0,-1 0 0,1-1 0,0 1 0,0 0 0,-1 0 0,1-1 0,0 1 0,-1 0 0,1 0 0,0-1 0,-1 1 0,1 0 0,0 0 0,-1 0 0,1 0 0,-1 0 0,1-1 0,0 1 0,-1 0 0,1 0 0,-1 0 0,1 0 0,0 0 0,-1 0 0,1 0 0,-1 0 0,1 0 0,0 1 0,-1-1 0,1 0 0,0 0 0,-1 0 0,1 0 0,-1 0 0,1 1 0,0-1 0,-1 0 0,1 0 0,-1 1 0,-20 11 0,-4 6 0,-46 43 0,70-60 0,1 0 0,-1 0 0,0 0 0,0 0 0,0 0 0,0 0 0,0 0 0,0-1 0,0 1 0,0 0 0,0-1 0,0 1 0,0-1 0,-1 1 0,1-1 0,0 1 0,0-1 0,-2 0 0,2 0 0,1 0 0,0-1 0,-1 1 0,1-1 0,0 1 0,-1-1 0,1 1 0,0-1 0,-1 1 0,1-1 0,0 1 0,0-1 0,0 1 0,0-1 0,-1 1 0,1-1 0,0 0 0,0 1 0,0-1 0,0 1 0,0-1 0,0 1 0,0-1 0,1 0 0,-1 1 0,0-1 0,1-7 0,1 1 0,0 0 0,0 1 0,0-1 0,5-8 0,16-26 0,50-63 0,-59 86 0,2 0 0,0 1 0,1 1 0,0 1 0,28-19 0,-41 31 0,0 0 0,0 1 0,0 0 0,0 0 0,1 0 0,-1 1 0,1-1 0,-1 1 0,1 0 0,-1 0 0,1 1 0,0-1 0,-1 1 0,1 0 0,-1 0 0,6 2 0,-4-1 0,-1 1 0,0 0 0,-1 0 0,1 0 0,0 1 0,0-1 0,-1 1 0,0 0 0,0 1 0,1-1 0,-2 1 0,1 0 0,6 8 0,3 5-455,-2 1 0,19 35 0,-7-5-6371</inkml:trace>
</inkml:ink>
</file>

<file path=ppt/ink/ink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9:42.725"/>
    </inkml:context>
    <inkml:brush xml:id="br0">
      <inkml:brushProperty name="width" value="0.05" units="cm"/>
      <inkml:brushProperty name="height" value="0.05" units="cm"/>
    </inkml:brush>
  </inkml:definitions>
  <inkml:trace contextRef="#ctx0" brushRef="#br0">82 0 24575,'-11'0'0,"0"1"0,-1 0 0,1 0 0,0 1 0,-11 4 0,22-6 0,0 0 0,0 0 0,0 0 0,0 0 0,0 0 0,-1 0 0,1 0 0,0 0 0,0 0 0,0 0 0,0 0 0,0 0 0,0 0 0,0 0 0,0 0 0,0 0 0,-1 0 0,1 0 0,0 0 0,0 0 0,0 0 0,0 0 0,0 0 0,0 0 0,0 0 0,0 0 0,0 0 0,0 0 0,0 0 0,-1 0 0,1 0 0,0 0 0,0 0 0,0 1 0,0-1 0,0 0 0,0 0 0,0 0 0,0 0 0,0 0 0,0 0 0,0 0 0,0 0 0,0 0 0,0 0 0,0 1 0,0-1 0,0 0 0,0 0 0,0 0 0,0 0 0,0 0 0,0 0 0,0 0 0,0 0 0,0 0 0,0 0 0,0 1 0,0-1 0,0 0 0,0 0 0,0 0 0,0 0 0,0 0 0,1 0 0,8 3 0,18 1 0,505 10-1276,-429-16 953,156-1-516,49-1-1236,1840 22-4946,-2 57 5799,-1692-52 3995,-433-22-2129,-12-1-258,0 1-1,0-1 1,0 0 0,0-1-1,0 0 1,0 0 0,10-3-1,-19 4-318,1-1-1,-1 1 0,1 0 0,0 0 0,-1 0 0,1-1 0,-1 1 0,1 0 0,-1-1 0,1 1 1,-1 0-1,0-1 0,1 1 0,-1-1 0,1 1 0,-1 0 0,0-1 0,1 1 0,-1-1 0,0 1 1,0-1-1,1 0 0,-1 0 0,-3-10-3590</inkml:trace>
</inkml:ink>
</file>

<file path=ppt/ink/ink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9:42.962"/>
    </inkml:context>
    <inkml:brush xml:id="br0">
      <inkml:brushProperty name="width" value="0.05" units="cm"/>
      <inkml:brushProperty name="height" value="0.05" units="cm"/>
    </inkml:brush>
  </inkml:definitions>
  <inkml:trace contextRef="#ctx0" brushRef="#br0">2 85 24575,'0'-13'0,"-1"6"0,1 0 0,0 0 0,0 0 0,1 0 0,2-9 0,-3 15 0,1 0 0,-1-1 0,0 1 0,1 0 0,-1 0 0,1 0 0,-1 1 0,1-1 0,0 0 0,-1 0 0,1 0 0,0 0 0,0 0 0,0 1 0,0-1 0,-1 0 0,1 1 0,0-1 0,0 1 0,0-1 0,0 1 0,0-1 0,0 1 0,0 0 0,1-1 0,-1 1 0,0 0 0,0 0 0,0 0 0,0 0 0,0 0 0,0 0 0,0 0 0,1 0 0,-1 1 0,0-1 0,0 0 0,0 1 0,2 0 0,8 3 0,0 0 0,0 2 0,-1-1 0,1 1 0,-1 0 0,18 16 0,-9-5 0,-1 0 0,21 26 0,-34-37 0,0 0 0,-1 1 0,1 0 0,-1 0 0,-1 0 0,1 0 0,-1 0 0,0 1 0,2 11 0,-4-15 0,-1 0 0,1 1 0,-1-1 0,0 0 0,0 1 0,-1-1 0,1 0 0,-1 1 0,0-1 0,0 0 0,-1 0 0,1 0 0,-1 1 0,0-1 0,0-1 0,0 1 0,0 0 0,-5 5 0,0-1-195,0-1 0,-1 0 0,0 0 0,0-1 0,-1 0 0,-15 8 0,-18 8-6631</inkml:trace>
</inkml:ink>
</file>

<file path=ppt/ink/ink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9:43.525"/>
    </inkml:context>
    <inkml:brush xml:id="br0">
      <inkml:brushProperty name="width" value="0.05" units="cm"/>
      <inkml:brushProperty name="height" value="0.05" units="cm"/>
    </inkml:brush>
  </inkml:definitions>
  <inkml:trace contextRef="#ctx0" brushRef="#br0">47 645 24575,'-4'0'0,"1"0"0,0-1 0,0 1 0,0 0 0,0-1 0,0 1 0,0-1 0,1 0 0,-1 0 0,-3-2 0,5 3 0,0-1 0,0 0 0,1 1 0,-1-1 0,0 0 0,1 0 0,-1 0 0,0 1 0,1-1 0,-1 0 0,1 0 0,0 0 0,-1 0 0,1 0 0,0 0 0,-1 0 0,1 0 0,0 0 0,0 0 0,0 0 0,0 0 0,0 0 0,0 0 0,0 0 0,0 0 0,0 0 0,1 0 0,-1 0 0,0 0 0,1 0 0,-1 0 0,0 0 0,1 0 0,0-1 0,3-4 0,-1-1 0,1 1 0,1 0 0,-1 1 0,1-1 0,0 1 0,0 0 0,1 0 0,-1 0 0,8-4 0,72-41 0,-66 39 0,112-54-215,269-96-1,156 2-214,-261 93 313,-209 48-988,-49 10-5003</inkml:trace>
</inkml:ink>
</file>

<file path=ppt/ink/ink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9:43.818"/>
    </inkml:context>
    <inkml:brush xml:id="br0">
      <inkml:brushProperty name="width" value="0.05" units="cm"/>
      <inkml:brushProperty name="height" value="0.05" units="cm"/>
    </inkml:brush>
  </inkml:definitions>
  <inkml:trace contextRef="#ctx0" brushRef="#br0">31 150 24575,'-3'-3'0,"0"1"0,1-1 0,-1 0 0,1-1 0,-1 1 0,1 0 0,0-1 0,1 1 0,-1-1 0,1 0 0,-1 1 0,1-1 0,0 0 0,0 0 0,1 0 0,-1-5 0,1 6 0,0 0 0,1 0 0,-1 0 0,1 1 0,0-1 0,0 0 0,0 1 0,0-1 0,1 0 0,-1 1 0,1 0 0,-1-1 0,1 1 0,0 0 0,0 0 0,0 0 0,0 0 0,0 0 0,0 0 0,1 0 0,-1 1 0,0-1 0,4 0 0,6-4 0,0 1 0,1 1 0,-1 0 0,1 1 0,0 0 0,0 1 0,-1 1 0,18-1 0,-1 2 0,1 2 0,45 7 0,-38-2 0,70 23 0,-91-24 0,0 1 0,0 0 0,-1 1 0,0 0 0,0 2 0,20 16 0,-32-23 0,1 0 0,-1 0 0,1 1 0,-1 0 0,0-1 0,-1 1 0,1 0 0,-1 1 0,1-1 0,-1 0 0,0 1 0,-1-1 0,1 1 0,-1-1 0,0 1 0,0 0 0,0 8 0,-1-5 0,-1-1 0,0 1 0,0 0 0,-1 0 0,0 0 0,-1-1 0,0 1 0,0-1 0,-8 14 0,-75 113-1365,70-103-5461</inkml:trace>
</inkml:ink>
</file>

<file path=ppt/ink/ink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9:44.133"/>
    </inkml:context>
    <inkml:brush xml:id="br0">
      <inkml:brushProperty name="width" value="0.05" units="cm"/>
      <inkml:brushProperty name="height" value="0.05" units="cm"/>
    </inkml:brush>
  </inkml:definitions>
  <inkml:trace contextRef="#ctx0" brushRef="#br0">318 44 24575,'-34'-2'0,"0"-1"0,-39-10 0,16 3 0,21 3 0,21 4 0,1 1 0,-1 0 0,-14 0 0,18 5 0,17 2 0,18 5 0,445 117-388,10-35-38,-448-87 424,337 57 109,0-24-1444,-332-37-4808</inkml:trace>
</inkml:ink>
</file>

<file path=ppt/ink/ink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9:44.382"/>
    </inkml:context>
    <inkml:brush xml:id="br0">
      <inkml:brushProperty name="width" value="0.05" units="cm"/>
      <inkml:brushProperty name="height" value="0.05" units="cm"/>
    </inkml:brush>
  </inkml:definitions>
  <inkml:trace contextRef="#ctx0" brushRef="#br0">190 56 24575,'-13'-1'0,"1"-1"0,-1 0 0,1-1 0,-1 0 0,1-1 0,0-1 0,-12-6 0,7 4 0,0 1 0,-18-5 0,35 11 0,0 0 0,0 1 0,1-1 0,-1 0 0,0 0 0,0 1 0,0-1 0,0 0 0,0 0 0,1 1 0,-1-1 0,0 0 0,0 0 0,0 1 0,0-1 0,0 0 0,0 1 0,0-1 0,0 0 0,0 0 0,0 1 0,0-1 0,0 0 0,0 1 0,0-1 0,0 0 0,0 0 0,-1 1 0,1-1 0,0 0 0,0 0 0,0 1 0,0-1 0,-1 0 0,1 0 0,0 1 0,0-1 0,0 0 0,-1 0 0,1 0 0,0 1 0,0-1 0,0 0 0,-1 0 0,1 0 0,0 0 0,-1 0 0,1 0 0,0 0 0,0 1 0,-1-1 0,1 0 0,0 0 0,-1 0 0,1 0 0,0 0 0,0 0 0,-1 0 0,1 0 0,0-1 0,-1 1 0,1 0 0,0 0 0,0 0 0,-1 0 0,1 0 0,0 0 0,0 0 0,-1-1 0,16 23 0,-12-18 0,36 46 0,29 42 0,-58-78 0,-2 1 0,0 0 0,0 1 0,7 25 0,-14-38 13,0 1 1,0-1-1,0 0 0,-1 0 0,1 1 0,-1-1 0,0 0 0,0 1 0,-1-1 1,1 0-1,-1 0 0,1 1 0,-1-1 0,0 0 0,0 0 0,0 0 0,-1 0 1,1 0-1,-1 0 0,0 0 0,1-1 0,-1 1 0,-1 0 0,1-1 0,-5 5 1,0-2-228,-1 1 1,1-1 0,-1 0-1,-1-1 1,1 0 0,-1 0-1,-16 4 1,-17 3-6613</inkml:trace>
</inkml:ink>
</file>

<file path=ppt/ink/ink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9:44.742"/>
    </inkml:context>
    <inkml:brush xml:id="br0">
      <inkml:brushProperty name="width" value="0.05" units="cm"/>
      <inkml:brushProperty name="height" value="0.05" units="cm"/>
    </inkml:brush>
  </inkml:definitions>
  <inkml:trace contextRef="#ctx0" brushRef="#br0">100 1 24575,'-7'3'0,"0"-1"0,0 1 0,0-1 0,0-1 0,-9 2 0,-24 7 0,32-4 0,10-1 0,17 3 0,180 23 0,-61-12 0,300 68 0,-298-51 0,147 58 0,-283-92 0,109 45 0,-96-39 0,0 2 0,0 0 0,-1 0 0,17 15 0,-30-22-136,0 0-1,0 0 1,0 0-1,0 0 1,0 0-1,-1 1 1,0 0-1,0-1 0,4 9 1,-2 4-6690</inkml:trace>
</inkml:ink>
</file>

<file path=ppt/ink/ink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9:45.006"/>
    </inkml:context>
    <inkml:brush xml:id="br0">
      <inkml:brushProperty name="width" value="0.05" units="cm"/>
      <inkml:brushProperty name="height" value="0.05" units="cm"/>
    </inkml:brush>
  </inkml:definitions>
  <inkml:trace contextRef="#ctx0" brushRef="#br0">30 0 24575,'1'3'0,"1"0"0,0 0 0,-1-1 0,1 1 0,1-1 0,-1 1 0,0-1 0,0 0 0,1 0 0,-1 0 0,1 0 0,5 3 0,-1 0 0,27 20 0,-12-11 0,-1 2 0,-1 1 0,-1 0 0,33 38 0,-48-50 0,-1-1 0,1 1 0,-1 0 0,0 0 0,-1 1 0,1-1 0,-1 1 0,0-1 0,0 1 0,-1 0 0,0 0 0,0-1 0,0 1 0,-1 0 0,0 0 0,0 0 0,0 0 0,-1 0 0,0 0 0,0 0 0,0-1 0,-1 1 0,0 0 0,0-1 0,0 1 0,-1-1 0,-3 6 0,1-3 31,-1 0 0,1-1 0,-1 0 0,0 0 0,-1-1 0,0 0 0,0 0 0,0 0 1,0-1-1,-16 8 0,9-6-316,-1-1 1,0 0-1,0-2 1,0 1-1,-23 2 1,-12-1-6542</inkml:trace>
</inkml:ink>
</file>

<file path=ppt/ink/ink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9:45.582"/>
    </inkml:context>
    <inkml:brush xml:id="br0">
      <inkml:brushProperty name="width" value="0.05" units="cm"/>
      <inkml:brushProperty name="height" value="0.05" units="cm"/>
    </inkml:brush>
  </inkml:definitions>
  <inkml:trace contextRef="#ctx0" brushRef="#br0">277 180 24575,'0'-3'0,"1"0"0,0 0 0,0-1 0,0 1 0,1 0 0,-1 1 0,1-1 0,0 0 0,2-3 0,8-16 0,-11 19 0,0 0 0,0 0 0,-1 0 0,1 0 0,-1 0 0,0 0 0,0 0 0,0 0 0,0-1 0,0 1 0,-1 0 0,1 0 0,-1 0 0,0 0 0,0 0 0,0 0 0,-2-3 0,1 2 0,-1 0 0,0 0 0,0 1 0,0 0 0,0-1 0,0 1 0,-1 0 0,1 1 0,-1-1 0,-7-4 0,1 3 0,0-1 0,0 1 0,-1 1 0,1 0 0,-1 1 0,0 0 0,1 0 0,-1 1 0,-14 0 0,17 2 0,0-1 0,-1 1 0,1 1 0,0-1 0,1 1 0,-1 1 0,0 0 0,1 0 0,-1 0 0,-12 8 0,17-8 0,0-1 0,0 0 0,0 1 0,0 0 0,1-1 0,-1 1 0,1 0 0,0 0 0,0 1 0,0-1 0,0 0 0,0 1 0,1-1 0,0 1 0,0 0 0,0-1 0,0 1 0,0 0 0,0-1 0,1 1 0,0 0 0,0 0 0,0 0 0,0-1 0,2 6 0,0 1 0,1-1 0,0 1 0,1-1 0,0 0 0,0-1 0,1 1 0,0-1 0,0 0 0,1 0 0,0 0 0,0-1 0,11 9 0,-1-1 0,2-1 0,-1 0 0,2-1 0,26 13 0,-13-11 0,1-2 0,0-1 0,0-1 0,2-2 0,-1-1 0,1-2 0,0-2 0,0-1 0,0-1 0,0-2 0,1-2 0,-1-1 0,58-13 0,-79 13 0,-1-1 0,0-1 0,0 0 0,-1-1 0,1 0 0,17-12 0,-26 15 0,0 0 0,-1 0 0,1 0 0,-1-1 0,1 0 0,-1 1 0,0-1 0,-1 0 0,5-7 0,-6 8 0,0 0 0,0 0 0,0 0 0,0 0 0,-1 0 0,1 0 0,-1-1 0,0 1 0,0 0 0,0 0 0,0 0 0,-1 0 0,1 0 0,-1 0 0,0 0 0,-1-4 0,-1 0 0,-1 0 0,0 0 0,0 1 0,0 0 0,-1 0 0,0 0 0,0 0 0,0 1 0,-1-1 0,0 2 0,0-1 0,0 0 0,-10-4 0,-4-2 0,0 1 0,-1 0 0,-29-7 0,-26-3-1365,4 6-5461</inkml:trace>
</inkml:ink>
</file>

<file path=ppt/ink/ink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9:46.126"/>
    </inkml:context>
    <inkml:brush xml:id="br0">
      <inkml:brushProperty name="width" value="0.05" units="cm"/>
      <inkml:brushProperty name="height" value="0.05" units="cm"/>
    </inkml:brush>
  </inkml:definitions>
  <inkml:trace contextRef="#ctx0" brushRef="#br0">94 65 24575,'-1'7'0,"0"0"0,0-1 0,-1 1 0,0 0 0,-4 9 0,-4 14 0,-13 74 0,4 1 0,5 0 0,-1 166 0,18-253 0,-3-18 0,1 0 0,-1 1 0,0-1 0,0 0 0,1 1 0,-1-1 0,0 0 0,0 0 0,1 1 0,-1-1 0,0 0 0,1 0 0,-1 0 0,0 1 0,0-1 0,1 0 0,-1 0 0,1 0 0,-1 0 0,0 0 0,1 0 0,-1 0 0,0 0 0,1 0 0,0 0 0,1 0 0,1-1 0,-1 0 0,1 0 0,-1 0 0,1-1 0,-1 1 0,0 0 0,4-4 0,3 0 0,11-7 0,0 2 0,1 0 0,1 1 0,-1 2 0,2 0 0,42-7 0,145-8 0,-174 20 0,8 0 0,71-8 0,-101 8 0,-1 0 0,1-2 0,-1 1 0,0-2 0,0 0 0,14-7 0,-22 9 0,0-1 0,0 0 0,-1 1 0,1-2 0,-1 1 0,1 0 0,-1-1 0,-1 0 0,1 0 0,-1 0 0,0 0 0,0-1 0,0 1 0,-1-1 0,0 0 0,0 0 0,0 1 0,-1-1 0,0 0 0,0-1 0,0 1 0,-1-9 0,-1-13 0,0 1 0,-2-1 0,-11-46 0,7 41 0,-8-43 0,-7-109 0,20 167 0,2 18 0,0 0 0,0 0 0,0 0 0,0 0 0,0 0 0,0 0 0,0 0 0,0 1 0,-1-1 0,1 0 0,0 0 0,0 0 0,0 0 0,0 0 0,0 0 0,0 0 0,0 0 0,0 0 0,0 0 0,0 0 0,0 0 0,0 0 0,0 0 0,0 0 0,-1 0 0,1 0 0,0 0 0,0 0 0,0 0 0,0 0 0,0 0 0,0 0 0,0 0 0,0 0 0,0 0 0,0 0 0,0 0 0,-1 0 0,1 0 0,0 0 0,0 0 0,0 0 0,0 0 0,0 0 0,0 0 0,0 0 0,0 0 0,0 0 0,0 0 0,0 0 0,0 0 0,0 0 0,-1 0 0,1 0 0,0 0 0,0-1 0,0 1 0,0 0 0,0 0 0,0 0 0,0 0 0,0 0 0,0 0 0,0 0 0,0 0 0,0 0 0,0 0 0,0 0 0,0-1 0,-9 31 0,-1 38-211,4 0 0,1 86 0,4-121-521,0 44-6094</inkml:trace>
</inkml:ink>
</file>

<file path=ppt/ink/ink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9:46.638"/>
    </inkml:context>
    <inkml:brush xml:id="br0">
      <inkml:brushProperty name="width" value="0.05" units="cm"/>
      <inkml:brushProperty name="height" value="0.05" units="cm"/>
    </inkml:brush>
  </inkml:definitions>
  <inkml:trace contextRef="#ctx0" brushRef="#br0">438 128 24575,'0'-5'0,"0"0"0,-1 1 0,0-1 0,0 0 0,0 1 0,-1-1 0,0 1 0,0-1 0,0 1 0,0 0 0,0 0 0,-1 0 0,0 0 0,0 0 0,0 0 0,0 1 0,-1 0 0,-5-5 0,2 3 0,0 0 0,0 0 0,0 1 0,0 0 0,-1 1 0,0 0 0,0 0 0,1 0 0,-17-2 0,11 4 0,-1 0 0,0 1 0,1 0 0,-1 1 0,1 1 0,-1 0 0,-20 6 0,13-1 0,1 0 0,0 1 0,1 1 0,-21 13 0,34-19 0,1 0 0,0 1 0,0 0 0,0 0 0,1 0 0,-1 1 0,1 0 0,-4 4 0,7-7 0,0-1 0,0 1 0,1 0 0,-1-1 0,0 1 0,1 0 0,-1-1 0,1 1 0,-1 0 0,1 0 0,0-1 0,0 1 0,0 0 0,0 0 0,0 0 0,0-1 0,0 1 0,0 0 0,1 0 0,-1-1 0,1 1 0,0 0 0,-1-1 0,1 1 0,0 0 0,0-1 0,0 1 0,0-1 0,0 1 0,0-1 0,0 0 0,3 2 0,3 3 0,1 0 0,-1 0 0,1-1 0,1-1 0,-1 1 0,1-1 0,0-1 0,-1 0 0,17 4 0,9 0 0,43 5 0,-34-7 0,0-2 0,1-1 0,78-8 0,-116 5 0,0 0 0,-1 0 0,1-1 0,0 0 0,0 0 0,-1-1 0,10-5 0,-13 7 0,-1 0 0,0 1 0,1-1 0,-1-1 0,0 1 0,0 0 0,0 0 0,0 0 0,0-1 0,0 1 0,0 0 0,0-1 0,-1 1 0,1-1 0,0 1 0,-1-1 0,1 1 0,-1-1 0,0 1 0,1-1 0,-1 1 0,0-1 0,0 0 0,0 1 0,0-1 0,0 0 0,-1 1 0,1-1 0,0 1 0,-1-1 0,1 1 0,-1-1 0,0 1 0,0-2 0,-3-4 0,0 1 0,0 0 0,0 1 0,-1-1 0,0 1 0,0 0 0,0 0 0,-1 1 0,0-1 0,-10-5 0,-10-5 0,-33-13 0,47 23 0,-90-35 0,91 36 0,-1 1 0,0 1 0,1-1 0,-1 2 0,-1 0 0,-22 0 0,33 1 12,1 0 1,0 0-1,0 0 0,0 1 0,-1-1 0,1 0 1,0 0-1,0 1 0,0-1 0,0 0 0,0 1 1,0 0-1,0-1 0,0 1 0,0-1 0,0 1 0,0 0 1,0 0-1,0-1 0,0 1 0,0 0 0,1 0 1,-1 0-1,0 0 0,1 0 0,-1 0 0,0 2 1,1-1-103,0-1 0,0 1 0,0 0 0,0-1 0,0 1 1,1 0-1,-1-1 0,0 1 0,1-1 0,0 1 1,-1-1-1,1 1 0,0-1 0,0 1 0,-1-1 0,1 0 1,0 1-1,3 1 0,11 13-6736</inkml:trace>
</inkml:ink>
</file>

<file path=ppt/ink/ink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9:47.155"/>
    </inkml:context>
    <inkml:brush xml:id="br0">
      <inkml:brushProperty name="width" value="0.05" units="cm"/>
      <inkml:brushProperty name="height" value="0.05" units="cm"/>
    </inkml:brush>
  </inkml:definitions>
  <inkml:trace contextRef="#ctx0" brushRef="#br0">119 1 24575,'-12'0'0,"5"-1"0,0 1 0,0 0 0,0 1 0,-14 2 0,19-3 0,1 1 0,0-1 0,-1 1 0,1-1 0,-1 1 0,1 0 0,0 0 0,0-1 0,-1 1 0,1 0 0,0 0 0,0 0 0,0 0 0,0 0 0,0 1 0,0-1 0,1 0 0,-1 0 0,0 1 0,0-1 0,1 0 0,-1 1 0,1-1 0,-1 0 0,1 1 0,0-1 0,-1 1 0,1-1 0,0 3 0,1 13 0,0 0 0,1 0 0,5 23 0,-3-26 0,-2 0 0,0 0 0,0 0 0,-1 0 0,-1 0 0,-1 16 0,-5-2 0,-1-1 0,-12 32 0,2-7 0,17-51 0,-1 0 0,1 1 0,0-1 0,-1 0 0,1 0 0,0 0 0,0 0 0,0 0 0,0 0 0,0 1 0,0-1 0,0 0 0,0 0 0,1 0 0,-1 0 0,0 0 0,1 0 0,-1 0 0,1 2 0,0-3 0,-1 1 0,1 0 0,0-1 0,-1 1 0,1-1 0,0 1 0,0-1 0,0 0 0,-1 1 0,1-1 0,0 0 0,0 1 0,0-1 0,0 0 0,0 0 0,0 0 0,-1 0 0,1 0 0,1 0 0,6 0 0,0-2 0,-1 1 0,1-1 0,11-4 0,-8 3 0,71-18 0,111-14 0,-184 33 0,-1 0 0,1 0 0,0 0 0,-1-1 0,1 0 0,-1-1 0,0 0 0,0 0 0,12-9 0,-18 11 0,1 0 0,-1 0 0,0 0 0,1 0 0,-1-1 0,0 1 0,0-1 0,0 1 0,-1-1 0,1 0 0,0 1 0,-1-1 0,0 0 0,0 0 0,0 0 0,0 0 0,0 0 0,-1 0 0,1 0 0,-1-1 0,0 1 0,0 0 0,0 0 0,0 0 0,0 0 0,-1 0 0,1-1 0,-1 1 0,0 0 0,-2-3 0,-50-155 0,43 128 0,8 29 157,1 9 25,0 11-1466,1-15 864,0 18-6406</inkml:trace>
</inkml:ink>
</file>

<file path=ppt/ink/ink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9:47.667"/>
    </inkml:context>
    <inkml:brush xml:id="br0">
      <inkml:brushProperty name="width" value="0.05" units="cm"/>
      <inkml:brushProperty name="height" value="0.05" units="cm"/>
    </inkml:brush>
  </inkml:definitions>
  <inkml:trace contextRef="#ctx0" brushRef="#br0">343 67 24575,'-1'-2'0,"-1"-1"0,1 1 0,-1-1 0,1 1 0,-1 0 0,0 0 0,0 0 0,0 0 0,0 0 0,-1 0 0,1 0 0,0 1 0,-1-1 0,-3-1 0,5 2 0,-7-4 0,0 1 0,-1 0 0,0 0 0,1 0 0,-2 1 0,1 1 0,0-1 0,0 1 0,-1 1 0,0 0 0,1 0 0,-1 1 0,1 0 0,-1 1 0,1 0 0,-1 0 0,-15 5 0,18-3 0,0-1 0,0 1 0,-1 1 0,2-1 0,-1 1 0,0 1 0,1-1 0,0 1 0,0 0 0,0 0 0,1 1 0,-1 0 0,2 0 0,-1 0 0,0 0 0,1 1 0,0 0 0,1 0 0,0 0 0,0 0 0,-4 15 0,5-16 0,1 0 0,0 0 0,0 1 0,0-1 0,1 0 0,0 1 0,1-1 0,-1 0 0,1 1 0,0-1 0,0 0 0,1 0 0,0 0 0,4 9 0,-2-8 0,0-1 0,0 0 0,0 1 0,1-1 0,0-1 0,0 1 0,1-1 0,0 0 0,0 0 0,11 7 0,-3-4 0,0-1 0,1 0 0,0-1 0,0-1 0,1-1 0,0 0 0,-1 0 0,1-2 0,0 0 0,28 0 0,-19-3 0,-1-2 0,0 0 0,-1-1 0,1-1 0,36-14 0,-51 16 0,1-1 0,-1 0 0,1 0 0,-1-1 0,-1-1 0,1 1 0,-1-2 0,0 1 0,0-1 0,-1 0 0,0 0 0,0-1 0,-1 0 0,1 0 0,7-16 0,-12 20 0,0 0 0,-1-1 0,1 1 0,-1-1 0,0 1 0,0-1 0,-1 1 0,1-1 0,-1 0 0,0 0 0,0 1 0,0-1 0,-1 0 0,0 1 0,0-1 0,0 1 0,0-1 0,-1 1 0,0-1 0,0 1 0,0 0 0,0 0 0,-1 0 0,1 0 0,-1 0 0,0 1 0,0-1 0,-5-3 0,-1-1 0,0 1 0,-1 0 0,1 1 0,-2-1 0,1 2 0,0 0 0,-1 0 0,0 1 0,0 0 0,-15-3 0,2 3 0,-1 0 0,1 1 0,-46 1 0,58 3 0,0 0 0,1 0 0,-1 1 0,0 1 0,0 0 0,1 0 0,0 1 0,-1 1 0,-18 10 0,26-12-151,0 0-1,0-1 0,1 1 0,-1 1 1,1-1-1,0 1 0,0-1 1,-5 8-1,0 6-6674</inkml:trace>
</inkml:ink>
</file>

<file path=ppt/ink/ink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6:49:48.197"/>
    </inkml:context>
    <inkml:brush xml:id="br0">
      <inkml:brushProperty name="width" value="0.05" units="cm"/>
      <inkml:brushProperty name="height" value="0.05" units="cm"/>
    </inkml:brush>
  </inkml:definitions>
  <inkml:trace contextRef="#ctx0" brushRef="#br0">125 0 24575,'-2'0'0,"0"1"0,0-1 0,0 0 0,-1 1 0,1-1 0,0 1 0,0-1 0,0 1 0,0 0 0,0 0 0,0 0 0,0 0 0,0 0 0,1 1 0,-1-1 0,0 0 0,1 1 0,-1-1 0,1 1 0,-1 0 0,1-1 0,0 1 0,0 0 0,0 0 0,0 0 0,0 0 0,0 0 0,0 0 0,1 0 0,-1 3 0,-2 7 0,1-1 0,0 1 0,1 1 0,1 14 0,0-16 0,0 6 0,-2 87 0,-25 184 0,-9-104 0,35-182 0,1 1 0,-1 0 0,1-1 0,-1 1 0,1 0 0,0 0 0,0-1 0,1 1 0,-1 0 0,0 0 0,1-1 0,0 1 0,-1 0 0,1-1 0,0 1 0,3 3 0,-2-3 0,0-1 0,0 1 0,1-1 0,-1 0 0,1 0 0,0 0 0,-1-1 0,1 1 0,0-1 0,0 1 0,0-1 0,0 0 0,6 1 0,12 4 0,0-2 0,0-1 0,1 0 0,-1-2 0,37-1 0,109-20 0,-25 2 0,-107 18 0,-27 0 0,1 0 0,0 0 0,0-1 0,-1 0 0,1 0 0,0-1 0,9-3 0,-16 4 0,0 0 0,-1-1 0,1 1 0,-1 0 0,1-1 0,-1 1 0,0-1 0,1 1 0,-1-1 0,0 0 0,0 1 0,0-1 0,0 0 0,0 0 0,-1 0 0,1 1 0,0-5 0,6-38 0,-5 32 0,14-101 0,-4 39 0,5-144 0,-17 209 57,-1 0 0,1 1 0,-2-1 0,1 1 0,-4-11 0,5 18-98,-1-1 0,1 1 1,-1 0-1,1 0 0,-1-1 1,1 1-1,-1 0 1,0 0-1,1 0 0,-1 0 1,0 0-1,0 0 0,0 0 1,0 0-1,0 0 0,0 0 1,0 0-1,0 1 1,0-1-1,-1 0 0,1 1 1,0-1-1,0 1 0,0 0 1,-1-1-1,1 1 0,0 0 1,-1 0-1,1-1 1,0 1-1,-1 0 0,1 0 1,0 1-1,-1-1 0,1 0 1,0 0-1,-1 1 1,1-1-1,0 0 0,0 1 1,-2 1-1,-12 5-6785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pixabay.com/photos/san-francisco-transamerica-pyramid-1633203/"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p:cNvGrpSpPr/>
        <p:nvPr/>
      </p:nvGrpSpPr>
      <p:grpSpPr>
        <a:xfrm>
          <a:off x="0" y="0"/>
          <a:ext cx="0" cy="0"/>
          <a:chOff x="0" y="0"/>
          <a:chExt cx="0" cy="0"/>
        </a:xfrm>
      </p:grpSpPr>
      <p:sp>
        <p:nvSpPr>
          <p:cNvPr id="492" name="Google Shape;49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3" name="Google Shape;493;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4" name="Google Shape;494;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hlinkClick r:id="rId3"/>
              </a:rPr>
              <a:t>https://pixabay.com/photos/san-francisco-transamerica-pyramid-1633203/</a:t>
            </a:r>
            <a:endParaRPr lang="en-IN" dirty="0"/>
          </a:p>
        </p:txBody>
      </p:sp>
      <p:sp>
        <p:nvSpPr>
          <p:cNvPr id="4" name="Slide Number Placeholder 3"/>
          <p:cNvSpPr>
            <a:spLocks noGrp="1"/>
          </p:cNvSpPr>
          <p:nvPr>
            <p:ph type="sldNum" sz="quarter" idx="5"/>
          </p:nvPr>
        </p:nvSpPr>
        <p:spPr/>
        <p:txBody>
          <a:bodyPr/>
          <a:lstStyle/>
          <a:p>
            <a:fld id="{CA2D21D1-52E2-420B-B491-CFF6D7BB79FB}" type="slidenum">
              <a:rPr lang="en-US" smtClean="0"/>
              <a:pPr/>
              <a:t>3</a:t>
            </a:fld>
            <a:endParaRPr lang="en-US"/>
          </a:p>
        </p:txBody>
      </p:sp>
    </p:spTree>
    <p:extLst>
      <p:ext uri="{BB962C8B-B14F-4D97-AF65-F5344CB8AC3E}">
        <p14:creationId xmlns:p14="http://schemas.microsoft.com/office/powerpoint/2010/main" val="1245662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8"/>
        <p:cNvGrpSpPr/>
        <p:nvPr/>
      </p:nvGrpSpPr>
      <p:grpSpPr>
        <a:xfrm>
          <a:off x="0" y="0"/>
          <a:ext cx="0" cy="0"/>
          <a:chOff x="0" y="0"/>
          <a:chExt cx="0" cy="0"/>
        </a:xfrm>
      </p:grpSpPr>
      <p:sp>
        <p:nvSpPr>
          <p:cNvPr id="1309" name="Google Shape;1309;p5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10" name="Google Shape;1310;p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4"/>
        <p:cNvGrpSpPr/>
        <p:nvPr/>
      </p:nvGrpSpPr>
      <p:grpSpPr>
        <a:xfrm>
          <a:off x="0" y="0"/>
          <a:ext cx="0" cy="0"/>
          <a:chOff x="0" y="0"/>
          <a:chExt cx="0" cy="0"/>
        </a:xfrm>
      </p:grpSpPr>
      <p:sp>
        <p:nvSpPr>
          <p:cNvPr id="1655" name="Google Shape;1655;p8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56" name="Google Shape;1656;p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691677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1218987" rtl="0" eaLnBrk="1" fontAlgn="auto" latinLnBrk="0" hangingPunct="1">
              <a:lnSpc>
                <a:spcPct val="100000"/>
              </a:lnSpc>
              <a:spcBef>
                <a:spcPts val="0"/>
              </a:spcBef>
              <a:spcAft>
                <a:spcPts val="0"/>
              </a:spcAft>
              <a:buClrTx/>
              <a:buSzTx/>
              <a:buFontTx/>
              <a:buNone/>
              <a:tabLst/>
              <a:defRPr/>
            </a:pPr>
            <a:fld id="{66B8D726-D0BC-B240-A677-46F99704B74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218987"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538230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5"/>
        <p:cNvGrpSpPr/>
        <p:nvPr/>
      </p:nvGrpSpPr>
      <p:grpSpPr>
        <a:xfrm>
          <a:off x="0" y="0"/>
          <a:ext cx="0" cy="0"/>
          <a:chOff x="0" y="0"/>
          <a:chExt cx="0" cy="0"/>
        </a:xfrm>
      </p:grpSpPr>
      <p:sp>
        <p:nvSpPr>
          <p:cNvPr id="16" name="Google Shape;16;p146"/>
          <p:cNvSpPr/>
          <p:nvPr/>
        </p:nvSpPr>
        <p:spPr>
          <a:xfrm flipH="1">
            <a:off x="-2" y="3058359"/>
            <a:ext cx="7462565" cy="3799641"/>
          </a:xfrm>
          <a:custGeom>
            <a:avLst/>
            <a:gdLst/>
            <a:ahLst/>
            <a:cxnLst/>
            <a:rect l="l" t="t" r="r" b="b"/>
            <a:pathLst>
              <a:path w="12188831" h="5733256" extrusionOk="0">
                <a:moveTo>
                  <a:pt x="12188831" y="0"/>
                </a:moveTo>
                <a:lnTo>
                  <a:pt x="12188831" y="5733256"/>
                </a:lnTo>
                <a:lnTo>
                  <a:pt x="10983154" y="5733256"/>
                </a:lnTo>
                <a:lnTo>
                  <a:pt x="10983152" y="5733255"/>
                </a:lnTo>
                <a:lnTo>
                  <a:pt x="0" y="5733255"/>
                </a:lnTo>
                <a:lnTo>
                  <a:pt x="0" y="3901689"/>
                </a:lnTo>
                <a:lnTo>
                  <a:pt x="116738" y="3818114"/>
                </a:lnTo>
                <a:cubicBezTo>
                  <a:pt x="956202" y="3277659"/>
                  <a:pt x="1857795" y="3898914"/>
                  <a:pt x="3353729" y="5019020"/>
                </a:cubicBezTo>
                <a:cubicBezTo>
                  <a:pt x="5767244" y="6817560"/>
                  <a:pt x="6911508" y="2885526"/>
                  <a:pt x="10993000" y="491571"/>
                </a:cubicBezTo>
                <a:lnTo>
                  <a:pt x="11125235" y="417447"/>
                </a:lnTo>
                <a:lnTo>
                  <a:pt x="11145184" y="404008"/>
                </a:lnTo>
                <a:cubicBezTo>
                  <a:pt x="11220887" y="357537"/>
                  <a:pt x="11298685" y="314203"/>
                  <a:pt x="11378400" y="274182"/>
                </a:cubicBezTo>
                <a:lnTo>
                  <a:pt x="11390552" y="268723"/>
                </a:lnTo>
                <a:lnTo>
                  <a:pt x="11397294" y="264943"/>
                </a:lnTo>
                <a:lnTo>
                  <a:pt x="11495015" y="216024"/>
                </a:lnTo>
                <a:lnTo>
                  <a:pt x="11495015" y="221793"/>
                </a:lnTo>
                <a:lnTo>
                  <a:pt x="11623123" y="164241"/>
                </a:lnTo>
                <a:cubicBezTo>
                  <a:pt x="11789872" y="97813"/>
                  <a:pt x="11963585" y="45356"/>
                  <a:pt x="12142851" y="8296"/>
                </a:cubicBezTo>
                <a:close/>
              </a:path>
            </a:pathLst>
          </a:custGeom>
          <a:solidFill>
            <a:srgbClr val="C7E6B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17" name="Google Shape;17;p146"/>
          <p:cNvSpPr/>
          <p:nvPr/>
        </p:nvSpPr>
        <p:spPr>
          <a:xfrm>
            <a:off x="-6" y="1124744"/>
            <a:ext cx="12188831" cy="5733256"/>
          </a:xfrm>
          <a:custGeom>
            <a:avLst/>
            <a:gdLst/>
            <a:ahLst/>
            <a:cxnLst/>
            <a:rect l="l" t="t" r="r" b="b"/>
            <a:pathLst>
              <a:path w="12188831" h="5733256" extrusionOk="0">
                <a:moveTo>
                  <a:pt x="12188831" y="0"/>
                </a:moveTo>
                <a:lnTo>
                  <a:pt x="12188831" y="5733256"/>
                </a:lnTo>
                <a:lnTo>
                  <a:pt x="10983154" y="5733256"/>
                </a:lnTo>
                <a:lnTo>
                  <a:pt x="10983152" y="5733255"/>
                </a:lnTo>
                <a:lnTo>
                  <a:pt x="0" y="5733255"/>
                </a:lnTo>
                <a:lnTo>
                  <a:pt x="0" y="3901689"/>
                </a:lnTo>
                <a:lnTo>
                  <a:pt x="116738" y="3818114"/>
                </a:lnTo>
                <a:cubicBezTo>
                  <a:pt x="956202" y="3277659"/>
                  <a:pt x="1857795" y="3898914"/>
                  <a:pt x="3353729" y="5019020"/>
                </a:cubicBezTo>
                <a:cubicBezTo>
                  <a:pt x="5767244" y="6817560"/>
                  <a:pt x="6911508" y="2885526"/>
                  <a:pt x="10993000" y="491571"/>
                </a:cubicBezTo>
                <a:lnTo>
                  <a:pt x="11125235" y="417447"/>
                </a:lnTo>
                <a:lnTo>
                  <a:pt x="11145184" y="404008"/>
                </a:lnTo>
                <a:cubicBezTo>
                  <a:pt x="11220887" y="357537"/>
                  <a:pt x="11298685" y="314203"/>
                  <a:pt x="11378400" y="274182"/>
                </a:cubicBezTo>
                <a:lnTo>
                  <a:pt x="11390552" y="268723"/>
                </a:lnTo>
                <a:lnTo>
                  <a:pt x="11397294" y="264943"/>
                </a:lnTo>
                <a:lnTo>
                  <a:pt x="11495015" y="216024"/>
                </a:lnTo>
                <a:lnTo>
                  <a:pt x="11495015" y="221793"/>
                </a:lnTo>
                <a:lnTo>
                  <a:pt x="11623123" y="164241"/>
                </a:lnTo>
                <a:cubicBezTo>
                  <a:pt x="11789872" y="97813"/>
                  <a:pt x="11963585" y="45356"/>
                  <a:pt x="12142851" y="8296"/>
                </a:cubicBezTo>
                <a:close/>
              </a:path>
            </a:pathLst>
          </a:custGeom>
          <a:solidFill>
            <a:srgbClr val="ABD98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18" name="Google Shape;18;p146"/>
          <p:cNvSpPr/>
          <p:nvPr/>
        </p:nvSpPr>
        <p:spPr>
          <a:xfrm flipH="1">
            <a:off x="-2" y="1995614"/>
            <a:ext cx="12188827" cy="4862387"/>
          </a:xfrm>
          <a:custGeom>
            <a:avLst/>
            <a:gdLst/>
            <a:ahLst/>
            <a:cxnLst/>
            <a:rect l="l" t="t" r="r" b="b"/>
            <a:pathLst>
              <a:path w="12188827" h="4862387" extrusionOk="0">
                <a:moveTo>
                  <a:pt x="0" y="0"/>
                </a:moveTo>
                <a:lnTo>
                  <a:pt x="0" y="4862387"/>
                </a:lnTo>
                <a:lnTo>
                  <a:pt x="12188827" y="4862387"/>
                </a:lnTo>
                <a:lnTo>
                  <a:pt x="12188827" y="3248211"/>
                </a:lnTo>
                <a:lnTo>
                  <a:pt x="12065043" y="3174555"/>
                </a:lnTo>
                <a:cubicBezTo>
                  <a:pt x="11174911" y="2698247"/>
                  <a:pt x="10218900" y="3245765"/>
                  <a:pt x="8632675" y="4232925"/>
                </a:cubicBezTo>
                <a:cubicBezTo>
                  <a:pt x="5990931" y="5869126"/>
                  <a:pt x="4783278" y="2123831"/>
                  <a:pt x="103619" y="43113"/>
                </a:cubicBezTo>
                <a:close/>
              </a:path>
            </a:pathLst>
          </a:custGeom>
          <a:gradFill>
            <a:gsLst>
              <a:gs pos="0">
                <a:schemeClr val="accent1"/>
              </a:gs>
              <a:gs pos="100000">
                <a:schemeClr val="accent3"/>
              </a:gs>
            </a:gsLst>
            <a:lin ang="240000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b="0" i="0" u="none" strike="noStrike" cap="none">
              <a:solidFill>
                <a:schemeClr val="dk1"/>
              </a:solidFill>
              <a:latin typeface="Quattrocento Sans"/>
              <a:ea typeface="Quattrocento Sans"/>
              <a:cs typeface="Quattrocento Sans"/>
              <a:sym typeface="Quattrocento Sans"/>
            </a:endParaRPr>
          </a:p>
        </p:txBody>
      </p:sp>
      <p:sp>
        <p:nvSpPr>
          <p:cNvPr id="19" name="Google Shape;19;p146"/>
          <p:cNvSpPr txBox="1">
            <a:spLocks noGrp="1"/>
          </p:cNvSpPr>
          <p:nvPr>
            <p:ph type="ctrTitle"/>
          </p:nvPr>
        </p:nvSpPr>
        <p:spPr>
          <a:xfrm>
            <a:off x="914162" y="1257197"/>
            <a:ext cx="6548402" cy="1470025"/>
          </a:xfrm>
          <a:prstGeom prst="rect">
            <a:avLst/>
          </a:prstGeom>
          <a:noFill/>
          <a:ln>
            <a:noFill/>
          </a:ln>
        </p:spPr>
        <p:txBody>
          <a:bodyPr spcFirstLastPara="1" wrap="square" lIns="0" tIns="60925" rIns="0" bIns="60925" anchor="ctr" anchorCtr="0">
            <a:noAutofit/>
          </a:bodyPr>
          <a:lstStyle>
            <a:lvl1pPr lvl="0" algn="l">
              <a:lnSpc>
                <a:spcPct val="90000"/>
              </a:lnSpc>
              <a:spcBef>
                <a:spcPts val="0"/>
              </a:spcBef>
              <a:spcAft>
                <a:spcPts val="0"/>
              </a:spcAft>
              <a:buClr>
                <a:schemeClr val="accent1"/>
              </a:buClr>
              <a:buSzPts val="4800"/>
              <a:buFont typeface="Quattrocento Sans"/>
              <a:buNone/>
              <a:defRPr sz="48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146"/>
          <p:cNvSpPr txBox="1">
            <a:spLocks noGrp="1"/>
          </p:cNvSpPr>
          <p:nvPr>
            <p:ph type="subTitle" idx="1"/>
          </p:nvPr>
        </p:nvSpPr>
        <p:spPr>
          <a:xfrm>
            <a:off x="914163" y="2765323"/>
            <a:ext cx="6980449" cy="612775"/>
          </a:xfrm>
          <a:prstGeom prst="rect">
            <a:avLst/>
          </a:prstGeom>
          <a:noFill/>
          <a:ln>
            <a:noFill/>
          </a:ln>
        </p:spPr>
        <p:txBody>
          <a:bodyPr spcFirstLastPara="1" wrap="square" lIns="0" tIns="60925" rIns="0" bIns="60925" anchor="t" anchorCtr="0">
            <a:noAutofit/>
          </a:bodyPr>
          <a:lstStyle>
            <a:lvl1pPr lvl="0" algn="l">
              <a:spcBef>
                <a:spcPts val="560"/>
              </a:spcBef>
              <a:spcAft>
                <a:spcPts val="0"/>
              </a:spcAft>
              <a:buClr>
                <a:srgbClr val="7F7F7F"/>
              </a:buClr>
              <a:buSzPts val="2800"/>
              <a:buNone/>
              <a:defRPr sz="2800">
                <a:solidFill>
                  <a:srgbClr val="7F7F7F"/>
                </a:solidFill>
              </a:defRPr>
            </a:lvl1pPr>
            <a:lvl2pPr lvl="1" algn="ctr">
              <a:spcBef>
                <a:spcPts val="640"/>
              </a:spcBef>
              <a:spcAft>
                <a:spcPts val="0"/>
              </a:spcAft>
              <a:buClr>
                <a:srgbClr val="918E8D"/>
              </a:buClr>
              <a:buSzPts val="3200"/>
              <a:buNone/>
              <a:defRPr>
                <a:solidFill>
                  <a:srgbClr val="918E8D"/>
                </a:solidFill>
              </a:defRPr>
            </a:lvl2pPr>
            <a:lvl3pPr lvl="2" algn="ctr">
              <a:spcBef>
                <a:spcPts val="480"/>
              </a:spcBef>
              <a:spcAft>
                <a:spcPts val="0"/>
              </a:spcAft>
              <a:buClr>
                <a:srgbClr val="918E8D"/>
              </a:buClr>
              <a:buSzPts val="2400"/>
              <a:buNone/>
              <a:defRPr>
                <a:solidFill>
                  <a:srgbClr val="918E8D"/>
                </a:solidFill>
              </a:defRPr>
            </a:lvl3pPr>
            <a:lvl4pPr lvl="3" algn="ctr">
              <a:spcBef>
                <a:spcPts val="400"/>
              </a:spcBef>
              <a:spcAft>
                <a:spcPts val="0"/>
              </a:spcAft>
              <a:buClr>
                <a:srgbClr val="918E8D"/>
              </a:buClr>
              <a:buSzPts val="2000"/>
              <a:buNone/>
              <a:defRPr>
                <a:solidFill>
                  <a:srgbClr val="918E8D"/>
                </a:solidFill>
              </a:defRPr>
            </a:lvl4pPr>
            <a:lvl5pPr lvl="4" algn="ctr">
              <a:spcBef>
                <a:spcPts val="400"/>
              </a:spcBef>
              <a:spcAft>
                <a:spcPts val="0"/>
              </a:spcAft>
              <a:buClr>
                <a:srgbClr val="918E8D"/>
              </a:buClr>
              <a:buSzPts val="2000"/>
              <a:buNone/>
              <a:defRPr>
                <a:solidFill>
                  <a:srgbClr val="918E8D"/>
                </a:solidFill>
              </a:defRPr>
            </a:lvl5pPr>
            <a:lvl6pPr lvl="5" algn="ctr">
              <a:spcBef>
                <a:spcPts val="540"/>
              </a:spcBef>
              <a:spcAft>
                <a:spcPts val="0"/>
              </a:spcAft>
              <a:buClr>
                <a:srgbClr val="918E8D"/>
              </a:buClr>
              <a:buSzPts val="2700"/>
              <a:buNone/>
              <a:defRPr>
                <a:solidFill>
                  <a:srgbClr val="918E8D"/>
                </a:solidFill>
              </a:defRPr>
            </a:lvl6pPr>
            <a:lvl7pPr lvl="6" algn="ctr">
              <a:spcBef>
                <a:spcPts val="540"/>
              </a:spcBef>
              <a:spcAft>
                <a:spcPts val="0"/>
              </a:spcAft>
              <a:buClr>
                <a:srgbClr val="918E8D"/>
              </a:buClr>
              <a:buSzPts val="2700"/>
              <a:buNone/>
              <a:defRPr>
                <a:solidFill>
                  <a:srgbClr val="918E8D"/>
                </a:solidFill>
              </a:defRPr>
            </a:lvl7pPr>
            <a:lvl8pPr lvl="7" algn="ctr">
              <a:spcBef>
                <a:spcPts val="540"/>
              </a:spcBef>
              <a:spcAft>
                <a:spcPts val="0"/>
              </a:spcAft>
              <a:buClr>
                <a:srgbClr val="918E8D"/>
              </a:buClr>
              <a:buSzPts val="2700"/>
              <a:buNone/>
              <a:defRPr>
                <a:solidFill>
                  <a:srgbClr val="918E8D"/>
                </a:solidFill>
              </a:defRPr>
            </a:lvl8pPr>
            <a:lvl9pPr lvl="8" algn="ctr">
              <a:spcBef>
                <a:spcPts val="540"/>
              </a:spcBef>
              <a:spcAft>
                <a:spcPts val="0"/>
              </a:spcAft>
              <a:buClr>
                <a:srgbClr val="918E8D"/>
              </a:buClr>
              <a:buSzPts val="2700"/>
              <a:buNone/>
              <a:defRPr>
                <a:solidFill>
                  <a:srgbClr val="918E8D"/>
                </a:solidFill>
              </a:defRPr>
            </a:lvl9pPr>
          </a:lstStyle>
          <a:p>
            <a:endParaRPr/>
          </a:p>
        </p:txBody>
      </p:sp>
      <p:sp>
        <p:nvSpPr>
          <p:cNvPr id="21" name="Google Shape;21;p146"/>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146"/>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146"/>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4" name="Google Shape;24;p146"/>
          <p:cNvSpPr txBox="1">
            <a:spLocks noGrp="1"/>
          </p:cNvSpPr>
          <p:nvPr>
            <p:ph type="body" idx="2"/>
          </p:nvPr>
        </p:nvSpPr>
        <p:spPr>
          <a:xfrm>
            <a:off x="7462563" y="5085184"/>
            <a:ext cx="4141693" cy="1156343"/>
          </a:xfrm>
          <a:prstGeom prst="rect">
            <a:avLst/>
          </a:prstGeom>
          <a:noFill/>
          <a:ln>
            <a:noFill/>
          </a:ln>
        </p:spPr>
        <p:txBody>
          <a:bodyPr spcFirstLastPara="1" wrap="square" lIns="0" tIns="60925" rIns="0" bIns="60925" anchor="b" anchorCtr="0">
            <a:noAutofit/>
          </a:bodyPr>
          <a:lstStyle>
            <a:lvl1pPr marL="457200" lvl="0" indent="-228600" algn="r">
              <a:spcBef>
                <a:spcPts val="400"/>
              </a:spcBef>
              <a:spcAft>
                <a:spcPts val="0"/>
              </a:spcAft>
              <a:buClr>
                <a:schemeClr val="lt1"/>
              </a:buClr>
              <a:buSzPts val="2000"/>
              <a:buNone/>
              <a:defRPr sz="2000">
                <a:solidFill>
                  <a:schemeClr val="lt1"/>
                </a:solidFill>
              </a:defRPr>
            </a:lvl1pPr>
            <a:lvl2pPr marL="914400" lvl="1" indent="-228600" algn="l">
              <a:spcBef>
                <a:spcPts val="320"/>
              </a:spcBef>
              <a:spcAft>
                <a:spcPts val="0"/>
              </a:spcAft>
              <a:buClr>
                <a:schemeClr val="dk1"/>
              </a:buClr>
              <a:buSzPts val="1600"/>
              <a:buNone/>
              <a:defRPr sz="1600"/>
            </a:lvl2pPr>
            <a:lvl3pPr marL="1371600" lvl="2" indent="-228600" algn="l">
              <a:spcBef>
                <a:spcPts val="320"/>
              </a:spcBef>
              <a:spcAft>
                <a:spcPts val="0"/>
              </a:spcAft>
              <a:buClr>
                <a:schemeClr val="dk1"/>
              </a:buClr>
              <a:buSzPts val="1600"/>
              <a:buNone/>
              <a:defRPr sz="1600"/>
            </a:lvl3pPr>
            <a:lvl4pPr marL="1828800" lvl="3" indent="-228600" algn="l">
              <a:spcBef>
                <a:spcPts val="320"/>
              </a:spcBef>
              <a:spcAft>
                <a:spcPts val="0"/>
              </a:spcAft>
              <a:buClr>
                <a:schemeClr val="dk1"/>
              </a:buClr>
              <a:buSzPts val="1600"/>
              <a:buNone/>
              <a:defRPr sz="1600"/>
            </a:lvl4pPr>
            <a:lvl5pPr marL="2286000" lvl="4" indent="-228600" algn="l">
              <a:spcBef>
                <a:spcPts val="320"/>
              </a:spcBef>
              <a:spcAft>
                <a:spcPts val="0"/>
              </a:spcAft>
              <a:buClr>
                <a:schemeClr val="dk1"/>
              </a:buClr>
              <a:buSzPts val="1600"/>
              <a:buNone/>
              <a:defRPr sz="16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5" name="Google Shape;25;p146"/>
          <p:cNvSpPr/>
          <p:nvPr/>
        </p:nvSpPr>
        <p:spPr>
          <a:xfrm>
            <a:off x="0" y="0"/>
            <a:ext cx="1125860" cy="1052736"/>
          </a:xfrm>
          <a:custGeom>
            <a:avLst/>
            <a:gdLst/>
            <a:ahLst/>
            <a:cxnLst/>
            <a:rect l="l" t="t" r="r" b="b"/>
            <a:pathLst>
              <a:path w="1125860" h="1052736" extrusionOk="0">
                <a:moveTo>
                  <a:pt x="0" y="0"/>
                </a:moveTo>
                <a:lnTo>
                  <a:pt x="1078411" y="0"/>
                </a:lnTo>
                <a:lnTo>
                  <a:pt x="1109768" y="101015"/>
                </a:lnTo>
                <a:cubicBezTo>
                  <a:pt x="1120319" y="152578"/>
                  <a:pt x="1125860" y="205966"/>
                  <a:pt x="1125860" y="260648"/>
                </a:cubicBezTo>
                <a:cubicBezTo>
                  <a:pt x="1125860" y="698106"/>
                  <a:pt x="771230" y="1052736"/>
                  <a:pt x="333772" y="1052736"/>
                </a:cubicBezTo>
                <a:cubicBezTo>
                  <a:pt x="224408" y="1052736"/>
                  <a:pt x="120220" y="1030572"/>
                  <a:pt x="25456" y="990490"/>
                </a:cubicBezTo>
                <a:lnTo>
                  <a:pt x="0" y="976673"/>
                </a:lnTo>
                <a:close/>
              </a:path>
            </a:pathLst>
          </a:cu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26" name="Google Shape;26;p146"/>
          <p:cNvSpPr/>
          <p:nvPr/>
        </p:nvSpPr>
        <p:spPr>
          <a:xfrm>
            <a:off x="1413892" y="398372"/>
            <a:ext cx="472244" cy="472244"/>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27" name="Google Shape;27;p146"/>
          <p:cNvSpPr/>
          <p:nvPr/>
        </p:nvSpPr>
        <p:spPr>
          <a:xfrm>
            <a:off x="9367155" y="1301823"/>
            <a:ext cx="1406894" cy="1406894"/>
          </a:xfrm>
          <a:prstGeom prst="ellipse">
            <a:avLst/>
          </a:prstGeom>
          <a:solidFill>
            <a:srgbClr val="ACD98C"/>
          </a:solidFill>
          <a:ln w="1016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28" name="Google Shape;28;p146"/>
          <p:cNvSpPr/>
          <p:nvPr/>
        </p:nvSpPr>
        <p:spPr>
          <a:xfrm>
            <a:off x="10532246" y="729678"/>
            <a:ext cx="483606" cy="483606"/>
          </a:xfrm>
          <a:prstGeom prst="ellipse">
            <a:avLst/>
          </a:prstGeom>
          <a:solidFill>
            <a:srgbClr val="C7E6B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2_Title Slide">
  <p:cSld name="2_Title Slide">
    <p:spTree>
      <p:nvGrpSpPr>
        <p:cNvPr id="1" name="Shape 79"/>
        <p:cNvGrpSpPr/>
        <p:nvPr/>
      </p:nvGrpSpPr>
      <p:grpSpPr>
        <a:xfrm>
          <a:off x="0" y="0"/>
          <a:ext cx="0" cy="0"/>
          <a:chOff x="0" y="0"/>
          <a:chExt cx="0" cy="0"/>
        </a:xfrm>
      </p:grpSpPr>
      <p:sp>
        <p:nvSpPr>
          <p:cNvPr id="80" name="Google Shape;80;p170"/>
          <p:cNvSpPr txBox="1">
            <a:spLocks noGrp="1"/>
          </p:cNvSpPr>
          <p:nvPr>
            <p:ph type="ctrTitle"/>
          </p:nvPr>
        </p:nvSpPr>
        <p:spPr>
          <a:xfrm>
            <a:off x="914162" y="1226215"/>
            <a:ext cx="6548402" cy="1470025"/>
          </a:xfrm>
          <a:prstGeom prst="rect">
            <a:avLst/>
          </a:prstGeom>
          <a:noFill/>
          <a:ln>
            <a:noFill/>
          </a:ln>
        </p:spPr>
        <p:txBody>
          <a:bodyPr spcFirstLastPara="1" wrap="square" lIns="0" tIns="60925" rIns="0" bIns="60925" anchor="ctr" anchorCtr="0">
            <a:noAutofit/>
          </a:bodyPr>
          <a:lstStyle>
            <a:lvl1pPr lvl="0" algn="l">
              <a:lnSpc>
                <a:spcPct val="90000"/>
              </a:lnSpc>
              <a:spcBef>
                <a:spcPts val="0"/>
              </a:spcBef>
              <a:spcAft>
                <a:spcPts val="0"/>
              </a:spcAft>
              <a:buClr>
                <a:schemeClr val="lt1"/>
              </a:buClr>
              <a:buSzPts val="4800"/>
              <a:buFont typeface="Quattrocento Sans"/>
              <a:buNone/>
              <a:defRPr sz="4800" cap="none">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1" name="Google Shape;81;p170"/>
          <p:cNvSpPr txBox="1">
            <a:spLocks noGrp="1"/>
          </p:cNvSpPr>
          <p:nvPr>
            <p:ph type="subTitle" idx="1"/>
          </p:nvPr>
        </p:nvSpPr>
        <p:spPr>
          <a:xfrm>
            <a:off x="914163" y="2734341"/>
            <a:ext cx="5396273" cy="1080120"/>
          </a:xfrm>
          <a:prstGeom prst="rect">
            <a:avLst/>
          </a:prstGeom>
          <a:noFill/>
          <a:ln>
            <a:noFill/>
          </a:ln>
        </p:spPr>
        <p:txBody>
          <a:bodyPr spcFirstLastPara="1" wrap="square" lIns="0" tIns="60925" rIns="0" bIns="60925" anchor="t" anchorCtr="0">
            <a:normAutofit/>
          </a:bodyPr>
          <a:lstStyle>
            <a:lvl1pPr lvl="0" algn="l">
              <a:spcBef>
                <a:spcPts val="720"/>
              </a:spcBef>
              <a:spcAft>
                <a:spcPts val="0"/>
              </a:spcAft>
              <a:buClr>
                <a:schemeClr val="lt1"/>
              </a:buClr>
              <a:buSzPts val="3600"/>
              <a:buNone/>
              <a:defRPr>
                <a:solidFill>
                  <a:schemeClr val="lt1"/>
                </a:solidFill>
              </a:defRPr>
            </a:lvl1pPr>
            <a:lvl2pPr lvl="1" algn="ctr">
              <a:spcBef>
                <a:spcPts val="640"/>
              </a:spcBef>
              <a:spcAft>
                <a:spcPts val="0"/>
              </a:spcAft>
              <a:buClr>
                <a:srgbClr val="918E8D"/>
              </a:buClr>
              <a:buSzPts val="3200"/>
              <a:buNone/>
              <a:defRPr>
                <a:solidFill>
                  <a:srgbClr val="918E8D"/>
                </a:solidFill>
              </a:defRPr>
            </a:lvl2pPr>
            <a:lvl3pPr lvl="2" algn="ctr">
              <a:spcBef>
                <a:spcPts val="480"/>
              </a:spcBef>
              <a:spcAft>
                <a:spcPts val="0"/>
              </a:spcAft>
              <a:buClr>
                <a:srgbClr val="918E8D"/>
              </a:buClr>
              <a:buSzPts val="2400"/>
              <a:buNone/>
              <a:defRPr>
                <a:solidFill>
                  <a:srgbClr val="918E8D"/>
                </a:solidFill>
              </a:defRPr>
            </a:lvl3pPr>
            <a:lvl4pPr lvl="3" algn="ctr">
              <a:spcBef>
                <a:spcPts val="400"/>
              </a:spcBef>
              <a:spcAft>
                <a:spcPts val="0"/>
              </a:spcAft>
              <a:buClr>
                <a:srgbClr val="918E8D"/>
              </a:buClr>
              <a:buSzPts val="2000"/>
              <a:buNone/>
              <a:defRPr>
                <a:solidFill>
                  <a:srgbClr val="918E8D"/>
                </a:solidFill>
              </a:defRPr>
            </a:lvl4pPr>
            <a:lvl5pPr lvl="4" algn="ctr">
              <a:spcBef>
                <a:spcPts val="400"/>
              </a:spcBef>
              <a:spcAft>
                <a:spcPts val="0"/>
              </a:spcAft>
              <a:buClr>
                <a:srgbClr val="918E8D"/>
              </a:buClr>
              <a:buSzPts val="2000"/>
              <a:buNone/>
              <a:defRPr>
                <a:solidFill>
                  <a:srgbClr val="918E8D"/>
                </a:solidFill>
              </a:defRPr>
            </a:lvl5pPr>
            <a:lvl6pPr lvl="5" algn="ctr">
              <a:spcBef>
                <a:spcPts val="540"/>
              </a:spcBef>
              <a:spcAft>
                <a:spcPts val="0"/>
              </a:spcAft>
              <a:buClr>
                <a:srgbClr val="918E8D"/>
              </a:buClr>
              <a:buSzPts val="2700"/>
              <a:buNone/>
              <a:defRPr>
                <a:solidFill>
                  <a:srgbClr val="918E8D"/>
                </a:solidFill>
              </a:defRPr>
            </a:lvl6pPr>
            <a:lvl7pPr lvl="6" algn="ctr">
              <a:spcBef>
                <a:spcPts val="540"/>
              </a:spcBef>
              <a:spcAft>
                <a:spcPts val="0"/>
              </a:spcAft>
              <a:buClr>
                <a:srgbClr val="918E8D"/>
              </a:buClr>
              <a:buSzPts val="2700"/>
              <a:buNone/>
              <a:defRPr>
                <a:solidFill>
                  <a:srgbClr val="918E8D"/>
                </a:solidFill>
              </a:defRPr>
            </a:lvl7pPr>
            <a:lvl8pPr lvl="7" algn="ctr">
              <a:spcBef>
                <a:spcPts val="540"/>
              </a:spcBef>
              <a:spcAft>
                <a:spcPts val="0"/>
              </a:spcAft>
              <a:buClr>
                <a:srgbClr val="918E8D"/>
              </a:buClr>
              <a:buSzPts val="2700"/>
              <a:buNone/>
              <a:defRPr>
                <a:solidFill>
                  <a:srgbClr val="918E8D"/>
                </a:solidFill>
              </a:defRPr>
            </a:lvl8pPr>
            <a:lvl9pPr lvl="8" algn="ctr">
              <a:spcBef>
                <a:spcPts val="540"/>
              </a:spcBef>
              <a:spcAft>
                <a:spcPts val="0"/>
              </a:spcAft>
              <a:buClr>
                <a:srgbClr val="918E8D"/>
              </a:buClr>
              <a:buSzPts val="2700"/>
              <a:buNone/>
              <a:defRPr>
                <a:solidFill>
                  <a:srgbClr val="918E8D"/>
                </a:solidFill>
              </a:defRPr>
            </a:lvl9pPr>
          </a:lstStyle>
          <a:p>
            <a:endParaRPr/>
          </a:p>
        </p:txBody>
      </p:sp>
      <p:sp>
        <p:nvSpPr>
          <p:cNvPr id="82" name="Google Shape;82;p170"/>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70"/>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70"/>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85" name="Google Shape;85;p170"/>
          <p:cNvSpPr txBox="1">
            <a:spLocks noGrp="1"/>
          </p:cNvSpPr>
          <p:nvPr>
            <p:ph type="body" idx="2"/>
          </p:nvPr>
        </p:nvSpPr>
        <p:spPr>
          <a:xfrm>
            <a:off x="914400" y="3933825"/>
            <a:ext cx="5827713" cy="612775"/>
          </a:xfrm>
          <a:prstGeom prst="rect">
            <a:avLst/>
          </a:prstGeom>
          <a:noFill/>
          <a:ln>
            <a:noFill/>
          </a:ln>
        </p:spPr>
        <p:txBody>
          <a:bodyPr spcFirstLastPara="1" wrap="square" lIns="0" tIns="60925" rIns="0" bIns="60925" anchor="ctr" anchorCtr="0">
            <a:noAutofit/>
          </a:bodyPr>
          <a:lstStyle>
            <a:lvl1pPr marL="457200" lvl="0" indent="-228600" algn="l">
              <a:spcBef>
                <a:spcPts val="400"/>
              </a:spcBef>
              <a:spcAft>
                <a:spcPts val="0"/>
              </a:spcAft>
              <a:buClr>
                <a:schemeClr val="lt1"/>
              </a:buClr>
              <a:buSzPts val="2000"/>
              <a:buNone/>
              <a:defRPr sz="2000">
                <a:solidFill>
                  <a:schemeClr val="lt1"/>
                </a:solidFill>
              </a:defRPr>
            </a:lvl1pPr>
            <a:lvl2pPr marL="914400" lvl="1" indent="-228600" algn="l">
              <a:spcBef>
                <a:spcPts val="320"/>
              </a:spcBef>
              <a:spcAft>
                <a:spcPts val="0"/>
              </a:spcAft>
              <a:buClr>
                <a:schemeClr val="dk1"/>
              </a:buClr>
              <a:buSzPts val="1600"/>
              <a:buNone/>
              <a:defRPr sz="1600"/>
            </a:lvl2pPr>
            <a:lvl3pPr marL="1371600" lvl="2" indent="-228600" algn="l">
              <a:spcBef>
                <a:spcPts val="320"/>
              </a:spcBef>
              <a:spcAft>
                <a:spcPts val="0"/>
              </a:spcAft>
              <a:buClr>
                <a:schemeClr val="dk1"/>
              </a:buClr>
              <a:buSzPts val="1600"/>
              <a:buNone/>
              <a:defRPr sz="1600"/>
            </a:lvl3pPr>
            <a:lvl4pPr marL="1828800" lvl="3" indent="-228600" algn="l">
              <a:spcBef>
                <a:spcPts val="320"/>
              </a:spcBef>
              <a:spcAft>
                <a:spcPts val="0"/>
              </a:spcAft>
              <a:buClr>
                <a:schemeClr val="dk1"/>
              </a:buClr>
              <a:buSzPts val="1600"/>
              <a:buNone/>
              <a:defRPr sz="1600"/>
            </a:lvl4pPr>
            <a:lvl5pPr marL="2286000" lvl="4" indent="-228600" algn="l">
              <a:spcBef>
                <a:spcPts val="320"/>
              </a:spcBef>
              <a:spcAft>
                <a:spcPts val="0"/>
              </a:spcAft>
              <a:buClr>
                <a:schemeClr val="dk1"/>
              </a:buClr>
              <a:buSzPts val="1600"/>
              <a:buNone/>
              <a:defRPr sz="16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6" name="Google Shape;86;p170"/>
          <p:cNvSpPr>
            <a:spLocks noGrp="1"/>
          </p:cNvSpPr>
          <p:nvPr>
            <p:ph type="pic" idx="3"/>
          </p:nvPr>
        </p:nvSpPr>
        <p:spPr>
          <a:xfrm>
            <a:off x="5208376" y="0"/>
            <a:ext cx="6980449" cy="6858000"/>
          </a:xfrm>
          <a:prstGeom prst="rect">
            <a:avLst/>
          </a:prstGeom>
          <a:noFill/>
          <a:ln>
            <a:no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87"/>
        <p:cNvGrpSpPr/>
        <p:nvPr/>
      </p:nvGrpSpPr>
      <p:grpSpPr>
        <a:xfrm>
          <a:off x="0" y="0"/>
          <a:ext cx="0" cy="0"/>
          <a:chOff x="0" y="0"/>
          <a:chExt cx="0" cy="0"/>
        </a:xfrm>
      </p:grpSpPr>
      <p:sp>
        <p:nvSpPr>
          <p:cNvPr id="88" name="Google Shape;88;p171"/>
          <p:cNvSpPr txBox="1">
            <a:spLocks noGrp="1"/>
          </p:cNvSpPr>
          <p:nvPr>
            <p:ph type="title"/>
          </p:nvPr>
        </p:nvSpPr>
        <p:spPr>
          <a:xfrm>
            <a:off x="962833" y="4406901"/>
            <a:ext cx="10360501" cy="1362075"/>
          </a:xfrm>
          <a:prstGeom prst="rect">
            <a:avLst/>
          </a:prstGeom>
          <a:noFill/>
          <a:ln>
            <a:noFill/>
          </a:ln>
        </p:spPr>
        <p:txBody>
          <a:bodyPr spcFirstLastPara="1" wrap="square" lIns="0" tIns="60925" rIns="0" bIns="60925" anchor="t" anchorCtr="0">
            <a:normAutofit/>
          </a:bodyPr>
          <a:lstStyle>
            <a:lvl1pPr lvl="0" algn="l">
              <a:spcBef>
                <a:spcPts val="0"/>
              </a:spcBef>
              <a:spcAft>
                <a:spcPts val="0"/>
              </a:spcAft>
              <a:buClr>
                <a:schemeClr val="accent1"/>
              </a:buClr>
              <a:buSzPts val="5300"/>
              <a:buFont typeface="Quattrocento Sans"/>
              <a:buNone/>
              <a:defRPr sz="53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9" name="Google Shape;89;p171"/>
          <p:cNvSpPr txBox="1">
            <a:spLocks noGrp="1"/>
          </p:cNvSpPr>
          <p:nvPr>
            <p:ph type="body" idx="1"/>
          </p:nvPr>
        </p:nvSpPr>
        <p:spPr>
          <a:xfrm>
            <a:off x="962833" y="2906713"/>
            <a:ext cx="10360501" cy="1500187"/>
          </a:xfrm>
          <a:prstGeom prst="rect">
            <a:avLst/>
          </a:prstGeom>
          <a:noFill/>
          <a:ln>
            <a:noFill/>
          </a:ln>
        </p:spPr>
        <p:txBody>
          <a:bodyPr spcFirstLastPara="1" wrap="square" lIns="0" tIns="60925" rIns="0" bIns="60925" anchor="b" anchorCtr="0">
            <a:normAutofit/>
          </a:bodyPr>
          <a:lstStyle>
            <a:lvl1pPr marL="457200" lvl="0" indent="-228600" algn="l">
              <a:spcBef>
                <a:spcPts val="540"/>
              </a:spcBef>
              <a:spcAft>
                <a:spcPts val="0"/>
              </a:spcAft>
              <a:buClr>
                <a:srgbClr val="918E8D"/>
              </a:buClr>
              <a:buSzPts val="2700"/>
              <a:buNone/>
              <a:defRPr sz="2700">
                <a:solidFill>
                  <a:srgbClr val="918E8D"/>
                </a:solidFill>
              </a:defRPr>
            </a:lvl1pPr>
            <a:lvl2pPr marL="914400" lvl="1" indent="-228600" algn="l">
              <a:spcBef>
                <a:spcPts val="480"/>
              </a:spcBef>
              <a:spcAft>
                <a:spcPts val="0"/>
              </a:spcAft>
              <a:buClr>
                <a:srgbClr val="918E8D"/>
              </a:buClr>
              <a:buSzPts val="2400"/>
              <a:buNone/>
              <a:defRPr sz="2400">
                <a:solidFill>
                  <a:srgbClr val="918E8D"/>
                </a:solidFill>
              </a:defRPr>
            </a:lvl2pPr>
            <a:lvl3pPr marL="1371600" lvl="2" indent="-228600" algn="l">
              <a:spcBef>
                <a:spcPts val="420"/>
              </a:spcBef>
              <a:spcAft>
                <a:spcPts val="0"/>
              </a:spcAft>
              <a:buClr>
                <a:srgbClr val="918E8D"/>
              </a:buClr>
              <a:buSzPts val="2100"/>
              <a:buNone/>
              <a:defRPr sz="2100">
                <a:solidFill>
                  <a:srgbClr val="918E8D"/>
                </a:solidFill>
              </a:defRPr>
            </a:lvl3pPr>
            <a:lvl4pPr marL="1828800" lvl="3" indent="-228600" algn="l">
              <a:spcBef>
                <a:spcPts val="380"/>
              </a:spcBef>
              <a:spcAft>
                <a:spcPts val="0"/>
              </a:spcAft>
              <a:buClr>
                <a:srgbClr val="918E8D"/>
              </a:buClr>
              <a:buSzPts val="1900"/>
              <a:buNone/>
              <a:defRPr sz="1900">
                <a:solidFill>
                  <a:srgbClr val="918E8D"/>
                </a:solidFill>
              </a:defRPr>
            </a:lvl4pPr>
            <a:lvl5pPr marL="2286000" lvl="4" indent="-228600" algn="l">
              <a:spcBef>
                <a:spcPts val="380"/>
              </a:spcBef>
              <a:spcAft>
                <a:spcPts val="0"/>
              </a:spcAft>
              <a:buClr>
                <a:srgbClr val="918E8D"/>
              </a:buClr>
              <a:buSzPts val="1900"/>
              <a:buNone/>
              <a:defRPr sz="1900">
                <a:solidFill>
                  <a:srgbClr val="918E8D"/>
                </a:solidFill>
              </a:defRPr>
            </a:lvl5pPr>
            <a:lvl6pPr marL="2743200" lvl="5" indent="-228600" algn="l">
              <a:spcBef>
                <a:spcPts val="380"/>
              </a:spcBef>
              <a:spcAft>
                <a:spcPts val="0"/>
              </a:spcAft>
              <a:buClr>
                <a:srgbClr val="918E8D"/>
              </a:buClr>
              <a:buSzPts val="1900"/>
              <a:buNone/>
              <a:defRPr sz="1900">
                <a:solidFill>
                  <a:srgbClr val="918E8D"/>
                </a:solidFill>
              </a:defRPr>
            </a:lvl6pPr>
            <a:lvl7pPr marL="3200400" lvl="6" indent="-228600" algn="l">
              <a:spcBef>
                <a:spcPts val="380"/>
              </a:spcBef>
              <a:spcAft>
                <a:spcPts val="0"/>
              </a:spcAft>
              <a:buClr>
                <a:srgbClr val="918E8D"/>
              </a:buClr>
              <a:buSzPts val="1900"/>
              <a:buNone/>
              <a:defRPr sz="1900">
                <a:solidFill>
                  <a:srgbClr val="918E8D"/>
                </a:solidFill>
              </a:defRPr>
            </a:lvl7pPr>
            <a:lvl8pPr marL="3657600" lvl="7" indent="-228600" algn="l">
              <a:spcBef>
                <a:spcPts val="380"/>
              </a:spcBef>
              <a:spcAft>
                <a:spcPts val="0"/>
              </a:spcAft>
              <a:buClr>
                <a:srgbClr val="918E8D"/>
              </a:buClr>
              <a:buSzPts val="1900"/>
              <a:buNone/>
              <a:defRPr sz="1900">
                <a:solidFill>
                  <a:srgbClr val="918E8D"/>
                </a:solidFill>
              </a:defRPr>
            </a:lvl8pPr>
            <a:lvl9pPr marL="4114800" lvl="8" indent="-228600" algn="l">
              <a:spcBef>
                <a:spcPts val="380"/>
              </a:spcBef>
              <a:spcAft>
                <a:spcPts val="0"/>
              </a:spcAft>
              <a:buClr>
                <a:srgbClr val="918E8D"/>
              </a:buClr>
              <a:buSzPts val="1900"/>
              <a:buNone/>
              <a:defRPr sz="1900">
                <a:solidFill>
                  <a:srgbClr val="918E8D"/>
                </a:solidFill>
              </a:defRPr>
            </a:lvl9pPr>
          </a:lstStyle>
          <a:p>
            <a:endParaRPr/>
          </a:p>
        </p:txBody>
      </p:sp>
      <p:sp>
        <p:nvSpPr>
          <p:cNvPr id="90" name="Google Shape;90;p171"/>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 name="Google Shape;91;p171"/>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171"/>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93"/>
        <p:cNvGrpSpPr/>
        <p:nvPr/>
      </p:nvGrpSpPr>
      <p:grpSpPr>
        <a:xfrm>
          <a:off x="0" y="0"/>
          <a:ext cx="0" cy="0"/>
          <a:chOff x="0" y="0"/>
          <a:chExt cx="0" cy="0"/>
        </a:xfrm>
      </p:grpSpPr>
      <p:sp>
        <p:nvSpPr>
          <p:cNvPr id="94" name="Google Shape;94;p172"/>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172"/>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172"/>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97" name="Google Shape;97;p172"/>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accent1"/>
              </a:buClr>
              <a:buSzPts val="3600"/>
              <a:buFont typeface="Quattrocento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3_Title Only">
  <p:cSld name="3_Title Only">
    <p:spTree>
      <p:nvGrpSpPr>
        <p:cNvPr id="1" name="Shape 98"/>
        <p:cNvGrpSpPr/>
        <p:nvPr/>
      </p:nvGrpSpPr>
      <p:grpSpPr>
        <a:xfrm>
          <a:off x="0" y="0"/>
          <a:ext cx="0" cy="0"/>
          <a:chOff x="0" y="0"/>
          <a:chExt cx="0" cy="0"/>
        </a:xfrm>
      </p:grpSpPr>
      <p:sp>
        <p:nvSpPr>
          <p:cNvPr id="99" name="Google Shape;99;p173"/>
          <p:cNvSpPr/>
          <p:nvPr/>
        </p:nvSpPr>
        <p:spPr>
          <a:xfrm>
            <a:off x="0" y="4581128"/>
            <a:ext cx="5163566" cy="2276872"/>
          </a:xfrm>
          <a:custGeom>
            <a:avLst/>
            <a:gdLst/>
            <a:ahLst/>
            <a:cxnLst/>
            <a:rect l="l" t="t" r="r" b="b"/>
            <a:pathLst>
              <a:path w="5163566" h="2276872" extrusionOk="0">
                <a:moveTo>
                  <a:pt x="2035697" y="0"/>
                </a:moveTo>
                <a:cubicBezTo>
                  <a:pt x="3397576" y="0"/>
                  <a:pt x="4566062" y="828016"/>
                  <a:pt x="5065187" y="2008081"/>
                </a:cubicBezTo>
                <a:lnTo>
                  <a:pt x="5163566" y="2276872"/>
                </a:lnTo>
                <a:lnTo>
                  <a:pt x="0" y="2276872"/>
                </a:lnTo>
                <a:lnTo>
                  <a:pt x="0" y="706170"/>
                </a:lnTo>
                <a:lnTo>
                  <a:pt x="5811" y="701257"/>
                </a:lnTo>
                <a:cubicBezTo>
                  <a:pt x="564774" y="261990"/>
                  <a:pt x="1269640" y="0"/>
                  <a:pt x="2035697" y="0"/>
                </a:cubicBezTo>
                <a:close/>
              </a:path>
            </a:pathLst>
          </a:custGeom>
          <a:gradFill>
            <a:gsLst>
              <a:gs pos="0">
                <a:schemeClr val="accent1"/>
              </a:gs>
              <a:gs pos="100000">
                <a:srgbClr val="ACD98C"/>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00" name="Google Shape;100;p173"/>
          <p:cNvSpPr/>
          <p:nvPr/>
        </p:nvSpPr>
        <p:spPr>
          <a:xfrm rot="5400000">
            <a:off x="-662523" y="1957214"/>
            <a:ext cx="5179585" cy="3854541"/>
          </a:xfrm>
          <a:prstGeom prst="round2SameRect">
            <a:avLst>
              <a:gd name="adj1" fmla="val 10983"/>
              <a:gd name="adj2" fmla="val 0"/>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01" name="Google Shape;101;p173"/>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accent1"/>
              </a:buClr>
              <a:buSzPts val="3600"/>
              <a:buFont typeface="Quattrocento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 name="Google Shape;102;p173"/>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3" name="Google Shape;103;p173"/>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4" name="Google Shape;104;p173"/>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05" name="Google Shape;105;p173"/>
          <p:cNvSpPr/>
          <p:nvPr/>
        </p:nvSpPr>
        <p:spPr>
          <a:xfrm rot="5400000">
            <a:off x="-766723" y="1858237"/>
            <a:ext cx="5179585" cy="3646140"/>
          </a:xfrm>
          <a:prstGeom prst="round2SameRect">
            <a:avLst>
              <a:gd name="adj1" fmla="val 10983"/>
              <a:gd name="adj2" fmla="val 0"/>
            </a:avLst>
          </a:prstGeom>
          <a:gradFill>
            <a:gsLst>
              <a:gs pos="0">
                <a:schemeClr val="accent1"/>
              </a:gs>
              <a:gs pos="100000">
                <a:schemeClr val="accent3"/>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06" name="Google Shape;106;p173"/>
          <p:cNvSpPr txBox="1">
            <a:spLocks noGrp="1"/>
          </p:cNvSpPr>
          <p:nvPr>
            <p:ph type="body" idx="1"/>
          </p:nvPr>
        </p:nvSpPr>
        <p:spPr>
          <a:xfrm>
            <a:off x="609600" y="1508576"/>
            <a:ext cx="2676525" cy="1152153"/>
          </a:xfrm>
          <a:prstGeom prst="rect">
            <a:avLst/>
          </a:prstGeom>
          <a:noFill/>
          <a:ln>
            <a:noFill/>
          </a:ln>
        </p:spPr>
        <p:txBody>
          <a:bodyPr spcFirstLastPara="1" wrap="square" lIns="61200" tIns="60925" rIns="61200" bIns="60925" anchor="ctr" anchorCtr="0">
            <a:noAutofit/>
          </a:bodyPr>
          <a:lstStyle>
            <a:lvl1pPr marL="457200" lvl="0" indent="-228600" algn="l">
              <a:lnSpc>
                <a:spcPct val="80000"/>
              </a:lnSpc>
              <a:spcBef>
                <a:spcPts val="0"/>
              </a:spcBef>
              <a:spcAft>
                <a:spcPts val="0"/>
              </a:spcAft>
              <a:buClr>
                <a:schemeClr val="lt1"/>
              </a:buClr>
              <a:buSzPts val="2800"/>
              <a:buNone/>
              <a:defRPr sz="2800" b="1">
                <a:solidFill>
                  <a:schemeClr val="lt1"/>
                </a:solidFill>
              </a:defRPr>
            </a:lvl1pPr>
            <a:lvl2pPr marL="914400" lvl="1" indent="-228600" algn="l">
              <a:spcBef>
                <a:spcPts val="480"/>
              </a:spcBef>
              <a:spcAft>
                <a:spcPts val="0"/>
              </a:spcAft>
              <a:buClr>
                <a:schemeClr val="dk1"/>
              </a:buClr>
              <a:buSzPts val="2400"/>
              <a:buNone/>
              <a:defRPr sz="2400"/>
            </a:lvl2pPr>
            <a:lvl3pPr marL="1371600" lvl="2" indent="-228600" algn="l">
              <a:spcBef>
                <a:spcPts val="480"/>
              </a:spcBef>
              <a:spcAft>
                <a:spcPts val="0"/>
              </a:spcAft>
              <a:buClr>
                <a:schemeClr val="dk1"/>
              </a:buClr>
              <a:buSzPts val="2400"/>
              <a:buNone/>
              <a:defRPr sz="2400"/>
            </a:lvl3pPr>
            <a:lvl4pPr marL="1828800" lvl="3" indent="-228600" algn="l">
              <a:spcBef>
                <a:spcPts val="480"/>
              </a:spcBef>
              <a:spcAft>
                <a:spcPts val="0"/>
              </a:spcAft>
              <a:buClr>
                <a:schemeClr val="dk1"/>
              </a:buClr>
              <a:buSzPts val="2400"/>
              <a:buNone/>
              <a:defRPr sz="2400"/>
            </a:lvl4pPr>
            <a:lvl5pPr marL="2286000" lvl="4" indent="-228600" algn="l">
              <a:spcBef>
                <a:spcPts val="480"/>
              </a:spcBef>
              <a:spcAft>
                <a:spcPts val="0"/>
              </a:spcAft>
              <a:buClr>
                <a:schemeClr val="dk1"/>
              </a:buClr>
              <a:buSzPts val="2400"/>
              <a:buNone/>
              <a:defRPr sz="24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1"/>
            <a:ext cx="12188825" cy="685799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265" indent="0">
              <a:buNone/>
              <a:defRPr sz="3732"/>
            </a:lvl2pPr>
            <a:lvl3pPr marL="1218529" indent="0">
              <a:buNone/>
              <a:defRPr sz="3198"/>
            </a:lvl3pPr>
            <a:lvl4pPr marL="1827794" indent="0">
              <a:buNone/>
              <a:defRPr sz="2665"/>
            </a:lvl4pPr>
            <a:lvl5pPr marL="2437060" indent="0">
              <a:buNone/>
              <a:defRPr sz="2665"/>
            </a:lvl5pPr>
            <a:lvl6pPr marL="3046324" indent="0">
              <a:buNone/>
              <a:defRPr sz="2665"/>
            </a:lvl6pPr>
            <a:lvl7pPr marL="3655589" indent="0">
              <a:buNone/>
              <a:defRPr sz="2665"/>
            </a:lvl7pPr>
            <a:lvl8pPr marL="4264853" indent="0">
              <a:buNone/>
              <a:defRPr sz="2665"/>
            </a:lvl8pPr>
            <a:lvl9pPr marL="4874118" indent="0">
              <a:buNone/>
              <a:defRPr sz="2665"/>
            </a:lvl9pPr>
          </a:lstStyle>
          <a:p>
            <a:r>
              <a:rPr lang="en-US" altLang="ko-KR" dirty="0"/>
              <a:t>Insert Your Image</a:t>
            </a:r>
            <a:endParaRPr lang="ko-KR" altLang="en-US" dirty="0"/>
          </a:p>
        </p:txBody>
      </p:sp>
    </p:spTree>
    <p:extLst>
      <p:ext uri="{BB962C8B-B14F-4D97-AF65-F5344CB8AC3E}">
        <p14:creationId xmlns:p14="http://schemas.microsoft.com/office/powerpoint/2010/main" val="13243911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D28A985-8481-49D1-9FA1-9B83E1B5FD5E}"/>
              </a:ext>
            </a:extLst>
          </p:cNvPr>
          <p:cNvSpPr>
            <a:spLocks noGrp="1"/>
          </p:cNvSpPr>
          <p:nvPr>
            <p:ph type="pic" sz="quarter" idx="13"/>
          </p:nvPr>
        </p:nvSpPr>
        <p:spPr>
          <a:xfrm>
            <a:off x="-1" y="-1"/>
            <a:ext cx="5662364" cy="6858000"/>
          </a:xfrm>
          <a:custGeom>
            <a:avLst/>
            <a:gdLst>
              <a:gd name="connsiteX0" fmla="*/ 0 w 5662364"/>
              <a:gd name="connsiteY0" fmla="*/ 0 h 6858000"/>
              <a:gd name="connsiteX1" fmla="*/ 2591729 w 5662364"/>
              <a:gd name="connsiteY1" fmla="*/ 0 h 6858000"/>
              <a:gd name="connsiteX2" fmla="*/ 2813304 w 5662364"/>
              <a:gd name="connsiteY2" fmla="*/ 157566 h 6858000"/>
              <a:gd name="connsiteX3" fmla="*/ 5662364 w 5662364"/>
              <a:gd name="connsiteY3" fmla="*/ 5841268 h 6858000"/>
              <a:gd name="connsiteX4" fmla="*/ 5625745 w 5662364"/>
              <a:gd name="connsiteY4" fmla="*/ 6566465 h 6858000"/>
              <a:gd name="connsiteX5" fmla="*/ 5588699 w 5662364"/>
              <a:gd name="connsiteY5" fmla="*/ 6858000 h 6858000"/>
              <a:gd name="connsiteX6" fmla="*/ 0 w 5662364"/>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62364" h="6858000">
                <a:moveTo>
                  <a:pt x="0" y="0"/>
                </a:moveTo>
                <a:lnTo>
                  <a:pt x="2591729" y="0"/>
                </a:lnTo>
                <a:lnTo>
                  <a:pt x="2813304" y="157566"/>
                </a:lnTo>
                <a:cubicBezTo>
                  <a:pt x="4542859" y="1451022"/>
                  <a:pt x="5662364" y="3515408"/>
                  <a:pt x="5662364" y="5841268"/>
                </a:cubicBezTo>
                <a:cubicBezTo>
                  <a:pt x="5662364" y="6086096"/>
                  <a:pt x="5649960" y="6328026"/>
                  <a:pt x="5625745" y="6566465"/>
                </a:cubicBezTo>
                <a:lnTo>
                  <a:pt x="5588699" y="6858000"/>
                </a:lnTo>
                <a:lnTo>
                  <a:pt x="0" y="6858000"/>
                </a:lnTo>
                <a:close/>
              </a:path>
            </a:pathLst>
          </a:custGeom>
          <a:solidFill>
            <a:schemeClr val="bg1">
              <a:lumMod val="95000"/>
            </a:schemeClr>
          </a:solidFill>
        </p:spPr>
        <p:txBody>
          <a:bodyPr wrap="square" anchor="ctr">
            <a:noAutofit/>
          </a:bodyPr>
          <a:lstStyle>
            <a:lvl1pPr marL="0" indent="0" algn="ctr">
              <a:buFontTx/>
              <a:buNone/>
              <a:defRPr/>
            </a:lvl1pPr>
          </a:lstStyle>
          <a:p>
            <a:endParaRPr lang="en-IN"/>
          </a:p>
        </p:txBody>
      </p:sp>
      <p:sp>
        <p:nvSpPr>
          <p:cNvPr id="2" name="Date Placeholder 1"/>
          <p:cNvSpPr>
            <a:spLocks noGrp="1"/>
          </p:cNvSpPr>
          <p:nvPr>
            <p:ph type="dt" sz="half" idx="10"/>
          </p:nvPr>
        </p:nvSpPr>
        <p:spPr/>
        <p:txBody>
          <a:bodyPr/>
          <a:lstStyle/>
          <a:p>
            <a:fld id="{425404F2-BE9A-4460-8815-8F645183555F}" type="datetimeFigureOut">
              <a:rPr lang="en-US" smtClean="0"/>
              <a:pPr/>
              <a:t>2/20/2026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Tree>
    <p:extLst>
      <p:ext uri="{BB962C8B-B14F-4D97-AF65-F5344CB8AC3E}">
        <p14:creationId xmlns:p14="http://schemas.microsoft.com/office/powerpoint/2010/main" val="20596840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2"/>
        <p:cNvGrpSpPr/>
        <p:nvPr/>
      </p:nvGrpSpPr>
      <p:grpSpPr>
        <a:xfrm>
          <a:off x="0" y="0"/>
          <a:ext cx="0" cy="0"/>
          <a:chOff x="0" y="0"/>
          <a:chExt cx="0" cy="0"/>
        </a:xfrm>
      </p:grpSpPr>
      <p:grpSp>
        <p:nvGrpSpPr>
          <p:cNvPr id="133" name="Google Shape;133;p185"/>
          <p:cNvGrpSpPr/>
          <p:nvPr/>
        </p:nvGrpSpPr>
        <p:grpSpPr>
          <a:xfrm rot="10800000">
            <a:off x="9586912" y="4027941"/>
            <a:ext cx="2601913" cy="2833688"/>
            <a:chOff x="0" y="0"/>
            <a:chExt cx="2601913" cy="2833688"/>
          </a:xfrm>
        </p:grpSpPr>
        <p:sp>
          <p:nvSpPr>
            <p:cNvPr id="134" name="Google Shape;134;p185"/>
            <p:cNvSpPr/>
            <p:nvPr/>
          </p:nvSpPr>
          <p:spPr>
            <a:xfrm>
              <a:off x="0"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78001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5" name="Google Shape;135;p185"/>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6" name="Google Shape;136;p185"/>
            <p:cNvSpPr/>
            <p:nvPr/>
          </p:nvSpPr>
          <p:spPr>
            <a:xfrm>
              <a:off x="0"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7" name="Google Shape;137;p185"/>
            <p:cNvSpPr/>
            <p:nvPr/>
          </p:nvSpPr>
          <p:spPr>
            <a:xfrm>
              <a:off x="0" y="1212850"/>
              <a:ext cx="701675" cy="814388"/>
            </a:xfrm>
            <a:custGeom>
              <a:avLst/>
              <a:gdLst/>
              <a:ahLst/>
              <a:cxnLst/>
              <a:rect l="l" t="t" r="r" b="b"/>
              <a:pathLst>
                <a:path w="442" h="513" extrusionOk="0">
                  <a:moveTo>
                    <a:pt x="0" y="257"/>
                  </a:moveTo>
                  <a:lnTo>
                    <a:pt x="0" y="257"/>
                  </a:lnTo>
                  <a:lnTo>
                    <a:pt x="442" y="0"/>
                  </a:lnTo>
                  <a:lnTo>
                    <a:pt x="442" y="3"/>
                  </a:lnTo>
                  <a:lnTo>
                    <a:pt x="442" y="513"/>
                  </a:lnTo>
                  <a:lnTo>
                    <a:pt x="0" y="257"/>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8" name="Google Shape;138;p185"/>
            <p:cNvSpPr/>
            <p:nvPr/>
          </p:nvSpPr>
          <p:spPr>
            <a:xfrm>
              <a:off x="234949" y="2359025"/>
              <a:ext cx="406465" cy="474663"/>
            </a:xfrm>
            <a:custGeom>
              <a:avLst/>
              <a:gdLst/>
              <a:ahLst/>
              <a:cxnLst/>
              <a:rect l="l" t="t" r="r" b="b"/>
              <a:pathLst>
                <a:path w="149" h="174" extrusionOk="0">
                  <a:moveTo>
                    <a:pt x="0" y="87"/>
                  </a:moveTo>
                  <a:lnTo>
                    <a:pt x="0" y="87"/>
                  </a:lnTo>
                  <a:lnTo>
                    <a:pt x="149" y="0"/>
                  </a:lnTo>
                  <a:lnTo>
                    <a:pt x="149" y="0"/>
                  </a:lnTo>
                  <a:lnTo>
                    <a:pt x="149" y="174"/>
                  </a:lnTo>
                  <a:lnTo>
                    <a:pt x="0" y="87"/>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9" name="Google Shape;139;p185"/>
            <p:cNvSpPr/>
            <p:nvPr/>
          </p:nvSpPr>
          <p:spPr>
            <a:xfrm>
              <a:off x="0" y="809625"/>
              <a:ext cx="701675" cy="811213"/>
            </a:xfrm>
            <a:custGeom>
              <a:avLst/>
              <a:gdLst/>
              <a:ahLst/>
              <a:cxnLst/>
              <a:rect l="l" t="t" r="r" b="b"/>
              <a:pathLst>
                <a:path w="442" h="511" extrusionOk="0">
                  <a:moveTo>
                    <a:pt x="0" y="511"/>
                  </a:moveTo>
                  <a:lnTo>
                    <a:pt x="0" y="0"/>
                  </a:lnTo>
                  <a:lnTo>
                    <a:pt x="442" y="254"/>
                  </a:lnTo>
                  <a:lnTo>
                    <a:pt x="0" y="511"/>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0" name="Google Shape;140;p185"/>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1" name="Google Shape;141;p185"/>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rgbClr val="E3651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2" name="Google Shape;142;p185"/>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FA7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3" name="Google Shape;143;p185"/>
            <p:cNvSpPr/>
            <p:nvPr/>
          </p:nvSpPr>
          <p:spPr>
            <a:xfrm>
              <a:off x="1408113"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4" name="Google Shape;144;p185"/>
            <p:cNvSpPr/>
            <p:nvPr/>
          </p:nvSpPr>
          <p:spPr>
            <a:xfrm>
              <a:off x="2317750" y="241300"/>
              <a:ext cx="284163" cy="328613"/>
            </a:xfrm>
            <a:custGeom>
              <a:avLst/>
              <a:gdLst/>
              <a:ahLst/>
              <a:cxnLst/>
              <a:rect l="l" t="t" r="r" b="b"/>
              <a:pathLst>
                <a:path w="179" h="207" extrusionOk="0">
                  <a:moveTo>
                    <a:pt x="0" y="207"/>
                  </a:moveTo>
                  <a:lnTo>
                    <a:pt x="0" y="0"/>
                  </a:lnTo>
                  <a:lnTo>
                    <a:pt x="0" y="0"/>
                  </a:lnTo>
                  <a:lnTo>
                    <a:pt x="179" y="102"/>
                  </a:lnTo>
                  <a:lnTo>
                    <a:pt x="0" y="207"/>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5" name="Google Shape;145;p185"/>
            <p:cNvSpPr/>
            <p:nvPr/>
          </p:nvSpPr>
          <p:spPr>
            <a:xfrm>
              <a:off x="1408113"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6" name="Google Shape;146;p185"/>
            <p:cNvSpPr/>
            <p:nvPr/>
          </p:nvSpPr>
          <p:spPr>
            <a:xfrm>
              <a:off x="706438" y="809625"/>
              <a:ext cx="701675" cy="811213"/>
            </a:xfrm>
            <a:custGeom>
              <a:avLst/>
              <a:gdLst/>
              <a:ahLst/>
              <a:cxnLst/>
              <a:rect l="l" t="t" r="r" b="b"/>
              <a:pathLst>
                <a:path w="442" h="511" extrusionOk="0">
                  <a:moveTo>
                    <a:pt x="0" y="254"/>
                  </a:moveTo>
                  <a:lnTo>
                    <a:pt x="442" y="0"/>
                  </a:lnTo>
                  <a:lnTo>
                    <a:pt x="442" y="511"/>
                  </a:lnTo>
                  <a:lnTo>
                    <a:pt x="442" y="511"/>
                  </a:lnTo>
                  <a:lnTo>
                    <a:pt x="0" y="254"/>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7" name="Google Shape;147;p185"/>
            <p:cNvSpPr/>
            <p:nvPr/>
          </p:nvSpPr>
          <p:spPr>
            <a:xfrm>
              <a:off x="701675" y="1212850"/>
              <a:ext cx="706438" cy="811213"/>
            </a:xfrm>
            <a:custGeom>
              <a:avLst/>
              <a:gdLst/>
              <a:ahLst/>
              <a:cxnLst/>
              <a:rect l="l" t="t" r="r" b="b"/>
              <a:pathLst>
                <a:path w="445" h="511" extrusionOk="0">
                  <a:moveTo>
                    <a:pt x="0" y="511"/>
                  </a:moveTo>
                  <a:lnTo>
                    <a:pt x="0" y="3"/>
                  </a:lnTo>
                  <a:lnTo>
                    <a:pt x="3" y="0"/>
                  </a:lnTo>
                  <a:lnTo>
                    <a:pt x="445" y="257"/>
                  </a:lnTo>
                  <a:lnTo>
                    <a:pt x="0" y="511"/>
                  </a:lnTo>
                  <a:close/>
                </a:path>
              </a:pathLst>
            </a:custGeom>
            <a:solidFill>
              <a:srgbClr val="8D8D8D"/>
            </a:solidFill>
            <a:ln w="9525" cap="flat" cmpd="sng">
              <a:solidFill>
                <a:srgbClr val="8D8D8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8" name="Google Shape;148;p185"/>
            <p:cNvSpPr/>
            <p:nvPr/>
          </p:nvSpPr>
          <p:spPr>
            <a:xfrm>
              <a:off x="701675" y="1620838"/>
              <a:ext cx="706438" cy="809625"/>
            </a:xfrm>
            <a:custGeom>
              <a:avLst/>
              <a:gdLst/>
              <a:ahLst/>
              <a:cxnLst/>
              <a:rect l="l" t="t" r="r" b="b"/>
              <a:pathLst>
                <a:path w="445" h="510" extrusionOk="0">
                  <a:moveTo>
                    <a:pt x="0" y="256"/>
                  </a:moveTo>
                  <a:lnTo>
                    <a:pt x="0" y="254"/>
                  </a:lnTo>
                  <a:lnTo>
                    <a:pt x="445" y="0"/>
                  </a:lnTo>
                  <a:lnTo>
                    <a:pt x="445" y="0"/>
                  </a:lnTo>
                  <a:lnTo>
                    <a:pt x="445" y="510"/>
                  </a:lnTo>
                  <a:lnTo>
                    <a:pt x="0" y="256"/>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9" name="Google Shape;149;p185"/>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0" name="Google Shape;150;p185"/>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1" name="Google Shape;151;p185"/>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2" name="Google Shape;152;p185"/>
            <p:cNvSpPr/>
            <p:nvPr/>
          </p:nvSpPr>
          <p:spPr>
            <a:xfrm>
              <a:off x="0" y="0"/>
              <a:ext cx="701675" cy="809625"/>
            </a:xfrm>
            <a:custGeom>
              <a:avLst/>
              <a:gdLst/>
              <a:ahLst/>
              <a:cxnLst/>
              <a:rect l="l" t="t" r="r" b="b"/>
              <a:pathLst>
                <a:path w="442" h="510" extrusionOk="0">
                  <a:moveTo>
                    <a:pt x="0" y="0"/>
                  </a:moveTo>
                  <a:lnTo>
                    <a:pt x="0" y="510"/>
                  </a:lnTo>
                  <a:lnTo>
                    <a:pt x="442" y="254"/>
                  </a:lnTo>
                  <a:lnTo>
                    <a:pt x="0" y="0"/>
                  </a:lnTo>
                  <a:lnTo>
                    <a:pt x="0" y="0"/>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3" name="Google Shape;153;p185"/>
            <p:cNvSpPr/>
            <p:nvPr/>
          </p:nvSpPr>
          <p:spPr>
            <a:xfrm>
              <a:off x="701675" y="0"/>
              <a:ext cx="701675" cy="403225"/>
            </a:xfrm>
            <a:custGeom>
              <a:avLst/>
              <a:gdLst/>
              <a:ahLst/>
              <a:cxnLst/>
              <a:rect l="l" t="t" r="r" b="b"/>
              <a:pathLst>
                <a:path w="442" h="254" extrusionOk="0">
                  <a:moveTo>
                    <a:pt x="0" y="254"/>
                  </a:moveTo>
                  <a:lnTo>
                    <a:pt x="442" y="0"/>
                  </a:lnTo>
                  <a:lnTo>
                    <a:pt x="0" y="0"/>
                  </a:lnTo>
                  <a:lnTo>
                    <a:pt x="0" y="254"/>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4" name="Google Shape;154;p185"/>
            <p:cNvSpPr/>
            <p:nvPr/>
          </p:nvSpPr>
          <p:spPr>
            <a:xfrm>
              <a:off x="0" y="0"/>
              <a:ext cx="701675" cy="403225"/>
            </a:xfrm>
            <a:custGeom>
              <a:avLst/>
              <a:gdLst/>
              <a:ahLst/>
              <a:cxnLst/>
              <a:rect l="l" t="t" r="r" b="b"/>
              <a:pathLst>
                <a:path w="442" h="254" extrusionOk="0">
                  <a:moveTo>
                    <a:pt x="442" y="0"/>
                  </a:moveTo>
                  <a:lnTo>
                    <a:pt x="0" y="0"/>
                  </a:lnTo>
                  <a:lnTo>
                    <a:pt x="442" y="254"/>
                  </a:lnTo>
                  <a:lnTo>
                    <a:pt x="442" y="254"/>
                  </a:lnTo>
                  <a:lnTo>
                    <a:pt x="442" y="0"/>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
        <p:nvSpPr>
          <p:cNvPr id="155" name="Google Shape;155;p185"/>
          <p:cNvSpPr/>
          <p:nvPr/>
        </p:nvSpPr>
        <p:spPr>
          <a:xfrm>
            <a:off x="0" y="0"/>
            <a:ext cx="6094412" cy="6858000"/>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56" name="Google Shape;156;p185"/>
          <p:cNvSpPr/>
          <p:nvPr/>
        </p:nvSpPr>
        <p:spPr>
          <a:xfrm rot="5400000">
            <a:off x="10179373" y="-118464"/>
            <a:ext cx="1890988" cy="2127916"/>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57" name="Google Shape;157;p185"/>
          <p:cNvSpPr txBox="1">
            <a:spLocks noGrp="1"/>
          </p:cNvSpPr>
          <p:nvPr>
            <p:ph type="ctrTitle"/>
          </p:nvPr>
        </p:nvSpPr>
        <p:spPr>
          <a:xfrm>
            <a:off x="1828323" y="2576512"/>
            <a:ext cx="8532178" cy="1392378"/>
          </a:xfrm>
          <a:prstGeom prst="rect">
            <a:avLst/>
          </a:prstGeom>
          <a:noFill/>
          <a:ln>
            <a:noFill/>
          </a:ln>
        </p:spPr>
        <p:txBody>
          <a:bodyPr spcFirstLastPara="1" wrap="square" lIns="121875" tIns="60925" rIns="121875" bIns="60925" anchor="b" anchorCtr="0">
            <a:noAutofit/>
          </a:bodyPr>
          <a:lstStyle>
            <a:lvl1pPr lvl="0" algn="ctr">
              <a:spcBef>
                <a:spcPts val="0"/>
              </a:spcBef>
              <a:spcAft>
                <a:spcPts val="0"/>
              </a:spcAft>
              <a:buClr>
                <a:schemeClr val="accent3"/>
              </a:buClr>
              <a:buSzPts val="8000"/>
              <a:buFont typeface="Open Sans"/>
              <a:buNone/>
              <a:defRPr sz="8000" b="1">
                <a:solidFill>
                  <a:schemeClr val="accent3"/>
                </a:solidFill>
                <a:latin typeface="Open Sans"/>
                <a:ea typeface="Open Sans"/>
                <a:cs typeface="Open Sans"/>
                <a:sym typeface="Open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8" name="Google Shape;158;p185"/>
          <p:cNvSpPr txBox="1">
            <a:spLocks noGrp="1"/>
          </p:cNvSpPr>
          <p:nvPr>
            <p:ph type="subTitle" idx="1"/>
          </p:nvPr>
        </p:nvSpPr>
        <p:spPr>
          <a:xfrm>
            <a:off x="1828324" y="4027941"/>
            <a:ext cx="8532178" cy="764440"/>
          </a:xfrm>
          <a:prstGeom prst="rect">
            <a:avLst/>
          </a:prstGeom>
          <a:noFill/>
          <a:ln>
            <a:noFill/>
          </a:ln>
        </p:spPr>
        <p:txBody>
          <a:bodyPr spcFirstLastPara="1" wrap="square" lIns="121875" tIns="60925" rIns="121875" bIns="60925" anchor="t" anchorCtr="0">
            <a:normAutofit/>
          </a:bodyPr>
          <a:lstStyle>
            <a:lvl1pPr lvl="0" algn="ctr">
              <a:spcBef>
                <a:spcPts val="480"/>
              </a:spcBef>
              <a:spcAft>
                <a:spcPts val="0"/>
              </a:spcAft>
              <a:buClr>
                <a:srgbClr val="595959"/>
              </a:buClr>
              <a:buSzPts val="2400"/>
              <a:buNone/>
              <a:defRPr sz="2400">
                <a:solidFill>
                  <a:srgbClr val="595959"/>
                </a:solidFill>
                <a:latin typeface="Open Sans"/>
                <a:ea typeface="Open Sans"/>
                <a:cs typeface="Open Sans"/>
                <a:sym typeface="Open Sans"/>
              </a:defRPr>
            </a:lvl1pPr>
            <a:lvl2pPr lvl="1" algn="ctr">
              <a:spcBef>
                <a:spcPts val="640"/>
              </a:spcBef>
              <a:spcAft>
                <a:spcPts val="0"/>
              </a:spcAft>
              <a:buClr>
                <a:srgbClr val="888888"/>
              </a:buClr>
              <a:buSzPts val="32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540"/>
              </a:spcBef>
              <a:spcAft>
                <a:spcPts val="0"/>
              </a:spcAft>
              <a:buClr>
                <a:srgbClr val="888888"/>
              </a:buClr>
              <a:buSzPts val="2700"/>
              <a:buNone/>
              <a:defRPr>
                <a:solidFill>
                  <a:srgbClr val="888888"/>
                </a:solidFill>
              </a:defRPr>
            </a:lvl6pPr>
            <a:lvl7pPr lvl="6" algn="ctr">
              <a:spcBef>
                <a:spcPts val="540"/>
              </a:spcBef>
              <a:spcAft>
                <a:spcPts val="0"/>
              </a:spcAft>
              <a:buClr>
                <a:srgbClr val="888888"/>
              </a:buClr>
              <a:buSzPts val="2700"/>
              <a:buNone/>
              <a:defRPr>
                <a:solidFill>
                  <a:srgbClr val="888888"/>
                </a:solidFill>
              </a:defRPr>
            </a:lvl7pPr>
            <a:lvl8pPr lvl="7" algn="ctr">
              <a:spcBef>
                <a:spcPts val="540"/>
              </a:spcBef>
              <a:spcAft>
                <a:spcPts val="0"/>
              </a:spcAft>
              <a:buClr>
                <a:srgbClr val="888888"/>
              </a:buClr>
              <a:buSzPts val="2700"/>
              <a:buNone/>
              <a:defRPr>
                <a:solidFill>
                  <a:srgbClr val="888888"/>
                </a:solidFill>
              </a:defRPr>
            </a:lvl8pPr>
            <a:lvl9pPr lvl="8" algn="ctr">
              <a:spcBef>
                <a:spcPts val="540"/>
              </a:spcBef>
              <a:spcAft>
                <a:spcPts val="0"/>
              </a:spcAft>
              <a:buClr>
                <a:srgbClr val="888888"/>
              </a:buClr>
              <a:buSzPts val="2700"/>
              <a:buNone/>
              <a:defRPr>
                <a:solidFill>
                  <a:srgbClr val="888888"/>
                </a:solidFill>
              </a:defRPr>
            </a:lvl9pPr>
          </a:lstStyle>
          <a:p>
            <a:endParaRPr/>
          </a:p>
        </p:txBody>
      </p:sp>
      <p:sp>
        <p:nvSpPr>
          <p:cNvPr id="159" name="Google Shape;159;p185"/>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0" name="Google Shape;160;p185"/>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1" name="Google Shape;161;p185"/>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grpSp>
        <p:nvGrpSpPr>
          <p:cNvPr id="162" name="Google Shape;162;p185"/>
          <p:cNvGrpSpPr/>
          <p:nvPr/>
        </p:nvGrpSpPr>
        <p:grpSpPr>
          <a:xfrm>
            <a:off x="0" y="0"/>
            <a:ext cx="3445202" cy="4727575"/>
            <a:chOff x="0" y="0"/>
            <a:chExt cx="3445202" cy="4727575"/>
          </a:xfrm>
        </p:grpSpPr>
        <p:grpSp>
          <p:nvGrpSpPr>
            <p:cNvPr id="163" name="Google Shape;163;p185"/>
            <p:cNvGrpSpPr/>
            <p:nvPr/>
          </p:nvGrpSpPr>
          <p:grpSpPr>
            <a:xfrm rot="10800000">
              <a:off x="0" y="0"/>
              <a:ext cx="2913063" cy="4727575"/>
              <a:chOff x="9275762" y="2130425"/>
              <a:chExt cx="2913063" cy="4727575"/>
            </a:xfrm>
          </p:grpSpPr>
          <p:sp>
            <p:nvSpPr>
              <p:cNvPr id="164" name="Google Shape;164;p185"/>
              <p:cNvSpPr/>
              <p:nvPr/>
            </p:nvSpPr>
            <p:spPr>
              <a:xfrm>
                <a:off x="10785475" y="5008562"/>
                <a:ext cx="701675" cy="809625"/>
              </a:xfrm>
              <a:custGeom>
                <a:avLst/>
                <a:gdLst/>
                <a:ahLst/>
                <a:cxnLst/>
                <a:rect l="l" t="t" r="r" b="b"/>
                <a:pathLst>
                  <a:path w="442" h="510" extrusionOk="0">
                    <a:moveTo>
                      <a:pt x="442" y="0"/>
                    </a:moveTo>
                    <a:lnTo>
                      <a:pt x="442" y="510"/>
                    </a:lnTo>
                    <a:lnTo>
                      <a:pt x="442" y="510"/>
                    </a:lnTo>
                    <a:lnTo>
                      <a:pt x="0" y="254"/>
                    </a:lnTo>
                    <a:lnTo>
                      <a:pt x="442" y="0"/>
                    </a:lnTo>
                    <a:close/>
                  </a:path>
                </a:pathLst>
              </a:custGeom>
              <a:solidFill>
                <a:srgbClr val="78001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5" name="Google Shape;165;p185"/>
              <p:cNvSpPr/>
              <p:nvPr/>
            </p:nvSpPr>
            <p:spPr>
              <a:xfrm>
                <a:off x="10785475" y="4602162"/>
                <a:ext cx="701675" cy="809625"/>
              </a:xfrm>
              <a:custGeom>
                <a:avLst/>
                <a:gdLst/>
                <a:ahLst/>
                <a:cxnLst/>
                <a:rect l="l" t="t" r="r" b="b"/>
                <a:pathLst>
                  <a:path w="442" h="510" extrusionOk="0">
                    <a:moveTo>
                      <a:pt x="442" y="256"/>
                    </a:moveTo>
                    <a:lnTo>
                      <a:pt x="442" y="256"/>
                    </a:lnTo>
                    <a:lnTo>
                      <a:pt x="0" y="510"/>
                    </a:lnTo>
                    <a:lnTo>
                      <a:pt x="0" y="510"/>
                    </a:lnTo>
                    <a:lnTo>
                      <a:pt x="0" y="0"/>
                    </a:lnTo>
                    <a:lnTo>
                      <a:pt x="442"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6" name="Google Shape;166;p185"/>
              <p:cNvSpPr/>
              <p:nvPr/>
            </p:nvSpPr>
            <p:spPr>
              <a:xfrm>
                <a:off x="10785475" y="5818187"/>
                <a:ext cx="701675" cy="809625"/>
              </a:xfrm>
              <a:custGeom>
                <a:avLst/>
                <a:gdLst/>
                <a:ahLst/>
                <a:cxnLst/>
                <a:rect l="l" t="t" r="r" b="b"/>
                <a:pathLst>
                  <a:path w="442" h="510" extrusionOk="0">
                    <a:moveTo>
                      <a:pt x="442" y="0"/>
                    </a:moveTo>
                    <a:lnTo>
                      <a:pt x="442" y="510"/>
                    </a:lnTo>
                    <a:lnTo>
                      <a:pt x="0" y="254"/>
                    </a:lnTo>
                    <a:lnTo>
                      <a:pt x="0" y="254"/>
                    </a:lnTo>
                    <a:lnTo>
                      <a:pt x="442" y="0"/>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7" name="Google Shape;167;p185"/>
              <p:cNvSpPr/>
              <p:nvPr/>
            </p:nvSpPr>
            <p:spPr>
              <a:xfrm>
                <a:off x="10785475" y="5411787"/>
                <a:ext cx="701675" cy="809625"/>
              </a:xfrm>
              <a:custGeom>
                <a:avLst/>
                <a:gdLst/>
                <a:ahLst/>
                <a:cxnLst/>
                <a:rect l="l" t="t" r="r" b="b"/>
                <a:pathLst>
                  <a:path w="442" h="510" extrusionOk="0">
                    <a:moveTo>
                      <a:pt x="442" y="256"/>
                    </a:moveTo>
                    <a:lnTo>
                      <a:pt x="0" y="510"/>
                    </a:lnTo>
                    <a:lnTo>
                      <a:pt x="0" y="2"/>
                    </a:lnTo>
                    <a:lnTo>
                      <a:pt x="0" y="0"/>
                    </a:lnTo>
                    <a:lnTo>
                      <a:pt x="442"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8" name="Google Shape;168;p185"/>
              <p:cNvSpPr/>
              <p:nvPr/>
            </p:nvSpPr>
            <p:spPr>
              <a:xfrm>
                <a:off x="10785475" y="5008562"/>
                <a:ext cx="701675" cy="809625"/>
              </a:xfrm>
              <a:custGeom>
                <a:avLst/>
                <a:gdLst/>
                <a:ahLst/>
                <a:cxnLst/>
                <a:rect l="l" t="t" r="r" b="b"/>
                <a:pathLst>
                  <a:path w="442" h="510" extrusionOk="0">
                    <a:moveTo>
                      <a:pt x="442" y="0"/>
                    </a:moveTo>
                    <a:lnTo>
                      <a:pt x="442" y="510"/>
                    </a:lnTo>
                    <a:lnTo>
                      <a:pt x="442" y="510"/>
                    </a:lnTo>
                    <a:lnTo>
                      <a:pt x="0" y="254"/>
                    </a:lnTo>
                    <a:lnTo>
                      <a:pt x="442" y="0"/>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9" name="Google Shape;169;p185"/>
              <p:cNvSpPr/>
              <p:nvPr/>
            </p:nvSpPr>
            <p:spPr>
              <a:xfrm>
                <a:off x="10079037" y="4602162"/>
                <a:ext cx="706438" cy="809625"/>
              </a:xfrm>
              <a:custGeom>
                <a:avLst/>
                <a:gdLst/>
                <a:ahLst/>
                <a:cxnLst/>
                <a:rect l="l" t="t" r="r" b="b"/>
                <a:pathLst>
                  <a:path w="445" h="510" extrusionOk="0">
                    <a:moveTo>
                      <a:pt x="445" y="0"/>
                    </a:moveTo>
                    <a:lnTo>
                      <a:pt x="445" y="510"/>
                    </a:lnTo>
                    <a:lnTo>
                      <a:pt x="0" y="256"/>
                    </a:lnTo>
                    <a:lnTo>
                      <a:pt x="0" y="256"/>
                    </a:lnTo>
                    <a:lnTo>
                      <a:pt x="445" y="0"/>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0" name="Google Shape;170;p185"/>
              <p:cNvSpPr/>
              <p:nvPr/>
            </p:nvSpPr>
            <p:spPr>
              <a:xfrm>
                <a:off x="10079037" y="5008562"/>
                <a:ext cx="706438" cy="809625"/>
              </a:xfrm>
              <a:custGeom>
                <a:avLst/>
                <a:gdLst/>
                <a:ahLst/>
                <a:cxnLst/>
                <a:rect l="l" t="t" r="r" b="b"/>
                <a:pathLst>
                  <a:path w="445" h="510" extrusionOk="0">
                    <a:moveTo>
                      <a:pt x="445" y="254"/>
                    </a:moveTo>
                    <a:lnTo>
                      <a:pt x="445" y="256"/>
                    </a:lnTo>
                    <a:lnTo>
                      <a:pt x="3" y="510"/>
                    </a:lnTo>
                    <a:lnTo>
                      <a:pt x="0" y="510"/>
                    </a:lnTo>
                    <a:lnTo>
                      <a:pt x="0" y="0"/>
                    </a:lnTo>
                    <a:lnTo>
                      <a:pt x="445" y="254"/>
                    </a:lnTo>
                    <a:close/>
                  </a:path>
                </a:pathLst>
              </a:custGeom>
              <a:solidFill>
                <a:srgbClr val="E3651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1" name="Google Shape;171;p185"/>
              <p:cNvSpPr/>
              <p:nvPr/>
            </p:nvSpPr>
            <p:spPr>
              <a:xfrm>
                <a:off x="10785475" y="4602162"/>
                <a:ext cx="701675" cy="809625"/>
              </a:xfrm>
              <a:custGeom>
                <a:avLst/>
                <a:gdLst/>
                <a:ahLst/>
                <a:cxnLst/>
                <a:rect l="l" t="t" r="r" b="b"/>
                <a:pathLst>
                  <a:path w="442" h="510" extrusionOk="0">
                    <a:moveTo>
                      <a:pt x="442" y="256"/>
                    </a:moveTo>
                    <a:lnTo>
                      <a:pt x="442" y="256"/>
                    </a:lnTo>
                    <a:lnTo>
                      <a:pt x="0" y="510"/>
                    </a:lnTo>
                    <a:lnTo>
                      <a:pt x="0" y="510"/>
                    </a:lnTo>
                    <a:lnTo>
                      <a:pt x="0" y="0"/>
                    </a:lnTo>
                    <a:lnTo>
                      <a:pt x="442" y="256"/>
                    </a:lnTo>
                    <a:close/>
                  </a:path>
                </a:pathLst>
              </a:custGeom>
              <a:solidFill>
                <a:srgbClr val="FFA7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2" name="Google Shape;172;p185"/>
              <p:cNvSpPr/>
              <p:nvPr/>
            </p:nvSpPr>
            <p:spPr>
              <a:xfrm>
                <a:off x="9377362" y="3389312"/>
                <a:ext cx="701675" cy="809625"/>
              </a:xfrm>
              <a:custGeom>
                <a:avLst/>
                <a:gdLst/>
                <a:ahLst/>
                <a:cxnLst/>
                <a:rect l="l" t="t" r="r" b="b"/>
                <a:pathLst>
                  <a:path w="442" h="510" extrusionOk="0">
                    <a:moveTo>
                      <a:pt x="442" y="0"/>
                    </a:moveTo>
                    <a:lnTo>
                      <a:pt x="442" y="510"/>
                    </a:lnTo>
                    <a:lnTo>
                      <a:pt x="0" y="254"/>
                    </a:lnTo>
                    <a:lnTo>
                      <a:pt x="0" y="254"/>
                    </a:lnTo>
                    <a:lnTo>
                      <a:pt x="442" y="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3" name="Google Shape;173;p185"/>
              <p:cNvSpPr/>
              <p:nvPr/>
            </p:nvSpPr>
            <p:spPr>
              <a:xfrm>
                <a:off x="10079037" y="4198937"/>
                <a:ext cx="706438" cy="809625"/>
              </a:xfrm>
              <a:custGeom>
                <a:avLst/>
                <a:gdLst/>
                <a:ahLst/>
                <a:cxnLst/>
                <a:rect l="l" t="t" r="r" b="b"/>
                <a:pathLst>
                  <a:path w="445" h="510" extrusionOk="0">
                    <a:moveTo>
                      <a:pt x="445" y="254"/>
                    </a:moveTo>
                    <a:lnTo>
                      <a:pt x="0" y="510"/>
                    </a:lnTo>
                    <a:lnTo>
                      <a:pt x="0" y="0"/>
                    </a:lnTo>
                    <a:lnTo>
                      <a:pt x="0" y="0"/>
                    </a:lnTo>
                    <a:lnTo>
                      <a:pt x="445" y="254"/>
                    </a:lnTo>
                    <a:close/>
                  </a:path>
                </a:pathLst>
              </a:custGeom>
              <a:solidFill>
                <a:srgbClr val="8D8D8D"/>
              </a:solidFill>
              <a:ln w="9525" cap="flat" cmpd="sng">
                <a:solidFill>
                  <a:srgbClr val="8D8D8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4" name="Google Shape;174;p185"/>
              <p:cNvSpPr/>
              <p:nvPr/>
            </p:nvSpPr>
            <p:spPr>
              <a:xfrm>
                <a:off x="9275762" y="4414837"/>
                <a:ext cx="325438" cy="377825"/>
              </a:xfrm>
              <a:custGeom>
                <a:avLst/>
                <a:gdLst/>
                <a:ahLst/>
                <a:cxnLst/>
                <a:rect l="l" t="t" r="r" b="b"/>
                <a:pathLst>
                  <a:path w="205" h="238" extrusionOk="0">
                    <a:moveTo>
                      <a:pt x="205" y="118"/>
                    </a:moveTo>
                    <a:lnTo>
                      <a:pt x="0" y="238"/>
                    </a:lnTo>
                    <a:lnTo>
                      <a:pt x="0" y="0"/>
                    </a:lnTo>
                    <a:lnTo>
                      <a:pt x="0" y="0"/>
                    </a:lnTo>
                    <a:lnTo>
                      <a:pt x="205" y="118"/>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5" name="Google Shape;175;p185"/>
              <p:cNvSpPr/>
              <p:nvPr/>
            </p:nvSpPr>
            <p:spPr>
              <a:xfrm>
                <a:off x="9371012" y="3322637"/>
                <a:ext cx="223838" cy="257175"/>
              </a:xfrm>
              <a:custGeom>
                <a:avLst/>
                <a:gdLst/>
                <a:ahLst/>
                <a:cxnLst/>
                <a:rect l="l" t="t" r="r" b="b"/>
                <a:pathLst>
                  <a:path w="141" h="162" extrusionOk="0">
                    <a:moveTo>
                      <a:pt x="141" y="80"/>
                    </a:moveTo>
                    <a:lnTo>
                      <a:pt x="0" y="162"/>
                    </a:lnTo>
                    <a:lnTo>
                      <a:pt x="0" y="0"/>
                    </a:lnTo>
                    <a:lnTo>
                      <a:pt x="0" y="0"/>
                    </a:lnTo>
                    <a:lnTo>
                      <a:pt x="141" y="8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6" name="Google Shape;176;p185"/>
              <p:cNvSpPr/>
              <p:nvPr/>
            </p:nvSpPr>
            <p:spPr>
              <a:xfrm>
                <a:off x="10079037" y="3792537"/>
                <a:ext cx="706438" cy="809625"/>
              </a:xfrm>
              <a:custGeom>
                <a:avLst/>
                <a:gdLst/>
                <a:ahLst/>
                <a:cxnLst/>
                <a:rect l="l" t="t" r="r" b="b"/>
                <a:pathLst>
                  <a:path w="445" h="510" extrusionOk="0">
                    <a:moveTo>
                      <a:pt x="445" y="0"/>
                    </a:moveTo>
                    <a:lnTo>
                      <a:pt x="445" y="510"/>
                    </a:lnTo>
                    <a:lnTo>
                      <a:pt x="445" y="510"/>
                    </a:lnTo>
                    <a:lnTo>
                      <a:pt x="0" y="256"/>
                    </a:lnTo>
                    <a:lnTo>
                      <a:pt x="445"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7" name="Google Shape;177;p185"/>
              <p:cNvSpPr/>
              <p:nvPr/>
            </p:nvSpPr>
            <p:spPr>
              <a:xfrm>
                <a:off x="10079037" y="3389312"/>
                <a:ext cx="706438" cy="809625"/>
              </a:xfrm>
              <a:custGeom>
                <a:avLst/>
                <a:gdLst/>
                <a:ahLst/>
                <a:cxnLst/>
                <a:rect l="l" t="t" r="r" b="b"/>
                <a:pathLst>
                  <a:path w="445" h="510" extrusionOk="0">
                    <a:moveTo>
                      <a:pt x="445" y="254"/>
                    </a:moveTo>
                    <a:lnTo>
                      <a:pt x="445" y="254"/>
                    </a:lnTo>
                    <a:lnTo>
                      <a:pt x="0" y="510"/>
                    </a:lnTo>
                    <a:lnTo>
                      <a:pt x="0" y="510"/>
                    </a:lnTo>
                    <a:lnTo>
                      <a:pt x="0" y="0"/>
                    </a:lnTo>
                    <a:lnTo>
                      <a:pt x="445"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8" name="Google Shape;178;p185"/>
              <p:cNvSpPr/>
              <p:nvPr/>
            </p:nvSpPr>
            <p:spPr>
              <a:xfrm>
                <a:off x="10079037" y="4602162"/>
                <a:ext cx="706438" cy="809625"/>
              </a:xfrm>
              <a:custGeom>
                <a:avLst/>
                <a:gdLst/>
                <a:ahLst/>
                <a:cxnLst/>
                <a:rect l="l" t="t" r="r" b="b"/>
                <a:pathLst>
                  <a:path w="445" h="510" extrusionOk="0">
                    <a:moveTo>
                      <a:pt x="445" y="0"/>
                    </a:moveTo>
                    <a:lnTo>
                      <a:pt x="445" y="510"/>
                    </a:lnTo>
                    <a:lnTo>
                      <a:pt x="0" y="256"/>
                    </a:lnTo>
                    <a:lnTo>
                      <a:pt x="0" y="256"/>
                    </a:lnTo>
                    <a:lnTo>
                      <a:pt x="445" y="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9" name="Google Shape;179;p185"/>
              <p:cNvSpPr/>
              <p:nvPr/>
            </p:nvSpPr>
            <p:spPr>
              <a:xfrm>
                <a:off x="10079037" y="5008562"/>
                <a:ext cx="706438" cy="809625"/>
              </a:xfrm>
              <a:custGeom>
                <a:avLst/>
                <a:gdLst/>
                <a:ahLst/>
                <a:cxnLst/>
                <a:rect l="l" t="t" r="r" b="b"/>
                <a:pathLst>
                  <a:path w="445" h="510" extrusionOk="0">
                    <a:moveTo>
                      <a:pt x="445" y="254"/>
                    </a:moveTo>
                    <a:lnTo>
                      <a:pt x="445" y="256"/>
                    </a:lnTo>
                    <a:lnTo>
                      <a:pt x="3" y="510"/>
                    </a:lnTo>
                    <a:lnTo>
                      <a:pt x="0" y="510"/>
                    </a:lnTo>
                    <a:lnTo>
                      <a:pt x="0" y="0"/>
                    </a:lnTo>
                    <a:lnTo>
                      <a:pt x="445"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0" name="Google Shape;180;p185"/>
              <p:cNvSpPr/>
              <p:nvPr/>
            </p:nvSpPr>
            <p:spPr>
              <a:xfrm>
                <a:off x="10083800" y="5414962"/>
                <a:ext cx="701675" cy="806450"/>
              </a:xfrm>
              <a:custGeom>
                <a:avLst/>
                <a:gdLst/>
                <a:ahLst/>
                <a:cxnLst/>
                <a:rect l="l" t="t" r="r" b="b"/>
                <a:pathLst>
                  <a:path w="442" h="508" extrusionOk="0">
                    <a:moveTo>
                      <a:pt x="442" y="0"/>
                    </a:moveTo>
                    <a:lnTo>
                      <a:pt x="442" y="508"/>
                    </a:lnTo>
                    <a:lnTo>
                      <a:pt x="0" y="254"/>
                    </a:lnTo>
                    <a:lnTo>
                      <a:pt x="442"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1" name="Google Shape;181;p185"/>
              <p:cNvSpPr/>
              <p:nvPr/>
            </p:nvSpPr>
            <p:spPr>
              <a:xfrm>
                <a:off x="10785475" y="5411787"/>
                <a:ext cx="701675" cy="809625"/>
              </a:xfrm>
              <a:custGeom>
                <a:avLst/>
                <a:gdLst/>
                <a:ahLst/>
                <a:cxnLst/>
                <a:rect l="l" t="t" r="r" b="b"/>
                <a:pathLst>
                  <a:path w="442" h="510" extrusionOk="0">
                    <a:moveTo>
                      <a:pt x="442" y="256"/>
                    </a:moveTo>
                    <a:lnTo>
                      <a:pt x="0" y="510"/>
                    </a:lnTo>
                    <a:lnTo>
                      <a:pt x="0" y="2"/>
                    </a:lnTo>
                    <a:lnTo>
                      <a:pt x="0" y="0"/>
                    </a:lnTo>
                    <a:lnTo>
                      <a:pt x="442" y="256"/>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2" name="Google Shape;182;p185"/>
              <p:cNvSpPr/>
              <p:nvPr/>
            </p:nvSpPr>
            <p:spPr>
              <a:xfrm>
                <a:off x="10785475" y="4602162"/>
                <a:ext cx="701675" cy="809625"/>
              </a:xfrm>
              <a:custGeom>
                <a:avLst/>
                <a:gdLst/>
                <a:ahLst/>
                <a:cxnLst/>
                <a:rect l="l" t="t" r="r" b="b"/>
                <a:pathLst>
                  <a:path w="442" h="510" extrusionOk="0">
                    <a:moveTo>
                      <a:pt x="442" y="256"/>
                    </a:moveTo>
                    <a:lnTo>
                      <a:pt x="442" y="256"/>
                    </a:lnTo>
                    <a:lnTo>
                      <a:pt x="0" y="510"/>
                    </a:lnTo>
                    <a:lnTo>
                      <a:pt x="0" y="510"/>
                    </a:lnTo>
                    <a:lnTo>
                      <a:pt x="0" y="0"/>
                    </a:lnTo>
                    <a:lnTo>
                      <a:pt x="442" y="256"/>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3" name="Google Shape;183;p185"/>
              <p:cNvSpPr/>
              <p:nvPr/>
            </p:nvSpPr>
            <p:spPr>
              <a:xfrm>
                <a:off x="10785475" y="6221412"/>
                <a:ext cx="701675" cy="636588"/>
              </a:xfrm>
              <a:custGeom>
                <a:avLst/>
                <a:gdLst/>
                <a:ahLst/>
                <a:cxnLst/>
                <a:rect l="l" t="t" r="r" b="b"/>
                <a:pathLst>
                  <a:path w="442" h="401" extrusionOk="0">
                    <a:moveTo>
                      <a:pt x="442" y="256"/>
                    </a:moveTo>
                    <a:lnTo>
                      <a:pt x="0" y="0"/>
                    </a:lnTo>
                    <a:lnTo>
                      <a:pt x="0" y="2"/>
                    </a:lnTo>
                    <a:lnTo>
                      <a:pt x="0" y="401"/>
                    </a:lnTo>
                    <a:lnTo>
                      <a:pt x="192" y="401"/>
                    </a:lnTo>
                    <a:lnTo>
                      <a:pt x="442" y="256"/>
                    </a:lnTo>
                    <a:lnTo>
                      <a:pt x="442" y="256"/>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4" name="Google Shape;184;p185"/>
              <p:cNvSpPr/>
              <p:nvPr/>
            </p:nvSpPr>
            <p:spPr>
              <a:xfrm>
                <a:off x="11090275" y="6627812"/>
                <a:ext cx="396875" cy="230188"/>
              </a:xfrm>
              <a:custGeom>
                <a:avLst/>
                <a:gdLst/>
                <a:ahLst/>
                <a:cxnLst/>
                <a:rect l="l" t="t" r="r" b="b"/>
                <a:pathLst>
                  <a:path w="250" h="145" extrusionOk="0">
                    <a:moveTo>
                      <a:pt x="0" y="145"/>
                    </a:moveTo>
                    <a:lnTo>
                      <a:pt x="250" y="145"/>
                    </a:lnTo>
                    <a:lnTo>
                      <a:pt x="250" y="0"/>
                    </a:lnTo>
                    <a:lnTo>
                      <a:pt x="0" y="145"/>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5" name="Google Shape;185;p185"/>
              <p:cNvSpPr/>
              <p:nvPr/>
            </p:nvSpPr>
            <p:spPr>
              <a:xfrm>
                <a:off x="11487150" y="6627812"/>
                <a:ext cx="396875" cy="230188"/>
              </a:xfrm>
              <a:custGeom>
                <a:avLst/>
                <a:gdLst/>
                <a:ahLst/>
                <a:cxnLst/>
                <a:rect l="l" t="t" r="r" b="b"/>
                <a:pathLst>
                  <a:path w="250" h="145" extrusionOk="0">
                    <a:moveTo>
                      <a:pt x="0" y="0"/>
                    </a:moveTo>
                    <a:lnTo>
                      <a:pt x="0" y="145"/>
                    </a:lnTo>
                    <a:lnTo>
                      <a:pt x="250" y="145"/>
                    </a:lnTo>
                    <a:lnTo>
                      <a:pt x="0" y="0"/>
                    </a:lnTo>
                    <a:lnTo>
                      <a:pt x="0"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6" name="Google Shape;186;p185"/>
              <p:cNvSpPr/>
              <p:nvPr/>
            </p:nvSpPr>
            <p:spPr>
              <a:xfrm>
                <a:off x="11487150" y="6232525"/>
                <a:ext cx="687388" cy="625475"/>
              </a:xfrm>
              <a:custGeom>
                <a:avLst/>
                <a:gdLst/>
                <a:ahLst/>
                <a:cxnLst/>
                <a:rect l="l" t="t" r="r" b="b"/>
                <a:pathLst>
                  <a:path w="433" h="394" extrusionOk="0">
                    <a:moveTo>
                      <a:pt x="250" y="394"/>
                    </a:moveTo>
                    <a:lnTo>
                      <a:pt x="433" y="394"/>
                    </a:lnTo>
                    <a:lnTo>
                      <a:pt x="433" y="0"/>
                    </a:lnTo>
                    <a:lnTo>
                      <a:pt x="0" y="249"/>
                    </a:lnTo>
                    <a:lnTo>
                      <a:pt x="250" y="394"/>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7" name="Google Shape;187;p185"/>
              <p:cNvSpPr/>
              <p:nvPr/>
            </p:nvSpPr>
            <p:spPr>
              <a:xfrm>
                <a:off x="9377362" y="5818187"/>
                <a:ext cx="701675" cy="809625"/>
              </a:xfrm>
              <a:custGeom>
                <a:avLst/>
                <a:gdLst/>
                <a:ahLst/>
                <a:cxnLst/>
                <a:rect l="l" t="t" r="r" b="b"/>
                <a:pathLst>
                  <a:path w="442" h="510" extrusionOk="0">
                    <a:moveTo>
                      <a:pt x="0" y="254"/>
                    </a:moveTo>
                    <a:lnTo>
                      <a:pt x="0" y="254"/>
                    </a:lnTo>
                    <a:lnTo>
                      <a:pt x="442" y="510"/>
                    </a:lnTo>
                    <a:lnTo>
                      <a:pt x="442" y="0"/>
                    </a:lnTo>
                    <a:lnTo>
                      <a:pt x="0" y="254"/>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8" name="Google Shape;188;p185"/>
              <p:cNvSpPr/>
              <p:nvPr/>
            </p:nvSpPr>
            <p:spPr>
              <a:xfrm>
                <a:off x="10079037" y="6627812"/>
                <a:ext cx="396875" cy="230188"/>
              </a:xfrm>
              <a:custGeom>
                <a:avLst/>
                <a:gdLst/>
                <a:ahLst/>
                <a:cxnLst/>
                <a:rect l="l" t="t" r="r" b="b"/>
                <a:pathLst>
                  <a:path w="250" h="145" extrusionOk="0">
                    <a:moveTo>
                      <a:pt x="0" y="0"/>
                    </a:moveTo>
                    <a:lnTo>
                      <a:pt x="0" y="0"/>
                    </a:lnTo>
                    <a:lnTo>
                      <a:pt x="0" y="145"/>
                    </a:lnTo>
                    <a:lnTo>
                      <a:pt x="250" y="145"/>
                    </a:lnTo>
                    <a:lnTo>
                      <a:pt x="0"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9" name="Google Shape;189;p185"/>
              <p:cNvSpPr/>
              <p:nvPr/>
            </p:nvSpPr>
            <p:spPr>
              <a:xfrm>
                <a:off x="10079037" y="6224587"/>
                <a:ext cx="706438" cy="633413"/>
              </a:xfrm>
              <a:custGeom>
                <a:avLst/>
                <a:gdLst/>
                <a:ahLst/>
                <a:cxnLst/>
                <a:rect l="l" t="t" r="r" b="b"/>
                <a:pathLst>
                  <a:path w="445" h="399" extrusionOk="0">
                    <a:moveTo>
                      <a:pt x="0" y="254"/>
                    </a:moveTo>
                    <a:lnTo>
                      <a:pt x="250" y="399"/>
                    </a:lnTo>
                    <a:lnTo>
                      <a:pt x="445" y="399"/>
                    </a:lnTo>
                    <a:lnTo>
                      <a:pt x="445" y="0"/>
                    </a:lnTo>
                    <a:lnTo>
                      <a:pt x="0" y="254"/>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0" name="Google Shape;190;p185"/>
              <p:cNvSpPr/>
              <p:nvPr/>
            </p:nvSpPr>
            <p:spPr>
              <a:xfrm>
                <a:off x="10079037" y="5818187"/>
                <a:ext cx="706438" cy="809625"/>
              </a:xfrm>
              <a:custGeom>
                <a:avLst/>
                <a:gdLst/>
                <a:ahLst/>
                <a:cxnLst/>
                <a:rect l="l" t="t" r="r" b="b"/>
                <a:pathLst>
                  <a:path w="445" h="510" extrusionOk="0">
                    <a:moveTo>
                      <a:pt x="445" y="254"/>
                    </a:moveTo>
                    <a:lnTo>
                      <a:pt x="445" y="254"/>
                    </a:lnTo>
                    <a:lnTo>
                      <a:pt x="0" y="0"/>
                    </a:lnTo>
                    <a:lnTo>
                      <a:pt x="0" y="510"/>
                    </a:lnTo>
                    <a:lnTo>
                      <a:pt x="0" y="510"/>
                    </a:lnTo>
                    <a:lnTo>
                      <a:pt x="445" y="256"/>
                    </a:lnTo>
                    <a:lnTo>
                      <a:pt x="445" y="254"/>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1" name="Google Shape;191;p185"/>
              <p:cNvSpPr/>
              <p:nvPr/>
            </p:nvSpPr>
            <p:spPr>
              <a:xfrm>
                <a:off x="10785475" y="3389312"/>
                <a:ext cx="701675" cy="809625"/>
              </a:xfrm>
              <a:custGeom>
                <a:avLst/>
                <a:gdLst/>
                <a:ahLst/>
                <a:cxnLst/>
                <a:rect l="l" t="t" r="r" b="b"/>
                <a:pathLst>
                  <a:path w="442" h="510" extrusionOk="0">
                    <a:moveTo>
                      <a:pt x="442" y="0"/>
                    </a:moveTo>
                    <a:lnTo>
                      <a:pt x="0" y="254"/>
                    </a:lnTo>
                    <a:lnTo>
                      <a:pt x="0" y="254"/>
                    </a:lnTo>
                    <a:lnTo>
                      <a:pt x="442" y="510"/>
                    </a:lnTo>
                    <a:lnTo>
                      <a:pt x="442"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2" name="Google Shape;192;p185"/>
              <p:cNvSpPr/>
              <p:nvPr/>
            </p:nvSpPr>
            <p:spPr>
              <a:xfrm>
                <a:off x="10785475" y="3792537"/>
                <a:ext cx="701675" cy="809625"/>
              </a:xfrm>
              <a:custGeom>
                <a:avLst/>
                <a:gdLst/>
                <a:ahLst/>
                <a:cxnLst/>
                <a:rect l="l" t="t" r="r" b="b"/>
                <a:pathLst>
                  <a:path w="442" h="510" extrusionOk="0">
                    <a:moveTo>
                      <a:pt x="442" y="256"/>
                    </a:moveTo>
                    <a:lnTo>
                      <a:pt x="0" y="0"/>
                    </a:lnTo>
                    <a:lnTo>
                      <a:pt x="0" y="510"/>
                    </a:lnTo>
                    <a:lnTo>
                      <a:pt x="0" y="510"/>
                    </a:lnTo>
                    <a:lnTo>
                      <a:pt x="442" y="256"/>
                    </a:lnTo>
                    <a:lnTo>
                      <a:pt x="442" y="256"/>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3" name="Google Shape;193;p185"/>
              <p:cNvSpPr/>
              <p:nvPr/>
            </p:nvSpPr>
            <p:spPr>
              <a:xfrm>
                <a:off x="10785475" y="4198937"/>
                <a:ext cx="701675" cy="809625"/>
              </a:xfrm>
              <a:custGeom>
                <a:avLst/>
                <a:gdLst/>
                <a:ahLst/>
                <a:cxnLst/>
                <a:rect l="l" t="t" r="r" b="b"/>
                <a:pathLst>
                  <a:path w="442" h="510" extrusionOk="0">
                    <a:moveTo>
                      <a:pt x="0" y="254"/>
                    </a:moveTo>
                    <a:lnTo>
                      <a:pt x="442" y="510"/>
                    </a:lnTo>
                    <a:lnTo>
                      <a:pt x="442" y="0"/>
                    </a:lnTo>
                    <a:lnTo>
                      <a:pt x="0" y="254"/>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4" name="Google Shape;194;p185"/>
              <p:cNvSpPr/>
              <p:nvPr/>
            </p:nvSpPr>
            <p:spPr>
              <a:xfrm>
                <a:off x="11487150" y="4198937"/>
                <a:ext cx="687388" cy="809625"/>
              </a:xfrm>
              <a:custGeom>
                <a:avLst/>
                <a:gdLst/>
                <a:ahLst/>
                <a:cxnLst/>
                <a:rect l="l" t="t" r="r" b="b"/>
                <a:pathLst>
                  <a:path w="433" h="510" extrusionOk="0">
                    <a:moveTo>
                      <a:pt x="0" y="0"/>
                    </a:moveTo>
                    <a:lnTo>
                      <a:pt x="0" y="0"/>
                    </a:lnTo>
                    <a:lnTo>
                      <a:pt x="0" y="510"/>
                    </a:lnTo>
                    <a:lnTo>
                      <a:pt x="433" y="261"/>
                    </a:lnTo>
                    <a:lnTo>
                      <a:pt x="433" y="249"/>
                    </a:lnTo>
                    <a:lnTo>
                      <a:pt x="0"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5" name="Google Shape;195;p185"/>
              <p:cNvSpPr/>
              <p:nvPr/>
            </p:nvSpPr>
            <p:spPr>
              <a:xfrm>
                <a:off x="11487150" y="3803650"/>
                <a:ext cx="687388" cy="790575"/>
              </a:xfrm>
              <a:custGeom>
                <a:avLst/>
                <a:gdLst/>
                <a:ahLst/>
                <a:cxnLst/>
                <a:rect l="l" t="t" r="r" b="b"/>
                <a:pathLst>
                  <a:path w="433" h="498" extrusionOk="0">
                    <a:moveTo>
                      <a:pt x="433" y="0"/>
                    </a:moveTo>
                    <a:lnTo>
                      <a:pt x="0" y="249"/>
                    </a:lnTo>
                    <a:lnTo>
                      <a:pt x="433" y="498"/>
                    </a:lnTo>
                    <a:lnTo>
                      <a:pt x="433"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6" name="Google Shape;196;p185"/>
              <p:cNvSpPr/>
              <p:nvPr/>
            </p:nvSpPr>
            <p:spPr>
              <a:xfrm>
                <a:off x="11737975" y="2130425"/>
                <a:ext cx="201613" cy="233363"/>
              </a:xfrm>
              <a:custGeom>
                <a:avLst/>
                <a:gdLst/>
                <a:ahLst/>
                <a:cxnLst/>
                <a:rect l="l" t="t" r="r" b="b"/>
                <a:pathLst>
                  <a:path w="127" h="147" extrusionOk="0">
                    <a:moveTo>
                      <a:pt x="127" y="147"/>
                    </a:moveTo>
                    <a:lnTo>
                      <a:pt x="127" y="0"/>
                    </a:lnTo>
                    <a:lnTo>
                      <a:pt x="0" y="73"/>
                    </a:lnTo>
                    <a:lnTo>
                      <a:pt x="127" y="147"/>
                    </a:lnTo>
                    <a:lnTo>
                      <a:pt x="127" y="147"/>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7" name="Google Shape;197;p185"/>
              <p:cNvSpPr/>
              <p:nvPr/>
            </p:nvSpPr>
            <p:spPr>
              <a:xfrm>
                <a:off x="11487150" y="2576512"/>
                <a:ext cx="701675" cy="812800"/>
              </a:xfrm>
              <a:custGeom>
                <a:avLst/>
                <a:gdLst/>
                <a:ahLst/>
                <a:cxnLst/>
                <a:rect l="l" t="t" r="r" b="b"/>
                <a:pathLst>
                  <a:path w="442" h="512" extrusionOk="0">
                    <a:moveTo>
                      <a:pt x="0" y="0"/>
                    </a:moveTo>
                    <a:lnTo>
                      <a:pt x="0" y="510"/>
                    </a:lnTo>
                    <a:lnTo>
                      <a:pt x="0" y="512"/>
                    </a:lnTo>
                    <a:lnTo>
                      <a:pt x="442" y="256"/>
                    </a:lnTo>
                    <a:lnTo>
                      <a:pt x="442" y="256"/>
                    </a:lnTo>
                    <a:lnTo>
                      <a:pt x="0"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8" name="Google Shape;198;p185"/>
              <p:cNvSpPr/>
              <p:nvPr/>
            </p:nvSpPr>
            <p:spPr>
              <a:xfrm>
                <a:off x="11487150" y="5818187"/>
                <a:ext cx="687388" cy="809625"/>
              </a:xfrm>
              <a:custGeom>
                <a:avLst/>
                <a:gdLst/>
                <a:ahLst/>
                <a:cxnLst/>
                <a:rect l="l" t="t" r="r" b="b"/>
                <a:pathLst>
                  <a:path w="433" h="510" extrusionOk="0">
                    <a:moveTo>
                      <a:pt x="125" y="72"/>
                    </a:moveTo>
                    <a:lnTo>
                      <a:pt x="0" y="0"/>
                    </a:lnTo>
                    <a:lnTo>
                      <a:pt x="0" y="510"/>
                    </a:lnTo>
                    <a:lnTo>
                      <a:pt x="0" y="510"/>
                    </a:lnTo>
                    <a:lnTo>
                      <a:pt x="433" y="261"/>
                    </a:lnTo>
                    <a:lnTo>
                      <a:pt x="433" y="250"/>
                    </a:lnTo>
                    <a:lnTo>
                      <a:pt x="125" y="72"/>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9" name="Google Shape;199;p185"/>
              <p:cNvSpPr/>
              <p:nvPr/>
            </p:nvSpPr>
            <p:spPr>
              <a:xfrm>
                <a:off x="11487150" y="4613275"/>
                <a:ext cx="687388" cy="792163"/>
              </a:xfrm>
              <a:custGeom>
                <a:avLst/>
                <a:gdLst/>
                <a:ahLst/>
                <a:cxnLst/>
                <a:rect l="l" t="t" r="r" b="b"/>
                <a:pathLst>
                  <a:path w="433" h="499" extrusionOk="0">
                    <a:moveTo>
                      <a:pt x="433" y="0"/>
                    </a:moveTo>
                    <a:lnTo>
                      <a:pt x="0" y="249"/>
                    </a:lnTo>
                    <a:lnTo>
                      <a:pt x="0" y="249"/>
                    </a:lnTo>
                    <a:lnTo>
                      <a:pt x="433" y="499"/>
                    </a:lnTo>
                    <a:lnTo>
                      <a:pt x="433"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00" name="Google Shape;200;p185"/>
              <p:cNvSpPr/>
              <p:nvPr/>
            </p:nvSpPr>
            <p:spPr>
              <a:xfrm>
                <a:off x="11487150" y="5008562"/>
                <a:ext cx="687388" cy="809625"/>
              </a:xfrm>
              <a:custGeom>
                <a:avLst/>
                <a:gdLst/>
                <a:ahLst/>
                <a:cxnLst/>
                <a:rect l="l" t="t" r="r" b="b"/>
                <a:pathLst>
                  <a:path w="433" h="510" extrusionOk="0">
                    <a:moveTo>
                      <a:pt x="433" y="250"/>
                    </a:moveTo>
                    <a:lnTo>
                      <a:pt x="0" y="0"/>
                    </a:lnTo>
                    <a:lnTo>
                      <a:pt x="0" y="510"/>
                    </a:lnTo>
                    <a:lnTo>
                      <a:pt x="0" y="510"/>
                    </a:lnTo>
                    <a:lnTo>
                      <a:pt x="433" y="261"/>
                    </a:lnTo>
                    <a:lnTo>
                      <a:pt x="433" y="250"/>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01" name="Google Shape;201;p185"/>
              <p:cNvSpPr/>
              <p:nvPr/>
            </p:nvSpPr>
            <p:spPr>
              <a:xfrm>
                <a:off x="11487150" y="5422900"/>
                <a:ext cx="687388" cy="792163"/>
              </a:xfrm>
              <a:custGeom>
                <a:avLst/>
                <a:gdLst/>
                <a:ahLst/>
                <a:cxnLst/>
                <a:rect l="l" t="t" r="r" b="b"/>
                <a:pathLst>
                  <a:path w="433" h="499" extrusionOk="0">
                    <a:moveTo>
                      <a:pt x="433" y="0"/>
                    </a:moveTo>
                    <a:lnTo>
                      <a:pt x="0" y="249"/>
                    </a:lnTo>
                    <a:lnTo>
                      <a:pt x="125" y="321"/>
                    </a:lnTo>
                    <a:lnTo>
                      <a:pt x="433" y="499"/>
                    </a:lnTo>
                    <a:lnTo>
                      <a:pt x="433"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02" name="Google Shape;202;p185"/>
              <p:cNvSpPr/>
              <p:nvPr/>
            </p:nvSpPr>
            <p:spPr>
              <a:xfrm>
                <a:off x="11685587" y="5932487"/>
                <a:ext cx="488950" cy="282575"/>
              </a:xfrm>
              <a:custGeom>
                <a:avLst/>
                <a:gdLst/>
                <a:ahLst/>
                <a:cxnLst/>
                <a:rect l="l" t="t" r="r" b="b"/>
                <a:pathLst>
                  <a:path w="308" h="178" extrusionOk="0">
                    <a:moveTo>
                      <a:pt x="308" y="178"/>
                    </a:moveTo>
                    <a:lnTo>
                      <a:pt x="0" y="0"/>
                    </a:lnTo>
                    <a:lnTo>
                      <a:pt x="308" y="178"/>
                    </a:lnTo>
                    <a:lnTo>
                      <a:pt x="308" y="178"/>
                    </a:lnTo>
                    <a:close/>
                  </a:path>
                </a:pathLst>
              </a:custGeom>
              <a:solidFill>
                <a:srgbClr val="00A6A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
          <p:nvSpPr>
            <p:cNvPr id="203" name="Google Shape;203;p185"/>
            <p:cNvSpPr/>
            <p:nvPr/>
          </p:nvSpPr>
          <p:spPr>
            <a:xfrm rot="10800000">
              <a:off x="2853998" y="686979"/>
              <a:ext cx="591204" cy="690398"/>
            </a:xfrm>
            <a:custGeom>
              <a:avLst/>
              <a:gdLst/>
              <a:ahLst/>
              <a:cxnLst/>
              <a:rect l="l" t="t" r="r" b="b"/>
              <a:pathLst>
                <a:path w="149" h="174" extrusionOk="0">
                  <a:moveTo>
                    <a:pt x="0" y="87"/>
                  </a:moveTo>
                  <a:lnTo>
                    <a:pt x="0" y="87"/>
                  </a:lnTo>
                  <a:lnTo>
                    <a:pt x="149" y="0"/>
                  </a:lnTo>
                  <a:lnTo>
                    <a:pt x="149" y="0"/>
                  </a:lnTo>
                  <a:lnTo>
                    <a:pt x="149" y="174"/>
                  </a:lnTo>
                  <a:lnTo>
                    <a:pt x="0" y="87"/>
                  </a:lnTo>
                  <a:close/>
                </a:path>
              </a:pathLst>
            </a:custGeom>
            <a:solidFill>
              <a:srgbClr val="C4C4C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Our Service">
  <p:cSld name="Our Service">
    <p:spTree>
      <p:nvGrpSpPr>
        <p:cNvPr id="1" name="Shape 204"/>
        <p:cNvGrpSpPr/>
        <p:nvPr/>
      </p:nvGrpSpPr>
      <p:grpSpPr>
        <a:xfrm>
          <a:off x="0" y="0"/>
          <a:ext cx="0" cy="0"/>
          <a:chOff x="0" y="0"/>
          <a:chExt cx="0" cy="0"/>
        </a:xfrm>
      </p:grpSpPr>
      <p:sp>
        <p:nvSpPr>
          <p:cNvPr id="205" name="Google Shape;205;p186"/>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6" name="Google Shape;206;p186"/>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7" name="Google Shape;207;p186"/>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08" name="Google Shape;208;p186"/>
          <p:cNvSpPr/>
          <p:nvPr/>
        </p:nvSpPr>
        <p:spPr>
          <a:xfrm>
            <a:off x="0" y="708746"/>
            <a:ext cx="6094411" cy="821288"/>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09" name="Google Shape;209;p186"/>
          <p:cNvSpPr/>
          <p:nvPr/>
        </p:nvSpPr>
        <p:spPr>
          <a:xfrm>
            <a:off x="616764" y="1532063"/>
            <a:ext cx="10947963" cy="2880320"/>
          </a:xfrm>
          <a:prstGeom prst="rect">
            <a:avLst/>
          </a:prstGeom>
          <a:solidFill>
            <a:schemeClr val="lt1">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10" name="Google Shape;210;p186"/>
          <p:cNvSpPr>
            <a:spLocks noGrp="1"/>
          </p:cNvSpPr>
          <p:nvPr>
            <p:ph type="pic" idx="2"/>
          </p:nvPr>
        </p:nvSpPr>
        <p:spPr>
          <a:xfrm>
            <a:off x="1295633" y="2078160"/>
            <a:ext cx="4458409" cy="1800225"/>
          </a:xfrm>
          <a:prstGeom prst="rect">
            <a:avLst/>
          </a:prstGeom>
          <a:solidFill>
            <a:srgbClr val="D8D8D8"/>
          </a:solidFill>
          <a:ln>
            <a:noFill/>
          </a:ln>
        </p:spPr>
      </p:sp>
      <p:sp>
        <p:nvSpPr>
          <p:cNvPr id="211" name="Google Shape;211;p186"/>
          <p:cNvSpPr>
            <a:spLocks noGrp="1"/>
          </p:cNvSpPr>
          <p:nvPr>
            <p:ph type="pic" idx="3"/>
          </p:nvPr>
        </p:nvSpPr>
        <p:spPr>
          <a:xfrm>
            <a:off x="6420125" y="2078160"/>
            <a:ext cx="4458409" cy="1800225"/>
          </a:xfrm>
          <a:prstGeom prst="rect">
            <a:avLst/>
          </a:prstGeom>
          <a:solidFill>
            <a:srgbClr val="D8D8D8"/>
          </a:solidFill>
          <a:ln>
            <a:noFill/>
          </a:ln>
        </p:spPr>
      </p:sp>
      <p:sp>
        <p:nvSpPr>
          <p:cNvPr id="212" name="Google Shape;212;p186"/>
          <p:cNvSpPr txBox="1">
            <a:spLocks noGrp="1"/>
          </p:cNvSpPr>
          <p:nvPr>
            <p:ph type="body" idx="1"/>
          </p:nvPr>
        </p:nvSpPr>
        <p:spPr>
          <a:xfrm>
            <a:off x="0" y="794684"/>
            <a:ext cx="5754688"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3" name="Google Shape;213;p186"/>
          <p:cNvSpPr txBox="1">
            <a:spLocks noGrp="1"/>
          </p:cNvSpPr>
          <p:nvPr>
            <p:ph type="body" idx="4"/>
          </p:nvPr>
        </p:nvSpPr>
        <p:spPr>
          <a:xfrm>
            <a:off x="1295633" y="4574194"/>
            <a:ext cx="4481513" cy="457910"/>
          </a:xfrm>
          <a:prstGeom prst="rect">
            <a:avLst/>
          </a:prstGeom>
          <a:noFill/>
          <a:ln>
            <a:noFill/>
          </a:ln>
        </p:spPr>
        <p:txBody>
          <a:bodyPr spcFirstLastPara="1" wrap="square" lIns="0" tIns="60925" rIns="0" bIns="60925" anchor="b" anchorCtr="0">
            <a:normAutofit/>
          </a:bodyPr>
          <a:lstStyle>
            <a:lvl1pPr marL="457200" lvl="0" indent="-228600" algn="l">
              <a:spcBef>
                <a:spcPts val="400"/>
              </a:spcBef>
              <a:spcAft>
                <a:spcPts val="0"/>
              </a:spcAft>
              <a:buClr>
                <a:schemeClr val="dk1"/>
              </a:buClr>
              <a:buSzPts val="2000"/>
              <a:buFont typeface="Open Sans"/>
              <a:buNone/>
              <a:defRPr sz="20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4" name="Google Shape;214;p186"/>
          <p:cNvSpPr txBox="1">
            <a:spLocks noGrp="1"/>
          </p:cNvSpPr>
          <p:nvPr>
            <p:ph type="body" idx="5"/>
          </p:nvPr>
        </p:nvSpPr>
        <p:spPr>
          <a:xfrm>
            <a:off x="1295633" y="5108192"/>
            <a:ext cx="4481513" cy="835585"/>
          </a:xfrm>
          <a:prstGeom prst="rect">
            <a:avLst/>
          </a:prstGeom>
          <a:noFill/>
          <a:ln>
            <a:noFill/>
          </a:ln>
        </p:spPr>
        <p:txBody>
          <a:bodyPr spcFirstLastPara="1" wrap="square" lIns="0" tIns="60925" rIns="0" bIns="60925" anchor="t" anchorCtr="0">
            <a:normAutofit/>
          </a:bodyPr>
          <a:lstStyle>
            <a:lvl1pPr marL="457200" lvl="0" indent="-228600" algn="l">
              <a:spcBef>
                <a:spcPts val="320"/>
              </a:spcBef>
              <a:spcAft>
                <a:spcPts val="0"/>
              </a:spcAft>
              <a:buClr>
                <a:schemeClr val="dk1"/>
              </a:buClr>
              <a:buSzPts val="1600"/>
              <a:buFont typeface="Open Sans"/>
              <a:buNone/>
              <a:defRPr sz="16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5" name="Google Shape;215;p186"/>
          <p:cNvSpPr txBox="1">
            <a:spLocks noGrp="1"/>
          </p:cNvSpPr>
          <p:nvPr>
            <p:ph type="body" idx="6"/>
          </p:nvPr>
        </p:nvSpPr>
        <p:spPr>
          <a:xfrm>
            <a:off x="6391740" y="4574194"/>
            <a:ext cx="4481513" cy="457910"/>
          </a:xfrm>
          <a:prstGeom prst="rect">
            <a:avLst/>
          </a:prstGeom>
          <a:noFill/>
          <a:ln>
            <a:noFill/>
          </a:ln>
        </p:spPr>
        <p:txBody>
          <a:bodyPr spcFirstLastPara="1" wrap="square" lIns="0" tIns="60925" rIns="0" bIns="60925" anchor="b" anchorCtr="0">
            <a:normAutofit/>
          </a:bodyPr>
          <a:lstStyle>
            <a:lvl1pPr marL="457200" lvl="0" indent="-228600" algn="l">
              <a:spcBef>
                <a:spcPts val="400"/>
              </a:spcBef>
              <a:spcAft>
                <a:spcPts val="0"/>
              </a:spcAft>
              <a:buClr>
                <a:schemeClr val="dk1"/>
              </a:buClr>
              <a:buSzPts val="2000"/>
              <a:buFont typeface="Open Sans"/>
              <a:buNone/>
              <a:defRPr sz="20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6" name="Google Shape;216;p186"/>
          <p:cNvSpPr txBox="1">
            <a:spLocks noGrp="1"/>
          </p:cNvSpPr>
          <p:nvPr>
            <p:ph type="body" idx="7"/>
          </p:nvPr>
        </p:nvSpPr>
        <p:spPr>
          <a:xfrm>
            <a:off x="6391740" y="5108192"/>
            <a:ext cx="4481513" cy="835585"/>
          </a:xfrm>
          <a:prstGeom prst="rect">
            <a:avLst/>
          </a:prstGeom>
          <a:noFill/>
          <a:ln>
            <a:noFill/>
          </a:ln>
        </p:spPr>
        <p:txBody>
          <a:bodyPr spcFirstLastPara="1" wrap="square" lIns="0" tIns="60925" rIns="0" bIns="60925" anchor="t" anchorCtr="0">
            <a:normAutofit/>
          </a:bodyPr>
          <a:lstStyle>
            <a:lvl1pPr marL="457200" lvl="0" indent="-228600" algn="l">
              <a:spcBef>
                <a:spcPts val="320"/>
              </a:spcBef>
              <a:spcAft>
                <a:spcPts val="0"/>
              </a:spcAft>
              <a:buClr>
                <a:schemeClr val="dk1"/>
              </a:buClr>
              <a:buSzPts val="1600"/>
              <a:buFont typeface="Open Sans"/>
              <a:buNone/>
              <a:defRPr sz="16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he Team">
  <p:cSld name="The Team">
    <p:spTree>
      <p:nvGrpSpPr>
        <p:cNvPr id="1" name="Shape 217"/>
        <p:cNvGrpSpPr/>
        <p:nvPr/>
      </p:nvGrpSpPr>
      <p:grpSpPr>
        <a:xfrm>
          <a:off x="0" y="0"/>
          <a:ext cx="0" cy="0"/>
          <a:chOff x="0" y="0"/>
          <a:chExt cx="0" cy="0"/>
        </a:xfrm>
      </p:grpSpPr>
      <p:sp>
        <p:nvSpPr>
          <p:cNvPr id="218" name="Google Shape;218;p187"/>
          <p:cNvSpPr/>
          <p:nvPr/>
        </p:nvSpPr>
        <p:spPr>
          <a:xfrm>
            <a:off x="-41943" y="0"/>
            <a:ext cx="4402929" cy="6858000"/>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19" name="Google Shape;219;p187"/>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0" name="Google Shape;220;p187"/>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1" name="Google Shape;221;p187"/>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22" name="Google Shape;222;p187"/>
          <p:cNvSpPr txBox="1">
            <a:spLocks noGrp="1"/>
          </p:cNvSpPr>
          <p:nvPr>
            <p:ph type="body" idx="1"/>
          </p:nvPr>
        </p:nvSpPr>
        <p:spPr>
          <a:xfrm>
            <a:off x="602805" y="1060150"/>
            <a:ext cx="3547750" cy="649288"/>
          </a:xfrm>
          <a:prstGeom prst="rect">
            <a:avLst/>
          </a:prstGeom>
          <a:noFill/>
          <a:ln>
            <a:noFill/>
          </a:ln>
        </p:spPr>
        <p:txBody>
          <a:bodyPr spcFirstLastPara="1" wrap="square" lIns="121875" tIns="60925" rIns="121875" bIns="60925" anchor="ctr" anchorCtr="0">
            <a:noAutofit/>
          </a:bodyPr>
          <a:lstStyle>
            <a:lvl1pPr marL="457200" lvl="0" indent="-228600" algn="r">
              <a:lnSpc>
                <a:spcPct val="80000"/>
              </a:lnSpc>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23" name="Google Shape;223;p187"/>
          <p:cNvSpPr>
            <a:spLocks noGrp="1"/>
          </p:cNvSpPr>
          <p:nvPr>
            <p:ph type="pic" idx="2"/>
          </p:nvPr>
        </p:nvSpPr>
        <p:spPr>
          <a:xfrm>
            <a:off x="4364494" y="2060843"/>
            <a:ext cx="1352103" cy="1352103"/>
          </a:xfrm>
          <a:prstGeom prst="rect">
            <a:avLst/>
          </a:prstGeom>
          <a:noFill/>
          <a:ln>
            <a:noFill/>
          </a:ln>
        </p:spPr>
      </p:sp>
      <p:sp>
        <p:nvSpPr>
          <p:cNvPr id="224" name="Google Shape;224;p187"/>
          <p:cNvSpPr>
            <a:spLocks noGrp="1"/>
          </p:cNvSpPr>
          <p:nvPr>
            <p:ph type="pic" idx="3"/>
          </p:nvPr>
        </p:nvSpPr>
        <p:spPr>
          <a:xfrm>
            <a:off x="5720105" y="2060843"/>
            <a:ext cx="1352103" cy="1352103"/>
          </a:xfrm>
          <a:prstGeom prst="rect">
            <a:avLst/>
          </a:prstGeom>
          <a:noFill/>
          <a:ln>
            <a:noFill/>
          </a:ln>
        </p:spPr>
      </p:sp>
      <p:sp>
        <p:nvSpPr>
          <p:cNvPr id="225" name="Google Shape;225;p187"/>
          <p:cNvSpPr>
            <a:spLocks noGrp="1"/>
          </p:cNvSpPr>
          <p:nvPr>
            <p:ph type="pic" idx="4"/>
          </p:nvPr>
        </p:nvSpPr>
        <p:spPr>
          <a:xfrm>
            <a:off x="8819301" y="724645"/>
            <a:ext cx="1352103" cy="1352103"/>
          </a:xfrm>
          <a:prstGeom prst="rect">
            <a:avLst/>
          </a:prstGeom>
          <a:noFill/>
          <a:ln>
            <a:noFill/>
          </a:ln>
        </p:spPr>
      </p:sp>
      <p:sp>
        <p:nvSpPr>
          <p:cNvPr id="226" name="Google Shape;226;p187"/>
          <p:cNvSpPr>
            <a:spLocks noGrp="1"/>
          </p:cNvSpPr>
          <p:nvPr>
            <p:ph type="pic" idx="5"/>
          </p:nvPr>
        </p:nvSpPr>
        <p:spPr>
          <a:xfrm>
            <a:off x="5722876" y="4760031"/>
            <a:ext cx="1352103" cy="1352103"/>
          </a:xfrm>
          <a:prstGeom prst="rect">
            <a:avLst/>
          </a:prstGeom>
          <a:noFill/>
          <a:ln>
            <a:no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ompany Profile">
  <p:cSld name="Company Profile">
    <p:spTree>
      <p:nvGrpSpPr>
        <p:cNvPr id="1" name="Shape 227"/>
        <p:cNvGrpSpPr/>
        <p:nvPr/>
      </p:nvGrpSpPr>
      <p:grpSpPr>
        <a:xfrm>
          <a:off x="0" y="0"/>
          <a:ext cx="0" cy="0"/>
          <a:chOff x="0" y="0"/>
          <a:chExt cx="0" cy="0"/>
        </a:xfrm>
      </p:grpSpPr>
      <p:sp>
        <p:nvSpPr>
          <p:cNvPr id="228" name="Google Shape;228;p188"/>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9" name="Google Shape;229;p188"/>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0" name="Google Shape;230;p188"/>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31" name="Google Shape;231;p188"/>
          <p:cNvSpPr/>
          <p:nvPr/>
        </p:nvSpPr>
        <p:spPr>
          <a:xfrm>
            <a:off x="1" y="708746"/>
            <a:ext cx="4942284" cy="821288"/>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32" name="Google Shape;232;p188"/>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33" name="Google Shape;233;p188"/>
          <p:cNvSpPr>
            <a:spLocks noGrp="1"/>
          </p:cNvSpPr>
          <p:nvPr>
            <p:ph type="pic" idx="2"/>
          </p:nvPr>
        </p:nvSpPr>
        <p:spPr>
          <a:xfrm>
            <a:off x="0" y="1529910"/>
            <a:ext cx="4942284" cy="3411257"/>
          </a:xfrm>
          <a:prstGeom prst="rect">
            <a:avLst/>
          </a:prstGeom>
          <a:noFill/>
          <a:ln>
            <a:no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Project Two Column">
  <p:cSld name="Project Two Column">
    <p:spTree>
      <p:nvGrpSpPr>
        <p:cNvPr id="1" name="Shape 234"/>
        <p:cNvGrpSpPr/>
        <p:nvPr/>
      </p:nvGrpSpPr>
      <p:grpSpPr>
        <a:xfrm>
          <a:off x="0" y="0"/>
          <a:ext cx="0" cy="0"/>
          <a:chOff x="0" y="0"/>
          <a:chExt cx="0" cy="0"/>
        </a:xfrm>
      </p:grpSpPr>
      <p:sp>
        <p:nvSpPr>
          <p:cNvPr id="235" name="Google Shape;235;p189"/>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6" name="Google Shape;236;p189"/>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7" name="Google Shape;237;p189"/>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38" name="Google Shape;238;p189"/>
          <p:cNvSpPr/>
          <p:nvPr/>
        </p:nvSpPr>
        <p:spPr>
          <a:xfrm>
            <a:off x="1" y="708746"/>
            <a:ext cx="4942284" cy="821288"/>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39" name="Google Shape;239;p189"/>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0" name="Google Shape;240;p189"/>
          <p:cNvSpPr>
            <a:spLocks noGrp="1"/>
          </p:cNvSpPr>
          <p:nvPr>
            <p:ph type="pic" idx="2"/>
          </p:nvPr>
        </p:nvSpPr>
        <p:spPr>
          <a:xfrm>
            <a:off x="609599" y="1529909"/>
            <a:ext cx="5439509" cy="4419363"/>
          </a:xfrm>
          <a:prstGeom prst="rect">
            <a:avLst/>
          </a:prstGeom>
          <a:noFill/>
          <a:ln>
            <a:noFill/>
          </a:ln>
        </p:spPr>
      </p:sp>
      <p:sp>
        <p:nvSpPr>
          <p:cNvPr id="241" name="Google Shape;241;p189"/>
          <p:cNvSpPr>
            <a:spLocks noGrp="1"/>
          </p:cNvSpPr>
          <p:nvPr>
            <p:ph type="pic" idx="3"/>
          </p:nvPr>
        </p:nvSpPr>
        <p:spPr>
          <a:xfrm>
            <a:off x="6131169" y="1529909"/>
            <a:ext cx="5439509" cy="4419363"/>
          </a:xfrm>
          <a:prstGeom prst="rect">
            <a:avLst/>
          </a:prstGeom>
          <a:noFill/>
          <a:ln>
            <a:no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Our Appraoch">
  <p:cSld name="Our Appraoch">
    <p:spTree>
      <p:nvGrpSpPr>
        <p:cNvPr id="1" name="Shape 242"/>
        <p:cNvGrpSpPr/>
        <p:nvPr/>
      </p:nvGrpSpPr>
      <p:grpSpPr>
        <a:xfrm>
          <a:off x="0" y="0"/>
          <a:ext cx="0" cy="0"/>
          <a:chOff x="0" y="0"/>
          <a:chExt cx="0" cy="0"/>
        </a:xfrm>
      </p:grpSpPr>
      <p:sp>
        <p:nvSpPr>
          <p:cNvPr id="243" name="Google Shape;243;p190"/>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4" name="Google Shape;244;p190"/>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5" name="Google Shape;245;p190"/>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46" name="Google Shape;246;p190"/>
          <p:cNvSpPr/>
          <p:nvPr/>
        </p:nvSpPr>
        <p:spPr>
          <a:xfrm>
            <a:off x="1" y="708746"/>
            <a:ext cx="4942284" cy="821288"/>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47" name="Google Shape;247;p190"/>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8" name="Google Shape;248;p190"/>
          <p:cNvSpPr>
            <a:spLocks noGrp="1"/>
          </p:cNvSpPr>
          <p:nvPr>
            <p:ph type="pic" idx="2"/>
          </p:nvPr>
        </p:nvSpPr>
        <p:spPr>
          <a:xfrm>
            <a:off x="609599" y="1529909"/>
            <a:ext cx="10961079" cy="2475155"/>
          </a:xfrm>
          <a:prstGeom prst="rect">
            <a:avLst/>
          </a:prstGeom>
          <a:noFill/>
          <a:ln>
            <a:no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Project Tree Column">
  <p:cSld name="Project Tree Column">
    <p:spTree>
      <p:nvGrpSpPr>
        <p:cNvPr id="1" name="Shape 249"/>
        <p:cNvGrpSpPr/>
        <p:nvPr/>
      </p:nvGrpSpPr>
      <p:grpSpPr>
        <a:xfrm>
          <a:off x="0" y="0"/>
          <a:ext cx="0" cy="0"/>
          <a:chOff x="0" y="0"/>
          <a:chExt cx="0" cy="0"/>
        </a:xfrm>
      </p:grpSpPr>
      <p:sp>
        <p:nvSpPr>
          <p:cNvPr id="250" name="Google Shape;250;p191"/>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1" name="Google Shape;251;p191"/>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2" name="Google Shape;252;p191"/>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53" name="Google Shape;253;p191"/>
          <p:cNvSpPr/>
          <p:nvPr/>
        </p:nvSpPr>
        <p:spPr>
          <a:xfrm>
            <a:off x="1" y="708746"/>
            <a:ext cx="4942284" cy="821288"/>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54" name="Google Shape;254;p191"/>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55" name="Google Shape;255;p191"/>
          <p:cNvSpPr>
            <a:spLocks noGrp="1"/>
          </p:cNvSpPr>
          <p:nvPr>
            <p:ph type="pic" idx="2"/>
          </p:nvPr>
        </p:nvSpPr>
        <p:spPr>
          <a:xfrm>
            <a:off x="609441" y="1529909"/>
            <a:ext cx="3605855" cy="4419363"/>
          </a:xfrm>
          <a:prstGeom prst="rect">
            <a:avLst/>
          </a:prstGeom>
          <a:noFill/>
          <a:ln>
            <a:noFill/>
          </a:ln>
        </p:spPr>
      </p:sp>
      <p:sp>
        <p:nvSpPr>
          <p:cNvPr id="256" name="Google Shape;256;p191"/>
          <p:cNvSpPr>
            <a:spLocks noGrp="1"/>
          </p:cNvSpPr>
          <p:nvPr>
            <p:ph type="pic" idx="3"/>
          </p:nvPr>
        </p:nvSpPr>
        <p:spPr>
          <a:xfrm>
            <a:off x="4298073" y="1529909"/>
            <a:ext cx="3605855" cy="4419363"/>
          </a:xfrm>
          <a:prstGeom prst="rect">
            <a:avLst/>
          </a:prstGeom>
          <a:noFill/>
          <a:ln>
            <a:noFill/>
          </a:ln>
        </p:spPr>
      </p:sp>
      <p:sp>
        <p:nvSpPr>
          <p:cNvPr id="257" name="Google Shape;257;p191"/>
          <p:cNvSpPr>
            <a:spLocks noGrp="1"/>
          </p:cNvSpPr>
          <p:nvPr>
            <p:ph type="pic" idx="4"/>
          </p:nvPr>
        </p:nvSpPr>
        <p:spPr>
          <a:xfrm>
            <a:off x="7986705" y="1529909"/>
            <a:ext cx="3605855" cy="4419363"/>
          </a:xfrm>
          <a:prstGeom prst="rect">
            <a:avLst/>
          </a:prstGeom>
          <a:noFill/>
          <a:ln>
            <a:no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8"/>
        <p:cNvGrpSpPr/>
        <p:nvPr/>
      </p:nvGrpSpPr>
      <p:grpSpPr>
        <a:xfrm>
          <a:off x="0" y="0"/>
          <a:ext cx="0" cy="0"/>
          <a:chOff x="0" y="0"/>
          <a:chExt cx="0" cy="0"/>
        </a:xfrm>
      </p:grpSpPr>
      <p:sp>
        <p:nvSpPr>
          <p:cNvPr id="259" name="Google Shape;259;p192"/>
          <p:cNvSpPr/>
          <p:nvPr/>
        </p:nvSpPr>
        <p:spPr>
          <a:xfrm flipH="1">
            <a:off x="4294212" y="0"/>
            <a:ext cx="7876318" cy="6858000"/>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60" name="Google Shape;260;p192"/>
          <p:cNvSpPr/>
          <p:nvPr/>
        </p:nvSpPr>
        <p:spPr>
          <a:xfrm>
            <a:off x="-39608" y="-3"/>
            <a:ext cx="4333820" cy="4876818"/>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grpSp>
        <p:nvGrpSpPr>
          <p:cNvPr id="261" name="Google Shape;261;p192"/>
          <p:cNvGrpSpPr/>
          <p:nvPr/>
        </p:nvGrpSpPr>
        <p:grpSpPr>
          <a:xfrm>
            <a:off x="1" y="0"/>
            <a:ext cx="2601913" cy="2833688"/>
            <a:chOff x="0" y="0"/>
            <a:chExt cx="2601913" cy="2833688"/>
          </a:xfrm>
        </p:grpSpPr>
        <p:sp>
          <p:nvSpPr>
            <p:cNvPr id="262" name="Google Shape;262;p192"/>
            <p:cNvSpPr/>
            <p:nvPr/>
          </p:nvSpPr>
          <p:spPr>
            <a:xfrm>
              <a:off x="0"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78001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3" name="Google Shape;263;p192"/>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4" name="Google Shape;264;p192"/>
            <p:cNvSpPr/>
            <p:nvPr/>
          </p:nvSpPr>
          <p:spPr>
            <a:xfrm>
              <a:off x="0"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5" name="Google Shape;265;p192"/>
            <p:cNvSpPr/>
            <p:nvPr/>
          </p:nvSpPr>
          <p:spPr>
            <a:xfrm>
              <a:off x="0" y="1212850"/>
              <a:ext cx="701675" cy="814388"/>
            </a:xfrm>
            <a:custGeom>
              <a:avLst/>
              <a:gdLst/>
              <a:ahLst/>
              <a:cxnLst/>
              <a:rect l="l" t="t" r="r" b="b"/>
              <a:pathLst>
                <a:path w="442" h="513" extrusionOk="0">
                  <a:moveTo>
                    <a:pt x="0" y="257"/>
                  </a:moveTo>
                  <a:lnTo>
                    <a:pt x="0" y="257"/>
                  </a:lnTo>
                  <a:lnTo>
                    <a:pt x="442" y="0"/>
                  </a:lnTo>
                  <a:lnTo>
                    <a:pt x="442" y="3"/>
                  </a:lnTo>
                  <a:lnTo>
                    <a:pt x="442" y="513"/>
                  </a:lnTo>
                  <a:lnTo>
                    <a:pt x="0" y="257"/>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6" name="Google Shape;266;p192"/>
            <p:cNvSpPr/>
            <p:nvPr/>
          </p:nvSpPr>
          <p:spPr>
            <a:xfrm>
              <a:off x="234949" y="2359025"/>
              <a:ext cx="406465" cy="474663"/>
            </a:xfrm>
            <a:custGeom>
              <a:avLst/>
              <a:gdLst/>
              <a:ahLst/>
              <a:cxnLst/>
              <a:rect l="l" t="t" r="r" b="b"/>
              <a:pathLst>
                <a:path w="149" h="174" extrusionOk="0">
                  <a:moveTo>
                    <a:pt x="0" y="87"/>
                  </a:moveTo>
                  <a:lnTo>
                    <a:pt x="0" y="87"/>
                  </a:lnTo>
                  <a:lnTo>
                    <a:pt x="149" y="0"/>
                  </a:lnTo>
                  <a:lnTo>
                    <a:pt x="149" y="0"/>
                  </a:lnTo>
                  <a:lnTo>
                    <a:pt x="149" y="174"/>
                  </a:lnTo>
                  <a:lnTo>
                    <a:pt x="0" y="87"/>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7" name="Google Shape;267;p192"/>
            <p:cNvSpPr/>
            <p:nvPr/>
          </p:nvSpPr>
          <p:spPr>
            <a:xfrm>
              <a:off x="0" y="809625"/>
              <a:ext cx="701675" cy="811213"/>
            </a:xfrm>
            <a:custGeom>
              <a:avLst/>
              <a:gdLst/>
              <a:ahLst/>
              <a:cxnLst/>
              <a:rect l="l" t="t" r="r" b="b"/>
              <a:pathLst>
                <a:path w="442" h="511" extrusionOk="0">
                  <a:moveTo>
                    <a:pt x="0" y="511"/>
                  </a:moveTo>
                  <a:lnTo>
                    <a:pt x="0" y="0"/>
                  </a:lnTo>
                  <a:lnTo>
                    <a:pt x="442" y="254"/>
                  </a:lnTo>
                  <a:lnTo>
                    <a:pt x="0" y="511"/>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8" name="Google Shape;268;p192"/>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9" name="Google Shape;269;p192"/>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rgbClr val="E3651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0" name="Google Shape;270;p192"/>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FA7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1" name="Google Shape;271;p192"/>
            <p:cNvSpPr/>
            <p:nvPr/>
          </p:nvSpPr>
          <p:spPr>
            <a:xfrm>
              <a:off x="1408113"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2" name="Google Shape;272;p192"/>
            <p:cNvSpPr/>
            <p:nvPr/>
          </p:nvSpPr>
          <p:spPr>
            <a:xfrm>
              <a:off x="2317750" y="241300"/>
              <a:ext cx="284163" cy="328613"/>
            </a:xfrm>
            <a:custGeom>
              <a:avLst/>
              <a:gdLst/>
              <a:ahLst/>
              <a:cxnLst/>
              <a:rect l="l" t="t" r="r" b="b"/>
              <a:pathLst>
                <a:path w="179" h="207" extrusionOk="0">
                  <a:moveTo>
                    <a:pt x="0" y="207"/>
                  </a:moveTo>
                  <a:lnTo>
                    <a:pt x="0" y="0"/>
                  </a:lnTo>
                  <a:lnTo>
                    <a:pt x="0" y="0"/>
                  </a:lnTo>
                  <a:lnTo>
                    <a:pt x="179" y="102"/>
                  </a:lnTo>
                  <a:lnTo>
                    <a:pt x="0" y="207"/>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3" name="Google Shape;273;p192"/>
            <p:cNvSpPr/>
            <p:nvPr/>
          </p:nvSpPr>
          <p:spPr>
            <a:xfrm>
              <a:off x="1408113"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4" name="Google Shape;274;p192"/>
            <p:cNvSpPr/>
            <p:nvPr/>
          </p:nvSpPr>
          <p:spPr>
            <a:xfrm>
              <a:off x="706438" y="809625"/>
              <a:ext cx="701675" cy="811213"/>
            </a:xfrm>
            <a:custGeom>
              <a:avLst/>
              <a:gdLst/>
              <a:ahLst/>
              <a:cxnLst/>
              <a:rect l="l" t="t" r="r" b="b"/>
              <a:pathLst>
                <a:path w="442" h="511" extrusionOk="0">
                  <a:moveTo>
                    <a:pt x="0" y="254"/>
                  </a:moveTo>
                  <a:lnTo>
                    <a:pt x="442" y="0"/>
                  </a:lnTo>
                  <a:lnTo>
                    <a:pt x="442" y="511"/>
                  </a:lnTo>
                  <a:lnTo>
                    <a:pt x="442" y="511"/>
                  </a:lnTo>
                  <a:lnTo>
                    <a:pt x="0" y="254"/>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5" name="Google Shape;275;p192"/>
            <p:cNvSpPr/>
            <p:nvPr/>
          </p:nvSpPr>
          <p:spPr>
            <a:xfrm>
              <a:off x="701675" y="1212850"/>
              <a:ext cx="706438" cy="811213"/>
            </a:xfrm>
            <a:custGeom>
              <a:avLst/>
              <a:gdLst/>
              <a:ahLst/>
              <a:cxnLst/>
              <a:rect l="l" t="t" r="r" b="b"/>
              <a:pathLst>
                <a:path w="445" h="511" extrusionOk="0">
                  <a:moveTo>
                    <a:pt x="0" y="511"/>
                  </a:moveTo>
                  <a:lnTo>
                    <a:pt x="0" y="3"/>
                  </a:lnTo>
                  <a:lnTo>
                    <a:pt x="3" y="0"/>
                  </a:lnTo>
                  <a:lnTo>
                    <a:pt x="445" y="257"/>
                  </a:lnTo>
                  <a:lnTo>
                    <a:pt x="0" y="511"/>
                  </a:lnTo>
                  <a:close/>
                </a:path>
              </a:pathLst>
            </a:custGeom>
            <a:solidFill>
              <a:srgbClr val="8D8D8D"/>
            </a:solidFill>
            <a:ln w="9525" cap="flat" cmpd="sng">
              <a:solidFill>
                <a:srgbClr val="8D8D8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6" name="Google Shape;276;p192"/>
            <p:cNvSpPr/>
            <p:nvPr/>
          </p:nvSpPr>
          <p:spPr>
            <a:xfrm>
              <a:off x="701675" y="1620838"/>
              <a:ext cx="706438" cy="809625"/>
            </a:xfrm>
            <a:custGeom>
              <a:avLst/>
              <a:gdLst/>
              <a:ahLst/>
              <a:cxnLst/>
              <a:rect l="l" t="t" r="r" b="b"/>
              <a:pathLst>
                <a:path w="445" h="510" extrusionOk="0">
                  <a:moveTo>
                    <a:pt x="0" y="256"/>
                  </a:moveTo>
                  <a:lnTo>
                    <a:pt x="0" y="254"/>
                  </a:lnTo>
                  <a:lnTo>
                    <a:pt x="445" y="0"/>
                  </a:lnTo>
                  <a:lnTo>
                    <a:pt x="445" y="0"/>
                  </a:lnTo>
                  <a:lnTo>
                    <a:pt x="445" y="510"/>
                  </a:lnTo>
                  <a:lnTo>
                    <a:pt x="0" y="256"/>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7" name="Google Shape;277;p192"/>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8" name="Google Shape;278;p192"/>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9" name="Google Shape;279;p192"/>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80" name="Google Shape;280;p192"/>
            <p:cNvSpPr/>
            <p:nvPr/>
          </p:nvSpPr>
          <p:spPr>
            <a:xfrm>
              <a:off x="0" y="0"/>
              <a:ext cx="701675" cy="809625"/>
            </a:xfrm>
            <a:custGeom>
              <a:avLst/>
              <a:gdLst/>
              <a:ahLst/>
              <a:cxnLst/>
              <a:rect l="l" t="t" r="r" b="b"/>
              <a:pathLst>
                <a:path w="442" h="510" extrusionOk="0">
                  <a:moveTo>
                    <a:pt x="0" y="0"/>
                  </a:moveTo>
                  <a:lnTo>
                    <a:pt x="0" y="510"/>
                  </a:lnTo>
                  <a:lnTo>
                    <a:pt x="442" y="254"/>
                  </a:lnTo>
                  <a:lnTo>
                    <a:pt x="0" y="0"/>
                  </a:lnTo>
                  <a:lnTo>
                    <a:pt x="0" y="0"/>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81" name="Google Shape;281;p192"/>
            <p:cNvSpPr/>
            <p:nvPr/>
          </p:nvSpPr>
          <p:spPr>
            <a:xfrm>
              <a:off x="701675" y="0"/>
              <a:ext cx="701675" cy="403225"/>
            </a:xfrm>
            <a:custGeom>
              <a:avLst/>
              <a:gdLst/>
              <a:ahLst/>
              <a:cxnLst/>
              <a:rect l="l" t="t" r="r" b="b"/>
              <a:pathLst>
                <a:path w="442" h="254" extrusionOk="0">
                  <a:moveTo>
                    <a:pt x="0" y="254"/>
                  </a:moveTo>
                  <a:lnTo>
                    <a:pt x="442" y="0"/>
                  </a:lnTo>
                  <a:lnTo>
                    <a:pt x="0" y="0"/>
                  </a:lnTo>
                  <a:lnTo>
                    <a:pt x="0" y="254"/>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82" name="Google Shape;282;p192"/>
            <p:cNvSpPr/>
            <p:nvPr/>
          </p:nvSpPr>
          <p:spPr>
            <a:xfrm>
              <a:off x="0" y="0"/>
              <a:ext cx="701675" cy="403225"/>
            </a:xfrm>
            <a:custGeom>
              <a:avLst/>
              <a:gdLst/>
              <a:ahLst/>
              <a:cxnLst/>
              <a:rect l="l" t="t" r="r" b="b"/>
              <a:pathLst>
                <a:path w="442" h="254" extrusionOk="0">
                  <a:moveTo>
                    <a:pt x="442" y="0"/>
                  </a:moveTo>
                  <a:lnTo>
                    <a:pt x="0" y="0"/>
                  </a:lnTo>
                  <a:lnTo>
                    <a:pt x="442" y="254"/>
                  </a:lnTo>
                  <a:lnTo>
                    <a:pt x="442" y="254"/>
                  </a:lnTo>
                  <a:lnTo>
                    <a:pt x="442" y="0"/>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
        <p:nvSpPr>
          <p:cNvPr id="283" name="Google Shape;283;p192"/>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4" name="Google Shape;284;p192"/>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5" name="Google Shape;285;p192"/>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86" name="Google Shape;286;p192"/>
          <p:cNvSpPr txBox="1">
            <a:spLocks noGrp="1"/>
          </p:cNvSpPr>
          <p:nvPr>
            <p:ph type="title"/>
          </p:nvPr>
        </p:nvSpPr>
        <p:spPr>
          <a:xfrm>
            <a:off x="6094412" y="3789040"/>
            <a:ext cx="5491606" cy="1362075"/>
          </a:xfrm>
          <a:prstGeom prst="rect">
            <a:avLst/>
          </a:prstGeom>
          <a:noFill/>
          <a:ln>
            <a:noFill/>
          </a:ln>
        </p:spPr>
        <p:txBody>
          <a:bodyPr spcFirstLastPara="1" wrap="square" lIns="121875" tIns="60925" rIns="121875" bIns="60925" anchor="b" anchorCtr="0">
            <a:normAutofit/>
          </a:bodyPr>
          <a:lstStyle>
            <a:lvl1pPr lvl="0" algn="l">
              <a:spcBef>
                <a:spcPts val="0"/>
              </a:spcBef>
              <a:spcAft>
                <a:spcPts val="0"/>
              </a:spcAft>
              <a:buClr>
                <a:schemeClr val="accent3"/>
              </a:buClr>
              <a:buSzPts val="5300"/>
              <a:buFont typeface="Open Sans"/>
              <a:buNone/>
              <a:defRPr sz="5300" b="1" cap="none">
                <a:solidFill>
                  <a:schemeClr val="accent3"/>
                </a:solidFill>
                <a:latin typeface="Open Sans"/>
                <a:ea typeface="Open Sans"/>
                <a:cs typeface="Open Sans"/>
                <a:sym typeface="Open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7" name="Google Shape;287;p192"/>
          <p:cNvSpPr txBox="1">
            <a:spLocks noGrp="1"/>
          </p:cNvSpPr>
          <p:nvPr>
            <p:ph type="body" idx="1"/>
          </p:nvPr>
        </p:nvSpPr>
        <p:spPr>
          <a:xfrm>
            <a:off x="6094412" y="5319823"/>
            <a:ext cx="5521484" cy="828007"/>
          </a:xfrm>
          <a:prstGeom prst="rect">
            <a:avLst/>
          </a:prstGeom>
          <a:noFill/>
          <a:ln>
            <a:noFill/>
          </a:ln>
        </p:spPr>
        <p:txBody>
          <a:bodyPr spcFirstLastPara="1" wrap="square" lIns="121875" tIns="0" rIns="121875" bIns="0" anchor="t" anchorCtr="0">
            <a:normAutofit/>
          </a:bodyPr>
          <a:lstStyle>
            <a:lvl1pPr marL="457200" lvl="0" indent="-228600" algn="l">
              <a:spcBef>
                <a:spcPts val="320"/>
              </a:spcBef>
              <a:spcAft>
                <a:spcPts val="0"/>
              </a:spcAft>
              <a:buClr>
                <a:schemeClr val="accent3"/>
              </a:buClr>
              <a:buSzPts val="1600"/>
              <a:buNone/>
              <a:defRPr sz="1600">
                <a:solidFill>
                  <a:schemeClr val="accent3"/>
                </a:solidFill>
                <a:latin typeface="Open Sans"/>
                <a:ea typeface="Open Sans"/>
                <a:cs typeface="Open Sans"/>
                <a:sym typeface="Open Sans"/>
              </a:defRPr>
            </a:lvl1pPr>
            <a:lvl2pPr marL="914400" lvl="1" indent="-228600" algn="l">
              <a:spcBef>
                <a:spcPts val="480"/>
              </a:spcBef>
              <a:spcAft>
                <a:spcPts val="0"/>
              </a:spcAft>
              <a:buClr>
                <a:srgbClr val="888888"/>
              </a:buClr>
              <a:buSzPts val="2400"/>
              <a:buNone/>
              <a:defRPr sz="2400">
                <a:solidFill>
                  <a:srgbClr val="888888"/>
                </a:solidFill>
              </a:defRPr>
            </a:lvl2pPr>
            <a:lvl3pPr marL="1371600" lvl="2" indent="-228600" algn="l">
              <a:spcBef>
                <a:spcPts val="420"/>
              </a:spcBef>
              <a:spcAft>
                <a:spcPts val="0"/>
              </a:spcAft>
              <a:buClr>
                <a:srgbClr val="888888"/>
              </a:buClr>
              <a:buSzPts val="2100"/>
              <a:buNone/>
              <a:defRPr sz="2100">
                <a:solidFill>
                  <a:srgbClr val="888888"/>
                </a:solidFill>
              </a:defRPr>
            </a:lvl3pPr>
            <a:lvl4pPr marL="1828800" lvl="3" indent="-228600" algn="l">
              <a:spcBef>
                <a:spcPts val="380"/>
              </a:spcBef>
              <a:spcAft>
                <a:spcPts val="0"/>
              </a:spcAft>
              <a:buClr>
                <a:srgbClr val="888888"/>
              </a:buClr>
              <a:buSzPts val="1900"/>
              <a:buNone/>
              <a:defRPr sz="1900">
                <a:solidFill>
                  <a:srgbClr val="888888"/>
                </a:solidFill>
              </a:defRPr>
            </a:lvl4pPr>
            <a:lvl5pPr marL="2286000" lvl="4" indent="-228600" algn="l">
              <a:spcBef>
                <a:spcPts val="380"/>
              </a:spcBef>
              <a:spcAft>
                <a:spcPts val="0"/>
              </a:spcAft>
              <a:buClr>
                <a:srgbClr val="888888"/>
              </a:buClr>
              <a:buSzPts val="1900"/>
              <a:buNone/>
              <a:defRPr sz="1900">
                <a:solidFill>
                  <a:srgbClr val="888888"/>
                </a:solidFill>
              </a:defRPr>
            </a:lvl5pPr>
            <a:lvl6pPr marL="2743200" lvl="5" indent="-228600" algn="l">
              <a:spcBef>
                <a:spcPts val="380"/>
              </a:spcBef>
              <a:spcAft>
                <a:spcPts val="0"/>
              </a:spcAft>
              <a:buClr>
                <a:srgbClr val="888888"/>
              </a:buClr>
              <a:buSzPts val="1900"/>
              <a:buNone/>
              <a:defRPr sz="1900">
                <a:solidFill>
                  <a:srgbClr val="888888"/>
                </a:solidFill>
              </a:defRPr>
            </a:lvl6pPr>
            <a:lvl7pPr marL="3200400" lvl="6" indent="-228600" algn="l">
              <a:spcBef>
                <a:spcPts val="380"/>
              </a:spcBef>
              <a:spcAft>
                <a:spcPts val="0"/>
              </a:spcAft>
              <a:buClr>
                <a:srgbClr val="888888"/>
              </a:buClr>
              <a:buSzPts val="1900"/>
              <a:buNone/>
              <a:defRPr sz="1900">
                <a:solidFill>
                  <a:srgbClr val="888888"/>
                </a:solidFill>
              </a:defRPr>
            </a:lvl7pPr>
            <a:lvl8pPr marL="3657600" lvl="7" indent="-228600" algn="l">
              <a:spcBef>
                <a:spcPts val="380"/>
              </a:spcBef>
              <a:spcAft>
                <a:spcPts val="0"/>
              </a:spcAft>
              <a:buClr>
                <a:srgbClr val="888888"/>
              </a:buClr>
              <a:buSzPts val="1900"/>
              <a:buNone/>
              <a:defRPr sz="1900">
                <a:solidFill>
                  <a:srgbClr val="888888"/>
                </a:solidFill>
              </a:defRPr>
            </a:lvl8pPr>
            <a:lvl9pPr marL="4114800" lvl="8" indent="-228600" algn="l">
              <a:spcBef>
                <a:spcPts val="380"/>
              </a:spcBef>
              <a:spcAft>
                <a:spcPts val="0"/>
              </a:spcAft>
              <a:buClr>
                <a:srgbClr val="888888"/>
              </a:buClr>
              <a:buSzPts val="1900"/>
              <a:buNone/>
              <a:defRPr sz="1900">
                <a:solidFill>
                  <a:srgbClr val="888888"/>
                </a:solidFill>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Graph">
  <p:cSld name="Graph">
    <p:spTree>
      <p:nvGrpSpPr>
        <p:cNvPr id="1" name="Shape 288"/>
        <p:cNvGrpSpPr/>
        <p:nvPr/>
      </p:nvGrpSpPr>
      <p:grpSpPr>
        <a:xfrm>
          <a:off x="0" y="0"/>
          <a:ext cx="0" cy="0"/>
          <a:chOff x="0" y="0"/>
          <a:chExt cx="0" cy="0"/>
        </a:xfrm>
      </p:grpSpPr>
      <p:sp>
        <p:nvSpPr>
          <p:cNvPr id="289" name="Google Shape;289;p193"/>
          <p:cNvSpPr txBox="1">
            <a:spLocks noGrp="1"/>
          </p:cNvSpPr>
          <p:nvPr>
            <p:ph type="title"/>
          </p:nvPr>
        </p:nvSpPr>
        <p:spPr>
          <a:xfrm>
            <a:off x="609441" y="476672"/>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dk1"/>
              </a:buClr>
              <a:buSzPts val="3600"/>
              <a:buFont typeface="Open Sans"/>
              <a:buNone/>
              <a:defRPr sz="3600">
                <a:latin typeface="Open Sans"/>
                <a:ea typeface="Open Sans"/>
                <a:cs typeface="Open Sans"/>
                <a:sym typeface="Open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0" name="Google Shape;290;p193"/>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1" name="Google Shape;291;p193"/>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2" name="Google Shape;292;p193"/>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93"/>
        <p:cNvGrpSpPr/>
        <p:nvPr/>
      </p:nvGrpSpPr>
      <p:grpSpPr>
        <a:xfrm>
          <a:off x="0" y="0"/>
          <a:ext cx="0" cy="0"/>
          <a:chOff x="0" y="0"/>
          <a:chExt cx="0" cy="0"/>
        </a:xfrm>
      </p:grpSpPr>
      <p:sp>
        <p:nvSpPr>
          <p:cNvPr id="294" name="Google Shape;294;p194"/>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5" name="Google Shape;295;p194"/>
          <p:cNvSpPr txBox="1">
            <a:spLocks noGrp="1"/>
          </p:cNvSpPr>
          <p:nvPr>
            <p:ph type="body" idx="1"/>
          </p:nvPr>
        </p:nvSpPr>
        <p:spPr>
          <a:xfrm>
            <a:off x="609441" y="1138425"/>
            <a:ext cx="10969943" cy="4987739"/>
          </a:xfrm>
          <a:prstGeom prst="rect">
            <a:avLst/>
          </a:prstGeom>
          <a:noFill/>
          <a:ln>
            <a:noFill/>
          </a:ln>
        </p:spPr>
        <p:txBody>
          <a:bodyPr spcFirstLastPara="1" wrap="square" lIns="121875" tIns="60925" rIns="121875" bIns="60925"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96" name="Google Shape;296;p194"/>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7" name="Google Shape;297;p194"/>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8" name="Google Shape;298;p194"/>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9"/>
        <p:cNvGrpSpPr/>
        <p:nvPr/>
      </p:nvGrpSpPr>
      <p:grpSpPr>
        <a:xfrm>
          <a:off x="0" y="0"/>
          <a:ext cx="0" cy="0"/>
          <a:chOff x="0" y="0"/>
          <a:chExt cx="0" cy="0"/>
        </a:xfrm>
      </p:grpSpPr>
      <p:sp>
        <p:nvSpPr>
          <p:cNvPr id="300" name="Google Shape;300;p195"/>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1" name="Google Shape;301;p195"/>
          <p:cNvSpPr txBox="1">
            <a:spLocks noGrp="1"/>
          </p:cNvSpPr>
          <p:nvPr>
            <p:ph type="body" idx="1"/>
          </p:nvPr>
        </p:nvSpPr>
        <p:spPr>
          <a:xfrm>
            <a:off x="609441" y="1600201"/>
            <a:ext cx="5383398" cy="4525963"/>
          </a:xfrm>
          <a:prstGeom prst="rect">
            <a:avLst/>
          </a:prstGeom>
          <a:noFill/>
          <a:ln>
            <a:noFill/>
          </a:ln>
        </p:spPr>
        <p:txBody>
          <a:bodyPr spcFirstLastPara="1" wrap="square" lIns="121875" tIns="60925" rIns="121875" bIns="60925" anchor="t" anchorCtr="0">
            <a:normAutofit/>
          </a:bodyPr>
          <a:lstStyle>
            <a:lvl1pPr marL="457200" lvl="0" indent="-463550" algn="l">
              <a:spcBef>
                <a:spcPts val="740"/>
              </a:spcBef>
              <a:spcAft>
                <a:spcPts val="0"/>
              </a:spcAft>
              <a:buClr>
                <a:schemeClr val="dk1"/>
              </a:buClr>
              <a:buSzPts val="3700"/>
              <a:buChar char="•"/>
              <a:defRPr sz="3700"/>
            </a:lvl1pPr>
            <a:lvl2pPr marL="914400" lvl="1" indent="-431800" algn="l">
              <a:spcBef>
                <a:spcPts val="640"/>
              </a:spcBef>
              <a:spcAft>
                <a:spcPts val="0"/>
              </a:spcAft>
              <a:buClr>
                <a:schemeClr val="dk1"/>
              </a:buClr>
              <a:buSzPts val="3200"/>
              <a:buChar char="–"/>
              <a:defRPr sz="3200"/>
            </a:lvl2pPr>
            <a:lvl3pPr marL="1371600" lvl="2" indent="-400050" algn="l">
              <a:spcBef>
                <a:spcPts val="540"/>
              </a:spcBef>
              <a:spcAft>
                <a:spcPts val="0"/>
              </a:spcAft>
              <a:buClr>
                <a:schemeClr val="dk1"/>
              </a:buClr>
              <a:buSzPts val="2700"/>
              <a:buChar char="•"/>
              <a:defRPr sz="2700"/>
            </a:lvl3pPr>
            <a:lvl4pPr marL="1828800" lvl="3" indent="-381000" algn="l">
              <a:spcBef>
                <a:spcPts val="480"/>
              </a:spcBef>
              <a:spcAft>
                <a:spcPts val="0"/>
              </a:spcAft>
              <a:buClr>
                <a:schemeClr val="dk1"/>
              </a:buClr>
              <a:buSzPts val="2400"/>
              <a:buChar char="–"/>
              <a:defRPr sz="2400"/>
            </a:lvl4pPr>
            <a:lvl5pPr marL="2286000" lvl="4" indent="-381000" algn="l">
              <a:spcBef>
                <a:spcPts val="480"/>
              </a:spcBef>
              <a:spcAft>
                <a:spcPts val="0"/>
              </a:spcAft>
              <a:buClr>
                <a:schemeClr val="dk1"/>
              </a:buClr>
              <a:buSzPts val="2400"/>
              <a:buChar char="»"/>
              <a:defRPr sz="2400"/>
            </a:lvl5pPr>
            <a:lvl6pPr marL="2743200" lvl="5" indent="-381000" algn="l">
              <a:spcBef>
                <a:spcPts val="480"/>
              </a:spcBef>
              <a:spcAft>
                <a:spcPts val="0"/>
              </a:spcAft>
              <a:buClr>
                <a:schemeClr val="dk1"/>
              </a:buClr>
              <a:buSzPts val="2400"/>
              <a:buChar char="•"/>
              <a:defRPr sz="2400"/>
            </a:lvl6pPr>
            <a:lvl7pPr marL="3200400" lvl="6" indent="-381000" algn="l">
              <a:spcBef>
                <a:spcPts val="480"/>
              </a:spcBef>
              <a:spcAft>
                <a:spcPts val="0"/>
              </a:spcAft>
              <a:buClr>
                <a:schemeClr val="dk1"/>
              </a:buClr>
              <a:buSzPts val="2400"/>
              <a:buChar char="•"/>
              <a:defRPr sz="2400"/>
            </a:lvl7pPr>
            <a:lvl8pPr marL="3657600" lvl="7" indent="-381000" algn="l">
              <a:spcBef>
                <a:spcPts val="480"/>
              </a:spcBef>
              <a:spcAft>
                <a:spcPts val="0"/>
              </a:spcAft>
              <a:buClr>
                <a:schemeClr val="dk1"/>
              </a:buClr>
              <a:buSzPts val="2400"/>
              <a:buChar char="•"/>
              <a:defRPr sz="2400"/>
            </a:lvl8pPr>
            <a:lvl9pPr marL="4114800" lvl="8" indent="-381000" algn="l">
              <a:spcBef>
                <a:spcPts val="480"/>
              </a:spcBef>
              <a:spcAft>
                <a:spcPts val="0"/>
              </a:spcAft>
              <a:buClr>
                <a:schemeClr val="dk1"/>
              </a:buClr>
              <a:buSzPts val="2400"/>
              <a:buChar char="•"/>
              <a:defRPr sz="2400"/>
            </a:lvl9pPr>
          </a:lstStyle>
          <a:p>
            <a:endParaRPr/>
          </a:p>
        </p:txBody>
      </p:sp>
      <p:sp>
        <p:nvSpPr>
          <p:cNvPr id="302" name="Google Shape;302;p195"/>
          <p:cNvSpPr txBox="1">
            <a:spLocks noGrp="1"/>
          </p:cNvSpPr>
          <p:nvPr>
            <p:ph type="body" idx="2"/>
          </p:nvPr>
        </p:nvSpPr>
        <p:spPr>
          <a:xfrm>
            <a:off x="6195986" y="1600201"/>
            <a:ext cx="5383398" cy="4525963"/>
          </a:xfrm>
          <a:prstGeom prst="rect">
            <a:avLst/>
          </a:prstGeom>
          <a:noFill/>
          <a:ln>
            <a:noFill/>
          </a:ln>
        </p:spPr>
        <p:txBody>
          <a:bodyPr spcFirstLastPara="1" wrap="square" lIns="121875" tIns="60925" rIns="121875" bIns="60925" anchor="t" anchorCtr="0">
            <a:normAutofit/>
          </a:bodyPr>
          <a:lstStyle>
            <a:lvl1pPr marL="457200" lvl="0" indent="-463550" algn="l">
              <a:spcBef>
                <a:spcPts val="740"/>
              </a:spcBef>
              <a:spcAft>
                <a:spcPts val="0"/>
              </a:spcAft>
              <a:buClr>
                <a:schemeClr val="dk1"/>
              </a:buClr>
              <a:buSzPts val="3700"/>
              <a:buChar char="•"/>
              <a:defRPr sz="3700"/>
            </a:lvl1pPr>
            <a:lvl2pPr marL="914400" lvl="1" indent="-431800" algn="l">
              <a:spcBef>
                <a:spcPts val="640"/>
              </a:spcBef>
              <a:spcAft>
                <a:spcPts val="0"/>
              </a:spcAft>
              <a:buClr>
                <a:schemeClr val="dk1"/>
              </a:buClr>
              <a:buSzPts val="3200"/>
              <a:buChar char="–"/>
              <a:defRPr sz="3200"/>
            </a:lvl2pPr>
            <a:lvl3pPr marL="1371600" lvl="2" indent="-400050" algn="l">
              <a:spcBef>
                <a:spcPts val="540"/>
              </a:spcBef>
              <a:spcAft>
                <a:spcPts val="0"/>
              </a:spcAft>
              <a:buClr>
                <a:schemeClr val="dk1"/>
              </a:buClr>
              <a:buSzPts val="2700"/>
              <a:buChar char="•"/>
              <a:defRPr sz="2700"/>
            </a:lvl3pPr>
            <a:lvl4pPr marL="1828800" lvl="3" indent="-381000" algn="l">
              <a:spcBef>
                <a:spcPts val="480"/>
              </a:spcBef>
              <a:spcAft>
                <a:spcPts val="0"/>
              </a:spcAft>
              <a:buClr>
                <a:schemeClr val="dk1"/>
              </a:buClr>
              <a:buSzPts val="2400"/>
              <a:buChar char="–"/>
              <a:defRPr sz="2400"/>
            </a:lvl4pPr>
            <a:lvl5pPr marL="2286000" lvl="4" indent="-381000" algn="l">
              <a:spcBef>
                <a:spcPts val="480"/>
              </a:spcBef>
              <a:spcAft>
                <a:spcPts val="0"/>
              </a:spcAft>
              <a:buClr>
                <a:schemeClr val="dk1"/>
              </a:buClr>
              <a:buSzPts val="2400"/>
              <a:buChar char="»"/>
              <a:defRPr sz="2400"/>
            </a:lvl5pPr>
            <a:lvl6pPr marL="2743200" lvl="5" indent="-381000" algn="l">
              <a:spcBef>
                <a:spcPts val="480"/>
              </a:spcBef>
              <a:spcAft>
                <a:spcPts val="0"/>
              </a:spcAft>
              <a:buClr>
                <a:schemeClr val="dk1"/>
              </a:buClr>
              <a:buSzPts val="2400"/>
              <a:buChar char="•"/>
              <a:defRPr sz="2400"/>
            </a:lvl6pPr>
            <a:lvl7pPr marL="3200400" lvl="6" indent="-381000" algn="l">
              <a:spcBef>
                <a:spcPts val="480"/>
              </a:spcBef>
              <a:spcAft>
                <a:spcPts val="0"/>
              </a:spcAft>
              <a:buClr>
                <a:schemeClr val="dk1"/>
              </a:buClr>
              <a:buSzPts val="2400"/>
              <a:buChar char="•"/>
              <a:defRPr sz="2400"/>
            </a:lvl7pPr>
            <a:lvl8pPr marL="3657600" lvl="7" indent="-381000" algn="l">
              <a:spcBef>
                <a:spcPts val="480"/>
              </a:spcBef>
              <a:spcAft>
                <a:spcPts val="0"/>
              </a:spcAft>
              <a:buClr>
                <a:schemeClr val="dk1"/>
              </a:buClr>
              <a:buSzPts val="2400"/>
              <a:buChar char="•"/>
              <a:defRPr sz="2400"/>
            </a:lvl8pPr>
            <a:lvl9pPr marL="4114800" lvl="8" indent="-381000" algn="l">
              <a:spcBef>
                <a:spcPts val="480"/>
              </a:spcBef>
              <a:spcAft>
                <a:spcPts val="0"/>
              </a:spcAft>
              <a:buClr>
                <a:schemeClr val="dk1"/>
              </a:buClr>
              <a:buSzPts val="2400"/>
              <a:buChar char="•"/>
              <a:defRPr sz="2400"/>
            </a:lvl9pPr>
          </a:lstStyle>
          <a:p>
            <a:endParaRPr/>
          </a:p>
        </p:txBody>
      </p:sp>
      <p:sp>
        <p:nvSpPr>
          <p:cNvPr id="303" name="Google Shape;303;p195"/>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4" name="Google Shape;304;p195"/>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5" name="Google Shape;305;p195"/>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06"/>
        <p:cNvGrpSpPr/>
        <p:nvPr/>
      </p:nvGrpSpPr>
      <p:grpSpPr>
        <a:xfrm>
          <a:off x="0" y="0"/>
          <a:ext cx="0" cy="0"/>
          <a:chOff x="0" y="0"/>
          <a:chExt cx="0" cy="0"/>
        </a:xfrm>
      </p:grpSpPr>
      <p:sp>
        <p:nvSpPr>
          <p:cNvPr id="307" name="Google Shape;307;p196"/>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36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8" name="Google Shape;308;p196"/>
          <p:cNvSpPr txBox="1">
            <a:spLocks noGrp="1"/>
          </p:cNvSpPr>
          <p:nvPr>
            <p:ph type="body" idx="1"/>
          </p:nvPr>
        </p:nvSpPr>
        <p:spPr>
          <a:xfrm>
            <a:off x="609441" y="1535113"/>
            <a:ext cx="5385514" cy="639763"/>
          </a:xfrm>
          <a:prstGeom prst="rect">
            <a:avLst/>
          </a:prstGeom>
          <a:noFill/>
          <a:ln>
            <a:noFill/>
          </a:ln>
        </p:spPr>
        <p:txBody>
          <a:bodyPr spcFirstLastPara="1" wrap="square" lIns="121875" tIns="60925" rIns="121875" bIns="60925" anchor="b" anchorCtr="0">
            <a:normAutofit/>
          </a:bodyPr>
          <a:lstStyle>
            <a:lvl1pPr marL="457200" lvl="0" indent="-228600" algn="l">
              <a:spcBef>
                <a:spcPts val="640"/>
              </a:spcBef>
              <a:spcAft>
                <a:spcPts val="0"/>
              </a:spcAft>
              <a:buClr>
                <a:schemeClr val="dk1"/>
              </a:buClr>
              <a:buSzPts val="3200"/>
              <a:buNone/>
              <a:defRPr sz="3200" b="1"/>
            </a:lvl1pPr>
            <a:lvl2pPr marL="914400" lvl="1" indent="-228600" algn="l">
              <a:spcBef>
                <a:spcPts val="540"/>
              </a:spcBef>
              <a:spcAft>
                <a:spcPts val="0"/>
              </a:spcAft>
              <a:buClr>
                <a:schemeClr val="dk1"/>
              </a:buClr>
              <a:buSzPts val="2700"/>
              <a:buNone/>
              <a:defRPr sz="2700" b="1"/>
            </a:lvl2pPr>
            <a:lvl3pPr marL="1371600" lvl="2" indent="-228600" algn="l">
              <a:spcBef>
                <a:spcPts val="480"/>
              </a:spcBef>
              <a:spcAft>
                <a:spcPts val="0"/>
              </a:spcAft>
              <a:buClr>
                <a:schemeClr val="dk1"/>
              </a:buClr>
              <a:buSzPts val="2400"/>
              <a:buNone/>
              <a:defRPr sz="2400" b="1"/>
            </a:lvl3pPr>
            <a:lvl4pPr marL="1828800" lvl="3" indent="-228600" algn="l">
              <a:spcBef>
                <a:spcPts val="420"/>
              </a:spcBef>
              <a:spcAft>
                <a:spcPts val="0"/>
              </a:spcAft>
              <a:buClr>
                <a:schemeClr val="dk1"/>
              </a:buClr>
              <a:buSzPts val="2100"/>
              <a:buNone/>
              <a:defRPr sz="2100" b="1"/>
            </a:lvl4pPr>
            <a:lvl5pPr marL="2286000" lvl="4" indent="-228600" algn="l">
              <a:spcBef>
                <a:spcPts val="420"/>
              </a:spcBef>
              <a:spcAft>
                <a:spcPts val="0"/>
              </a:spcAft>
              <a:buClr>
                <a:schemeClr val="dk1"/>
              </a:buClr>
              <a:buSzPts val="2100"/>
              <a:buNone/>
              <a:defRPr sz="2100" b="1"/>
            </a:lvl5pPr>
            <a:lvl6pPr marL="2743200" lvl="5" indent="-228600" algn="l">
              <a:spcBef>
                <a:spcPts val="420"/>
              </a:spcBef>
              <a:spcAft>
                <a:spcPts val="0"/>
              </a:spcAft>
              <a:buClr>
                <a:schemeClr val="dk1"/>
              </a:buClr>
              <a:buSzPts val="2100"/>
              <a:buNone/>
              <a:defRPr sz="2100" b="1"/>
            </a:lvl6pPr>
            <a:lvl7pPr marL="3200400" lvl="6" indent="-228600" algn="l">
              <a:spcBef>
                <a:spcPts val="420"/>
              </a:spcBef>
              <a:spcAft>
                <a:spcPts val="0"/>
              </a:spcAft>
              <a:buClr>
                <a:schemeClr val="dk1"/>
              </a:buClr>
              <a:buSzPts val="2100"/>
              <a:buNone/>
              <a:defRPr sz="2100" b="1"/>
            </a:lvl7pPr>
            <a:lvl8pPr marL="3657600" lvl="7" indent="-228600" algn="l">
              <a:spcBef>
                <a:spcPts val="420"/>
              </a:spcBef>
              <a:spcAft>
                <a:spcPts val="0"/>
              </a:spcAft>
              <a:buClr>
                <a:schemeClr val="dk1"/>
              </a:buClr>
              <a:buSzPts val="2100"/>
              <a:buNone/>
              <a:defRPr sz="2100" b="1"/>
            </a:lvl8pPr>
            <a:lvl9pPr marL="4114800" lvl="8" indent="-228600" algn="l">
              <a:spcBef>
                <a:spcPts val="420"/>
              </a:spcBef>
              <a:spcAft>
                <a:spcPts val="0"/>
              </a:spcAft>
              <a:buClr>
                <a:schemeClr val="dk1"/>
              </a:buClr>
              <a:buSzPts val="2100"/>
              <a:buNone/>
              <a:defRPr sz="2100" b="1"/>
            </a:lvl9pPr>
          </a:lstStyle>
          <a:p>
            <a:endParaRPr/>
          </a:p>
        </p:txBody>
      </p:sp>
      <p:sp>
        <p:nvSpPr>
          <p:cNvPr id="309" name="Google Shape;309;p196"/>
          <p:cNvSpPr txBox="1">
            <a:spLocks noGrp="1"/>
          </p:cNvSpPr>
          <p:nvPr>
            <p:ph type="body" idx="2"/>
          </p:nvPr>
        </p:nvSpPr>
        <p:spPr>
          <a:xfrm>
            <a:off x="609441" y="2174875"/>
            <a:ext cx="5385514" cy="3951288"/>
          </a:xfrm>
          <a:prstGeom prst="rect">
            <a:avLst/>
          </a:prstGeom>
          <a:noFill/>
          <a:ln>
            <a:noFill/>
          </a:ln>
        </p:spPr>
        <p:txBody>
          <a:bodyPr spcFirstLastPara="1" wrap="square" lIns="121875" tIns="60925" rIns="121875" bIns="60925" anchor="t" anchorCtr="0">
            <a:normAutofit/>
          </a:bodyPr>
          <a:lstStyle>
            <a:lvl1pPr marL="457200" lvl="0" indent="-431800" algn="l">
              <a:spcBef>
                <a:spcPts val="640"/>
              </a:spcBef>
              <a:spcAft>
                <a:spcPts val="0"/>
              </a:spcAft>
              <a:buClr>
                <a:schemeClr val="dk1"/>
              </a:buClr>
              <a:buSzPts val="3200"/>
              <a:buChar char="•"/>
              <a:defRPr sz="3200"/>
            </a:lvl1pPr>
            <a:lvl2pPr marL="914400" lvl="1" indent="-400050" algn="l">
              <a:spcBef>
                <a:spcPts val="540"/>
              </a:spcBef>
              <a:spcAft>
                <a:spcPts val="0"/>
              </a:spcAft>
              <a:buClr>
                <a:schemeClr val="dk1"/>
              </a:buClr>
              <a:buSzPts val="2700"/>
              <a:buChar char="–"/>
              <a:defRPr sz="2700"/>
            </a:lvl2pPr>
            <a:lvl3pPr marL="1371600" lvl="2" indent="-381000" algn="l">
              <a:spcBef>
                <a:spcPts val="480"/>
              </a:spcBef>
              <a:spcAft>
                <a:spcPts val="0"/>
              </a:spcAft>
              <a:buClr>
                <a:schemeClr val="dk1"/>
              </a:buClr>
              <a:buSzPts val="2400"/>
              <a:buChar char="•"/>
              <a:defRPr sz="2400"/>
            </a:lvl3pPr>
            <a:lvl4pPr marL="1828800" lvl="3" indent="-361950" algn="l">
              <a:spcBef>
                <a:spcPts val="420"/>
              </a:spcBef>
              <a:spcAft>
                <a:spcPts val="0"/>
              </a:spcAft>
              <a:buClr>
                <a:schemeClr val="dk1"/>
              </a:buClr>
              <a:buSzPts val="2100"/>
              <a:buChar char="–"/>
              <a:defRPr sz="2100"/>
            </a:lvl4pPr>
            <a:lvl5pPr marL="2286000" lvl="4" indent="-361950" algn="l">
              <a:spcBef>
                <a:spcPts val="420"/>
              </a:spcBef>
              <a:spcAft>
                <a:spcPts val="0"/>
              </a:spcAft>
              <a:buClr>
                <a:schemeClr val="dk1"/>
              </a:buClr>
              <a:buSzPts val="2100"/>
              <a:buChar char="»"/>
              <a:defRPr sz="2100"/>
            </a:lvl5pPr>
            <a:lvl6pPr marL="2743200" lvl="5" indent="-361950" algn="l">
              <a:spcBef>
                <a:spcPts val="420"/>
              </a:spcBef>
              <a:spcAft>
                <a:spcPts val="0"/>
              </a:spcAft>
              <a:buClr>
                <a:schemeClr val="dk1"/>
              </a:buClr>
              <a:buSzPts val="2100"/>
              <a:buChar char="•"/>
              <a:defRPr sz="2100"/>
            </a:lvl6pPr>
            <a:lvl7pPr marL="3200400" lvl="6" indent="-361950" algn="l">
              <a:spcBef>
                <a:spcPts val="420"/>
              </a:spcBef>
              <a:spcAft>
                <a:spcPts val="0"/>
              </a:spcAft>
              <a:buClr>
                <a:schemeClr val="dk1"/>
              </a:buClr>
              <a:buSzPts val="2100"/>
              <a:buChar char="•"/>
              <a:defRPr sz="2100"/>
            </a:lvl7pPr>
            <a:lvl8pPr marL="3657600" lvl="7" indent="-361950" algn="l">
              <a:spcBef>
                <a:spcPts val="420"/>
              </a:spcBef>
              <a:spcAft>
                <a:spcPts val="0"/>
              </a:spcAft>
              <a:buClr>
                <a:schemeClr val="dk1"/>
              </a:buClr>
              <a:buSzPts val="2100"/>
              <a:buChar char="•"/>
              <a:defRPr sz="2100"/>
            </a:lvl8pPr>
            <a:lvl9pPr marL="4114800" lvl="8" indent="-361950" algn="l">
              <a:spcBef>
                <a:spcPts val="420"/>
              </a:spcBef>
              <a:spcAft>
                <a:spcPts val="0"/>
              </a:spcAft>
              <a:buClr>
                <a:schemeClr val="dk1"/>
              </a:buClr>
              <a:buSzPts val="2100"/>
              <a:buChar char="•"/>
              <a:defRPr sz="2100"/>
            </a:lvl9pPr>
          </a:lstStyle>
          <a:p>
            <a:endParaRPr/>
          </a:p>
        </p:txBody>
      </p:sp>
      <p:sp>
        <p:nvSpPr>
          <p:cNvPr id="310" name="Google Shape;310;p196"/>
          <p:cNvSpPr txBox="1">
            <a:spLocks noGrp="1"/>
          </p:cNvSpPr>
          <p:nvPr>
            <p:ph type="body" idx="3"/>
          </p:nvPr>
        </p:nvSpPr>
        <p:spPr>
          <a:xfrm>
            <a:off x="6191756" y="1535113"/>
            <a:ext cx="5387630" cy="639763"/>
          </a:xfrm>
          <a:prstGeom prst="rect">
            <a:avLst/>
          </a:prstGeom>
          <a:noFill/>
          <a:ln>
            <a:noFill/>
          </a:ln>
        </p:spPr>
        <p:txBody>
          <a:bodyPr spcFirstLastPara="1" wrap="square" lIns="121875" tIns="60925" rIns="121875" bIns="60925" anchor="b" anchorCtr="0">
            <a:normAutofit/>
          </a:bodyPr>
          <a:lstStyle>
            <a:lvl1pPr marL="457200" lvl="0" indent="-228600" algn="l">
              <a:spcBef>
                <a:spcPts val="640"/>
              </a:spcBef>
              <a:spcAft>
                <a:spcPts val="0"/>
              </a:spcAft>
              <a:buClr>
                <a:schemeClr val="dk1"/>
              </a:buClr>
              <a:buSzPts val="3200"/>
              <a:buNone/>
              <a:defRPr sz="3200" b="1"/>
            </a:lvl1pPr>
            <a:lvl2pPr marL="914400" lvl="1" indent="-228600" algn="l">
              <a:spcBef>
                <a:spcPts val="540"/>
              </a:spcBef>
              <a:spcAft>
                <a:spcPts val="0"/>
              </a:spcAft>
              <a:buClr>
                <a:schemeClr val="dk1"/>
              </a:buClr>
              <a:buSzPts val="2700"/>
              <a:buNone/>
              <a:defRPr sz="2700" b="1"/>
            </a:lvl2pPr>
            <a:lvl3pPr marL="1371600" lvl="2" indent="-228600" algn="l">
              <a:spcBef>
                <a:spcPts val="480"/>
              </a:spcBef>
              <a:spcAft>
                <a:spcPts val="0"/>
              </a:spcAft>
              <a:buClr>
                <a:schemeClr val="dk1"/>
              </a:buClr>
              <a:buSzPts val="2400"/>
              <a:buNone/>
              <a:defRPr sz="2400" b="1"/>
            </a:lvl3pPr>
            <a:lvl4pPr marL="1828800" lvl="3" indent="-228600" algn="l">
              <a:spcBef>
                <a:spcPts val="420"/>
              </a:spcBef>
              <a:spcAft>
                <a:spcPts val="0"/>
              </a:spcAft>
              <a:buClr>
                <a:schemeClr val="dk1"/>
              </a:buClr>
              <a:buSzPts val="2100"/>
              <a:buNone/>
              <a:defRPr sz="2100" b="1"/>
            </a:lvl4pPr>
            <a:lvl5pPr marL="2286000" lvl="4" indent="-228600" algn="l">
              <a:spcBef>
                <a:spcPts val="420"/>
              </a:spcBef>
              <a:spcAft>
                <a:spcPts val="0"/>
              </a:spcAft>
              <a:buClr>
                <a:schemeClr val="dk1"/>
              </a:buClr>
              <a:buSzPts val="2100"/>
              <a:buNone/>
              <a:defRPr sz="2100" b="1"/>
            </a:lvl5pPr>
            <a:lvl6pPr marL="2743200" lvl="5" indent="-228600" algn="l">
              <a:spcBef>
                <a:spcPts val="420"/>
              </a:spcBef>
              <a:spcAft>
                <a:spcPts val="0"/>
              </a:spcAft>
              <a:buClr>
                <a:schemeClr val="dk1"/>
              </a:buClr>
              <a:buSzPts val="2100"/>
              <a:buNone/>
              <a:defRPr sz="2100" b="1"/>
            </a:lvl6pPr>
            <a:lvl7pPr marL="3200400" lvl="6" indent="-228600" algn="l">
              <a:spcBef>
                <a:spcPts val="420"/>
              </a:spcBef>
              <a:spcAft>
                <a:spcPts val="0"/>
              </a:spcAft>
              <a:buClr>
                <a:schemeClr val="dk1"/>
              </a:buClr>
              <a:buSzPts val="2100"/>
              <a:buNone/>
              <a:defRPr sz="2100" b="1"/>
            </a:lvl7pPr>
            <a:lvl8pPr marL="3657600" lvl="7" indent="-228600" algn="l">
              <a:spcBef>
                <a:spcPts val="420"/>
              </a:spcBef>
              <a:spcAft>
                <a:spcPts val="0"/>
              </a:spcAft>
              <a:buClr>
                <a:schemeClr val="dk1"/>
              </a:buClr>
              <a:buSzPts val="2100"/>
              <a:buNone/>
              <a:defRPr sz="2100" b="1"/>
            </a:lvl8pPr>
            <a:lvl9pPr marL="4114800" lvl="8" indent="-228600" algn="l">
              <a:spcBef>
                <a:spcPts val="420"/>
              </a:spcBef>
              <a:spcAft>
                <a:spcPts val="0"/>
              </a:spcAft>
              <a:buClr>
                <a:schemeClr val="dk1"/>
              </a:buClr>
              <a:buSzPts val="2100"/>
              <a:buNone/>
              <a:defRPr sz="2100" b="1"/>
            </a:lvl9pPr>
          </a:lstStyle>
          <a:p>
            <a:endParaRPr/>
          </a:p>
        </p:txBody>
      </p:sp>
      <p:sp>
        <p:nvSpPr>
          <p:cNvPr id="311" name="Google Shape;311;p196"/>
          <p:cNvSpPr txBox="1">
            <a:spLocks noGrp="1"/>
          </p:cNvSpPr>
          <p:nvPr>
            <p:ph type="body" idx="4"/>
          </p:nvPr>
        </p:nvSpPr>
        <p:spPr>
          <a:xfrm>
            <a:off x="6191756" y="2174875"/>
            <a:ext cx="5387630" cy="3951288"/>
          </a:xfrm>
          <a:prstGeom prst="rect">
            <a:avLst/>
          </a:prstGeom>
          <a:noFill/>
          <a:ln>
            <a:noFill/>
          </a:ln>
        </p:spPr>
        <p:txBody>
          <a:bodyPr spcFirstLastPara="1" wrap="square" lIns="121875" tIns="60925" rIns="121875" bIns="60925" anchor="t" anchorCtr="0">
            <a:normAutofit/>
          </a:bodyPr>
          <a:lstStyle>
            <a:lvl1pPr marL="457200" lvl="0" indent="-431800" algn="l">
              <a:spcBef>
                <a:spcPts val="640"/>
              </a:spcBef>
              <a:spcAft>
                <a:spcPts val="0"/>
              </a:spcAft>
              <a:buClr>
                <a:schemeClr val="dk1"/>
              </a:buClr>
              <a:buSzPts val="3200"/>
              <a:buChar char="•"/>
              <a:defRPr sz="3200"/>
            </a:lvl1pPr>
            <a:lvl2pPr marL="914400" lvl="1" indent="-400050" algn="l">
              <a:spcBef>
                <a:spcPts val="540"/>
              </a:spcBef>
              <a:spcAft>
                <a:spcPts val="0"/>
              </a:spcAft>
              <a:buClr>
                <a:schemeClr val="dk1"/>
              </a:buClr>
              <a:buSzPts val="2700"/>
              <a:buChar char="–"/>
              <a:defRPr sz="2700"/>
            </a:lvl2pPr>
            <a:lvl3pPr marL="1371600" lvl="2" indent="-381000" algn="l">
              <a:spcBef>
                <a:spcPts val="480"/>
              </a:spcBef>
              <a:spcAft>
                <a:spcPts val="0"/>
              </a:spcAft>
              <a:buClr>
                <a:schemeClr val="dk1"/>
              </a:buClr>
              <a:buSzPts val="2400"/>
              <a:buChar char="•"/>
              <a:defRPr sz="2400"/>
            </a:lvl3pPr>
            <a:lvl4pPr marL="1828800" lvl="3" indent="-361950" algn="l">
              <a:spcBef>
                <a:spcPts val="420"/>
              </a:spcBef>
              <a:spcAft>
                <a:spcPts val="0"/>
              </a:spcAft>
              <a:buClr>
                <a:schemeClr val="dk1"/>
              </a:buClr>
              <a:buSzPts val="2100"/>
              <a:buChar char="–"/>
              <a:defRPr sz="2100"/>
            </a:lvl4pPr>
            <a:lvl5pPr marL="2286000" lvl="4" indent="-361950" algn="l">
              <a:spcBef>
                <a:spcPts val="420"/>
              </a:spcBef>
              <a:spcAft>
                <a:spcPts val="0"/>
              </a:spcAft>
              <a:buClr>
                <a:schemeClr val="dk1"/>
              </a:buClr>
              <a:buSzPts val="2100"/>
              <a:buChar char="»"/>
              <a:defRPr sz="2100"/>
            </a:lvl5pPr>
            <a:lvl6pPr marL="2743200" lvl="5" indent="-361950" algn="l">
              <a:spcBef>
                <a:spcPts val="420"/>
              </a:spcBef>
              <a:spcAft>
                <a:spcPts val="0"/>
              </a:spcAft>
              <a:buClr>
                <a:schemeClr val="dk1"/>
              </a:buClr>
              <a:buSzPts val="2100"/>
              <a:buChar char="•"/>
              <a:defRPr sz="2100"/>
            </a:lvl6pPr>
            <a:lvl7pPr marL="3200400" lvl="6" indent="-361950" algn="l">
              <a:spcBef>
                <a:spcPts val="420"/>
              </a:spcBef>
              <a:spcAft>
                <a:spcPts val="0"/>
              </a:spcAft>
              <a:buClr>
                <a:schemeClr val="dk1"/>
              </a:buClr>
              <a:buSzPts val="2100"/>
              <a:buChar char="•"/>
              <a:defRPr sz="2100"/>
            </a:lvl7pPr>
            <a:lvl8pPr marL="3657600" lvl="7" indent="-361950" algn="l">
              <a:spcBef>
                <a:spcPts val="420"/>
              </a:spcBef>
              <a:spcAft>
                <a:spcPts val="0"/>
              </a:spcAft>
              <a:buClr>
                <a:schemeClr val="dk1"/>
              </a:buClr>
              <a:buSzPts val="2100"/>
              <a:buChar char="•"/>
              <a:defRPr sz="2100"/>
            </a:lvl8pPr>
            <a:lvl9pPr marL="4114800" lvl="8" indent="-361950" algn="l">
              <a:spcBef>
                <a:spcPts val="420"/>
              </a:spcBef>
              <a:spcAft>
                <a:spcPts val="0"/>
              </a:spcAft>
              <a:buClr>
                <a:schemeClr val="dk1"/>
              </a:buClr>
              <a:buSzPts val="2100"/>
              <a:buChar char="•"/>
              <a:defRPr sz="2100"/>
            </a:lvl9pPr>
          </a:lstStyle>
          <a:p>
            <a:endParaRPr/>
          </a:p>
        </p:txBody>
      </p:sp>
      <p:sp>
        <p:nvSpPr>
          <p:cNvPr id="312" name="Google Shape;312;p196"/>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3" name="Google Shape;313;p196"/>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4" name="Google Shape;314;p196"/>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15"/>
        <p:cNvGrpSpPr/>
        <p:nvPr/>
      </p:nvGrpSpPr>
      <p:grpSpPr>
        <a:xfrm>
          <a:off x="0" y="0"/>
          <a:ext cx="0" cy="0"/>
          <a:chOff x="0" y="0"/>
          <a:chExt cx="0" cy="0"/>
        </a:xfrm>
      </p:grpSpPr>
      <p:sp>
        <p:nvSpPr>
          <p:cNvPr id="316" name="Google Shape;316;p197"/>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7" name="Google Shape;317;p197"/>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8" name="Google Shape;318;p197"/>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319"/>
        <p:cNvGrpSpPr/>
        <p:nvPr/>
      </p:nvGrpSpPr>
      <p:grpSpPr>
        <a:xfrm>
          <a:off x="0" y="0"/>
          <a:ext cx="0" cy="0"/>
          <a:chOff x="0" y="0"/>
          <a:chExt cx="0" cy="0"/>
        </a:xfrm>
      </p:grpSpPr>
      <p:sp>
        <p:nvSpPr>
          <p:cNvPr id="320" name="Google Shape;320;p198"/>
          <p:cNvSpPr txBox="1">
            <a:spLocks noGrp="1"/>
          </p:cNvSpPr>
          <p:nvPr>
            <p:ph type="title"/>
          </p:nvPr>
        </p:nvSpPr>
        <p:spPr>
          <a:xfrm>
            <a:off x="609443" y="273049"/>
            <a:ext cx="4010039" cy="1162051"/>
          </a:xfrm>
          <a:prstGeom prst="rect">
            <a:avLst/>
          </a:prstGeom>
          <a:noFill/>
          <a:ln>
            <a:noFill/>
          </a:ln>
        </p:spPr>
        <p:txBody>
          <a:bodyPr spcFirstLastPara="1" wrap="square" lIns="121875" tIns="60925" rIns="121875" bIns="60925" anchor="b" anchorCtr="0">
            <a:normAutofit/>
          </a:bodyPr>
          <a:lstStyle>
            <a:lvl1pPr lvl="0" algn="l">
              <a:spcBef>
                <a:spcPts val="0"/>
              </a:spcBef>
              <a:spcAft>
                <a:spcPts val="0"/>
              </a:spcAft>
              <a:buClr>
                <a:schemeClr val="dk1"/>
              </a:buClr>
              <a:buSzPts val="2700"/>
              <a:buFont typeface="Calibri"/>
              <a:buNone/>
              <a:defRPr sz="27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1" name="Google Shape;321;p198"/>
          <p:cNvSpPr txBox="1">
            <a:spLocks noGrp="1"/>
          </p:cNvSpPr>
          <p:nvPr>
            <p:ph type="body" idx="1"/>
          </p:nvPr>
        </p:nvSpPr>
        <p:spPr>
          <a:xfrm>
            <a:off x="4765492" y="273052"/>
            <a:ext cx="6813892" cy="5853113"/>
          </a:xfrm>
          <a:prstGeom prst="rect">
            <a:avLst/>
          </a:prstGeom>
          <a:noFill/>
          <a:ln>
            <a:noFill/>
          </a:ln>
        </p:spPr>
        <p:txBody>
          <a:bodyPr spcFirstLastPara="1" wrap="square" lIns="121875" tIns="60925" rIns="121875" bIns="60925" anchor="t" anchorCtr="0">
            <a:normAutofit/>
          </a:bodyPr>
          <a:lstStyle>
            <a:lvl1pPr marL="457200" lvl="0" indent="-501650" algn="l">
              <a:spcBef>
                <a:spcPts val="860"/>
              </a:spcBef>
              <a:spcAft>
                <a:spcPts val="0"/>
              </a:spcAft>
              <a:buClr>
                <a:schemeClr val="dk1"/>
              </a:buClr>
              <a:buSzPts val="4300"/>
              <a:buChar char="•"/>
              <a:defRPr sz="4300"/>
            </a:lvl1pPr>
            <a:lvl2pPr marL="914400" lvl="1" indent="-463550" algn="l">
              <a:spcBef>
                <a:spcPts val="740"/>
              </a:spcBef>
              <a:spcAft>
                <a:spcPts val="0"/>
              </a:spcAft>
              <a:buClr>
                <a:schemeClr val="dk1"/>
              </a:buClr>
              <a:buSzPts val="3700"/>
              <a:buChar char="–"/>
              <a:defRPr sz="3700"/>
            </a:lvl2pPr>
            <a:lvl3pPr marL="1371600" lvl="2" indent="-431800" algn="l">
              <a:spcBef>
                <a:spcPts val="640"/>
              </a:spcBef>
              <a:spcAft>
                <a:spcPts val="0"/>
              </a:spcAft>
              <a:buClr>
                <a:schemeClr val="dk1"/>
              </a:buClr>
              <a:buSzPts val="3200"/>
              <a:buChar char="•"/>
              <a:defRPr sz="3200"/>
            </a:lvl3pPr>
            <a:lvl4pPr marL="1828800" lvl="3" indent="-400050" algn="l">
              <a:spcBef>
                <a:spcPts val="540"/>
              </a:spcBef>
              <a:spcAft>
                <a:spcPts val="0"/>
              </a:spcAft>
              <a:buClr>
                <a:schemeClr val="dk1"/>
              </a:buClr>
              <a:buSzPts val="2700"/>
              <a:buChar char="–"/>
              <a:defRPr sz="2700"/>
            </a:lvl4pPr>
            <a:lvl5pPr marL="2286000" lvl="4" indent="-400050" algn="l">
              <a:spcBef>
                <a:spcPts val="540"/>
              </a:spcBef>
              <a:spcAft>
                <a:spcPts val="0"/>
              </a:spcAft>
              <a:buClr>
                <a:schemeClr val="dk1"/>
              </a:buClr>
              <a:buSzPts val="2700"/>
              <a:buChar char="»"/>
              <a:defRPr sz="2700"/>
            </a:lvl5pPr>
            <a:lvl6pPr marL="2743200" lvl="5" indent="-400050" algn="l">
              <a:spcBef>
                <a:spcPts val="540"/>
              </a:spcBef>
              <a:spcAft>
                <a:spcPts val="0"/>
              </a:spcAft>
              <a:buClr>
                <a:schemeClr val="dk1"/>
              </a:buClr>
              <a:buSzPts val="2700"/>
              <a:buChar char="•"/>
              <a:defRPr sz="2700"/>
            </a:lvl6pPr>
            <a:lvl7pPr marL="3200400" lvl="6" indent="-400050" algn="l">
              <a:spcBef>
                <a:spcPts val="540"/>
              </a:spcBef>
              <a:spcAft>
                <a:spcPts val="0"/>
              </a:spcAft>
              <a:buClr>
                <a:schemeClr val="dk1"/>
              </a:buClr>
              <a:buSzPts val="2700"/>
              <a:buChar char="•"/>
              <a:defRPr sz="2700"/>
            </a:lvl7pPr>
            <a:lvl8pPr marL="3657600" lvl="7" indent="-400050" algn="l">
              <a:spcBef>
                <a:spcPts val="540"/>
              </a:spcBef>
              <a:spcAft>
                <a:spcPts val="0"/>
              </a:spcAft>
              <a:buClr>
                <a:schemeClr val="dk1"/>
              </a:buClr>
              <a:buSzPts val="2700"/>
              <a:buChar char="•"/>
              <a:defRPr sz="2700"/>
            </a:lvl8pPr>
            <a:lvl9pPr marL="4114800" lvl="8" indent="-400050" algn="l">
              <a:spcBef>
                <a:spcPts val="540"/>
              </a:spcBef>
              <a:spcAft>
                <a:spcPts val="0"/>
              </a:spcAft>
              <a:buClr>
                <a:schemeClr val="dk1"/>
              </a:buClr>
              <a:buSzPts val="2700"/>
              <a:buChar char="•"/>
              <a:defRPr sz="2700"/>
            </a:lvl9pPr>
          </a:lstStyle>
          <a:p>
            <a:endParaRPr/>
          </a:p>
        </p:txBody>
      </p:sp>
      <p:sp>
        <p:nvSpPr>
          <p:cNvPr id="322" name="Google Shape;322;p198"/>
          <p:cNvSpPr txBox="1">
            <a:spLocks noGrp="1"/>
          </p:cNvSpPr>
          <p:nvPr>
            <p:ph type="body" idx="2"/>
          </p:nvPr>
        </p:nvSpPr>
        <p:spPr>
          <a:xfrm>
            <a:off x="609443" y="1435102"/>
            <a:ext cx="4010039" cy="4691063"/>
          </a:xfrm>
          <a:prstGeom prst="rect">
            <a:avLst/>
          </a:prstGeom>
          <a:noFill/>
          <a:ln>
            <a:noFill/>
          </a:ln>
        </p:spPr>
        <p:txBody>
          <a:bodyPr spcFirstLastPara="1" wrap="square" lIns="121875" tIns="60925" rIns="121875" bIns="60925" anchor="t" anchorCtr="0">
            <a:normAutofit/>
          </a:bodyPr>
          <a:lstStyle>
            <a:lvl1pPr marL="457200" lvl="0" indent="-228600" algn="l">
              <a:spcBef>
                <a:spcPts val="380"/>
              </a:spcBef>
              <a:spcAft>
                <a:spcPts val="0"/>
              </a:spcAft>
              <a:buClr>
                <a:schemeClr val="dk1"/>
              </a:buClr>
              <a:buSzPts val="1900"/>
              <a:buNone/>
              <a:defRPr sz="1900"/>
            </a:lvl1pPr>
            <a:lvl2pPr marL="914400" lvl="1" indent="-228600" algn="l">
              <a:spcBef>
                <a:spcPts val="320"/>
              </a:spcBef>
              <a:spcAft>
                <a:spcPts val="0"/>
              </a:spcAft>
              <a:buClr>
                <a:schemeClr val="dk1"/>
              </a:buClr>
              <a:buSzPts val="1600"/>
              <a:buNone/>
              <a:defRPr sz="1600"/>
            </a:lvl2pPr>
            <a:lvl3pPr marL="1371600" lvl="2" indent="-228600" algn="l">
              <a:spcBef>
                <a:spcPts val="260"/>
              </a:spcBef>
              <a:spcAft>
                <a:spcPts val="0"/>
              </a:spcAft>
              <a:buClr>
                <a:schemeClr val="dk1"/>
              </a:buClr>
              <a:buSzPts val="1300"/>
              <a:buNone/>
              <a:defRPr sz="1300"/>
            </a:lvl3pPr>
            <a:lvl4pPr marL="1828800" lvl="3" indent="-228600" algn="l">
              <a:spcBef>
                <a:spcPts val="240"/>
              </a:spcBef>
              <a:spcAft>
                <a:spcPts val="0"/>
              </a:spcAft>
              <a:buClr>
                <a:schemeClr val="dk1"/>
              </a:buClr>
              <a:buSzPts val="1200"/>
              <a:buNone/>
              <a:defRPr sz="1200"/>
            </a:lvl4pPr>
            <a:lvl5pPr marL="2286000" lvl="4" indent="-228600" algn="l">
              <a:spcBef>
                <a:spcPts val="240"/>
              </a:spcBef>
              <a:spcAft>
                <a:spcPts val="0"/>
              </a:spcAft>
              <a:buClr>
                <a:schemeClr val="dk1"/>
              </a:buClr>
              <a:buSzPts val="1200"/>
              <a:buNone/>
              <a:defRPr sz="1200"/>
            </a:lvl5pPr>
            <a:lvl6pPr marL="2743200" lvl="5" indent="-228600" algn="l">
              <a:spcBef>
                <a:spcPts val="240"/>
              </a:spcBef>
              <a:spcAft>
                <a:spcPts val="0"/>
              </a:spcAft>
              <a:buClr>
                <a:schemeClr val="dk1"/>
              </a:buClr>
              <a:buSzPts val="1200"/>
              <a:buNone/>
              <a:defRPr sz="1200"/>
            </a:lvl6pPr>
            <a:lvl7pPr marL="3200400" lvl="6" indent="-228600" algn="l">
              <a:spcBef>
                <a:spcPts val="240"/>
              </a:spcBef>
              <a:spcAft>
                <a:spcPts val="0"/>
              </a:spcAft>
              <a:buClr>
                <a:schemeClr val="dk1"/>
              </a:buClr>
              <a:buSzPts val="1200"/>
              <a:buNone/>
              <a:defRPr sz="1200"/>
            </a:lvl7pPr>
            <a:lvl8pPr marL="3657600" lvl="7" indent="-228600" algn="l">
              <a:spcBef>
                <a:spcPts val="240"/>
              </a:spcBef>
              <a:spcAft>
                <a:spcPts val="0"/>
              </a:spcAft>
              <a:buClr>
                <a:schemeClr val="dk1"/>
              </a:buClr>
              <a:buSzPts val="1200"/>
              <a:buNone/>
              <a:defRPr sz="1200"/>
            </a:lvl8pPr>
            <a:lvl9pPr marL="4114800" lvl="8" indent="-228600" algn="l">
              <a:spcBef>
                <a:spcPts val="240"/>
              </a:spcBef>
              <a:spcAft>
                <a:spcPts val="0"/>
              </a:spcAft>
              <a:buClr>
                <a:schemeClr val="dk1"/>
              </a:buClr>
              <a:buSzPts val="1200"/>
              <a:buNone/>
              <a:defRPr sz="1200"/>
            </a:lvl9pPr>
          </a:lstStyle>
          <a:p>
            <a:endParaRPr/>
          </a:p>
        </p:txBody>
      </p:sp>
      <p:sp>
        <p:nvSpPr>
          <p:cNvPr id="323" name="Google Shape;323;p198"/>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4" name="Google Shape;324;p198"/>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5" name="Google Shape;325;p198"/>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326"/>
        <p:cNvGrpSpPr/>
        <p:nvPr/>
      </p:nvGrpSpPr>
      <p:grpSpPr>
        <a:xfrm>
          <a:off x="0" y="0"/>
          <a:ext cx="0" cy="0"/>
          <a:chOff x="0" y="0"/>
          <a:chExt cx="0" cy="0"/>
        </a:xfrm>
      </p:grpSpPr>
      <p:sp>
        <p:nvSpPr>
          <p:cNvPr id="327" name="Google Shape;327;p199"/>
          <p:cNvSpPr txBox="1">
            <a:spLocks noGrp="1"/>
          </p:cNvSpPr>
          <p:nvPr>
            <p:ph type="title"/>
          </p:nvPr>
        </p:nvSpPr>
        <p:spPr>
          <a:xfrm>
            <a:off x="2389095" y="4800600"/>
            <a:ext cx="7313295" cy="566739"/>
          </a:xfrm>
          <a:prstGeom prst="rect">
            <a:avLst/>
          </a:prstGeom>
          <a:noFill/>
          <a:ln>
            <a:noFill/>
          </a:ln>
        </p:spPr>
        <p:txBody>
          <a:bodyPr spcFirstLastPara="1" wrap="square" lIns="121875" tIns="60925" rIns="121875" bIns="60925" anchor="b" anchorCtr="0">
            <a:normAutofit/>
          </a:bodyPr>
          <a:lstStyle>
            <a:lvl1pPr lvl="0" algn="l">
              <a:spcBef>
                <a:spcPts val="0"/>
              </a:spcBef>
              <a:spcAft>
                <a:spcPts val="0"/>
              </a:spcAft>
              <a:buClr>
                <a:schemeClr val="dk1"/>
              </a:buClr>
              <a:buSzPts val="2700"/>
              <a:buFont typeface="Calibri"/>
              <a:buNone/>
              <a:defRPr sz="27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8" name="Google Shape;328;p199"/>
          <p:cNvSpPr>
            <a:spLocks noGrp="1"/>
          </p:cNvSpPr>
          <p:nvPr>
            <p:ph type="pic" idx="2"/>
          </p:nvPr>
        </p:nvSpPr>
        <p:spPr>
          <a:xfrm>
            <a:off x="2389095" y="612775"/>
            <a:ext cx="7313295" cy="4114800"/>
          </a:xfrm>
          <a:prstGeom prst="rect">
            <a:avLst/>
          </a:prstGeom>
          <a:noFill/>
          <a:ln>
            <a:noFill/>
          </a:ln>
        </p:spPr>
      </p:sp>
      <p:sp>
        <p:nvSpPr>
          <p:cNvPr id="329" name="Google Shape;329;p199"/>
          <p:cNvSpPr txBox="1">
            <a:spLocks noGrp="1"/>
          </p:cNvSpPr>
          <p:nvPr>
            <p:ph type="body" idx="1"/>
          </p:nvPr>
        </p:nvSpPr>
        <p:spPr>
          <a:xfrm>
            <a:off x="2389095" y="5367338"/>
            <a:ext cx="7313295" cy="804863"/>
          </a:xfrm>
          <a:prstGeom prst="rect">
            <a:avLst/>
          </a:prstGeom>
          <a:noFill/>
          <a:ln>
            <a:noFill/>
          </a:ln>
        </p:spPr>
        <p:txBody>
          <a:bodyPr spcFirstLastPara="1" wrap="square" lIns="121875" tIns="60925" rIns="121875" bIns="60925" anchor="t" anchorCtr="0">
            <a:normAutofit/>
          </a:bodyPr>
          <a:lstStyle>
            <a:lvl1pPr marL="457200" lvl="0" indent="-228600" algn="l">
              <a:spcBef>
                <a:spcPts val="380"/>
              </a:spcBef>
              <a:spcAft>
                <a:spcPts val="0"/>
              </a:spcAft>
              <a:buClr>
                <a:schemeClr val="dk1"/>
              </a:buClr>
              <a:buSzPts val="1900"/>
              <a:buNone/>
              <a:defRPr sz="1900"/>
            </a:lvl1pPr>
            <a:lvl2pPr marL="914400" lvl="1" indent="-228600" algn="l">
              <a:spcBef>
                <a:spcPts val="320"/>
              </a:spcBef>
              <a:spcAft>
                <a:spcPts val="0"/>
              </a:spcAft>
              <a:buClr>
                <a:schemeClr val="dk1"/>
              </a:buClr>
              <a:buSzPts val="1600"/>
              <a:buNone/>
              <a:defRPr sz="1600"/>
            </a:lvl2pPr>
            <a:lvl3pPr marL="1371600" lvl="2" indent="-228600" algn="l">
              <a:spcBef>
                <a:spcPts val="260"/>
              </a:spcBef>
              <a:spcAft>
                <a:spcPts val="0"/>
              </a:spcAft>
              <a:buClr>
                <a:schemeClr val="dk1"/>
              </a:buClr>
              <a:buSzPts val="1300"/>
              <a:buNone/>
              <a:defRPr sz="1300"/>
            </a:lvl3pPr>
            <a:lvl4pPr marL="1828800" lvl="3" indent="-228600" algn="l">
              <a:spcBef>
                <a:spcPts val="240"/>
              </a:spcBef>
              <a:spcAft>
                <a:spcPts val="0"/>
              </a:spcAft>
              <a:buClr>
                <a:schemeClr val="dk1"/>
              </a:buClr>
              <a:buSzPts val="1200"/>
              <a:buNone/>
              <a:defRPr sz="1200"/>
            </a:lvl4pPr>
            <a:lvl5pPr marL="2286000" lvl="4" indent="-228600" algn="l">
              <a:spcBef>
                <a:spcPts val="240"/>
              </a:spcBef>
              <a:spcAft>
                <a:spcPts val="0"/>
              </a:spcAft>
              <a:buClr>
                <a:schemeClr val="dk1"/>
              </a:buClr>
              <a:buSzPts val="1200"/>
              <a:buNone/>
              <a:defRPr sz="1200"/>
            </a:lvl5pPr>
            <a:lvl6pPr marL="2743200" lvl="5" indent="-228600" algn="l">
              <a:spcBef>
                <a:spcPts val="240"/>
              </a:spcBef>
              <a:spcAft>
                <a:spcPts val="0"/>
              </a:spcAft>
              <a:buClr>
                <a:schemeClr val="dk1"/>
              </a:buClr>
              <a:buSzPts val="1200"/>
              <a:buNone/>
              <a:defRPr sz="1200"/>
            </a:lvl6pPr>
            <a:lvl7pPr marL="3200400" lvl="6" indent="-228600" algn="l">
              <a:spcBef>
                <a:spcPts val="240"/>
              </a:spcBef>
              <a:spcAft>
                <a:spcPts val="0"/>
              </a:spcAft>
              <a:buClr>
                <a:schemeClr val="dk1"/>
              </a:buClr>
              <a:buSzPts val="1200"/>
              <a:buNone/>
              <a:defRPr sz="1200"/>
            </a:lvl7pPr>
            <a:lvl8pPr marL="3657600" lvl="7" indent="-228600" algn="l">
              <a:spcBef>
                <a:spcPts val="240"/>
              </a:spcBef>
              <a:spcAft>
                <a:spcPts val="0"/>
              </a:spcAft>
              <a:buClr>
                <a:schemeClr val="dk1"/>
              </a:buClr>
              <a:buSzPts val="1200"/>
              <a:buNone/>
              <a:defRPr sz="1200"/>
            </a:lvl8pPr>
            <a:lvl9pPr marL="4114800" lvl="8" indent="-228600" algn="l">
              <a:spcBef>
                <a:spcPts val="240"/>
              </a:spcBef>
              <a:spcAft>
                <a:spcPts val="0"/>
              </a:spcAft>
              <a:buClr>
                <a:schemeClr val="dk1"/>
              </a:buClr>
              <a:buSzPts val="1200"/>
              <a:buNone/>
              <a:defRPr sz="1200"/>
            </a:lvl9pPr>
          </a:lstStyle>
          <a:p>
            <a:endParaRPr/>
          </a:p>
        </p:txBody>
      </p:sp>
      <p:sp>
        <p:nvSpPr>
          <p:cNvPr id="330" name="Google Shape;330;p199"/>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1" name="Google Shape;331;p199"/>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2" name="Google Shape;332;p199"/>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333"/>
        <p:cNvGrpSpPr/>
        <p:nvPr/>
      </p:nvGrpSpPr>
      <p:grpSpPr>
        <a:xfrm>
          <a:off x="0" y="0"/>
          <a:ext cx="0" cy="0"/>
          <a:chOff x="0" y="0"/>
          <a:chExt cx="0" cy="0"/>
        </a:xfrm>
      </p:grpSpPr>
      <p:sp>
        <p:nvSpPr>
          <p:cNvPr id="334" name="Google Shape;334;p200"/>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5" name="Google Shape;335;p200"/>
          <p:cNvSpPr txBox="1">
            <a:spLocks noGrp="1"/>
          </p:cNvSpPr>
          <p:nvPr>
            <p:ph type="body" idx="1"/>
          </p:nvPr>
        </p:nvSpPr>
        <p:spPr>
          <a:xfrm rot="5400000">
            <a:off x="3600543" y="-1852677"/>
            <a:ext cx="4987739" cy="10969943"/>
          </a:xfrm>
          <a:prstGeom prst="rect">
            <a:avLst/>
          </a:prstGeom>
          <a:noFill/>
          <a:ln>
            <a:noFill/>
          </a:ln>
        </p:spPr>
        <p:txBody>
          <a:bodyPr spcFirstLastPara="1" wrap="square" lIns="121875" tIns="60925" rIns="121875" bIns="60925"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36" name="Google Shape;336;p200"/>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7" name="Google Shape;337;p200"/>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8" name="Google Shape;338;p200"/>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339"/>
        <p:cNvGrpSpPr/>
        <p:nvPr/>
      </p:nvGrpSpPr>
      <p:grpSpPr>
        <a:xfrm>
          <a:off x="0" y="0"/>
          <a:ext cx="0" cy="0"/>
          <a:chOff x="0" y="0"/>
          <a:chExt cx="0" cy="0"/>
        </a:xfrm>
      </p:grpSpPr>
      <p:sp>
        <p:nvSpPr>
          <p:cNvPr id="340" name="Google Shape;340;p201"/>
          <p:cNvSpPr txBox="1">
            <a:spLocks noGrp="1"/>
          </p:cNvSpPr>
          <p:nvPr>
            <p:ph type="title"/>
          </p:nvPr>
        </p:nvSpPr>
        <p:spPr>
          <a:xfrm rot="5400000">
            <a:off x="7282379" y="1829159"/>
            <a:ext cx="5851525" cy="2742486"/>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1" name="Google Shape;341;p201"/>
          <p:cNvSpPr txBox="1">
            <a:spLocks noGrp="1"/>
          </p:cNvSpPr>
          <p:nvPr>
            <p:ph type="body" idx="1"/>
          </p:nvPr>
        </p:nvSpPr>
        <p:spPr>
          <a:xfrm rot="5400000">
            <a:off x="1695834" y="-811754"/>
            <a:ext cx="5851525" cy="8024310"/>
          </a:xfrm>
          <a:prstGeom prst="rect">
            <a:avLst/>
          </a:prstGeom>
          <a:noFill/>
          <a:ln>
            <a:noFill/>
          </a:ln>
        </p:spPr>
        <p:txBody>
          <a:bodyPr spcFirstLastPara="1" wrap="square" lIns="121875" tIns="60925" rIns="121875" bIns="60925"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42" name="Google Shape;342;p201"/>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3" name="Google Shape;343;p201"/>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4" name="Google Shape;344;p201"/>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40_Full Blank">
  <p:cSld name="40_Full Blank">
    <p:spTree>
      <p:nvGrpSpPr>
        <p:cNvPr id="1" name="Shape 345"/>
        <p:cNvGrpSpPr/>
        <p:nvPr/>
      </p:nvGrpSpPr>
      <p:grpSpPr>
        <a:xfrm>
          <a:off x="0" y="0"/>
          <a:ext cx="0" cy="0"/>
          <a:chOff x="0" y="0"/>
          <a:chExt cx="0" cy="0"/>
        </a:xfrm>
      </p:grpSpPr>
      <p:sp>
        <p:nvSpPr>
          <p:cNvPr id="346" name="Google Shape;346;p202"/>
          <p:cNvSpPr/>
          <p:nvPr/>
        </p:nvSpPr>
        <p:spPr>
          <a:xfrm>
            <a:off x="0" y="-981"/>
            <a:ext cx="12188825" cy="6867857"/>
          </a:xfrm>
          <a:prstGeom prst="rect">
            <a:avLst/>
          </a:prstGeom>
          <a:solidFill>
            <a:srgbClr val="262626">
              <a:alpha val="96862"/>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47" name="Google Shape;347;p202"/>
          <p:cNvSpPr/>
          <p:nvPr/>
        </p:nvSpPr>
        <p:spPr>
          <a:xfrm>
            <a:off x="11501300" y="199247"/>
            <a:ext cx="422454" cy="422564"/>
          </a:xfrm>
          <a:prstGeom prst="flowChartDelay">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grpSp>
        <p:nvGrpSpPr>
          <p:cNvPr id="348" name="Google Shape;348;p202"/>
          <p:cNvGrpSpPr/>
          <p:nvPr/>
        </p:nvGrpSpPr>
        <p:grpSpPr>
          <a:xfrm>
            <a:off x="531756" y="6037713"/>
            <a:ext cx="495031" cy="493336"/>
            <a:chOff x="5489575" y="1343025"/>
            <a:chExt cx="1724025" cy="1717676"/>
          </a:xfrm>
        </p:grpSpPr>
        <p:sp>
          <p:nvSpPr>
            <p:cNvPr id="349" name="Google Shape;349;p202"/>
            <p:cNvSpPr/>
            <p:nvPr/>
          </p:nvSpPr>
          <p:spPr>
            <a:xfrm>
              <a:off x="6137275" y="1343025"/>
              <a:ext cx="1076325" cy="1074738"/>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399">
                <a:solidFill>
                  <a:schemeClr val="dk1"/>
                </a:solidFill>
                <a:latin typeface="Calibri"/>
                <a:ea typeface="Calibri"/>
                <a:cs typeface="Calibri"/>
                <a:sym typeface="Calibri"/>
              </a:endParaRPr>
            </a:p>
          </p:txBody>
        </p:sp>
        <p:sp>
          <p:nvSpPr>
            <p:cNvPr id="350" name="Google Shape;350;p202"/>
            <p:cNvSpPr/>
            <p:nvPr/>
          </p:nvSpPr>
          <p:spPr>
            <a:xfrm>
              <a:off x="5489575" y="2201863"/>
              <a:ext cx="754063" cy="754063"/>
            </a:xfrm>
            <a:custGeom>
              <a:avLst/>
              <a:gdLst/>
              <a:ahLst/>
              <a:cxnLst/>
              <a:rect l="l" t="t" r="r" b="b"/>
              <a:pathLst>
                <a:path w="199" h="199" extrusionOk="0">
                  <a:moveTo>
                    <a:pt x="100" y="0"/>
                  </a:moveTo>
                  <a:cubicBezTo>
                    <a:pt x="45" y="0"/>
                    <a:pt x="0" y="45"/>
                    <a:pt x="0" y="100"/>
                  </a:cubicBezTo>
                  <a:cubicBezTo>
                    <a:pt x="0" y="154"/>
                    <a:pt x="45" y="199"/>
                    <a:pt x="100" y="199"/>
                  </a:cubicBezTo>
                  <a:cubicBezTo>
                    <a:pt x="154" y="199"/>
                    <a:pt x="199" y="154"/>
                    <a:pt x="199" y="100"/>
                  </a:cubicBezTo>
                  <a:cubicBezTo>
                    <a:pt x="199" y="45"/>
                    <a:pt x="154" y="0"/>
                    <a:pt x="100" y="0"/>
                  </a:cubicBezTo>
                  <a:close/>
                  <a:moveTo>
                    <a:pt x="100" y="171"/>
                  </a:moveTo>
                  <a:cubicBezTo>
                    <a:pt x="60" y="171"/>
                    <a:pt x="29" y="139"/>
                    <a:pt x="29" y="100"/>
                  </a:cubicBezTo>
                  <a:cubicBezTo>
                    <a:pt x="29" y="60"/>
                    <a:pt x="60" y="28"/>
                    <a:pt x="100" y="28"/>
                  </a:cubicBezTo>
                  <a:cubicBezTo>
                    <a:pt x="139" y="28"/>
                    <a:pt x="171" y="60"/>
                    <a:pt x="171" y="100"/>
                  </a:cubicBezTo>
                  <a:cubicBezTo>
                    <a:pt x="171" y="139"/>
                    <a:pt x="139" y="171"/>
                    <a:pt x="100" y="171"/>
                  </a:cubicBezTo>
                  <a:close/>
                  <a:moveTo>
                    <a:pt x="100" y="171"/>
                  </a:moveTo>
                  <a:cubicBezTo>
                    <a:pt x="100" y="171"/>
                    <a:pt x="100" y="171"/>
                    <a:pt x="100" y="171"/>
                  </a:cubicBezTo>
                </a:path>
              </a:pathLst>
            </a:custGeom>
            <a:solidFill>
              <a:srgbClr val="D8D8D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399">
                <a:solidFill>
                  <a:schemeClr val="dk1"/>
                </a:solidFill>
                <a:latin typeface="Calibri"/>
                <a:ea typeface="Calibri"/>
                <a:cs typeface="Calibri"/>
                <a:sym typeface="Calibri"/>
              </a:endParaRPr>
            </a:p>
          </p:txBody>
        </p:sp>
        <p:sp>
          <p:nvSpPr>
            <p:cNvPr id="351" name="Google Shape;351;p202"/>
            <p:cNvSpPr/>
            <p:nvPr/>
          </p:nvSpPr>
          <p:spPr>
            <a:xfrm>
              <a:off x="6459538" y="2633663"/>
              <a:ext cx="431800" cy="427038"/>
            </a:xfrm>
            <a:custGeom>
              <a:avLst/>
              <a:gdLst/>
              <a:ahLst/>
              <a:cxnLst/>
              <a:rect l="l" t="t" r="r" b="b"/>
              <a:pathLst>
                <a:path w="114" h="113" extrusionOk="0">
                  <a:moveTo>
                    <a:pt x="57" y="0"/>
                  </a:moveTo>
                  <a:cubicBezTo>
                    <a:pt x="25" y="0"/>
                    <a:pt x="0" y="25"/>
                    <a:pt x="0" y="57"/>
                  </a:cubicBezTo>
                  <a:cubicBezTo>
                    <a:pt x="0" y="88"/>
                    <a:pt x="25" y="113"/>
                    <a:pt x="57" y="113"/>
                  </a:cubicBezTo>
                  <a:cubicBezTo>
                    <a:pt x="88" y="113"/>
                    <a:pt x="114" y="88"/>
                    <a:pt x="114" y="57"/>
                  </a:cubicBezTo>
                  <a:cubicBezTo>
                    <a:pt x="114" y="25"/>
                    <a:pt x="88" y="0"/>
                    <a:pt x="57" y="0"/>
                  </a:cubicBezTo>
                  <a:close/>
                  <a:moveTo>
                    <a:pt x="57" y="85"/>
                  </a:moveTo>
                  <a:cubicBezTo>
                    <a:pt x="41" y="85"/>
                    <a:pt x="28" y="72"/>
                    <a:pt x="28" y="57"/>
                  </a:cubicBezTo>
                  <a:cubicBezTo>
                    <a:pt x="28" y="41"/>
                    <a:pt x="41" y="28"/>
                    <a:pt x="57" y="28"/>
                  </a:cubicBezTo>
                  <a:cubicBezTo>
                    <a:pt x="73" y="28"/>
                    <a:pt x="85" y="41"/>
                    <a:pt x="85" y="57"/>
                  </a:cubicBezTo>
                  <a:cubicBezTo>
                    <a:pt x="85" y="72"/>
                    <a:pt x="73" y="85"/>
                    <a:pt x="57" y="85"/>
                  </a:cubicBezTo>
                  <a:close/>
                  <a:moveTo>
                    <a:pt x="57" y="85"/>
                  </a:moveTo>
                  <a:cubicBezTo>
                    <a:pt x="57" y="85"/>
                    <a:pt x="57" y="85"/>
                    <a:pt x="57" y="85"/>
                  </a:cubicBezTo>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399">
                <a:solidFill>
                  <a:schemeClr val="dk1"/>
                </a:solidFill>
                <a:latin typeface="Calibri"/>
                <a:ea typeface="Calibri"/>
                <a:cs typeface="Calibri"/>
                <a:sym typeface="Calibri"/>
              </a:endParaRPr>
            </a:p>
          </p:txBody>
        </p:sp>
      </p:grpSp>
      <p:sp>
        <p:nvSpPr>
          <p:cNvPr id="352" name="Google Shape;352;p202"/>
          <p:cNvSpPr>
            <a:spLocks noGrp="1"/>
          </p:cNvSpPr>
          <p:nvPr>
            <p:ph type="pic" idx="2"/>
          </p:nvPr>
        </p:nvSpPr>
        <p:spPr>
          <a:xfrm>
            <a:off x="4148224" y="1443883"/>
            <a:ext cx="1398803" cy="1564773"/>
          </a:xfrm>
          <a:prstGeom prst="rect">
            <a:avLst/>
          </a:prstGeom>
          <a:noFill/>
          <a:ln>
            <a:noFill/>
          </a:ln>
        </p:spPr>
      </p:sp>
      <p:sp>
        <p:nvSpPr>
          <p:cNvPr id="353" name="Google Shape;353;p202"/>
          <p:cNvSpPr>
            <a:spLocks noGrp="1"/>
          </p:cNvSpPr>
          <p:nvPr>
            <p:ph type="pic" idx="3"/>
          </p:nvPr>
        </p:nvSpPr>
        <p:spPr>
          <a:xfrm>
            <a:off x="941890" y="3346175"/>
            <a:ext cx="752211" cy="841303"/>
          </a:xfrm>
          <a:prstGeom prst="rect">
            <a:avLst/>
          </a:prstGeom>
          <a:noFill/>
          <a:ln>
            <a:noFill/>
          </a:ln>
        </p:spPr>
      </p:sp>
      <p:sp>
        <p:nvSpPr>
          <p:cNvPr id="354" name="Google Shape;354;p202"/>
          <p:cNvSpPr>
            <a:spLocks noGrp="1"/>
          </p:cNvSpPr>
          <p:nvPr>
            <p:ph type="pic" idx="4"/>
          </p:nvPr>
        </p:nvSpPr>
        <p:spPr>
          <a:xfrm>
            <a:off x="2116623" y="2548677"/>
            <a:ext cx="2843864" cy="3181350"/>
          </a:xfrm>
          <a:prstGeom prst="rect">
            <a:avLst/>
          </a:prstGeom>
          <a:noFill/>
          <a:ln>
            <a:noFill/>
          </a:ln>
        </p:spPr>
      </p:sp>
      <p:grpSp>
        <p:nvGrpSpPr>
          <p:cNvPr id="355" name="Google Shape;355;p202"/>
          <p:cNvGrpSpPr/>
          <p:nvPr/>
        </p:nvGrpSpPr>
        <p:grpSpPr>
          <a:xfrm>
            <a:off x="0" y="6658753"/>
            <a:ext cx="12188825" cy="208124"/>
            <a:chOff x="0" y="6606540"/>
            <a:chExt cx="11430000" cy="251459"/>
          </a:xfrm>
        </p:grpSpPr>
        <p:sp>
          <p:nvSpPr>
            <p:cNvPr id="356" name="Google Shape;356;p202"/>
            <p:cNvSpPr/>
            <p:nvPr/>
          </p:nvSpPr>
          <p:spPr>
            <a:xfrm>
              <a:off x="0" y="6606540"/>
              <a:ext cx="2286000" cy="251459"/>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57" name="Google Shape;357;p202"/>
            <p:cNvSpPr/>
            <p:nvPr/>
          </p:nvSpPr>
          <p:spPr>
            <a:xfrm>
              <a:off x="2286000" y="6606540"/>
              <a:ext cx="2286000" cy="251459"/>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58" name="Google Shape;358;p202"/>
            <p:cNvSpPr/>
            <p:nvPr/>
          </p:nvSpPr>
          <p:spPr>
            <a:xfrm>
              <a:off x="4572000" y="6606540"/>
              <a:ext cx="2286000" cy="251459"/>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59" name="Google Shape;359;p202"/>
            <p:cNvSpPr/>
            <p:nvPr/>
          </p:nvSpPr>
          <p:spPr>
            <a:xfrm>
              <a:off x="6858000" y="6606540"/>
              <a:ext cx="2286000" cy="25145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60" name="Google Shape;360;p202"/>
            <p:cNvSpPr/>
            <p:nvPr/>
          </p:nvSpPr>
          <p:spPr>
            <a:xfrm>
              <a:off x="9144000" y="6606540"/>
              <a:ext cx="2286000" cy="251459"/>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39_Full Blank">
  <p:cSld name="39_Full Blank">
    <p:spTree>
      <p:nvGrpSpPr>
        <p:cNvPr id="1" name="Shape 361"/>
        <p:cNvGrpSpPr/>
        <p:nvPr/>
      </p:nvGrpSpPr>
      <p:grpSpPr>
        <a:xfrm>
          <a:off x="0" y="0"/>
          <a:ext cx="0" cy="0"/>
          <a:chOff x="0" y="0"/>
          <a:chExt cx="0" cy="0"/>
        </a:xfrm>
      </p:grpSpPr>
      <p:sp>
        <p:nvSpPr>
          <p:cNvPr id="362" name="Google Shape;362;p203"/>
          <p:cNvSpPr/>
          <p:nvPr/>
        </p:nvSpPr>
        <p:spPr>
          <a:xfrm>
            <a:off x="11501300" y="199247"/>
            <a:ext cx="422454" cy="422564"/>
          </a:xfrm>
          <a:prstGeom prst="flowChartDelay">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1_Title Slide">
    <p:bg>
      <p:bgPr>
        <a:solidFill>
          <a:schemeClr val="accent1"/>
        </a:solidFill>
        <a:effectLst/>
      </p:bgPr>
    </p:bg>
    <p:spTree>
      <p:nvGrpSpPr>
        <p:cNvPr id="1" name=""/>
        <p:cNvGrpSpPr/>
        <p:nvPr/>
      </p:nvGrpSpPr>
      <p:grpSpPr>
        <a:xfrm>
          <a:off x="0" y="0"/>
          <a:ext cx="0" cy="0"/>
          <a:chOff x="0" y="0"/>
          <a:chExt cx="0" cy="0"/>
        </a:xfrm>
      </p:grpSpPr>
      <p:grpSp>
        <p:nvGrpSpPr>
          <p:cNvPr id="523" name="Group 522">
            <a:extLst>
              <a:ext uri="{FF2B5EF4-FFF2-40B4-BE49-F238E27FC236}">
                <a16:creationId xmlns:a16="http://schemas.microsoft.com/office/drawing/2014/main" id="{2DB38A0F-0598-4BC1-A4B5-6E4C7D1AE1FD}"/>
              </a:ext>
            </a:extLst>
          </p:cNvPr>
          <p:cNvGrpSpPr/>
          <p:nvPr userDrawn="1"/>
        </p:nvGrpSpPr>
        <p:grpSpPr>
          <a:xfrm>
            <a:off x="354110" y="326571"/>
            <a:ext cx="11480605" cy="6204858"/>
            <a:chOff x="354110" y="326571"/>
            <a:chExt cx="11480605" cy="6204858"/>
          </a:xfrm>
          <a:solidFill>
            <a:schemeClr val="accent1">
              <a:lumMod val="90000"/>
              <a:lumOff val="10000"/>
            </a:schemeClr>
          </a:solidFill>
        </p:grpSpPr>
        <p:sp>
          <p:nvSpPr>
            <p:cNvPr id="524" name="Rectangle 5">
              <a:extLst>
                <a:ext uri="{FF2B5EF4-FFF2-40B4-BE49-F238E27FC236}">
                  <a16:creationId xmlns:a16="http://schemas.microsoft.com/office/drawing/2014/main" id="{D0391FF9-0338-4933-99EA-0BC7224F463E}"/>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6">
              <a:extLst>
                <a:ext uri="{FF2B5EF4-FFF2-40B4-BE49-F238E27FC236}">
                  <a16:creationId xmlns:a16="http://schemas.microsoft.com/office/drawing/2014/main" id="{68848005-FF97-4886-AB70-BEAC78E6AF03}"/>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7">
              <a:extLst>
                <a:ext uri="{FF2B5EF4-FFF2-40B4-BE49-F238E27FC236}">
                  <a16:creationId xmlns:a16="http://schemas.microsoft.com/office/drawing/2014/main" id="{A371799C-C91D-4388-B84A-3FB8314160BB}"/>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8">
              <a:extLst>
                <a:ext uri="{FF2B5EF4-FFF2-40B4-BE49-F238E27FC236}">
                  <a16:creationId xmlns:a16="http://schemas.microsoft.com/office/drawing/2014/main" id="{C722B8FD-8C0E-4B48-8849-E0D3A2C9EC70}"/>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9">
              <a:extLst>
                <a:ext uri="{FF2B5EF4-FFF2-40B4-BE49-F238E27FC236}">
                  <a16:creationId xmlns:a16="http://schemas.microsoft.com/office/drawing/2014/main" id="{F690EF81-637B-45E9-B2E4-F6466D3CEA03}"/>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10">
              <a:extLst>
                <a:ext uri="{FF2B5EF4-FFF2-40B4-BE49-F238E27FC236}">
                  <a16:creationId xmlns:a16="http://schemas.microsoft.com/office/drawing/2014/main" id="{93D434AE-D8E1-4B73-97E9-104904735F90}"/>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11">
              <a:extLst>
                <a:ext uri="{FF2B5EF4-FFF2-40B4-BE49-F238E27FC236}">
                  <a16:creationId xmlns:a16="http://schemas.microsoft.com/office/drawing/2014/main" id="{38DB79DD-18E2-4E0B-8C6B-B3170D9E63C6}"/>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12">
              <a:extLst>
                <a:ext uri="{FF2B5EF4-FFF2-40B4-BE49-F238E27FC236}">
                  <a16:creationId xmlns:a16="http://schemas.microsoft.com/office/drawing/2014/main" id="{AA24A7B5-1047-4ED2-8394-1F64840CDD0E}"/>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13">
              <a:extLst>
                <a:ext uri="{FF2B5EF4-FFF2-40B4-BE49-F238E27FC236}">
                  <a16:creationId xmlns:a16="http://schemas.microsoft.com/office/drawing/2014/main" id="{1BF3D7A2-914A-406C-85FE-78F492E20546}"/>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14">
              <a:extLst>
                <a:ext uri="{FF2B5EF4-FFF2-40B4-BE49-F238E27FC236}">
                  <a16:creationId xmlns:a16="http://schemas.microsoft.com/office/drawing/2014/main" id="{EFE4A65D-7D8E-481F-9FD2-EC0C8574248C}"/>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15">
              <a:extLst>
                <a:ext uri="{FF2B5EF4-FFF2-40B4-BE49-F238E27FC236}">
                  <a16:creationId xmlns:a16="http://schemas.microsoft.com/office/drawing/2014/main" id="{6D829585-3C10-4E29-9D87-5A5437E00BCE}"/>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16">
              <a:extLst>
                <a:ext uri="{FF2B5EF4-FFF2-40B4-BE49-F238E27FC236}">
                  <a16:creationId xmlns:a16="http://schemas.microsoft.com/office/drawing/2014/main" id="{2B70A9B8-A62A-4C92-8175-AAC487F5F934}"/>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17">
              <a:extLst>
                <a:ext uri="{FF2B5EF4-FFF2-40B4-BE49-F238E27FC236}">
                  <a16:creationId xmlns:a16="http://schemas.microsoft.com/office/drawing/2014/main" id="{62925939-9955-4AB6-8B7B-2F98C58A94BA}"/>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18">
              <a:extLst>
                <a:ext uri="{FF2B5EF4-FFF2-40B4-BE49-F238E27FC236}">
                  <a16:creationId xmlns:a16="http://schemas.microsoft.com/office/drawing/2014/main" id="{658B8514-8D6B-4F5F-AE70-55B9F4C5056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19">
              <a:extLst>
                <a:ext uri="{FF2B5EF4-FFF2-40B4-BE49-F238E27FC236}">
                  <a16:creationId xmlns:a16="http://schemas.microsoft.com/office/drawing/2014/main" id="{D6780382-758A-41C1-83C0-EB51E004EF9A}"/>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0">
              <a:extLst>
                <a:ext uri="{FF2B5EF4-FFF2-40B4-BE49-F238E27FC236}">
                  <a16:creationId xmlns:a16="http://schemas.microsoft.com/office/drawing/2014/main" id="{9357623D-6D19-46DA-B792-E1A2F32F8F0F}"/>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1">
              <a:extLst>
                <a:ext uri="{FF2B5EF4-FFF2-40B4-BE49-F238E27FC236}">
                  <a16:creationId xmlns:a16="http://schemas.microsoft.com/office/drawing/2014/main" id="{2F00DFB8-11D0-4DF8-A3AD-197C3F3071B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2">
              <a:extLst>
                <a:ext uri="{FF2B5EF4-FFF2-40B4-BE49-F238E27FC236}">
                  <a16:creationId xmlns:a16="http://schemas.microsoft.com/office/drawing/2014/main" id="{57F57754-D964-4CFA-BC83-9AFD46DA5646}"/>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3">
              <a:extLst>
                <a:ext uri="{FF2B5EF4-FFF2-40B4-BE49-F238E27FC236}">
                  <a16:creationId xmlns:a16="http://schemas.microsoft.com/office/drawing/2014/main" id="{CAC9FBA4-D9FC-44DC-9CBC-4AA56F87E83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4">
              <a:extLst>
                <a:ext uri="{FF2B5EF4-FFF2-40B4-BE49-F238E27FC236}">
                  <a16:creationId xmlns:a16="http://schemas.microsoft.com/office/drawing/2014/main" id="{6B5BF42C-E1FB-4B04-8861-8F6834EC8B77}"/>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5">
              <a:extLst>
                <a:ext uri="{FF2B5EF4-FFF2-40B4-BE49-F238E27FC236}">
                  <a16:creationId xmlns:a16="http://schemas.microsoft.com/office/drawing/2014/main" id="{BECAB5D5-0B99-4F52-BDEC-9DEE44451ECA}"/>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6">
              <a:extLst>
                <a:ext uri="{FF2B5EF4-FFF2-40B4-BE49-F238E27FC236}">
                  <a16:creationId xmlns:a16="http://schemas.microsoft.com/office/drawing/2014/main" id="{7F2A058E-DD90-4B9A-BCA3-AAB1E8805F6B}"/>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7">
              <a:extLst>
                <a:ext uri="{FF2B5EF4-FFF2-40B4-BE49-F238E27FC236}">
                  <a16:creationId xmlns:a16="http://schemas.microsoft.com/office/drawing/2014/main" id="{5A511A58-4543-4023-AD40-17185DD316D9}"/>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
              <a:extLst>
                <a:ext uri="{FF2B5EF4-FFF2-40B4-BE49-F238E27FC236}">
                  <a16:creationId xmlns:a16="http://schemas.microsoft.com/office/drawing/2014/main" id="{4FB2F5FA-9E29-4BF4-A565-01F562351925}"/>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9">
              <a:extLst>
                <a:ext uri="{FF2B5EF4-FFF2-40B4-BE49-F238E27FC236}">
                  <a16:creationId xmlns:a16="http://schemas.microsoft.com/office/drawing/2014/main" id="{79033138-2B37-4A7A-BB10-95ED1BC4CE8D}"/>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30">
              <a:extLst>
                <a:ext uri="{FF2B5EF4-FFF2-40B4-BE49-F238E27FC236}">
                  <a16:creationId xmlns:a16="http://schemas.microsoft.com/office/drawing/2014/main" id="{79753DF4-5F75-4419-909E-7C6C912431E9}"/>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32">
              <a:extLst>
                <a:ext uri="{FF2B5EF4-FFF2-40B4-BE49-F238E27FC236}">
                  <a16:creationId xmlns:a16="http://schemas.microsoft.com/office/drawing/2014/main" id="{855DF40C-B6BB-4565-917B-0D68E9A99568}"/>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33">
              <a:extLst>
                <a:ext uri="{FF2B5EF4-FFF2-40B4-BE49-F238E27FC236}">
                  <a16:creationId xmlns:a16="http://schemas.microsoft.com/office/drawing/2014/main" id="{4A966D73-83CF-49BC-B17D-814D08E7082D}"/>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34">
              <a:extLst>
                <a:ext uri="{FF2B5EF4-FFF2-40B4-BE49-F238E27FC236}">
                  <a16:creationId xmlns:a16="http://schemas.microsoft.com/office/drawing/2014/main" id="{C4D3FEF6-5168-4033-87C1-4DE8C0B10D44}"/>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35">
              <a:extLst>
                <a:ext uri="{FF2B5EF4-FFF2-40B4-BE49-F238E27FC236}">
                  <a16:creationId xmlns:a16="http://schemas.microsoft.com/office/drawing/2014/main" id="{8196550C-9075-450D-8381-757B57ACFE83}"/>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36">
              <a:extLst>
                <a:ext uri="{FF2B5EF4-FFF2-40B4-BE49-F238E27FC236}">
                  <a16:creationId xmlns:a16="http://schemas.microsoft.com/office/drawing/2014/main" id="{9DDF2589-A917-47E1-86F2-E9E9D031133F}"/>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37">
              <a:extLst>
                <a:ext uri="{FF2B5EF4-FFF2-40B4-BE49-F238E27FC236}">
                  <a16:creationId xmlns:a16="http://schemas.microsoft.com/office/drawing/2014/main" id="{19AA832E-82CD-495F-9759-311D5CF3C627}"/>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38">
              <a:extLst>
                <a:ext uri="{FF2B5EF4-FFF2-40B4-BE49-F238E27FC236}">
                  <a16:creationId xmlns:a16="http://schemas.microsoft.com/office/drawing/2014/main" id="{E321B9D6-F4D4-4E72-B642-4A20A028DE61}"/>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39">
              <a:extLst>
                <a:ext uri="{FF2B5EF4-FFF2-40B4-BE49-F238E27FC236}">
                  <a16:creationId xmlns:a16="http://schemas.microsoft.com/office/drawing/2014/main" id="{67D8E47E-A97F-495B-9D93-E77F5D991824}"/>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40">
              <a:extLst>
                <a:ext uri="{FF2B5EF4-FFF2-40B4-BE49-F238E27FC236}">
                  <a16:creationId xmlns:a16="http://schemas.microsoft.com/office/drawing/2014/main" id="{A3102978-9FB6-414A-87A2-7447231B782C}"/>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41">
              <a:extLst>
                <a:ext uri="{FF2B5EF4-FFF2-40B4-BE49-F238E27FC236}">
                  <a16:creationId xmlns:a16="http://schemas.microsoft.com/office/drawing/2014/main" id="{52AB6645-416B-4B1A-BDD5-25D20B3DDFF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42">
              <a:extLst>
                <a:ext uri="{FF2B5EF4-FFF2-40B4-BE49-F238E27FC236}">
                  <a16:creationId xmlns:a16="http://schemas.microsoft.com/office/drawing/2014/main" id="{6FC3BBB2-F5AD-4180-9804-3EA9F90C269D}"/>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43">
              <a:extLst>
                <a:ext uri="{FF2B5EF4-FFF2-40B4-BE49-F238E27FC236}">
                  <a16:creationId xmlns:a16="http://schemas.microsoft.com/office/drawing/2014/main" id="{422DB3ED-2BEF-4ED1-BC1B-08CB86C00F99}"/>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44">
              <a:extLst>
                <a:ext uri="{FF2B5EF4-FFF2-40B4-BE49-F238E27FC236}">
                  <a16:creationId xmlns:a16="http://schemas.microsoft.com/office/drawing/2014/main" id="{98D97055-E2FD-4FF0-90DB-E94B1920C4D3}"/>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45">
              <a:extLst>
                <a:ext uri="{FF2B5EF4-FFF2-40B4-BE49-F238E27FC236}">
                  <a16:creationId xmlns:a16="http://schemas.microsoft.com/office/drawing/2014/main" id="{DE4F8DEE-2AD7-48B0-86FE-2FB6CF6E0CC7}"/>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46">
              <a:extLst>
                <a:ext uri="{FF2B5EF4-FFF2-40B4-BE49-F238E27FC236}">
                  <a16:creationId xmlns:a16="http://schemas.microsoft.com/office/drawing/2014/main" id="{ABD952AD-A59A-4124-AAA4-9E35E9D1DAAA}"/>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47">
              <a:extLst>
                <a:ext uri="{FF2B5EF4-FFF2-40B4-BE49-F238E27FC236}">
                  <a16:creationId xmlns:a16="http://schemas.microsoft.com/office/drawing/2014/main" id="{09F53A53-235E-4905-B7A1-4C2487531478}"/>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48">
              <a:extLst>
                <a:ext uri="{FF2B5EF4-FFF2-40B4-BE49-F238E27FC236}">
                  <a16:creationId xmlns:a16="http://schemas.microsoft.com/office/drawing/2014/main" id="{E7B8F62B-F26F-4F16-83DE-DE88E2AC27DD}"/>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49">
              <a:extLst>
                <a:ext uri="{FF2B5EF4-FFF2-40B4-BE49-F238E27FC236}">
                  <a16:creationId xmlns:a16="http://schemas.microsoft.com/office/drawing/2014/main" id="{5A3F2E03-9197-4D87-AEBD-53681C71A0C3}"/>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50">
              <a:extLst>
                <a:ext uri="{FF2B5EF4-FFF2-40B4-BE49-F238E27FC236}">
                  <a16:creationId xmlns:a16="http://schemas.microsoft.com/office/drawing/2014/main" id="{AC48136C-038A-4E15-A432-82CDA3580ED7}"/>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51">
              <a:extLst>
                <a:ext uri="{FF2B5EF4-FFF2-40B4-BE49-F238E27FC236}">
                  <a16:creationId xmlns:a16="http://schemas.microsoft.com/office/drawing/2014/main" id="{A03DB8D5-6A83-4A84-AB18-2030609589D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52">
              <a:extLst>
                <a:ext uri="{FF2B5EF4-FFF2-40B4-BE49-F238E27FC236}">
                  <a16:creationId xmlns:a16="http://schemas.microsoft.com/office/drawing/2014/main" id="{CB4B691A-151E-4AA1-86FD-1DF590C8AD29}"/>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53">
              <a:extLst>
                <a:ext uri="{FF2B5EF4-FFF2-40B4-BE49-F238E27FC236}">
                  <a16:creationId xmlns:a16="http://schemas.microsoft.com/office/drawing/2014/main" id="{8DE17CF6-249D-4F7B-83E2-FD452FE7770B}"/>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54">
              <a:extLst>
                <a:ext uri="{FF2B5EF4-FFF2-40B4-BE49-F238E27FC236}">
                  <a16:creationId xmlns:a16="http://schemas.microsoft.com/office/drawing/2014/main" id="{8AFBC693-95B4-46BF-8458-36EE0C80554E}"/>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55">
              <a:extLst>
                <a:ext uri="{FF2B5EF4-FFF2-40B4-BE49-F238E27FC236}">
                  <a16:creationId xmlns:a16="http://schemas.microsoft.com/office/drawing/2014/main" id="{1B7936E4-C86A-4ECF-9DAA-DD45C61C9B40}"/>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56">
              <a:extLst>
                <a:ext uri="{FF2B5EF4-FFF2-40B4-BE49-F238E27FC236}">
                  <a16:creationId xmlns:a16="http://schemas.microsoft.com/office/drawing/2014/main" id="{07B705CC-7C23-4703-BFCD-DEBFDF5A7E5B}"/>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57">
              <a:extLst>
                <a:ext uri="{FF2B5EF4-FFF2-40B4-BE49-F238E27FC236}">
                  <a16:creationId xmlns:a16="http://schemas.microsoft.com/office/drawing/2014/main" id="{021EAEDF-4795-47A7-9CDF-29BDE7EB4647}"/>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59">
              <a:extLst>
                <a:ext uri="{FF2B5EF4-FFF2-40B4-BE49-F238E27FC236}">
                  <a16:creationId xmlns:a16="http://schemas.microsoft.com/office/drawing/2014/main" id="{C8E25685-5F7D-4F4C-ABCD-4A625A28DA84}"/>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60">
              <a:extLst>
                <a:ext uri="{FF2B5EF4-FFF2-40B4-BE49-F238E27FC236}">
                  <a16:creationId xmlns:a16="http://schemas.microsoft.com/office/drawing/2014/main" id="{F86C1915-F185-4F6E-BC9A-70ED68733204}"/>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61">
              <a:extLst>
                <a:ext uri="{FF2B5EF4-FFF2-40B4-BE49-F238E27FC236}">
                  <a16:creationId xmlns:a16="http://schemas.microsoft.com/office/drawing/2014/main" id="{0A676732-8A69-4B25-9573-F6F90E1CBE82}"/>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62">
              <a:extLst>
                <a:ext uri="{FF2B5EF4-FFF2-40B4-BE49-F238E27FC236}">
                  <a16:creationId xmlns:a16="http://schemas.microsoft.com/office/drawing/2014/main" id="{D4F1F03D-E1AA-4194-B592-BA6FFEF4B89A}"/>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63">
              <a:extLst>
                <a:ext uri="{FF2B5EF4-FFF2-40B4-BE49-F238E27FC236}">
                  <a16:creationId xmlns:a16="http://schemas.microsoft.com/office/drawing/2014/main" id="{3E19A2DA-16F0-4B64-9855-639F78BF95B6}"/>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64">
              <a:extLst>
                <a:ext uri="{FF2B5EF4-FFF2-40B4-BE49-F238E27FC236}">
                  <a16:creationId xmlns:a16="http://schemas.microsoft.com/office/drawing/2014/main" id="{21AA4D67-978D-46FA-9138-C5EF347A093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65">
              <a:extLst>
                <a:ext uri="{FF2B5EF4-FFF2-40B4-BE49-F238E27FC236}">
                  <a16:creationId xmlns:a16="http://schemas.microsoft.com/office/drawing/2014/main" id="{DF7FABC9-0AE5-498D-9DCD-2D0A69DD494F}"/>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66">
              <a:extLst>
                <a:ext uri="{FF2B5EF4-FFF2-40B4-BE49-F238E27FC236}">
                  <a16:creationId xmlns:a16="http://schemas.microsoft.com/office/drawing/2014/main" id="{3B4259AB-BB5C-471B-8BFD-2464967E06EC}"/>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67">
              <a:extLst>
                <a:ext uri="{FF2B5EF4-FFF2-40B4-BE49-F238E27FC236}">
                  <a16:creationId xmlns:a16="http://schemas.microsoft.com/office/drawing/2014/main" id="{4A71AFC4-8245-4F87-8986-BFA7163794AB}"/>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68">
              <a:extLst>
                <a:ext uri="{FF2B5EF4-FFF2-40B4-BE49-F238E27FC236}">
                  <a16:creationId xmlns:a16="http://schemas.microsoft.com/office/drawing/2014/main" id="{AA4DB81E-6CDA-4C15-A84C-6764CA845A64}"/>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69">
              <a:extLst>
                <a:ext uri="{FF2B5EF4-FFF2-40B4-BE49-F238E27FC236}">
                  <a16:creationId xmlns:a16="http://schemas.microsoft.com/office/drawing/2014/main" id="{E6B3071E-6076-4B7A-83B7-92D6A165342E}"/>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70">
              <a:extLst>
                <a:ext uri="{FF2B5EF4-FFF2-40B4-BE49-F238E27FC236}">
                  <a16:creationId xmlns:a16="http://schemas.microsoft.com/office/drawing/2014/main" id="{E8543DB1-652E-4988-9780-2A2133D41D4C}"/>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71">
              <a:extLst>
                <a:ext uri="{FF2B5EF4-FFF2-40B4-BE49-F238E27FC236}">
                  <a16:creationId xmlns:a16="http://schemas.microsoft.com/office/drawing/2014/main" id="{42F0AA6A-4C74-462E-8B1B-F39A0F70FF7A}"/>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72">
              <a:extLst>
                <a:ext uri="{FF2B5EF4-FFF2-40B4-BE49-F238E27FC236}">
                  <a16:creationId xmlns:a16="http://schemas.microsoft.com/office/drawing/2014/main" id="{B33C0D7F-04E1-4844-B90C-3FBE5EEF3A4D}"/>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73">
              <a:extLst>
                <a:ext uri="{FF2B5EF4-FFF2-40B4-BE49-F238E27FC236}">
                  <a16:creationId xmlns:a16="http://schemas.microsoft.com/office/drawing/2014/main" id="{F49B085D-B4DD-458A-826A-3DA24029B88E}"/>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74">
              <a:extLst>
                <a:ext uri="{FF2B5EF4-FFF2-40B4-BE49-F238E27FC236}">
                  <a16:creationId xmlns:a16="http://schemas.microsoft.com/office/drawing/2014/main" id="{A32F9E5F-5111-453D-A333-FB4E1A18673B}"/>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75">
              <a:extLst>
                <a:ext uri="{FF2B5EF4-FFF2-40B4-BE49-F238E27FC236}">
                  <a16:creationId xmlns:a16="http://schemas.microsoft.com/office/drawing/2014/main" id="{47E4D8BD-DEA3-4D27-98E4-F4E7016173D4}"/>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76">
              <a:extLst>
                <a:ext uri="{FF2B5EF4-FFF2-40B4-BE49-F238E27FC236}">
                  <a16:creationId xmlns:a16="http://schemas.microsoft.com/office/drawing/2014/main" id="{BBF03BDD-5E4F-4125-8BBA-793FC2C135B8}"/>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77">
              <a:extLst>
                <a:ext uri="{FF2B5EF4-FFF2-40B4-BE49-F238E27FC236}">
                  <a16:creationId xmlns:a16="http://schemas.microsoft.com/office/drawing/2014/main" id="{F3B4C098-EB45-4815-8269-996D7522ECC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78">
              <a:extLst>
                <a:ext uri="{FF2B5EF4-FFF2-40B4-BE49-F238E27FC236}">
                  <a16:creationId xmlns:a16="http://schemas.microsoft.com/office/drawing/2014/main" id="{B59927F3-4B4B-42A6-8B08-08A49631DE99}"/>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79">
              <a:extLst>
                <a:ext uri="{FF2B5EF4-FFF2-40B4-BE49-F238E27FC236}">
                  <a16:creationId xmlns:a16="http://schemas.microsoft.com/office/drawing/2014/main" id="{A3EF2292-28DC-48A4-AF27-649B5C4586D6}"/>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80">
              <a:extLst>
                <a:ext uri="{FF2B5EF4-FFF2-40B4-BE49-F238E27FC236}">
                  <a16:creationId xmlns:a16="http://schemas.microsoft.com/office/drawing/2014/main" id="{248C3F59-9E32-45A2-A3CC-2CB702255A32}"/>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81">
              <a:extLst>
                <a:ext uri="{FF2B5EF4-FFF2-40B4-BE49-F238E27FC236}">
                  <a16:creationId xmlns:a16="http://schemas.microsoft.com/office/drawing/2014/main" id="{8E4ACB8A-43E4-4093-AE56-AA241704B0B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82">
              <a:extLst>
                <a:ext uri="{FF2B5EF4-FFF2-40B4-BE49-F238E27FC236}">
                  <a16:creationId xmlns:a16="http://schemas.microsoft.com/office/drawing/2014/main" id="{D14F99BB-28D1-464F-BB16-2F2623BBC5A4}"/>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83">
              <a:extLst>
                <a:ext uri="{FF2B5EF4-FFF2-40B4-BE49-F238E27FC236}">
                  <a16:creationId xmlns:a16="http://schemas.microsoft.com/office/drawing/2014/main" id="{A95FA675-3755-4391-B726-68B8FF23ADB3}"/>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84">
              <a:extLst>
                <a:ext uri="{FF2B5EF4-FFF2-40B4-BE49-F238E27FC236}">
                  <a16:creationId xmlns:a16="http://schemas.microsoft.com/office/drawing/2014/main" id="{49925855-02BD-4CA2-9D33-00CA85C3A971}"/>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86">
              <a:extLst>
                <a:ext uri="{FF2B5EF4-FFF2-40B4-BE49-F238E27FC236}">
                  <a16:creationId xmlns:a16="http://schemas.microsoft.com/office/drawing/2014/main" id="{29A0B59B-FDB1-4852-BA6C-06E6417E8DE5}"/>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87">
              <a:extLst>
                <a:ext uri="{FF2B5EF4-FFF2-40B4-BE49-F238E27FC236}">
                  <a16:creationId xmlns:a16="http://schemas.microsoft.com/office/drawing/2014/main" id="{F2291FF5-CA54-458E-8BD1-99B816F40E55}"/>
                </a:ext>
              </a:extLst>
            </p:cNvPr>
            <p:cNvSpPr>
              <a:spLocks noChangeArrowheads="1"/>
            </p:cNvSpPr>
            <p:nvPr/>
          </p:nvSpPr>
          <p:spPr bwMode="auto">
            <a:xfrm>
              <a:off x="80954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88">
              <a:extLst>
                <a:ext uri="{FF2B5EF4-FFF2-40B4-BE49-F238E27FC236}">
                  <a16:creationId xmlns:a16="http://schemas.microsoft.com/office/drawing/2014/main" id="{97EB7D42-19E8-41E2-B5B0-791AA24B51C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89">
              <a:extLst>
                <a:ext uri="{FF2B5EF4-FFF2-40B4-BE49-F238E27FC236}">
                  <a16:creationId xmlns:a16="http://schemas.microsoft.com/office/drawing/2014/main" id="{F11528A1-D5A5-47C3-A78A-BDF885ECD0F6}"/>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90">
              <a:extLst>
                <a:ext uri="{FF2B5EF4-FFF2-40B4-BE49-F238E27FC236}">
                  <a16:creationId xmlns:a16="http://schemas.microsoft.com/office/drawing/2014/main" id="{382D90AE-FED6-4FCA-B477-13F5EC154EA9}"/>
                </a:ext>
              </a:extLst>
            </p:cNvPr>
            <p:cNvSpPr>
              <a:spLocks noChangeArrowheads="1"/>
            </p:cNvSpPr>
            <p:nvPr/>
          </p:nvSpPr>
          <p:spPr bwMode="auto">
            <a:xfrm>
              <a:off x="2173502"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91">
              <a:extLst>
                <a:ext uri="{FF2B5EF4-FFF2-40B4-BE49-F238E27FC236}">
                  <a16:creationId xmlns:a16="http://schemas.microsoft.com/office/drawing/2014/main" id="{32C9B838-AD97-41C2-B167-E2ED06D301D2}"/>
                </a:ext>
              </a:extLst>
            </p:cNvPr>
            <p:cNvSpPr>
              <a:spLocks noChangeArrowheads="1"/>
            </p:cNvSpPr>
            <p:nvPr/>
          </p:nvSpPr>
          <p:spPr bwMode="auto">
            <a:xfrm>
              <a:off x="2628934"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92">
              <a:extLst>
                <a:ext uri="{FF2B5EF4-FFF2-40B4-BE49-F238E27FC236}">
                  <a16:creationId xmlns:a16="http://schemas.microsoft.com/office/drawing/2014/main" id="{17A1E437-F28C-4912-A416-147E734D2A46}"/>
                </a:ext>
              </a:extLst>
            </p:cNvPr>
            <p:cNvSpPr>
              <a:spLocks noChangeArrowheads="1"/>
            </p:cNvSpPr>
            <p:nvPr/>
          </p:nvSpPr>
          <p:spPr bwMode="auto">
            <a:xfrm>
              <a:off x="3083197"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105">
              <a:extLst>
                <a:ext uri="{FF2B5EF4-FFF2-40B4-BE49-F238E27FC236}">
                  <a16:creationId xmlns:a16="http://schemas.microsoft.com/office/drawing/2014/main" id="{DEAE7685-4A38-4785-9605-B19161F69E26}"/>
                </a:ext>
              </a:extLst>
            </p:cNvPr>
            <p:cNvSpPr>
              <a:spLocks noChangeArrowheads="1"/>
            </p:cNvSpPr>
            <p:nvPr/>
          </p:nvSpPr>
          <p:spPr bwMode="auto">
            <a:xfrm>
              <a:off x="8996805"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106">
              <a:extLst>
                <a:ext uri="{FF2B5EF4-FFF2-40B4-BE49-F238E27FC236}">
                  <a16:creationId xmlns:a16="http://schemas.microsoft.com/office/drawing/2014/main" id="{D8D5236E-C6F3-4C15-B112-50979E39B652}"/>
                </a:ext>
              </a:extLst>
            </p:cNvPr>
            <p:cNvSpPr>
              <a:spLocks noChangeArrowheads="1"/>
            </p:cNvSpPr>
            <p:nvPr/>
          </p:nvSpPr>
          <p:spPr bwMode="auto">
            <a:xfrm>
              <a:off x="9451068"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107">
              <a:extLst>
                <a:ext uri="{FF2B5EF4-FFF2-40B4-BE49-F238E27FC236}">
                  <a16:creationId xmlns:a16="http://schemas.microsoft.com/office/drawing/2014/main" id="{EAC78FE3-C094-437A-B445-4F783780233D}"/>
                </a:ext>
              </a:extLst>
            </p:cNvPr>
            <p:cNvSpPr>
              <a:spLocks noChangeArrowheads="1"/>
            </p:cNvSpPr>
            <p:nvPr/>
          </p:nvSpPr>
          <p:spPr bwMode="auto">
            <a:xfrm>
              <a:off x="9906501"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108">
              <a:extLst>
                <a:ext uri="{FF2B5EF4-FFF2-40B4-BE49-F238E27FC236}">
                  <a16:creationId xmlns:a16="http://schemas.microsoft.com/office/drawing/2014/main" id="{E515352F-F56E-4A5E-A366-80D13565A14A}"/>
                </a:ext>
              </a:extLst>
            </p:cNvPr>
            <p:cNvSpPr>
              <a:spLocks noChangeArrowheads="1"/>
            </p:cNvSpPr>
            <p:nvPr/>
          </p:nvSpPr>
          <p:spPr bwMode="auto">
            <a:xfrm>
              <a:off x="10360763"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109">
              <a:extLst>
                <a:ext uri="{FF2B5EF4-FFF2-40B4-BE49-F238E27FC236}">
                  <a16:creationId xmlns:a16="http://schemas.microsoft.com/office/drawing/2014/main" id="{082593FC-9A99-4046-9873-3F17F576F5F2}"/>
                </a:ext>
              </a:extLst>
            </p:cNvPr>
            <p:cNvSpPr>
              <a:spLocks noChangeArrowheads="1"/>
            </p:cNvSpPr>
            <p:nvPr/>
          </p:nvSpPr>
          <p:spPr bwMode="auto">
            <a:xfrm>
              <a:off x="10816197"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110">
              <a:extLst>
                <a:ext uri="{FF2B5EF4-FFF2-40B4-BE49-F238E27FC236}">
                  <a16:creationId xmlns:a16="http://schemas.microsoft.com/office/drawing/2014/main" id="{7BE87C29-956D-4731-9DEF-2472E21D89AD}"/>
                </a:ext>
              </a:extLst>
            </p:cNvPr>
            <p:cNvSpPr>
              <a:spLocks noChangeArrowheads="1"/>
            </p:cNvSpPr>
            <p:nvPr/>
          </p:nvSpPr>
          <p:spPr bwMode="auto">
            <a:xfrm>
              <a:off x="11270460"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111">
              <a:extLst>
                <a:ext uri="{FF2B5EF4-FFF2-40B4-BE49-F238E27FC236}">
                  <a16:creationId xmlns:a16="http://schemas.microsoft.com/office/drawing/2014/main" id="{A3B07365-8B76-4AFB-ABA7-8DD8B6C91F90}"/>
                </a:ext>
              </a:extLst>
            </p:cNvPr>
            <p:cNvSpPr>
              <a:spLocks noChangeArrowheads="1"/>
            </p:cNvSpPr>
            <p:nvPr/>
          </p:nvSpPr>
          <p:spPr bwMode="auto">
            <a:xfrm>
              <a:off x="1172589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113">
              <a:extLst>
                <a:ext uri="{FF2B5EF4-FFF2-40B4-BE49-F238E27FC236}">
                  <a16:creationId xmlns:a16="http://schemas.microsoft.com/office/drawing/2014/main" id="{DC607E7A-BE56-4471-A732-571BF19EBC8C}"/>
                </a:ext>
              </a:extLst>
            </p:cNvPr>
            <p:cNvSpPr>
              <a:spLocks noChangeArrowheads="1"/>
            </p:cNvSpPr>
            <p:nvPr/>
          </p:nvSpPr>
          <p:spPr bwMode="auto">
            <a:xfrm>
              <a:off x="35411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114">
              <a:extLst>
                <a:ext uri="{FF2B5EF4-FFF2-40B4-BE49-F238E27FC236}">
                  <a16:creationId xmlns:a16="http://schemas.microsoft.com/office/drawing/2014/main" id="{AC622CDC-661A-4504-B509-39988A37961B}"/>
                </a:ext>
              </a:extLst>
            </p:cNvPr>
            <p:cNvSpPr>
              <a:spLocks noChangeArrowheads="1"/>
            </p:cNvSpPr>
            <p:nvPr/>
          </p:nvSpPr>
          <p:spPr bwMode="auto">
            <a:xfrm>
              <a:off x="80954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115">
              <a:extLst>
                <a:ext uri="{FF2B5EF4-FFF2-40B4-BE49-F238E27FC236}">
                  <a16:creationId xmlns:a16="http://schemas.microsoft.com/office/drawing/2014/main" id="{62946A9D-9192-4CAD-8F76-974C5FE277D5}"/>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116">
              <a:extLst>
                <a:ext uri="{FF2B5EF4-FFF2-40B4-BE49-F238E27FC236}">
                  <a16:creationId xmlns:a16="http://schemas.microsoft.com/office/drawing/2014/main" id="{98A87D74-26D6-44DE-B8E3-3F1228E833DD}"/>
                </a:ext>
              </a:extLst>
            </p:cNvPr>
            <p:cNvSpPr>
              <a:spLocks noChangeArrowheads="1"/>
            </p:cNvSpPr>
            <p:nvPr/>
          </p:nvSpPr>
          <p:spPr bwMode="auto">
            <a:xfrm>
              <a:off x="1719239"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7">
              <a:extLst>
                <a:ext uri="{FF2B5EF4-FFF2-40B4-BE49-F238E27FC236}">
                  <a16:creationId xmlns:a16="http://schemas.microsoft.com/office/drawing/2014/main" id="{305F2911-EBBC-4A1F-9F27-F5A4D6683343}"/>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8">
              <a:extLst>
                <a:ext uri="{FF2B5EF4-FFF2-40B4-BE49-F238E27FC236}">
                  <a16:creationId xmlns:a16="http://schemas.microsoft.com/office/drawing/2014/main" id="{E3017ED1-C3DB-468D-917A-7D055013E8AA}"/>
                </a:ext>
              </a:extLst>
            </p:cNvPr>
            <p:cNvSpPr>
              <a:spLocks noChangeArrowheads="1"/>
            </p:cNvSpPr>
            <p:nvPr/>
          </p:nvSpPr>
          <p:spPr bwMode="auto">
            <a:xfrm>
              <a:off x="2628934"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19">
              <a:extLst>
                <a:ext uri="{FF2B5EF4-FFF2-40B4-BE49-F238E27FC236}">
                  <a16:creationId xmlns:a16="http://schemas.microsoft.com/office/drawing/2014/main" id="{364A9FBD-1DB7-46D2-80AE-1EF6158FE9A7}"/>
                </a:ext>
              </a:extLst>
            </p:cNvPr>
            <p:cNvSpPr>
              <a:spLocks noChangeArrowheads="1"/>
            </p:cNvSpPr>
            <p:nvPr/>
          </p:nvSpPr>
          <p:spPr bwMode="auto">
            <a:xfrm>
              <a:off x="3083197"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32">
              <a:extLst>
                <a:ext uri="{FF2B5EF4-FFF2-40B4-BE49-F238E27FC236}">
                  <a16:creationId xmlns:a16="http://schemas.microsoft.com/office/drawing/2014/main" id="{5B8F5DA7-A3AB-48C2-A0AA-06DFF2510EBF}"/>
                </a:ext>
              </a:extLst>
            </p:cNvPr>
            <p:cNvSpPr>
              <a:spLocks noChangeArrowheads="1"/>
            </p:cNvSpPr>
            <p:nvPr/>
          </p:nvSpPr>
          <p:spPr bwMode="auto">
            <a:xfrm>
              <a:off x="8996805"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33">
              <a:extLst>
                <a:ext uri="{FF2B5EF4-FFF2-40B4-BE49-F238E27FC236}">
                  <a16:creationId xmlns:a16="http://schemas.microsoft.com/office/drawing/2014/main" id="{B4EEDB8D-D8C1-42F7-816B-88E1F6AC5AF0}"/>
                </a:ext>
              </a:extLst>
            </p:cNvPr>
            <p:cNvSpPr>
              <a:spLocks noChangeArrowheads="1"/>
            </p:cNvSpPr>
            <p:nvPr/>
          </p:nvSpPr>
          <p:spPr bwMode="auto">
            <a:xfrm>
              <a:off x="9451068"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34">
              <a:extLst>
                <a:ext uri="{FF2B5EF4-FFF2-40B4-BE49-F238E27FC236}">
                  <a16:creationId xmlns:a16="http://schemas.microsoft.com/office/drawing/2014/main" id="{E15F1A2D-8731-4042-A5CD-84E3C2F4462A}"/>
                </a:ext>
              </a:extLst>
            </p:cNvPr>
            <p:cNvSpPr>
              <a:spLocks noChangeArrowheads="1"/>
            </p:cNvSpPr>
            <p:nvPr/>
          </p:nvSpPr>
          <p:spPr bwMode="auto">
            <a:xfrm>
              <a:off x="9906501"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35">
              <a:extLst>
                <a:ext uri="{FF2B5EF4-FFF2-40B4-BE49-F238E27FC236}">
                  <a16:creationId xmlns:a16="http://schemas.microsoft.com/office/drawing/2014/main" id="{866AE8F6-A982-4075-88C6-096E183A6392}"/>
                </a:ext>
              </a:extLst>
            </p:cNvPr>
            <p:cNvSpPr>
              <a:spLocks noChangeArrowheads="1"/>
            </p:cNvSpPr>
            <p:nvPr/>
          </p:nvSpPr>
          <p:spPr bwMode="auto">
            <a:xfrm>
              <a:off x="10360763"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136">
              <a:extLst>
                <a:ext uri="{FF2B5EF4-FFF2-40B4-BE49-F238E27FC236}">
                  <a16:creationId xmlns:a16="http://schemas.microsoft.com/office/drawing/2014/main" id="{4E9E8D66-CB5B-45DA-86A6-55504897135B}"/>
                </a:ext>
              </a:extLst>
            </p:cNvPr>
            <p:cNvSpPr>
              <a:spLocks noChangeArrowheads="1"/>
            </p:cNvSpPr>
            <p:nvPr/>
          </p:nvSpPr>
          <p:spPr bwMode="auto">
            <a:xfrm>
              <a:off x="10816197"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137">
              <a:extLst>
                <a:ext uri="{FF2B5EF4-FFF2-40B4-BE49-F238E27FC236}">
                  <a16:creationId xmlns:a16="http://schemas.microsoft.com/office/drawing/2014/main" id="{A22DE3BE-D7D7-4570-BD5B-578C0D546A4B}"/>
                </a:ext>
              </a:extLst>
            </p:cNvPr>
            <p:cNvSpPr>
              <a:spLocks noChangeArrowheads="1"/>
            </p:cNvSpPr>
            <p:nvPr/>
          </p:nvSpPr>
          <p:spPr bwMode="auto">
            <a:xfrm>
              <a:off x="1127046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138">
              <a:extLst>
                <a:ext uri="{FF2B5EF4-FFF2-40B4-BE49-F238E27FC236}">
                  <a16:creationId xmlns:a16="http://schemas.microsoft.com/office/drawing/2014/main" id="{7A6BABE8-DBE8-441A-87BB-BA336C02DC7D}"/>
                </a:ext>
              </a:extLst>
            </p:cNvPr>
            <p:cNvSpPr>
              <a:spLocks noChangeArrowheads="1"/>
            </p:cNvSpPr>
            <p:nvPr/>
          </p:nvSpPr>
          <p:spPr bwMode="auto">
            <a:xfrm>
              <a:off x="1172589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140">
              <a:extLst>
                <a:ext uri="{FF2B5EF4-FFF2-40B4-BE49-F238E27FC236}">
                  <a16:creationId xmlns:a16="http://schemas.microsoft.com/office/drawing/2014/main" id="{E3D2014F-A2E0-433E-904B-8B6961F86454}"/>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141">
              <a:extLst>
                <a:ext uri="{FF2B5EF4-FFF2-40B4-BE49-F238E27FC236}">
                  <a16:creationId xmlns:a16="http://schemas.microsoft.com/office/drawing/2014/main" id="{69E93948-9F67-4652-940D-D296937F99EA}"/>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142">
              <a:extLst>
                <a:ext uri="{FF2B5EF4-FFF2-40B4-BE49-F238E27FC236}">
                  <a16:creationId xmlns:a16="http://schemas.microsoft.com/office/drawing/2014/main" id="{DF77B519-E891-4382-8E18-46FCB0F8C711}"/>
                </a:ext>
              </a:extLst>
            </p:cNvPr>
            <p:cNvSpPr>
              <a:spLocks noChangeArrowheads="1"/>
            </p:cNvSpPr>
            <p:nvPr/>
          </p:nvSpPr>
          <p:spPr bwMode="auto">
            <a:xfrm>
              <a:off x="1263805"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143">
              <a:extLst>
                <a:ext uri="{FF2B5EF4-FFF2-40B4-BE49-F238E27FC236}">
                  <a16:creationId xmlns:a16="http://schemas.microsoft.com/office/drawing/2014/main" id="{D5D17266-EBAA-471D-8E73-01469C4714ED}"/>
                </a:ext>
              </a:extLst>
            </p:cNvPr>
            <p:cNvSpPr>
              <a:spLocks noChangeArrowheads="1"/>
            </p:cNvSpPr>
            <p:nvPr/>
          </p:nvSpPr>
          <p:spPr bwMode="auto">
            <a:xfrm>
              <a:off x="1719239"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44">
              <a:extLst>
                <a:ext uri="{FF2B5EF4-FFF2-40B4-BE49-F238E27FC236}">
                  <a16:creationId xmlns:a16="http://schemas.microsoft.com/office/drawing/2014/main" id="{D44C52C9-4A4D-4A1A-8A29-69726A6A3047}"/>
                </a:ext>
              </a:extLst>
            </p:cNvPr>
            <p:cNvSpPr>
              <a:spLocks noChangeArrowheads="1"/>
            </p:cNvSpPr>
            <p:nvPr/>
          </p:nvSpPr>
          <p:spPr bwMode="auto">
            <a:xfrm>
              <a:off x="2173502"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45">
              <a:extLst>
                <a:ext uri="{FF2B5EF4-FFF2-40B4-BE49-F238E27FC236}">
                  <a16:creationId xmlns:a16="http://schemas.microsoft.com/office/drawing/2014/main" id="{FA87CB27-8CDF-4677-9DF5-DFB94C701152}"/>
                </a:ext>
              </a:extLst>
            </p:cNvPr>
            <p:cNvSpPr>
              <a:spLocks noChangeArrowheads="1"/>
            </p:cNvSpPr>
            <p:nvPr/>
          </p:nvSpPr>
          <p:spPr bwMode="auto">
            <a:xfrm>
              <a:off x="2628934"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6">
              <a:extLst>
                <a:ext uri="{FF2B5EF4-FFF2-40B4-BE49-F238E27FC236}">
                  <a16:creationId xmlns:a16="http://schemas.microsoft.com/office/drawing/2014/main" id="{4AADF530-084D-4ABD-9074-C7575F810C5D}"/>
                </a:ext>
              </a:extLst>
            </p:cNvPr>
            <p:cNvSpPr>
              <a:spLocks noChangeArrowheads="1"/>
            </p:cNvSpPr>
            <p:nvPr/>
          </p:nvSpPr>
          <p:spPr bwMode="auto">
            <a:xfrm>
              <a:off x="3083197"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59">
              <a:extLst>
                <a:ext uri="{FF2B5EF4-FFF2-40B4-BE49-F238E27FC236}">
                  <a16:creationId xmlns:a16="http://schemas.microsoft.com/office/drawing/2014/main" id="{C322B879-3988-4E94-A06A-2E2974CE59CC}"/>
                </a:ext>
              </a:extLst>
            </p:cNvPr>
            <p:cNvSpPr>
              <a:spLocks noChangeArrowheads="1"/>
            </p:cNvSpPr>
            <p:nvPr/>
          </p:nvSpPr>
          <p:spPr bwMode="auto">
            <a:xfrm>
              <a:off x="8996805"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60">
              <a:extLst>
                <a:ext uri="{FF2B5EF4-FFF2-40B4-BE49-F238E27FC236}">
                  <a16:creationId xmlns:a16="http://schemas.microsoft.com/office/drawing/2014/main" id="{1FB2D558-1E2B-4728-B37A-424934B7ADAF}"/>
                </a:ext>
              </a:extLst>
            </p:cNvPr>
            <p:cNvSpPr>
              <a:spLocks noChangeArrowheads="1"/>
            </p:cNvSpPr>
            <p:nvPr/>
          </p:nvSpPr>
          <p:spPr bwMode="auto">
            <a:xfrm>
              <a:off x="9451068"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61">
              <a:extLst>
                <a:ext uri="{FF2B5EF4-FFF2-40B4-BE49-F238E27FC236}">
                  <a16:creationId xmlns:a16="http://schemas.microsoft.com/office/drawing/2014/main" id="{0A804D08-6835-454A-A817-80AFAFA274F8}"/>
                </a:ext>
              </a:extLst>
            </p:cNvPr>
            <p:cNvSpPr>
              <a:spLocks noChangeArrowheads="1"/>
            </p:cNvSpPr>
            <p:nvPr/>
          </p:nvSpPr>
          <p:spPr bwMode="auto">
            <a:xfrm>
              <a:off x="9906501"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62">
              <a:extLst>
                <a:ext uri="{FF2B5EF4-FFF2-40B4-BE49-F238E27FC236}">
                  <a16:creationId xmlns:a16="http://schemas.microsoft.com/office/drawing/2014/main" id="{088B375A-8C1A-4982-9F8E-9B47B9FDCA26}"/>
                </a:ext>
              </a:extLst>
            </p:cNvPr>
            <p:cNvSpPr>
              <a:spLocks noChangeArrowheads="1"/>
            </p:cNvSpPr>
            <p:nvPr/>
          </p:nvSpPr>
          <p:spPr bwMode="auto">
            <a:xfrm>
              <a:off x="10360763"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163">
              <a:extLst>
                <a:ext uri="{FF2B5EF4-FFF2-40B4-BE49-F238E27FC236}">
                  <a16:creationId xmlns:a16="http://schemas.microsoft.com/office/drawing/2014/main" id="{7FDDF96D-95E0-4634-92CA-2BD5749E0D2E}"/>
                </a:ext>
              </a:extLst>
            </p:cNvPr>
            <p:cNvSpPr>
              <a:spLocks noChangeArrowheads="1"/>
            </p:cNvSpPr>
            <p:nvPr/>
          </p:nvSpPr>
          <p:spPr bwMode="auto">
            <a:xfrm>
              <a:off x="10816197"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164">
              <a:extLst>
                <a:ext uri="{FF2B5EF4-FFF2-40B4-BE49-F238E27FC236}">
                  <a16:creationId xmlns:a16="http://schemas.microsoft.com/office/drawing/2014/main" id="{FFAB5B60-AC73-4661-9026-4738F218AA02}"/>
                </a:ext>
              </a:extLst>
            </p:cNvPr>
            <p:cNvSpPr>
              <a:spLocks noChangeArrowheads="1"/>
            </p:cNvSpPr>
            <p:nvPr/>
          </p:nvSpPr>
          <p:spPr bwMode="auto">
            <a:xfrm>
              <a:off x="11270460"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165">
              <a:extLst>
                <a:ext uri="{FF2B5EF4-FFF2-40B4-BE49-F238E27FC236}">
                  <a16:creationId xmlns:a16="http://schemas.microsoft.com/office/drawing/2014/main" id="{55977D1F-AEBB-4C53-9386-D84525085BA2}"/>
                </a:ext>
              </a:extLst>
            </p:cNvPr>
            <p:cNvSpPr>
              <a:spLocks noChangeArrowheads="1"/>
            </p:cNvSpPr>
            <p:nvPr/>
          </p:nvSpPr>
          <p:spPr bwMode="auto">
            <a:xfrm>
              <a:off x="11725892"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167">
              <a:extLst>
                <a:ext uri="{FF2B5EF4-FFF2-40B4-BE49-F238E27FC236}">
                  <a16:creationId xmlns:a16="http://schemas.microsoft.com/office/drawing/2014/main" id="{1DC84208-E766-4580-A861-C3CFC0E372B3}"/>
                </a:ext>
              </a:extLst>
            </p:cNvPr>
            <p:cNvSpPr>
              <a:spLocks noChangeArrowheads="1"/>
            </p:cNvSpPr>
            <p:nvPr/>
          </p:nvSpPr>
          <p:spPr bwMode="auto">
            <a:xfrm>
              <a:off x="35411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168">
              <a:extLst>
                <a:ext uri="{FF2B5EF4-FFF2-40B4-BE49-F238E27FC236}">
                  <a16:creationId xmlns:a16="http://schemas.microsoft.com/office/drawing/2014/main" id="{2325F7E8-2FD3-4BEC-A7B6-AD4FD4B1F52B}"/>
                </a:ext>
              </a:extLst>
            </p:cNvPr>
            <p:cNvSpPr>
              <a:spLocks noChangeArrowheads="1"/>
            </p:cNvSpPr>
            <p:nvPr/>
          </p:nvSpPr>
          <p:spPr bwMode="auto">
            <a:xfrm>
              <a:off x="809542"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169">
              <a:extLst>
                <a:ext uri="{FF2B5EF4-FFF2-40B4-BE49-F238E27FC236}">
                  <a16:creationId xmlns:a16="http://schemas.microsoft.com/office/drawing/2014/main" id="{E25EE725-3FFE-489B-90BB-54AF71067972}"/>
                </a:ext>
              </a:extLst>
            </p:cNvPr>
            <p:cNvSpPr>
              <a:spLocks noChangeArrowheads="1"/>
            </p:cNvSpPr>
            <p:nvPr/>
          </p:nvSpPr>
          <p:spPr bwMode="auto">
            <a:xfrm>
              <a:off x="1263805"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170">
              <a:extLst>
                <a:ext uri="{FF2B5EF4-FFF2-40B4-BE49-F238E27FC236}">
                  <a16:creationId xmlns:a16="http://schemas.microsoft.com/office/drawing/2014/main" id="{5FF69CBE-D1C4-47E2-B021-1A16583B8650}"/>
                </a:ext>
              </a:extLst>
            </p:cNvPr>
            <p:cNvSpPr>
              <a:spLocks noChangeArrowheads="1"/>
            </p:cNvSpPr>
            <p:nvPr/>
          </p:nvSpPr>
          <p:spPr bwMode="auto">
            <a:xfrm>
              <a:off x="1719239"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71">
              <a:extLst>
                <a:ext uri="{FF2B5EF4-FFF2-40B4-BE49-F238E27FC236}">
                  <a16:creationId xmlns:a16="http://schemas.microsoft.com/office/drawing/2014/main" id="{2FD7DC93-4697-49F2-9683-A519993F3DBD}"/>
                </a:ext>
              </a:extLst>
            </p:cNvPr>
            <p:cNvSpPr>
              <a:spLocks noChangeArrowheads="1"/>
            </p:cNvSpPr>
            <p:nvPr/>
          </p:nvSpPr>
          <p:spPr bwMode="auto">
            <a:xfrm>
              <a:off x="2173502"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72">
              <a:extLst>
                <a:ext uri="{FF2B5EF4-FFF2-40B4-BE49-F238E27FC236}">
                  <a16:creationId xmlns:a16="http://schemas.microsoft.com/office/drawing/2014/main" id="{F078C2FC-1AFA-4F34-AEB1-722384C0DD75}"/>
                </a:ext>
              </a:extLst>
            </p:cNvPr>
            <p:cNvSpPr>
              <a:spLocks noChangeArrowheads="1"/>
            </p:cNvSpPr>
            <p:nvPr/>
          </p:nvSpPr>
          <p:spPr bwMode="auto">
            <a:xfrm>
              <a:off x="2628934"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73">
              <a:extLst>
                <a:ext uri="{FF2B5EF4-FFF2-40B4-BE49-F238E27FC236}">
                  <a16:creationId xmlns:a16="http://schemas.microsoft.com/office/drawing/2014/main" id="{B4CD4DEB-6026-4ACE-9EF8-D5BB38BCDBC2}"/>
                </a:ext>
              </a:extLst>
            </p:cNvPr>
            <p:cNvSpPr>
              <a:spLocks noChangeArrowheads="1"/>
            </p:cNvSpPr>
            <p:nvPr/>
          </p:nvSpPr>
          <p:spPr bwMode="auto">
            <a:xfrm>
              <a:off x="3083197"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86">
              <a:extLst>
                <a:ext uri="{FF2B5EF4-FFF2-40B4-BE49-F238E27FC236}">
                  <a16:creationId xmlns:a16="http://schemas.microsoft.com/office/drawing/2014/main" id="{7BFD734A-1348-4955-827A-416C4FCDC6C5}"/>
                </a:ext>
              </a:extLst>
            </p:cNvPr>
            <p:cNvSpPr>
              <a:spLocks noChangeArrowheads="1"/>
            </p:cNvSpPr>
            <p:nvPr/>
          </p:nvSpPr>
          <p:spPr bwMode="auto">
            <a:xfrm>
              <a:off x="8996805"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87">
              <a:extLst>
                <a:ext uri="{FF2B5EF4-FFF2-40B4-BE49-F238E27FC236}">
                  <a16:creationId xmlns:a16="http://schemas.microsoft.com/office/drawing/2014/main" id="{639C0A45-AA0E-4799-9B48-D56FD46E76CB}"/>
                </a:ext>
              </a:extLst>
            </p:cNvPr>
            <p:cNvSpPr>
              <a:spLocks noChangeArrowheads="1"/>
            </p:cNvSpPr>
            <p:nvPr/>
          </p:nvSpPr>
          <p:spPr bwMode="auto">
            <a:xfrm>
              <a:off x="9451068"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88">
              <a:extLst>
                <a:ext uri="{FF2B5EF4-FFF2-40B4-BE49-F238E27FC236}">
                  <a16:creationId xmlns:a16="http://schemas.microsoft.com/office/drawing/2014/main" id="{27B6305A-BDDA-4961-B3ED-4CDE68C9BE7C}"/>
                </a:ext>
              </a:extLst>
            </p:cNvPr>
            <p:cNvSpPr>
              <a:spLocks noChangeArrowheads="1"/>
            </p:cNvSpPr>
            <p:nvPr/>
          </p:nvSpPr>
          <p:spPr bwMode="auto">
            <a:xfrm>
              <a:off x="9906501"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89">
              <a:extLst>
                <a:ext uri="{FF2B5EF4-FFF2-40B4-BE49-F238E27FC236}">
                  <a16:creationId xmlns:a16="http://schemas.microsoft.com/office/drawing/2014/main" id="{DD6CA54E-582F-4C37-9D3A-BFA3E45D2528}"/>
                </a:ext>
              </a:extLst>
            </p:cNvPr>
            <p:cNvSpPr>
              <a:spLocks noChangeArrowheads="1"/>
            </p:cNvSpPr>
            <p:nvPr/>
          </p:nvSpPr>
          <p:spPr bwMode="auto">
            <a:xfrm>
              <a:off x="10360763"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190">
              <a:extLst>
                <a:ext uri="{FF2B5EF4-FFF2-40B4-BE49-F238E27FC236}">
                  <a16:creationId xmlns:a16="http://schemas.microsoft.com/office/drawing/2014/main" id="{14E6965D-E230-4479-A391-3BCD5A2BBBDE}"/>
                </a:ext>
              </a:extLst>
            </p:cNvPr>
            <p:cNvSpPr>
              <a:spLocks noChangeArrowheads="1"/>
            </p:cNvSpPr>
            <p:nvPr/>
          </p:nvSpPr>
          <p:spPr bwMode="auto">
            <a:xfrm>
              <a:off x="10816197"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191">
              <a:extLst>
                <a:ext uri="{FF2B5EF4-FFF2-40B4-BE49-F238E27FC236}">
                  <a16:creationId xmlns:a16="http://schemas.microsoft.com/office/drawing/2014/main" id="{363FE856-8F60-49E3-9E59-695D571F0311}"/>
                </a:ext>
              </a:extLst>
            </p:cNvPr>
            <p:cNvSpPr>
              <a:spLocks noChangeArrowheads="1"/>
            </p:cNvSpPr>
            <p:nvPr/>
          </p:nvSpPr>
          <p:spPr bwMode="auto">
            <a:xfrm>
              <a:off x="1127046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192">
              <a:extLst>
                <a:ext uri="{FF2B5EF4-FFF2-40B4-BE49-F238E27FC236}">
                  <a16:creationId xmlns:a16="http://schemas.microsoft.com/office/drawing/2014/main" id="{2FB0342C-B7FA-47B4-B1FF-6954791FDF74}"/>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194">
              <a:extLst>
                <a:ext uri="{FF2B5EF4-FFF2-40B4-BE49-F238E27FC236}">
                  <a16:creationId xmlns:a16="http://schemas.microsoft.com/office/drawing/2014/main" id="{1122B8B2-F8E5-4A2E-A416-E53AAE197ABA}"/>
                </a:ext>
              </a:extLst>
            </p:cNvPr>
            <p:cNvSpPr>
              <a:spLocks noChangeArrowheads="1"/>
            </p:cNvSpPr>
            <p:nvPr/>
          </p:nvSpPr>
          <p:spPr bwMode="auto">
            <a:xfrm>
              <a:off x="354110"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195">
              <a:extLst>
                <a:ext uri="{FF2B5EF4-FFF2-40B4-BE49-F238E27FC236}">
                  <a16:creationId xmlns:a16="http://schemas.microsoft.com/office/drawing/2014/main" id="{4B87FC86-0D1F-4F15-9C22-AA0B2E2E129C}"/>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196">
              <a:extLst>
                <a:ext uri="{FF2B5EF4-FFF2-40B4-BE49-F238E27FC236}">
                  <a16:creationId xmlns:a16="http://schemas.microsoft.com/office/drawing/2014/main" id="{F8DDBB36-03C4-472F-9030-50E6B3212B8F}"/>
                </a:ext>
              </a:extLst>
            </p:cNvPr>
            <p:cNvSpPr>
              <a:spLocks noChangeArrowheads="1"/>
            </p:cNvSpPr>
            <p:nvPr/>
          </p:nvSpPr>
          <p:spPr bwMode="auto">
            <a:xfrm>
              <a:off x="1263805"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197">
              <a:extLst>
                <a:ext uri="{FF2B5EF4-FFF2-40B4-BE49-F238E27FC236}">
                  <a16:creationId xmlns:a16="http://schemas.microsoft.com/office/drawing/2014/main" id="{E84F816D-E7F7-4FC6-9198-C7A278EDBFC6}"/>
                </a:ext>
              </a:extLst>
            </p:cNvPr>
            <p:cNvSpPr>
              <a:spLocks noChangeArrowheads="1"/>
            </p:cNvSpPr>
            <p:nvPr/>
          </p:nvSpPr>
          <p:spPr bwMode="auto">
            <a:xfrm>
              <a:off x="1719239"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98">
              <a:extLst>
                <a:ext uri="{FF2B5EF4-FFF2-40B4-BE49-F238E27FC236}">
                  <a16:creationId xmlns:a16="http://schemas.microsoft.com/office/drawing/2014/main" id="{8C5E4DCC-4206-42A4-BE08-8E415FF60FB7}"/>
                </a:ext>
              </a:extLst>
            </p:cNvPr>
            <p:cNvSpPr>
              <a:spLocks noChangeArrowheads="1"/>
            </p:cNvSpPr>
            <p:nvPr/>
          </p:nvSpPr>
          <p:spPr bwMode="auto">
            <a:xfrm>
              <a:off x="2173502"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99">
              <a:extLst>
                <a:ext uri="{FF2B5EF4-FFF2-40B4-BE49-F238E27FC236}">
                  <a16:creationId xmlns:a16="http://schemas.microsoft.com/office/drawing/2014/main" id="{3EE8B95F-3C8D-4F9E-84E8-BEA481060C20}"/>
                </a:ext>
              </a:extLst>
            </p:cNvPr>
            <p:cNvSpPr>
              <a:spLocks noChangeArrowheads="1"/>
            </p:cNvSpPr>
            <p:nvPr/>
          </p:nvSpPr>
          <p:spPr bwMode="auto">
            <a:xfrm>
              <a:off x="2628934"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200">
              <a:extLst>
                <a:ext uri="{FF2B5EF4-FFF2-40B4-BE49-F238E27FC236}">
                  <a16:creationId xmlns:a16="http://schemas.microsoft.com/office/drawing/2014/main" id="{5E59882C-157C-443F-9111-16EC7661D405}"/>
                </a:ext>
              </a:extLst>
            </p:cNvPr>
            <p:cNvSpPr>
              <a:spLocks noChangeArrowheads="1"/>
            </p:cNvSpPr>
            <p:nvPr/>
          </p:nvSpPr>
          <p:spPr bwMode="auto">
            <a:xfrm>
              <a:off x="3083197"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214">
              <a:extLst>
                <a:ext uri="{FF2B5EF4-FFF2-40B4-BE49-F238E27FC236}">
                  <a16:creationId xmlns:a16="http://schemas.microsoft.com/office/drawing/2014/main" id="{779BE661-91DF-4B4E-8AF9-45D24F4AD61F}"/>
                </a:ext>
              </a:extLst>
            </p:cNvPr>
            <p:cNvSpPr>
              <a:spLocks noChangeArrowheads="1"/>
            </p:cNvSpPr>
            <p:nvPr/>
          </p:nvSpPr>
          <p:spPr bwMode="auto">
            <a:xfrm>
              <a:off x="8996805"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215">
              <a:extLst>
                <a:ext uri="{FF2B5EF4-FFF2-40B4-BE49-F238E27FC236}">
                  <a16:creationId xmlns:a16="http://schemas.microsoft.com/office/drawing/2014/main" id="{91810401-B6D2-4EA1-B203-697A04323630}"/>
                </a:ext>
              </a:extLst>
            </p:cNvPr>
            <p:cNvSpPr>
              <a:spLocks noChangeArrowheads="1"/>
            </p:cNvSpPr>
            <p:nvPr/>
          </p:nvSpPr>
          <p:spPr bwMode="auto">
            <a:xfrm>
              <a:off x="9451068"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216">
              <a:extLst>
                <a:ext uri="{FF2B5EF4-FFF2-40B4-BE49-F238E27FC236}">
                  <a16:creationId xmlns:a16="http://schemas.microsoft.com/office/drawing/2014/main" id="{CC3BED62-8CA0-4375-AB0A-72617711B089}"/>
                </a:ext>
              </a:extLst>
            </p:cNvPr>
            <p:cNvSpPr>
              <a:spLocks noChangeArrowheads="1"/>
            </p:cNvSpPr>
            <p:nvPr/>
          </p:nvSpPr>
          <p:spPr bwMode="auto">
            <a:xfrm>
              <a:off x="9906502"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217">
              <a:extLst>
                <a:ext uri="{FF2B5EF4-FFF2-40B4-BE49-F238E27FC236}">
                  <a16:creationId xmlns:a16="http://schemas.microsoft.com/office/drawing/2014/main" id="{64B31A64-91AE-4DF4-8D81-94752C7872B7}"/>
                </a:ext>
              </a:extLst>
            </p:cNvPr>
            <p:cNvSpPr>
              <a:spLocks noChangeArrowheads="1"/>
            </p:cNvSpPr>
            <p:nvPr/>
          </p:nvSpPr>
          <p:spPr bwMode="auto">
            <a:xfrm>
              <a:off x="10360764"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18">
              <a:extLst>
                <a:ext uri="{FF2B5EF4-FFF2-40B4-BE49-F238E27FC236}">
                  <a16:creationId xmlns:a16="http://schemas.microsoft.com/office/drawing/2014/main" id="{9ECDDCA8-99C7-4E2C-A3DA-6A39A54613B9}"/>
                </a:ext>
              </a:extLst>
            </p:cNvPr>
            <p:cNvSpPr>
              <a:spLocks noChangeArrowheads="1"/>
            </p:cNvSpPr>
            <p:nvPr/>
          </p:nvSpPr>
          <p:spPr bwMode="auto">
            <a:xfrm>
              <a:off x="10816197"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19">
              <a:extLst>
                <a:ext uri="{FF2B5EF4-FFF2-40B4-BE49-F238E27FC236}">
                  <a16:creationId xmlns:a16="http://schemas.microsoft.com/office/drawing/2014/main" id="{9E610FA0-F583-4C87-9186-97DA3A3F507B}"/>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0">
              <a:extLst>
                <a:ext uri="{FF2B5EF4-FFF2-40B4-BE49-F238E27FC236}">
                  <a16:creationId xmlns:a16="http://schemas.microsoft.com/office/drawing/2014/main" id="{C0181C2A-AC28-493E-9832-9D5782282822}"/>
                </a:ext>
              </a:extLst>
            </p:cNvPr>
            <p:cNvSpPr>
              <a:spLocks noChangeArrowheads="1"/>
            </p:cNvSpPr>
            <p:nvPr/>
          </p:nvSpPr>
          <p:spPr bwMode="auto">
            <a:xfrm>
              <a:off x="11725893"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22">
              <a:extLst>
                <a:ext uri="{FF2B5EF4-FFF2-40B4-BE49-F238E27FC236}">
                  <a16:creationId xmlns:a16="http://schemas.microsoft.com/office/drawing/2014/main" id="{3A65CCD8-DA6B-47D9-BE08-9831358B7F2E}"/>
                </a:ext>
              </a:extLst>
            </p:cNvPr>
            <p:cNvSpPr>
              <a:spLocks noChangeArrowheads="1"/>
            </p:cNvSpPr>
            <p:nvPr/>
          </p:nvSpPr>
          <p:spPr bwMode="auto">
            <a:xfrm>
              <a:off x="35411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23">
              <a:extLst>
                <a:ext uri="{FF2B5EF4-FFF2-40B4-BE49-F238E27FC236}">
                  <a16:creationId xmlns:a16="http://schemas.microsoft.com/office/drawing/2014/main" id="{432DF8DB-2535-4604-A56C-4F411A13AB16}"/>
                </a:ext>
              </a:extLst>
            </p:cNvPr>
            <p:cNvSpPr>
              <a:spLocks noChangeArrowheads="1"/>
            </p:cNvSpPr>
            <p:nvPr/>
          </p:nvSpPr>
          <p:spPr bwMode="auto">
            <a:xfrm>
              <a:off x="80954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224">
              <a:extLst>
                <a:ext uri="{FF2B5EF4-FFF2-40B4-BE49-F238E27FC236}">
                  <a16:creationId xmlns:a16="http://schemas.microsoft.com/office/drawing/2014/main" id="{B585B91F-5190-4F14-B1D1-F49E48A0D846}"/>
                </a:ext>
              </a:extLst>
            </p:cNvPr>
            <p:cNvSpPr>
              <a:spLocks noChangeArrowheads="1"/>
            </p:cNvSpPr>
            <p:nvPr/>
          </p:nvSpPr>
          <p:spPr bwMode="auto">
            <a:xfrm>
              <a:off x="1263806"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225">
              <a:extLst>
                <a:ext uri="{FF2B5EF4-FFF2-40B4-BE49-F238E27FC236}">
                  <a16:creationId xmlns:a16="http://schemas.microsoft.com/office/drawing/2014/main" id="{49F28844-8AC8-4173-B5BB-9FF425A50C64}"/>
                </a:ext>
              </a:extLst>
            </p:cNvPr>
            <p:cNvSpPr>
              <a:spLocks noChangeArrowheads="1"/>
            </p:cNvSpPr>
            <p:nvPr/>
          </p:nvSpPr>
          <p:spPr bwMode="auto">
            <a:xfrm>
              <a:off x="1719239"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226">
              <a:extLst>
                <a:ext uri="{FF2B5EF4-FFF2-40B4-BE49-F238E27FC236}">
                  <a16:creationId xmlns:a16="http://schemas.microsoft.com/office/drawing/2014/main" id="{E750B745-BCDB-4D34-BBB4-107F549419DC}"/>
                </a:ext>
              </a:extLst>
            </p:cNvPr>
            <p:cNvSpPr>
              <a:spLocks noChangeArrowheads="1"/>
            </p:cNvSpPr>
            <p:nvPr/>
          </p:nvSpPr>
          <p:spPr bwMode="auto">
            <a:xfrm>
              <a:off x="2173502"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227">
              <a:extLst>
                <a:ext uri="{FF2B5EF4-FFF2-40B4-BE49-F238E27FC236}">
                  <a16:creationId xmlns:a16="http://schemas.microsoft.com/office/drawing/2014/main" id="{CB843387-A206-4CDB-845C-87952DF4F7C0}"/>
                </a:ext>
              </a:extLst>
            </p:cNvPr>
            <p:cNvSpPr>
              <a:spLocks noChangeArrowheads="1"/>
            </p:cNvSpPr>
            <p:nvPr/>
          </p:nvSpPr>
          <p:spPr bwMode="auto">
            <a:xfrm>
              <a:off x="262893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228">
              <a:extLst>
                <a:ext uri="{FF2B5EF4-FFF2-40B4-BE49-F238E27FC236}">
                  <a16:creationId xmlns:a16="http://schemas.microsoft.com/office/drawing/2014/main" id="{F7012F48-14EA-4A10-B23B-D2DD376FDAFE}"/>
                </a:ext>
              </a:extLst>
            </p:cNvPr>
            <p:cNvSpPr>
              <a:spLocks noChangeArrowheads="1"/>
            </p:cNvSpPr>
            <p:nvPr/>
          </p:nvSpPr>
          <p:spPr bwMode="auto">
            <a:xfrm>
              <a:off x="308319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241">
              <a:extLst>
                <a:ext uri="{FF2B5EF4-FFF2-40B4-BE49-F238E27FC236}">
                  <a16:creationId xmlns:a16="http://schemas.microsoft.com/office/drawing/2014/main" id="{9071865C-5264-4C64-86F2-5F136CDB3D1A}"/>
                </a:ext>
              </a:extLst>
            </p:cNvPr>
            <p:cNvSpPr>
              <a:spLocks noChangeArrowheads="1"/>
            </p:cNvSpPr>
            <p:nvPr/>
          </p:nvSpPr>
          <p:spPr bwMode="auto">
            <a:xfrm>
              <a:off x="899680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242">
              <a:extLst>
                <a:ext uri="{FF2B5EF4-FFF2-40B4-BE49-F238E27FC236}">
                  <a16:creationId xmlns:a16="http://schemas.microsoft.com/office/drawing/2014/main" id="{5FC89895-3E12-4B31-8AC4-F2C571271BAC}"/>
                </a:ext>
              </a:extLst>
            </p:cNvPr>
            <p:cNvSpPr>
              <a:spLocks noChangeArrowheads="1"/>
            </p:cNvSpPr>
            <p:nvPr/>
          </p:nvSpPr>
          <p:spPr bwMode="auto">
            <a:xfrm>
              <a:off x="945106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243">
              <a:extLst>
                <a:ext uri="{FF2B5EF4-FFF2-40B4-BE49-F238E27FC236}">
                  <a16:creationId xmlns:a16="http://schemas.microsoft.com/office/drawing/2014/main" id="{822714A3-365A-4F69-84FD-C7A6C113C1B7}"/>
                </a:ext>
              </a:extLst>
            </p:cNvPr>
            <p:cNvSpPr>
              <a:spLocks noChangeArrowheads="1"/>
            </p:cNvSpPr>
            <p:nvPr/>
          </p:nvSpPr>
          <p:spPr bwMode="auto">
            <a:xfrm>
              <a:off x="9906502"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244">
              <a:extLst>
                <a:ext uri="{FF2B5EF4-FFF2-40B4-BE49-F238E27FC236}">
                  <a16:creationId xmlns:a16="http://schemas.microsoft.com/office/drawing/2014/main" id="{E831580F-B4FA-4FC0-94FF-AD9DB2B2F955}"/>
                </a:ext>
              </a:extLst>
            </p:cNvPr>
            <p:cNvSpPr>
              <a:spLocks noChangeArrowheads="1"/>
            </p:cNvSpPr>
            <p:nvPr/>
          </p:nvSpPr>
          <p:spPr bwMode="auto">
            <a:xfrm>
              <a:off x="10360764"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45">
              <a:extLst>
                <a:ext uri="{FF2B5EF4-FFF2-40B4-BE49-F238E27FC236}">
                  <a16:creationId xmlns:a16="http://schemas.microsoft.com/office/drawing/2014/main" id="{6FC45DDA-F270-4338-BB79-E4F603065B23}"/>
                </a:ext>
              </a:extLst>
            </p:cNvPr>
            <p:cNvSpPr>
              <a:spLocks noChangeArrowheads="1"/>
            </p:cNvSpPr>
            <p:nvPr/>
          </p:nvSpPr>
          <p:spPr bwMode="auto">
            <a:xfrm>
              <a:off x="10816197"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46">
              <a:extLst>
                <a:ext uri="{FF2B5EF4-FFF2-40B4-BE49-F238E27FC236}">
                  <a16:creationId xmlns:a16="http://schemas.microsoft.com/office/drawing/2014/main" id="{DF6A400A-8A10-49DE-A315-385C4794AAFE}"/>
                </a:ext>
              </a:extLst>
            </p:cNvPr>
            <p:cNvSpPr>
              <a:spLocks noChangeArrowheads="1"/>
            </p:cNvSpPr>
            <p:nvPr/>
          </p:nvSpPr>
          <p:spPr bwMode="auto">
            <a:xfrm>
              <a:off x="1127046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47">
              <a:extLst>
                <a:ext uri="{FF2B5EF4-FFF2-40B4-BE49-F238E27FC236}">
                  <a16:creationId xmlns:a16="http://schemas.microsoft.com/office/drawing/2014/main" id="{2EA6C4C3-FE6D-4C45-9F6E-327D1D5637C5}"/>
                </a:ext>
              </a:extLst>
            </p:cNvPr>
            <p:cNvSpPr>
              <a:spLocks noChangeArrowheads="1"/>
            </p:cNvSpPr>
            <p:nvPr/>
          </p:nvSpPr>
          <p:spPr bwMode="auto">
            <a:xfrm>
              <a:off x="1172589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49">
              <a:extLst>
                <a:ext uri="{FF2B5EF4-FFF2-40B4-BE49-F238E27FC236}">
                  <a16:creationId xmlns:a16="http://schemas.microsoft.com/office/drawing/2014/main" id="{9164A3A4-A0CB-4566-AFBE-563D91A10FBA}"/>
                </a:ext>
              </a:extLst>
            </p:cNvPr>
            <p:cNvSpPr>
              <a:spLocks noChangeArrowheads="1"/>
            </p:cNvSpPr>
            <p:nvPr/>
          </p:nvSpPr>
          <p:spPr bwMode="auto">
            <a:xfrm>
              <a:off x="354110"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0">
              <a:extLst>
                <a:ext uri="{FF2B5EF4-FFF2-40B4-BE49-F238E27FC236}">
                  <a16:creationId xmlns:a16="http://schemas.microsoft.com/office/drawing/2014/main" id="{FC689E73-96C3-4DFF-ABAC-A63C4BB15CE7}"/>
                </a:ext>
              </a:extLst>
            </p:cNvPr>
            <p:cNvSpPr>
              <a:spLocks noChangeArrowheads="1"/>
            </p:cNvSpPr>
            <p:nvPr/>
          </p:nvSpPr>
          <p:spPr bwMode="auto">
            <a:xfrm>
              <a:off x="809543"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8" name="Rectangle 251">
              <a:extLst>
                <a:ext uri="{FF2B5EF4-FFF2-40B4-BE49-F238E27FC236}">
                  <a16:creationId xmlns:a16="http://schemas.microsoft.com/office/drawing/2014/main" id="{49DC827D-FB7B-4DC2-A762-F5F17F148510}"/>
                </a:ext>
              </a:extLst>
            </p:cNvPr>
            <p:cNvSpPr>
              <a:spLocks noChangeArrowheads="1"/>
            </p:cNvSpPr>
            <p:nvPr/>
          </p:nvSpPr>
          <p:spPr bwMode="auto">
            <a:xfrm>
              <a:off x="1263806"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9" name="Rectangle 252">
              <a:extLst>
                <a:ext uri="{FF2B5EF4-FFF2-40B4-BE49-F238E27FC236}">
                  <a16:creationId xmlns:a16="http://schemas.microsoft.com/office/drawing/2014/main" id="{C228A320-DB20-438B-A918-A580ACBFC819}"/>
                </a:ext>
              </a:extLst>
            </p:cNvPr>
            <p:cNvSpPr>
              <a:spLocks noChangeArrowheads="1"/>
            </p:cNvSpPr>
            <p:nvPr/>
          </p:nvSpPr>
          <p:spPr bwMode="auto">
            <a:xfrm>
              <a:off x="1719239"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0" name="Rectangle 253">
              <a:extLst>
                <a:ext uri="{FF2B5EF4-FFF2-40B4-BE49-F238E27FC236}">
                  <a16:creationId xmlns:a16="http://schemas.microsoft.com/office/drawing/2014/main" id="{9897219B-EBD5-4581-8A2F-89939367A697}"/>
                </a:ext>
              </a:extLst>
            </p:cNvPr>
            <p:cNvSpPr>
              <a:spLocks noChangeArrowheads="1"/>
            </p:cNvSpPr>
            <p:nvPr/>
          </p:nvSpPr>
          <p:spPr bwMode="auto">
            <a:xfrm>
              <a:off x="2173502"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1" name="Rectangle 254">
              <a:extLst>
                <a:ext uri="{FF2B5EF4-FFF2-40B4-BE49-F238E27FC236}">
                  <a16:creationId xmlns:a16="http://schemas.microsoft.com/office/drawing/2014/main" id="{B8DDB46C-98EC-4AA3-8DC6-3C1937629765}"/>
                </a:ext>
              </a:extLst>
            </p:cNvPr>
            <p:cNvSpPr>
              <a:spLocks noChangeArrowheads="1"/>
            </p:cNvSpPr>
            <p:nvPr/>
          </p:nvSpPr>
          <p:spPr bwMode="auto">
            <a:xfrm>
              <a:off x="262893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2" name="Rectangle 255">
              <a:extLst>
                <a:ext uri="{FF2B5EF4-FFF2-40B4-BE49-F238E27FC236}">
                  <a16:creationId xmlns:a16="http://schemas.microsoft.com/office/drawing/2014/main" id="{808B3D4B-87CC-405D-9F91-FF03DD240C00}"/>
                </a:ext>
              </a:extLst>
            </p:cNvPr>
            <p:cNvSpPr>
              <a:spLocks noChangeArrowheads="1"/>
            </p:cNvSpPr>
            <p:nvPr/>
          </p:nvSpPr>
          <p:spPr bwMode="auto">
            <a:xfrm>
              <a:off x="308319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3" name="Rectangle 268">
              <a:extLst>
                <a:ext uri="{FF2B5EF4-FFF2-40B4-BE49-F238E27FC236}">
                  <a16:creationId xmlns:a16="http://schemas.microsoft.com/office/drawing/2014/main" id="{368C3B92-A8BF-48DA-A49B-DEEB8B156B24}"/>
                </a:ext>
              </a:extLst>
            </p:cNvPr>
            <p:cNvSpPr>
              <a:spLocks noChangeArrowheads="1"/>
            </p:cNvSpPr>
            <p:nvPr/>
          </p:nvSpPr>
          <p:spPr bwMode="auto">
            <a:xfrm>
              <a:off x="899680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4" name="Rectangle 269">
              <a:extLst>
                <a:ext uri="{FF2B5EF4-FFF2-40B4-BE49-F238E27FC236}">
                  <a16:creationId xmlns:a16="http://schemas.microsoft.com/office/drawing/2014/main" id="{C6AE408F-F0A6-4B28-9BE9-0FACFB243E81}"/>
                </a:ext>
              </a:extLst>
            </p:cNvPr>
            <p:cNvSpPr>
              <a:spLocks noChangeArrowheads="1"/>
            </p:cNvSpPr>
            <p:nvPr/>
          </p:nvSpPr>
          <p:spPr bwMode="auto">
            <a:xfrm>
              <a:off x="945106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270">
              <a:extLst>
                <a:ext uri="{FF2B5EF4-FFF2-40B4-BE49-F238E27FC236}">
                  <a16:creationId xmlns:a16="http://schemas.microsoft.com/office/drawing/2014/main" id="{78937A9C-A111-49DA-A588-1C93AD60FC74}"/>
                </a:ext>
              </a:extLst>
            </p:cNvPr>
            <p:cNvSpPr>
              <a:spLocks noChangeArrowheads="1"/>
            </p:cNvSpPr>
            <p:nvPr/>
          </p:nvSpPr>
          <p:spPr bwMode="auto">
            <a:xfrm>
              <a:off x="9906502"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271">
              <a:extLst>
                <a:ext uri="{FF2B5EF4-FFF2-40B4-BE49-F238E27FC236}">
                  <a16:creationId xmlns:a16="http://schemas.microsoft.com/office/drawing/2014/main" id="{89501F7C-3060-4F40-952B-8BEDDCE50CFE}"/>
                </a:ext>
              </a:extLst>
            </p:cNvPr>
            <p:cNvSpPr>
              <a:spLocks noChangeArrowheads="1"/>
            </p:cNvSpPr>
            <p:nvPr/>
          </p:nvSpPr>
          <p:spPr bwMode="auto">
            <a:xfrm>
              <a:off x="10360764"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272">
              <a:extLst>
                <a:ext uri="{FF2B5EF4-FFF2-40B4-BE49-F238E27FC236}">
                  <a16:creationId xmlns:a16="http://schemas.microsoft.com/office/drawing/2014/main" id="{C12674AC-F8DE-4BF0-B819-9E2A2AF2FE50}"/>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273">
              <a:extLst>
                <a:ext uri="{FF2B5EF4-FFF2-40B4-BE49-F238E27FC236}">
                  <a16:creationId xmlns:a16="http://schemas.microsoft.com/office/drawing/2014/main" id="{B7785334-7690-4CF7-9269-7772426EDD7F}"/>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274">
              <a:extLst>
                <a:ext uri="{FF2B5EF4-FFF2-40B4-BE49-F238E27FC236}">
                  <a16:creationId xmlns:a16="http://schemas.microsoft.com/office/drawing/2014/main" id="{1D74AEA1-716D-444E-9FA0-111672E596C6}"/>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276">
              <a:extLst>
                <a:ext uri="{FF2B5EF4-FFF2-40B4-BE49-F238E27FC236}">
                  <a16:creationId xmlns:a16="http://schemas.microsoft.com/office/drawing/2014/main" id="{3438C147-B1A7-4B1E-AE39-DA7715FBB4D4}"/>
                </a:ext>
              </a:extLst>
            </p:cNvPr>
            <p:cNvSpPr>
              <a:spLocks noChangeArrowheads="1"/>
            </p:cNvSpPr>
            <p:nvPr/>
          </p:nvSpPr>
          <p:spPr bwMode="auto">
            <a:xfrm>
              <a:off x="35411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277">
              <a:extLst>
                <a:ext uri="{FF2B5EF4-FFF2-40B4-BE49-F238E27FC236}">
                  <a16:creationId xmlns:a16="http://schemas.microsoft.com/office/drawing/2014/main" id="{84AA6B27-1DF9-4C1A-8EB8-285EAD7752BB}"/>
                </a:ext>
              </a:extLst>
            </p:cNvPr>
            <p:cNvSpPr>
              <a:spLocks noChangeArrowheads="1"/>
            </p:cNvSpPr>
            <p:nvPr/>
          </p:nvSpPr>
          <p:spPr bwMode="auto">
            <a:xfrm>
              <a:off x="80954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278">
              <a:extLst>
                <a:ext uri="{FF2B5EF4-FFF2-40B4-BE49-F238E27FC236}">
                  <a16:creationId xmlns:a16="http://schemas.microsoft.com/office/drawing/2014/main" id="{EC4CD7F9-CEBB-45D2-BC0F-696E95FC1ED0}"/>
                </a:ext>
              </a:extLst>
            </p:cNvPr>
            <p:cNvSpPr>
              <a:spLocks noChangeArrowheads="1"/>
            </p:cNvSpPr>
            <p:nvPr/>
          </p:nvSpPr>
          <p:spPr bwMode="auto">
            <a:xfrm>
              <a:off x="126380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279">
              <a:extLst>
                <a:ext uri="{FF2B5EF4-FFF2-40B4-BE49-F238E27FC236}">
                  <a16:creationId xmlns:a16="http://schemas.microsoft.com/office/drawing/2014/main" id="{25CE44E3-3ADD-478D-A105-8FBE0876C3E3}"/>
                </a:ext>
              </a:extLst>
            </p:cNvPr>
            <p:cNvSpPr>
              <a:spLocks noChangeArrowheads="1"/>
            </p:cNvSpPr>
            <p:nvPr/>
          </p:nvSpPr>
          <p:spPr bwMode="auto">
            <a:xfrm>
              <a:off x="1719239"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80">
              <a:extLst>
                <a:ext uri="{FF2B5EF4-FFF2-40B4-BE49-F238E27FC236}">
                  <a16:creationId xmlns:a16="http://schemas.microsoft.com/office/drawing/2014/main" id="{A8F0BFFE-3D79-4101-821A-4AF5607ECB15}"/>
                </a:ext>
              </a:extLst>
            </p:cNvPr>
            <p:cNvSpPr>
              <a:spLocks noChangeArrowheads="1"/>
            </p:cNvSpPr>
            <p:nvPr/>
          </p:nvSpPr>
          <p:spPr bwMode="auto">
            <a:xfrm>
              <a:off x="2173502"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81">
              <a:extLst>
                <a:ext uri="{FF2B5EF4-FFF2-40B4-BE49-F238E27FC236}">
                  <a16:creationId xmlns:a16="http://schemas.microsoft.com/office/drawing/2014/main" id="{84D419AF-8225-41B8-86F5-75B9A63B28CE}"/>
                </a:ext>
              </a:extLst>
            </p:cNvPr>
            <p:cNvSpPr>
              <a:spLocks noChangeArrowheads="1"/>
            </p:cNvSpPr>
            <p:nvPr/>
          </p:nvSpPr>
          <p:spPr bwMode="auto">
            <a:xfrm>
              <a:off x="262893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82">
              <a:extLst>
                <a:ext uri="{FF2B5EF4-FFF2-40B4-BE49-F238E27FC236}">
                  <a16:creationId xmlns:a16="http://schemas.microsoft.com/office/drawing/2014/main" id="{4E58BD16-2A71-4755-BC85-16C8F3739257}"/>
                </a:ext>
              </a:extLst>
            </p:cNvPr>
            <p:cNvSpPr>
              <a:spLocks noChangeArrowheads="1"/>
            </p:cNvSpPr>
            <p:nvPr/>
          </p:nvSpPr>
          <p:spPr bwMode="auto">
            <a:xfrm>
              <a:off x="308319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83">
              <a:extLst>
                <a:ext uri="{FF2B5EF4-FFF2-40B4-BE49-F238E27FC236}">
                  <a16:creationId xmlns:a16="http://schemas.microsoft.com/office/drawing/2014/main" id="{F56B1EBF-9ACC-4EEA-9794-00E325DCA5C8}"/>
                </a:ext>
              </a:extLst>
            </p:cNvPr>
            <p:cNvSpPr>
              <a:spLocks noChangeArrowheads="1"/>
            </p:cNvSpPr>
            <p:nvPr/>
          </p:nvSpPr>
          <p:spPr bwMode="auto">
            <a:xfrm>
              <a:off x="353863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84">
              <a:extLst>
                <a:ext uri="{FF2B5EF4-FFF2-40B4-BE49-F238E27FC236}">
                  <a16:creationId xmlns:a16="http://schemas.microsoft.com/office/drawing/2014/main" id="{CCFE505E-DEE7-4620-81F5-36AFA872F47C}"/>
                </a:ext>
              </a:extLst>
            </p:cNvPr>
            <p:cNvSpPr>
              <a:spLocks noChangeArrowheads="1"/>
            </p:cNvSpPr>
            <p:nvPr/>
          </p:nvSpPr>
          <p:spPr bwMode="auto">
            <a:xfrm>
              <a:off x="399289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9" name="Rectangle 285">
              <a:extLst>
                <a:ext uri="{FF2B5EF4-FFF2-40B4-BE49-F238E27FC236}">
                  <a16:creationId xmlns:a16="http://schemas.microsoft.com/office/drawing/2014/main" id="{30C4E4C1-9D8B-44EC-8D99-2E618636E26D}"/>
                </a:ext>
              </a:extLst>
            </p:cNvPr>
            <p:cNvSpPr>
              <a:spLocks noChangeArrowheads="1"/>
            </p:cNvSpPr>
            <p:nvPr/>
          </p:nvSpPr>
          <p:spPr bwMode="auto">
            <a:xfrm>
              <a:off x="4448327"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0" name="Rectangle 286">
              <a:extLst>
                <a:ext uri="{FF2B5EF4-FFF2-40B4-BE49-F238E27FC236}">
                  <a16:creationId xmlns:a16="http://schemas.microsoft.com/office/drawing/2014/main" id="{775CBB56-B210-43F2-87E2-DE5A0CA40D46}"/>
                </a:ext>
              </a:extLst>
            </p:cNvPr>
            <p:cNvSpPr>
              <a:spLocks noChangeArrowheads="1"/>
            </p:cNvSpPr>
            <p:nvPr/>
          </p:nvSpPr>
          <p:spPr bwMode="auto">
            <a:xfrm>
              <a:off x="490259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1" name="Rectangle 287">
              <a:extLst>
                <a:ext uri="{FF2B5EF4-FFF2-40B4-BE49-F238E27FC236}">
                  <a16:creationId xmlns:a16="http://schemas.microsoft.com/office/drawing/2014/main" id="{6667B41B-9A3E-4667-A1C7-B7369F01012C}"/>
                </a:ext>
              </a:extLst>
            </p:cNvPr>
            <p:cNvSpPr>
              <a:spLocks noChangeArrowheads="1"/>
            </p:cNvSpPr>
            <p:nvPr/>
          </p:nvSpPr>
          <p:spPr bwMode="auto">
            <a:xfrm>
              <a:off x="5358022"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2" name="Rectangle 288">
              <a:extLst>
                <a:ext uri="{FF2B5EF4-FFF2-40B4-BE49-F238E27FC236}">
                  <a16:creationId xmlns:a16="http://schemas.microsoft.com/office/drawing/2014/main" id="{796F6F02-6043-46B6-ACB2-F0D85A8658E6}"/>
                </a:ext>
              </a:extLst>
            </p:cNvPr>
            <p:cNvSpPr>
              <a:spLocks noChangeArrowheads="1"/>
            </p:cNvSpPr>
            <p:nvPr/>
          </p:nvSpPr>
          <p:spPr bwMode="auto">
            <a:xfrm>
              <a:off x="5812285"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3" name="Rectangle 289">
              <a:extLst>
                <a:ext uri="{FF2B5EF4-FFF2-40B4-BE49-F238E27FC236}">
                  <a16:creationId xmlns:a16="http://schemas.microsoft.com/office/drawing/2014/main" id="{929725D4-ED31-40E2-8AB3-47D0FD5DE573}"/>
                </a:ext>
              </a:extLst>
            </p:cNvPr>
            <p:cNvSpPr>
              <a:spLocks noChangeArrowheads="1"/>
            </p:cNvSpPr>
            <p:nvPr/>
          </p:nvSpPr>
          <p:spPr bwMode="auto">
            <a:xfrm>
              <a:off x="6267718"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4" name="Rectangle 290">
              <a:extLst>
                <a:ext uri="{FF2B5EF4-FFF2-40B4-BE49-F238E27FC236}">
                  <a16:creationId xmlns:a16="http://schemas.microsoft.com/office/drawing/2014/main" id="{6E0AE0BD-ECE4-468E-A5C9-0DE456154DD2}"/>
                </a:ext>
              </a:extLst>
            </p:cNvPr>
            <p:cNvSpPr>
              <a:spLocks noChangeArrowheads="1"/>
            </p:cNvSpPr>
            <p:nvPr/>
          </p:nvSpPr>
          <p:spPr bwMode="auto">
            <a:xfrm>
              <a:off x="6721981"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5" name="Rectangle 291">
              <a:extLst>
                <a:ext uri="{FF2B5EF4-FFF2-40B4-BE49-F238E27FC236}">
                  <a16:creationId xmlns:a16="http://schemas.microsoft.com/office/drawing/2014/main" id="{4400955C-33E1-4C75-9F63-728D8665A91F}"/>
                </a:ext>
              </a:extLst>
            </p:cNvPr>
            <p:cNvSpPr>
              <a:spLocks noChangeArrowheads="1"/>
            </p:cNvSpPr>
            <p:nvPr/>
          </p:nvSpPr>
          <p:spPr bwMode="auto">
            <a:xfrm>
              <a:off x="7177414"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6" name="Rectangle 292">
              <a:extLst>
                <a:ext uri="{FF2B5EF4-FFF2-40B4-BE49-F238E27FC236}">
                  <a16:creationId xmlns:a16="http://schemas.microsoft.com/office/drawing/2014/main" id="{D961C0B6-3B1B-4839-857B-114099F3F192}"/>
                </a:ext>
              </a:extLst>
            </p:cNvPr>
            <p:cNvSpPr>
              <a:spLocks noChangeArrowheads="1"/>
            </p:cNvSpPr>
            <p:nvPr/>
          </p:nvSpPr>
          <p:spPr bwMode="auto">
            <a:xfrm>
              <a:off x="763167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7" name="Rectangle 293">
              <a:extLst>
                <a:ext uri="{FF2B5EF4-FFF2-40B4-BE49-F238E27FC236}">
                  <a16:creationId xmlns:a16="http://schemas.microsoft.com/office/drawing/2014/main" id="{DF5F8018-F3F9-4B6A-961C-FDE42B1ACFD9}"/>
                </a:ext>
              </a:extLst>
            </p:cNvPr>
            <p:cNvSpPr>
              <a:spLocks noChangeArrowheads="1"/>
            </p:cNvSpPr>
            <p:nvPr/>
          </p:nvSpPr>
          <p:spPr bwMode="auto">
            <a:xfrm>
              <a:off x="808711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8" name="Rectangle 294">
              <a:extLst>
                <a:ext uri="{FF2B5EF4-FFF2-40B4-BE49-F238E27FC236}">
                  <a16:creationId xmlns:a16="http://schemas.microsoft.com/office/drawing/2014/main" id="{F9B0F8D9-7724-4ACF-BA7F-110AA4FF0CD6}"/>
                </a:ext>
              </a:extLst>
            </p:cNvPr>
            <p:cNvSpPr>
              <a:spLocks noChangeArrowheads="1"/>
            </p:cNvSpPr>
            <p:nvPr/>
          </p:nvSpPr>
          <p:spPr bwMode="auto">
            <a:xfrm>
              <a:off x="854137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9" name="Rectangle 295">
              <a:extLst>
                <a:ext uri="{FF2B5EF4-FFF2-40B4-BE49-F238E27FC236}">
                  <a16:creationId xmlns:a16="http://schemas.microsoft.com/office/drawing/2014/main" id="{1D3659AF-0565-450F-85E1-3D9707E72F53}"/>
                </a:ext>
              </a:extLst>
            </p:cNvPr>
            <p:cNvSpPr>
              <a:spLocks noChangeArrowheads="1"/>
            </p:cNvSpPr>
            <p:nvPr/>
          </p:nvSpPr>
          <p:spPr bwMode="auto">
            <a:xfrm>
              <a:off x="899680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0" name="Rectangle 296">
              <a:extLst>
                <a:ext uri="{FF2B5EF4-FFF2-40B4-BE49-F238E27FC236}">
                  <a16:creationId xmlns:a16="http://schemas.microsoft.com/office/drawing/2014/main" id="{5FE90139-0B55-4644-A3B5-120193B9A581}"/>
                </a:ext>
              </a:extLst>
            </p:cNvPr>
            <p:cNvSpPr>
              <a:spLocks noChangeArrowheads="1"/>
            </p:cNvSpPr>
            <p:nvPr/>
          </p:nvSpPr>
          <p:spPr bwMode="auto">
            <a:xfrm>
              <a:off x="945106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1" name="Rectangle 297">
              <a:extLst>
                <a:ext uri="{FF2B5EF4-FFF2-40B4-BE49-F238E27FC236}">
                  <a16:creationId xmlns:a16="http://schemas.microsoft.com/office/drawing/2014/main" id="{5C52DEE4-F75A-448E-AC22-D4A8424D605A}"/>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2" name="Rectangle 298">
              <a:extLst>
                <a:ext uri="{FF2B5EF4-FFF2-40B4-BE49-F238E27FC236}">
                  <a16:creationId xmlns:a16="http://schemas.microsoft.com/office/drawing/2014/main" id="{0FAA6019-458E-49C0-82BF-4DA9376EF5EF}"/>
                </a:ext>
              </a:extLst>
            </p:cNvPr>
            <p:cNvSpPr>
              <a:spLocks noChangeArrowheads="1"/>
            </p:cNvSpPr>
            <p:nvPr/>
          </p:nvSpPr>
          <p:spPr bwMode="auto">
            <a:xfrm>
              <a:off x="10360764"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3" name="Rectangle 299">
              <a:extLst>
                <a:ext uri="{FF2B5EF4-FFF2-40B4-BE49-F238E27FC236}">
                  <a16:creationId xmlns:a16="http://schemas.microsoft.com/office/drawing/2014/main" id="{A10BEF18-4D65-4ECD-AD29-9B429488E510}"/>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4" name="Rectangle 300">
              <a:extLst>
                <a:ext uri="{FF2B5EF4-FFF2-40B4-BE49-F238E27FC236}">
                  <a16:creationId xmlns:a16="http://schemas.microsoft.com/office/drawing/2014/main" id="{B5150899-574E-4361-8BD8-908931E2F979}"/>
                </a:ext>
              </a:extLst>
            </p:cNvPr>
            <p:cNvSpPr>
              <a:spLocks noChangeArrowheads="1"/>
            </p:cNvSpPr>
            <p:nvPr/>
          </p:nvSpPr>
          <p:spPr bwMode="auto">
            <a:xfrm>
              <a:off x="1127046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5" name="Rectangle 301">
              <a:extLst>
                <a:ext uri="{FF2B5EF4-FFF2-40B4-BE49-F238E27FC236}">
                  <a16:creationId xmlns:a16="http://schemas.microsoft.com/office/drawing/2014/main" id="{BEA711FE-B1AF-4B37-81CB-C560FA27C379}"/>
                </a:ext>
              </a:extLst>
            </p:cNvPr>
            <p:cNvSpPr>
              <a:spLocks noChangeArrowheads="1"/>
            </p:cNvSpPr>
            <p:nvPr/>
          </p:nvSpPr>
          <p:spPr bwMode="auto">
            <a:xfrm>
              <a:off x="1172589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6" name="Rectangle 303">
              <a:extLst>
                <a:ext uri="{FF2B5EF4-FFF2-40B4-BE49-F238E27FC236}">
                  <a16:creationId xmlns:a16="http://schemas.microsoft.com/office/drawing/2014/main" id="{80E4ED87-41E6-49B3-91BA-686B2B81BE5B}"/>
                </a:ext>
              </a:extLst>
            </p:cNvPr>
            <p:cNvSpPr>
              <a:spLocks noChangeArrowheads="1"/>
            </p:cNvSpPr>
            <p:nvPr/>
          </p:nvSpPr>
          <p:spPr bwMode="auto">
            <a:xfrm>
              <a:off x="35411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7" name="Rectangle 304">
              <a:extLst>
                <a:ext uri="{FF2B5EF4-FFF2-40B4-BE49-F238E27FC236}">
                  <a16:creationId xmlns:a16="http://schemas.microsoft.com/office/drawing/2014/main" id="{4E9BE40A-EE42-4123-8BA0-FF7F0385F340}"/>
                </a:ext>
              </a:extLst>
            </p:cNvPr>
            <p:cNvSpPr>
              <a:spLocks noChangeArrowheads="1"/>
            </p:cNvSpPr>
            <p:nvPr/>
          </p:nvSpPr>
          <p:spPr bwMode="auto">
            <a:xfrm>
              <a:off x="809543"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8" name="Rectangle 305">
              <a:extLst>
                <a:ext uri="{FF2B5EF4-FFF2-40B4-BE49-F238E27FC236}">
                  <a16:creationId xmlns:a16="http://schemas.microsoft.com/office/drawing/2014/main" id="{B611F1C1-8FC2-46A0-9BD2-C302F7B52C75}"/>
                </a:ext>
              </a:extLst>
            </p:cNvPr>
            <p:cNvSpPr>
              <a:spLocks noChangeArrowheads="1"/>
            </p:cNvSpPr>
            <p:nvPr/>
          </p:nvSpPr>
          <p:spPr bwMode="auto">
            <a:xfrm>
              <a:off x="126380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9" name="Rectangle 306">
              <a:extLst>
                <a:ext uri="{FF2B5EF4-FFF2-40B4-BE49-F238E27FC236}">
                  <a16:creationId xmlns:a16="http://schemas.microsoft.com/office/drawing/2014/main" id="{930B6D85-2884-41AB-BDBA-4E324F36B453}"/>
                </a:ext>
              </a:extLst>
            </p:cNvPr>
            <p:cNvSpPr>
              <a:spLocks noChangeArrowheads="1"/>
            </p:cNvSpPr>
            <p:nvPr/>
          </p:nvSpPr>
          <p:spPr bwMode="auto">
            <a:xfrm>
              <a:off x="1719239"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0" name="Rectangle 307">
              <a:extLst>
                <a:ext uri="{FF2B5EF4-FFF2-40B4-BE49-F238E27FC236}">
                  <a16:creationId xmlns:a16="http://schemas.microsoft.com/office/drawing/2014/main" id="{7F9C1F3D-FD52-424C-9FF6-C48477A4981B}"/>
                </a:ext>
              </a:extLst>
            </p:cNvPr>
            <p:cNvSpPr>
              <a:spLocks noChangeArrowheads="1"/>
            </p:cNvSpPr>
            <p:nvPr/>
          </p:nvSpPr>
          <p:spPr bwMode="auto">
            <a:xfrm>
              <a:off x="2173502"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1" name="Rectangle 308">
              <a:extLst>
                <a:ext uri="{FF2B5EF4-FFF2-40B4-BE49-F238E27FC236}">
                  <a16:creationId xmlns:a16="http://schemas.microsoft.com/office/drawing/2014/main" id="{E7486E9D-3A69-4A97-AA5C-AF76EF8F51C6}"/>
                </a:ext>
              </a:extLst>
            </p:cNvPr>
            <p:cNvSpPr>
              <a:spLocks noChangeArrowheads="1"/>
            </p:cNvSpPr>
            <p:nvPr/>
          </p:nvSpPr>
          <p:spPr bwMode="auto">
            <a:xfrm>
              <a:off x="262893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2" name="Rectangle 309">
              <a:extLst>
                <a:ext uri="{FF2B5EF4-FFF2-40B4-BE49-F238E27FC236}">
                  <a16:creationId xmlns:a16="http://schemas.microsoft.com/office/drawing/2014/main" id="{0AA7E796-96DA-498C-93D9-136DDFB2FCF2}"/>
                </a:ext>
              </a:extLst>
            </p:cNvPr>
            <p:cNvSpPr>
              <a:spLocks noChangeArrowheads="1"/>
            </p:cNvSpPr>
            <p:nvPr/>
          </p:nvSpPr>
          <p:spPr bwMode="auto">
            <a:xfrm>
              <a:off x="308319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3" name="Rectangle 310">
              <a:extLst>
                <a:ext uri="{FF2B5EF4-FFF2-40B4-BE49-F238E27FC236}">
                  <a16:creationId xmlns:a16="http://schemas.microsoft.com/office/drawing/2014/main" id="{A66B0CB8-31EE-439B-AC73-841AF9BC5F30}"/>
                </a:ext>
              </a:extLst>
            </p:cNvPr>
            <p:cNvSpPr>
              <a:spLocks noChangeArrowheads="1"/>
            </p:cNvSpPr>
            <p:nvPr/>
          </p:nvSpPr>
          <p:spPr bwMode="auto">
            <a:xfrm>
              <a:off x="353863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4" name="Rectangle 311">
              <a:extLst>
                <a:ext uri="{FF2B5EF4-FFF2-40B4-BE49-F238E27FC236}">
                  <a16:creationId xmlns:a16="http://schemas.microsoft.com/office/drawing/2014/main" id="{3369CA06-5E6E-4F9E-A1F5-CDE8295570AF}"/>
                </a:ext>
              </a:extLst>
            </p:cNvPr>
            <p:cNvSpPr>
              <a:spLocks noChangeArrowheads="1"/>
            </p:cNvSpPr>
            <p:nvPr/>
          </p:nvSpPr>
          <p:spPr bwMode="auto">
            <a:xfrm>
              <a:off x="399289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5" name="Rectangle 312">
              <a:extLst>
                <a:ext uri="{FF2B5EF4-FFF2-40B4-BE49-F238E27FC236}">
                  <a16:creationId xmlns:a16="http://schemas.microsoft.com/office/drawing/2014/main" id="{E99CE921-0DE8-4AB7-AC5C-1424E0C194CF}"/>
                </a:ext>
              </a:extLst>
            </p:cNvPr>
            <p:cNvSpPr>
              <a:spLocks noChangeArrowheads="1"/>
            </p:cNvSpPr>
            <p:nvPr/>
          </p:nvSpPr>
          <p:spPr bwMode="auto">
            <a:xfrm>
              <a:off x="444832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6" name="Rectangle 313">
              <a:extLst>
                <a:ext uri="{FF2B5EF4-FFF2-40B4-BE49-F238E27FC236}">
                  <a16:creationId xmlns:a16="http://schemas.microsoft.com/office/drawing/2014/main" id="{44B0D7FC-1229-4D80-AFFC-1892AC41BCE3}"/>
                </a:ext>
              </a:extLst>
            </p:cNvPr>
            <p:cNvSpPr>
              <a:spLocks noChangeArrowheads="1"/>
            </p:cNvSpPr>
            <p:nvPr/>
          </p:nvSpPr>
          <p:spPr bwMode="auto">
            <a:xfrm>
              <a:off x="490259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7" name="Rectangle 314">
              <a:extLst>
                <a:ext uri="{FF2B5EF4-FFF2-40B4-BE49-F238E27FC236}">
                  <a16:creationId xmlns:a16="http://schemas.microsoft.com/office/drawing/2014/main" id="{9CC127BC-9564-47FC-B62B-448598DBAB57}"/>
                </a:ext>
              </a:extLst>
            </p:cNvPr>
            <p:cNvSpPr>
              <a:spLocks noChangeArrowheads="1"/>
            </p:cNvSpPr>
            <p:nvPr/>
          </p:nvSpPr>
          <p:spPr bwMode="auto">
            <a:xfrm>
              <a:off x="535802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8" name="Rectangle 315">
              <a:extLst>
                <a:ext uri="{FF2B5EF4-FFF2-40B4-BE49-F238E27FC236}">
                  <a16:creationId xmlns:a16="http://schemas.microsoft.com/office/drawing/2014/main" id="{B9AB1F98-2ED9-4FA8-B563-43ABB5173B26}"/>
                </a:ext>
              </a:extLst>
            </p:cNvPr>
            <p:cNvSpPr>
              <a:spLocks noChangeArrowheads="1"/>
            </p:cNvSpPr>
            <p:nvPr/>
          </p:nvSpPr>
          <p:spPr bwMode="auto">
            <a:xfrm>
              <a:off x="5812285"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9" name="Rectangle 316">
              <a:extLst>
                <a:ext uri="{FF2B5EF4-FFF2-40B4-BE49-F238E27FC236}">
                  <a16:creationId xmlns:a16="http://schemas.microsoft.com/office/drawing/2014/main" id="{A6DA074F-063A-4813-AE3D-039A5CEC3F77}"/>
                </a:ext>
              </a:extLst>
            </p:cNvPr>
            <p:cNvSpPr>
              <a:spLocks noChangeArrowheads="1"/>
            </p:cNvSpPr>
            <p:nvPr/>
          </p:nvSpPr>
          <p:spPr bwMode="auto">
            <a:xfrm>
              <a:off x="6267718"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0" name="Rectangle 317">
              <a:extLst>
                <a:ext uri="{FF2B5EF4-FFF2-40B4-BE49-F238E27FC236}">
                  <a16:creationId xmlns:a16="http://schemas.microsoft.com/office/drawing/2014/main" id="{E2D48949-643D-4CD5-94F2-5B81BCC4A407}"/>
                </a:ext>
              </a:extLst>
            </p:cNvPr>
            <p:cNvSpPr>
              <a:spLocks noChangeArrowheads="1"/>
            </p:cNvSpPr>
            <p:nvPr/>
          </p:nvSpPr>
          <p:spPr bwMode="auto">
            <a:xfrm>
              <a:off x="6721981"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1" name="Rectangle 318">
              <a:extLst>
                <a:ext uri="{FF2B5EF4-FFF2-40B4-BE49-F238E27FC236}">
                  <a16:creationId xmlns:a16="http://schemas.microsoft.com/office/drawing/2014/main" id="{00728DC9-776B-49FA-ABFC-CE0772CDA2EE}"/>
                </a:ext>
              </a:extLst>
            </p:cNvPr>
            <p:cNvSpPr>
              <a:spLocks noChangeArrowheads="1"/>
            </p:cNvSpPr>
            <p:nvPr/>
          </p:nvSpPr>
          <p:spPr bwMode="auto">
            <a:xfrm>
              <a:off x="7177414"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2" name="Rectangle 319">
              <a:extLst>
                <a:ext uri="{FF2B5EF4-FFF2-40B4-BE49-F238E27FC236}">
                  <a16:creationId xmlns:a16="http://schemas.microsoft.com/office/drawing/2014/main" id="{F940E1FC-5AC7-4790-9F31-160A60507111}"/>
                </a:ext>
              </a:extLst>
            </p:cNvPr>
            <p:cNvSpPr>
              <a:spLocks noChangeArrowheads="1"/>
            </p:cNvSpPr>
            <p:nvPr/>
          </p:nvSpPr>
          <p:spPr bwMode="auto">
            <a:xfrm>
              <a:off x="763167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3" name="Rectangle 320">
              <a:extLst>
                <a:ext uri="{FF2B5EF4-FFF2-40B4-BE49-F238E27FC236}">
                  <a16:creationId xmlns:a16="http://schemas.microsoft.com/office/drawing/2014/main" id="{9A9BC016-C68C-4EA0-9BAE-277C05D16E62}"/>
                </a:ext>
              </a:extLst>
            </p:cNvPr>
            <p:cNvSpPr>
              <a:spLocks noChangeArrowheads="1"/>
            </p:cNvSpPr>
            <p:nvPr/>
          </p:nvSpPr>
          <p:spPr bwMode="auto">
            <a:xfrm>
              <a:off x="808711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4" name="Rectangle 321">
              <a:extLst>
                <a:ext uri="{FF2B5EF4-FFF2-40B4-BE49-F238E27FC236}">
                  <a16:creationId xmlns:a16="http://schemas.microsoft.com/office/drawing/2014/main" id="{85D72911-CD6D-4223-B9B7-AF8B7667D669}"/>
                </a:ext>
              </a:extLst>
            </p:cNvPr>
            <p:cNvSpPr>
              <a:spLocks noChangeArrowheads="1"/>
            </p:cNvSpPr>
            <p:nvPr/>
          </p:nvSpPr>
          <p:spPr bwMode="auto">
            <a:xfrm>
              <a:off x="854137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5" name="Rectangle 322">
              <a:extLst>
                <a:ext uri="{FF2B5EF4-FFF2-40B4-BE49-F238E27FC236}">
                  <a16:creationId xmlns:a16="http://schemas.microsoft.com/office/drawing/2014/main" id="{44F55F88-B6F7-42F9-A7A0-92FA35616202}"/>
                </a:ext>
              </a:extLst>
            </p:cNvPr>
            <p:cNvSpPr>
              <a:spLocks noChangeArrowheads="1"/>
            </p:cNvSpPr>
            <p:nvPr/>
          </p:nvSpPr>
          <p:spPr bwMode="auto">
            <a:xfrm>
              <a:off x="899680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6" name="Rectangle 323">
              <a:extLst>
                <a:ext uri="{FF2B5EF4-FFF2-40B4-BE49-F238E27FC236}">
                  <a16:creationId xmlns:a16="http://schemas.microsoft.com/office/drawing/2014/main" id="{1FAEF597-1324-4785-A2F5-812B9B7E3CCF}"/>
                </a:ext>
              </a:extLst>
            </p:cNvPr>
            <p:cNvSpPr>
              <a:spLocks noChangeArrowheads="1"/>
            </p:cNvSpPr>
            <p:nvPr/>
          </p:nvSpPr>
          <p:spPr bwMode="auto">
            <a:xfrm>
              <a:off x="945106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7" name="Rectangle 324">
              <a:extLst>
                <a:ext uri="{FF2B5EF4-FFF2-40B4-BE49-F238E27FC236}">
                  <a16:creationId xmlns:a16="http://schemas.microsoft.com/office/drawing/2014/main" id="{547E500B-89FF-4790-A774-7467AA539E03}"/>
                </a:ext>
              </a:extLst>
            </p:cNvPr>
            <p:cNvSpPr>
              <a:spLocks noChangeArrowheads="1"/>
            </p:cNvSpPr>
            <p:nvPr/>
          </p:nvSpPr>
          <p:spPr bwMode="auto">
            <a:xfrm>
              <a:off x="990650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8" name="Rectangle 325">
              <a:extLst>
                <a:ext uri="{FF2B5EF4-FFF2-40B4-BE49-F238E27FC236}">
                  <a16:creationId xmlns:a16="http://schemas.microsoft.com/office/drawing/2014/main" id="{BDE832F9-2CD6-4DA9-8C6D-29D6EF4A68C3}"/>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9" name="Rectangle 326">
              <a:extLst>
                <a:ext uri="{FF2B5EF4-FFF2-40B4-BE49-F238E27FC236}">
                  <a16:creationId xmlns:a16="http://schemas.microsoft.com/office/drawing/2014/main" id="{8F14BE8F-17A2-48D9-99B9-13D9B36CFF51}"/>
                </a:ext>
              </a:extLst>
            </p:cNvPr>
            <p:cNvSpPr>
              <a:spLocks noChangeArrowheads="1"/>
            </p:cNvSpPr>
            <p:nvPr/>
          </p:nvSpPr>
          <p:spPr bwMode="auto">
            <a:xfrm>
              <a:off x="1081619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0" name="Rectangle 327">
              <a:extLst>
                <a:ext uri="{FF2B5EF4-FFF2-40B4-BE49-F238E27FC236}">
                  <a16:creationId xmlns:a16="http://schemas.microsoft.com/office/drawing/2014/main" id="{2CA28AB2-A869-47B1-9798-9E8733980AC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1" name="Rectangle 328">
              <a:extLst>
                <a:ext uri="{FF2B5EF4-FFF2-40B4-BE49-F238E27FC236}">
                  <a16:creationId xmlns:a16="http://schemas.microsoft.com/office/drawing/2014/main" id="{FA45DCC4-369F-4348-B31A-DDD34207D995}"/>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2" name="Rectangle 303">
              <a:extLst>
                <a:ext uri="{FF2B5EF4-FFF2-40B4-BE49-F238E27FC236}">
                  <a16:creationId xmlns:a16="http://schemas.microsoft.com/office/drawing/2014/main" id="{5246F475-6CE9-44EF-B241-5C98A3993F47}"/>
                </a:ext>
              </a:extLst>
            </p:cNvPr>
            <p:cNvSpPr>
              <a:spLocks noChangeArrowheads="1"/>
            </p:cNvSpPr>
            <p:nvPr/>
          </p:nvSpPr>
          <p:spPr bwMode="auto">
            <a:xfrm>
              <a:off x="35411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3" name="Rectangle 304">
              <a:extLst>
                <a:ext uri="{FF2B5EF4-FFF2-40B4-BE49-F238E27FC236}">
                  <a16:creationId xmlns:a16="http://schemas.microsoft.com/office/drawing/2014/main" id="{0212C143-6DDE-4AC2-94C2-CCD6202BFFBB}"/>
                </a:ext>
              </a:extLst>
            </p:cNvPr>
            <p:cNvSpPr>
              <a:spLocks noChangeArrowheads="1"/>
            </p:cNvSpPr>
            <p:nvPr/>
          </p:nvSpPr>
          <p:spPr bwMode="auto">
            <a:xfrm>
              <a:off x="80954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4" name="Rectangle 305">
              <a:extLst>
                <a:ext uri="{FF2B5EF4-FFF2-40B4-BE49-F238E27FC236}">
                  <a16:creationId xmlns:a16="http://schemas.microsoft.com/office/drawing/2014/main" id="{DC9D434B-9E3A-4EBA-8C92-28B96B398B1A}"/>
                </a:ext>
              </a:extLst>
            </p:cNvPr>
            <p:cNvSpPr>
              <a:spLocks noChangeArrowheads="1"/>
            </p:cNvSpPr>
            <p:nvPr/>
          </p:nvSpPr>
          <p:spPr bwMode="auto">
            <a:xfrm>
              <a:off x="126380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5" name="Rectangle 306">
              <a:extLst>
                <a:ext uri="{FF2B5EF4-FFF2-40B4-BE49-F238E27FC236}">
                  <a16:creationId xmlns:a16="http://schemas.microsoft.com/office/drawing/2014/main" id="{C336F0B6-E934-4035-96C1-1890FAB7FC59}"/>
                </a:ext>
              </a:extLst>
            </p:cNvPr>
            <p:cNvSpPr>
              <a:spLocks noChangeArrowheads="1"/>
            </p:cNvSpPr>
            <p:nvPr/>
          </p:nvSpPr>
          <p:spPr bwMode="auto">
            <a:xfrm>
              <a:off x="1719239"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6" name="Rectangle 307">
              <a:extLst>
                <a:ext uri="{FF2B5EF4-FFF2-40B4-BE49-F238E27FC236}">
                  <a16:creationId xmlns:a16="http://schemas.microsoft.com/office/drawing/2014/main" id="{449858E0-3129-497A-A76F-A7B8CCC41D2C}"/>
                </a:ext>
              </a:extLst>
            </p:cNvPr>
            <p:cNvSpPr>
              <a:spLocks noChangeArrowheads="1"/>
            </p:cNvSpPr>
            <p:nvPr/>
          </p:nvSpPr>
          <p:spPr bwMode="auto">
            <a:xfrm>
              <a:off x="2173502"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7" name="Rectangle 308">
              <a:extLst>
                <a:ext uri="{FF2B5EF4-FFF2-40B4-BE49-F238E27FC236}">
                  <a16:creationId xmlns:a16="http://schemas.microsoft.com/office/drawing/2014/main" id="{5E5A0525-E0F7-473B-BF1D-921297C341BA}"/>
                </a:ext>
              </a:extLst>
            </p:cNvPr>
            <p:cNvSpPr>
              <a:spLocks noChangeArrowheads="1"/>
            </p:cNvSpPr>
            <p:nvPr/>
          </p:nvSpPr>
          <p:spPr bwMode="auto">
            <a:xfrm>
              <a:off x="262893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8" name="Rectangle 309">
              <a:extLst>
                <a:ext uri="{FF2B5EF4-FFF2-40B4-BE49-F238E27FC236}">
                  <a16:creationId xmlns:a16="http://schemas.microsoft.com/office/drawing/2014/main" id="{40BA3401-B130-4070-8812-6D1E64DFCA8B}"/>
                </a:ext>
              </a:extLst>
            </p:cNvPr>
            <p:cNvSpPr>
              <a:spLocks noChangeArrowheads="1"/>
            </p:cNvSpPr>
            <p:nvPr/>
          </p:nvSpPr>
          <p:spPr bwMode="auto">
            <a:xfrm>
              <a:off x="3083198"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9" name="Rectangle 310">
              <a:extLst>
                <a:ext uri="{FF2B5EF4-FFF2-40B4-BE49-F238E27FC236}">
                  <a16:creationId xmlns:a16="http://schemas.microsoft.com/office/drawing/2014/main" id="{43428A0F-0399-49CB-B65B-308D799020F2}"/>
                </a:ext>
              </a:extLst>
            </p:cNvPr>
            <p:cNvSpPr>
              <a:spLocks noChangeArrowheads="1"/>
            </p:cNvSpPr>
            <p:nvPr/>
          </p:nvSpPr>
          <p:spPr bwMode="auto">
            <a:xfrm>
              <a:off x="353863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0" name="Rectangle 311">
              <a:extLst>
                <a:ext uri="{FF2B5EF4-FFF2-40B4-BE49-F238E27FC236}">
                  <a16:creationId xmlns:a16="http://schemas.microsoft.com/office/drawing/2014/main" id="{03BCC0FA-5699-431F-8C8A-B7CFDACB8F0D}"/>
                </a:ext>
              </a:extLst>
            </p:cNvPr>
            <p:cNvSpPr>
              <a:spLocks noChangeArrowheads="1"/>
            </p:cNvSpPr>
            <p:nvPr/>
          </p:nvSpPr>
          <p:spPr bwMode="auto">
            <a:xfrm>
              <a:off x="399289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1" name="Rectangle 312">
              <a:extLst>
                <a:ext uri="{FF2B5EF4-FFF2-40B4-BE49-F238E27FC236}">
                  <a16:creationId xmlns:a16="http://schemas.microsoft.com/office/drawing/2014/main" id="{556516AA-1DCD-4F78-A473-1DD49BC9A983}"/>
                </a:ext>
              </a:extLst>
            </p:cNvPr>
            <p:cNvSpPr>
              <a:spLocks noChangeArrowheads="1"/>
            </p:cNvSpPr>
            <p:nvPr/>
          </p:nvSpPr>
          <p:spPr bwMode="auto">
            <a:xfrm>
              <a:off x="4448327"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2" name="Rectangle 313">
              <a:extLst>
                <a:ext uri="{FF2B5EF4-FFF2-40B4-BE49-F238E27FC236}">
                  <a16:creationId xmlns:a16="http://schemas.microsoft.com/office/drawing/2014/main" id="{CA00595A-8F2B-4D73-846B-3B7A9C584FFE}"/>
                </a:ext>
              </a:extLst>
            </p:cNvPr>
            <p:cNvSpPr>
              <a:spLocks noChangeArrowheads="1"/>
            </p:cNvSpPr>
            <p:nvPr/>
          </p:nvSpPr>
          <p:spPr bwMode="auto">
            <a:xfrm>
              <a:off x="490259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3" name="Rectangle 314">
              <a:extLst>
                <a:ext uri="{FF2B5EF4-FFF2-40B4-BE49-F238E27FC236}">
                  <a16:creationId xmlns:a16="http://schemas.microsoft.com/office/drawing/2014/main" id="{76207ABA-2173-41C4-88F3-C94E5346CD7D}"/>
                </a:ext>
              </a:extLst>
            </p:cNvPr>
            <p:cNvSpPr>
              <a:spLocks noChangeArrowheads="1"/>
            </p:cNvSpPr>
            <p:nvPr/>
          </p:nvSpPr>
          <p:spPr bwMode="auto">
            <a:xfrm>
              <a:off x="535802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4" name="Rectangle 315">
              <a:extLst>
                <a:ext uri="{FF2B5EF4-FFF2-40B4-BE49-F238E27FC236}">
                  <a16:creationId xmlns:a16="http://schemas.microsoft.com/office/drawing/2014/main" id="{22D2EBC9-8BFC-4568-9B2E-77642424867E}"/>
                </a:ext>
              </a:extLst>
            </p:cNvPr>
            <p:cNvSpPr>
              <a:spLocks noChangeArrowheads="1"/>
            </p:cNvSpPr>
            <p:nvPr/>
          </p:nvSpPr>
          <p:spPr bwMode="auto">
            <a:xfrm>
              <a:off x="5812285"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5" name="Rectangle 316">
              <a:extLst>
                <a:ext uri="{FF2B5EF4-FFF2-40B4-BE49-F238E27FC236}">
                  <a16:creationId xmlns:a16="http://schemas.microsoft.com/office/drawing/2014/main" id="{BCF3A8ED-BBBB-4991-AF9D-6BECE831C115}"/>
                </a:ext>
              </a:extLst>
            </p:cNvPr>
            <p:cNvSpPr>
              <a:spLocks noChangeArrowheads="1"/>
            </p:cNvSpPr>
            <p:nvPr/>
          </p:nvSpPr>
          <p:spPr bwMode="auto">
            <a:xfrm>
              <a:off x="6267718"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6" name="Rectangle 317">
              <a:extLst>
                <a:ext uri="{FF2B5EF4-FFF2-40B4-BE49-F238E27FC236}">
                  <a16:creationId xmlns:a16="http://schemas.microsoft.com/office/drawing/2014/main" id="{2C735C09-F863-40CC-B903-4E8394118D09}"/>
                </a:ext>
              </a:extLst>
            </p:cNvPr>
            <p:cNvSpPr>
              <a:spLocks noChangeArrowheads="1"/>
            </p:cNvSpPr>
            <p:nvPr/>
          </p:nvSpPr>
          <p:spPr bwMode="auto">
            <a:xfrm>
              <a:off x="6721981"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7" name="Rectangle 318">
              <a:extLst>
                <a:ext uri="{FF2B5EF4-FFF2-40B4-BE49-F238E27FC236}">
                  <a16:creationId xmlns:a16="http://schemas.microsoft.com/office/drawing/2014/main" id="{5B9A0F98-970C-4A0E-A6C7-B55BCE0CEDB0}"/>
                </a:ext>
              </a:extLst>
            </p:cNvPr>
            <p:cNvSpPr>
              <a:spLocks noChangeArrowheads="1"/>
            </p:cNvSpPr>
            <p:nvPr/>
          </p:nvSpPr>
          <p:spPr bwMode="auto">
            <a:xfrm>
              <a:off x="7177414"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8" name="Rectangle 319">
              <a:extLst>
                <a:ext uri="{FF2B5EF4-FFF2-40B4-BE49-F238E27FC236}">
                  <a16:creationId xmlns:a16="http://schemas.microsoft.com/office/drawing/2014/main" id="{19BA8D7A-9A73-4E82-8C3D-2920BAD2FB88}"/>
                </a:ext>
              </a:extLst>
            </p:cNvPr>
            <p:cNvSpPr>
              <a:spLocks noChangeArrowheads="1"/>
            </p:cNvSpPr>
            <p:nvPr/>
          </p:nvSpPr>
          <p:spPr bwMode="auto">
            <a:xfrm>
              <a:off x="763167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9" name="Rectangle 320">
              <a:extLst>
                <a:ext uri="{FF2B5EF4-FFF2-40B4-BE49-F238E27FC236}">
                  <a16:creationId xmlns:a16="http://schemas.microsoft.com/office/drawing/2014/main" id="{15718E9B-0168-4026-9DA9-25FB77F48789}"/>
                </a:ext>
              </a:extLst>
            </p:cNvPr>
            <p:cNvSpPr>
              <a:spLocks noChangeArrowheads="1"/>
            </p:cNvSpPr>
            <p:nvPr/>
          </p:nvSpPr>
          <p:spPr bwMode="auto">
            <a:xfrm>
              <a:off x="808711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0" name="Rectangle 321">
              <a:extLst>
                <a:ext uri="{FF2B5EF4-FFF2-40B4-BE49-F238E27FC236}">
                  <a16:creationId xmlns:a16="http://schemas.microsoft.com/office/drawing/2014/main" id="{66E782F6-03F2-4976-9939-4FFC8A6D9B6C}"/>
                </a:ext>
              </a:extLst>
            </p:cNvPr>
            <p:cNvSpPr>
              <a:spLocks noChangeArrowheads="1"/>
            </p:cNvSpPr>
            <p:nvPr/>
          </p:nvSpPr>
          <p:spPr bwMode="auto">
            <a:xfrm>
              <a:off x="854137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1" name="Rectangle 322">
              <a:extLst>
                <a:ext uri="{FF2B5EF4-FFF2-40B4-BE49-F238E27FC236}">
                  <a16:creationId xmlns:a16="http://schemas.microsoft.com/office/drawing/2014/main" id="{0EFF48D8-9A72-4410-B099-6490C047945F}"/>
                </a:ext>
              </a:extLst>
            </p:cNvPr>
            <p:cNvSpPr>
              <a:spLocks noChangeArrowheads="1"/>
            </p:cNvSpPr>
            <p:nvPr/>
          </p:nvSpPr>
          <p:spPr bwMode="auto">
            <a:xfrm>
              <a:off x="899680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2" name="Rectangle 323">
              <a:extLst>
                <a:ext uri="{FF2B5EF4-FFF2-40B4-BE49-F238E27FC236}">
                  <a16:creationId xmlns:a16="http://schemas.microsoft.com/office/drawing/2014/main" id="{8C821438-F658-42B0-81BE-28EF12CD7F62}"/>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3" name="Rectangle 324">
              <a:extLst>
                <a:ext uri="{FF2B5EF4-FFF2-40B4-BE49-F238E27FC236}">
                  <a16:creationId xmlns:a16="http://schemas.microsoft.com/office/drawing/2014/main" id="{280043D3-9357-4611-AA94-C9B58CB0E681}"/>
                </a:ext>
              </a:extLst>
            </p:cNvPr>
            <p:cNvSpPr>
              <a:spLocks noChangeArrowheads="1"/>
            </p:cNvSpPr>
            <p:nvPr/>
          </p:nvSpPr>
          <p:spPr bwMode="auto">
            <a:xfrm>
              <a:off x="990650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4" name="Rectangle 325">
              <a:extLst>
                <a:ext uri="{FF2B5EF4-FFF2-40B4-BE49-F238E27FC236}">
                  <a16:creationId xmlns:a16="http://schemas.microsoft.com/office/drawing/2014/main" id="{D7287905-0D7C-4A58-ABD6-A6554D1765E8}"/>
                </a:ext>
              </a:extLst>
            </p:cNvPr>
            <p:cNvSpPr>
              <a:spLocks noChangeArrowheads="1"/>
            </p:cNvSpPr>
            <p:nvPr/>
          </p:nvSpPr>
          <p:spPr bwMode="auto">
            <a:xfrm>
              <a:off x="10360764"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5" name="Rectangle 326">
              <a:extLst>
                <a:ext uri="{FF2B5EF4-FFF2-40B4-BE49-F238E27FC236}">
                  <a16:creationId xmlns:a16="http://schemas.microsoft.com/office/drawing/2014/main" id="{1D0E79F1-1AC9-47BF-B7F0-F709B8B444EB}"/>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6" name="Rectangle 327">
              <a:extLst>
                <a:ext uri="{FF2B5EF4-FFF2-40B4-BE49-F238E27FC236}">
                  <a16:creationId xmlns:a16="http://schemas.microsoft.com/office/drawing/2014/main" id="{83AB9594-60A2-4730-A801-A458EEE55EFB}"/>
                </a:ext>
              </a:extLst>
            </p:cNvPr>
            <p:cNvSpPr>
              <a:spLocks noChangeArrowheads="1"/>
            </p:cNvSpPr>
            <p:nvPr/>
          </p:nvSpPr>
          <p:spPr bwMode="auto">
            <a:xfrm>
              <a:off x="1127046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7" name="Rectangle 328">
              <a:extLst>
                <a:ext uri="{FF2B5EF4-FFF2-40B4-BE49-F238E27FC236}">
                  <a16:creationId xmlns:a16="http://schemas.microsoft.com/office/drawing/2014/main" id="{62B13014-86D5-44D0-A96C-D2A34A6B60DE}"/>
                </a:ext>
              </a:extLst>
            </p:cNvPr>
            <p:cNvSpPr>
              <a:spLocks noChangeArrowheads="1"/>
            </p:cNvSpPr>
            <p:nvPr/>
          </p:nvSpPr>
          <p:spPr bwMode="auto">
            <a:xfrm>
              <a:off x="1172589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Title 1"/>
          <p:cNvSpPr>
            <a:spLocks noGrp="1"/>
          </p:cNvSpPr>
          <p:nvPr>
            <p:ph type="ctrTitle"/>
          </p:nvPr>
        </p:nvSpPr>
        <p:spPr>
          <a:xfrm>
            <a:off x="3530893" y="2165593"/>
            <a:ext cx="5086633" cy="1943114"/>
          </a:xfrm>
        </p:spPr>
        <p:txBody>
          <a:bodyPr anchor="ctr">
            <a:noAutofit/>
          </a:bodyPr>
          <a:lstStyle>
            <a:lvl1pPr algn="ctr">
              <a:lnSpc>
                <a:spcPct val="90000"/>
              </a:lnSpc>
              <a:defRPr lang="en-US" sz="6000" b="1" kern="1200" smtClean="0">
                <a:solidFill>
                  <a:schemeClr val="bg1"/>
                </a:solidFill>
                <a:latin typeface="+mn-lt"/>
                <a:ea typeface="Segoe UI Black" panose="020B0A02040204020203" pitchFamily="34" charset="0"/>
                <a:cs typeface="+mj-cs"/>
              </a:defRPr>
            </a:lvl1pPr>
          </a:lstStyle>
          <a:p>
            <a:r>
              <a:rPr lang="en-US" dirty="0"/>
              <a:t>Click to edit</a:t>
            </a:r>
          </a:p>
        </p:txBody>
      </p:sp>
      <p:sp>
        <p:nvSpPr>
          <p:cNvPr id="3" name="Subtitle 2"/>
          <p:cNvSpPr>
            <a:spLocks noGrp="1"/>
          </p:cNvSpPr>
          <p:nvPr>
            <p:ph type="subTitle" idx="1"/>
          </p:nvPr>
        </p:nvSpPr>
        <p:spPr>
          <a:xfrm>
            <a:off x="3530893" y="4593057"/>
            <a:ext cx="5086633" cy="531269"/>
          </a:xfrm>
        </p:spPr>
        <p:txBody>
          <a:bodyPr>
            <a:normAutofit/>
          </a:bodyPr>
          <a:lstStyle>
            <a:lvl1pPr marL="0" indent="0" algn="ctr">
              <a:buNone/>
              <a:defRPr lang="en-US" sz="2400" kern="1200" smtClean="0">
                <a:solidFill>
                  <a:schemeClr val="accent2"/>
                </a:solidFill>
                <a:latin typeface="+mn-lt"/>
                <a:ea typeface="+mj-ea"/>
                <a:cs typeface="+mj-cs"/>
              </a:defRPr>
            </a:lvl1pPr>
            <a:lvl2pPr marL="609468" indent="0" algn="ctr">
              <a:buNone/>
              <a:defRPr>
                <a:solidFill>
                  <a:schemeClr val="tx1">
                    <a:tint val="75000"/>
                  </a:schemeClr>
                </a:solidFill>
              </a:defRPr>
            </a:lvl2pPr>
            <a:lvl3pPr marL="1218936" indent="0" algn="ctr">
              <a:buNone/>
              <a:defRPr>
                <a:solidFill>
                  <a:schemeClr val="tx1">
                    <a:tint val="75000"/>
                  </a:schemeClr>
                </a:solidFill>
              </a:defRPr>
            </a:lvl3pPr>
            <a:lvl4pPr marL="1828404" indent="0" algn="ctr">
              <a:buNone/>
              <a:defRPr>
                <a:solidFill>
                  <a:schemeClr val="tx1">
                    <a:tint val="75000"/>
                  </a:schemeClr>
                </a:solidFill>
              </a:defRPr>
            </a:lvl4pPr>
            <a:lvl5pPr marL="2437872" indent="0" algn="ctr">
              <a:buNone/>
              <a:defRPr>
                <a:solidFill>
                  <a:schemeClr val="tx1">
                    <a:tint val="75000"/>
                  </a:schemeClr>
                </a:solidFill>
              </a:defRPr>
            </a:lvl5pPr>
            <a:lvl6pPr marL="3047340" indent="0" algn="ctr">
              <a:buNone/>
              <a:defRPr>
                <a:solidFill>
                  <a:schemeClr val="tx1">
                    <a:tint val="75000"/>
                  </a:schemeClr>
                </a:solidFill>
              </a:defRPr>
            </a:lvl6pPr>
            <a:lvl7pPr marL="3656808" indent="0" algn="ctr">
              <a:buNone/>
              <a:defRPr>
                <a:solidFill>
                  <a:schemeClr val="tx1">
                    <a:tint val="75000"/>
                  </a:schemeClr>
                </a:solidFill>
              </a:defRPr>
            </a:lvl7pPr>
            <a:lvl8pPr marL="4266275" indent="0" algn="ctr">
              <a:buNone/>
              <a:defRPr>
                <a:solidFill>
                  <a:schemeClr val="tx1">
                    <a:tint val="75000"/>
                  </a:schemeClr>
                </a:solidFill>
              </a:defRPr>
            </a:lvl8pPr>
            <a:lvl9pPr marL="4875744"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9578D6DB-6798-42D2-B9AD-FC6F1C72FC30}" type="datetimeFigureOut">
              <a:rPr lang="en-US" smtClean="0"/>
              <a:pPr/>
              <a:t>2/20/2026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r>
              <a:rPr lang="en-US" dirty="0"/>
              <a:t>www.anubhavtrainings.com</a:t>
            </a:r>
          </a:p>
        </p:txBody>
      </p:sp>
      <p:cxnSp>
        <p:nvCxnSpPr>
          <p:cNvPr id="263" name="Straight Connector 262">
            <a:extLst>
              <a:ext uri="{FF2B5EF4-FFF2-40B4-BE49-F238E27FC236}">
                <a16:creationId xmlns:a16="http://schemas.microsoft.com/office/drawing/2014/main" id="{2F3DD772-972B-4AAC-A0E6-89474032E07C}"/>
              </a:ext>
            </a:extLst>
          </p:cNvPr>
          <p:cNvCxnSpPr>
            <a:cxnSpLocks/>
          </p:cNvCxnSpPr>
          <p:nvPr userDrawn="1"/>
        </p:nvCxnSpPr>
        <p:spPr>
          <a:xfrm flipV="1">
            <a:off x="3530895" y="1938989"/>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4DEFF758-3B08-4F1C-869F-4C6B6755CFC3}"/>
              </a:ext>
            </a:extLst>
          </p:cNvPr>
          <p:cNvCxnSpPr>
            <a:cxnSpLocks/>
          </p:cNvCxnSpPr>
          <p:nvPr userDrawn="1"/>
        </p:nvCxnSpPr>
        <p:spPr>
          <a:xfrm flipV="1">
            <a:off x="3530895" y="4382337"/>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710825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2/20/2026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grpSp>
        <p:nvGrpSpPr>
          <p:cNvPr id="5" name="Group 4">
            <a:extLst>
              <a:ext uri="{FF2B5EF4-FFF2-40B4-BE49-F238E27FC236}">
                <a16:creationId xmlns:a16="http://schemas.microsoft.com/office/drawing/2014/main" id="{5F84C837-9DCF-4D09-8477-144AEA6C872E}"/>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6" name="Group 5">
              <a:extLst>
                <a:ext uri="{FF2B5EF4-FFF2-40B4-BE49-F238E27FC236}">
                  <a16:creationId xmlns:a16="http://schemas.microsoft.com/office/drawing/2014/main" id="{C87704B4-D820-4D37-AD30-8A5EB8A7D887}"/>
                </a:ext>
              </a:extLst>
            </p:cNvPr>
            <p:cNvGrpSpPr/>
            <p:nvPr/>
          </p:nvGrpSpPr>
          <p:grpSpPr>
            <a:xfrm>
              <a:off x="354110" y="326571"/>
              <a:ext cx="11480604" cy="109990"/>
              <a:chOff x="354110" y="326571"/>
              <a:chExt cx="11480604" cy="109990"/>
            </a:xfrm>
            <a:grpFill/>
          </p:grpSpPr>
          <p:sp>
            <p:nvSpPr>
              <p:cNvPr id="331" name="Rectangle 5">
                <a:extLst>
                  <a:ext uri="{FF2B5EF4-FFF2-40B4-BE49-F238E27FC236}">
                    <a16:creationId xmlns:a16="http://schemas.microsoft.com/office/drawing/2014/main" id="{A5DE7724-0266-4B26-B3E0-F4A53755EFD0}"/>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6">
                <a:extLst>
                  <a:ext uri="{FF2B5EF4-FFF2-40B4-BE49-F238E27FC236}">
                    <a16:creationId xmlns:a16="http://schemas.microsoft.com/office/drawing/2014/main" id="{92B81F68-69F1-412A-BA88-7CA31ABBD49C}"/>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7">
                <a:extLst>
                  <a:ext uri="{FF2B5EF4-FFF2-40B4-BE49-F238E27FC236}">
                    <a16:creationId xmlns:a16="http://schemas.microsoft.com/office/drawing/2014/main" id="{0DDE4945-C355-486A-AC39-DC1CBDD53A24}"/>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8">
                <a:extLst>
                  <a:ext uri="{FF2B5EF4-FFF2-40B4-BE49-F238E27FC236}">
                    <a16:creationId xmlns:a16="http://schemas.microsoft.com/office/drawing/2014/main" id="{17174557-3DA8-460E-9EA2-59F750420CB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9">
                <a:extLst>
                  <a:ext uri="{FF2B5EF4-FFF2-40B4-BE49-F238E27FC236}">
                    <a16:creationId xmlns:a16="http://schemas.microsoft.com/office/drawing/2014/main" id="{911127AB-1DEB-4137-A7FC-F7DE993952FC}"/>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10">
                <a:extLst>
                  <a:ext uri="{FF2B5EF4-FFF2-40B4-BE49-F238E27FC236}">
                    <a16:creationId xmlns:a16="http://schemas.microsoft.com/office/drawing/2014/main" id="{4E17A780-BA9E-4864-B26E-9C35A8E0639E}"/>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7" name="Rectangle 11">
                <a:extLst>
                  <a:ext uri="{FF2B5EF4-FFF2-40B4-BE49-F238E27FC236}">
                    <a16:creationId xmlns:a16="http://schemas.microsoft.com/office/drawing/2014/main" id="{314C61F4-16FA-4712-81C9-E6993CF2E328}"/>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12">
                <a:extLst>
                  <a:ext uri="{FF2B5EF4-FFF2-40B4-BE49-F238E27FC236}">
                    <a16:creationId xmlns:a16="http://schemas.microsoft.com/office/drawing/2014/main" id="{9B524249-3869-485B-86A9-F6134949E331}"/>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13">
                <a:extLst>
                  <a:ext uri="{FF2B5EF4-FFF2-40B4-BE49-F238E27FC236}">
                    <a16:creationId xmlns:a16="http://schemas.microsoft.com/office/drawing/2014/main" id="{DAAD3B7E-EB92-41AE-846B-19E6FD8D82DC}"/>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14">
                <a:extLst>
                  <a:ext uri="{FF2B5EF4-FFF2-40B4-BE49-F238E27FC236}">
                    <a16:creationId xmlns:a16="http://schemas.microsoft.com/office/drawing/2014/main" id="{7F852861-98F4-44DF-AF49-726C8F948D96}"/>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15">
                <a:extLst>
                  <a:ext uri="{FF2B5EF4-FFF2-40B4-BE49-F238E27FC236}">
                    <a16:creationId xmlns:a16="http://schemas.microsoft.com/office/drawing/2014/main" id="{0569D434-561F-415D-ADEF-1C97BBF45E15}"/>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6">
                <a:extLst>
                  <a:ext uri="{FF2B5EF4-FFF2-40B4-BE49-F238E27FC236}">
                    <a16:creationId xmlns:a16="http://schemas.microsoft.com/office/drawing/2014/main" id="{E51E1051-20E9-499B-9F47-D453C9C4AD7B}"/>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7">
                <a:extLst>
                  <a:ext uri="{FF2B5EF4-FFF2-40B4-BE49-F238E27FC236}">
                    <a16:creationId xmlns:a16="http://schemas.microsoft.com/office/drawing/2014/main" id="{0A15F00D-D432-491D-BD07-4D98418B4734}"/>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8">
                <a:extLst>
                  <a:ext uri="{FF2B5EF4-FFF2-40B4-BE49-F238E27FC236}">
                    <a16:creationId xmlns:a16="http://schemas.microsoft.com/office/drawing/2014/main" id="{E5C71B9E-2FEA-4B4A-9DAF-57371D0345E4}"/>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9">
                <a:extLst>
                  <a:ext uri="{FF2B5EF4-FFF2-40B4-BE49-F238E27FC236}">
                    <a16:creationId xmlns:a16="http://schemas.microsoft.com/office/drawing/2014/main" id="{0837AE5A-71E5-461E-86F8-382E419F4CEE}"/>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20">
                <a:extLst>
                  <a:ext uri="{FF2B5EF4-FFF2-40B4-BE49-F238E27FC236}">
                    <a16:creationId xmlns:a16="http://schemas.microsoft.com/office/drawing/2014/main" id="{226E3A9F-A5DF-4BD9-8BF9-BD63B178B3AA}"/>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21">
                <a:extLst>
                  <a:ext uri="{FF2B5EF4-FFF2-40B4-BE49-F238E27FC236}">
                    <a16:creationId xmlns:a16="http://schemas.microsoft.com/office/drawing/2014/main" id="{0E15EBF9-0C38-49EB-BCE1-F087FE7B15E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22">
                <a:extLst>
                  <a:ext uri="{FF2B5EF4-FFF2-40B4-BE49-F238E27FC236}">
                    <a16:creationId xmlns:a16="http://schemas.microsoft.com/office/drawing/2014/main" id="{CC706D37-6C28-4D62-837A-3DCE52AF5FFE}"/>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23">
                <a:extLst>
                  <a:ext uri="{FF2B5EF4-FFF2-40B4-BE49-F238E27FC236}">
                    <a16:creationId xmlns:a16="http://schemas.microsoft.com/office/drawing/2014/main" id="{322A967E-C401-4E57-A3E0-032F5B3EE88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24">
                <a:extLst>
                  <a:ext uri="{FF2B5EF4-FFF2-40B4-BE49-F238E27FC236}">
                    <a16:creationId xmlns:a16="http://schemas.microsoft.com/office/drawing/2014/main" id="{4E47C428-6492-4775-B7F6-D97F4C21EE0A}"/>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25">
                <a:extLst>
                  <a:ext uri="{FF2B5EF4-FFF2-40B4-BE49-F238E27FC236}">
                    <a16:creationId xmlns:a16="http://schemas.microsoft.com/office/drawing/2014/main" id="{4FFE08B7-F49D-4351-AE15-CBCE56729225}"/>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6">
                <a:extLst>
                  <a:ext uri="{FF2B5EF4-FFF2-40B4-BE49-F238E27FC236}">
                    <a16:creationId xmlns:a16="http://schemas.microsoft.com/office/drawing/2014/main" id="{6ACFDA49-281E-4897-9BD4-34DD13A79222}"/>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7">
                <a:extLst>
                  <a:ext uri="{FF2B5EF4-FFF2-40B4-BE49-F238E27FC236}">
                    <a16:creationId xmlns:a16="http://schemas.microsoft.com/office/drawing/2014/main" id="{575841DC-16E8-4CB3-B2BC-119E646F211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8">
                <a:extLst>
                  <a:ext uri="{FF2B5EF4-FFF2-40B4-BE49-F238E27FC236}">
                    <a16:creationId xmlns:a16="http://schemas.microsoft.com/office/drawing/2014/main" id="{E1ED8453-673F-4AFA-BA06-840415974D38}"/>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9">
                <a:extLst>
                  <a:ext uri="{FF2B5EF4-FFF2-40B4-BE49-F238E27FC236}">
                    <a16:creationId xmlns:a16="http://schemas.microsoft.com/office/drawing/2014/main" id="{DC901148-F99B-414C-A333-EA3FE0A59038}"/>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30">
                <a:extLst>
                  <a:ext uri="{FF2B5EF4-FFF2-40B4-BE49-F238E27FC236}">
                    <a16:creationId xmlns:a16="http://schemas.microsoft.com/office/drawing/2014/main" id="{D5A0830B-E1AB-410A-8A04-76CEB6D7EF5C}"/>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7" name="Group 6">
              <a:extLst>
                <a:ext uri="{FF2B5EF4-FFF2-40B4-BE49-F238E27FC236}">
                  <a16:creationId xmlns:a16="http://schemas.microsoft.com/office/drawing/2014/main" id="{0440C2EB-8720-4F5C-8F92-8632FE72EE8A}"/>
                </a:ext>
              </a:extLst>
            </p:cNvPr>
            <p:cNvGrpSpPr/>
            <p:nvPr/>
          </p:nvGrpSpPr>
          <p:grpSpPr>
            <a:xfrm>
              <a:off x="354110" y="833283"/>
              <a:ext cx="11480604" cy="108822"/>
              <a:chOff x="354110" y="834963"/>
              <a:chExt cx="11480604" cy="108822"/>
            </a:xfrm>
            <a:grpFill/>
          </p:grpSpPr>
          <p:sp>
            <p:nvSpPr>
              <p:cNvPr id="305" name="Rectangle 32">
                <a:extLst>
                  <a:ext uri="{FF2B5EF4-FFF2-40B4-BE49-F238E27FC236}">
                    <a16:creationId xmlns:a16="http://schemas.microsoft.com/office/drawing/2014/main" id="{EF02C6FC-5D3B-435D-860D-5BB6346A134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33">
                <a:extLst>
                  <a:ext uri="{FF2B5EF4-FFF2-40B4-BE49-F238E27FC236}">
                    <a16:creationId xmlns:a16="http://schemas.microsoft.com/office/drawing/2014/main" id="{BC57A1E8-0766-4B17-941D-E18BE4B6C2F8}"/>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34">
                <a:extLst>
                  <a:ext uri="{FF2B5EF4-FFF2-40B4-BE49-F238E27FC236}">
                    <a16:creationId xmlns:a16="http://schemas.microsoft.com/office/drawing/2014/main" id="{21113A2C-E54A-447E-8F53-B5082437AEA4}"/>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35">
                <a:extLst>
                  <a:ext uri="{FF2B5EF4-FFF2-40B4-BE49-F238E27FC236}">
                    <a16:creationId xmlns:a16="http://schemas.microsoft.com/office/drawing/2014/main" id="{6F7DC80F-E11F-4661-A499-8EDA910AA76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36">
                <a:extLst>
                  <a:ext uri="{FF2B5EF4-FFF2-40B4-BE49-F238E27FC236}">
                    <a16:creationId xmlns:a16="http://schemas.microsoft.com/office/drawing/2014/main" id="{8CD34363-9B07-446F-99AC-0743548944C5}"/>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37">
                <a:extLst>
                  <a:ext uri="{FF2B5EF4-FFF2-40B4-BE49-F238E27FC236}">
                    <a16:creationId xmlns:a16="http://schemas.microsoft.com/office/drawing/2014/main" id="{77985A41-F2CB-46B1-8553-15C2148C4039}"/>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8">
                <a:extLst>
                  <a:ext uri="{FF2B5EF4-FFF2-40B4-BE49-F238E27FC236}">
                    <a16:creationId xmlns:a16="http://schemas.microsoft.com/office/drawing/2014/main" id="{90E6D67E-F055-4BC9-BE22-0DBDC394D956}"/>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9">
                <a:extLst>
                  <a:ext uri="{FF2B5EF4-FFF2-40B4-BE49-F238E27FC236}">
                    <a16:creationId xmlns:a16="http://schemas.microsoft.com/office/drawing/2014/main" id="{0228932B-BBDB-40C1-A9A1-395D14495983}"/>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40">
                <a:extLst>
                  <a:ext uri="{FF2B5EF4-FFF2-40B4-BE49-F238E27FC236}">
                    <a16:creationId xmlns:a16="http://schemas.microsoft.com/office/drawing/2014/main" id="{B5CE198A-88BB-4A73-AC8E-4EBF9A34A8FF}"/>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41">
                <a:extLst>
                  <a:ext uri="{FF2B5EF4-FFF2-40B4-BE49-F238E27FC236}">
                    <a16:creationId xmlns:a16="http://schemas.microsoft.com/office/drawing/2014/main" id="{8B97A0DC-41F9-44D7-B0F6-04A2CDE90136}"/>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42">
                <a:extLst>
                  <a:ext uri="{FF2B5EF4-FFF2-40B4-BE49-F238E27FC236}">
                    <a16:creationId xmlns:a16="http://schemas.microsoft.com/office/drawing/2014/main" id="{BD4550CC-C766-4008-A027-D4AD0A7C2261}"/>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43">
                <a:extLst>
                  <a:ext uri="{FF2B5EF4-FFF2-40B4-BE49-F238E27FC236}">
                    <a16:creationId xmlns:a16="http://schemas.microsoft.com/office/drawing/2014/main" id="{5AEFD14B-8AC0-49F9-8636-E56150138984}"/>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44">
                <a:extLst>
                  <a:ext uri="{FF2B5EF4-FFF2-40B4-BE49-F238E27FC236}">
                    <a16:creationId xmlns:a16="http://schemas.microsoft.com/office/drawing/2014/main" id="{F5728382-2E4A-44CB-B18D-09E3832100C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45">
                <a:extLst>
                  <a:ext uri="{FF2B5EF4-FFF2-40B4-BE49-F238E27FC236}">
                    <a16:creationId xmlns:a16="http://schemas.microsoft.com/office/drawing/2014/main" id="{A37A49D1-6574-424E-A93E-54D01DF37EB3}"/>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6">
                <a:extLst>
                  <a:ext uri="{FF2B5EF4-FFF2-40B4-BE49-F238E27FC236}">
                    <a16:creationId xmlns:a16="http://schemas.microsoft.com/office/drawing/2014/main" id="{20D0DBF2-AF64-41DB-8881-E697C0FB2F69}"/>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7">
                <a:extLst>
                  <a:ext uri="{FF2B5EF4-FFF2-40B4-BE49-F238E27FC236}">
                    <a16:creationId xmlns:a16="http://schemas.microsoft.com/office/drawing/2014/main" id="{16993E22-9E00-4371-97E9-BC2FEC2901F4}"/>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8">
                <a:extLst>
                  <a:ext uri="{FF2B5EF4-FFF2-40B4-BE49-F238E27FC236}">
                    <a16:creationId xmlns:a16="http://schemas.microsoft.com/office/drawing/2014/main" id="{3179D9A5-A656-445A-AEB3-41E85991FED6}"/>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9">
                <a:extLst>
                  <a:ext uri="{FF2B5EF4-FFF2-40B4-BE49-F238E27FC236}">
                    <a16:creationId xmlns:a16="http://schemas.microsoft.com/office/drawing/2014/main" id="{FC5854E8-7F75-4352-B984-69A650316BAF}"/>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50">
                <a:extLst>
                  <a:ext uri="{FF2B5EF4-FFF2-40B4-BE49-F238E27FC236}">
                    <a16:creationId xmlns:a16="http://schemas.microsoft.com/office/drawing/2014/main" id="{AF0E170F-2C99-4781-9DAD-76DB2ECCBF63}"/>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51">
                <a:extLst>
                  <a:ext uri="{FF2B5EF4-FFF2-40B4-BE49-F238E27FC236}">
                    <a16:creationId xmlns:a16="http://schemas.microsoft.com/office/drawing/2014/main" id="{28A11474-FB86-497C-99B9-4844B293C67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52">
                <a:extLst>
                  <a:ext uri="{FF2B5EF4-FFF2-40B4-BE49-F238E27FC236}">
                    <a16:creationId xmlns:a16="http://schemas.microsoft.com/office/drawing/2014/main" id="{05C3E46C-5F7E-4619-BF04-C2ADA9C98EB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53">
                <a:extLst>
                  <a:ext uri="{FF2B5EF4-FFF2-40B4-BE49-F238E27FC236}">
                    <a16:creationId xmlns:a16="http://schemas.microsoft.com/office/drawing/2014/main" id="{9C1B1068-38BC-4829-B1BD-84365C3B1FF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54">
                <a:extLst>
                  <a:ext uri="{FF2B5EF4-FFF2-40B4-BE49-F238E27FC236}">
                    <a16:creationId xmlns:a16="http://schemas.microsoft.com/office/drawing/2014/main" id="{86E8EEE5-A3C1-475B-B8D0-270016066D72}"/>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55">
                <a:extLst>
                  <a:ext uri="{FF2B5EF4-FFF2-40B4-BE49-F238E27FC236}">
                    <a16:creationId xmlns:a16="http://schemas.microsoft.com/office/drawing/2014/main" id="{746D302C-49CD-4082-A33B-0C8A909D3E0D}"/>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6">
                <a:extLst>
                  <a:ext uri="{FF2B5EF4-FFF2-40B4-BE49-F238E27FC236}">
                    <a16:creationId xmlns:a16="http://schemas.microsoft.com/office/drawing/2014/main" id="{4BBCB6AB-A251-4BF9-9D8C-3C637CBB1810}"/>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7">
                <a:extLst>
                  <a:ext uri="{FF2B5EF4-FFF2-40B4-BE49-F238E27FC236}">
                    <a16:creationId xmlns:a16="http://schemas.microsoft.com/office/drawing/2014/main" id="{62940D8C-E4DD-44D0-B41A-E71282E21DC5}"/>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8" name="Group 7">
              <a:extLst>
                <a:ext uri="{FF2B5EF4-FFF2-40B4-BE49-F238E27FC236}">
                  <a16:creationId xmlns:a16="http://schemas.microsoft.com/office/drawing/2014/main" id="{FDB7BC43-BB8B-4C07-9AD5-56CA6D4AF9C1}"/>
                </a:ext>
              </a:extLst>
            </p:cNvPr>
            <p:cNvGrpSpPr/>
            <p:nvPr/>
          </p:nvGrpSpPr>
          <p:grpSpPr>
            <a:xfrm>
              <a:off x="354110" y="1338827"/>
              <a:ext cx="11480604" cy="109990"/>
              <a:chOff x="354110" y="1342187"/>
              <a:chExt cx="11480604" cy="109990"/>
            </a:xfrm>
            <a:grpFill/>
          </p:grpSpPr>
          <p:sp>
            <p:nvSpPr>
              <p:cNvPr id="279" name="Rectangle 59">
                <a:extLst>
                  <a:ext uri="{FF2B5EF4-FFF2-40B4-BE49-F238E27FC236}">
                    <a16:creationId xmlns:a16="http://schemas.microsoft.com/office/drawing/2014/main" id="{13ADCA1F-7FF7-48B7-ADB4-DFA0248FF606}"/>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60">
                <a:extLst>
                  <a:ext uri="{FF2B5EF4-FFF2-40B4-BE49-F238E27FC236}">
                    <a16:creationId xmlns:a16="http://schemas.microsoft.com/office/drawing/2014/main" id="{5AD937D1-C68B-4F0D-ADEA-F3D1DE5947C0}"/>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61">
                <a:extLst>
                  <a:ext uri="{FF2B5EF4-FFF2-40B4-BE49-F238E27FC236}">
                    <a16:creationId xmlns:a16="http://schemas.microsoft.com/office/drawing/2014/main" id="{23E5266C-E488-4F40-B9BF-394BA98F35B0}"/>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62">
                <a:extLst>
                  <a:ext uri="{FF2B5EF4-FFF2-40B4-BE49-F238E27FC236}">
                    <a16:creationId xmlns:a16="http://schemas.microsoft.com/office/drawing/2014/main" id="{4F7FCCF1-F609-49F4-B325-65797AA4CB32}"/>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63">
                <a:extLst>
                  <a:ext uri="{FF2B5EF4-FFF2-40B4-BE49-F238E27FC236}">
                    <a16:creationId xmlns:a16="http://schemas.microsoft.com/office/drawing/2014/main" id="{2E25BA80-BA5B-4875-AC25-EC30179E5F22}"/>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64">
                <a:extLst>
                  <a:ext uri="{FF2B5EF4-FFF2-40B4-BE49-F238E27FC236}">
                    <a16:creationId xmlns:a16="http://schemas.microsoft.com/office/drawing/2014/main" id="{09628177-D54C-4C14-BD67-B47A10B54822}"/>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65">
                <a:extLst>
                  <a:ext uri="{FF2B5EF4-FFF2-40B4-BE49-F238E27FC236}">
                    <a16:creationId xmlns:a16="http://schemas.microsoft.com/office/drawing/2014/main" id="{BD99C527-73CA-4724-A08D-E49D7BA2655E}"/>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6">
                <a:extLst>
                  <a:ext uri="{FF2B5EF4-FFF2-40B4-BE49-F238E27FC236}">
                    <a16:creationId xmlns:a16="http://schemas.microsoft.com/office/drawing/2014/main" id="{9A4D76E3-5CA7-46C2-930A-CF883079E8BB}"/>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7">
                <a:extLst>
                  <a:ext uri="{FF2B5EF4-FFF2-40B4-BE49-F238E27FC236}">
                    <a16:creationId xmlns:a16="http://schemas.microsoft.com/office/drawing/2014/main" id="{1B09DF21-850D-4386-91AE-BE671CF242C2}"/>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8">
                <a:extLst>
                  <a:ext uri="{FF2B5EF4-FFF2-40B4-BE49-F238E27FC236}">
                    <a16:creationId xmlns:a16="http://schemas.microsoft.com/office/drawing/2014/main" id="{6A750E47-CA9C-435F-AEEE-64AF6CF50FF2}"/>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9">
                <a:extLst>
                  <a:ext uri="{FF2B5EF4-FFF2-40B4-BE49-F238E27FC236}">
                    <a16:creationId xmlns:a16="http://schemas.microsoft.com/office/drawing/2014/main" id="{7F2F089C-B349-4F50-9EB2-5363F2E4F4C6}"/>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70">
                <a:extLst>
                  <a:ext uri="{FF2B5EF4-FFF2-40B4-BE49-F238E27FC236}">
                    <a16:creationId xmlns:a16="http://schemas.microsoft.com/office/drawing/2014/main" id="{B28AEF5D-9175-4653-BB17-DF5DBF173E5E}"/>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71">
                <a:extLst>
                  <a:ext uri="{FF2B5EF4-FFF2-40B4-BE49-F238E27FC236}">
                    <a16:creationId xmlns:a16="http://schemas.microsoft.com/office/drawing/2014/main" id="{09A5F7BF-091E-4363-BE84-44E8866B5D47}"/>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72">
                <a:extLst>
                  <a:ext uri="{FF2B5EF4-FFF2-40B4-BE49-F238E27FC236}">
                    <a16:creationId xmlns:a16="http://schemas.microsoft.com/office/drawing/2014/main" id="{A2CCAB8E-B14D-4F5A-9CC9-0C5F45258CF8}"/>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73">
                <a:extLst>
                  <a:ext uri="{FF2B5EF4-FFF2-40B4-BE49-F238E27FC236}">
                    <a16:creationId xmlns:a16="http://schemas.microsoft.com/office/drawing/2014/main" id="{922E39AA-A68F-4377-A1FB-723E4B73E911}"/>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74">
                <a:extLst>
                  <a:ext uri="{FF2B5EF4-FFF2-40B4-BE49-F238E27FC236}">
                    <a16:creationId xmlns:a16="http://schemas.microsoft.com/office/drawing/2014/main" id="{FD7E9F67-D814-430E-86B6-A7F91CDECE9A}"/>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75">
                <a:extLst>
                  <a:ext uri="{FF2B5EF4-FFF2-40B4-BE49-F238E27FC236}">
                    <a16:creationId xmlns:a16="http://schemas.microsoft.com/office/drawing/2014/main" id="{FBF10FF0-2477-44F4-AD26-A9B7175BBF0A}"/>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6">
                <a:extLst>
                  <a:ext uri="{FF2B5EF4-FFF2-40B4-BE49-F238E27FC236}">
                    <a16:creationId xmlns:a16="http://schemas.microsoft.com/office/drawing/2014/main" id="{A84D6BBF-5B9E-41F6-B5A3-2066E037BAFC}"/>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7">
                <a:extLst>
                  <a:ext uri="{FF2B5EF4-FFF2-40B4-BE49-F238E27FC236}">
                    <a16:creationId xmlns:a16="http://schemas.microsoft.com/office/drawing/2014/main" id="{BD98A702-4AE2-405F-BB4F-7E119FFDC17C}"/>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8">
                <a:extLst>
                  <a:ext uri="{FF2B5EF4-FFF2-40B4-BE49-F238E27FC236}">
                    <a16:creationId xmlns:a16="http://schemas.microsoft.com/office/drawing/2014/main" id="{66B0FD6C-084A-4D89-95E7-D5CAC5EA2738}"/>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9">
                <a:extLst>
                  <a:ext uri="{FF2B5EF4-FFF2-40B4-BE49-F238E27FC236}">
                    <a16:creationId xmlns:a16="http://schemas.microsoft.com/office/drawing/2014/main" id="{C70441D6-82B8-4CC6-8746-DD03CBEE897E}"/>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80">
                <a:extLst>
                  <a:ext uri="{FF2B5EF4-FFF2-40B4-BE49-F238E27FC236}">
                    <a16:creationId xmlns:a16="http://schemas.microsoft.com/office/drawing/2014/main" id="{9FC2715B-1BF3-4105-B102-F53753596B55}"/>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81">
                <a:extLst>
                  <a:ext uri="{FF2B5EF4-FFF2-40B4-BE49-F238E27FC236}">
                    <a16:creationId xmlns:a16="http://schemas.microsoft.com/office/drawing/2014/main" id="{A884CBD3-DC33-4DDA-B61D-48269A49E5D4}"/>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82">
                <a:extLst>
                  <a:ext uri="{FF2B5EF4-FFF2-40B4-BE49-F238E27FC236}">
                    <a16:creationId xmlns:a16="http://schemas.microsoft.com/office/drawing/2014/main" id="{0211EF6E-ADB1-494B-9458-F01F26D9EC7E}"/>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83">
                <a:extLst>
                  <a:ext uri="{FF2B5EF4-FFF2-40B4-BE49-F238E27FC236}">
                    <a16:creationId xmlns:a16="http://schemas.microsoft.com/office/drawing/2014/main" id="{A0953B59-9108-4E9A-8D43-2D1964873DDF}"/>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84">
                <a:extLst>
                  <a:ext uri="{FF2B5EF4-FFF2-40B4-BE49-F238E27FC236}">
                    <a16:creationId xmlns:a16="http://schemas.microsoft.com/office/drawing/2014/main" id="{09D35A91-41F9-4DF2-9E43-8A679A8AE384}"/>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9" name="Group 8">
              <a:extLst>
                <a:ext uri="{FF2B5EF4-FFF2-40B4-BE49-F238E27FC236}">
                  <a16:creationId xmlns:a16="http://schemas.microsoft.com/office/drawing/2014/main" id="{1EB3C98D-2192-438D-A8F2-467C07BB00E4}"/>
                </a:ext>
              </a:extLst>
            </p:cNvPr>
            <p:cNvGrpSpPr/>
            <p:nvPr/>
          </p:nvGrpSpPr>
          <p:grpSpPr>
            <a:xfrm>
              <a:off x="354110" y="1845539"/>
              <a:ext cx="11480604" cy="109990"/>
              <a:chOff x="354110" y="1850572"/>
              <a:chExt cx="11480604" cy="109990"/>
            </a:xfrm>
            <a:grpFill/>
          </p:grpSpPr>
          <p:sp>
            <p:nvSpPr>
              <p:cNvPr id="253" name="Rectangle 5">
                <a:extLst>
                  <a:ext uri="{FF2B5EF4-FFF2-40B4-BE49-F238E27FC236}">
                    <a16:creationId xmlns:a16="http://schemas.microsoft.com/office/drawing/2014/main" id="{F4F5A9CA-F0B3-4B27-88DB-29279CA138D7}"/>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6">
                <a:extLst>
                  <a:ext uri="{FF2B5EF4-FFF2-40B4-BE49-F238E27FC236}">
                    <a16:creationId xmlns:a16="http://schemas.microsoft.com/office/drawing/2014/main" id="{6B00101B-EA50-41D8-AD9E-90E5E301108B}"/>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7">
                <a:extLst>
                  <a:ext uri="{FF2B5EF4-FFF2-40B4-BE49-F238E27FC236}">
                    <a16:creationId xmlns:a16="http://schemas.microsoft.com/office/drawing/2014/main" id="{5B915499-1768-4511-8756-ED4DBF54EA58}"/>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8">
                <a:extLst>
                  <a:ext uri="{FF2B5EF4-FFF2-40B4-BE49-F238E27FC236}">
                    <a16:creationId xmlns:a16="http://schemas.microsoft.com/office/drawing/2014/main" id="{A51912B5-2E84-4F86-9590-C8D76F5F6893}"/>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9">
                <a:extLst>
                  <a:ext uri="{FF2B5EF4-FFF2-40B4-BE49-F238E27FC236}">
                    <a16:creationId xmlns:a16="http://schemas.microsoft.com/office/drawing/2014/main" id="{8F0AB2A0-4FC0-47E9-B72D-78C5C79D4201}"/>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10">
                <a:extLst>
                  <a:ext uri="{FF2B5EF4-FFF2-40B4-BE49-F238E27FC236}">
                    <a16:creationId xmlns:a16="http://schemas.microsoft.com/office/drawing/2014/main" id="{0288265D-6218-4AC1-8DA4-7C99A21FE3A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11">
                <a:extLst>
                  <a:ext uri="{FF2B5EF4-FFF2-40B4-BE49-F238E27FC236}">
                    <a16:creationId xmlns:a16="http://schemas.microsoft.com/office/drawing/2014/main" id="{F6012ABB-E61A-44C5-B13C-723E2B94D0D3}"/>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12">
                <a:extLst>
                  <a:ext uri="{FF2B5EF4-FFF2-40B4-BE49-F238E27FC236}">
                    <a16:creationId xmlns:a16="http://schemas.microsoft.com/office/drawing/2014/main" id="{BE5ABB41-A5A7-4870-8D57-99A1B03518EB}"/>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13">
                <a:extLst>
                  <a:ext uri="{FF2B5EF4-FFF2-40B4-BE49-F238E27FC236}">
                    <a16:creationId xmlns:a16="http://schemas.microsoft.com/office/drawing/2014/main" id="{71CE02BC-F6C4-4AAA-85EE-CA1DC4C91302}"/>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14">
                <a:extLst>
                  <a:ext uri="{FF2B5EF4-FFF2-40B4-BE49-F238E27FC236}">
                    <a16:creationId xmlns:a16="http://schemas.microsoft.com/office/drawing/2014/main" id="{B7FCF17E-80E5-4C42-982A-B0F7CB286086}"/>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15">
                <a:extLst>
                  <a:ext uri="{FF2B5EF4-FFF2-40B4-BE49-F238E27FC236}">
                    <a16:creationId xmlns:a16="http://schemas.microsoft.com/office/drawing/2014/main" id="{65887776-E441-4EC4-AD20-CF8E477AB66C}"/>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6">
                <a:extLst>
                  <a:ext uri="{FF2B5EF4-FFF2-40B4-BE49-F238E27FC236}">
                    <a16:creationId xmlns:a16="http://schemas.microsoft.com/office/drawing/2014/main" id="{11D5F8BF-1FDC-441B-91C4-E2448245E083}"/>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7">
                <a:extLst>
                  <a:ext uri="{FF2B5EF4-FFF2-40B4-BE49-F238E27FC236}">
                    <a16:creationId xmlns:a16="http://schemas.microsoft.com/office/drawing/2014/main" id="{542342B8-4278-4527-BC1D-7340DBBAD757}"/>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8">
                <a:extLst>
                  <a:ext uri="{FF2B5EF4-FFF2-40B4-BE49-F238E27FC236}">
                    <a16:creationId xmlns:a16="http://schemas.microsoft.com/office/drawing/2014/main" id="{BA68B377-C604-4E24-AB51-317F3403A1CC}"/>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9">
                <a:extLst>
                  <a:ext uri="{FF2B5EF4-FFF2-40B4-BE49-F238E27FC236}">
                    <a16:creationId xmlns:a16="http://schemas.microsoft.com/office/drawing/2014/main" id="{826C09D4-4426-4EF1-9ECE-95EF5A1F456B}"/>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20">
                <a:extLst>
                  <a:ext uri="{FF2B5EF4-FFF2-40B4-BE49-F238E27FC236}">
                    <a16:creationId xmlns:a16="http://schemas.microsoft.com/office/drawing/2014/main" id="{0450D0CD-0889-47F9-B308-AE91FF0E696D}"/>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21">
                <a:extLst>
                  <a:ext uri="{FF2B5EF4-FFF2-40B4-BE49-F238E27FC236}">
                    <a16:creationId xmlns:a16="http://schemas.microsoft.com/office/drawing/2014/main" id="{D678AB17-E6DC-4FED-B940-2BA86FB46FA7}"/>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22">
                <a:extLst>
                  <a:ext uri="{FF2B5EF4-FFF2-40B4-BE49-F238E27FC236}">
                    <a16:creationId xmlns:a16="http://schemas.microsoft.com/office/drawing/2014/main" id="{8B5BEF55-677A-4EB2-A06C-CC0C269C2F7B}"/>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23">
                <a:extLst>
                  <a:ext uri="{FF2B5EF4-FFF2-40B4-BE49-F238E27FC236}">
                    <a16:creationId xmlns:a16="http://schemas.microsoft.com/office/drawing/2014/main" id="{7A560A20-EDE2-4276-B3A9-A1DB921EB12B}"/>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24">
                <a:extLst>
                  <a:ext uri="{FF2B5EF4-FFF2-40B4-BE49-F238E27FC236}">
                    <a16:creationId xmlns:a16="http://schemas.microsoft.com/office/drawing/2014/main" id="{8BEEAB2A-47D8-4D4E-B157-9D1337AC7B8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25">
                <a:extLst>
                  <a:ext uri="{FF2B5EF4-FFF2-40B4-BE49-F238E27FC236}">
                    <a16:creationId xmlns:a16="http://schemas.microsoft.com/office/drawing/2014/main" id="{F9737555-61BD-4619-9BAB-2BC15EDBA3CA}"/>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6">
                <a:extLst>
                  <a:ext uri="{FF2B5EF4-FFF2-40B4-BE49-F238E27FC236}">
                    <a16:creationId xmlns:a16="http://schemas.microsoft.com/office/drawing/2014/main" id="{D8D44D5F-E679-4796-ACA6-4ADB68B94E1B}"/>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7">
                <a:extLst>
                  <a:ext uri="{FF2B5EF4-FFF2-40B4-BE49-F238E27FC236}">
                    <a16:creationId xmlns:a16="http://schemas.microsoft.com/office/drawing/2014/main" id="{140EB7C4-6BBE-4D3F-AF7D-B22AA3DD2A5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8">
                <a:extLst>
                  <a:ext uri="{FF2B5EF4-FFF2-40B4-BE49-F238E27FC236}">
                    <a16:creationId xmlns:a16="http://schemas.microsoft.com/office/drawing/2014/main" id="{C56E1FAA-3AE1-45F3-8397-D07C426434EC}"/>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9">
                <a:extLst>
                  <a:ext uri="{FF2B5EF4-FFF2-40B4-BE49-F238E27FC236}">
                    <a16:creationId xmlns:a16="http://schemas.microsoft.com/office/drawing/2014/main" id="{2F9A90DC-89AE-4C3E-8A65-C52AB581B4D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30">
                <a:extLst>
                  <a:ext uri="{FF2B5EF4-FFF2-40B4-BE49-F238E27FC236}">
                    <a16:creationId xmlns:a16="http://schemas.microsoft.com/office/drawing/2014/main" id="{600ADA2C-2F1D-47C5-8870-1B9E6C8A3F2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0" name="Group 9">
              <a:extLst>
                <a:ext uri="{FF2B5EF4-FFF2-40B4-BE49-F238E27FC236}">
                  <a16:creationId xmlns:a16="http://schemas.microsoft.com/office/drawing/2014/main" id="{6B1DA9E6-94F5-437E-8B7B-A56561BB4A1A}"/>
                </a:ext>
              </a:extLst>
            </p:cNvPr>
            <p:cNvGrpSpPr/>
            <p:nvPr/>
          </p:nvGrpSpPr>
          <p:grpSpPr>
            <a:xfrm>
              <a:off x="354110" y="2352251"/>
              <a:ext cx="11480604" cy="108822"/>
              <a:chOff x="354110" y="2358964"/>
              <a:chExt cx="11480604" cy="108822"/>
            </a:xfrm>
            <a:grpFill/>
          </p:grpSpPr>
          <p:sp>
            <p:nvSpPr>
              <p:cNvPr id="227" name="Rectangle 32">
                <a:extLst>
                  <a:ext uri="{FF2B5EF4-FFF2-40B4-BE49-F238E27FC236}">
                    <a16:creationId xmlns:a16="http://schemas.microsoft.com/office/drawing/2014/main" id="{8CDFED4E-F4A6-4874-8B65-398D610F1DC0}"/>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33">
                <a:extLst>
                  <a:ext uri="{FF2B5EF4-FFF2-40B4-BE49-F238E27FC236}">
                    <a16:creationId xmlns:a16="http://schemas.microsoft.com/office/drawing/2014/main" id="{8FCE50F7-C3D1-4B83-A0D8-CE83B0777FF6}"/>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34">
                <a:extLst>
                  <a:ext uri="{FF2B5EF4-FFF2-40B4-BE49-F238E27FC236}">
                    <a16:creationId xmlns:a16="http://schemas.microsoft.com/office/drawing/2014/main" id="{422101F3-5770-4041-BA3E-C5275D0FC73E}"/>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35">
                <a:extLst>
                  <a:ext uri="{FF2B5EF4-FFF2-40B4-BE49-F238E27FC236}">
                    <a16:creationId xmlns:a16="http://schemas.microsoft.com/office/drawing/2014/main" id="{4D8FEC62-30CA-4E87-A592-AA45C61EAA77}"/>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36">
                <a:extLst>
                  <a:ext uri="{FF2B5EF4-FFF2-40B4-BE49-F238E27FC236}">
                    <a16:creationId xmlns:a16="http://schemas.microsoft.com/office/drawing/2014/main" id="{52E99015-D9DC-40AE-91AD-5D24574CEC0F}"/>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37">
                <a:extLst>
                  <a:ext uri="{FF2B5EF4-FFF2-40B4-BE49-F238E27FC236}">
                    <a16:creationId xmlns:a16="http://schemas.microsoft.com/office/drawing/2014/main" id="{24DFE9E4-5C75-4EF9-AB54-F00FA9D91152}"/>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8">
                <a:extLst>
                  <a:ext uri="{FF2B5EF4-FFF2-40B4-BE49-F238E27FC236}">
                    <a16:creationId xmlns:a16="http://schemas.microsoft.com/office/drawing/2014/main" id="{2BBEC44B-F424-4C00-AF4A-8EEEDA8AA05D}"/>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9">
                <a:extLst>
                  <a:ext uri="{FF2B5EF4-FFF2-40B4-BE49-F238E27FC236}">
                    <a16:creationId xmlns:a16="http://schemas.microsoft.com/office/drawing/2014/main" id="{68F30D9A-CF13-4E29-967E-63B3AF05CF31}"/>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40">
                <a:extLst>
                  <a:ext uri="{FF2B5EF4-FFF2-40B4-BE49-F238E27FC236}">
                    <a16:creationId xmlns:a16="http://schemas.microsoft.com/office/drawing/2014/main" id="{F7A8E062-ADFC-457E-ADD6-02843928F62E}"/>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41">
                <a:extLst>
                  <a:ext uri="{FF2B5EF4-FFF2-40B4-BE49-F238E27FC236}">
                    <a16:creationId xmlns:a16="http://schemas.microsoft.com/office/drawing/2014/main" id="{E046A9D0-D179-44F9-86D3-9BF139B68BF6}"/>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42">
                <a:extLst>
                  <a:ext uri="{FF2B5EF4-FFF2-40B4-BE49-F238E27FC236}">
                    <a16:creationId xmlns:a16="http://schemas.microsoft.com/office/drawing/2014/main" id="{CC517B0B-1BF2-473B-ABB9-1553D01B1C2D}"/>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43">
                <a:extLst>
                  <a:ext uri="{FF2B5EF4-FFF2-40B4-BE49-F238E27FC236}">
                    <a16:creationId xmlns:a16="http://schemas.microsoft.com/office/drawing/2014/main" id="{5EE71ED6-EA45-4940-B212-163ED3D1C0A9}"/>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44">
                <a:extLst>
                  <a:ext uri="{FF2B5EF4-FFF2-40B4-BE49-F238E27FC236}">
                    <a16:creationId xmlns:a16="http://schemas.microsoft.com/office/drawing/2014/main" id="{664318EC-EADE-4667-92A4-B3E5DB2A11C1}"/>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45">
                <a:extLst>
                  <a:ext uri="{FF2B5EF4-FFF2-40B4-BE49-F238E27FC236}">
                    <a16:creationId xmlns:a16="http://schemas.microsoft.com/office/drawing/2014/main" id="{17B37ABD-81DA-4624-808B-EF4BC0B425B6}"/>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6">
                <a:extLst>
                  <a:ext uri="{FF2B5EF4-FFF2-40B4-BE49-F238E27FC236}">
                    <a16:creationId xmlns:a16="http://schemas.microsoft.com/office/drawing/2014/main" id="{B1F30DC8-DD07-48C5-9D6C-FB855527922B}"/>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7">
                <a:extLst>
                  <a:ext uri="{FF2B5EF4-FFF2-40B4-BE49-F238E27FC236}">
                    <a16:creationId xmlns:a16="http://schemas.microsoft.com/office/drawing/2014/main" id="{DFCE3AE1-313F-441F-8384-63A6EC165E2B}"/>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8">
                <a:extLst>
                  <a:ext uri="{FF2B5EF4-FFF2-40B4-BE49-F238E27FC236}">
                    <a16:creationId xmlns:a16="http://schemas.microsoft.com/office/drawing/2014/main" id="{2E331B42-AC28-4642-91F9-2F5BBFEC6AF8}"/>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9">
                <a:extLst>
                  <a:ext uri="{FF2B5EF4-FFF2-40B4-BE49-F238E27FC236}">
                    <a16:creationId xmlns:a16="http://schemas.microsoft.com/office/drawing/2014/main" id="{9F4D84A8-36FE-4CE0-8B9F-BAC2BA8A813E}"/>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50">
                <a:extLst>
                  <a:ext uri="{FF2B5EF4-FFF2-40B4-BE49-F238E27FC236}">
                    <a16:creationId xmlns:a16="http://schemas.microsoft.com/office/drawing/2014/main" id="{41E2C310-8272-48CF-BD5B-A99A2C7B3CC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51">
                <a:extLst>
                  <a:ext uri="{FF2B5EF4-FFF2-40B4-BE49-F238E27FC236}">
                    <a16:creationId xmlns:a16="http://schemas.microsoft.com/office/drawing/2014/main" id="{EFD4A3C6-7551-4DD0-AA1A-F932D7061DAA}"/>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52">
                <a:extLst>
                  <a:ext uri="{FF2B5EF4-FFF2-40B4-BE49-F238E27FC236}">
                    <a16:creationId xmlns:a16="http://schemas.microsoft.com/office/drawing/2014/main" id="{01F299DF-D3FF-4439-8EC7-B5A34146517E}"/>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53">
                <a:extLst>
                  <a:ext uri="{FF2B5EF4-FFF2-40B4-BE49-F238E27FC236}">
                    <a16:creationId xmlns:a16="http://schemas.microsoft.com/office/drawing/2014/main" id="{086FB16A-99D0-4DB0-9B38-CF351B5DF4DD}"/>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54">
                <a:extLst>
                  <a:ext uri="{FF2B5EF4-FFF2-40B4-BE49-F238E27FC236}">
                    <a16:creationId xmlns:a16="http://schemas.microsoft.com/office/drawing/2014/main" id="{126BCD40-1D3C-4937-A15E-AD2E9671B5AB}"/>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55">
                <a:extLst>
                  <a:ext uri="{FF2B5EF4-FFF2-40B4-BE49-F238E27FC236}">
                    <a16:creationId xmlns:a16="http://schemas.microsoft.com/office/drawing/2014/main" id="{03E4C7B0-DDFC-433A-A8E5-2315FA6EFE10}"/>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6">
                <a:extLst>
                  <a:ext uri="{FF2B5EF4-FFF2-40B4-BE49-F238E27FC236}">
                    <a16:creationId xmlns:a16="http://schemas.microsoft.com/office/drawing/2014/main" id="{7237BB88-10E9-454D-9D13-48878C421EB1}"/>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7">
                <a:extLst>
                  <a:ext uri="{FF2B5EF4-FFF2-40B4-BE49-F238E27FC236}">
                    <a16:creationId xmlns:a16="http://schemas.microsoft.com/office/drawing/2014/main" id="{515F18F4-5E57-4249-AB0A-249437781E42}"/>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1" name="Group 10">
              <a:extLst>
                <a:ext uri="{FF2B5EF4-FFF2-40B4-BE49-F238E27FC236}">
                  <a16:creationId xmlns:a16="http://schemas.microsoft.com/office/drawing/2014/main" id="{25AB7310-F80F-4091-8BFE-CE8C71666A9B}"/>
                </a:ext>
              </a:extLst>
            </p:cNvPr>
            <p:cNvGrpSpPr/>
            <p:nvPr/>
          </p:nvGrpSpPr>
          <p:grpSpPr>
            <a:xfrm>
              <a:off x="354110" y="2857795"/>
              <a:ext cx="11480604" cy="109990"/>
              <a:chOff x="354110" y="2866188"/>
              <a:chExt cx="11480604" cy="109990"/>
            </a:xfrm>
            <a:grpFill/>
          </p:grpSpPr>
          <p:sp>
            <p:nvSpPr>
              <p:cNvPr id="201" name="Rectangle 59">
                <a:extLst>
                  <a:ext uri="{FF2B5EF4-FFF2-40B4-BE49-F238E27FC236}">
                    <a16:creationId xmlns:a16="http://schemas.microsoft.com/office/drawing/2014/main" id="{9E50B916-ECC1-4F73-8059-F029E6581381}"/>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60">
                <a:extLst>
                  <a:ext uri="{FF2B5EF4-FFF2-40B4-BE49-F238E27FC236}">
                    <a16:creationId xmlns:a16="http://schemas.microsoft.com/office/drawing/2014/main" id="{A8DD1ADE-2032-47AE-B88E-78E0F1B01814}"/>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61">
                <a:extLst>
                  <a:ext uri="{FF2B5EF4-FFF2-40B4-BE49-F238E27FC236}">
                    <a16:creationId xmlns:a16="http://schemas.microsoft.com/office/drawing/2014/main" id="{9A6D6E1F-6E00-44C8-ADD2-06A738E758F6}"/>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62">
                <a:extLst>
                  <a:ext uri="{FF2B5EF4-FFF2-40B4-BE49-F238E27FC236}">
                    <a16:creationId xmlns:a16="http://schemas.microsoft.com/office/drawing/2014/main" id="{84FC7274-3463-4889-8E62-B693D50AE95D}"/>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63">
                <a:extLst>
                  <a:ext uri="{FF2B5EF4-FFF2-40B4-BE49-F238E27FC236}">
                    <a16:creationId xmlns:a16="http://schemas.microsoft.com/office/drawing/2014/main" id="{E4E1A84A-DCAC-483B-BC08-579BF10B10BB}"/>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64">
                <a:extLst>
                  <a:ext uri="{FF2B5EF4-FFF2-40B4-BE49-F238E27FC236}">
                    <a16:creationId xmlns:a16="http://schemas.microsoft.com/office/drawing/2014/main" id="{F14EE80D-C3D2-4E22-93C5-CDD09042131F}"/>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65">
                <a:extLst>
                  <a:ext uri="{FF2B5EF4-FFF2-40B4-BE49-F238E27FC236}">
                    <a16:creationId xmlns:a16="http://schemas.microsoft.com/office/drawing/2014/main" id="{FB8FBFAE-E2E1-41A6-987B-CEFBAC180122}"/>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6">
                <a:extLst>
                  <a:ext uri="{FF2B5EF4-FFF2-40B4-BE49-F238E27FC236}">
                    <a16:creationId xmlns:a16="http://schemas.microsoft.com/office/drawing/2014/main" id="{138AF1CB-7808-4C24-B76D-AB9F6A45036D}"/>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7">
                <a:extLst>
                  <a:ext uri="{FF2B5EF4-FFF2-40B4-BE49-F238E27FC236}">
                    <a16:creationId xmlns:a16="http://schemas.microsoft.com/office/drawing/2014/main" id="{F5E88013-D7CE-4120-B4BB-C894EC19C9A1}"/>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8">
                <a:extLst>
                  <a:ext uri="{FF2B5EF4-FFF2-40B4-BE49-F238E27FC236}">
                    <a16:creationId xmlns:a16="http://schemas.microsoft.com/office/drawing/2014/main" id="{B6FC4D89-F7B1-46F5-9502-62F41E89DEC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9">
                <a:extLst>
                  <a:ext uri="{FF2B5EF4-FFF2-40B4-BE49-F238E27FC236}">
                    <a16:creationId xmlns:a16="http://schemas.microsoft.com/office/drawing/2014/main" id="{64C81BD0-C449-4A1B-8492-20430196064F}"/>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70">
                <a:extLst>
                  <a:ext uri="{FF2B5EF4-FFF2-40B4-BE49-F238E27FC236}">
                    <a16:creationId xmlns:a16="http://schemas.microsoft.com/office/drawing/2014/main" id="{5F91B7CB-59D7-4965-B754-71C102E43FDB}"/>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71">
                <a:extLst>
                  <a:ext uri="{FF2B5EF4-FFF2-40B4-BE49-F238E27FC236}">
                    <a16:creationId xmlns:a16="http://schemas.microsoft.com/office/drawing/2014/main" id="{677F7EA6-E57D-4E12-A4A5-AAFDCA8AA106}"/>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72">
                <a:extLst>
                  <a:ext uri="{FF2B5EF4-FFF2-40B4-BE49-F238E27FC236}">
                    <a16:creationId xmlns:a16="http://schemas.microsoft.com/office/drawing/2014/main" id="{56B270F4-040D-43EF-974A-3598BC687669}"/>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73">
                <a:extLst>
                  <a:ext uri="{FF2B5EF4-FFF2-40B4-BE49-F238E27FC236}">
                    <a16:creationId xmlns:a16="http://schemas.microsoft.com/office/drawing/2014/main" id="{EA8C5736-4550-4B46-8B52-247CF04D7EB0}"/>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74">
                <a:extLst>
                  <a:ext uri="{FF2B5EF4-FFF2-40B4-BE49-F238E27FC236}">
                    <a16:creationId xmlns:a16="http://schemas.microsoft.com/office/drawing/2014/main" id="{F42B7DAA-E3F5-4B02-B786-473C7605B5A2}"/>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75">
                <a:extLst>
                  <a:ext uri="{FF2B5EF4-FFF2-40B4-BE49-F238E27FC236}">
                    <a16:creationId xmlns:a16="http://schemas.microsoft.com/office/drawing/2014/main" id="{D850716E-F966-418B-A415-5B6E0F8A183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6">
                <a:extLst>
                  <a:ext uri="{FF2B5EF4-FFF2-40B4-BE49-F238E27FC236}">
                    <a16:creationId xmlns:a16="http://schemas.microsoft.com/office/drawing/2014/main" id="{B6DAAC97-C425-42B4-9405-AC447E2E0B89}"/>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7">
                <a:extLst>
                  <a:ext uri="{FF2B5EF4-FFF2-40B4-BE49-F238E27FC236}">
                    <a16:creationId xmlns:a16="http://schemas.microsoft.com/office/drawing/2014/main" id="{42D8FACA-2CB3-400B-9610-94CBA7A3EE32}"/>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8">
                <a:extLst>
                  <a:ext uri="{FF2B5EF4-FFF2-40B4-BE49-F238E27FC236}">
                    <a16:creationId xmlns:a16="http://schemas.microsoft.com/office/drawing/2014/main" id="{22200CE3-AD18-4A71-BA64-E2F227C44B48}"/>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9">
                <a:extLst>
                  <a:ext uri="{FF2B5EF4-FFF2-40B4-BE49-F238E27FC236}">
                    <a16:creationId xmlns:a16="http://schemas.microsoft.com/office/drawing/2014/main" id="{475F60A0-5B50-42FC-8C11-E137E7C5611C}"/>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80">
                <a:extLst>
                  <a:ext uri="{FF2B5EF4-FFF2-40B4-BE49-F238E27FC236}">
                    <a16:creationId xmlns:a16="http://schemas.microsoft.com/office/drawing/2014/main" id="{CAA2354D-703C-4594-B119-475938CFD402}"/>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81">
                <a:extLst>
                  <a:ext uri="{FF2B5EF4-FFF2-40B4-BE49-F238E27FC236}">
                    <a16:creationId xmlns:a16="http://schemas.microsoft.com/office/drawing/2014/main" id="{F8619CF6-1E39-4CF1-AEF0-BE5A67EB6F65}"/>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82">
                <a:extLst>
                  <a:ext uri="{FF2B5EF4-FFF2-40B4-BE49-F238E27FC236}">
                    <a16:creationId xmlns:a16="http://schemas.microsoft.com/office/drawing/2014/main" id="{354E893E-B006-4B22-BBCB-52A79A5461D1}"/>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83">
                <a:extLst>
                  <a:ext uri="{FF2B5EF4-FFF2-40B4-BE49-F238E27FC236}">
                    <a16:creationId xmlns:a16="http://schemas.microsoft.com/office/drawing/2014/main" id="{0D56028C-9156-43E8-B855-AF135DD7E695}"/>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84">
                <a:extLst>
                  <a:ext uri="{FF2B5EF4-FFF2-40B4-BE49-F238E27FC236}">
                    <a16:creationId xmlns:a16="http://schemas.microsoft.com/office/drawing/2014/main" id="{950FA1E9-CD04-4DB1-B523-ABF2C1B6ED9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2" name="Group 11">
              <a:extLst>
                <a:ext uri="{FF2B5EF4-FFF2-40B4-BE49-F238E27FC236}">
                  <a16:creationId xmlns:a16="http://schemas.microsoft.com/office/drawing/2014/main" id="{E6AA6044-FF9C-4224-BBD4-786BCC486D91}"/>
                </a:ext>
              </a:extLst>
            </p:cNvPr>
            <p:cNvGrpSpPr/>
            <p:nvPr/>
          </p:nvGrpSpPr>
          <p:grpSpPr>
            <a:xfrm>
              <a:off x="354110" y="3364507"/>
              <a:ext cx="11480604" cy="109990"/>
              <a:chOff x="354110" y="3364062"/>
              <a:chExt cx="11480604" cy="109990"/>
            </a:xfrm>
            <a:grpFill/>
          </p:grpSpPr>
          <p:sp>
            <p:nvSpPr>
              <p:cNvPr id="175" name="Rectangle 5">
                <a:extLst>
                  <a:ext uri="{FF2B5EF4-FFF2-40B4-BE49-F238E27FC236}">
                    <a16:creationId xmlns:a16="http://schemas.microsoft.com/office/drawing/2014/main" id="{CEC88F9D-6CCB-4C48-AB60-4743F3C98AE2}"/>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6">
                <a:extLst>
                  <a:ext uri="{FF2B5EF4-FFF2-40B4-BE49-F238E27FC236}">
                    <a16:creationId xmlns:a16="http://schemas.microsoft.com/office/drawing/2014/main" id="{BC4930EB-874F-4D2B-94B1-FF1459F4A72F}"/>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7">
                <a:extLst>
                  <a:ext uri="{FF2B5EF4-FFF2-40B4-BE49-F238E27FC236}">
                    <a16:creationId xmlns:a16="http://schemas.microsoft.com/office/drawing/2014/main" id="{66BB2441-7C95-4A21-B558-2971312D511C}"/>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8">
                <a:extLst>
                  <a:ext uri="{FF2B5EF4-FFF2-40B4-BE49-F238E27FC236}">
                    <a16:creationId xmlns:a16="http://schemas.microsoft.com/office/drawing/2014/main" id="{B2A1B236-8D43-4B78-90F2-27A974E1FE93}"/>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9">
                <a:extLst>
                  <a:ext uri="{FF2B5EF4-FFF2-40B4-BE49-F238E27FC236}">
                    <a16:creationId xmlns:a16="http://schemas.microsoft.com/office/drawing/2014/main" id="{E0526BF0-467E-421F-870A-02C866AC0CCA}"/>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10">
                <a:extLst>
                  <a:ext uri="{FF2B5EF4-FFF2-40B4-BE49-F238E27FC236}">
                    <a16:creationId xmlns:a16="http://schemas.microsoft.com/office/drawing/2014/main" id="{79ACA6FA-E263-441B-B650-DEE2A495E193}"/>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11">
                <a:extLst>
                  <a:ext uri="{FF2B5EF4-FFF2-40B4-BE49-F238E27FC236}">
                    <a16:creationId xmlns:a16="http://schemas.microsoft.com/office/drawing/2014/main" id="{DA7F6558-782C-4107-91F4-AF8E5136C77F}"/>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12">
                <a:extLst>
                  <a:ext uri="{FF2B5EF4-FFF2-40B4-BE49-F238E27FC236}">
                    <a16:creationId xmlns:a16="http://schemas.microsoft.com/office/drawing/2014/main" id="{E575740C-61C5-4D08-9803-25E05FA3F518}"/>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13">
                <a:extLst>
                  <a:ext uri="{FF2B5EF4-FFF2-40B4-BE49-F238E27FC236}">
                    <a16:creationId xmlns:a16="http://schemas.microsoft.com/office/drawing/2014/main" id="{D4CCCBBA-5E32-47C6-B40B-3E2155E3F12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14">
                <a:extLst>
                  <a:ext uri="{FF2B5EF4-FFF2-40B4-BE49-F238E27FC236}">
                    <a16:creationId xmlns:a16="http://schemas.microsoft.com/office/drawing/2014/main" id="{FC65131F-93B3-419C-B068-14D36AAC3FC9}"/>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15">
                <a:extLst>
                  <a:ext uri="{FF2B5EF4-FFF2-40B4-BE49-F238E27FC236}">
                    <a16:creationId xmlns:a16="http://schemas.microsoft.com/office/drawing/2014/main" id="{469B75D4-B4A8-4C2E-8EBB-E95FAB7C56E6}"/>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6">
                <a:extLst>
                  <a:ext uri="{FF2B5EF4-FFF2-40B4-BE49-F238E27FC236}">
                    <a16:creationId xmlns:a16="http://schemas.microsoft.com/office/drawing/2014/main" id="{6C8F3B5D-1D93-4D85-8639-75B5E46EC612}"/>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7">
                <a:extLst>
                  <a:ext uri="{FF2B5EF4-FFF2-40B4-BE49-F238E27FC236}">
                    <a16:creationId xmlns:a16="http://schemas.microsoft.com/office/drawing/2014/main" id="{DCCEB301-1F26-43A3-8B34-DBAFC32B3228}"/>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8">
                <a:extLst>
                  <a:ext uri="{FF2B5EF4-FFF2-40B4-BE49-F238E27FC236}">
                    <a16:creationId xmlns:a16="http://schemas.microsoft.com/office/drawing/2014/main" id="{DD08B69C-E406-41F3-856E-A8C150CB642D}"/>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9">
                <a:extLst>
                  <a:ext uri="{FF2B5EF4-FFF2-40B4-BE49-F238E27FC236}">
                    <a16:creationId xmlns:a16="http://schemas.microsoft.com/office/drawing/2014/main" id="{A1A90F4B-6060-4BA1-8AF2-FAFFAA04A881}"/>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20">
                <a:extLst>
                  <a:ext uri="{FF2B5EF4-FFF2-40B4-BE49-F238E27FC236}">
                    <a16:creationId xmlns:a16="http://schemas.microsoft.com/office/drawing/2014/main" id="{B1F471FD-A187-4EE2-9D21-E0A637683F0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21">
                <a:extLst>
                  <a:ext uri="{FF2B5EF4-FFF2-40B4-BE49-F238E27FC236}">
                    <a16:creationId xmlns:a16="http://schemas.microsoft.com/office/drawing/2014/main" id="{68DAAA74-257B-4E75-A315-6B710A314868}"/>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22">
                <a:extLst>
                  <a:ext uri="{FF2B5EF4-FFF2-40B4-BE49-F238E27FC236}">
                    <a16:creationId xmlns:a16="http://schemas.microsoft.com/office/drawing/2014/main" id="{63000D52-BDE3-430B-8243-08564FFE96A1}"/>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23">
                <a:extLst>
                  <a:ext uri="{FF2B5EF4-FFF2-40B4-BE49-F238E27FC236}">
                    <a16:creationId xmlns:a16="http://schemas.microsoft.com/office/drawing/2014/main" id="{F6BDC60F-B33E-4AD8-9807-B2C1A4C2C6ED}"/>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24">
                <a:extLst>
                  <a:ext uri="{FF2B5EF4-FFF2-40B4-BE49-F238E27FC236}">
                    <a16:creationId xmlns:a16="http://schemas.microsoft.com/office/drawing/2014/main" id="{F1DB5734-0088-4CC2-9415-998F19416559}"/>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25">
                <a:extLst>
                  <a:ext uri="{FF2B5EF4-FFF2-40B4-BE49-F238E27FC236}">
                    <a16:creationId xmlns:a16="http://schemas.microsoft.com/office/drawing/2014/main" id="{1C679BCE-F04D-48E0-8E2B-0174E8E975E1}"/>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6">
                <a:extLst>
                  <a:ext uri="{FF2B5EF4-FFF2-40B4-BE49-F238E27FC236}">
                    <a16:creationId xmlns:a16="http://schemas.microsoft.com/office/drawing/2014/main" id="{EA8ABD89-DF79-45A9-9CDB-0E871222D540}"/>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7">
                <a:extLst>
                  <a:ext uri="{FF2B5EF4-FFF2-40B4-BE49-F238E27FC236}">
                    <a16:creationId xmlns:a16="http://schemas.microsoft.com/office/drawing/2014/main" id="{C1A57486-D9A6-4CD5-878E-093E44A7606C}"/>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8">
                <a:extLst>
                  <a:ext uri="{FF2B5EF4-FFF2-40B4-BE49-F238E27FC236}">
                    <a16:creationId xmlns:a16="http://schemas.microsoft.com/office/drawing/2014/main" id="{B6582662-B56F-42F6-A821-B5F52FB8400B}"/>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9">
                <a:extLst>
                  <a:ext uri="{FF2B5EF4-FFF2-40B4-BE49-F238E27FC236}">
                    <a16:creationId xmlns:a16="http://schemas.microsoft.com/office/drawing/2014/main" id="{1105049D-68B2-4636-9C28-7B8C21771618}"/>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30">
                <a:extLst>
                  <a:ext uri="{FF2B5EF4-FFF2-40B4-BE49-F238E27FC236}">
                    <a16:creationId xmlns:a16="http://schemas.microsoft.com/office/drawing/2014/main" id="{E0F75D5D-3B9C-40B7-AF8E-4C4322B6C942}"/>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00F6A935-DCBA-461C-832C-A343F475413E}"/>
                </a:ext>
              </a:extLst>
            </p:cNvPr>
            <p:cNvGrpSpPr/>
            <p:nvPr/>
          </p:nvGrpSpPr>
          <p:grpSpPr>
            <a:xfrm>
              <a:off x="354110" y="3871219"/>
              <a:ext cx="11480604" cy="108822"/>
              <a:chOff x="354110" y="3872454"/>
              <a:chExt cx="11480604" cy="108822"/>
            </a:xfrm>
            <a:grpFill/>
          </p:grpSpPr>
          <p:sp>
            <p:nvSpPr>
              <p:cNvPr id="149" name="Rectangle 32">
                <a:extLst>
                  <a:ext uri="{FF2B5EF4-FFF2-40B4-BE49-F238E27FC236}">
                    <a16:creationId xmlns:a16="http://schemas.microsoft.com/office/drawing/2014/main" id="{67654A26-DC7F-47CD-8FF8-BC012501CCEA}"/>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33">
                <a:extLst>
                  <a:ext uri="{FF2B5EF4-FFF2-40B4-BE49-F238E27FC236}">
                    <a16:creationId xmlns:a16="http://schemas.microsoft.com/office/drawing/2014/main" id="{9949B927-96E9-4F44-9050-A81CD79D7386}"/>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34">
                <a:extLst>
                  <a:ext uri="{FF2B5EF4-FFF2-40B4-BE49-F238E27FC236}">
                    <a16:creationId xmlns:a16="http://schemas.microsoft.com/office/drawing/2014/main" id="{3B5D9536-992F-4F39-93BC-BB2533D78505}"/>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35">
                <a:extLst>
                  <a:ext uri="{FF2B5EF4-FFF2-40B4-BE49-F238E27FC236}">
                    <a16:creationId xmlns:a16="http://schemas.microsoft.com/office/drawing/2014/main" id="{F1FA2A7F-208B-4450-9E7E-F29BB3925166}"/>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36">
                <a:extLst>
                  <a:ext uri="{FF2B5EF4-FFF2-40B4-BE49-F238E27FC236}">
                    <a16:creationId xmlns:a16="http://schemas.microsoft.com/office/drawing/2014/main" id="{EF607D70-7F21-4A9F-A183-730E45EF312E}"/>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37">
                <a:extLst>
                  <a:ext uri="{FF2B5EF4-FFF2-40B4-BE49-F238E27FC236}">
                    <a16:creationId xmlns:a16="http://schemas.microsoft.com/office/drawing/2014/main" id="{4ECF017A-32D9-44C4-837F-2C37B7B9FC42}"/>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8">
                <a:extLst>
                  <a:ext uri="{FF2B5EF4-FFF2-40B4-BE49-F238E27FC236}">
                    <a16:creationId xmlns:a16="http://schemas.microsoft.com/office/drawing/2014/main" id="{34B3B9C3-9513-414E-B30D-F7CFC02E05D6}"/>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9">
                <a:extLst>
                  <a:ext uri="{FF2B5EF4-FFF2-40B4-BE49-F238E27FC236}">
                    <a16:creationId xmlns:a16="http://schemas.microsoft.com/office/drawing/2014/main" id="{E6A1B5D1-A0C1-47E7-A068-C05A44F3D700}"/>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40">
                <a:extLst>
                  <a:ext uri="{FF2B5EF4-FFF2-40B4-BE49-F238E27FC236}">
                    <a16:creationId xmlns:a16="http://schemas.microsoft.com/office/drawing/2014/main" id="{96D2BA52-50C4-45BF-B115-62AE7F01B07A}"/>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41">
                <a:extLst>
                  <a:ext uri="{FF2B5EF4-FFF2-40B4-BE49-F238E27FC236}">
                    <a16:creationId xmlns:a16="http://schemas.microsoft.com/office/drawing/2014/main" id="{9DCC33D9-FAF4-4D54-A2F1-85D656FB93DA}"/>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42">
                <a:extLst>
                  <a:ext uri="{FF2B5EF4-FFF2-40B4-BE49-F238E27FC236}">
                    <a16:creationId xmlns:a16="http://schemas.microsoft.com/office/drawing/2014/main" id="{8DD0B56F-45FF-4041-A939-24B54541A309}"/>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43">
                <a:extLst>
                  <a:ext uri="{FF2B5EF4-FFF2-40B4-BE49-F238E27FC236}">
                    <a16:creationId xmlns:a16="http://schemas.microsoft.com/office/drawing/2014/main" id="{96AB8477-5546-4080-8BC1-02BF0BB8F3FE}"/>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44">
                <a:extLst>
                  <a:ext uri="{FF2B5EF4-FFF2-40B4-BE49-F238E27FC236}">
                    <a16:creationId xmlns:a16="http://schemas.microsoft.com/office/drawing/2014/main" id="{4E453DC0-BE05-4525-866A-335CE37B007E}"/>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45">
                <a:extLst>
                  <a:ext uri="{FF2B5EF4-FFF2-40B4-BE49-F238E27FC236}">
                    <a16:creationId xmlns:a16="http://schemas.microsoft.com/office/drawing/2014/main" id="{DE66478E-4EC6-4BE6-B27E-C0C0531CC1E1}"/>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6">
                <a:extLst>
                  <a:ext uri="{FF2B5EF4-FFF2-40B4-BE49-F238E27FC236}">
                    <a16:creationId xmlns:a16="http://schemas.microsoft.com/office/drawing/2014/main" id="{698E3192-E8A7-4BE3-A213-C67294E393A9}"/>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7">
                <a:extLst>
                  <a:ext uri="{FF2B5EF4-FFF2-40B4-BE49-F238E27FC236}">
                    <a16:creationId xmlns:a16="http://schemas.microsoft.com/office/drawing/2014/main" id="{73311133-150A-4295-BA6B-AE591A758BD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8">
                <a:extLst>
                  <a:ext uri="{FF2B5EF4-FFF2-40B4-BE49-F238E27FC236}">
                    <a16:creationId xmlns:a16="http://schemas.microsoft.com/office/drawing/2014/main" id="{01A2298C-D71C-4EE8-97EC-882AE8FE270B}"/>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9">
                <a:extLst>
                  <a:ext uri="{FF2B5EF4-FFF2-40B4-BE49-F238E27FC236}">
                    <a16:creationId xmlns:a16="http://schemas.microsoft.com/office/drawing/2014/main" id="{4A510FF8-75EB-4CBF-8672-72CB0674B95B}"/>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50">
                <a:extLst>
                  <a:ext uri="{FF2B5EF4-FFF2-40B4-BE49-F238E27FC236}">
                    <a16:creationId xmlns:a16="http://schemas.microsoft.com/office/drawing/2014/main" id="{1A2C9E47-1571-4FD2-8B6B-C7B564E8977A}"/>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51">
                <a:extLst>
                  <a:ext uri="{FF2B5EF4-FFF2-40B4-BE49-F238E27FC236}">
                    <a16:creationId xmlns:a16="http://schemas.microsoft.com/office/drawing/2014/main" id="{86EF56B1-DD4A-4A19-A43F-347855BF8424}"/>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52">
                <a:extLst>
                  <a:ext uri="{FF2B5EF4-FFF2-40B4-BE49-F238E27FC236}">
                    <a16:creationId xmlns:a16="http://schemas.microsoft.com/office/drawing/2014/main" id="{593C0948-4102-4E67-9CCD-6F94446F70BE}"/>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53">
                <a:extLst>
                  <a:ext uri="{FF2B5EF4-FFF2-40B4-BE49-F238E27FC236}">
                    <a16:creationId xmlns:a16="http://schemas.microsoft.com/office/drawing/2014/main" id="{ACB6589F-762B-4CA7-8D92-92E5FB76FD1A}"/>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54">
                <a:extLst>
                  <a:ext uri="{FF2B5EF4-FFF2-40B4-BE49-F238E27FC236}">
                    <a16:creationId xmlns:a16="http://schemas.microsoft.com/office/drawing/2014/main" id="{9992ACB2-51DA-4341-842A-58050D15CC78}"/>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55">
                <a:extLst>
                  <a:ext uri="{FF2B5EF4-FFF2-40B4-BE49-F238E27FC236}">
                    <a16:creationId xmlns:a16="http://schemas.microsoft.com/office/drawing/2014/main" id="{D9C60E55-0956-424D-8C75-2976AC3B653E}"/>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6">
                <a:extLst>
                  <a:ext uri="{FF2B5EF4-FFF2-40B4-BE49-F238E27FC236}">
                    <a16:creationId xmlns:a16="http://schemas.microsoft.com/office/drawing/2014/main" id="{BE0FF237-544C-4EAB-ABB0-731D5FA88D46}"/>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7">
                <a:extLst>
                  <a:ext uri="{FF2B5EF4-FFF2-40B4-BE49-F238E27FC236}">
                    <a16:creationId xmlns:a16="http://schemas.microsoft.com/office/drawing/2014/main" id="{D1E0212C-F045-489C-9689-7C49F762CC3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AC90BB14-74DB-4A2D-847B-7D160CCB7907}"/>
                </a:ext>
              </a:extLst>
            </p:cNvPr>
            <p:cNvGrpSpPr/>
            <p:nvPr/>
          </p:nvGrpSpPr>
          <p:grpSpPr>
            <a:xfrm>
              <a:off x="354110" y="4376763"/>
              <a:ext cx="11480604" cy="109990"/>
              <a:chOff x="354110" y="4379678"/>
              <a:chExt cx="11480604" cy="109990"/>
            </a:xfrm>
            <a:grpFill/>
          </p:grpSpPr>
          <p:sp>
            <p:nvSpPr>
              <p:cNvPr id="123" name="Rectangle 59">
                <a:extLst>
                  <a:ext uri="{FF2B5EF4-FFF2-40B4-BE49-F238E27FC236}">
                    <a16:creationId xmlns:a16="http://schemas.microsoft.com/office/drawing/2014/main" id="{99D447A1-2220-4498-AEF5-6E3E1E6E7569}"/>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60">
                <a:extLst>
                  <a:ext uri="{FF2B5EF4-FFF2-40B4-BE49-F238E27FC236}">
                    <a16:creationId xmlns:a16="http://schemas.microsoft.com/office/drawing/2014/main" id="{7C3A93F4-91DD-433B-968A-852BE617B270}"/>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61">
                <a:extLst>
                  <a:ext uri="{FF2B5EF4-FFF2-40B4-BE49-F238E27FC236}">
                    <a16:creationId xmlns:a16="http://schemas.microsoft.com/office/drawing/2014/main" id="{1C73CE31-214B-4439-A783-35C6A8ED7587}"/>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62">
                <a:extLst>
                  <a:ext uri="{FF2B5EF4-FFF2-40B4-BE49-F238E27FC236}">
                    <a16:creationId xmlns:a16="http://schemas.microsoft.com/office/drawing/2014/main" id="{36D68C3F-8E09-4424-AE30-DC0EA8A4B605}"/>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63">
                <a:extLst>
                  <a:ext uri="{FF2B5EF4-FFF2-40B4-BE49-F238E27FC236}">
                    <a16:creationId xmlns:a16="http://schemas.microsoft.com/office/drawing/2014/main" id="{D77BDB0F-9FB9-4B1E-8B4A-1E2673E90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64">
                <a:extLst>
                  <a:ext uri="{FF2B5EF4-FFF2-40B4-BE49-F238E27FC236}">
                    <a16:creationId xmlns:a16="http://schemas.microsoft.com/office/drawing/2014/main" id="{11FC8FC1-3854-4435-94FA-7C19C8CF4B2B}"/>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65">
                <a:extLst>
                  <a:ext uri="{FF2B5EF4-FFF2-40B4-BE49-F238E27FC236}">
                    <a16:creationId xmlns:a16="http://schemas.microsoft.com/office/drawing/2014/main" id="{CD7A3181-77BB-4B10-BAE0-192A2D4C546F}"/>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6">
                <a:extLst>
                  <a:ext uri="{FF2B5EF4-FFF2-40B4-BE49-F238E27FC236}">
                    <a16:creationId xmlns:a16="http://schemas.microsoft.com/office/drawing/2014/main" id="{34704098-6430-4842-A78C-8EA208FF5C58}"/>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7">
                <a:extLst>
                  <a:ext uri="{FF2B5EF4-FFF2-40B4-BE49-F238E27FC236}">
                    <a16:creationId xmlns:a16="http://schemas.microsoft.com/office/drawing/2014/main" id="{821A9373-4697-4443-B247-58130E1D401F}"/>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8">
                <a:extLst>
                  <a:ext uri="{FF2B5EF4-FFF2-40B4-BE49-F238E27FC236}">
                    <a16:creationId xmlns:a16="http://schemas.microsoft.com/office/drawing/2014/main" id="{BE59B0E9-E64A-4252-ABFF-7D0CCECB5F69}"/>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9">
                <a:extLst>
                  <a:ext uri="{FF2B5EF4-FFF2-40B4-BE49-F238E27FC236}">
                    <a16:creationId xmlns:a16="http://schemas.microsoft.com/office/drawing/2014/main" id="{066F8BCA-C3C4-48C8-9103-65FC2FFF6239}"/>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70">
                <a:extLst>
                  <a:ext uri="{FF2B5EF4-FFF2-40B4-BE49-F238E27FC236}">
                    <a16:creationId xmlns:a16="http://schemas.microsoft.com/office/drawing/2014/main" id="{68B69181-5D7D-4EFF-9724-B2BDD62DB414}"/>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71">
                <a:extLst>
                  <a:ext uri="{FF2B5EF4-FFF2-40B4-BE49-F238E27FC236}">
                    <a16:creationId xmlns:a16="http://schemas.microsoft.com/office/drawing/2014/main" id="{996BC465-13D7-4B01-81BD-88E7BAA5A99E}"/>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72">
                <a:extLst>
                  <a:ext uri="{FF2B5EF4-FFF2-40B4-BE49-F238E27FC236}">
                    <a16:creationId xmlns:a16="http://schemas.microsoft.com/office/drawing/2014/main" id="{61C9420C-6853-4164-9D24-98349CD58CD5}"/>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73">
                <a:extLst>
                  <a:ext uri="{FF2B5EF4-FFF2-40B4-BE49-F238E27FC236}">
                    <a16:creationId xmlns:a16="http://schemas.microsoft.com/office/drawing/2014/main" id="{EF04FF35-9797-4571-BCFF-435C37D2517E}"/>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74">
                <a:extLst>
                  <a:ext uri="{FF2B5EF4-FFF2-40B4-BE49-F238E27FC236}">
                    <a16:creationId xmlns:a16="http://schemas.microsoft.com/office/drawing/2014/main" id="{78C68F3A-1768-4D3F-8ABF-D899CEF5DEDB}"/>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75">
                <a:extLst>
                  <a:ext uri="{FF2B5EF4-FFF2-40B4-BE49-F238E27FC236}">
                    <a16:creationId xmlns:a16="http://schemas.microsoft.com/office/drawing/2014/main" id="{A69F85D7-2261-4042-B85B-C3FABE4A0815}"/>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6">
                <a:extLst>
                  <a:ext uri="{FF2B5EF4-FFF2-40B4-BE49-F238E27FC236}">
                    <a16:creationId xmlns:a16="http://schemas.microsoft.com/office/drawing/2014/main" id="{31444D56-FEBA-4CC9-B179-200833A9BE9A}"/>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7">
                <a:extLst>
                  <a:ext uri="{FF2B5EF4-FFF2-40B4-BE49-F238E27FC236}">
                    <a16:creationId xmlns:a16="http://schemas.microsoft.com/office/drawing/2014/main" id="{A7678401-8C3E-4FAF-A888-70B49C911618}"/>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8">
                <a:extLst>
                  <a:ext uri="{FF2B5EF4-FFF2-40B4-BE49-F238E27FC236}">
                    <a16:creationId xmlns:a16="http://schemas.microsoft.com/office/drawing/2014/main" id="{618CC429-D47D-440E-9695-6E61D609607D}"/>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9">
                <a:extLst>
                  <a:ext uri="{FF2B5EF4-FFF2-40B4-BE49-F238E27FC236}">
                    <a16:creationId xmlns:a16="http://schemas.microsoft.com/office/drawing/2014/main" id="{F2B544AE-5CC8-4A61-BBDF-82DA13A5F7E8}"/>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80">
                <a:extLst>
                  <a:ext uri="{FF2B5EF4-FFF2-40B4-BE49-F238E27FC236}">
                    <a16:creationId xmlns:a16="http://schemas.microsoft.com/office/drawing/2014/main" id="{46B39C8E-D445-41B8-8B42-2DE170717BD6}"/>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81">
                <a:extLst>
                  <a:ext uri="{FF2B5EF4-FFF2-40B4-BE49-F238E27FC236}">
                    <a16:creationId xmlns:a16="http://schemas.microsoft.com/office/drawing/2014/main" id="{38E7AB8E-5E17-460F-8595-4178AF462D9F}"/>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82">
                <a:extLst>
                  <a:ext uri="{FF2B5EF4-FFF2-40B4-BE49-F238E27FC236}">
                    <a16:creationId xmlns:a16="http://schemas.microsoft.com/office/drawing/2014/main" id="{B1EBA00C-8D23-4B8D-996F-763D44718637}"/>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83">
                <a:extLst>
                  <a:ext uri="{FF2B5EF4-FFF2-40B4-BE49-F238E27FC236}">
                    <a16:creationId xmlns:a16="http://schemas.microsoft.com/office/drawing/2014/main" id="{A74D84D5-1D5F-4261-AC8E-F836107F1AED}"/>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84">
                <a:extLst>
                  <a:ext uri="{FF2B5EF4-FFF2-40B4-BE49-F238E27FC236}">
                    <a16:creationId xmlns:a16="http://schemas.microsoft.com/office/drawing/2014/main" id="{FAE1892A-CE1C-4062-87F1-490874F36EE9}"/>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1802612C-7EF5-4229-B874-804F63CA5157}"/>
                </a:ext>
              </a:extLst>
            </p:cNvPr>
            <p:cNvGrpSpPr/>
            <p:nvPr/>
          </p:nvGrpSpPr>
          <p:grpSpPr>
            <a:xfrm>
              <a:off x="354110" y="4883475"/>
              <a:ext cx="11480604" cy="109990"/>
              <a:chOff x="354110" y="4888062"/>
              <a:chExt cx="11480604" cy="109990"/>
            </a:xfrm>
            <a:grpFill/>
          </p:grpSpPr>
          <p:sp>
            <p:nvSpPr>
              <p:cNvPr id="97" name="Rectangle 5">
                <a:extLst>
                  <a:ext uri="{FF2B5EF4-FFF2-40B4-BE49-F238E27FC236}">
                    <a16:creationId xmlns:a16="http://schemas.microsoft.com/office/drawing/2014/main" id="{79ECF9B6-3DAB-4C5C-B34E-D0A7F38B761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6">
                <a:extLst>
                  <a:ext uri="{FF2B5EF4-FFF2-40B4-BE49-F238E27FC236}">
                    <a16:creationId xmlns:a16="http://schemas.microsoft.com/office/drawing/2014/main" id="{35C9E271-FB6D-4F58-AC40-C72BEAE8A205}"/>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7">
                <a:extLst>
                  <a:ext uri="{FF2B5EF4-FFF2-40B4-BE49-F238E27FC236}">
                    <a16:creationId xmlns:a16="http://schemas.microsoft.com/office/drawing/2014/main" id="{6C77D497-A891-4E55-B019-C188318C9B94}"/>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8">
                <a:extLst>
                  <a:ext uri="{FF2B5EF4-FFF2-40B4-BE49-F238E27FC236}">
                    <a16:creationId xmlns:a16="http://schemas.microsoft.com/office/drawing/2014/main" id="{789A10D5-86A9-4355-A65E-55E0070B0C22}"/>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9">
                <a:extLst>
                  <a:ext uri="{FF2B5EF4-FFF2-40B4-BE49-F238E27FC236}">
                    <a16:creationId xmlns:a16="http://schemas.microsoft.com/office/drawing/2014/main" id="{190FC9CA-1CD6-4748-9D13-6C41111A17B7}"/>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10">
                <a:extLst>
                  <a:ext uri="{FF2B5EF4-FFF2-40B4-BE49-F238E27FC236}">
                    <a16:creationId xmlns:a16="http://schemas.microsoft.com/office/drawing/2014/main" id="{C8822FE6-6227-48F7-AA73-92699ABEA3A8}"/>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11">
                <a:extLst>
                  <a:ext uri="{FF2B5EF4-FFF2-40B4-BE49-F238E27FC236}">
                    <a16:creationId xmlns:a16="http://schemas.microsoft.com/office/drawing/2014/main" id="{E5E1E87B-24C4-475C-8A8F-5B997B2D073F}"/>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12">
                <a:extLst>
                  <a:ext uri="{FF2B5EF4-FFF2-40B4-BE49-F238E27FC236}">
                    <a16:creationId xmlns:a16="http://schemas.microsoft.com/office/drawing/2014/main" id="{A10C8796-2AC4-44B9-947C-67EA0E966720}"/>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13">
                <a:extLst>
                  <a:ext uri="{FF2B5EF4-FFF2-40B4-BE49-F238E27FC236}">
                    <a16:creationId xmlns:a16="http://schemas.microsoft.com/office/drawing/2014/main" id="{9C3B2967-6FE1-42A9-8AA6-D88F39ED2592}"/>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14">
                <a:extLst>
                  <a:ext uri="{FF2B5EF4-FFF2-40B4-BE49-F238E27FC236}">
                    <a16:creationId xmlns:a16="http://schemas.microsoft.com/office/drawing/2014/main" id="{D65A60F3-B8CA-4A07-BA50-4382410F7DF3}"/>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15">
                <a:extLst>
                  <a:ext uri="{FF2B5EF4-FFF2-40B4-BE49-F238E27FC236}">
                    <a16:creationId xmlns:a16="http://schemas.microsoft.com/office/drawing/2014/main" id="{CE9D0345-78D9-481A-97CD-9F4F5005DCF5}"/>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6">
                <a:extLst>
                  <a:ext uri="{FF2B5EF4-FFF2-40B4-BE49-F238E27FC236}">
                    <a16:creationId xmlns:a16="http://schemas.microsoft.com/office/drawing/2014/main" id="{335FF664-C997-40CD-A253-17AE029463EF}"/>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7">
                <a:extLst>
                  <a:ext uri="{FF2B5EF4-FFF2-40B4-BE49-F238E27FC236}">
                    <a16:creationId xmlns:a16="http://schemas.microsoft.com/office/drawing/2014/main" id="{9CC2681F-B216-40D9-B5A0-F02DCEABDF71}"/>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8">
                <a:extLst>
                  <a:ext uri="{FF2B5EF4-FFF2-40B4-BE49-F238E27FC236}">
                    <a16:creationId xmlns:a16="http://schemas.microsoft.com/office/drawing/2014/main" id="{A3004976-7D17-4D1E-8C1B-307A36D4D3A6}"/>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9">
                <a:extLst>
                  <a:ext uri="{FF2B5EF4-FFF2-40B4-BE49-F238E27FC236}">
                    <a16:creationId xmlns:a16="http://schemas.microsoft.com/office/drawing/2014/main" id="{2441E1C0-EA8F-4829-96F9-79E4F9F9B8A8}"/>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20">
                <a:extLst>
                  <a:ext uri="{FF2B5EF4-FFF2-40B4-BE49-F238E27FC236}">
                    <a16:creationId xmlns:a16="http://schemas.microsoft.com/office/drawing/2014/main" id="{44BC57F8-5DE7-403F-B665-F6F2827DB80C}"/>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21">
                <a:extLst>
                  <a:ext uri="{FF2B5EF4-FFF2-40B4-BE49-F238E27FC236}">
                    <a16:creationId xmlns:a16="http://schemas.microsoft.com/office/drawing/2014/main" id="{B34B239C-EECF-4F26-A48A-B0CC0F65BC73}"/>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22">
                <a:extLst>
                  <a:ext uri="{FF2B5EF4-FFF2-40B4-BE49-F238E27FC236}">
                    <a16:creationId xmlns:a16="http://schemas.microsoft.com/office/drawing/2014/main" id="{9761DB51-CFA3-48D3-A481-6AAF4370D4B5}"/>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23">
                <a:extLst>
                  <a:ext uri="{FF2B5EF4-FFF2-40B4-BE49-F238E27FC236}">
                    <a16:creationId xmlns:a16="http://schemas.microsoft.com/office/drawing/2014/main" id="{8BF8C0DC-CA13-4B3A-9B31-81AD0D5A3B96}"/>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24">
                <a:extLst>
                  <a:ext uri="{FF2B5EF4-FFF2-40B4-BE49-F238E27FC236}">
                    <a16:creationId xmlns:a16="http://schemas.microsoft.com/office/drawing/2014/main" id="{3B5D9432-1B5F-4352-8E2D-A4C9BA278820}"/>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25">
                <a:extLst>
                  <a:ext uri="{FF2B5EF4-FFF2-40B4-BE49-F238E27FC236}">
                    <a16:creationId xmlns:a16="http://schemas.microsoft.com/office/drawing/2014/main" id="{A72578CA-857C-4FF3-99D2-2409F1404F50}"/>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6">
                <a:extLst>
                  <a:ext uri="{FF2B5EF4-FFF2-40B4-BE49-F238E27FC236}">
                    <a16:creationId xmlns:a16="http://schemas.microsoft.com/office/drawing/2014/main" id="{CAD4F8AF-D5EE-4F50-B004-20393F40DD74}"/>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7">
                <a:extLst>
                  <a:ext uri="{FF2B5EF4-FFF2-40B4-BE49-F238E27FC236}">
                    <a16:creationId xmlns:a16="http://schemas.microsoft.com/office/drawing/2014/main" id="{8A57F274-20A6-4680-B7C0-AD8EA5A0BB6B}"/>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8">
                <a:extLst>
                  <a:ext uri="{FF2B5EF4-FFF2-40B4-BE49-F238E27FC236}">
                    <a16:creationId xmlns:a16="http://schemas.microsoft.com/office/drawing/2014/main" id="{0F14F482-588A-4EEB-8243-0F8DF0EBFCDB}"/>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9">
                <a:extLst>
                  <a:ext uri="{FF2B5EF4-FFF2-40B4-BE49-F238E27FC236}">
                    <a16:creationId xmlns:a16="http://schemas.microsoft.com/office/drawing/2014/main" id="{DBE68752-D099-4312-A230-0F3B7131BC49}"/>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30">
                <a:extLst>
                  <a:ext uri="{FF2B5EF4-FFF2-40B4-BE49-F238E27FC236}">
                    <a16:creationId xmlns:a16="http://schemas.microsoft.com/office/drawing/2014/main" id="{405BD9F5-ECE9-4C54-B627-8C58DFD73551}"/>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81BDD497-9AE8-4EFE-A518-EB1944C837FD}"/>
                </a:ext>
              </a:extLst>
            </p:cNvPr>
            <p:cNvGrpSpPr/>
            <p:nvPr/>
          </p:nvGrpSpPr>
          <p:grpSpPr>
            <a:xfrm>
              <a:off x="354110" y="5390187"/>
              <a:ext cx="11480604" cy="108822"/>
              <a:chOff x="354110" y="5396454"/>
              <a:chExt cx="11480604" cy="108822"/>
            </a:xfrm>
            <a:grpFill/>
          </p:grpSpPr>
          <p:sp>
            <p:nvSpPr>
              <p:cNvPr id="71" name="Rectangle 32">
                <a:extLst>
                  <a:ext uri="{FF2B5EF4-FFF2-40B4-BE49-F238E27FC236}">
                    <a16:creationId xmlns:a16="http://schemas.microsoft.com/office/drawing/2014/main" id="{46DE1FDE-4944-42F3-AB62-2DB5477E3F4E}"/>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33">
                <a:extLst>
                  <a:ext uri="{FF2B5EF4-FFF2-40B4-BE49-F238E27FC236}">
                    <a16:creationId xmlns:a16="http://schemas.microsoft.com/office/drawing/2014/main" id="{06FCE84A-9F7C-4DFE-8CA9-5982F096E6E7}"/>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34">
                <a:extLst>
                  <a:ext uri="{FF2B5EF4-FFF2-40B4-BE49-F238E27FC236}">
                    <a16:creationId xmlns:a16="http://schemas.microsoft.com/office/drawing/2014/main" id="{DD56D081-1AAA-49A3-ABDB-5C753E6ABED1}"/>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35">
                <a:extLst>
                  <a:ext uri="{FF2B5EF4-FFF2-40B4-BE49-F238E27FC236}">
                    <a16:creationId xmlns:a16="http://schemas.microsoft.com/office/drawing/2014/main" id="{BD4D92B3-9AE0-48B8-959E-07EA7AB29F39}"/>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36">
                <a:extLst>
                  <a:ext uri="{FF2B5EF4-FFF2-40B4-BE49-F238E27FC236}">
                    <a16:creationId xmlns:a16="http://schemas.microsoft.com/office/drawing/2014/main" id="{3DD3026A-6FE6-4FA7-90F4-6DE1E8898CA9}"/>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37">
                <a:extLst>
                  <a:ext uri="{FF2B5EF4-FFF2-40B4-BE49-F238E27FC236}">
                    <a16:creationId xmlns:a16="http://schemas.microsoft.com/office/drawing/2014/main" id="{AC970942-28D3-4460-85B7-BD20B0D76AC0}"/>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8">
                <a:extLst>
                  <a:ext uri="{FF2B5EF4-FFF2-40B4-BE49-F238E27FC236}">
                    <a16:creationId xmlns:a16="http://schemas.microsoft.com/office/drawing/2014/main" id="{03D96458-7899-4A24-B66B-461086FAA137}"/>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9">
                <a:extLst>
                  <a:ext uri="{FF2B5EF4-FFF2-40B4-BE49-F238E27FC236}">
                    <a16:creationId xmlns:a16="http://schemas.microsoft.com/office/drawing/2014/main" id="{C8A769BE-C8A3-44B6-A98B-9A0CA8C8C1B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40">
                <a:extLst>
                  <a:ext uri="{FF2B5EF4-FFF2-40B4-BE49-F238E27FC236}">
                    <a16:creationId xmlns:a16="http://schemas.microsoft.com/office/drawing/2014/main" id="{42866ABD-1FE3-40D1-8819-FC2FC19BC13E}"/>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41">
                <a:extLst>
                  <a:ext uri="{FF2B5EF4-FFF2-40B4-BE49-F238E27FC236}">
                    <a16:creationId xmlns:a16="http://schemas.microsoft.com/office/drawing/2014/main" id="{0DA7C80D-458F-4BCF-9DF9-4EA5C63B694E}"/>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42">
                <a:extLst>
                  <a:ext uri="{FF2B5EF4-FFF2-40B4-BE49-F238E27FC236}">
                    <a16:creationId xmlns:a16="http://schemas.microsoft.com/office/drawing/2014/main" id="{0BDDAC83-E0E2-46D1-BE39-29D715978A44}"/>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43">
                <a:extLst>
                  <a:ext uri="{FF2B5EF4-FFF2-40B4-BE49-F238E27FC236}">
                    <a16:creationId xmlns:a16="http://schemas.microsoft.com/office/drawing/2014/main" id="{778B5BE3-4E1C-4C31-8E26-1435B98AADE2}"/>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44">
                <a:extLst>
                  <a:ext uri="{FF2B5EF4-FFF2-40B4-BE49-F238E27FC236}">
                    <a16:creationId xmlns:a16="http://schemas.microsoft.com/office/drawing/2014/main" id="{12D1914C-8D7D-4C81-BF2A-CC415E7FEFEA}"/>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45">
                <a:extLst>
                  <a:ext uri="{FF2B5EF4-FFF2-40B4-BE49-F238E27FC236}">
                    <a16:creationId xmlns:a16="http://schemas.microsoft.com/office/drawing/2014/main" id="{3F7280B3-7FC7-46CC-B0AA-9279C8F01F29}"/>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6">
                <a:extLst>
                  <a:ext uri="{FF2B5EF4-FFF2-40B4-BE49-F238E27FC236}">
                    <a16:creationId xmlns:a16="http://schemas.microsoft.com/office/drawing/2014/main" id="{8518DB40-11B0-4C34-8085-E25C7CCE9078}"/>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7">
                <a:extLst>
                  <a:ext uri="{FF2B5EF4-FFF2-40B4-BE49-F238E27FC236}">
                    <a16:creationId xmlns:a16="http://schemas.microsoft.com/office/drawing/2014/main" id="{A0A4571B-8522-4F7C-A623-D22275A4BA72}"/>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8">
                <a:extLst>
                  <a:ext uri="{FF2B5EF4-FFF2-40B4-BE49-F238E27FC236}">
                    <a16:creationId xmlns:a16="http://schemas.microsoft.com/office/drawing/2014/main" id="{0058B0EA-93A6-4250-B9BB-2189D860E5A2}"/>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9">
                <a:extLst>
                  <a:ext uri="{FF2B5EF4-FFF2-40B4-BE49-F238E27FC236}">
                    <a16:creationId xmlns:a16="http://schemas.microsoft.com/office/drawing/2014/main" id="{AD35427D-2F04-45B3-A5EA-4C931023ECE8}"/>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50">
                <a:extLst>
                  <a:ext uri="{FF2B5EF4-FFF2-40B4-BE49-F238E27FC236}">
                    <a16:creationId xmlns:a16="http://schemas.microsoft.com/office/drawing/2014/main" id="{C9AE1296-0B65-425E-B952-6EA87FD817F0}"/>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51">
                <a:extLst>
                  <a:ext uri="{FF2B5EF4-FFF2-40B4-BE49-F238E27FC236}">
                    <a16:creationId xmlns:a16="http://schemas.microsoft.com/office/drawing/2014/main" id="{7A1EA1D6-A2F2-45C1-B37A-53504239CE56}"/>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52">
                <a:extLst>
                  <a:ext uri="{FF2B5EF4-FFF2-40B4-BE49-F238E27FC236}">
                    <a16:creationId xmlns:a16="http://schemas.microsoft.com/office/drawing/2014/main" id="{505AF1AD-40CE-4BC2-AC86-033E06E7B6F6}"/>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53">
                <a:extLst>
                  <a:ext uri="{FF2B5EF4-FFF2-40B4-BE49-F238E27FC236}">
                    <a16:creationId xmlns:a16="http://schemas.microsoft.com/office/drawing/2014/main" id="{4E83FA98-5620-4FBC-83BE-A15F94C83D59}"/>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54">
                <a:extLst>
                  <a:ext uri="{FF2B5EF4-FFF2-40B4-BE49-F238E27FC236}">
                    <a16:creationId xmlns:a16="http://schemas.microsoft.com/office/drawing/2014/main" id="{994A88E7-EC98-4704-B017-A2BEA7AB44CD}"/>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55">
                <a:extLst>
                  <a:ext uri="{FF2B5EF4-FFF2-40B4-BE49-F238E27FC236}">
                    <a16:creationId xmlns:a16="http://schemas.microsoft.com/office/drawing/2014/main" id="{44F8541E-6BEB-4522-8934-CDC85C95B804}"/>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6">
                <a:extLst>
                  <a:ext uri="{FF2B5EF4-FFF2-40B4-BE49-F238E27FC236}">
                    <a16:creationId xmlns:a16="http://schemas.microsoft.com/office/drawing/2014/main" id="{41BE143F-1045-43B6-9112-9CA42EAB94D5}"/>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7">
                <a:extLst>
                  <a:ext uri="{FF2B5EF4-FFF2-40B4-BE49-F238E27FC236}">
                    <a16:creationId xmlns:a16="http://schemas.microsoft.com/office/drawing/2014/main" id="{15B3273B-882C-4741-AFCB-88C00782C05E}"/>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42D156E4-2FEE-41D1-B234-92FA676F4D8E}"/>
                </a:ext>
              </a:extLst>
            </p:cNvPr>
            <p:cNvGrpSpPr/>
            <p:nvPr/>
          </p:nvGrpSpPr>
          <p:grpSpPr>
            <a:xfrm>
              <a:off x="354110" y="5895731"/>
              <a:ext cx="11480604" cy="109990"/>
              <a:chOff x="354110" y="5903678"/>
              <a:chExt cx="11480604" cy="109990"/>
            </a:xfrm>
            <a:grpFill/>
          </p:grpSpPr>
          <p:sp>
            <p:nvSpPr>
              <p:cNvPr id="45" name="Rectangle 59">
                <a:extLst>
                  <a:ext uri="{FF2B5EF4-FFF2-40B4-BE49-F238E27FC236}">
                    <a16:creationId xmlns:a16="http://schemas.microsoft.com/office/drawing/2014/main" id="{1282A854-928F-4C4C-AF50-E805B6E24D60}"/>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60">
                <a:extLst>
                  <a:ext uri="{FF2B5EF4-FFF2-40B4-BE49-F238E27FC236}">
                    <a16:creationId xmlns:a16="http://schemas.microsoft.com/office/drawing/2014/main" id="{BF09B981-640A-4B56-97EF-77A7674F2AB4}"/>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61">
                <a:extLst>
                  <a:ext uri="{FF2B5EF4-FFF2-40B4-BE49-F238E27FC236}">
                    <a16:creationId xmlns:a16="http://schemas.microsoft.com/office/drawing/2014/main" id="{0E3D84C4-7127-44E3-9D80-DD4C9DF86B9B}"/>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62">
                <a:extLst>
                  <a:ext uri="{FF2B5EF4-FFF2-40B4-BE49-F238E27FC236}">
                    <a16:creationId xmlns:a16="http://schemas.microsoft.com/office/drawing/2014/main" id="{3C0ED1F5-7157-4C03-AF23-63AA54E2020F}"/>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63">
                <a:extLst>
                  <a:ext uri="{FF2B5EF4-FFF2-40B4-BE49-F238E27FC236}">
                    <a16:creationId xmlns:a16="http://schemas.microsoft.com/office/drawing/2014/main" id="{DA4CC94A-11EC-484D-93A8-A6BA55C942E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64">
                <a:extLst>
                  <a:ext uri="{FF2B5EF4-FFF2-40B4-BE49-F238E27FC236}">
                    <a16:creationId xmlns:a16="http://schemas.microsoft.com/office/drawing/2014/main" id="{F3F8546E-5077-4146-94A8-9C4CC244E519}"/>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 name="Rectangle 65">
                <a:extLst>
                  <a:ext uri="{FF2B5EF4-FFF2-40B4-BE49-F238E27FC236}">
                    <a16:creationId xmlns:a16="http://schemas.microsoft.com/office/drawing/2014/main" id="{931F67C4-9C1D-4588-A8E6-3E99D64C700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6">
                <a:extLst>
                  <a:ext uri="{FF2B5EF4-FFF2-40B4-BE49-F238E27FC236}">
                    <a16:creationId xmlns:a16="http://schemas.microsoft.com/office/drawing/2014/main" id="{EB21CB79-3CB2-4077-A9B9-C45985197177}"/>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7">
                <a:extLst>
                  <a:ext uri="{FF2B5EF4-FFF2-40B4-BE49-F238E27FC236}">
                    <a16:creationId xmlns:a16="http://schemas.microsoft.com/office/drawing/2014/main" id="{DD611496-16E5-4416-B1A2-02348ABD39A2}"/>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8">
                <a:extLst>
                  <a:ext uri="{FF2B5EF4-FFF2-40B4-BE49-F238E27FC236}">
                    <a16:creationId xmlns:a16="http://schemas.microsoft.com/office/drawing/2014/main" id="{EF4511E4-6AE1-4AD2-9E94-8DFEBF58B10C}"/>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9">
                <a:extLst>
                  <a:ext uri="{FF2B5EF4-FFF2-40B4-BE49-F238E27FC236}">
                    <a16:creationId xmlns:a16="http://schemas.microsoft.com/office/drawing/2014/main" id="{5A9F5148-2BFE-49A2-882C-9C270DAC2D30}"/>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70">
                <a:extLst>
                  <a:ext uri="{FF2B5EF4-FFF2-40B4-BE49-F238E27FC236}">
                    <a16:creationId xmlns:a16="http://schemas.microsoft.com/office/drawing/2014/main" id="{17978533-954B-41FA-ACA1-BB2EAC45FE1D}"/>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71">
                <a:extLst>
                  <a:ext uri="{FF2B5EF4-FFF2-40B4-BE49-F238E27FC236}">
                    <a16:creationId xmlns:a16="http://schemas.microsoft.com/office/drawing/2014/main" id="{9926B974-3B58-43BE-A627-034A472C617C}"/>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72">
                <a:extLst>
                  <a:ext uri="{FF2B5EF4-FFF2-40B4-BE49-F238E27FC236}">
                    <a16:creationId xmlns:a16="http://schemas.microsoft.com/office/drawing/2014/main" id="{E88CA7B8-FC95-4FE1-9B97-D5EF9F942413}"/>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73">
                <a:extLst>
                  <a:ext uri="{FF2B5EF4-FFF2-40B4-BE49-F238E27FC236}">
                    <a16:creationId xmlns:a16="http://schemas.microsoft.com/office/drawing/2014/main" id="{A92934FD-C410-4C84-A5E1-081E7B422AA1}"/>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74">
                <a:extLst>
                  <a:ext uri="{FF2B5EF4-FFF2-40B4-BE49-F238E27FC236}">
                    <a16:creationId xmlns:a16="http://schemas.microsoft.com/office/drawing/2014/main" id="{2DA33973-6FE4-4D86-BBFB-90D4909293C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75">
                <a:extLst>
                  <a:ext uri="{FF2B5EF4-FFF2-40B4-BE49-F238E27FC236}">
                    <a16:creationId xmlns:a16="http://schemas.microsoft.com/office/drawing/2014/main" id="{94818BD6-2B6E-47BE-B503-E9E8E6375D92}"/>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6">
                <a:extLst>
                  <a:ext uri="{FF2B5EF4-FFF2-40B4-BE49-F238E27FC236}">
                    <a16:creationId xmlns:a16="http://schemas.microsoft.com/office/drawing/2014/main" id="{F051DFF7-292C-4CA6-B811-8790171A25A6}"/>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7">
                <a:extLst>
                  <a:ext uri="{FF2B5EF4-FFF2-40B4-BE49-F238E27FC236}">
                    <a16:creationId xmlns:a16="http://schemas.microsoft.com/office/drawing/2014/main" id="{728FA892-539E-4633-A6ED-61FF464A5030}"/>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8">
                <a:extLst>
                  <a:ext uri="{FF2B5EF4-FFF2-40B4-BE49-F238E27FC236}">
                    <a16:creationId xmlns:a16="http://schemas.microsoft.com/office/drawing/2014/main" id="{FE6AF4DA-E293-4A89-BE4C-DD3E6BDBE217}"/>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9">
                <a:extLst>
                  <a:ext uri="{FF2B5EF4-FFF2-40B4-BE49-F238E27FC236}">
                    <a16:creationId xmlns:a16="http://schemas.microsoft.com/office/drawing/2014/main" id="{11BA7696-6E60-4A76-8A02-38F11535F1F3}"/>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80">
                <a:extLst>
                  <a:ext uri="{FF2B5EF4-FFF2-40B4-BE49-F238E27FC236}">
                    <a16:creationId xmlns:a16="http://schemas.microsoft.com/office/drawing/2014/main" id="{EBA43DA8-F00F-4803-9505-8D973D07BA4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81">
                <a:extLst>
                  <a:ext uri="{FF2B5EF4-FFF2-40B4-BE49-F238E27FC236}">
                    <a16:creationId xmlns:a16="http://schemas.microsoft.com/office/drawing/2014/main" id="{5996994C-303B-47AD-B7A1-EB4C4801F26D}"/>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82">
                <a:extLst>
                  <a:ext uri="{FF2B5EF4-FFF2-40B4-BE49-F238E27FC236}">
                    <a16:creationId xmlns:a16="http://schemas.microsoft.com/office/drawing/2014/main" id="{AC9DA622-9D85-4CCD-AC5B-C16EC91FDA83}"/>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83">
                <a:extLst>
                  <a:ext uri="{FF2B5EF4-FFF2-40B4-BE49-F238E27FC236}">
                    <a16:creationId xmlns:a16="http://schemas.microsoft.com/office/drawing/2014/main" id="{74795EEC-C77C-457E-8ED2-A2565D98D6B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84">
                <a:extLst>
                  <a:ext uri="{FF2B5EF4-FFF2-40B4-BE49-F238E27FC236}">
                    <a16:creationId xmlns:a16="http://schemas.microsoft.com/office/drawing/2014/main" id="{E7A6C9D7-E009-43E7-83C2-4012ED6CC081}"/>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56EC6267-892C-414C-9F90-78AE254ABFE9}"/>
                </a:ext>
              </a:extLst>
            </p:cNvPr>
            <p:cNvGrpSpPr/>
            <p:nvPr/>
          </p:nvGrpSpPr>
          <p:grpSpPr>
            <a:xfrm>
              <a:off x="354110" y="6402442"/>
              <a:ext cx="11480604" cy="109990"/>
              <a:chOff x="354110" y="5903678"/>
              <a:chExt cx="11480604" cy="109990"/>
            </a:xfrm>
            <a:grpFill/>
          </p:grpSpPr>
          <p:sp>
            <p:nvSpPr>
              <p:cNvPr id="19" name="Rectangle 59">
                <a:extLst>
                  <a:ext uri="{FF2B5EF4-FFF2-40B4-BE49-F238E27FC236}">
                    <a16:creationId xmlns:a16="http://schemas.microsoft.com/office/drawing/2014/main" id="{3E75128E-3C74-4C95-89B7-CB30EBD0DA91}"/>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 name="Rectangle 60">
                <a:extLst>
                  <a:ext uri="{FF2B5EF4-FFF2-40B4-BE49-F238E27FC236}">
                    <a16:creationId xmlns:a16="http://schemas.microsoft.com/office/drawing/2014/main" id="{5123F894-661A-41E9-A3C4-D65153785919}"/>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 name="Rectangle 61">
                <a:extLst>
                  <a:ext uri="{FF2B5EF4-FFF2-40B4-BE49-F238E27FC236}">
                    <a16:creationId xmlns:a16="http://schemas.microsoft.com/office/drawing/2014/main" id="{6DE83EB5-D56C-4E03-AFAA-ABFCDBF5269C}"/>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 name="Rectangle 62">
                <a:extLst>
                  <a:ext uri="{FF2B5EF4-FFF2-40B4-BE49-F238E27FC236}">
                    <a16:creationId xmlns:a16="http://schemas.microsoft.com/office/drawing/2014/main" id="{A7150839-4B6F-48D6-8DC1-234F92C99691}"/>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 name="Rectangle 63">
                <a:extLst>
                  <a:ext uri="{FF2B5EF4-FFF2-40B4-BE49-F238E27FC236}">
                    <a16:creationId xmlns:a16="http://schemas.microsoft.com/office/drawing/2014/main" id="{F57DE175-BDB3-46EA-A233-0D1C4BC629CE}"/>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 name="Rectangle 64">
                <a:extLst>
                  <a:ext uri="{FF2B5EF4-FFF2-40B4-BE49-F238E27FC236}">
                    <a16:creationId xmlns:a16="http://schemas.microsoft.com/office/drawing/2014/main" id="{E0DC63F5-28E3-423C-884B-60E11C90CCF8}"/>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 name="Rectangle 65">
                <a:extLst>
                  <a:ext uri="{FF2B5EF4-FFF2-40B4-BE49-F238E27FC236}">
                    <a16:creationId xmlns:a16="http://schemas.microsoft.com/office/drawing/2014/main" id="{1B8EDB48-7E1A-4E8D-8DD6-E2E9045E5CC7}"/>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6">
                <a:extLst>
                  <a:ext uri="{FF2B5EF4-FFF2-40B4-BE49-F238E27FC236}">
                    <a16:creationId xmlns:a16="http://schemas.microsoft.com/office/drawing/2014/main" id="{7B2F1A3E-E3C9-4E74-A8BB-5D7489CCC81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7">
                <a:extLst>
                  <a:ext uri="{FF2B5EF4-FFF2-40B4-BE49-F238E27FC236}">
                    <a16:creationId xmlns:a16="http://schemas.microsoft.com/office/drawing/2014/main" id="{986E435A-5565-453A-9521-30F8988F19B7}"/>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8">
                <a:extLst>
                  <a:ext uri="{FF2B5EF4-FFF2-40B4-BE49-F238E27FC236}">
                    <a16:creationId xmlns:a16="http://schemas.microsoft.com/office/drawing/2014/main" id="{1B037B73-2947-4134-8DBF-86815CE18D01}"/>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9">
                <a:extLst>
                  <a:ext uri="{FF2B5EF4-FFF2-40B4-BE49-F238E27FC236}">
                    <a16:creationId xmlns:a16="http://schemas.microsoft.com/office/drawing/2014/main" id="{59E3FCFD-4BC9-4154-9F9A-FEDADE6AF85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70">
                <a:extLst>
                  <a:ext uri="{FF2B5EF4-FFF2-40B4-BE49-F238E27FC236}">
                    <a16:creationId xmlns:a16="http://schemas.microsoft.com/office/drawing/2014/main" id="{75B4E090-E69E-4E1B-9D47-2E7610643E70}"/>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71">
                <a:extLst>
                  <a:ext uri="{FF2B5EF4-FFF2-40B4-BE49-F238E27FC236}">
                    <a16:creationId xmlns:a16="http://schemas.microsoft.com/office/drawing/2014/main" id="{3E8EF4EA-870F-4671-9D93-BBDD11E3A6D3}"/>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72">
                <a:extLst>
                  <a:ext uri="{FF2B5EF4-FFF2-40B4-BE49-F238E27FC236}">
                    <a16:creationId xmlns:a16="http://schemas.microsoft.com/office/drawing/2014/main" id="{381F046F-5BF7-4214-B4FB-EEBE29F7CA15}"/>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73">
                <a:extLst>
                  <a:ext uri="{FF2B5EF4-FFF2-40B4-BE49-F238E27FC236}">
                    <a16:creationId xmlns:a16="http://schemas.microsoft.com/office/drawing/2014/main" id="{836148AC-AF61-43A3-A1B1-BB54CE216AEA}"/>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74">
                <a:extLst>
                  <a:ext uri="{FF2B5EF4-FFF2-40B4-BE49-F238E27FC236}">
                    <a16:creationId xmlns:a16="http://schemas.microsoft.com/office/drawing/2014/main" id="{B1DE9085-D5E0-4B83-BB80-E434D7DDD15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75">
                <a:extLst>
                  <a:ext uri="{FF2B5EF4-FFF2-40B4-BE49-F238E27FC236}">
                    <a16:creationId xmlns:a16="http://schemas.microsoft.com/office/drawing/2014/main" id="{317373CF-A0A3-4A1C-88A0-683C2A8DF16F}"/>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6">
                <a:extLst>
                  <a:ext uri="{FF2B5EF4-FFF2-40B4-BE49-F238E27FC236}">
                    <a16:creationId xmlns:a16="http://schemas.microsoft.com/office/drawing/2014/main" id="{4347A2CA-AF14-4C9E-BBAB-D90DBAA96501}"/>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7">
                <a:extLst>
                  <a:ext uri="{FF2B5EF4-FFF2-40B4-BE49-F238E27FC236}">
                    <a16:creationId xmlns:a16="http://schemas.microsoft.com/office/drawing/2014/main" id="{B9A6E2C3-57A3-42A9-A83E-18CDCD7C69CF}"/>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8">
                <a:extLst>
                  <a:ext uri="{FF2B5EF4-FFF2-40B4-BE49-F238E27FC236}">
                    <a16:creationId xmlns:a16="http://schemas.microsoft.com/office/drawing/2014/main" id="{66345FAF-D8B3-4589-B236-9592A4B2E67D}"/>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9">
                <a:extLst>
                  <a:ext uri="{FF2B5EF4-FFF2-40B4-BE49-F238E27FC236}">
                    <a16:creationId xmlns:a16="http://schemas.microsoft.com/office/drawing/2014/main" id="{B6D66C40-7B12-4FAE-BA0D-F11071E94A85}"/>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80">
                <a:extLst>
                  <a:ext uri="{FF2B5EF4-FFF2-40B4-BE49-F238E27FC236}">
                    <a16:creationId xmlns:a16="http://schemas.microsoft.com/office/drawing/2014/main" id="{88E16CD4-DE64-472C-92F2-04F69839E843}"/>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81">
                <a:extLst>
                  <a:ext uri="{FF2B5EF4-FFF2-40B4-BE49-F238E27FC236}">
                    <a16:creationId xmlns:a16="http://schemas.microsoft.com/office/drawing/2014/main" id="{D595AF87-0CEC-4595-A702-E82EE7CBEF90}"/>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82">
                <a:extLst>
                  <a:ext uri="{FF2B5EF4-FFF2-40B4-BE49-F238E27FC236}">
                    <a16:creationId xmlns:a16="http://schemas.microsoft.com/office/drawing/2014/main" id="{61ED73B8-7315-4650-922A-B9670ED5FF3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83">
                <a:extLst>
                  <a:ext uri="{FF2B5EF4-FFF2-40B4-BE49-F238E27FC236}">
                    <a16:creationId xmlns:a16="http://schemas.microsoft.com/office/drawing/2014/main" id="{78E5D2BE-A2AA-4686-881A-1AAC20E7698E}"/>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84">
                <a:extLst>
                  <a:ext uri="{FF2B5EF4-FFF2-40B4-BE49-F238E27FC236}">
                    <a16:creationId xmlns:a16="http://schemas.microsoft.com/office/drawing/2014/main" id="{6983C63B-88C2-4A51-9595-E3C3B3B91183}"/>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357" name="Title 1">
            <a:extLst>
              <a:ext uri="{FF2B5EF4-FFF2-40B4-BE49-F238E27FC236}">
                <a16:creationId xmlns:a16="http://schemas.microsoft.com/office/drawing/2014/main" id="{854A438C-BC9A-4A4F-ABD3-80A84279ECBF}"/>
              </a:ext>
            </a:extLst>
          </p:cNvPr>
          <p:cNvSpPr>
            <a:spLocks noGrp="1"/>
          </p:cNvSpPr>
          <p:nvPr>
            <p:ph type="title"/>
          </p:nvPr>
        </p:nvSpPr>
        <p:spPr>
          <a:xfrm>
            <a:off x="189756" y="73844"/>
            <a:ext cx="10969943" cy="711081"/>
          </a:xfrm>
        </p:spPr>
        <p:txBody>
          <a:bodyPr>
            <a:noAutofit/>
          </a:bodyPr>
          <a:lstStyle>
            <a:lvl1pPr algn="l">
              <a:defRPr sz="3600">
                <a:solidFill>
                  <a:schemeClr val="bg1"/>
                </a:solidFill>
                <a:latin typeface="Cooper Black" panose="0208090404030B020404" pitchFamily="18" charset="0"/>
              </a:defRPr>
            </a:lvl1pPr>
          </a:lstStyle>
          <a:p>
            <a:r>
              <a:rPr lang="en-US" dirty="0"/>
              <a:t>Click to edit Master title style</a:t>
            </a:r>
          </a:p>
        </p:txBody>
      </p:sp>
    </p:spTree>
    <p:extLst>
      <p:ext uri="{BB962C8B-B14F-4D97-AF65-F5344CB8AC3E}">
        <p14:creationId xmlns:p14="http://schemas.microsoft.com/office/powerpoint/2010/main" val="245349110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About Us">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sp>
        <p:nvSpPr>
          <p:cNvPr id="10" name="Picture Placeholder 9">
            <a:extLst>
              <a:ext uri="{FF2B5EF4-FFF2-40B4-BE49-F238E27FC236}">
                <a16:creationId xmlns:a16="http://schemas.microsoft.com/office/drawing/2014/main" id="{08ACDF83-3992-49FB-93C3-FD7BBB55C915}"/>
              </a:ext>
            </a:extLst>
          </p:cNvPr>
          <p:cNvSpPr>
            <a:spLocks noGrp="1"/>
          </p:cNvSpPr>
          <p:nvPr>
            <p:ph type="pic" sz="quarter" idx="13"/>
          </p:nvPr>
        </p:nvSpPr>
        <p:spPr>
          <a:xfrm>
            <a:off x="4575931" y="607234"/>
            <a:ext cx="6932127" cy="4386230"/>
          </a:xfrm>
          <a:custGeom>
            <a:avLst/>
            <a:gdLst>
              <a:gd name="connsiteX0" fmla="*/ 387523 w 6932127"/>
              <a:gd name="connsiteY0" fmla="*/ 0 h 4386230"/>
              <a:gd name="connsiteX1" fmla="*/ 6544604 w 6932127"/>
              <a:gd name="connsiteY1" fmla="*/ 0 h 4386230"/>
              <a:gd name="connsiteX2" fmla="*/ 6932127 w 6932127"/>
              <a:gd name="connsiteY2" fmla="*/ 387523 h 4386230"/>
              <a:gd name="connsiteX3" fmla="*/ 6932127 w 6932127"/>
              <a:gd name="connsiteY3" fmla="*/ 3998707 h 4386230"/>
              <a:gd name="connsiteX4" fmla="*/ 6544604 w 6932127"/>
              <a:gd name="connsiteY4" fmla="*/ 4386230 h 4386230"/>
              <a:gd name="connsiteX5" fmla="*/ 387523 w 6932127"/>
              <a:gd name="connsiteY5" fmla="*/ 4386230 h 4386230"/>
              <a:gd name="connsiteX6" fmla="*/ 0 w 6932127"/>
              <a:gd name="connsiteY6" fmla="*/ 3998707 h 4386230"/>
              <a:gd name="connsiteX7" fmla="*/ 0 w 6932127"/>
              <a:gd name="connsiteY7" fmla="*/ 387523 h 4386230"/>
              <a:gd name="connsiteX8" fmla="*/ 387523 w 6932127"/>
              <a:gd name="connsiteY8" fmla="*/ 0 h 43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32127" h="4386230">
                <a:moveTo>
                  <a:pt x="387523" y="0"/>
                </a:moveTo>
                <a:lnTo>
                  <a:pt x="6544604" y="0"/>
                </a:lnTo>
                <a:cubicBezTo>
                  <a:pt x="6758627" y="0"/>
                  <a:pt x="6932127" y="173500"/>
                  <a:pt x="6932127" y="387523"/>
                </a:cubicBezTo>
                <a:lnTo>
                  <a:pt x="6932127" y="3998707"/>
                </a:lnTo>
                <a:cubicBezTo>
                  <a:pt x="6932127" y="4212730"/>
                  <a:pt x="6758627" y="4386230"/>
                  <a:pt x="6544604" y="4386230"/>
                </a:cubicBezTo>
                <a:lnTo>
                  <a:pt x="387523" y="4386230"/>
                </a:lnTo>
                <a:cubicBezTo>
                  <a:pt x="173500" y="4386230"/>
                  <a:pt x="0" y="4212730"/>
                  <a:pt x="0" y="3998707"/>
                </a:cubicBezTo>
                <a:lnTo>
                  <a:pt x="0" y="387523"/>
                </a:lnTo>
                <a:cubicBezTo>
                  <a:pt x="0" y="173500"/>
                  <a:pt x="173500" y="0"/>
                  <a:pt x="387523" y="0"/>
                </a:cubicBezTo>
                <a:close/>
              </a:path>
            </a:pathLst>
          </a:custGeom>
          <a:solidFill>
            <a:schemeClr val="accent3"/>
          </a:solidFill>
          <a:effectLst>
            <a:outerShdw blurRad="635000" dist="825500" dir="9600000" algn="tr" rotWithShape="0">
              <a:prstClr val="black">
                <a:alpha val="20000"/>
              </a:prstClr>
            </a:outerShdw>
          </a:effectLst>
        </p:spPr>
        <p:txBody>
          <a:bodyPr wrap="square" anchor="ctr">
            <a:noAutofit/>
          </a:bodyPr>
          <a:lstStyle>
            <a:lvl1pPr marL="0" indent="0" algn="ctr">
              <a:buFontTx/>
              <a:buNone/>
              <a:defRPr>
                <a:solidFill>
                  <a:schemeClr val="bg1"/>
                </a:solidFill>
                <a:latin typeface="+mn-lt"/>
              </a:defRPr>
            </a:lvl1pPr>
          </a:lstStyle>
          <a:p>
            <a:endParaRPr lang="en-IN" dirty="0"/>
          </a:p>
        </p:txBody>
      </p:sp>
    </p:spTree>
    <p:extLst>
      <p:ext uri="{BB962C8B-B14F-4D97-AF65-F5344CB8AC3E}">
        <p14:creationId xmlns:p14="http://schemas.microsoft.com/office/powerpoint/2010/main" val="278282569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
        <p:nvSpPr>
          <p:cNvPr id="364" name="Picture Placeholder 2">
            <a:extLst>
              <a:ext uri="{FF2B5EF4-FFF2-40B4-BE49-F238E27FC236}">
                <a16:creationId xmlns:a16="http://schemas.microsoft.com/office/drawing/2014/main" id="{251EF59E-16AF-4781-8288-EC19B9762CAE}"/>
              </a:ext>
            </a:extLst>
          </p:cNvPr>
          <p:cNvSpPr>
            <a:spLocks noGrp="1"/>
          </p:cNvSpPr>
          <p:nvPr>
            <p:ph type="pic" sz="quarter" idx="14"/>
          </p:nvPr>
        </p:nvSpPr>
        <p:spPr>
          <a:xfrm>
            <a:off x="-20540" y="-11151"/>
            <a:ext cx="6784876" cy="5685522"/>
          </a:xfrm>
          <a:custGeom>
            <a:avLst/>
            <a:gdLst>
              <a:gd name="connsiteX0" fmla="*/ 0 w 7654699"/>
              <a:gd name="connsiteY0" fmla="*/ 0 h 5678805"/>
              <a:gd name="connsiteX1" fmla="*/ 7654699 w 7654699"/>
              <a:gd name="connsiteY1" fmla="*/ 0 h 5678805"/>
              <a:gd name="connsiteX2" fmla="*/ 7654699 w 7654699"/>
              <a:gd name="connsiteY2" fmla="*/ 0 h 5678805"/>
              <a:gd name="connsiteX3" fmla="*/ 7654699 w 7654699"/>
              <a:gd name="connsiteY3" fmla="*/ 4808982 h 5678805"/>
              <a:gd name="connsiteX4" fmla="*/ 6784876 w 7654699"/>
              <a:gd name="connsiteY4" fmla="*/ 5678805 h 5678805"/>
              <a:gd name="connsiteX5" fmla="*/ 869823 w 7654699"/>
              <a:gd name="connsiteY5" fmla="*/ 5678805 h 5678805"/>
              <a:gd name="connsiteX6" fmla="*/ 0 w 7654699"/>
              <a:gd name="connsiteY6" fmla="*/ 4808982 h 5678805"/>
              <a:gd name="connsiteX7" fmla="*/ 0 w 7654699"/>
              <a:gd name="connsiteY7" fmla="*/ 0 h 5678805"/>
              <a:gd name="connsiteX8" fmla="*/ 0 w 7654699"/>
              <a:gd name="connsiteY8" fmla="*/ 0 h 5678805"/>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9" fmla="*/ 0 w 7654699"/>
              <a:gd name="connsiteY9" fmla="*/ 6717 h 5685522"/>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0" fmla="*/ 0 w 7654699"/>
              <a:gd name="connsiteY0" fmla="*/ 4815699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0" fmla="*/ 776254 w 7561130"/>
              <a:gd name="connsiteY0" fmla="*/ 5685522 h 5685522"/>
              <a:gd name="connsiteX1" fmla="*/ 807946 w 7561130"/>
              <a:gd name="connsiteY1" fmla="*/ 0 h 5685522"/>
              <a:gd name="connsiteX2" fmla="*/ 7561130 w 7561130"/>
              <a:gd name="connsiteY2" fmla="*/ 6717 h 5685522"/>
              <a:gd name="connsiteX3" fmla="*/ 7561130 w 7561130"/>
              <a:gd name="connsiteY3" fmla="*/ 6717 h 5685522"/>
              <a:gd name="connsiteX4" fmla="*/ 7561130 w 7561130"/>
              <a:gd name="connsiteY4" fmla="*/ 4815699 h 5685522"/>
              <a:gd name="connsiteX5" fmla="*/ 6691307 w 7561130"/>
              <a:gd name="connsiteY5" fmla="*/ 5685522 h 5685522"/>
              <a:gd name="connsiteX6" fmla="*/ 776254 w 7561130"/>
              <a:gd name="connsiteY6" fmla="*/ 5685522 h 5685522"/>
              <a:gd name="connsiteX0" fmla="*/ 0 w 6784876"/>
              <a:gd name="connsiteY0" fmla="*/ 5685522 h 5685522"/>
              <a:gd name="connsiteX1" fmla="*/ 31692 w 6784876"/>
              <a:gd name="connsiteY1" fmla="*/ 0 h 5685522"/>
              <a:gd name="connsiteX2" fmla="*/ 6784876 w 6784876"/>
              <a:gd name="connsiteY2" fmla="*/ 6717 h 5685522"/>
              <a:gd name="connsiteX3" fmla="*/ 6784876 w 6784876"/>
              <a:gd name="connsiteY3" fmla="*/ 6717 h 5685522"/>
              <a:gd name="connsiteX4" fmla="*/ 6784876 w 6784876"/>
              <a:gd name="connsiteY4" fmla="*/ 4815699 h 5685522"/>
              <a:gd name="connsiteX5" fmla="*/ 5915053 w 6784876"/>
              <a:gd name="connsiteY5" fmla="*/ 5685522 h 5685522"/>
              <a:gd name="connsiteX6" fmla="*/ 0 w 6784876"/>
              <a:gd name="connsiteY6" fmla="*/ 5685522 h 5685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84876" h="5685522">
                <a:moveTo>
                  <a:pt x="0" y="5685522"/>
                </a:moveTo>
                <a:lnTo>
                  <a:pt x="31692" y="0"/>
                </a:lnTo>
                <a:lnTo>
                  <a:pt x="6784876" y="6717"/>
                </a:lnTo>
                <a:lnTo>
                  <a:pt x="6784876" y="6717"/>
                </a:lnTo>
                <a:lnTo>
                  <a:pt x="6784876" y="4815699"/>
                </a:lnTo>
                <a:cubicBezTo>
                  <a:pt x="6784876" y="5296089"/>
                  <a:pt x="6395443" y="5685522"/>
                  <a:pt x="5915053" y="5685522"/>
                </a:cubicBezTo>
                <a:lnTo>
                  <a:pt x="0" y="5685522"/>
                </a:lnTo>
                <a:close/>
              </a:path>
            </a:pathLst>
          </a:custGeom>
          <a:solidFill>
            <a:schemeClr val="accent3"/>
          </a:solidFill>
          <a:effectLst>
            <a:outerShdw blurRad="635000" dist="825500" dir="21540000" algn="l" rotWithShape="0">
              <a:prstClr val="black">
                <a:alpha val="20000"/>
              </a:prstClr>
            </a:outerShdw>
          </a:effectLst>
        </p:spPr>
        <p:txBody>
          <a:bodyPr anchor="ctr">
            <a:normAutofit/>
          </a:bodyPr>
          <a:lstStyle>
            <a:lvl1pPr marL="0" indent="0" algn="ctr">
              <a:buFontTx/>
              <a:buNone/>
              <a:defRPr sz="3200">
                <a:solidFill>
                  <a:schemeClr val="bg1"/>
                </a:solidFill>
              </a:defRPr>
            </a:lvl1pPr>
          </a:lstStyle>
          <a:p>
            <a:endParaRPr lang="en-IN"/>
          </a:p>
        </p:txBody>
      </p:sp>
    </p:spTree>
    <p:extLst>
      <p:ext uri="{BB962C8B-B14F-4D97-AF65-F5344CB8AC3E}">
        <p14:creationId xmlns:p14="http://schemas.microsoft.com/office/powerpoint/2010/main" val="324134753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Our Team">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a:p>
            <a:endParaRPr lang="en-US" dirty="0"/>
          </a:p>
        </p:txBody>
      </p:sp>
      <p:sp>
        <p:nvSpPr>
          <p:cNvPr id="363" name="Picture Placeholder 13">
            <a:extLst>
              <a:ext uri="{FF2B5EF4-FFF2-40B4-BE49-F238E27FC236}">
                <a16:creationId xmlns:a16="http://schemas.microsoft.com/office/drawing/2014/main" id="{AF7BEAA2-6D2C-4224-A195-391044C69E59}"/>
              </a:ext>
            </a:extLst>
          </p:cNvPr>
          <p:cNvSpPr>
            <a:spLocks noGrp="1"/>
          </p:cNvSpPr>
          <p:nvPr>
            <p:ph type="pic" sz="quarter" idx="13"/>
          </p:nvPr>
        </p:nvSpPr>
        <p:spPr>
          <a:xfrm>
            <a:off x="3286125" y="2297680"/>
            <a:ext cx="1728788" cy="1728787"/>
          </a:xfrm>
          <a:prstGeom prst="ellipse">
            <a:avLst/>
          </a:prstGeom>
          <a:solidFill>
            <a:schemeClr val="bg1">
              <a:lumMod val="95000"/>
            </a:schemeClr>
          </a:solidFill>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5" name="Picture Placeholder 13">
            <a:extLst>
              <a:ext uri="{FF2B5EF4-FFF2-40B4-BE49-F238E27FC236}">
                <a16:creationId xmlns:a16="http://schemas.microsoft.com/office/drawing/2014/main" id="{23BFF80F-B426-466E-B0BF-CF7C190E492D}"/>
              </a:ext>
            </a:extLst>
          </p:cNvPr>
          <p:cNvSpPr>
            <a:spLocks noGrp="1"/>
          </p:cNvSpPr>
          <p:nvPr>
            <p:ph type="pic" sz="quarter" idx="14"/>
          </p:nvPr>
        </p:nvSpPr>
        <p:spPr>
          <a:xfrm>
            <a:off x="6312310" y="1412776"/>
            <a:ext cx="1681778" cy="1681777"/>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6" name="Picture Placeholder 13">
            <a:extLst>
              <a:ext uri="{FF2B5EF4-FFF2-40B4-BE49-F238E27FC236}">
                <a16:creationId xmlns:a16="http://schemas.microsoft.com/office/drawing/2014/main" id="{41BD29D0-2556-4715-91D8-E02770D6F826}"/>
              </a:ext>
            </a:extLst>
          </p:cNvPr>
          <p:cNvSpPr>
            <a:spLocks noGrp="1"/>
          </p:cNvSpPr>
          <p:nvPr>
            <p:ph type="pic" sz="quarter" idx="15"/>
          </p:nvPr>
        </p:nvSpPr>
        <p:spPr>
          <a:xfrm>
            <a:off x="7622663" y="3342563"/>
            <a:ext cx="1302826" cy="1302824"/>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7" name="Picture Placeholder 13">
            <a:extLst>
              <a:ext uri="{FF2B5EF4-FFF2-40B4-BE49-F238E27FC236}">
                <a16:creationId xmlns:a16="http://schemas.microsoft.com/office/drawing/2014/main" id="{4B3928D8-3106-4129-84DA-31AD6A29256F}"/>
              </a:ext>
            </a:extLst>
          </p:cNvPr>
          <p:cNvSpPr>
            <a:spLocks noGrp="1"/>
          </p:cNvSpPr>
          <p:nvPr>
            <p:ph type="pic" sz="quarter" idx="16"/>
          </p:nvPr>
        </p:nvSpPr>
        <p:spPr>
          <a:xfrm>
            <a:off x="5103405" y="3537009"/>
            <a:ext cx="2012950" cy="2012946"/>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80" name="Title 1">
            <a:extLst>
              <a:ext uri="{FF2B5EF4-FFF2-40B4-BE49-F238E27FC236}">
                <a16:creationId xmlns:a16="http://schemas.microsoft.com/office/drawing/2014/main" id="{FEE9D826-2462-4D57-A5DD-57BFA6D51B66}"/>
              </a:ext>
            </a:extLst>
          </p:cNvPr>
          <p:cNvSpPr>
            <a:spLocks noGrp="1"/>
          </p:cNvSpPr>
          <p:nvPr>
            <p:ph type="title"/>
          </p:nvPr>
        </p:nvSpPr>
        <p:spPr>
          <a:xfrm>
            <a:off x="609441" y="274639"/>
            <a:ext cx="10969943" cy="711081"/>
          </a:xfrm>
        </p:spPr>
        <p:txBody>
          <a:bodyPr>
            <a:noAutofit/>
          </a:bodyPr>
          <a:lstStyle>
            <a:lvl1pPr algn="ctr">
              <a:defRPr sz="3600">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9266656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esktop Mockup">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81" name="Freeform: Shape 380">
            <a:extLst>
              <a:ext uri="{FF2B5EF4-FFF2-40B4-BE49-F238E27FC236}">
                <a16:creationId xmlns:a16="http://schemas.microsoft.com/office/drawing/2014/main" id="{AE984D29-61FE-4C99-9687-A51CC7822CA6}"/>
              </a:ext>
            </a:extLst>
          </p:cNvPr>
          <p:cNvSpPr/>
          <p:nvPr userDrawn="1"/>
        </p:nvSpPr>
        <p:spPr>
          <a:xfrm>
            <a:off x="5662364" y="1569860"/>
            <a:ext cx="6526461" cy="5288141"/>
          </a:xfrm>
          <a:custGeom>
            <a:avLst/>
            <a:gdLst>
              <a:gd name="connsiteX0" fmla="*/ 393743 w 6526461"/>
              <a:gd name="connsiteY0" fmla="*/ 0 h 5288141"/>
              <a:gd name="connsiteX1" fmla="*/ 6526461 w 6526461"/>
              <a:gd name="connsiteY1" fmla="*/ 0 h 5288141"/>
              <a:gd name="connsiteX2" fmla="*/ 6526461 w 6526461"/>
              <a:gd name="connsiteY2" fmla="*/ 5288141 h 5288141"/>
              <a:gd name="connsiteX3" fmla="*/ 0 w 6526461"/>
              <a:gd name="connsiteY3" fmla="*/ 5288141 h 5288141"/>
              <a:gd name="connsiteX4" fmla="*/ 0 w 6526461"/>
              <a:gd name="connsiteY4" fmla="*/ 393743 h 5288141"/>
              <a:gd name="connsiteX5" fmla="*/ 393743 w 6526461"/>
              <a:gd name="connsiteY5" fmla="*/ 0 h 5288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26461" h="5288141">
                <a:moveTo>
                  <a:pt x="393743" y="0"/>
                </a:moveTo>
                <a:lnTo>
                  <a:pt x="6526461" y="0"/>
                </a:lnTo>
                <a:lnTo>
                  <a:pt x="6526461" y="5288141"/>
                </a:lnTo>
                <a:lnTo>
                  <a:pt x="0" y="5288141"/>
                </a:lnTo>
                <a:lnTo>
                  <a:pt x="0" y="393743"/>
                </a:lnTo>
                <a:cubicBezTo>
                  <a:pt x="0" y="176285"/>
                  <a:pt x="176285" y="0"/>
                  <a:pt x="393743" y="0"/>
                </a:cubicBezTo>
                <a:close/>
              </a:path>
            </a:pathLst>
          </a:cu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2" name="Picture Placeholder 381">
            <a:extLst>
              <a:ext uri="{FF2B5EF4-FFF2-40B4-BE49-F238E27FC236}">
                <a16:creationId xmlns:a16="http://schemas.microsoft.com/office/drawing/2014/main" id="{8F59953D-8D34-4876-B098-4D1DAD1918E4}"/>
              </a:ext>
            </a:extLst>
          </p:cNvPr>
          <p:cNvSpPr>
            <a:spLocks noGrp="1"/>
          </p:cNvSpPr>
          <p:nvPr>
            <p:ph type="pic" sz="quarter" idx="13"/>
          </p:nvPr>
        </p:nvSpPr>
        <p:spPr>
          <a:xfrm>
            <a:off x="6266549" y="2111829"/>
            <a:ext cx="5922276" cy="4746172"/>
          </a:xfrm>
          <a:custGeom>
            <a:avLst/>
            <a:gdLst>
              <a:gd name="connsiteX0" fmla="*/ 0 w 5922276"/>
              <a:gd name="connsiteY0" fmla="*/ 0 h 4746172"/>
              <a:gd name="connsiteX1" fmla="*/ 5922276 w 5922276"/>
              <a:gd name="connsiteY1" fmla="*/ 0 h 4746172"/>
              <a:gd name="connsiteX2" fmla="*/ 5922276 w 5922276"/>
              <a:gd name="connsiteY2" fmla="*/ 4746172 h 4746172"/>
              <a:gd name="connsiteX3" fmla="*/ 0 w 5922276"/>
              <a:gd name="connsiteY3" fmla="*/ 4746172 h 4746172"/>
            </a:gdLst>
            <a:ahLst/>
            <a:cxnLst>
              <a:cxn ang="0">
                <a:pos x="connsiteX0" y="connsiteY0"/>
              </a:cxn>
              <a:cxn ang="0">
                <a:pos x="connsiteX1" y="connsiteY1"/>
              </a:cxn>
              <a:cxn ang="0">
                <a:pos x="connsiteX2" y="connsiteY2"/>
              </a:cxn>
              <a:cxn ang="0">
                <a:pos x="connsiteX3" y="connsiteY3"/>
              </a:cxn>
            </a:cxnLst>
            <a:rect l="l" t="t" r="r" b="b"/>
            <a:pathLst>
              <a:path w="5922276" h="4746172">
                <a:moveTo>
                  <a:pt x="0" y="0"/>
                </a:moveTo>
                <a:lnTo>
                  <a:pt x="5922276" y="0"/>
                </a:lnTo>
                <a:lnTo>
                  <a:pt x="5922276" y="4746172"/>
                </a:lnTo>
                <a:lnTo>
                  <a:pt x="0" y="4746172"/>
                </a:lnTo>
                <a:close/>
              </a:path>
            </a:pathLst>
          </a:custGeom>
          <a:solidFill>
            <a:schemeClr val="accent3"/>
          </a:solidFill>
        </p:spPr>
        <p:txBody>
          <a:bodyPr wrap="square" anchor="ctr">
            <a:noAutofit/>
          </a:bodyPr>
          <a:lstStyle>
            <a:lvl1pPr marL="0" indent="0" algn="ctr">
              <a:buNone/>
              <a:defRPr>
                <a:solidFill>
                  <a:schemeClr val="bg1"/>
                </a:solidFill>
              </a:defRPr>
            </a:lvl1pPr>
          </a:lstStyle>
          <a:p>
            <a:endParaRPr lang="en-IN"/>
          </a:p>
        </p:txBody>
      </p:sp>
    </p:spTree>
    <p:extLst>
      <p:ext uri="{BB962C8B-B14F-4D97-AF65-F5344CB8AC3E}">
        <p14:creationId xmlns:p14="http://schemas.microsoft.com/office/powerpoint/2010/main" val="319141609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Tree>
    <p:extLst>
      <p:ext uri="{BB962C8B-B14F-4D97-AF65-F5344CB8AC3E}">
        <p14:creationId xmlns:p14="http://schemas.microsoft.com/office/powerpoint/2010/main" val="22504774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_What we do?">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2/20/2026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64" name="Rectangle 5">
            <a:extLst>
              <a:ext uri="{FF2B5EF4-FFF2-40B4-BE49-F238E27FC236}">
                <a16:creationId xmlns:a16="http://schemas.microsoft.com/office/drawing/2014/main" id="{1D5D3984-7DC7-4194-AD39-51045112ACA1}"/>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5" name="Rectangle 6">
            <a:extLst>
              <a:ext uri="{FF2B5EF4-FFF2-40B4-BE49-F238E27FC236}">
                <a16:creationId xmlns:a16="http://schemas.microsoft.com/office/drawing/2014/main" id="{C4A1AA13-BC36-4E79-B4E8-CBD99F7B0D87}"/>
              </a:ext>
            </a:extLst>
          </p:cNvPr>
          <p:cNvSpPr>
            <a:spLocks noChangeArrowheads="1"/>
          </p:cNvSpPr>
          <p:nvPr/>
        </p:nvSpPr>
        <p:spPr bwMode="auto">
          <a:xfrm>
            <a:off x="80954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6" name="Rectangle 7">
            <a:extLst>
              <a:ext uri="{FF2B5EF4-FFF2-40B4-BE49-F238E27FC236}">
                <a16:creationId xmlns:a16="http://schemas.microsoft.com/office/drawing/2014/main" id="{064FA383-421A-4408-B960-0EEA4EA6D887}"/>
              </a:ext>
            </a:extLst>
          </p:cNvPr>
          <p:cNvSpPr>
            <a:spLocks noChangeArrowheads="1"/>
          </p:cNvSpPr>
          <p:nvPr/>
        </p:nvSpPr>
        <p:spPr bwMode="auto">
          <a:xfrm>
            <a:off x="126380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7" name="Rectangle 8">
            <a:extLst>
              <a:ext uri="{FF2B5EF4-FFF2-40B4-BE49-F238E27FC236}">
                <a16:creationId xmlns:a16="http://schemas.microsoft.com/office/drawing/2014/main" id="{A749CDFB-EE99-4334-8923-0D518C5B2B12}"/>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8" name="Rectangle 9">
            <a:extLst>
              <a:ext uri="{FF2B5EF4-FFF2-40B4-BE49-F238E27FC236}">
                <a16:creationId xmlns:a16="http://schemas.microsoft.com/office/drawing/2014/main" id="{6E9A5901-7AB9-4355-8A8C-EDEDF74E0D29}"/>
              </a:ext>
            </a:extLst>
          </p:cNvPr>
          <p:cNvSpPr>
            <a:spLocks noChangeArrowheads="1"/>
          </p:cNvSpPr>
          <p:nvPr/>
        </p:nvSpPr>
        <p:spPr bwMode="auto">
          <a:xfrm>
            <a:off x="217350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9" name="Rectangle 10">
            <a:extLst>
              <a:ext uri="{FF2B5EF4-FFF2-40B4-BE49-F238E27FC236}">
                <a16:creationId xmlns:a16="http://schemas.microsoft.com/office/drawing/2014/main" id="{719A89F7-F1DD-434B-B30D-4B32BEFEBDCF}"/>
              </a:ext>
            </a:extLst>
          </p:cNvPr>
          <p:cNvSpPr>
            <a:spLocks noChangeArrowheads="1"/>
          </p:cNvSpPr>
          <p:nvPr/>
        </p:nvSpPr>
        <p:spPr bwMode="auto">
          <a:xfrm>
            <a:off x="262893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0" name="Rectangle 11">
            <a:extLst>
              <a:ext uri="{FF2B5EF4-FFF2-40B4-BE49-F238E27FC236}">
                <a16:creationId xmlns:a16="http://schemas.microsoft.com/office/drawing/2014/main" id="{E2F34566-8F29-46BF-862B-492CFB9F0B97}"/>
              </a:ext>
            </a:extLst>
          </p:cNvPr>
          <p:cNvSpPr>
            <a:spLocks noChangeArrowheads="1"/>
          </p:cNvSpPr>
          <p:nvPr/>
        </p:nvSpPr>
        <p:spPr bwMode="auto">
          <a:xfrm>
            <a:off x="3083197"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1" name="Rectangle 12">
            <a:extLst>
              <a:ext uri="{FF2B5EF4-FFF2-40B4-BE49-F238E27FC236}">
                <a16:creationId xmlns:a16="http://schemas.microsoft.com/office/drawing/2014/main" id="{13B17D5B-B8E7-479A-9557-1DE1F3355D01}"/>
              </a:ext>
            </a:extLst>
          </p:cNvPr>
          <p:cNvSpPr>
            <a:spLocks noChangeArrowheads="1"/>
          </p:cNvSpPr>
          <p:nvPr/>
        </p:nvSpPr>
        <p:spPr bwMode="auto">
          <a:xfrm>
            <a:off x="3538630"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2" name="Rectangle 13">
            <a:extLst>
              <a:ext uri="{FF2B5EF4-FFF2-40B4-BE49-F238E27FC236}">
                <a16:creationId xmlns:a16="http://schemas.microsoft.com/office/drawing/2014/main" id="{648B9A6E-E46B-4E77-8AFC-175F26F71815}"/>
              </a:ext>
            </a:extLst>
          </p:cNvPr>
          <p:cNvSpPr>
            <a:spLocks noChangeArrowheads="1"/>
          </p:cNvSpPr>
          <p:nvPr/>
        </p:nvSpPr>
        <p:spPr bwMode="auto">
          <a:xfrm>
            <a:off x="399289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3" name="Rectangle 14">
            <a:extLst>
              <a:ext uri="{FF2B5EF4-FFF2-40B4-BE49-F238E27FC236}">
                <a16:creationId xmlns:a16="http://schemas.microsoft.com/office/drawing/2014/main" id="{66ED677A-B450-444C-8C05-6164CEFBB230}"/>
              </a:ext>
            </a:extLst>
          </p:cNvPr>
          <p:cNvSpPr>
            <a:spLocks noChangeArrowheads="1"/>
          </p:cNvSpPr>
          <p:nvPr/>
        </p:nvSpPr>
        <p:spPr bwMode="auto">
          <a:xfrm>
            <a:off x="4448326"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4" name="Rectangle 15">
            <a:extLst>
              <a:ext uri="{FF2B5EF4-FFF2-40B4-BE49-F238E27FC236}">
                <a16:creationId xmlns:a16="http://schemas.microsoft.com/office/drawing/2014/main" id="{6B37F876-20AD-4B0B-B794-D98057E31CD1}"/>
              </a:ext>
            </a:extLst>
          </p:cNvPr>
          <p:cNvSpPr>
            <a:spLocks noChangeArrowheads="1"/>
          </p:cNvSpPr>
          <p:nvPr/>
        </p:nvSpPr>
        <p:spPr bwMode="auto">
          <a:xfrm>
            <a:off x="4902589"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5" name="Rectangle 16">
            <a:extLst>
              <a:ext uri="{FF2B5EF4-FFF2-40B4-BE49-F238E27FC236}">
                <a16:creationId xmlns:a16="http://schemas.microsoft.com/office/drawing/2014/main" id="{9EED317B-A291-4834-AF57-5CB5972CF527}"/>
              </a:ext>
            </a:extLst>
          </p:cNvPr>
          <p:cNvSpPr>
            <a:spLocks noChangeArrowheads="1"/>
          </p:cNvSpPr>
          <p:nvPr/>
        </p:nvSpPr>
        <p:spPr bwMode="auto">
          <a:xfrm>
            <a:off x="535802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6" name="Rectangle 17">
            <a:extLst>
              <a:ext uri="{FF2B5EF4-FFF2-40B4-BE49-F238E27FC236}">
                <a16:creationId xmlns:a16="http://schemas.microsoft.com/office/drawing/2014/main" id="{6F10DAB5-CF53-4900-8A89-3398C2031047}"/>
              </a:ext>
            </a:extLst>
          </p:cNvPr>
          <p:cNvSpPr>
            <a:spLocks noChangeArrowheads="1"/>
          </p:cNvSpPr>
          <p:nvPr/>
        </p:nvSpPr>
        <p:spPr bwMode="auto">
          <a:xfrm>
            <a:off x="581228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7" name="Rectangle 18">
            <a:extLst>
              <a:ext uri="{FF2B5EF4-FFF2-40B4-BE49-F238E27FC236}">
                <a16:creationId xmlns:a16="http://schemas.microsoft.com/office/drawing/2014/main" id="{F5888EEF-E323-44C5-9096-B1D8A26B31A0}"/>
              </a:ext>
            </a:extLst>
          </p:cNvPr>
          <p:cNvSpPr>
            <a:spLocks noChangeArrowheads="1"/>
          </p:cNvSpPr>
          <p:nvPr/>
        </p:nvSpPr>
        <p:spPr bwMode="auto">
          <a:xfrm>
            <a:off x="626771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8" name="Rectangle 19">
            <a:extLst>
              <a:ext uri="{FF2B5EF4-FFF2-40B4-BE49-F238E27FC236}">
                <a16:creationId xmlns:a16="http://schemas.microsoft.com/office/drawing/2014/main" id="{9825D3DA-CFCD-4B62-AA3E-6B6A3F6A4D32}"/>
              </a:ext>
            </a:extLst>
          </p:cNvPr>
          <p:cNvSpPr>
            <a:spLocks noChangeArrowheads="1"/>
          </p:cNvSpPr>
          <p:nvPr/>
        </p:nvSpPr>
        <p:spPr bwMode="auto">
          <a:xfrm>
            <a:off x="672198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9" name="Rectangle 20">
            <a:extLst>
              <a:ext uri="{FF2B5EF4-FFF2-40B4-BE49-F238E27FC236}">
                <a16:creationId xmlns:a16="http://schemas.microsoft.com/office/drawing/2014/main" id="{485F1DFD-B6E0-4E81-9E5D-A16F629BFD95}"/>
              </a:ext>
            </a:extLst>
          </p:cNvPr>
          <p:cNvSpPr>
            <a:spLocks noChangeArrowheads="1"/>
          </p:cNvSpPr>
          <p:nvPr/>
        </p:nvSpPr>
        <p:spPr bwMode="auto">
          <a:xfrm>
            <a:off x="717741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0" name="Rectangle 21">
            <a:extLst>
              <a:ext uri="{FF2B5EF4-FFF2-40B4-BE49-F238E27FC236}">
                <a16:creationId xmlns:a16="http://schemas.microsoft.com/office/drawing/2014/main" id="{22C892AF-FE66-492B-8360-9F3902E2D27A}"/>
              </a:ext>
            </a:extLst>
          </p:cNvPr>
          <p:cNvSpPr>
            <a:spLocks noChangeArrowheads="1"/>
          </p:cNvSpPr>
          <p:nvPr/>
        </p:nvSpPr>
        <p:spPr bwMode="auto">
          <a:xfrm>
            <a:off x="7631676"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1" name="Rectangle 22">
            <a:extLst>
              <a:ext uri="{FF2B5EF4-FFF2-40B4-BE49-F238E27FC236}">
                <a16:creationId xmlns:a16="http://schemas.microsoft.com/office/drawing/2014/main" id="{BF8787BC-8DED-4E08-BA9C-0F363C018FE6}"/>
              </a:ext>
            </a:extLst>
          </p:cNvPr>
          <p:cNvSpPr>
            <a:spLocks noChangeArrowheads="1"/>
          </p:cNvSpPr>
          <p:nvPr/>
        </p:nvSpPr>
        <p:spPr bwMode="auto">
          <a:xfrm>
            <a:off x="8087109"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2" name="Rectangle 23">
            <a:extLst>
              <a:ext uri="{FF2B5EF4-FFF2-40B4-BE49-F238E27FC236}">
                <a16:creationId xmlns:a16="http://schemas.microsoft.com/office/drawing/2014/main" id="{ECC6E2E7-5D4C-494A-9957-C74873D73B5C}"/>
              </a:ext>
            </a:extLst>
          </p:cNvPr>
          <p:cNvSpPr>
            <a:spLocks noChangeArrowheads="1"/>
          </p:cNvSpPr>
          <p:nvPr/>
        </p:nvSpPr>
        <p:spPr bwMode="auto">
          <a:xfrm>
            <a:off x="854137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3" name="Rectangle 24">
            <a:extLst>
              <a:ext uri="{FF2B5EF4-FFF2-40B4-BE49-F238E27FC236}">
                <a16:creationId xmlns:a16="http://schemas.microsoft.com/office/drawing/2014/main" id="{619B2CB8-4BD4-49C4-99C7-1EDC4DE98D0E}"/>
              </a:ext>
            </a:extLst>
          </p:cNvPr>
          <p:cNvSpPr>
            <a:spLocks noChangeArrowheads="1"/>
          </p:cNvSpPr>
          <p:nvPr/>
        </p:nvSpPr>
        <p:spPr bwMode="auto">
          <a:xfrm>
            <a:off x="8996805"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4" name="Rectangle 25">
            <a:extLst>
              <a:ext uri="{FF2B5EF4-FFF2-40B4-BE49-F238E27FC236}">
                <a16:creationId xmlns:a16="http://schemas.microsoft.com/office/drawing/2014/main" id="{2BD052E5-B9B7-4DDC-921A-0BA5DC53AFE7}"/>
              </a:ext>
            </a:extLst>
          </p:cNvPr>
          <p:cNvSpPr>
            <a:spLocks noChangeArrowheads="1"/>
          </p:cNvSpPr>
          <p:nvPr/>
        </p:nvSpPr>
        <p:spPr bwMode="auto">
          <a:xfrm>
            <a:off x="9451068"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5" name="Rectangle 26">
            <a:extLst>
              <a:ext uri="{FF2B5EF4-FFF2-40B4-BE49-F238E27FC236}">
                <a16:creationId xmlns:a16="http://schemas.microsoft.com/office/drawing/2014/main" id="{854CCDB5-6DB3-4877-AAD4-2D60BD9045BA}"/>
              </a:ext>
            </a:extLst>
          </p:cNvPr>
          <p:cNvSpPr>
            <a:spLocks noChangeArrowheads="1"/>
          </p:cNvSpPr>
          <p:nvPr/>
        </p:nvSpPr>
        <p:spPr bwMode="auto">
          <a:xfrm>
            <a:off x="9906501"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6" name="Rectangle 27">
            <a:extLst>
              <a:ext uri="{FF2B5EF4-FFF2-40B4-BE49-F238E27FC236}">
                <a16:creationId xmlns:a16="http://schemas.microsoft.com/office/drawing/2014/main" id="{E3701413-7CE4-4A3C-88EA-C6C0B42E4A34}"/>
              </a:ext>
            </a:extLst>
          </p:cNvPr>
          <p:cNvSpPr>
            <a:spLocks noChangeArrowheads="1"/>
          </p:cNvSpPr>
          <p:nvPr/>
        </p:nvSpPr>
        <p:spPr bwMode="auto">
          <a:xfrm>
            <a:off x="1036076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7" name="Rectangle 28">
            <a:extLst>
              <a:ext uri="{FF2B5EF4-FFF2-40B4-BE49-F238E27FC236}">
                <a16:creationId xmlns:a16="http://schemas.microsoft.com/office/drawing/2014/main" id="{BA36D018-6320-417B-8F9E-55683DDC96D5}"/>
              </a:ext>
            </a:extLst>
          </p:cNvPr>
          <p:cNvSpPr>
            <a:spLocks noChangeArrowheads="1"/>
          </p:cNvSpPr>
          <p:nvPr/>
        </p:nvSpPr>
        <p:spPr bwMode="auto">
          <a:xfrm>
            <a:off x="1081619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8" name="Rectangle 29">
            <a:extLst>
              <a:ext uri="{FF2B5EF4-FFF2-40B4-BE49-F238E27FC236}">
                <a16:creationId xmlns:a16="http://schemas.microsoft.com/office/drawing/2014/main" id="{2B1F5663-A83E-4D95-BDF4-EBB44F3CCC3B}"/>
              </a:ext>
            </a:extLst>
          </p:cNvPr>
          <p:cNvSpPr>
            <a:spLocks noChangeArrowheads="1"/>
          </p:cNvSpPr>
          <p:nvPr/>
        </p:nvSpPr>
        <p:spPr bwMode="auto">
          <a:xfrm>
            <a:off x="1127046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9" name="Rectangle 30">
            <a:extLst>
              <a:ext uri="{FF2B5EF4-FFF2-40B4-BE49-F238E27FC236}">
                <a16:creationId xmlns:a16="http://schemas.microsoft.com/office/drawing/2014/main" id="{462D901F-2505-492E-B20E-7B4077FF6D3B}"/>
              </a:ext>
            </a:extLst>
          </p:cNvPr>
          <p:cNvSpPr>
            <a:spLocks noChangeArrowheads="1"/>
          </p:cNvSpPr>
          <p:nvPr/>
        </p:nvSpPr>
        <p:spPr bwMode="auto">
          <a:xfrm>
            <a:off x="1172589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0" name="Rectangle 32">
            <a:extLst>
              <a:ext uri="{FF2B5EF4-FFF2-40B4-BE49-F238E27FC236}">
                <a16:creationId xmlns:a16="http://schemas.microsoft.com/office/drawing/2014/main" id="{FDEA931C-C5A4-4A39-893A-F9D600DAA120}"/>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1" name="Rectangle 33">
            <a:extLst>
              <a:ext uri="{FF2B5EF4-FFF2-40B4-BE49-F238E27FC236}">
                <a16:creationId xmlns:a16="http://schemas.microsoft.com/office/drawing/2014/main" id="{53FAB04F-C814-4903-887C-6B8749BF4873}"/>
              </a:ext>
            </a:extLst>
          </p:cNvPr>
          <p:cNvSpPr>
            <a:spLocks noChangeArrowheads="1"/>
          </p:cNvSpPr>
          <p:nvPr/>
        </p:nvSpPr>
        <p:spPr bwMode="auto">
          <a:xfrm>
            <a:off x="80954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2" name="Rectangle 34">
            <a:extLst>
              <a:ext uri="{FF2B5EF4-FFF2-40B4-BE49-F238E27FC236}">
                <a16:creationId xmlns:a16="http://schemas.microsoft.com/office/drawing/2014/main" id="{E80BB6CA-5007-43DC-9106-9AC1FD8F5F42}"/>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3" name="Rectangle 35">
            <a:extLst>
              <a:ext uri="{FF2B5EF4-FFF2-40B4-BE49-F238E27FC236}">
                <a16:creationId xmlns:a16="http://schemas.microsoft.com/office/drawing/2014/main" id="{3E18C2F1-101D-4393-9918-DE77B3379868}"/>
              </a:ext>
            </a:extLst>
          </p:cNvPr>
          <p:cNvSpPr>
            <a:spLocks noChangeArrowheads="1"/>
          </p:cNvSpPr>
          <p:nvPr/>
        </p:nvSpPr>
        <p:spPr bwMode="auto">
          <a:xfrm>
            <a:off x="171923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4" name="Rectangle 36">
            <a:extLst>
              <a:ext uri="{FF2B5EF4-FFF2-40B4-BE49-F238E27FC236}">
                <a16:creationId xmlns:a16="http://schemas.microsoft.com/office/drawing/2014/main" id="{2EA02F2D-5F5D-4284-953F-D92F8BA89C8B}"/>
              </a:ext>
            </a:extLst>
          </p:cNvPr>
          <p:cNvSpPr>
            <a:spLocks noChangeArrowheads="1"/>
          </p:cNvSpPr>
          <p:nvPr/>
        </p:nvSpPr>
        <p:spPr bwMode="auto">
          <a:xfrm>
            <a:off x="217350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5" name="Rectangle 37">
            <a:extLst>
              <a:ext uri="{FF2B5EF4-FFF2-40B4-BE49-F238E27FC236}">
                <a16:creationId xmlns:a16="http://schemas.microsoft.com/office/drawing/2014/main" id="{B5280DAC-9E73-48E4-A0C0-043ACF981C6E}"/>
              </a:ext>
            </a:extLst>
          </p:cNvPr>
          <p:cNvSpPr>
            <a:spLocks noChangeArrowheads="1"/>
          </p:cNvSpPr>
          <p:nvPr/>
        </p:nvSpPr>
        <p:spPr bwMode="auto">
          <a:xfrm>
            <a:off x="262893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6" name="Rectangle 38">
            <a:extLst>
              <a:ext uri="{FF2B5EF4-FFF2-40B4-BE49-F238E27FC236}">
                <a16:creationId xmlns:a16="http://schemas.microsoft.com/office/drawing/2014/main" id="{60B1EDB9-9DC9-475A-BEBF-49644F4E1F95}"/>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7" name="Rectangle 39">
            <a:extLst>
              <a:ext uri="{FF2B5EF4-FFF2-40B4-BE49-F238E27FC236}">
                <a16:creationId xmlns:a16="http://schemas.microsoft.com/office/drawing/2014/main" id="{820A7A5C-FCE4-4A98-ABAF-F0127EC77F14}"/>
              </a:ext>
            </a:extLst>
          </p:cNvPr>
          <p:cNvSpPr>
            <a:spLocks noChangeArrowheads="1"/>
          </p:cNvSpPr>
          <p:nvPr/>
        </p:nvSpPr>
        <p:spPr bwMode="auto">
          <a:xfrm>
            <a:off x="3538630"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8" name="Rectangle 40">
            <a:extLst>
              <a:ext uri="{FF2B5EF4-FFF2-40B4-BE49-F238E27FC236}">
                <a16:creationId xmlns:a16="http://schemas.microsoft.com/office/drawing/2014/main" id="{7A431B81-7C7C-42A1-8E97-0E59A743EAFF}"/>
              </a:ext>
            </a:extLst>
          </p:cNvPr>
          <p:cNvSpPr>
            <a:spLocks noChangeArrowheads="1"/>
          </p:cNvSpPr>
          <p:nvPr/>
        </p:nvSpPr>
        <p:spPr bwMode="auto">
          <a:xfrm>
            <a:off x="399289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9" name="Rectangle 41">
            <a:extLst>
              <a:ext uri="{FF2B5EF4-FFF2-40B4-BE49-F238E27FC236}">
                <a16:creationId xmlns:a16="http://schemas.microsoft.com/office/drawing/2014/main" id="{F7C18536-4714-447C-B2CD-5CCE34FE6304}"/>
              </a:ext>
            </a:extLst>
          </p:cNvPr>
          <p:cNvSpPr>
            <a:spLocks noChangeArrowheads="1"/>
          </p:cNvSpPr>
          <p:nvPr/>
        </p:nvSpPr>
        <p:spPr bwMode="auto">
          <a:xfrm>
            <a:off x="4448326"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0" name="Rectangle 42">
            <a:extLst>
              <a:ext uri="{FF2B5EF4-FFF2-40B4-BE49-F238E27FC236}">
                <a16:creationId xmlns:a16="http://schemas.microsoft.com/office/drawing/2014/main" id="{A5220EB9-CFCA-4E11-B625-CBA6910EDB8D}"/>
              </a:ext>
            </a:extLst>
          </p:cNvPr>
          <p:cNvSpPr>
            <a:spLocks noChangeArrowheads="1"/>
          </p:cNvSpPr>
          <p:nvPr/>
        </p:nvSpPr>
        <p:spPr bwMode="auto">
          <a:xfrm>
            <a:off x="4902589"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1" name="Rectangle 43">
            <a:extLst>
              <a:ext uri="{FF2B5EF4-FFF2-40B4-BE49-F238E27FC236}">
                <a16:creationId xmlns:a16="http://schemas.microsoft.com/office/drawing/2014/main" id="{C9AB4232-42B9-4172-8F6B-0CCF9E84F564}"/>
              </a:ext>
            </a:extLst>
          </p:cNvPr>
          <p:cNvSpPr>
            <a:spLocks noChangeArrowheads="1"/>
          </p:cNvSpPr>
          <p:nvPr/>
        </p:nvSpPr>
        <p:spPr bwMode="auto">
          <a:xfrm>
            <a:off x="535802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2" name="Rectangle 44">
            <a:extLst>
              <a:ext uri="{FF2B5EF4-FFF2-40B4-BE49-F238E27FC236}">
                <a16:creationId xmlns:a16="http://schemas.microsoft.com/office/drawing/2014/main" id="{77D0A2B3-F2AF-45C0-BC1A-629B0AF4C017}"/>
              </a:ext>
            </a:extLst>
          </p:cNvPr>
          <p:cNvSpPr>
            <a:spLocks noChangeArrowheads="1"/>
          </p:cNvSpPr>
          <p:nvPr/>
        </p:nvSpPr>
        <p:spPr bwMode="auto">
          <a:xfrm>
            <a:off x="5812285"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3" name="Rectangle 45">
            <a:extLst>
              <a:ext uri="{FF2B5EF4-FFF2-40B4-BE49-F238E27FC236}">
                <a16:creationId xmlns:a16="http://schemas.microsoft.com/office/drawing/2014/main" id="{C2A2BCF5-ACB6-4194-9DE7-BE45865F0651}"/>
              </a:ext>
            </a:extLst>
          </p:cNvPr>
          <p:cNvSpPr>
            <a:spLocks noChangeArrowheads="1"/>
          </p:cNvSpPr>
          <p:nvPr/>
        </p:nvSpPr>
        <p:spPr bwMode="auto">
          <a:xfrm>
            <a:off x="626771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4" name="Rectangle 46">
            <a:extLst>
              <a:ext uri="{FF2B5EF4-FFF2-40B4-BE49-F238E27FC236}">
                <a16:creationId xmlns:a16="http://schemas.microsoft.com/office/drawing/2014/main" id="{E5AE97FB-206B-4E16-BB3C-161246A67640}"/>
              </a:ext>
            </a:extLst>
          </p:cNvPr>
          <p:cNvSpPr>
            <a:spLocks noChangeArrowheads="1"/>
          </p:cNvSpPr>
          <p:nvPr/>
        </p:nvSpPr>
        <p:spPr bwMode="auto">
          <a:xfrm>
            <a:off x="672198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5" name="Rectangle 47">
            <a:extLst>
              <a:ext uri="{FF2B5EF4-FFF2-40B4-BE49-F238E27FC236}">
                <a16:creationId xmlns:a16="http://schemas.microsoft.com/office/drawing/2014/main" id="{E2148554-6A62-41A8-B70A-3265589BB172}"/>
              </a:ext>
            </a:extLst>
          </p:cNvPr>
          <p:cNvSpPr>
            <a:spLocks noChangeArrowheads="1"/>
          </p:cNvSpPr>
          <p:nvPr/>
        </p:nvSpPr>
        <p:spPr bwMode="auto">
          <a:xfrm>
            <a:off x="717741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6" name="Rectangle 48">
            <a:extLst>
              <a:ext uri="{FF2B5EF4-FFF2-40B4-BE49-F238E27FC236}">
                <a16:creationId xmlns:a16="http://schemas.microsoft.com/office/drawing/2014/main" id="{1F2DBB84-56F7-4574-B1C3-59A49824B840}"/>
              </a:ext>
            </a:extLst>
          </p:cNvPr>
          <p:cNvSpPr>
            <a:spLocks noChangeArrowheads="1"/>
          </p:cNvSpPr>
          <p:nvPr/>
        </p:nvSpPr>
        <p:spPr bwMode="auto">
          <a:xfrm>
            <a:off x="7631676"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7" name="Rectangle 49">
            <a:extLst>
              <a:ext uri="{FF2B5EF4-FFF2-40B4-BE49-F238E27FC236}">
                <a16:creationId xmlns:a16="http://schemas.microsoft.com/office/drawing/2014/main" id="{3803743A-8621-4AD5-9BEE-D1FBC8D62207}"/>
              </a:ext>
            </a:extLst>
          </p:cNvPr>
          <p:cNvSpPr>
            <a:spLocks noChangeArrowheads="1"/>
          </p:cNvSpPr>
          <p:nvPr/>
        </p:nvSpPr>
        <p:spPr bwMode="auto">
          <a:xfrm>
            <a:off x="808710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8" name="Rectangle 50">
            <a:extLst>
              <a:ext uri="{FF2B5EF4-FFF2-40B4-BE49-F238E27FC236}">
                <a16:creationId xmlns:a16="http://schemas.microsoft.com/office/drawing/2014/main" id="{2940D20D-CE5D-4F7F-87D5-4081213E1F25}"/>
              </a:ext>
            </a:extLst>
          </p:cNvPr>
          <p:cNvSpPr>
            <a:spLocks noChangeArrowheads="1"/>
          </p:cNvSpPr>
          <p:nvPr/>
        </p:nvSpPr>
        <p:spPr bwMode="auto">
          <a:xfrm>
            <a:off x="854137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9" name="Rectangle 51">
            <a:extLst>
              <a:ext uri="{FF2B5EF4-FFF2-40B4-BE49-F238E27FC236}">
                <a16:creationId xmlns:a16="http://schemas.microsoft.com/office/drawing/2014/main" id="{F24365F1-8EF6-4443-AB20-203041B14D4A}"/>
              </a:ext>
            </a:extLst>
          </p:cNvPr>
          <p:cNvSpPr>
            <a:spLocks noChangeArrowheads="1"/>
          </p:cNvSpPr>
          <p:nvPr/>
        </p:nvSpPr>
        <p:spPr bwMode="auto">
          <a:xfrm>
            <a:off x="8996805"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0" name="Rectangle 52">
            <a:extLst>
              <a:ext uri="{FF2B5EF4-FFF2-40B4-BE49-F238E27FC236}">
                <a16:creationId xmlns:a16="http://schemas.microsoft.com/office/drawing/2014/main" id="{43BD6223-42F5-4EA4-BED3-40CDDED810F2}"/>
              </a:ext>
            </a:extLst>
          </p:cNvPr>
          <p:cNvSpPr>
            <a:spLocks noChangeArrowheads="1"/>
          </p:cNvSpPr>
          <p:nvPr/>
        </p:nvSpPr>
        <p:spPr bwMode="auto">
          <a:xfrm>
            <a:off x="9451068"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1" name="Rectangle 53">
            <a:extLst>
              <a:ext uri="{FF2B5EF4-FFF2-40B4-BE49-F238E27FC236}">
                <a16:creationId xmlns:a16="http://schemas.microsoft.com/office/drawing/2014/main" id="{C44C46DF-3231-4732-836F-60E5D9F31465}"/>
              </a:ext>
            </a:extLst>
          </p:cNvPr>
          <p:cNvSpPr>
            <a:spLocks noChangeArrowheads="1"/>
          </p:cNvSpPr>
          <p:nvPr/>
        </p:nvSpPr>
        <p:spPr bwMode="auto">
          <a:xfrm>
            <a:off x="9906501"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2" name="Rectangle 54">
            <a:extLst>
              <a:ext uri="{FF2B5EF4-FFF2-40B4-BE49-F238E27FC236}">
                <a16:creationId xmlns:a16="http://schemas.microsoft.com/office/drawing/2014/main" id="{19478349-0B6B-45A3-A8D0-F9FFADAB4607}"/>
              </a:ext>
            </a:extLst>
          </p:cNvPr>
          <p:cNvSpPr>
            <a:spLocks noChangeArrowheads="1"/>
          </p:cNvSpPr>
          <p:nvPr/>
        </p:nvSpPr>
        <p:spPr bwMode="auto">
          <a:xfrm>
            <a:off x="1036076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3" name="Rectangle 55">
            <a:extLst>
              <a:ext uri="{FF2B5EF4-FFF2-40B4-BE49-F238E27FC236}">
                <a16:creationId xmlns:a16="http://schemas.microsoft.com/office/drawing/2014/main" id="{AECC5927-A5DD-4BD3-91EB-7B58FC036A0F}"/>
              </a:ext>
            </a:extLst>
          </p:cNvPr>
          <p:cNvSpPr>
            <a:spLocks noChangeArrowheads="1"/>
          </p:cNvSpPr>
          <p:nvPr/>
        </p:nvSpPr>
        <p:spPr bwMode="auto">
          <a:xfrm>
            <a:off x="1081619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4" name="Rectangle 56">
            <a:extLst>
              <a:ext uri="{FF2B5EF4-FFF2-40B4-BE49-F238E27FC236}">
                <a16:creationId xmlns:a16="http://schemas.microsoft.com/office/drawing/2014/main" id="{2592B56B-0EE5-44E3-8D4E-C331547A46D6}"/>
              </a:ext>
            </a:extLst>
          </p:cNvPr>
          <p:cNvSpPr>
            <a:spLocks noChangeArrowheads="1"/>
          </p:cNvSpPr>
          <p:nvPr/>
        </p:nvSpPr>
        <p:spPr bwMode="auto">
          <a:xfrm>
            <a:off x="1127046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5" name="Rectangle 57">
            <a:extLst>
              <a:ext uri="{FF2B5EF4-FFF2-40B4-BE49-F238E27FC236}">
                <a16:creationId xmlns:a16="http://schemas.microsoft.com/office/drawing/2014/main" id="{E5B2E8AF-A971-4061-B059-E39A6A85852A}"/>
              </a:ext>
            </a:extLst>
          </p:cNvPr>
          <p:cNvSpPr>
            <a:spLocks noChangeArrowheads="1"/>
          </p:cNvSpPr>
          <p:nvPr/>
        </p:nvSpPr>
        <p:spPr bwMode="auto">
          <a:xfrm>
            <a:off x="1172589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6" name="Rectangle 59">
            <a:extLst>
              <a:ext uri="{FF2B5EF4-FFF2-40B4-BE49-F238E27FC236}">
                <a16:creationId xmlns:a16="http://schemas.microsoft.com/office/drawing/2014/main" id="{63258960-6D1D-4D67-AFE7-6C7417FA7977}"/>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7" name="Rectangle 60">
            <a:extLst>
              <a:ext uri="{FF2B5EF4-FFF2-40B4-BE49-F238E27FC236}">
                <a16:creationId xmlns:a16="http://schemas.microsoft.com/office/drawing/2014/main" id="{CF3B53C2-CA07-4D06-8438-0D7F9828ABAE}"/>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8" name="Rectangle 61">
            <a:extLst>
              <a:ext uri="{FF2B5EF4-FFF2-40B4-BE49-F238E27FC236}">
                <a16:creationId xmlns:a16="http://schemas.microsoft.com/office/drawing/2014/main" id="{D0868746-D1A0-47AC-9F34-0192B3B37043}"/>
              </a:ext>
            </a:extLst>
          </p:cNvPr>
          <p:cNvSpPr>
            <a:spLocks noChangeArrowheads="1"/>
          </p:cNvSpPr>
          <p:nvPr/>
        </p:nvSpPr>
        <p:spPr bwMode="auto">
          <a:xfrm>
            <a:off x="126380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9" name="Rectangle 62">
            <a:extLst>
              <a:ext uri="{FF2B5EF4-FFF2-40B4-BE49-F238E27FC236}">
                <a16:creationId xmlns:a16="http://schemas.microsoft.com/office/drawing/2014/main" id="{009DD5A6-ADDF-48C9-BC16-9426AEC40A6B}"/>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0" name="Rectangle 63">
            <a:extLst>
              <a:ext uri="{FF2B5EF4-FFF2-40B4-BE49-F238E27FC236}">
                <a16:creationId xmlns:a16="http://schemas.microsoft.com/office/drawing/2014/main" id="{2285F7C8-078E-440F-95B4-A367E03BE7E4}"/>
              </a:ext>
            </a:extLst>
          </p:cNvPr>
          <p:cNvSpPr>
            <a:spLocks noChangeArrowheads="1"/>
          </p:cNvSpPr>
          <p:nvPr/>
        </p:nvSpPr>
        <p:spPr bwMode="auto">
          <a:xfrm>
            <a:off x="217350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1" name="Rectangle 64">
            <a:extLst>
              <a:ext uri="{FF2B5EF4-FFF2-40B4-BE49-F238E27FC236}">
                <a16:creationId xmlns:a16="http://schemas.microsoft.com/office/drawing/2014/main" id="{26CCF678-B825-4A9D-AF59-68723A33343A}"/>
              </a:ext>
            </a:extLst>
          </p:cNvPr>
          <p:cNvSpPr>
            <a:spLocks noChangeArrowheads="1"/>
          </p:cNvSpPr>
          <p:nvPr/>
        </p:nvSpPr>
        <p:spPr bwMode="auto">
          <a:xfrm>
            <a:off x="262893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2" name="Rectangle 65">
            <a:extLst>
              <a:ext uri="{FF2B5EF4-FFF2-40B4-BE49-F238E27FC236}">
                <a16:creationId xmlns:a16="http://schemas.microsoft.com/office/drawing/2014/main" id="{ECE3A29D-36C2-447D-BAC8-F721C873D213}"/>
              </a:ext>
            </a:extLst>
          </p:cNvPr>
          <p:cNvSpPr>
            <a:spLocks noChangeArrowheads="1"/>
          </p:cNvSpPr>
          <p:nvPr/>
        </p:nvSpPr>
        <p:spPr bwMode="auto">
          <a:xfrm>
            <a:off x="3083197"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3" name="Rectangle 66">
            <a:extLst>
              <a:ext uri="{FF2B5EF4-FFF2-40B4-BE49-F238E27FC236}">
                <a16:creationId xmlns:a16="http://schemas.microsoft.com/office/drawing/2014/main" id="{3EAFBB34-6EA0-4152-8AD7-5299E7456621}"/>
              </a:ext>
            </a:extLst>
          </p:cNvPr>
          <p:cNvSpPr>
            <a:spLocks noChangeArrowheads="1"/>
          </p:cNvSpPr>
          <p:nvPr/>
        </p:nvSpPr>
        <p:spPr bwMode="auto">
          <a:xfrm>
            <a:off x="3538630"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4" name="Rectangle 67">
            <a:extLst>
              <a:ext uri="{FF2B5EF4-FFF2-40B4-BE49-F238E27FC236}">
                <a16:creationId xmlns:a16="http://schemas.microsoft.com/office/drawing/2014/main" id="{2F86D70C-2640-4E78-9AC8-499F31B082EF}"/>
              </a:ext>
            </a:extLst>
          </p:cNvPr>
          <p:cNvSpPr>
            <a:spLocks noChangeArrowheads="1"/>
          </p:cNvSpPr>
          <p:nvPr/>
        </p:nvSpPr>
        <p:spPr bwMode="auto">
          <a:xfrm>
            <a:off x="399289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5" name="Rectangle 68">
            <a:extLst>
              <a:ext uri="{FF2B5EF4-FFF2-40B4-BE49-F238E27FC236}">
                <a16:creationId xmlns:a16="http://schemas.microsoft.com/office/drawing/2014/main" id="{A275C0EA-73CC-4699-B3C9-4A3708797370}"/>
              </a:ext>
            </a:extLst>
          </p:cNvPr>
          <p:cNvSpPr>
            <a:spLocks noChangeArrowheads="1"/>
          </p:cNvSpPr>
          <p:nvPr/>
        </p:nvSpPr>
        <p:spPr bwMode="auto">
          <a:xfrm>
            <a:off x="4448326"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6" name="Rectangle 69">
            <a:extLst>
              <a:ext uri="{FF2B5EF4-FFF2-40B4-BE49-F238E27FC236}">
                <a16:creationId xmlns:a16="http://schemas.microsoft.com/office/drawing/2014/main" id="{F86BBF02-3C76-4314-A0E0-F7356FA340F1}"/>
              </a:ext>
            </a:extLst>
          </p:cNvPr>
          <p:cNvSpPr>
            <a:spLocks noChangeArrowheads="1"/>
          </p:cNvSpPr>
          <p:nvPr/>
        </p:nvSpPr>
        <p:spPr bwMode="auto">
          <a:xfrm>
            <a:off x="4902589"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7" name="Rectangle 70">
            <a:extLst>
              <a:ext uri="{FF2B5EF4-FFF2-40B4-BE49-F238E27FC236}">
                <a16:creationId xmlns:a16="http://schemas.microsoft.com/office/drawing/2014/main" id="{F2323DB0-CBBB-4827-9FCF-88B352492E24}"/>
              </a:ext>
            </a:extLst>
          </p:cNvPr>
          <p:cNvSpPr>
            <a:spLocks noChangeArrowheads="1"/>
          </p:cNvSpPr>
          <p:nvPr/>
        </p:nvSpPr>
        <p:spPr bwMode="auto">
          <a:xfrm>
            <a:off x="535802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8" name="Rectangle 71">
            <a:extLst>
              <a:ext uri="{FF2B5EF4-FFF2-40B4-BE49-F238E27FC236}">
                <a16:creationId xmlns:a16="http://schemas.microsoft.com/office/drawing/2014/main" id="{6C55D080-856F-44CE-A0EC-C7625E2A2D45}"/>
              </a:ext>
            </a:extLst>
          </p:cNvPr>
          <p:cNvSpPr>
            <a:spLocks noChangeArrowheads="1"/>
          </p:cNvSpPr>
          <p:nvPr/>
        </p:nvSpPr>
        <p:spPr bwMode="auto">
          <a:xfrm>
            <a:off x="581228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9" name="Rectangle 72">
            <a:extLst>
              <a:ext uri="{FF2B5EF4-FFF2-40B4-BE49-F238E27FC236}">
                <a16:creationId xmlns:a16="http://schemas.microsoft.com/office/drawing/2014/main" id="{8BF6FDB3-DFE2-48BE-8E96-9C26D4FD9092}"/>
              </a:ext>
            </a:extLst>
          </p:cNvPr>
          <p:cNvSpPr>
            <a:spLocks noChangeArrowheads="1"/>
          </p:cNvSpPr>
          <p:nvPr/>
        </p:nvSpPr>
        <p:spPr bwMode="auto">
          <a:xfrm>
            <a:off x="626771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0" name="Rectangle 73">
            <a:extLst>
              <a:ext uri="{FF2B5EF4-FFF2-40B4-BE49-F238E27FC236}">
                <a16:creationId xmlns:a16="http://schemas.microsoft.com/office/drawing/2014/main" id="{D430B815-9711-421A-B4EE-DC1E51BD09E7}"/>
              </a:ext>
            </a:extLst>
          </p:cNvPr>
          <p:cNvSpPr>
            <a:spLocks noChangeArrowheads="1"/>
          </p:cNvSpPr>
          <p:nvPr/>
        </p:nvSpPr>
        <p:spPr bwMode="auto">
          <a:xfrm>
            <a:off x="672198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1" name="Rectangle 74">
            <a:extLst>
              <a:ext uri="{FF2B5EF4-FFF2-40B4-BE49-F238E27FC236}">
                <a16:creationId xmlns:a16="http://schemas.microsoft.com/office/drawing/2014/main" id="{B8A5CB15-B1A9-4CE5-AD04-579255B67651}"/>
              </a:ext>
            </a:extLst>
          </p:cNvPr>
          <p:cNvSpPr>
            <a:spLocks noChangeArrowheads="1"/>
          </p:cNvSpPr>
          <p:nvPr/>
        </p:nvSpPr>
        <p:spPr bwMode="auto">
          <a:xfrm>
            <a:off x="717741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2" name="Rectangle 75">
            <a:extLst>
              <a:ext uri="{FF2B5EF4-FFF2-40B4-BE49-F238E27FC236}">
                <a16:creationId xmlns:a16="http://schemas.microsoft.com/office/drawing/2014/main" id="{6F6AC38A-D3A1-44B2-8398-DA177502859A}"/>
              </a:ext>
            </a:extLst>
          </p:cNvPr>
          <p:cNvSpPr>
            <a:spLocks noChangeArrowheads="1"/>
          </p:cNvSpPr>
          <p:nvPr/>
        </p:nvSpPr>
        <p:spPr bwMode="auto">
          <a:xfrm>
            <a:off x="7631676"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3" name="Rectangle 76">
            <a:extLst>
              <a:ext uri="{FF2B5EF4-FFF2-40B4-BE49-F238E27FC236}">
                <a16:creationId xmlns:a16="http://schemas.microsoft.com/office/drawing/2014/main" id="{6A4C12CD-07BF-46EB-AC44-6B119866CF4B}"/>
              </a:ext>
            </a:extLst>
          </p:cNvPr>
          <p:cNvSpPr>
            <a:spLocks noChangeArrowheads="1"/>
          </p:cNvSpPr>
          <p:nvPr/>
        </p:nvSpPr>
        <p:spPr bwMode="auto">
          <a:xfrm>
            <a:off x="8087109"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4" name="Rectangle 77">
            <a:extLst>
              <a:ext uri="{FF2B5EF4-FFF2-40B4-BE49-F238E27FC236}">
                <a16:creationId xmlns:a16="http://schemas.microsoft.com/office/drawing/2014/main" id="{5C4A1230-B968-451A-B024-8739FD0C1F93}"/>
              </a:ext>
            </a:extLst>
          </p:cNvPr>
          <p:cNvSpPr>
            <a:spLocks noChangeArrowheads="1"/>
          </p:cNvSpPr>
          <p:nvPr/>
        </p:nvSpPr>
        <p:spPr bwMode="auto">
          <a:xfrm>
            <a:off x="854137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5" name="Rectangle 78">
            <a:extLst>
              <a:ext uri="{FF2B5EF4-FFF2-40B4-BE49-F238E27FC236}">
                <a16:creationId xmlns:a16="http://schemas.microsoft.com/office/drawing/2014/main" id="{D75AC3CE-9734-481C-9D3F-2AF13116EE55}"/>
              </a:ext>
            </a:extLst>
          </p:cNvPr>
          <p:cNvSpPr>
            <a:spLocks noChangeArrowheads="1"/>
          </p:cNvSpPr>
          <p:nvPr/>
        </p:nvSpPr>
        <p:spPr bwMode="auto">
          <a:xfrm>
            <a:off x="8996805"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6" name="Rectangle 79">
            <a:extLst>
              <a:ext uri="{FF2B5EF4-FFF2-40B4-BE49-F238E27FC236}">
                <a16:creationId xmlns:a16="http://schemas.microsoft.com/office/drawing/2014/main" id="{69A12AE9-4D1E-4F86-ABCC-DC9AA3068AA9}"/>
              </a:ext>
            </a:extLst>
          </p:cNvPr>
          <p:cNvSpPr>
            <a:spLocks noChangeArrowheads="1"/>
          </p:cNvSpPr>
          <p:nvPr/>
        </p:nvSpPr>
        <p:spPr bwMode="auto">
          <a:xfrm>
            <a:off x="9451068"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7" name="Rectangle 80">
            <a:extLst>
              <a:ext uri="{FF2B5EF4-FFF2-40B4-BE49-F238E27FC236}">
                <a16:creationId xmlns:a16="http://schemas.microsoft.com/office/drawing/2014/main" id="{30C6E2D2-A01B-4BF9-9EAF-4F62A9AF7214}"/>
              </a:ext>
            </a:extLst>
          </p:cNvPr>
          <p:cNvSpPr>
            <a:spLocks noChangeArrowheads="1"/>
          </p:cNvSpPr>
          <p:nvPr/>
        </p:nvSpPr>
        <p:spPr bwMode="auto">
          <a:xfrm>
            <a:off x="9906501"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8" name="Rectangle 81">
            <a:extLst>
              <a:ext uri="{FF2B5EF4-FFF2-40B4-BE49-F238E27FC236}">
                <a16:creationId xmlns:a16="http://schemas.microsoft.com/office/drawing/2014/main" id="{C9F10DE1-A75B-4DA6-AACE-23581D8E642C}"/>
              </a:ext>
            </a:extLst>
          </p:cNvPr>
          <p:cNvSpPr>
            <a:spLocks noChangeArrowheads="1"/>
          </p:cNvSpPr>
          <p:nvPr/>
        </p:nvSpPr>
        <p:spPr bwMode="auto">
          <a:xfrm>
            <a:off x="1036076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9" name="Rectangle 82">
            <a:extLst>
              <a:ext uri="{FF2B5EF4-FFF2-40B4-BE49-F238E27FC236}">
                <a16:creationId xmlns:a16="http://schemas.microsoft.com/office/drawing/2014/main" id="{0A775802-DD96-46A9-9F60-3C0D0736E331}"/>
              </a:ext>
            </a:extLst>
          </p:cNvPr>
          <p:cNvSpPr>
            <a:spLocks noChangeArrowheads="1"/>
          </p:cNvSpPr>
          <p:nvPr/>
        </p:nvSpPr>
        <p:spPr bwMode="auto">
          <a:xfrm>
            <a:off x="1081619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0" name="Rectangle 83">
            <a:extLst>
              <a:ext uri="{FF2B5EF4-FFF2-40B4-BE49-F238E27FC236}">
                <a16:creationId xmlns:a16="http://schemas.microsoft.com/office/drawing/2014/main" id="{D665EA6F-14AA-4648-AB60-F7117F986461}"/>
              </a:ext>
            </a:extLst>
          </p:cNvPr>
          <p:cNvSpPr>
            <a:spLocks noChangeArrowheads="1"/>
          </p:cNvSpPr>
          <p:nvPr/>
        </p:nvSpPr>
        <p:spPr bwMode="auto">
          <a:xfrm>
            <a:off x="1127046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1" name="Rectangle 84">
            <a:extLst>
              <a:ext uri="{FF2B5EF4-FFF2-40B4-BE49-F238E27FC236}">
                <a16:creationId xmlns:a16="http://schemas.microsoft.com/office/drawing/2014/main" id="{ACB843B8-638E-4047-9D91-8223083C0D1C}"/>
              </a:ext>
            </a:extLst>
          </p:cNvPr>
          <p:cNvSpPr>
            <a:spLocks noChangeArrowheads="1"/>
          </p:cNvSpPr>
          <p:nvPr/>
        </p:nvSpPr>
        <p:spPr bwMode="auto">
          <a:xfrm>
            <a:off x="1172589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2" name="Rectangle 86">
            <a:extLst>
              <a:ext uri="{FF2B5EF4-FFF2-40B4-BE49-F238E27FC236}">
                <a16:creationId xmlns:a16="http://schemas.microsoft.com/office/drawing/2014/main" id="{B7163B2C-02BA-42E9-BFC1-6A12FD59E5B3}"/>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3" name="Rectangle 87">
            <a:extLst>
              <a:ext uri="{FF2B5EF4-FFF2-40B4-BE49-F238E27FC236}">
                <a16:creationId xmlns:a16="http://schemas.microsoft.com/office/drawing/2014/main" id="{0B2288ED-33E4-4DE9-A750-24B68416FDD7}"/>
              </a:ext>
            </a:extLst>
          </p:cNvPr>
          <p:cNvSpPr>
            <a:spLocks noChangeArrowheads="1"/>
          </p:cNvSpPr>
          <p:nvPr/>
        </p:nvSpPr>
        <p:spPr bwMode="auto">
          <a:xfrm>
            <a:off x="80954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4" name="Rectangle 88">
            <a:extLst>
              <a:ext uri="{FF2B5EF4-FFF2-40B4-BE49-F238E27FC236}">
                <a16:creationId xmlns:a16="http://schemas.microsoft.com/office/drawing/2014/main" id="{69096790-3EDA-447C-B893-B58EB23115A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5" name="Rectangle 89">
            <a:extLst>
              <a:ext uri="{FF2B5EF4-FFF2-40B4-BE49-F238E27FC236}">
                <a16:creationId xmlns:a16="http://schemas.microsoft.com/office/drawing/2014/main" id="{CE854A02-0132-4C04-ADC5-9E062CF231BE}"/>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6" name="Rectangle 90">
            <a:extLst>
              <a:ext uri="{FF2B5EF4-FFF2-40B4-BE49-F238E27FC236}">
                <a16:creationId xmlns:a16="http://schemas.microsoft.com/office/drawing/2014/main" id="{E95D99AF-99D5-475B-AE63-90F7E8CC67AF}"/>
              </a:ext>
            </a:extLst>
          </p:cNvPr>
          <p:cNvSpPr>
            <a:spLocks noChangeArrowheads="1"/>
          </p:cNvSpPr>
          <p:nvPr/>
        </p:nvSpPr>
        <p:spPr bwMode="auto">
          <a:xfrm>
            <a:off x="2173502"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7" name="Rectangle 91">
            <a:extLst>
              <a:ext uri="{FF2B5EF4-FFF2-40B4-BE49-F238E27FC236}">
                <a16:creationId xmlns:a16="http://schemas.microsoft.com/office/drawing/2014/main" id="{A34BE509-D4BA-40A3-A4CD-3DF07B9E19D0}"/>
              </a:ext>
            </a:extLst>
          </p:cNvPr>
          <p:cNvSpPr>
            <a:spLocks noChangeArrowheads="1"/>
          </p:cNvSpPr>
          <p:nvPr/>
        </p:nvSpPr>
        <p:spPr bwMode="auto">
          <a:xfrm>
            <a:off x="2628934"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8" name="Rectangle 92">
            <a:extLst>
              <a:ext uri="{FF2B5EF4-FFF2-40B4-BE49-F238E27FC236}">
                <a16:creationId xmlns:a16="http://schemas.microsoft.com/office/drawing/2014/main" id="{A37FB970-0E25-4676-BC34-1A82728AF1D7}"/>
              </a:ext>
            </a:extLst>
          </p:cNvPr>
          <p:cNvSpPr>
            <a:spLocks noChangeArrowheads="1"/>
          </p:cNvSpPr>
          <p:nvPr/>
        </p:nvSpPr>
        <p:spPr bwMode="auto">
          <a:xfrm>
            <a:off x="3083197"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9" name="Rectangle 105">
            <a:extLst>
              <a:ext uri="{FF2B5EF4-FFF2-40B4-BE49-F238E27FC236}">
                <a16:creationId xmlns:a16="http://schemas.microsoft.com/office/drawing/2014/main" id="{970F9FCF-AA68-4E8F-8EA5-AAC4C5810EAB}"/>
              </a:ext>
            </a:extLst>
          </p:cNvPr>
          <p:cNvSpPr>
            <a:spLocks noChangeArrowheads="1"/>
          </p:cNvSpPr>
          <p:nvPr/>
        </p:nvSpPr>
        <p:spPr bwMode="auto">
          <a:xfrm>
            <a:off x="8996805"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0" name="Rectangle 106">
            <a:extLst>
              <a:ext uri="{FF2B5EF4-FFF2-40B4-BE49-F238E27FC236}">
                <a16:creationId xmlns:a16="http://schemas.microsoft.com/office/drawing/2014/main" id="{9D296959-779A-4776-ABF7-2FF2A73C81D2}"/>
              </a:ext>
            </a:extLst>
          </p:cNvPr>
          <p:cNvSpPr>
            <a:spLocks noChangeArrowheads="1"/>
          </p:cNvSpPr>
          <p:nvPr/>
        </p:nvSpPr>
        <p:spPr bwMode="auto">
          <a:xfrm>
            <a:off x="9451068"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1" name="Rectangle 107">
            <a:extLst>
              <a:ext uri="{FF2B5EF4-FFF2-40B4-BE49-F238E27FC236}">
                <a16:creationId xmlns:a16="http://schemas.microsoft.com/office/drawing/2014/main" id="{59855A4C-2548-423F-B57F-42922BC9B572}"/>
              </a:ext>
            </a:extLst>
          </p:cNvPr>
          <p:cNvSpPr>
            <a:spLocks noChangeArrowheads="1"/>
          </p:cNvSpPr>
          <p:nvPr/>
        </p:nvSpPr>
        <p:spPr bwMode="auto">
          <a:xfrm>
            <a:off x="9906501"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2" name="Rectangle 108">
            <a:extLst>
              <a:ext uri="{FF2B5EF4-FFF2-40B4-BE49-F238E27FC236}">
                <a16:creationId xmlns:a16="http://schemas.microsoft.com/office/drawing/2014/main" id="{54509127-BDD5-48E1-BE65-947CAC6B0439}"/>
              </a:ext>
            </a:extLst>
          </p:cNvPr>
          <p:cNvSpPr>
            <a:spLocks noChangeArrowheads="1"/>
          </p:cNvSpPr>
          <p:nvPr/>
        </p:nvSpPr>
        <p:spPr bwMode="auto">
          <a:xfrm>
            <a:off x="10360763"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3" name="Rectangle 109">
            <a:extLst>
              <a:ext uri="{FF2B5EF4-FFF2-40B4-BE49-F238E27FC236}">
                <a16:creationId xmlns:a16="http://schemas.microsoft.com/office/drawing/2014/main" id="{58C13B87-F971-4720-889B-EE6DE93E6B49}"/>
              </a:ext>
            </a:extLst>
          </p:cNvPr>
          <p:cNvSpPr>
            <a:spLocks noChangeArrowheads="1"/>
          </p:cNvSpPr>
          <p:nvPr/>
        </p:nvSpPr>
        <p:spPr bwMode="auto">
          <a:xfrm>
            <a:off x="10816197"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4" name="Rectangle 110">
            <a:extLst>
              <a:ext uri="{FF2B5EF4-FFF2-40B4-BE49-F238E27FC236}">
                <a16:creationId xmlns:a16="http://schemas.microsoft.com/office/drawing/2014/main" id="{681AD0E1-0BA7-4208-8DF7-EAB9E75AECF0}"/>
              </a:ext>
            </a:extLst>
          </p:cNvPr>
          <p:cNvSpPr>
            <a:spLocks noChangeArrowheads="1"/>
          </p:cNvSpPr>
          <p:nvPr/>
        </p:nvSpPr>
        <p:spPr bwMode="auto">
          <a:xfrm>
            <a:off x="11270460"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5" name="Rectangle 111">
            <a:extLst>
              <a:ext uri="{FF2B5EF4-FFF2-40B4-BE49-F238E27FC236}">
                <a16:creationId xmlns:a16="http://schemas.microsoft.com/office/drawing/2014/main" id="{FCBB3D30-B78E-44FC-8174-C95F9A1641DF}"/>
              </a:ext>
            </a:extLst>
          </p:cNvPr>
          <p:cNvSpPr>
            <a:spLocks noChangeArrowheads="1"/>
          </p:cNvSpPr>
          <p:nvPr/>
        </p:nvSpPr>
        <p:spPr bwMode="auto">
          <a:xfrm>
            <a:off x="1172589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6" name="Rectangle 113">
            <a:extLst>
              <a:ext uri="{FF2B5EF4-FFF2-40B4-BE49-F238E27FC236}">
                <a16:creationId xmlns:a16="http://schemas.microsoft.com/office/drawing/2014/main" id="{699FABD8-D290-42AB-87FC-C9A58ADC7A0F}"/>
              </a:ext>
            </a:extLst>
          </p:cNvPr>
          <p:cNvSpPr>
            <a:spLocks noChangeArrowheads="1"/>
          </p:cNvSpPr>
          <p:nvPr/>
        </p:nvSpPr>
        <p:spPr bwMode="auto">
          <a:xfrm>
            <a:off x="35411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7" name="Rectangle 114">
            <a:extLst>
              <a:ext uri="{FF2B5EF4-FFF2-40B4-BE49-F238E27FC236}">
                <a16:creationId xmlns:a16="http://schemas.microsoft.com/office/drawing/2014/main" id="{0B4D148D-F129-4DB7-88C2-471CB37E2DFF}"/>
              </a:ext>
            </a:extLst>
          </p:cNvPr>
          <p:cNvSpPr>
            <a:spLocks noChangeArrowheads="1"/>
          </p:cNvSpPr>
          <p:nvPr/>
        </p:nvSpPr>
        <p:spPr bwMode="auto">
          <a:xfrm>
            <a:off x="80954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8" name="Rectangle 115">
            <a:extLst>
              <a:ext uri="{FF2B5EF4-FFF2-40B4-BE49-F238E27FC236}">
                <a16:creationId xmlns:a16="http://schemas.microsoft.com/office/drawing/2014/main" id="{6DF2FDEE-C085-4999-B8E9-1B5D1D8FDA58}"/>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9" name="Rectangle 116">
            <a:extLst>
              <a:ext uri="{FF2B5EF4-FFF2-40B4-BE49-F238E27FC236}">
                <a16:creationId xmlns:a16="http://schemas.microsoft.com/office/drawing/2014/main" id="{2F001154-22EC-4762-9895-75CD714E3181}"/>
              </a:ext>
            </a:extLst>
          </p:cNvPr>
          <p:cNvSpPr>
            <a:spLocks noChangeArrowheads="1"/>
          </p:cNvSpPr>
          <p:nvPr/>
        </p:nvSpPr>
        <p:spPr bwMode="auto">
          <a:xfrm>
            <a:off x="1719239"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0" name="Rectangle 117">
            <a:extLst>
              <a:ext uri="{FF2B5EF4-FFF2-40B4-BE49-F238E27FC236}">
                <a16:creationId xmlns:a16="http://schemas.microsoft.com/office/drawing/2014/main" id="{8CB1148A-8A8E-4217-B7AD-E1D5D2B0D9EB}"/>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1" name="Rectangle 118">
            <a:extLst>
              <a:ext uri="{FF2B5EF4-FFF2-40B4-BE49-F238E27FC236}">
                <a16:creationId xmlns:a16="http://schemas.microsoft.com/office/drawing/2014/main" id="{20FE1950-CE5A-4D2F-96A0-94186638CA98}"/>
              </a:ext>
            </a:extLst>
          </p:cNvPr>
          <p:cNvSpPr>
            <a:spLocks noChangeArrowheads="1"/>
          </p:cNvSpPr>
          <p:nvPr/>
        </p:nvSpPr>
        <p:spPr bwMode="auto">
          <a:xfrm>
            <a:off x="2628934"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2" name="Rectangle 119">
            <a:extLst>
              <a:ext uri="{FF2B5EF4-FFF2-40B4-BE49-F238E27FC236}">
                <a16:creationId xmlns:a16="http://schemas.microsoft.com/office/drawing/2014/main" id="{83A14354-B3F5-4073-AA5C-F099A82F6A08}"/>
              </a:ext>
            </a:extLst>
          </p:cNvPr>
          <p:cNvSpPr>
            <a:spLocks noChangeArrowheads="1"/>
          </p:cNvSpPr>
          <p:nvPr/>
        </p:nvSpPr>
        <p:spPr bwMode="auto">
          <a:xfrm>
            <a:off x="3083197"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3" name="Rectangle 132">
            <a:extLst>
              <a:ext uri="{FF2B5EF4-FFF2-40B4-BE49-F238E27FC236}">
                <a16:creationId xmlns:a16="http://schemas.microsoft.com/office/drawing/2014/main" id="{76AA0892-AC62-4F6F-833D-458C99E021BD}"/>
              </a:ext>
            </a:extLst>
          </p:cNvPr>
          <p:cNvSpPr>
            <a:spLocks noChangeArrowheads="1"/>
          </p:cNvSpPr>
          <p:nvPr/>
        </p:nvSpPr>
        <p:spPr bwMode="auto">
          <a:xfrm>
            <a:off x="8996805"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4" name="Rectangle 133">
            <a:extLst>
              <a:ext uri="{FF2B5EF4-FFF2-40B4-BE49-F238E27FC236}">
                <a16:creationId xmlns:a16="http://schemas.microsoft.com/office/drawing/2014/main" id="{A9C2DB91-40AA-4597-9B38-C5864CB8F9BE}"/>
              </a:ext>
            </a:extLst>
          </p:cNvPr>
          <p:cNvSpPr>
            <a:spLocks noChangeArrowheads="1"/>
          </p:cNvSpPr>
          <p:nvPr/>
        </p:nvSpPr>
        <p:spPr bwMode="auto">
          <a:xfrm>
            <a:off x="9451068"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5" name="Rectangle 134">
            <a:extLst>
              <a:ext uri="{FF2B5EF4-FFF2-40B4-BE49-F238E27FC236}">
                <a16:creationId xmlns:a16="http://schemas.microsoft.com/office/drawing/2014/main" id="{4C7BF4BD-0F20-4B33-94A1-72CA3EDF2983}"/>
              </a:ext>
            </a:extLst>
          </p:cNvPr>
          <p:cNvSpPr>
            <a:spLocks noChangeArrowheads="1"/>
          </p:cNvSpPr>
          <p:nvPr/>
        </p:nvSpPr>
        <p:spPr bwMode="auto">
          <a:xfrm>
            <a:off x="9906501"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6" name="Rectangle 135">
            <a:extLst>
              <a:ext uri="{FF2B5EF4-FFF2-40B4-BE49-F238E27FC236}">
                <a16:creationId xmlns:a16="http://schemas.microsoft.com/office/drawing/2014/main" id="{06A886E0-5EF6-4EF7-A054-B2E0B10BC970}"/>
              </a:ext>
            </a:extLst>
          </p:cNvPr>
          <p:cNvSpPr>
            <a:spLocks noChangeArrowheads="1"/>
          </p:cNvSpPr>
          <p:nvPr/>
        </p:nvSpPr>
        <p:spPr bwMode="auto">
          <a:xfrm>
            <a:off x="10360763"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7" name="Rectangle 136">
            <a:extLst>
              <a:ext uri="{FF2B5EF4-FFF2-40B4-BE49-F238E27FC236}">
                <a16:creationId xmlns:a16="http://schemas.microsoft.com/office/drawing/2014/main" id="{15585719-9169-4D98-80F3-2CB8A58F3F5E}"/>
              </a:ext>
            </a:extLst>
          </p:cNvPr>
          <p:cNvSpPr>
            <a:spLocks noChangeArrowheads="1"/>
          </p:cNvSpPr>
          <p:nvPr/>
        </p:nvSpPr>
        <p:spPr bwMode="auto">
          <a:xfrm>
            <a:off x="10816197"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8" name="Rectangle 137">
            <a:extLst>
              <a:ext uri="{FF2B5EF4-FFF2-40B4-BE49-F238E27FC236}">
                <a16:creationId xmlns:a16="http://schemas.microsoft.com/office/drawing/2014/main" id="{1528ECA1-B6B5-4F12-B518-F98298404AD8}"/>
              </a:ext>
            </a:extLst>
          </p:cNvPr>
          <p:cNvSpPr>
            <a:spLocks noChangeArrowheads="1"/>
          </p:cNvSpPr>
          <p:nvPr/>
        </p:nvSpPr>
        <p:spPr bwMode="auto">
          <a:xfrm>
            <a:off x="1127046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9" name="Rectangle 138">
            <a:extLst>
              <a:ext uri="{FF2B5EF4-FFF2-40B4-BE49-F238E27FC236}">
                <a16:creationId xmlns:a16="http://schemas.microsoft.com/office/drawing/2014/main" id="{A5E04FCD-9144-4125-B905-01BA90E876FE}"/>
              </a:ext>
            </a:extLst>
          </p:cNvPr>
          <p:cNvSpPr>
            <a:spLocks noChangeArrowheads="1"/>
          </p:cNvSpPr>
          <p:nvPr/>
        </p:nvSpPr>
        <p:spPr bwMode="auto">
          <a:xfrm>
            <a:off x="1172589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0" name="Rectangle 140">
            <a:extLst>
              <a:ext uri="{FF2B5EF4-FFF2-40B4-BE49-F238E27FC236}">
                <a16:creationId xmlns:a16="http://schemas.microsoft.com/office/drawing/2014/main" id="{A3A97D31-5EE8-448D-8A5F-2BFCFB9E7036}"/>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1" name="Rectangle 141">
            <a:extLst>
              <a:ext uri="{FF2B5EF4-FFF2-40B4-BE49-F238E27FC236}">
                <a16:creationId xmlns:a16="http://schemas.microsoft.com/office/drawing/2014/main" id="{D5A6A0D9-0DCB-4C02-B821-ECBB42E71769}"/>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2" name="Rectangle 142">
            <a:extLst>
              <a:ext uri="{FF2B5EF4-FFF2-40B4-BE49-F238E27FC236}">
                <a16:creationId xmlns:a16="http://schemas.microsoft.com/office/drawing/2014/main" id="{E4CFE5B5-7797-4C7B-B3D9-787A3D923EFF}"/>
              </a:ext>
            </a:extLst>
          </p:cNvPr>
          <p:cNvSpPr>
            <a:spLocks noChangeArrowheads="1"/>
          </p:cNvSpPr>
          <p:nvPr/>
        </p:nvSpPr>
        <p:spPr bwMode="auto">
          <a:xfrm>
            <a:off x="1263805"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3" name="Rectangle 143">
            <a:extLst>
              <a:ext uri="{FF2B5EF4-FFF2-40B4-BE49-F238E27FC236}">
                <a16:creationId xmlns:a16="http://schemas.microsoft.com/office/drawing/2014/main" id="{16868543-F08E-4EF2-A138-A5D60AD4C433}"/>
              </a:ext>
            </a:extLst>
          </p:cNvPr>
          <p:cNvSpPr>
            <a:spLocks noChangeArrowheads="1"/>
          </p:cNvSpPr>
          <p:nvPr/>
        </p:nvSpPr>
        <p:spPr bwMode="auto">
          <a:xfrm>
            <a:off x="1719239"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4" name="Rectangle 144">
            <a:extLst>
              <a:ext uri="{FF2B5EF4-FFF2-40B4-BE49-F238E27FC236}">
                <a16:creationId xmlns:a16="http://schemas.microsoft.com/office/drawing/2014/main" id="{7AA615AC-F660-426D-A925-78A832B1F87C}"/>
              </a:ext>
            </a:extLst>
          </p:cNvPr>
          <p:cNvSpPr>
            <a:spLocks noChangeArrowheads="1"/>
          </p:cNvSpPr>
          <p:nvPr/>
        </p:nvSpPr>
        <p:spPr bwMode="auto">
          <a:xfrm>
            <a:off x="2173502"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5" name="Rectangle 145">
            <a:extLst>
              <a:ext uri="{FF2B5EF4-FFF2-40B4-BE49-F238E27FC236}">
                <a16:creationId xmlns:a16="http://schemas.microsoft.com/office/drawing/2014/main" id="{DA02DEE7-518D-4550-A98E-419A429F2830}"/>
              </a:ext>
            </a:extLst>
          </p:cNvPr>
          <p:cNvSpPr>
            <a:spLocks noChangeArrowheads="1"/>
          </p:cNvSpPr>
          <p:nvPr/>
        </p:nvSpPr>
        <p:spPr bwMode="auto">
          <a:xfrm>
            <a:off x="2628934"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6" name="Rectangle 146">
            <a:extLst>
              <a:ext uri="{FF2B5EF4-FFF2-40B4-BE49-F238E27FC236}">
                <a16:creationId xmlns:a16="http://schemas.microsoft.com/office/drawing/2014/main" id="{CF13D66E-ABF4-4967-B8B3-F517D9B3C45C}"/>
              </a:ext>
            </a:extLst>
          </p:cNvPr>
          <p:cNvSpPr>
            <a:spLocks noChangeArrowheads="1"/>
          </p:cNvSpPr>
          <p:nvPr/>
        </p:nvSpPr>
        <p:spPr bwMode="auto">
          <a:xfrm>
            <a:off x="3083197"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7" name="Rectangle 159">
            <a:extLst>
              <a:ext uri="{FF2B5EF4-FFF2-40B4-BE49-F238E27FC236}">
                <a16:creationId xmlns:a16="http://schemas.microsoft.com/office/drawing/2014/main" id="{7B7E4AC4-5592-4DE6-AD9F-62E8E5E7C391}"/>
              </a:ext>
            </a:extLst>
          </p:cNvPr>
          <p:cNvSpPr>
            <a:spLocks noChangeArrowheads="1"/>
          </p:cNvSpPr>
          <p:nvPr/>
        </p:nvSpPr>
        <p:spPr bwMode="auto">
          <a:xfrm>
            <a:off x="8996805"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8" name="Rectangle 160">
            <a:extLst>
              <a:ext uri="{FF2B5EF4-FFF2-40B4-BE49-F238E27FC236}">
                <a16:creationId xmlns:a16="http://schemas.microsoft.com/office/drawing/2014/main" id="{64C2F106-22BF-42DB-B523-838D7919E609}"/>
              </a:ext>
            </a:extLst>
          </p:cNvPr>
          <p:cNvSpPr>
            <a:spLocks noChangeArrowheads="1"/>
          </p:cNvSpPr>
          <p:nvPr/>
        </p:nvSpPr>
        <p:spPr bwMode="auto">
          <a:xfrm>
            <a:off x="9451068"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9" name="Rectangle 161">
            <a:extLst>
              <a:ext uri="{FF2B5EF4-FFF2-40B4-BE49-F238E27FC236}">
                <a16:creationId xmlns:a16="http://schemas.microsoft.com/office/drawing/2014/main" id="{476760DC-3414-46D3-8ED3-E57574242DE7}"/>
              </a:ext>
            </a:extLst>
          </p:cNvPr>
          <p:cNvSpPr>
            <a:spLocks noChangeArrowheads="1"/>
          </p:cNvSpPr>
          <p:nvPr/>
        </p:nvSpPr>
        <p:spPr bwMode="auto">
          <a:xfrm>
            <a:off x="9906501"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0" name="Rectangle 162">
            <a:extLst>
              <a:ext uri="{FF2B5EF4-FFF2-40B4-BE49-F238E27FC236}">
                <a16:creationId xmlns:a16="http://schemas.microsoft.com/office/drawing/2014/main" id="{35BC5B5E-6559-46F0-8351-DB26B20688E7}"/>
              </a:ext>
            </a:extLst>
          </p:cNvPr>
          <p:cNvSpPr>
            <a:spLocks noChangeArrowheads="1"/>
          </p:cNvSpPr>
          <p:nvPr/>
        </p:nvSpPr>
        <p:spPr bwMode="auto">
          <a:xfrm>
            <a:off x="10360763"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1" name="Rectangle 163">
            <a:extLst>
              <a:ext uri="{FF2B5EF4-FFF2-40B4-BE49-F238E27FC236}">
                <a16:creationId xmlns:a16="http://schemas.microsoft.com/office/drawing/2014/main" id="{524E5712-0FF8-47E1-B2AE-812F34F65ED9}"/>
              </a:ext>
            </a:extLst>
          </p:cNvPr>
          <p:cNvSpPr>
            <a:spLocks noChangeArrowheads="1"/>
          </p:cNvSpPr>
          <p:nvPr/>
        </p:nvSpPr>
        <p:spPr bwMode="auto">
          <a:xfrm>
            <a:off x="10816197"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2" name="Rectangle 164">
            <a:extLst>
              <a:ext uri="{FF2B5EF4-FFF2-40B4-BE49-F238E27FC236}">
                <a16:creationId xmlns:a16="http://schemas.microsoft.com/office/drawing/2014/main" id="{617C8CE6-515E-494D-A867-E140F467B681}"/>
              </a:ext>
            </a:extLst>
          </p:cNvPr>
          <p:cNvSpPr>
            <a:spLocks noChangeArrowheads="1"/>
          </p:cNvSpPr>
          <p:nvPr/>
        </p:nvSpPr>
        <p:spPr bwMode="auto">
          <a:xfrm>
            <a:off x="11270460"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3" name="Rectangle 165">
            <a:extLst>
              <a:ext uri="{FF2B5EF4-FFF2-40B4-BE49-F238E27FC236}">
                <a16:creationId xmlns:a16="http://schemas.microsoft.com/office/drawing/2014/main" id="{D8599EDD-A959-45FB-8FD2-64277464E977}"/>
              </a:ext>
            </a:extLst>
          </p:cNvPr>
          <p:cNvSpPr>
            <a:spLocks noChangeArrowheads="1"/>
          </p:cNvSpPr>
          <p:nvPr/>
        </p:nvSpPr>
        <p:spPr bwMode="auto">
          <a:xfrm>
            <a:off x="11725892"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4" name="Rectangle 167">
            <a:extLst>
              <a:ext uri="{FF2B5EF4-FFF2-40B4-BE49-F238E27FC236}">
                <a16:creationId xmlns:a16="http://schemas.microsoft.com/office/drawing/2014/main" id="{0603D8C1-859C-43D4-B068-9EB9FBCE206C}"/>
              </a:ext>
            </a:extLst>
          </p:cNvPr>
          <p:cNvSpPr>
            <a:spLocks noChangeArrowheads="1"/>
          </p:cNvSpPr>
          <p:nvPr/>
        </p:nvSpPr>
        <p:spPr bwMode="auto">
          <a:xfrm>
            <a:off x="35411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5" name="Rectangle 168">
            <a:extLst>
              <a:ext uri="{FF2B5EF4-FFF2-40B4-BE49-F238E27FC236}">
                <a16:creationId xmlns:a16="http://schemas.microsoft.com/office/drawing/2014/main" id="{B93977AF-46E4-45C2-8A01-209FA245E2C2}"/>
              </a:ext>
            </a:extLst>
          </p:cNvPr>
          <p:cNvSpPr>
            <a:spLocks noChangeArrowheads="1"/>
          </p:cNvSpPr>
          <p:nvPr/>
        </p:nvSpPr>
        <p:spPr bwMode="auto">
          <a:xfrm>
            <a:off x="809542"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6" name="Rectangle 169">
            <a:extLst>
              <a:ext uri="{FF2B5EF4-FFF2-40B4-BE49-F238E27FC236}">
                <a16:creationId xmlns:a16="http://schemas.microsoft.com/office/drawing/2014/main" id="{50A4256E-5C7A-4A2F-AB2B-C8EFA85293EA}"/>
              </a:ext>
            </a:extLst>
          </p:cNvPr>
          <p:cNvSpPr>
            <a:spLocks noChangeArrowheads="1"/>
          </p:cNvSpPr>
          <p:nvPr/>
        </p:nvSpPr>
        <p:spPr bwMode="auto">
          <a:xfrm>
            <a:off x="1263805"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7" name="Rectangle 170">
            <a:extLst>
              <a:ext uri="{FF2B5EF4-FFF2-40B4-BE49-F238E27FC236}">
                <a16:creationId xmlns:a16="http://schemas.microsoft.com/office/drawing/2014/main" id="{59DD1AC1-2925-4164-9326-E23F394AFACB}"/>
              </a:ext>
            </a:extLst>
          </p:cNvPr>
          <p:cNvSpPr>
            <a:spLocks noChangeArrowheads="1"/>
          </p:cNvSpPr>
          <p:nvPr/>
        </p:nvSpPr>
        <p:spPr bwMode="auto">
          <a:xfrm>
            <a:off x="1719239"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8" name="Rectangle 171">
            <a:extLst>
              <a:ext uri="{FF2B5EF4-FFF2-40B4-BE49-F238E27FC236}">
                <a16:creationId xmlns:a16="http://schemas.microsoft.com/office/drawing/2014/main" id="{D9BD2BBC-9899-4590-8E1D-9C58972E57A8}"/>
              </a:ext>
            </a:extLst>
          </p:cNvPr>
          <p:cNvSpPr>
            <a:spLocks noChangeArrowheads="1"/>
          </p:cNvSpPr>
          <p:nvPr/>
        </p:nvSpPr>
        <p:spPr bwMode="auto">
          <a:xfrm>
            <a:off x="2173502"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9" name="Rectangle 172">
            <a:extLst>
              <a:ext uri="{FF2B5EF4-FFF2-40B4-BE49-F238E27FC236}">
                <a16:creationId xmlns:a16="http://schemas.microsoft.com/office/drawing/2014/main" id="{A93CAC56-6630-4410-BA23-589CFEF93313}"/>
              </a:ext>
            </a:extLst>
          </p:cNvPr>
          <p:cNvSpPr>
            <a:spLocks noChangeArrowheads="1"/>
          </p:cNvSpPr>
          <p:nvPr/>
        </p:nvSpPr>
        <p:spPr bwMode="auto">
          <a:xfrm>
            <a:off x="2628934"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0" name="Rectangle 173">
            <a:extLst>
              <a:ext uri="{FF2B5EF4-FFF2-40B4-BE49-F238E27FC236}">
                <a16:creationId xmlns:a16="http://schemas.microsoft.com/office/drawing/2014/main" id="{721D7B09-2669-42D7-A71A-2581A0113F13}"/>
              </a:ext>
            </a:extLst>
          </p:cNvPr>
          <p:cNvSpPr>
            <a:spLocks noChangeArrowheads="1"/>
          </p:cNvSpPr>
          <p:nvPr/>
        </p:nvSpPr>
        <p:spPr bwMode="auto">
          <a:xfrm>
            <a:off x="3083197"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1" name="Rectangle 186">
            <a:extLst>
              <a:ext uri="{FF2B5EF4-FFF2-40B4-BE49-F238E27FC236}">
                <a16:creationId xmlns:a16="http://schemas.microsoft.com/office/drawing/2014/main" id="{A024ED31-769A-4A0C-A18B-E09709B473F7}"/>
              </a:ext>
            </a:extLst>
          </p:cNvPr>
          <p:cNvSpPr>
            <a:spLocks noChangeArrowheads="1"/>
          </p:cNvSpPr>
          <p:nvPr/>
        </p:nvSpPr>
        <p:spPr bwMode="auto">
          <a:xfrm>
            <a:off x="8996805"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2" name="Rectangle 187">
            <a:extLst>
              <a:ext uri="{FF2B5EF4-FFF2-40B4-BE49-F238E27FC236}">
                <a16:creationId xmlns:a16="http://schemas.microsoft.com/office/drawing/2014/main" id="{5D25C9B2-51EB-439E-B42C-8439DBE38630}"/>
              </a:ext>
            </a:extLst>
          </p:cNvPr>
          <p:cNvSpPr>
            <a:spLocks noChangeArrowheads="1"/>
          </p:cNvSpPr>
          <p:nvPr/>
        </p:nvSpPr>
        <p:spPr bwMode="auto">
          <a:xfrm>
            <a:off x="9451068"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3" name="Rectangle 188">
            <a:extLst>
              <a:ext uri="{FF2B5EF4-FFF2-40B4-BE49-F238E27FC236}">
                <a16:creationId xmlns:a16="http://schemas.microsoft.com/office/drawing/2014/main" id="{CB51A720-AF45-41F9-BAA4-2D2D9B1A8F06}"/>
              </a:ext>
            </a:extLst>
          </p:cNvPr>
          <p:cNvSpPr>
            <a:spLocks noChangeArrowheads="1"/>
          </p:cNvSpPr>
          <p:nvPr/>
        </p:nvSpPr>
        <p:spPr bwMode="auto">
          <a:xfrm>
            <a:off x="9906501"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4" name="Rectangle 189">
            <a:extLst>
              <a:ext uri="{FF2B5EF4-FFF2-40B4-BE49-F238E27FC236}">
                <a16:creationId xmlns:a16="http://schemas.microsoft.com/office/drawing/2014/main" id="{C79495A3-835C-4974-A319-4B7063E8D511}"/>
              </a:ext>
            </a:extLst>
          </p:cNvPr>
          <p:cNvSpPr>
            <a:spLocks noChangeArrowheads="1"/>
          </p:cNvSpPr>
          <p:nvPr/>
        </p:nvSpPr>
        <p:spPr bwMode="auto">
          <a:xfrm>
            <a:off x="10360763"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5" name="Rectangle 190">
            <a:extLst>
              <a:ext uri="{FF2B5EF4-FFF2-40B4-BE49-F238E27FC236}">
                <a16:creationId xmlns:a16="http://schemas.microsoft.com/office/drawing/2014/main" id="{A635A506-51C2-4991-9EE9-6D4F58B2A78B}"/>
              </a:ext>
            </a:extLst>
          </p:cNvPr>
          <p:cNvSpPr>
            <a:spLocks noChangeArrowheads="1"/>
          </p:cNvSpPr>
          <p:nvPr/>
        </p:nvSpPr>
        <p:spPr bwMode="auto">
          <a:xfrm>
            <a:off x="10816197"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6" name="Rectangle 191">
            <a:extLst>
              <a:ext uri="{FF2B5EF4-FFF2-40B4-BE49-F238E27FC236}">
                <a16:creationId xmlns:a16="http://schemas.microsoft.com/office/drawing/2014/main" id="{08D7A92B-AB5F-4B0A-887C-7D9EBE4B1B93}"/>
              </a:ext>
            </a:extLst>
          </p:cNvPr>
          <p:cNvSpPr>
            <a:spLocks noChangeArrowheads="1"/>
          </p:cNvSpPr>
          <p:nvPr/>
        </p:nvSpPr>
        <p:spPr bwMode="auto">
          <a:xfrm>
            <a:off x="1127046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7" name="Rectangle 192">
            <a:extLst>
              <a:ext uri="{FF2B5EF4-FFF2-40B4-BE49-F238E27FC236}">
                <a16:creationId xmlns:a16="http://schemas.microsoft.com/office/drawing/2014/main" id="{35958760-CFAF-4281-9A3D-2676F1188443}"/>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8" name="Rectangle 194">
            <a:extLst>
              <a:ext uri="{FF2B5EF4-FFF2-40B4-BE49-F238E27FC236}">
                <a16:creationId xmlns:a16="http://schemas.microsoft.com/office/drawing/2014/main" id="{92029F51-881A-43F7-9AA5-93A2ED11CBE1}"/>
              </a:ext>
            </a:extLst>
          </p:cNvPr>
          <p:cNvSpPr>
            <a:spLocks noChangeArrowheads="1"/>
          </p:cNvSpPr>
          <p:nvPr/>
        </p:nvSpPr>
        <p:spPr bwMode="auto">
          <a:xfrm>
            <a:off x="354110"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9" name="Rectangle 195">
            <a:extLst>
              <a:ext uri="{FF2B5EF4-FFF2-40B4-BE49-F238E27FC236}">
                <a16:creationId xmlns:a16="http://schemas.microsoft.com/office/drawing/2014/main" id="{42A3ED3D-6F9D-4F03-B4CA-936ED0F204F2}"/>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0" name="Rectangle 196">
            <a:extLst>
              <a:ext uri="{FF2B5EF4-FFF2-40B4-BE49-F238E27FC236}">
                <a16:creationId xmlns:a16="http://schemas.microsoft.com/office/drawing/2014/main" id="{AC2A2B9C-988E-4A8C-8FAE-5034533F2906}"/>
              </a:ext>
            </a:extLst>
          </p:cNvPr>
          <p:cNvSpPr>
            <a:spLocks noChangeArrowheads="1"/>
          </p:cNvSpPr>
          <p:nvPr/>
        </p:nvSpPr>
        <p:spPr bwMode="auto">
          <a:xfrm>
            <a:off x="1263805"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1" name="Rectangle 197">
            <a:extLst>
              <a:ext uri="{FF2B5EF4-FFF2-40B4-BE49-F238E27FC236}">
                <a16:creationId xmlns:a16="http://schemas.microsoft.com/office/drawing/2014/main" id="{E2C4B438-1F77-4FA1-8C82-F295DAA97AAD}"/>
              </a:ext>
            </a:extLst>
          </p:cNvPr>
          <p:cNvSpPr>
            <a:spLocks noChangeArrowheads="1"/>
          </p:cNvSpPr>
          <p:nvPr/>
        </p:nvSpPr>
        <p:spPr bwMode="auto">
          <a:xfrm>
            <a:off x="1719239"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2" name="Rectangle 198">
            <a:extLst>
              <a:ext uri="{FF2B5EF4-FFF2-40B4-BE49-F238E27FC236}">
                <a16:creationId xmlns:a16="http://schemas.microsoft.com/office/drawing/2014/main" id="{79DC185F-3902-41A7-806F-A84ACBB11EA3}"/>
              </a:ext>
            </a:extLst>
          </p:cNvPr>
          <p:cNvSpPr>
            <a:spLocks noChangeArrowheads="1"/>
          </p:cNvSpPr>
          <p:nvPr/>
        </p:nvSpPr>
        <p:spPr bwMode="auto">
          <a:xfrm>
            <a:off x="2173502"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3" name="Rectangle 199">
            <a:extLst>
              <a:ext uri="{FF2B5EF4-FFF2-40B4-BE49-F238E27FC236}">
                <a16:creationId xmlns:a16="http://schemas.microsoft.com/office/drawing/2014/main" id="{C6E21298-E9AA-4E0A-BD16-901A320D5070}"/>
              </a:ext>
            </a:extLst>
          </p:cNvPr>
          <p:cNvSpPr>
            <a:spLocks noChangeArrowheads="1"/>
          </p:cNvSpPr>
          <p:nvPr/>
        </p:nvSpPr>
        <p:spPr bwMode="auto">
          <a:xfrm>
            <a:off x="2628934"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4" name="Rectangle 200">
            <a:extLst>
              <a:ext uri="{FF2B5EF4-FFF2-40B4-BE49-F238E27FC236}">
                <a16:creationId xmlns:a16="http://schemas.microsoft.com/office/drawing/2014/main" id="{71546F84-807D-4F8E-A64C-9BFECFED6303}"/>
              </a:ext>
            </a:extLst>
          </p:cNvPr>
          <p:cNvSpPr>
            <a:spLocks noChangeArrowheads="1"/>
          </p:cNvSpPr>
          <p:nvPr/>
        </p:nvSpPr>
        <p:spPr bwMode="auto">
          <a:xfrm>
            <a:off x="3083197"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5" name="Rectangle 214">
            <a:extLst>
              <a:ext uri="{FF2B5EF4-FFF2-40B4-BE49-F238E27FC236}">
                <a16:creationId xmlns:a16="http://schemas.microsoft.com/office/drawing/2014/main" id="{CFB4EA3C-FFA6-432E-9174-8C7700EBF454}"/>
              </a:ext>
            </a:extLst>
          </p:cNvPr>
          <p:cNvSpPr>
            <a:spLocks noChangeArrowheads="1"/>
          </p:cNvSpPr>
          <p:nvPr/>
        </p:nvSpPr>
        <p:spPr bwMode="auto">
          <a:xfrm>
            <a:off x="8996805"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6" name="Rectangle 215">
            <a:extLst>
              <a:ext uri="{FF2B5EF4-FFF2-40B4-BE49-F238E27FC236}">
                <a16:creationId xmlns:a16="http://schemas.microsoft.com/office/drawing/2014/main" id="{F8864E38-6F87-4A94-998C-DA1B4D050F30}"/>
              </a:ext>
            </a:extLst>
          </p:cNvPr>
          <p:cNvSpPr>
            <a:spLocks noChangeArrowheads="1"/>
          </p:cNvSpPr>
          <p:nvPr/>
        </p:nvSpPr>
        <p:spPr bwMode="auto">
          <a:xfrm>
            <a:off x="9451068"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7" name="Rectangle 216">
            <a:extLst>
              <a:ext uri="{FF2B5EF4-FFF2-40B4-BE49-F238E27FC236}">
                <a16:creationId xmlns:a16="http://schemas.microsoft.com/office/drawing/2014/main" id="{CE27A9F8-9958-4033-AB44-66F20B12EB24}"/>
              </a:ext>
            </a:extLst>
          </p:cNvPr>
          <p:cNvSpPr>
            <a:spLocks noChangeArrowheads="1"/>
          </p:cNvSpPr>
          <p:nvPr/>
        </p:nvSpPr>
        <p:spPr bwMode="auto">
          <a:xfrm>
            <a:off x="9906502"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8" name="Rectangle 217">
            <a:extLst>
              <a:ext uri="{FF2B5EF4-FFF2-40B4-BE49-F238E27FC236}">
                <a16:creationId xmlns:a16="http://schemas.microsoft.com/office/drawing/2014/main" id="{4B9DD88C-AAF5-42E9-B1D0-E407BBE2562D}"/>
              </a:ext>
            </a:extLst>
          </p:cNvPr>
          <p:cNvSpPr>
            <a:spLocks noChangeArrowheads="1"/>
          </p:cNvSpPr>
          <p:nvPr/>
        </p:nvSpPr>
        <p:spPr bwMode="auto">
          <a:xfrm>
            <a:off x="10360764"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9" name="Rectangle 218">
            <a:extLst>
              <a:ext uri="{FF2B5EF4-FFF2-40B4-BE49-F238E27FC236}">
                <a16:creationId xmlns:a16="http://schemas.microsoft.com/office/drawing/2014/main" id="{19811468-3F50-46A5-9FCC-E142EB047E28}"/>
              </a:ext>
            </a:extLst>
          </p:cNvPr>
          <p:cNvSpPr>
            <a:spLocks noChangeArrowheads="1"/>
          </p:cNvSpPr>
          <p:nvPr/>
        </p:nvSpPr>
        <p:spPr bwMode="auto">
          <a:xfrm>
            <a:off x="10816197"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0" name="Rectangle 219">
            <a:extLst>
              <a:ext uri="{FF2B5EF4-FFF2-40B4-BE49-F238E27FC236}">
                <a16:creationId xmlns:a16="http://schemas.microsoft.com/office/drawing/2014/main" id="{8B7D78B3-2097-4A23-9C3F-1125A291261D}"/>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1" name="Rectangle 220">
            <a:extLst>
              <a:ext uri="{FF2B5EF4-FFF2-40B4-BE49-F238E27FC236}">
                <a16:creationId xmlns:a16="http://schemas.microsoft.com/office/drawing/2014/main" id="{DBB4AA29-F514-41F3-B6B4-9610813E1395}"/>
              </a:ext>
            </a:extLst>
          </p:cNvPr>
          <p:cNvSpPr>
            <a:spLocks noChangeArrowheads="1"/>
          </p:cNvSpPr>
          <p:nvPr/>
        </p:nvSpPr>
        <p:spPr bwMode="auto">
          <a:xfrm>
            <a:off x="11725893"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2" name="Rectangle 222">
            <a:extLst>
              <a:ext uri="{FF2B5EF4-FFF2-40B4-BE49-F238E27FC236}">
                <a16:creationId xmlns:a16="http://schemas.microsoft.com/office/drawing/2014/main" id="{287D0D65-4B00-4631-B5FC-94D7E43E842D}"/>
              </a:ext>
            </a:extLst>
          </p:cNvPr>
          <p:cNvSpPr>
            <a:spLocks noChangeArrowheads="1"/>
          </p:cNvSpPr>
          <p:nvPr/>
        </p:nvSpPr>
        <p:spPr bwMode="auto">
          <a:xfrm>
            <a:off x="35411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3" name="Rectangle 223">
            <a:extLst>
              <a:ext uri="{FF2B5EF4-FFF2-40B4-BE49-F238E27FC236}">
                <a16:creationId xmlns:a16="http://schemas.microsoft.com/office/drawing/2014/main" id="{FBB8768D-6FD5-4CB0-A06E-CF3727089158}"/>
              </a:ext>
            </a:extLst>
          </p:cNvPr>
          <p:cNvSpPr>
            <a:spLocks noChangeArrowheads="1"/>
          </p:cNvSpPr>
          <p:nvPr/>
        </p:nvSpPr>
        <p:spPr bwMode="auto">
          <a:xfrm>
            <a:off x="80954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4" name="Rectangle 224">
            <a:extLst>
              <a:ext uri="{FF2B5EF4-FFF2-40B4-BE49-F238E27FC236}">
                <a16:creationId xmlns:a16="http://schemas.microsoft.com/office/drawing/2014/main" id="{281CA9FD-C68E-46EE-A725-A9F8AA1B82A2}"/>
              </a:ext>
            </a:extLst>
          </p:cNvPr>
          <p:cNvSpPr>
            <a:spLocks noChangeArrowheads="1"/>
          </p:cNvSpPr>
          <p:nvPr/>
        </p:nvSpPr>
        <p:spPr bwMode="auto">
          <a:xfrm>
            <a:off x="1263806"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5" name="Rectangle 225">
            <a:extLst>
              <a:ext uri="{FF2B5EF4-FFF2-40B4-BE49-F238E27FC236}">
                <a16:creationId xmlns:a16="http://schemas.microsoft.com/office/drawing/2014/main" id="{2C929F36-95D0-44EF-A29A-4917FCAA9DC8}"/>
              </a:ext>
            </a:extLst>
          </p:cNvPr>
          <p:cNvSpPr>
            <a:spLocks noChangeArrowheads="1"/>
          </p:cNvSpPr>
          <p:nvPr/>
        </p:nvSpPr>
        <p:spPr bwMode="auto">
          <a:xfrm>
            <a:off x="1719239"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6" name="Rectangle 226">
            <a:extLst>
              <a:ext uri="{FF2B5EF4-FFF2-40B4-BE49-F238E27FC236}">
                <a16:creationId xmlns:a16="http://schemas.microsoft.com/office/drawing/2014/main" id="{358BC528-6DA1-42F6-96D0-4B4BA226AB53}"/>
              </a:ext>
            </a:extLst>
          </p:cNvPr>
          <p:cNvSpPr>
            <a:spLocks noChangeArrowheads="1"/>
          </p:cNvSpPr>
          <p:nvPr/>
        </p:nvSpPr>
        <p:spPr bwMode="auto">
          <a:xfrm>
            <a:off x="2173502"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7" name="Rectangle 227">
            <a:extLst>
              <a:ext uri="{FF2B5EF4-FFF2-40B4-BE49-F238E27FC236}">
                <a16:creationId xmlns:a16="http://schemas.microsoft.com/office/drawing/2014/main" id="{70AA7180-339A-4FFD-AF13-4DDD53BCB65F}"/>
              </a:ext>
            </a:extLst>
          </p:cNvPr>
          <p:cNvSpPr>
            <a:spLocks noChangeArrowheads="1"/>
          </p:cNvSpPr>
          <p:nvPr/>
        </p:nvSpPr>
        <p:spPr bwMode="auto">
          <a:xfrm>
            <a:off x="262893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8" name="Rectangle 228">
            <a:extLst>
              <a:ext uri="{FF2B5EF4-FFF2-40B4-BE49-F238E27FC236}">
                <a16:creationId xmlns:a16="http://schemas.microsoft.com/office/drawing/2014/main" id="{29F2CEBB-46BC-4448-9E54-C7750D8C8F54}"/>
              </a:ext>
            </a:extLst>
          </p:cNvPr>
          <p:cNvSpPr>
            <a:spLocks noChangeArrowheads="1"/>
          </p:cNvSpPr>
          <p:nvPr/>
        </p:nvSpPr>
        <p:spPr bwMode="auto">
          <a:xfrm>
            <a:off x="308319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9" name="Rectangle 241">
            <a:extLst>
              <a:ext uri="{FF2B5EF4-FFF2-40B4-BE49-F238E27FC236}">
                <a16:creationId xmlns:a16="http://schemas.microsoft.com/office/drawing/2014/main" id="{728033F9-6F38-4655-93DC-83583534C14D}"/>
              </a:ext>
            </a:extLst>
          </p:cNvPr>
          <p:cNvSpPr>
            <a:spLocks noChangeArrowheads="1"/>
          </p:cNvSpPr>
          <p:nvPr/>
        </p:nvSpPr>
        <p:spPr bwMode="auto">
          <a:xfrm>
            <a:off x="899680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0" name="Rectangle 242">
            <a:extLst>
              <a:ext uri="{FF2B5EF4-FFF2-40B4-BE49-F238E27FC236}">
                <a16:creationId xmlns:a16="http://schemas.microsoft.com/office/drawing/2014/main" id="{31C757BD-CB68-4FDF-94B8-7CD58F1FB71C}"/>
              </a:ext>
            </a:extLst>
          </p:cNvPr>
          <p:cNvSpPr>
            <a:spLocks noChangeArrowheads="1"/>
          </p:cNvSpPr>
          <p:nvPr/>
        </p:nvSpPr>
        <p:spPr bwMode="auto">
          <a:xfrm>
            <a:off x="945106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1" name="Rectangle 243">
            <a:extLst>
              <a:ext uri="{FF2B5EF4-FFF2-40B4-BE49-F238E27FC236}">
                <a16:creationId xmlns:a16="http://schemas.microsoft.com/office/drawing/2014/main" id="{9B0E4C87-6738-405B-883B-AAE740C4C799}"/>
              </a:ext>
            </a:extLst>
          </p:cNvPr>
          <p:cNvSpPr>
            <a:spLocks noChangeArrowheads="1"/>
          </p:cNvSpPr>
          <p:nvPr/>
        </p:nvSpPr>
        <p:spPr bwMode="auto">
          <a:xfrm>
            <a:off x="9906502"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2" name="Rectangle 244">
            <a:extLst>
              <a:ext uri="{FF2B5EF4-FFF2-40B4-BE49-F238E27FC236}">
                <a16:creationId xmlns:a16="http://schemas.microsoft.com/office/drawing/2014/main" id="{DA32B563-8524-4670-AB69-252BDC266634}"/>
              </a:ext>
            </a:extLst>
          </p:cNvPr>
          <p:cNvSpPr>
            <a:spLocks noChangeArrowheads="1"/>
          </p:cNvSpPr>
          <p:nvPr/>
        </p:nvSpPr>
        <p:spPr bwMode="auto">
          <a:xfrm>
            <a:off x="10360764"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3" name="Rectangle 245">
            <a:extLst>
              <a:ext uri="{FF2B5EF4-FFF2-40B4-BE49-F238E27FC236}">
                <a16:creationId xmlns:a16="http://schemas.microsoft.com/office/drawing/2014/main" id="{6EC4888D-ACC8-4037-B218-9E9421F8C155}"/>
              </a:ext>
            </a:extLst>
          </p:cNvPr>
          <p:cNvSpPr>
            <a:spLocks noChangeArrowheads="1"/>
          </p:cNvSpPr>
          <p:nvPr/>
        </p:nvSpPr>
        <p:spPr bwMode="auto">
          <a:xfrm>
            <a:off x="10816197"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4" name="Rectangle 246">
            <a:extLst>
              <a:ext uri="{FF2B5EF4-FFF2-40B4-BE49-F238E27FC236}">
                <a16:creationId xmlns:a16="http://schemas.microsoft.com/office/drawing/2014/main" id="{E79B4470-BBFB-4BE1-89AB-C7574F8C4983}"/>
              </a:ext>
            </a:extLst>
          </p:cNvPr>
          <p:cNvSpPr>
            <a:spLocks noChangeArrowheads="1"/>
          </p:cNvSpPr>
          <p:nvPr/>
        </p:nvSpPr>
        <p:spPr bwMode="auto">
          <a:xfrm>
            <a:off x="1127046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247">
            <a:extLst>
              <a:ext uri="{FF2B5EF4-FFF2-40B4-BE49-F238E27FC236}">
                <a16:creationId xmlns:a16="http://schemas.microsoft.com/office/drawing/2014/main" id="{2E2BFF5D-548A-437A-838D-19C1F071EED0}"/>
              </a:ext>
            </a:extLst>
          </p:cNvPr>
          <p:cNvSpPr>
            <a:spLocks noChangeArrowheads="1"/>
          </p:cNvSpPr>
          <p:nvPr/>
        </p:nvSpPr>
        <p:spPr bwMode="auto">
          <a:xfrm>
            <a:off x="1172589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249">
            <a:extLst>
              <a:ext uri="{FF2B5EF4-FFF2-40B4-BE49-F238E27FC236}">
                <a16:creationId xmlns:a16="http://schemas.microsoft.com/office/drawing/2014/main" id="{FFCA5316-A321-453C-8CE2-53AF9364363F}"/>
              </a:ext>
            </a:extLst>
          </p:cNvPr>
          <p:cNvSpPr>
            <a:spLocks noChangeArrowheads="1"/>
          </p:cNvSpPr>
          <p:nvPr/>
        </p:nvSpPr>
        <p:spPr bwMode="auto">
          <a:xfrm>
            <a:off x="354110"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250">
            <a:extLst>
              <a:ext uri="{FF2B5EF4-FFF2-40B4-BE49-F238E27FC236}">
                <a16:creationId xmlns:a16="http://schemas.microsoft.com/office/drawing/2014/main" id="{AA681E6A-C814-482F-A76C-24B20AD9D03F}"/>
              </a:ext>
            </a:extLst>
          </p:cNvPr>
          <p:cNvSpPr>
            <a:spLocks noChangeArrowheads="1"/>
          </p:cNvSpPr>
          <p:nvPr/>
        </p:nvSpPr>
        <p:spPr bwMode="auto">
          <a:xfrm>
            <a:off x="809543"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251">
            <a:extLst>
              <a:ext uri="{FF2B5EF4-FFF2-40B4-BE49-F238E27FC236}">
                <a16:creationId xmlns:a16="http://schemas.microsoft.com/office/drawing/2014/main" id="{301C7270-7CAD-49F2-B66B-B28D94E0EF77}"/>
              </a:ext>
            </a:extLst>
          </p:cNvPr>
          <p:cNvSpPr>
            <a:spLocks noChangeArrowheads="1"/>
          </p:cNvSpPr>
          <p:nvPr/>
        </p:nvSpPr>
        <p:spPr bwMode="auto">
          <a:xfrm>
            <a:off x="1263806"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252">
            <a:extLst>
              <a:ext uri="{FF2B5EF4-FFF2-40B4-BE49-F238E27FC236}">
                <a16:creationId xmlns:a16="http://schemas.microsoft.com/office/drawing/2014/main" id="{979CEB10-3E83-4407-BEDC-D49144AA153C}"/>
              </a:ext>
            </a:extLst>
          </p:cNvPr>
          <p:cNvSpPr>
            <a:spLocks noChangeArrowheads="1"/>
          </p:cNvSpPr>
          <p:nvPr/>
        </p:nvSpPr>
        <p:spPr bwMode="auto">
          <a:xfrm>
            <a:off x="1719239"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253">
            <a:extLst>
              <a:ext uri="{FF2B5EF4-FFF2-40B4-BE49-F238E27FC236}">
                <a16:creationId xmlns:a16="http://schemas.microsoft.com/office/drawing/2014/main" id="{2F6B505E-6719-4385-8C9E-80108E1D7F7B}"/>
              </a:ext>
            </a:extLst>
          </p:cNvPr>
          <p:cNvSpPr>
            <a:spLocks noChangeArrowheads="1"/>
          </p:cNvSpPr>
          <p:nvPr/>
        </p:nvSpPr>
        <p:spPr bwMode="auto">
          <a:xfrm>
            <a:off x="2173502"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254">
            <a:extLst>
              <a:ext uri="{FF2B5EF4-FFF2-40B4-BE49-F238E27FC236}">
                <a16:creationId xmlns:a16="http://schemas.microsoft.com/office/drawing/2014/main" id="{032E3D58-EF2F-47C1-84FC-FFC2C3C663F7}"/>
              </a:ext>
            </a:extLst>
          </p:cNvPr>
          <p:cNvSpPr>
            <a:spLocks noChangeArrowheads="1"/>
          </p:cNvSpPr>
          <p:nvPr/>
        </p:nvSpPr>
        <p:spPr bwMode="auto">
          <a:xfrm>
            <a:off x="262893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255">
            <a:extLst>
              <a:ext uri="{FF2B5EF4-FFF2-40B4-BE49-F238E27FC236}">
                <a16:creationId xmlns:a16="http://schemas.microsoft.com/office/drawing/2014/main" id="{AE4B524B-159B-4639-80B1-B1298E934946}"/>
              </a:ext>
            </a:extLst>
          </p:cNvPr>
          <p:cNvSpPr>
            <a:spLocks noChangeArrowheads="1"/>
          </p:cNvSpPr>
          <p:nvPr/>
        </p:nvSpPr>
        <p:spPr bwMode="auto">
          <a:xfrm>
            <a:off x="308319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268">
            <a:extLst>
              <a:ext uri="{FF2B5EF4-FFF2-40B4-BE49-F238E27FC236}">
                <a16:creationId xmlns:a16="http://schemas.microsoft.com/office/drawing/2014/main" id="{F44A1C49-7120-46FC-ADFE-3126D15DCC8B}"/>
              </a:ext>
            </a:extLst>
          </p:cNvPr>
          <p:cNvSpPr>
            <a:spLocks noChangeArrowheads="1"/>
          </p:cNvSpPr>
          <p:nvPr/>
        </p:nvSpPr>
        <p:spPr bwMode="auto">
          <a:xfrm>
            <a:off x="899680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269">
            <a:extLst>
              <a:ext uri="{FF2B5EF4-FFF2-40B4-BE49-F238E27FC236}">
                <a16:creationId xmlns:a16="http://schemas.microsoft.com/office/drawing/2014/main" id="{E81048C2-AD36-49EE-9F83-DE219A886273}"/>
              </a:ext>
            </a:extLst>
          </p:cNvPr>
          <p:cNvSpPr>
            <a:spLocks noChangeArrowheads="1"/>
          </p:cNvSpPr>
          <p:nvPr/>
        </p:nvSpPr>
        <p:spPr bwMode="auto">
          <a:xfrm>
            <a:off x="945106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270">
            <a:extLst>
              <a:ext uri="{FF2B5EF4-FFF2-40B4-BE49-F238E27FC236}">
                <a16:creationId xmlns:a16="http://schemas.microsoft.com/office/drawing/2014/main" id="{1C51B872-4D89-44AD-BEC3-889DD85942BD}"/>
              </a:ext>
            </a:extLst>
          </p:cNvPr>
          <p:cNvSpPr>
            <a:spLocks noChangeArrowheads="1"/>
          </p:cNvSpPr>
          <p:nvPr/>
        </p:nvSpPr>
        <p:spPr bwMode="auto">
          <a:xfrm>
            <a:off x="9906502"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271">
            <a:extLst>
              <a:ext uri="{FF2B5EF4-FFF2-40B4-BE49-F238E27FC236}">
                <a16:creationId xmlns:a16="http://schemas.microsoft.com/office/drawing/2014/main" id="{9DA5806A-0222-4504-B311-47FFFE9AE4A6}"/>
              </a:ext>
            </a:extLst>
          </p:cNvPr>
          <p:cNvSpPr>
            <a:spLocks noChangeArrowheads="1"/>
          </p:cNvSpPr>
          <p:nvPr/>
        </p:nvSpPr>
        <p:spPr bwMode="auto">
          <a:xfrm>
            <a:off x="10360764"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272">
            <a:extLst>
              <a:ext uri="{FF2B5EF4-FFF2-40B4-BE49-F238E27FC236}">
                <a16:creationId xmlns:a16="http://schemas.microsoft.com/office/drawing/2014/main" id="{6B98E2B9-61AD-4E8B-8BCB-EB7830DF08DC}"/>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273">
            <a:extLst>
              <a:ext uri="{FF2B5EF4-FFF2-40B4-BE49-F238E27FC236}">
                <a16:creationId xmlns:a16="http://schemas.microsoft.com/office/drawing/2014/main" id="{4B0DA759-2C7B-4700-8A97-72281E91C804}"/>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74">
            <a:extLst>
              <a:ext uri="{FF2B5EF4-FFF2-40B4-BE49-F238E27FC236}">
                <a16:creationId xmlns:a16="http://schemas.microsoft.com/office/drawing/2014/main" id="{908809DC-2628-4896-B87F-004226030EBC}"/>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76">
            <a:extLst>
              <a:ext uri="{FF2B5EF4-FFF2-40B4-BE49-F238E27FC236}">
                <a16:creationId xmlns:a16="http://schemas.microsoft.com/office/drawing/2014/main" id="{623F1777-4E55-4093-B250-548D46D62488}"/>
              </a:ext>
            </a:extLst>
          </p:cNvPr>
          <p:cNvSpPr>
            <a:spLocks noChangeArrowheads="1"/>
          </p:cNvSpPr>
          <p:nvPr/>
        </p:nvSpPr>
        <p:spPr bwMode="auto">
          <a:xfrm>
            <a:off x="35411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77">
            <a:extLst>
              <a:ext uri="{FF2B5EF4-FFF2-40B4-BE49-F238E27FC236}">
                <a16:creationId xmlns:a16="http://schemas.microsoft.com/office/drawing/2014/main" id="{2515C3B5-603D-401D-A531-447BA1E7FDD7}"/>
              </a:ext>
            </a:extLst>
          </p:cNvPr>
          <p:cNvSpPr>
            <a:spLocks noChangeArrowheads="1"/>
          </p:cNvSpPr>
          <p:nvPr/>
        </p:nvSpPr>
        <p:spPr bwMode="auto">
          <a:xfrm>
            <a:off x="80954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78">
            <a:extLst>
              <a:ext uri="{FF2B5EF4-FFF2-40B4-BE49-F238E27FC236}">
                <a16:creationId xmlns:a16="http://schemas.microsoft.com/office/drawing/2014/main" id="{DE5E7D55-A437-437C-A5CD-CE16F8BDC721}"/>
              </a:ext>
            </a:extLst>
          </p:cNvPr>
          <p:cNvSpPr>
            <a:spLocks noChangeArrowheads="1"/>
          </p:cNvSpPr>
          <p:nvPr/>
        </p:nvSpPr>
        <p:spPr bwMode="auto">
          <a:xfrm>
            <a:off x="126380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79">
            <a:extLst>
              <a:ext uri="{FF2B5EF4-FFF2-40B4-BE49-F238E27FC236}">
                <a16:creationId xmlns:a16="http://schemas.microsoft.com/office/drawing/2014/main" id="{6867695A-35E0-4E03-955E-5542EBF0247E}"/>
              </a:ext>
            </a:extLst>
          </p:cNvPr>
          <p:cNvSpPr>
            <a:spLocks noChangeArrowheads="1"/>
          </p:cNvSpPr>
          <p:nvPr/>
        </p:nvSpPr>
        <p:spPr bwMode="auto">
          <a:xfrm>
            <a:off x="1719239"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80">
            <a:extLst>
              <a:ext uri="{FF2B5EF4-FFF2-40B4-BE49-F238E27FC236}">
                <a16:creationId xmlns:a16="http://schemas.microsoft.com/office/drawing/2014/main" id="{4E871617-5158-41C5-BB14-EBADA1396FA2}"/>
              </a:ext>
            </a:extLst>
          </p:cNvPr>
          <p:cNvSpPr>
            <a:spLocks noChangeArrowheads="1"/>
          </p:cNvSpPr>
          <p:nvPr/>
        </p:nvSpPr>
        <p:spPr bwMode="auto">
          <a:xfrm>
            <a:off x="2173502"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81">
            <a:extLst>
              <a:ext uri="{FF2B5EF4-FFF2-40B4-BE49-F238E27FC236}">
                <a16:creationId xmlns:a16="http://schemas.microsoft.com/office/drawing/2014/main" id="{4E2D5191-ECDB-4D1B-A3F5-436A79475BF7}"/>
              </a:ext>
            </a:extLst>
          </p:cNvPr>
          <p:cNvSpPr>
            <a:spLocks noChangeArrowheads="1"/>
          </p:cNvSpPr>
          <p:nvPr/>
        </p:nvSpPr>
        <p:spPr bwMode="auto">
          <a:xfrm>
            <a:off x="262893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82">
            <a:extLst>
              <a:ext uri="{FF2B5EF4-FFF2-40B4-BE49-F238E27FC236}">
                <a16:creationId xmlns:a16="http://schemas.microsoft.com/office/drawing/2014/main" id="{71BE142B-C02B-4FD1-A332-6902B7131A16}"/>
              </a:ext>
            </a:extLst>
          </p:cNvPr>
          <p:cNvSpPr>
            <a:spLocks noChangeArrowheads="1"/>
          </p:cNvSpPr>
          <p:nvPr/>
        </p:nvSpPr>
        <p:spPr bwMode="auto">
          <a:xfrm>
            <a:off x="308319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3">
            <a:extLst>
              <a:ext uri="{FF2B5EF4-FFF2-40B4-BE49-F238E27FC236}">
                <a16:creationId xmlns:a16="http://schemas.microsoft.com/office/drawing/2014/main" id="{1C1A90F5-08ED-4AB6-9F35-63A8866025D0}"/>
              </a:ext>
            </a:extLst>
          </p:cNvPr>
          <p:cNvSpPr>
            <a:spLocks noChangeArrowheads="1"/>
          </p:cNvSpPr>
          <p:nvPr/>
        </p:nvSpPr>
        <p:spPr bwMode="auto">
          <a:xfrm>
            <a:off x="353863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84">
            <a:extLst>
              <a:ext uri="{FF2B5EF4-FFF2-40B4-BE49-F238E27FC236}">
                <a16:creationId xmlns:a16="http://schemas.microsoft.com/office/drawing/2014/main" id="{163D79BB-8C1C-4D0D-AFDD-A8EEE07F4DC4}"/>
              </a:ext>
            </a:extLst>
          </p:cNvPr>
          <p:cNvSpPr>
            <a:spLocks noChangeArrowheads="1"/>
          </p:cNvSpPr>
          <p:nvPr/>
        </p:nvSpPr>
        <p:spPr bwMode="auto">
          <a:xfrm>
            <a:off x="399289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285">
            <a:extLst>
              <a:ext uri="{FF2B5EF4-FFF2-40B4-BE49-F238E27FC236}">
                <a16:creationId xmlns:a16="http://schemas.microsoft.com/office/drawing/2014/main" id="{1B2DF357-EFD3-403D-A136-E53ACA518239}"/>
              </a:ext>
            </a:extLst>
          </p:cNvPr>
          <p:cNvSpPr>
            <a:spLocks noChangeArrowheads="1"/>
          </p:cNvSpPr>
          <p:nvPr/>
        </p:nvSpPr>
        <p:spPr bwMode="auto">
          <a:xfrm>
            <a:off x="4448327"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286">
            <a:extLst>
              <a:ext uri="{FF2B5EF4-FFF2-40B4-BE49-F238E27FC236}">
                <a16:creationId xmlns:a16="http://schemas.microsoft.com/office/drawing/2014/main" id="{99BE0D0E-EECE-441B-9B0B-10138A8DC6DD}"/>
              </a:ext>
            </a:extLst>
          </p:cNvPr>
          <p:cNvSpPr>
            <a:spLocks noChangeArrowheads="1"/>
          </p:cNvSpPr>
          <p:nvPr/>
        </p:nvSpPr>
        <p:spPr bwMode="auto">
          <a:xfrm>
            <a:off x="490259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287">
            <a:extLst>
              <a:ext uri="{FF2B5EF4-FFF2-40B4-BE49-F238E27FC236}">
                <a16:creationId xmlns:a16="http://schemas.microsoft.com/office/drawing/2014/main" id="{5F8922A9-01DD-4E8E-A435-E9368C30AC56}"/>
              </a:ext>
            </a:extLst>
          </p:cNvPr>
          <p:cNvSpPr>
            <a:spLocks noChangeArrowheads="1"/>
          </p:cNvSpPr>
          <p:nvPr/>
        </p:nvSpPr>
        <p:spPr bwMode="auto">
          <a:xfrm>
            <a:off x="5358022"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288">
            <a:extLst>
              <a:ext uri="{FF2B5EF4-FFF2-40B4-BE49-F238E27FC236}">
                <a16:creationId xmlns:a16="http://schemas.microsoft.com/office/drawing/2014/main" id="{BE148054-6735-4808-92F8-53F3E0FF27FD}"/>
              </a:ext>
            </a:extLst>
          </p:cNvPr>
          <p:cNvSpPr>
            <a:spLocks noChangeArrowheads="1"/>
          </p:cNvSpPr>
          <p:nvPr/>
        </p:nvSpPr>
        <p:spPr bwMode="auto">
          <a:xfrm>
            <a:off x="5812285"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289">
            <a:extLst>
              <a:ext uri="{FF2B5EF4-FFF2-40B4-BE49-F238E27FC236}">
                <a16:creationId xmlns:a16="http://schemas.microsoft.com/office/drawing/2014/main" id="{83EF7D19-EE81-4C8B-BB74-1EBFE79A10D4}"/>
              </a:ext>
            </a:extLst>
          </p:cNvPr>
          <p:cNvSpPr>
            <a:spLocks noChangeArrowheads="1"/>
          </p:cNvSpPr>
          <p:nvPr/>
        </p:nvSpPr>
        <p:spPr bwMode="auto">
          <a:xfrm>
            <a:off x="6267718"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290">
            <a:extLst>
              <a:ext uri="{FF2B5EF4-FFF2-40B4-BE49-F238E27FC236}">
                <a16:creationId xmlns:a16="http://schemas.microsoft.com/office/drawing/2014/main" id="{4F511F31-AAA8-4436-8486-592CB8944FC3}"/>
              </a:ext>
            </a:extLst>
          </p:cNvPr>
          <p:cNvSpPr>
            <a:spLocks noChangeArrowheads="1"/>
          </p:cNvSpPr>
          <p:nvPr/>
        </p:nvSpPr>
        <p:spPr bwMode="auto">
          <a:xfrm>
            <a:off x="6721981"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291">
            <a:extLst>
              <a:ext uri="{FF2B5EF4-FFF2-40B4-BE49-F238E27FC236}">
                <a16:creationId xmlns:a16="http://schemas.microsoft.com/office/drawing/2014/main" id="{369EBF34-9826-4B91-A306-5839D20C49EC}"/>
              </a:ext>
            </a:extLst>
          </p:cNvPr>
          <p:cNvSpPr>
            <a:spLocks noChangeArrowheads="1"/>
          </p:cNvSpPr>
          <p:nvPr/>
        </p:nvSpPr>
        <p:spPr bwMode="auto">
          <a:xfrm>
            <a:off x="7177414"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292">
            <a:extLst>
              <a:ext uri="{FF2B5EF4-FFF2-40B4-BE49-F238E27FC236}">
                <a16:creationId xmlns:a16="http://schemas.microsoft.com/office/drawing/2014/main" id="{859A171A-D946-4682-BEB2-E7822CAF95FD}"/>
              </a:ext>
            </a:extLst>
          </p:cNvPr>
          <p:cNvSpPr>
            <a:spLocks noChangeArrowheads="1"/>
          </p:cNvSpPr>
          <p:nvPr/>
        </p:nvSpPr>
        <p:spPr bwMode="auto">
          <a:xfrm>
            <a:off x="763167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293">
            <a:extLst>
              <a:ext uri="{FF2B5EF4-FFF2-40B4-BE49-F238E27FC236}">
                <a16:creationId xmlns:a16="http://schemas.microsoft.com/office/drawing/2014/main" id="{AF93A40B-14CA-4CA7-9133-C7B48DAC4152}"/>
              </a:ext>
            </a:extLst>
          </p:cNvPr>
          <p:cNvSpPr>
            <a:spLocks noChangeArrowheads="1"/>
          </p:cNvSpPr>
          <p:nvPr/>
        </p:nvSpPr>
        <p:spPr bwMode="auto">
          <a:xfrm>
            <a:off x="808711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294">
            <a:extLst>
              <a:ext uri="{FF2B5EF4-FFF2-40B4-BE49-F238E27FC236}">
                <a16:creationId xmlns:a16="http://schemas.microsoft.com/office/drawing/2014/main" id="{30BB7367-2D64-40A9-8FC2-6664A0872F69}"/>
              </a:ext>
            </a:extLst>
          </p:cNvPr>
          <p:cNvSpPr>
            <a:spLocks noChangeArrowheads="1"/>
          </p:cNvSpPr>
          <p:nvPr/>
        </p:nvSpPr>
        <p:spPr bwMode="auto">
          <a:xfrm>
            <a:off x="854137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295">
            <a:extLst>
              <a:ext uri="{FF2B5EF4-FFF2-40B4-BE49-F238E27FC236}">
                <a16:creationId xmlns:a16="http://schemas.microsoft.com/office/drawing/2014/main" id="{14A42AB5-CCB0-416F-85D7-152BACA427FC}"/>
              </a:ext>
            </a:extLst>
          </p:cNvPr>
          <p:cNvSpPr>
            <a:spLocks noChangeArrowheads="1"/>
          </p:cNvSpPr>
          <p:nvPr/>
        </p:nvSpPr>
        <p:spPr bwMode="auto">
          <a:xfrm>
            <a:off x="899680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296">
            <a:extLst>
              <a:ext uri="{FF2B5EF4-FFF2-40B4-BE49-F238E27FC236}">
                <a16:creationId xmlns:a16="http://schemas.microsoft.com/office/drawing/2014/main" id="{31700671-BD7D-40A1-81C9-CF9CE4C2A725}"/>
              </a:ext>
            </a:extLst>
          </p:cNvPr>
          <p:cNvSpPr>
            <a:spLocks noChangeArrowheads="1"/>
          </p:cNvSpPr>
          <p:nvPr/>
        </p:nvSpPr>
        <p:spPr bwMode="auto">
          <a:xfrm>
            <a:off x="945106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297">
            <a:extLst>
              <a:ext uri="{FF2B5EF4-FFF2-40B4-BE49-F238E27FC236}">
                <a16:creationId xmlns:a16="http://schemas.microsoft.com/office/drawing/2014/main" id="{1C490051-C4F6-4F21-9CBD-DFB84514AD2B}"/>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298">
            <a:extLst>
              <a:ext uri="{FF2B5EF4-FFF2-40B4-BE49-F238E27FC236}">
                <a16:creationId xmlns:a16="http://schemas.microsoft.com/office/drawing/2014/main" id="{14B47FB0-304B-408C-AA3F-0F5BB6A5AA3F}"/>
              </a:ext>
            </a:extLst>
          </p:cNvPr>
          <p:cNvSpPr>
            <a:spLocks noChangeArrowheads="1"/>
          </p:cNvSpPr>
          <p:nvPr/>
        </p:nvSpPr>
        <p:spPr bwMode="auto">
          <a:xfrm>
            <a:off x="10360764"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299">
            <a:extLst>
              <a:ext uri="{FF2B5EF4-FFF2-40B4-BE49-F238E27FC236}">
                <a16:creationId xmlns:a16="http://schemas.microsoft.com/office/drawing/2014/main" id="{9AE02871-B6BC-490F-A388-280843B2B1F3}"/>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300">
            <a:extLst>
              <a:ext uri="{FF2B5EF4-FFF2-40B4-BE49-F238E27FC236}">
                <a16:creationId xmlns:a16="http://schemas.microsoft.com/office/drawing/2014/main" id="{BCA5BD2F-9032-4907-8901-2774F8E56D47}"/>
              </a:ext>
            </a:extLst>
          </p:cNvPr>
          <p:cNvSpPr>
            <a:spLocks noChangeArrowheads="1"/>
          </p:cNvSpPr>
          <p:nvPr/>
        </p:nvSpPr>
        <p:spPr bwMode="auto">
          <a:xfrm>
            <a:off x="1127046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301">
            <a:extLst>
              <a:ext uri="{FF2B5EF4-FFF2-40B4-BE49-F238E27FC236}">
                <a16:creationId xmlns:a16="http://schemas.microsoft.com/office/drawing/2014/main" id="{36189607-33CC-47D6-88FA-F4CD1D7D1954}"/>
              </a:ext>
            </a:extLst>
          </p:cNvPr>
          <p:cNvSpPr>
            <a:spLocks noChangeArrowheads="1"/>
          </p:cNvSpPr>
          <p:nvPr/>
        </p:nvSpPr>
        <p:spPr bwMode="auto">
          <a:xfrm>
            <a:off x="1172589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303">
            <a:extLst>
              <a:ext uri="{FF2B5EF4-FFF2-40B4-BE49-F238E27FC236}">
                <a16:creationId xmlns:a16="http://schemas.microsoft.com/office/drawing/2014/main" id="{7926FB0B-1EC7-42B6-A9AF-4F352A02DE93}"/>
              </a:ext>
            </a:extLst>
          </p:cNvPr>
          <p:cNvSpPr>
            <a:spLocks noChangeArrowheads="1"/>
          </p:cNvSpPr>
          <p:nvPr/>
        </p:nvSpPr>
        <p:spPr bwMode="auto">
          <a:xfrm>
            <a:off x="35411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304">
            <a:extLst>
              <a:ext uri="{FF2B5EF4-FFF2-40B4-BE49-F238E27FC236}">
                <a16:creationId xmlns:a16="http://schemas.microsoft.com/office/drawing/2014/main" id="{C6CE7582-1C15-40D6-A04B-3AB4A11174B4}"/>
              </a:ext>
            </a:extLst>
          </p:cNvPr>
          <p:cNvSpPr>
            <a:spLocks noChangeArrowheads="1"/>
          </p:cNvSpPr>
          <p:nvPr/>
        </p:nvSpPr>
        <p:spPr bwMode="auto">
          <a:xfrm>
            <a:off x="809543"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305">
            <a:extLst>
              <a:ext uri="{FF2B5EF4-FFF2-40B4-BE49-F238E27FC236}">
                <a16:creationId xmlns:a16="http://schemas.microsoft.com/office/drawing/2014/main" id="{1A4C7EDE-CAE5-4A0E-A085-D115521EE112}"/>
              </a:ext>
            </a:extLst>
          </p:cNvPr>
          <p:cNvSpPr>
            <a:spLocks noChangeArrowheads="1"/>
          </p:cNvSpPr>
          <p:nvPr/>
        </p:nvSpPr>
        <p:spPr bwMode="auto">
          <a:xfrm>
            <a:off x="126380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306">
            <a:extLst>
              <a:ext uri="{FF2B5EF4-FFF2-40B4-BE49-F238E27FC236}">
                <a16:creationId xmlns:a16="http://schemas.microsoft.com/office/drawing/2014/main" id="{A45537C6-B529-4B21-AD2D-EF53D7A3A687}"/>
              </a:ext>
            </a:extLst>
          </p:cNvPr>
          <p:cNvSpPr>
            <a:spLocks noChangeArrowheads="1"/>
          </p:cNvSpPr>
          <p:nvPr/>
        </p:nvSpPr>
        <p:spPr bwMode="auto">
          <a:xfrm>
            <a:off x="1719239"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307">
            <a:extLst>
              <a:ext uri="{FF2B5EF4-FFF2-40B4-BE49-F238E27FC236}">
                <a16:creationId xmlns:a16="http://schemas.microsoft.com/office/drawing/2014/main" id="{BD7156AF-407F-4067-A722-2F7D5A6CBD41}"/>
              </a:ext>
            </a:extLst>
          </p:cNvPr>
          <p:cNvSpPr>
            <a:spLocks noChangeArrowheads="1"/>
          </p:cNvSpPr>
          <p:nvPr/>
        </p:nvSpPr>
        <p:spPr bwMode="auto">
          <a:xfrm>
            <a:off x="2173502"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308">
            <a:extLst>
              <a:ext uri="{FF2B5EF4-FFF2-40B4-BE49-F238E27FC236}">
                <a16:creationId xmlns:a16="http://schemas.microsoft.com/office/drawing/2014/main" id="{DB5E4949-C1A1-462A-A907-81360D68C1D5}"/>
              </a:ext>
            </a:extLst>
          </p:cNvPr>
          <p:cNvSpPr>
            <a:spLocks noChangeArrowheads="1"/>
          </p:cNvSpPr>
          <p:nvPr/>
        </p:nvSpPr>
        <p:spPr bwMode="auto">
          <a:xfrm>
            <a:off x="262893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309">
            <a:extLst>
              <a:ext uri="{FF2B5EF4-FFF2-40B4-BE49-F238E27FC236}">
                <a16:creationId xmlns:a16="http://schemas.microsoft.com/office/drawing/2014/main" id="{FAD5200A-AC76-4A0D-9277-A1C8E4D69729}"/>
              </a:ext>
            </a:extLst>
          </p:cNvPr>
          <p:cNvSpPr>
            <a:spLocks noChangeArrowheads="1"/>
          </p:cNvSpPr>
          <p:nvPr/>
        </p:nvSpPr>
        <p:spPr bwMode="auto">
          <a:xfrm>
            <a:off x="308319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310">
            <a:extLst>
              <a:ext uri="{FF2B5EF4-FFF2-40B4-BE49-F238E27FC236}">
                <a16:creationId xmlns:a16="http://schemas.microsoft.com/office/drawing/2014/main" id="{B10E8F52-7FCD-4B17-964A-1A97E2CB0669}"/>
              </a:ext>
            </a:extLst>
          </p:cNvPr>
          <p:cNvSpPr>
            <a:spLocks noChangeArrowheads="1"/>
          </p:cNvSpPr>
          <p:nvPr/>
        </p:nvSpPr>
        <p:spPr bwMode="auto">
          <a:xfrm>
            <a:off x="353863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311">
            <a:extLst>
              <a:ext uri="{FF2B5EF4-FFF2-40B4-BE49-F238E27FC236}">
                <a16:creationId xmlns:a16="http://schemas.microsoft.com/office/drawing/2014/main" id="{199F53BC-5327-4C34-A560-B7D93F5F951E}"/>
              </a:ext>
            </a:extLst>
          </p:cNvPr>
          <p:cNvSpPr>
            <a:spLocks noChangeArrowheads="1"/>
          </p:cNvSpPr>
          <p:nvPr/>
        </p:nvSpPr>
        <p:spPr bwMode="auto">
          <a:xfrm>
            <a:off x="399289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312">
            <a:extLst>
              <a:ext uri="{FF2B5EF4-FFF2-40B4-BE49-F238E27FC236}">
                <a16:creationId xmlns:a16="http://schemas.microsoft.com/office/drawing/2014/main" id="{2FC7F96E-2AA5-4430-8933-303E0E254435}"/>
              </a:ext>
            </a:extLst>
          </p:cNvPr>
          <p:cNvSpPr>
            <a:spLocks noChangeArrowheads="1"/>
          </p:cNvSpPr>
          <p:nvPr/>
        </p:nvSpPr>
        <p:spPr bwMode="auto">
          <a:xfrm>
            <a:off x="444832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313">
            <a:extLst>
              <a:ext uri="{FF2B5EF4-FFF2-40B4-BE49-F238E27FC236}">
                <a16:creationId xmlns:a16="http://schemas.microsoft.com/office/drawing/2014/main" id="{6F48430D-4266-4379-B0B9-939C11A824B5}"/>
              </a:ext>
            </a:extLst>
          </p:cNvPr>
          <p:cNvSpPr>
            <a:spLocks noChangeArrowheads="1"/>
          </p:cNvSpPr>
          <p:nvPr/>
        </p:nvSpPr>
        <p:spPr bwMode="auto">
          <a:xfrm>
            <a:off x="490259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314">
            <a:extLst>
              <a:ext uri="{FF2B5EF4-FFF2-40B4-BE49-F238E27FC236}">
                <a16:creationId xmlns:a16="http://schemas.microsoft.com/office/drawing/2014/main" id="{E96290E6-15F2-4B8D-BD72-D47344F70D55}"/>
              </a:ext>
            </a:extLst>
          </p:cNvPr>
          <p:cNvSpPr>
            <a:spLocks noChangeArrowheads="1"/>
          </p:cNvSpPr>
          <p:nvPr/>
        </p:nvSpPr>
        <p:spPr bwMode="auto">
          <a:xfrm>
            <a:off x="535802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315">
            <a:extLst>
              <a:ext uri="{FF2B5EF4-FFF2-40B4-BE49-F238E27FC236}">
                <a16:creationId xmlns:a16="http://schemas.microsoft.com/office/drawing/2014/main" id="{FBC8EBAB-9D6C-48D6-BE00-C2F53C03F66A}"/>
              </a:ext>
            </a:extLst>
          </p:cNvPr>
          <p:cNvSpPr>
            <a:spLocks noChangeArrowheads="1"/>
          </p:cNvSpPr>
          <p:nvPr/>
        </p:nvSpPr>
        <p:spPr bwMode="auto">
          <a:xfrm>
            <a:off x="5812285"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316">
            <a:extLst>
              <a:ext uri="{FF2B5EF4-FFF2-40B4-BE49-F238E27FC236}">
                <a16:creationId xmlns:a16="http://schemas.microsoft.com/office/drawing/2014/main" id="{2E89C0F2-BC8E-4CA4-A11F-96B5B0E77AA2}"/>
              </a:ext>
            </a:extLst>
          </p:cNvPr>
          <p:cNvSpPr>
            <a:spLocks noChangeArrowheads="1"/>
          </p:cNvSpPr>
          <p:nvPr/>
        </p:nvSpPr>
        <p:spPr bwMode="auto">
          <a:xfrm>
            <a:off x="6267718"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317">
            <a:extLst>
              <a:ext uri="{FF2B5EF4-FFF2-40B4-BE49-F238E27FC236}">
                <a16:creationId xmlns:a16="http://schemas.microsoft.com/office/drawing/2014/main" id="{ABB2F2E5-0B78-4924-8C02-91133456E04E}"/>
              </a:ext>
            </a:extLst>
          </p:cNvPr>
          <p:cNvSpPr>
            <a:spLocks noChangeArrowheads="1"/>
          </p:cNvSpPr>
          <p:nvPr/>
        </p:nvSpPr>
        <p:spPr bwMode="auto">
          <a:xfrm>
            <a:off x="6721981"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318">
            <a:extLst>
              <a:ext uri="{FF2B5EF4-FFF2-40B4-BE49-F238E27FC236}">
                <a16:creationId xmlns:a16="http://schemas.microsoft.com/office/drawing/2014/main" id="{8A77E39A-3439-42E5-864E-07050A9B949A}"/>
              </a:ext>
            </a:extLst>
          </p:cNvPr>
          <p:cNvSpPr>
            <a:spLocks noChangeArrowheads="1"/>
          </p:cNvSpPr>
          <p:nvPr/>
        </p:nvSpPr>
        <p:spPr bwMode="auto">
          <a:xfrm>
            <a:off x="7177414"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319">
            <a:extLst>
              <a:ext uri="{FF2B5EF4-FFF2-40B4-BE49-F238E27FC236}">
                <a16:creationId xmlns:a16="http://schemas.microsoft.com/office/drawing/2014/main" id="{25EAA1C5-3174-4F4B-BFF3-90C5CCB903EC}"/>
              </a:ext>
            </a:extLst>
          </p:cNvPr>
          <p:cNvSpPr>
            <a:spLocks noChangeArrowheads="1"/>
          </p:cNvSpPr>
          <p:nvPr/>
        </p:nvSpPr>
        <p:spPr bwMode="auto">
          <a:xfrm>
            <a:off x="763167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320">
            <a:extLst>
              <a:ext uri="{FF2B5EF4-FFF2-40B4-BE49-F238E27FC236}">
                <a16:creationId xmlns:a16="http://schemas.microsoft.com/office/drawing/2014/main" id="{1F2DB9F1-C65F-4052-A053-3F8F3AF0F08F}"/>
              </a:ext>
            </a:extLst>
          </p:cNvPr>
          <p:cNvSpPr>
            <a:spLocks noChangeArrowheads="1"/>
          </p:cNvSpPr>
          <p:nvPr/>
        </p:nvSpPr>
        <p:spPr bwMode="auto">
          <a:xfrm>
            <a:off x="808711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321">
            <a:extLst>
              <a:ext uri="{FF2B5EF4-FFF2-40B4-BE49-F238E27FC236}">
                <a16:creationId xmlns:a16="http://schemas.microsoft.com/office/drawing/2014/main" id="{AFFB727D-B40C-4F86-915F-7329F028339A}"/>
              </a:ext>
            </a:extLst>
          </p:cNvPr>
          <p:cNvSpPr>
            <a:spLocks noChangeArrowheads="1"/>
          </p:cNvSpPr>
          <p:nvPr/>
        </p:nvSpPr>
        <p:spPr bwMode="auto">
          <a:xfrm>
            <a:off x="854137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322">
            <a:extLst>
              <a:ext uri="{FF2B5EF4-FFF2-40B4-BE49-F238E27FC236}">
                <a16:creationId xmlns:a16="http://schemas.microsoft.com/office/drawing/2014/main" id="{584872F2-AD23-451B-B00B-D48843FDC2F0}"/>
              </a:ext>
            </a:extLst>
          </p:cNvPr>
          <p:cNvSpPr>
            <a:spLocks noChangeArrowheads="1"/>
          </p:cNvSpPr>
          <p:nvPr/>
        </p:nvSpPr>
        <p:spPr bwMode="auto">
          <a:xfrm>
            <a:off x="899680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323">
            <a:extLst>
              <a:ext uri="{FF2B5EF4-FFF2-40B4-BE49-F238E27FC236}">
                <a16:creationId xmlns:a16="http://schemas.microsoft.com/office/drawing/2014/main" id="{59E7ABF1-EA01-439C-89DC-4066F7684B5B}"/>
              </a:ext>
            </a:extLst>
          </p:cNvPr>
          <p:cNvSpPr>
            <a:spLocks noChangeArrowheads="1"/>
          </p:cNvSpPr>
          <p:nvPr/>
        </p:nvSpPr>
        <p:spPr bwMode="auto">
          <a:xfrm>
            <a:off x="945106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324">
            <a:extLst>
              <a:ext uri="{FF2B5EF4-FFF2-40B4-BE49-F238E27FC236}">
                <a16:creationId xmlns:a16="http://schemas.microsoft.com/office/drawing/2014/main" id="{F5673CC4-BA29-4135-9BA9-AED7EAA77A45}"/>
              </a:ext>
            </a:extLst>
          </p:cNvPr>
          <p:cNvSpPr>
            <a:spLocks noChangeArrowheads="1"/>
          </p:cNvSpPr>
          <p:nvPr/>
        </p:nvSpPr>
        <p:spPr bwMode="auto">
          <a:xfrm>
            <a:off x="990650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325">
            <a:extLst>
              <a:ext uri="{FF2B5EF4-FFF2-40B4-BE49-F238E27FC236}">
                <a16:creationId xmlns:a16="http://schemas.microsoft.com/office/drawing/2014/main" id="{06B3D335-F1DF-4E26-A5A1-31E9CD919EA6}"/>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326">
            <a:extLst>
              <a:ext uri="{FF2B5EF4-FFF2-40B4-BE49-F238E27FC236}">
                <a16:creationId xmlns:a16="http://schemas.microsoft.com/office/drawing/2014/main" id="{834239CB-0B66-488B-B963-CD4BC4A66C7E}"/>
              </a:ext>
            </a:extLst>
          </p:cNvPr>
          <p:cNvSpPr>
            <a:spLocks noChangeArrowheads="1"/>
          </p:cNvSpPr>
          <p:nvPr/>
        </p:nvSpPr>
        <p:spPr bwMode="auto">
          <a:xfrm>
            <a:off x="1081619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327">
            <a:extLst>
              <a:ext uri="{FF2B5EF4-FFF2-40B4-BE49-F238E27FC236}">
                <a16:creationId xmlns:a16="http://schemas.microsoft.com/office/drawing/2014/main" id="{5DF8D3AD-C701-45DA-A09C-0B72B8B4D06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328">
            <a:extLst>
              <a:ext uri="{FF2B5EF4-FFF2-40B4-BE49-F238E27FC236}">
                <a16:creationId xmlns:a16="http://schemas.microsoft.com/office/drawing/2014/main" id="{4A5BD061-AFE7-47F7-A037-4635A1719163}"/>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303">
            <a:extLst>
              <a:ext uri="{FF2B5EF4-FFF2-40B4-BE49-F238E27FC236}">
                <a16:creationId xmlns:a16="http://schemas.microsoft.com/office/drawing/2014/main" id="{72E47367-DB80-4AEF-B453-F2874E290804}"/>
              </a:ext>
            </a:extLst>
          </p:cNvPr>
          <p:cNvSpPr>
            <a:spLocks noChangeArrowheads="1"/>
          </p:cNvSpPr>
          <p:nvPr/>
        </p:nvSpPr>
        <p:spPr bwMode="auto">
          <a:xfrm>
            <a:off x="35411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304">
            <a:extLst>
              <a:ext uri="{FF2B5EF4-FFF2-40B4-BE49-F238E27FC236}">
                <a16:creationId xmlns:a16="http://schemas.microsoft.com/office/drawing/2014/main" id="{A5D11ACD-18C7-4BD8-97B9-7564D82EECED}"/>
              </a:ext>
            </a:extLst>
          </p:cNvPr>
          <p:cNvSpPr>
            <a:spLocks noChangeArrowheads="1"/>
          </p:cNvSpPr>
          <p:nvPr/>
        </p:nvSpPr>
        <p:spPr bwMode="auto">
          <a:xfrm>
            <a:off x="80954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305">
            <a:extLst>
              <a:ext uri="{FF2B5EF4-FFF2-40B4-BE49-F238E27FC236}">
                <a16:creationId xmlns:a16="http://schemas.microsoft.com/office/drawing/2014/main" id="{7304767C-0411-429C-B5FC-DE14E770D4E3}"/>
              </a:ext>
            </a:extLst>
          </p:cNvPr>
          <p:cNvSpPr>
            <a:spLocks noChangeArrowheads="1"/>
          </p:cNvSpPr>
          <p:nvPr/>
        </p:nvSpPr>
        <p:spPr bwMode="auto">
          <a:xfrm>
            <a:off x="126380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306">
            <a:extLst>
              <a:ext uri="{FF2B5EF4-FFF2-40B4-BE49-F238E27FC236}">
                <a16:creationId xmlns:a16="http://schemas.microsoft.com/office/drawing/2014/main" id="{D74BCE79-1C15-40ED-A6B2-30D89DC13305}"/>
              </a:ext>
            </a:extLst>
          </p:cNvPr>
          <p:cNvSpPr>
            <a:spLocks noChangeArrowheads="1"/>
          </p:cNvSpPr>
          <p:nvPr/>
        </p:nvSpPr>
        <p:spPr bwMode="auto">
          <a:xfrm>
            <a:off x="1719239"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307">
            <a:extLst>
              <a:ext uri="{FF2B5EF4-FFF2-40B4-BE49-F238E27FC236}">
                <a16:creationId xmlns:a16="http://schemas.microsoft.com/office/drawing/2014/main" id="{4966B602-0BC1-433A-A6DC-60644E5D1576}"/>
              </a:ext>
            </a:extLst>
          </p:cNvPr>
          <p:cNvSpPr>
            <a:spLocks noChangeArrowheads="1"/>
          </p:cNvSpPr>
          <p:nvPr/>
        </p:nvSpPr>
        <p:spPr bwMode="auto">
          <a:xfrm>
            <a:off x="2173502"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308">
            <a:extLst>
              <a:ext uri="{FF2B5EF4-FFF2-40B4-BE49-F238E27FC236}">
                <a16:creationId xmlns:a16="http://schemas.microsoft.com/office/drawing/2014/main" id="{5FA73E87-F9E1-4922-AB56-257040A0C260}"/>
              </a:ext>
            </a:extLst>
          </p:cNvPr>
          <p:cNvSpPr>
            <a:spLocks noChangeArrowheads="1"/>
          </p:cNvSpPr>
          <p:nvPr/>
        </p:nvSpPr>
        <p:spPr bwMode="auto">
          <a:xfrm>
            <a:off x="262893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309">
            <a:extLst>
              <a:ext uri="{FF2B5EF4-FFF2-40B4-BE49-F238E27FC236}">
                <a16:creationId xmlns:a16="http://schemas.microsoft.com/office/drawing/2014/main" id="{3523D0D6-BF5C-4992-89BC-D80F4B65DDA7}"/>
              </a:ext>
            </a:extLst>
          </p:cNvPr>
          <p:cNvSpPr>
            <a:spLocks noChangeArrowheads="1"/>
          </p:cNvSpPr>
          <p:nvPr/>
        </p:nvSpPr>
        <p:spPr bwMode="auto">
          <a:xfrm>
            <a:off x="3083198"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310">
            <a:extLst>
              <a:ext uri="{FF2B5EF4-FFF2-40B4-BE49-F238E27FC236}">
                <a16:creationId xmlns:a16="http://schemas.microsoft.com/office/drawing/2014/main" id="{5D76C7BC-28B0-4D32-B952-79C61B9622E0}"/>
              </a:ext>
            </a:extLst>
          </p:cNvPr>
          <p:cNvSpPr>
            <a:spLocks noChangeArrowheads="1"/>
          </p:cNvSpPr>
          <p:nvPr/>
        </p:nvSpPr>
        <p:spPr bwMode="auto">
          <a:xfrm>
            <a:off x="353863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311">
            <a:extLst>
              <a:ext uri="{FF2B5EF4-FFF2-40B4-BE49-F238E27FC236}">
                <a16:creationId xmlns:a16="http://schemas.microsoft.com/office/drawing/2014/main" id="{02B04400-D266-4DBE-913D-B08E3CF680B4}"/>
              </a:ext>
            </a:extLst>
          </p:cNvPr>
          <p:cNvSpPr>
            <a:spLocks noChangeArrowheads="1"/>
          </p:cNvSpPr>
          <p:nvPr/>
        </p:nvSpPr>
        <p:spPr bwMode="auto">
          <a:xfrm>
            <a:off x="399289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312">
            <a:extLst>
              <a:ext uri="{FF2B5EF4-FFF2-40B4-BE49-F238E27FC236}">
                <a16:creationId xmlns:a16="http://schemas.microsoft.com/office/drawing/2014/main" id="{7B93B4CC-C4D7-437E-A267-7391A7627D42}"/>
              </a:ext>
            </a:extLst>
          </p:cNvPr>
          <p:cNvSpPr>
            <a:spLocks noChangeArrowheads="1"/>
          </p:cNvSpPr>
          <p:nvPr/>
        </p:nvSpPr>
        <p:spPr bwMode="auto">
          <a:xfrm>
            <a:off x="4448327"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313">
            <a:extLst>
              <a:ext uri="{FF2B5EF4-FFF2-40B4-BE49-F238E27FC236}">
                <a16:creationId xmlns:a16="http://schemas.microsoft.com/office/drawing/2014/main" id="{4B2581D9-C04D-4A48-A51B-2934BA88C105}"/>
              </a:ext>
            </a:extLst>
          </p:cNvPr>
          <p:cNvSpPr>
            <a:spLocks noChangeArrowheads="1"/>
          </p:cNvSpPr>
          <p:nvPr/>
        </p:nvSpPr>
        <p:spPr bwMode="auto">
          <a:xfrm>
            <a:off x="490259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314">
            <a:extLst>
              <a:ext uri="{FF2B5EF4-FFF2-40B4-BE49-F238E27FC236}">
                <a16:creationId xmlns:a16="http://schemas.microsoft.com/office/drawing/2014/main" id="{6F9A094D-9E36-418E-BD81-0BED0CA37542}"/>
              </a:ext>
            </a:extLst>
          </p:cNvPr>
          <p:cNvSpPr>
            <a:spLocks noChangeArrowheads="1"/>
          </p:cNvSpPr>
          <p:nvPr/>
        </p:nvSpPr>
        <p:spPr bwMode="auto">
          <a:xfrm>
            <a:off x="535802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315">
            <a:extLst>
              <a:ext uri="{FF2B5EF4-FFF2-40B4-BE49-F238E27FC236}">
                <a16:creationId xmlns:a16="http://schemas.microsoft.com/office/drawing/2014/main" id="{99CE1A4E-E309-4173-B637-E7FA8780A5B0}"/>
              </a:ext>
            </a:extLst>
          </p:cNvPr>
          <p:cNvSpPr>
            <a:spLocks noChangeArrowheads="1"/>
          </p:cNvSpPr>
          <p:nvPr/>
        </p:nvSpPr>
        <p:spPr bwMode="auto">
          <a:xfrm>
            <a:off x="5812285"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316">
            <a:extLst>
              <a:ext uri="{FF2B5EF4-FFF2-40B4-BE49-F238E27FC236}">
                <a16:creationId xmlns:a16="http://schemas.microsoft.com/office/drawing/2014/main" id="{35908A89-8ABE-4EA6-AB07-7C6C075084C7}"/>
              </a:ext>
            </a:extLst>
          </p:cNvPr>
          <p:cNvSpPr>
            <a:spLocks noChangeArrowheads="1"/>
          </p:cNvSpPr>
          <p:nvPr/>
        </p:nvSpPr>
        <p:spPr bwMode="auto">
          <a:xfrm>
            <a:off x="6267718"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317">
            <a:extLst>
              <a:ext uri="{FF2B5EF4-FFF2-40B4-BE49-F238E27FC236}">
                <a16:creationId xmlns:a16="http://schemas.microsoft.com/office/drawing/2014/main" id="{52D7FC56-1108-4D22-9631-D0A08F954F2D}"/>
              </a:ext>
            </a:extLst>
          </p:cNvPr>
          <p:cNvSpPr>
            <a:spLocks noChangeArrowheads="1"/>
          </p:cNvSpPr>
          <p:nvPr/>
        </p:nvSpPr>
        <p:spPr bwMode="auto">
          <a:xfrm>
            <a:off x="6721981"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318">
            <a:extLst>
              <a:ext uri="{FF2B5EF4-FFF2-40B4-BE49-F238E27FC236}">
                <a16:creationId xmlns:a16="http://schemas.microsoft.com/office/drawing/2014/main" id="{E6B3457F-C39E-40F4-B8B4-741981759F9C}"/>
              </a:ext>
            </a:extLst>
          </p:cNvPr>
          <p:cNvSpPr>
            <a:spLocks noChangeArrowheads="1"/>
          </p:cNvSpPr>
          <p:nvPr/>
        </p:nvSpPr>
        <p:spPr bwMode="auto">
          <a:xfrm>
            <a:off x="7177414"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319">
            <a:extLst>
              <a:ext uri="{FF2B5EF4-FFF2-40B4-BE49-F238E27FC236}">
                <a16:creationId xmlns:a16="http://schemas.microsoft.com/office/drawing/2014/main" id="{08E774A7-E1DE-46A1-A6F9-D13721437291}"/>
              </a:ext>
            </a:extLst>
          </p:cNvPr>
          <p:cNvSpPr>
            <a:spLocks noChangeArrowheads="1"/>
          </p:cNvSpPr>
          <p:nvPr/>
        </p:nvSpPr>
        <p:spPr bwMode="auto">
          <a:xfrm>
            <a:off x="763167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320">
            <a:extLst>
              <a:ext uri="{FF2B5EF4-FFF2-40B4-BE49-F238E27FC236}">
                <a16:creationId xmlns:a16="http://schemas.microsoft.com/office/drawing/2014/main" id="{7B8BB479-CE5F-4C3D-9C65-414F6B72D38F}"/>
              </a:ext>
            </a:extLst>
          </p:cNvPr>
          <p:cNvSpPr>
            <a:spLocks noChangeArrowheads="1"/>
          </p:cNvSpPr>
          <p:nvPr/>
        </p:nvSpPr>
        <p:spPr bwMode="auto">
          <a:xfrm>
            <a:off x="808711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321">
            <a:extLst>
              <a:ext uri="{FF2B5EF4-FFF2-40B4-BE49-F238E27FC236}">
                <a16:creationId xmlns:a16="http://schemas.microsoft.com/office/drawing/2014/main" id="{2E97BD59-5139-4C10-8550-C855D2D1FEC1}"/>
              </a:ext>
            </a:extLst>
          </p:cNvPr>
          <p:cNvSpPr>
            <a:spLocks noChangeArrowheads="1"/>
          </p:cNvSpPr>
          <p:nvPr/>
        </p:nvSpPr>
        <p:spPr bwMode="auto">
          <a:xfrm>
            <a:off x="854137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322">
            <a:extLst>
              <a:ext uri="{FF2B5EF4-FFF2-40B4-BE49-F238E27FC236}">
                <a16:creationId xmlns:a16="http://schemas.microsoft.com/office/drawing/2014/main" id="{3AA2DF57-9830-4A49-9748-4ADE27F46F6D}"/>
              </a:ext>
            </a:extLst>
          </p:cNvPr>
          <p:cNvSpPr>
            <a:spLocks noChangeArrowheads="1"/>
          </p:cNvSpPr>
          <p:nvPr/>
        </p:nvSpPr>
        <p:spPr bwMode="auto">
          <a:xfrm>
            <a:off x="899680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323">
            <a:extLst>
              <a:ext uri="{FF2B5EF4-FFF2-40B4-BE49-F238E27FC236}">
                <a16:creationId xmlns:a16="http://schemas.microsoft.com/office/drawing/2014/main" id="{01A36D7F-15E1-44B8-9B0F-4F2DAABB6669}"/>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324">
            <a:extLst>
              <a:ext uri="{FF2B5EF4-FFF2-40B4-BE49-F238E27FC236}">
                <a16:creationId xmlns:a16="http://schemas.microsoft.com/office/drawing/2014/main" id="{716C32D4-81F1-4B63-9A1A-24136249381B}"/>
              </a:ext>
            </a:extLst>
          </p:cNvPr>
          <p:cNvSpPr>
            <a:spLocks noChangeArrowheads="1"/>
          </p:cNvSpPr>
          <p:nvPr/>
        </p:nvSpPr>
        <p:spPr bwMode="auto">
          <a:xfrm>
            <a:off x="990650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325">
            <a:extLst>
              <a:ext uri="{FF2B5EF4-FFF2-40B4-BE49-F238E27FC236}">
                <a16:creationId xmlns:a16="http://schemas.microsoft.com/office/drawing/2014/main" id="{6341F2A0-638B-4AEC-A1C2-759E1F2E1FE8}"/>
              </a:ext>
            </a:extLst>
          </p:cNvPr>
          <p:cNvSpPr>
            <a:spLocks noChangeArrowheads="1"/>
          </p:cNvSpPr>
          <p:nvPr/>
        </p:nvSpPr>
        <p:spPr bwMode="auto">
          <a:xfrm>
            <a:off x="10360764"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326">
            <a:extLst>
              <a:ext uri="{FF2B5EF4-FFF2-40B4-BE49-F238E27FC236}">
                <a16:creationId xmlns:a16="http://schemas.microsoft.com/office/drawing/2014/main" id="{AC3BBC0F-0B8D-458F-94A7-D77F591B6038}"/>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327">
            <a:extLst>
              <a:ext uri="{FF2B5EF4-FFF2-40B4-BE49-F238E27FC236}">
                <a16:creationId xmlns:a16="http://schemas.microsoft.com/office/drawing/2014/main" id="{2BCB09AE-15F7-4D67-9547-C60DDCB0CEA6}"/>
              </a:ext>
            </a:extLst>
          </p:cNvPr>
          <p:cNvSpPr>
            <a:spLocks noChangeArrowheads="1"/>
          </p:cNvSpPr>
          <p:nvPr/>
        </p:nvSpPr>
        <p:spPr bwMode="auto">
          <a:xfrm>
            <a:off x="1127046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328">
            <a:extLst>
              <a:ext uri="{FF2B5EF4-FFF2-40B4-BE49-F238E27FC236}">
                <a16:creationId xmlns:a16="http://schemas.microsoft.com/office/drawing/2014/main" id="{19811182-AAD5-444A-AEBF-DA4474795936}"/>
              </a:ext>
            </a:extLst>
          </p:cNvPr>
          <p:cNvSpPr>
            <a:spLocks noChangeArrowheads="1"/>
          </p:cNvSpPr>
          <p:nvPr/>
        </p:nvSpPr>
        <p:spPr bwMode="auto">
          <a:xfrm>
            <a:off x="1172589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91">
            <a:extLst>
              <a:ext uri="{FF2B5EF4-FFF2-40B4-BE49-F238E27FC236}">
                <a16:creationId xmlns:a16="http://schemas.microsoft.com/office/drawing/2014/main" id="{F5F1C36C-3F5F-453A-8021-577AF8102B7D}"/>
              </a:ext>
            </a:extLst>
          </p:cNvPr>
          <p:cNvSpPr>
            <a:spLocks noChangeArrowheads="1"/>
          </p:cNvSpPr>
          <p:nvPr userDrawn="1"/>
        </p:nvSpPr>
        <p:spPr bwMode="auto">
          <a:xfrm>
            <a:off x="3538630" y="18627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92">
            <a:extLst>
              <a:ext uri="{FF2B5EF4-FFF2-40B4-BE49-F238E27FC236}">
                <a16:creationId xmlns:a16="http://schemas.microsoft.com/office/drawing/2014/main" id="{B68E0835-F6A9-4C24-80BC-2C4982644A6B}"/>
              </a:ext>
            </a:extLst>
          </p:cNvPr>
          <p:cNvSpPr>
            <a:spLocks noChangeArrowheads="1"/>
          </p:cNvSpPr>
          <p:nvPr userDrawn="1"/>
        </p:nvSpPr>
        <p:spPr bwMode="auto">
          <a:xfrm>
            <a:off x="3992893" y="18627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8">
            <a:extLst>
              <a:ext uri="{FF2B5EF4-FFF2-40B4-BE49-F238E27FC236}">
                <a16:creationId xmlns:a16="http://schemas.microsoft.com/office/drawing/2014/main" id="{C7E8024E-9FFB-4AFF-946C-F32504357775}"/>
              </a:ext>
            </a:extLst>
          </p:cNvPr>
          <p:cNvSpPr>
            <a:spLocks noChangeArrowheads="1"/>
          </p:cNvSpPr>
          <p:nvPr userDrawn="1"/>
        </p:nvSpPr>
        <p:spPr bwMode="auto">
          <a:xfrm>
            <a:off x="3538630" y="23711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9">
            <a:extLst>
              <a:ext uri="{FF2B5EF4-FFF2-40B4-BE49-F238E27FC236}">
                <a16:creationId xmlns:a16="http://schemas.microsoft.com/office/drawing/2014/main" id="{542FA810-66E0-4E5C-A29B-2F35550C8B07}"/>
              </a:ext>
            </a:extLst>
          </p:cNvPr>
          <p:cNvSpPr>
            <a:spLocks noChangeArrowheads="1"/>
          </p:cNvSpPr>
          <p:nvPr userDrawn="1"/>
        </p:nvSpPr>
        <p:spPr bwMode="auto">
          <a:xfrm>
            <a:off x="3992893" y="23711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45">
            <a:extLst>
              <a:ext uri="{FF2B5EF4-FFF2-40B4-BE49-F238E27FC236}">
                <a16:creationId xmlns:a16="http://schemas.microsoft.com/office/drawing/2014/main" id="{E3ADD3A0-60F3-4CCF-A787-C83FEFD7452B}"/>
              </a:ext>
            </a:extLst>
          </p:cNvPr>
          <p:cNvSpPr>
            <a:spLocks noChangeArrowheads="1"/>
          </p:cNvSpPr>
          <p:nvPr userDrawn="1"/>
        </p:nvSpPr>
        <p:spPr bwMode="auto">
          <a:xfrm>
            <a:off x="3538630" y="28783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46">
            <a:extLst>
              <a:ext uri="{FF2B5EF4-FFF2-40B4-BE49-F238E27FC236}">
                <a16:creationId xmlns:a16="http://schemas.microsoft.com/office/drawing/2014/main" id="{03B5D2C0-D46F-4CA6-BB0C-7E966C3AB9DB}"/>
              </a:ext>
            </a:extLst>
          </p:cNvPr>
          <p:cNvSpPr>
            <a:spLocks noChangeArrowheads="1"/>
          </p:cNvSpPr>
          <p:nvPr userDrawn="1"/>
        </p:nvSpPr>
        <p:spPr bwMode="auto">
          <a:xfrm>
            <a:off x="3992893" y="28783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72">
            <a:extLst>
              <a:ext uri="{FF2B5EF4-FFF2-40B4-BE49-F238E27FC236}">
                <a16:creationId xmlns:a16="http://schemas.microsoft.com/office/drawing/2014/main" id="{A5A79340-EBE4-4E04-AF35-EAB781F1CA7F}"/>
              </a:ext>
            </a:extLst>
          </p:cNvPr>
          <p:cNvSpPr>
            <a:spLocks noChangeArrowheads="1"/>
          </p:cNvSpPr>
          <p:nvPr userDrawn="1"/>
        </p:nvSpPr>
        <p:spPr bwMode="auto">
          <a:xfrm>
            <a:off x="3538630" y="338679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73">
            <a:extLst>
              <a:ext uri="{FF2B5EF4-FFF2-40B4-BE49-F238E27FC236}">
                <a16:creationId xmlns:a16="http://schemas.microsoft.com/office/drawing/2014/main" id="{A3D2A4FF-3DD1-4D92-A192-6C0C4D36720E}"/>
              </a:ext>
            </a:extLst>
          </p:cNvPr>
          <p:cNvSpPr>
            <a:spLocks noChangeArrowheads="1"/>
          </p:cNvSpPr>
          <p:nvPr userDrawn="1"/>
        </p:nvSpPr>
        <p:spPr bwMode="auto">
          <a:xfrm>
            <a:off x="3992893" y="338679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99">
            <a:extLst>
              <a:ext uri="{FF2B5EF4-FFF2-40B4-BE49-F238E27FC236}">
                <a16:creationId xmlns:a16="http://schemas.microsoft.com/office/drawing/2014/main" id="{F8123DF8-9385-4180-994E-0FB3C83AB056}"/>
              </a:ext>
            </a:extLst>
          </p:cNvPr>
          <p:cNvSpPr>
            <a:spLocks noChangeArrowheads="1"/>
          </p:cNvSpPr>
          <p:nvPr userDrawn="1"/>
        </p:nvSpPr>
        <p:spPr bwMode="auto">
          <a:xfrm>
            <a:off x="3538630" y="38951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200">
            <a:extLst>
              <a:ext uri="{FF2B5EF4-FFF2-40B4-BE49-F238E27FC236}">
                <a16:creationId xmlns:a16="http://schemas.microsoft.com/office/drawing/2014/main" id="{35B83622-CCF4-4468-AC64-CB149002826E}"/>
              </a:ext>
            </a:extLst>
          </p:cNvPr>
          <p:cNvSpPr>
            <a:spLocks noChangeArrowheads="1"/>
          </p:cNvSpPr>
          <p:nvPr userDrawn="1"/>
        </p:nvSpPr>
        <p:spPr bwMode="auto">
          <a:xfrm>
            <a:off x="3992893" y="38951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227">
            <a:extLst>
              <a:ext uri="{FF2B5EF4-FFF2-40B4-BE49-F238E27FC236}">
                <a16:creationId xmlns:a16="http://schemas.microsoft.com/office/drawing/2014/main" id="{BFBE24A8-7F94-482E-85C3-410179531E60}"/>
              </a:ext>
            </a:extLst>
          </p:cNvPr>
          <p:cNvSpPr>
            <a:spLocks noChangeArrowheads="1"/>
          </p:cNvSpPr>
          <p:nvPr userDrawn="1"/>
        </p:nvSpPr>
        <p:spPr bwMode="auto">
          <a:xfrm>
            <a:off x="3538631" y="44035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228">
            <a:extLst>
              <a:ext uri="{FF2B5EF4-FFF2-40B4-BE49-F238E27FC236}">
                <a16:creationId xmlns:a16="http://schemas.microsoft.com/office/drawing/2014/main" id="{7BB41F2F-EDE1-4BB3-B582-2B31560A4BBC}"/>
              </a:ext>
            </a:extLst>
          </p:cNvPr>
          <p:cNvSpPr>
            <a:spLocks noChangeArrowheads="1"/>
          </p:cNvSpPr>
          <p:nvPr userDrawn="1"/>
        </p:nvSpPr>
        <p:spPr bwMode="auto">
          <a:xfrm>
            <a:off x="3992894" y="44035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254">
            <a:extLst>
              <a:ext uri="{FF2B5EF4-FFF2-40B4-BE49-F238E27FC236}">
                <a16:creationId xmlns:a16="http://schemas.microsoft.com/office/drawing/2014/main" id="{B7B10579-D69C-4FCC-AF11-0E5789DC7BAB}"/>
              </a:ext>
            </a:extLst>
          </p:cNvPr>
          <p:cNvSpPr>
            <a:spLocks noChangeArrowheads="1"/>
          </p:cNvSpPr>
          <p:nvPr userDrawn="1"/>
        </p:nvSpPr>
        <p:spPr bwMode="auto">
          <a:xfrm>
            <a:off x="3538631" y="49107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255">
            <a:extLst>
              <a:ext uri="{FF2B5EF4-FFF2-40B4-BE49-F238E27FC236}">
                <a16:creationId xmlns:a16="http://schemas.microsoft.com/office/drawing/2014/main" id="{A4A3592F-5BAF-4960-8617-39A5A4418C41}"/>
              </a:ext>
            </a:extLst>
          </p:cNvPr>
          <p:cNvSpPr>
            <a:spLocks noChangeArrowheads="1"/>
          </p:cNvSpPr>
          <p:nvPr userDrawn="1"/>
        </p:nvSpPr>
        <p:spPr bwMode="auto">
          <a:xfrm>
            <a:off x="3992894" y="49107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91">
            <a:extLst>
              <a:ext uri="{FF2B5EF4-FFF2-40B4-BE49-F238E27FC236}">
                <a16:creationId xmlns:a16="http://schemas.microsoft.com/office/drawing/2014/main" id="{D185731F-D098-4E64-B7BB-077680516CB5}"/>
              </a:ext>
            </a:extLst>
          </p:cNvPr>
          <p:cNvSpPr>
            <a:spLocks noChangeArrowheads="1"/>
          </p:cNvSpPr>
          <p:nvPr userDrawn="1"/>
        </p:nvSpPr>
        <p:spPr bwMode="auto">
          <a:xfrm>
            <a:off x="4448326" y="18548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92">
            <a:extLst>
              <a:ext uri="{FF2B5EF4-FFF2-40B4-BE49-F238E27FC236}">
                <a16:creationId xmlns:a16="http://schemas.microsoft.com/office/drawing/2014/main" id="{C9CCA8BE-3357-4F70-B832-4B61283439F8}"/>
              </a:ext>
            </a:extLst>
          </p:cNvPr>
          <p:cNvSpPr>
            <a:spLocks noChangeArrowheads="1"/>
          </p:cNvSpPr>
          <p:nvPr userDrawn="1"/>
        </p:nvSpPr>
        <p:spPr bwMode="auto">
          <a:xfrm>
            <a:off x="4902589" y="18548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18">
            <a:extLst>
              <a:ext uri="{FF2B5EF4-FFF2-40B4-BE49-F238E27FC236}">
                <a16:creationId xmlns:a16="http://schemas.microsoft.com/office/drawing/2014/main" id="{E455E6B1-820F-4874-9998-3F33FDF6762A}"/>
              </a:ext>
            </a:extLst>
          </p:cNvPr>
          <p:cNvSpPr>
            <a:spLocks noChangeArrowheads="1"/>
          </p:cNvSpPr>
          <p:nvPr userDrawn="1"/>
        </p:nvSpPr>
        <p:spPr bwMode="auto">
          <a:xfrm>
            <a:off x="4448326" y="23632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19">
            <a:extLst>
              <a:ext uri="{FF2B5EF4-FFF2-40B4-BE49-F238E27FC236}">
                <a16:creationId xmlns:a16="http://schemas.microsoft.com/office/drawing/2014/main" id="{A5878F30-11F9-4620-BB7C-A20308D54D2A}"/>
              </a:ext>
            </a:extLst>
          </p:cNvPr>
          <p:cNvSpPr>
            <a:spLocks noChangeArrowheads="1"/>
          </p:cNvSpPr>
          <p:nvPr userDrawn="1"/>
        </p:nvSpPr>
        <p:spPr bwMode="auto">
          <a:xfrm>
            <a:off x="4902589" y="23632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5">
            <a:extLst>
              <a:ext uri="{FF2B5EF4-FFF2-40B4-BE49-F238E27FC236}">
                <a16:creationId xmlns:a16="http://schemas.microsoft.com/office/drawing/2014/main" id="{282B328E-96DE-404A-8A33-DD08463AA16C}"/>
              </a:ext>
            </a:extLst>
          </p:cNvPr>
          <p:cNvSpPr>
            <a:spLocks noChangeArrowheads="1"/>
          </p:cNvSpPr>
          <p:nvPr userDrawn="1"/>
        </p:nvSpPr>
        <p:spPr bwMode="auto">
          <a:xfrm>
            <a:off x="4448326" y="28704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46">
            <a:extLst>
              <a:ext uri="{FF2B5EF4-FFF2-40B4-BE49-F238E27FC236}">
                <a16:creationId xmlns:a16="http://schemas.microsoft.com/office/drawing/2014/main" id="{6B4AC90D-580B-4B11-8435-170433BF37CE}"/>
              </a:ext>
            </a:extLst>
          </p:cNvPr>
          <p:cNvSpPr>
            <a:spLocks noChangeArrowheads="1"/>
          </p:cNvSpPr>
          <p:nvPr userDrawn="1"/>
        </p:nvSpPr>
        <p:spPr bwMode="auto">
          <a:xfrm>
            <a:off x="4902589" y="28704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72">
            <a:extLst>
              <a:ext uri="{FF2B5EF4-FFF2-40B4-BE49-F238E27FC236}">
                <a16:creationId xmlns:a16="http://schemas.microsoft.com/office/drawing/2014/main" id="{9FF1A1F4-2E5F-4786-B499-D60DC75B214B}"/>
              </a:ext>
            </a:extLst>
          </p:cNvPr>
          <p:cNvSpPr>
            <a:spLocks noChangeArrowheads="1"/>
          </p:cNvSpPr>
          <p:nvPr userDrawn="1"/>
        </p:nvSpPr>
        <p:spPr bwMode="auto">
          <a:xfrm>
            <a:off x="4448326" y="337886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73">
            <a:extLst>
              <a:ext uri="{FF2B5EF4-FFF2-40B4-BE49-F238E27FC236}">
                <a16:creationId xmlns:a16="http://schemas.microsoft.com/office/drawing/2014/main" id="{0F1C8560-0B43-4D98-ADB6-195504D71D3D}"/>
              </a:ext>
            </a:extLst>
          </p:cNvPr>
          <p:cNvSpPr>
            <a:spLocks noChangeArrowheads="1"/>
          </p:cNvSpPr>
          <p:nvPr userDrawn="1"/>
        </p:nvSpPr>
        <p:spPr bwMode="auto">
          <a:xfrm>
            <a:off x="4902589" y="337886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99">
            <a:extLst>
              <a:ext uri="{FF2B5EF4-FFF2-40B4-BE49-F238E27FC236}">
                <a16:creationId xmlns:a16="http://schemas.microsoft.com/office/drawing/2014/main" id="{A4D091FA-192E-4111-9D0A-1154813D182B}"/>
              </a:ext>
            </a:extLst>
          </p:cNvPr>
          <p:cNvSpPr>
            <a:spLocks noChangeArrowheads="1"/>
          </p:cNvSpPr>
          <p:nvPr userDrawn="1"/>
        </p:nvSpPr>
        <p:spPr bwMode="auto">
          <a:xfrm>
            <a:off x="4448326" y="38872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200">
            <a:extLst>
              <a:ext uri="{FF2B5EF4-FFF2-40B4-BE49-F238E27FC236}">
                <a16:creationId xmlns:a16="http://schemas.microsoft.com/office/drawing/2014/main" id="{2456DB9E-FD91-4F1E-8D75-71C5A435799A}"/>
              </a:ext>
            </a:extLst>
          </p:cNvPr>
          <p:cNvSpPr>
            <a:spLocks noChangeArrowheads="1"/>
          </p:cNvSpPr>
          <p:nvPr userDrawn="1"/>
        </p:nvSpPr>
        <p:spPr bwMode="auto">
          <a:xfrm>
            <a:off x="4902589" y="38872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227">
            <a:extLst>
              <a:ext uri="{FF2B5EF4-FFF2-40B4-BE49-F238E27FC236}">
                <a16:creationId xmlns:a16="http://schemas.microsoft.com/office/drawing/2014/main" id="{82ADDEB8-4944-41EC-9927-6FCED6B44E0F}"/>
              </a:ext>
            </a:extLst>
          </p:cNvPr>
          <p:cNvSpPr>
            <a:spLocks noChangeArrowheads="1"/>
          </p:cNvSpPr>
          <p:nvPr userDrawn="1"/>
        </p:nvSpPr>
        <p:spPr bwMode="auto">
          <a:xfrm>
            <a:off x="4448327" y="43956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228">
            <a:extLst>
              <a:ext uri="{FF2B5EF4-FFF2-40B4-BE49-F238E27FC236}">
                <a16:creationId xmlns:a16="http://schemas.microsoft.com/office/drawing/2014/main" id="{3E7F6ABB-32D8-4D9F-8019-5A6F21704275}"/>
              </a:ext>
            </a:extLst>
          </p:cNvPr>
          <p:cNvSpPr>
            <a:spLocks noChangeArrowheads="1"/>
          </p:cNvSpPr>
          <p:nvPr userDrawn="1"/>
        </p:nvSpPr>
        <p:spPr bwMode="auto">
          <a:xfrm>
            <a:off x="4902590" y="43956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254">
            <a:extLst>
              <a:ext uri="{FF2B5EF4-FFF2-40B4-BE49-F238E27FC236}">
                <a16:creationId xmlns:a16="http://schemas.microsoft.com/office/drawing/2014/main" id="{FF3C13CA-9CE5-4787-9D9F-6F33F6D7219E}"/>
              </a:ext>
            </a:extLst>
          </p:cNvPr>
          <p:cNvSpPr>
            <a:spLocks noChangeArrowheads="1"/>
          </p:cNvSpPr>
          <p:nvPr userDrawn="1"/>
        </p:nvSpPr>
        <p:spPr bwMode="auto">
          <a:xfrm>
            <a:off x="4448327" y="49028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255">
            <a:extLst>
              <a:ext uri="{FF2B5EF4-FFF2-40B4-BE49-F238E27FC236}">
                <a16:creationId xmlns:a16="http://schemas.microsoft.com/office/drawing/2014/main" id="{F45F3084-D5DF-4E2A-9FD2-8FADA756F908}"/>
              </a:ext>
            </a:extLst>
          </p:cNvPr>
          <p:cNvSpPr>
            <a:spLocks noChangeArrowheads="1"/>
          </p:cNvSpPr>
          <p:nvPr userDrawn="1"/>
        </p:nvSpPr>
        <p:spPr bwMode="auto">
          <a:xfrm>
            <a:off x="4902590" y="49028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91">
            <a:extLst>
              <a:ext uri="{FF2B5EF4-FFF2-40B4-BE49-F238E27FC236}">
                <a16:creationId xmlns:a16="http://schemas.microsoft.com/office/drawing/2014/main" id="{C8C188D8-825C-491C-B927-12A86B68F9C8}"/>
              </a:ext>
            </a:extLst>
          </p:cNvPr>
          <p:cNvSpPr>
            <a:spLocks noChangeArrowheads="1"/>
          </p:cNvSpPr>
          <p:nvPr userDrawn="1"/>
        </p:nvSpPr>
        <p:spPr bwMode="auto">
          <a:xfrm>
            <a:off x="5358022" y="18304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92">
            <a:extLst>
              <a:ext uri="{FF2B5EF4-FFF2-40B4-BE49-F238E27FC236}">
                <a16:creationId xmlns:a16="http://schemas.microsoft.com/office/drawing/2014/main" id="{F1A1CAD1-7E2F-491A-A2F7-752577008BAE}"/>
              </a:ext>
            </a:extLst>
          </p:cNvPr>
          <p:cNvSpPr>
            <a:spLocks noChangeArrowheads="1"/>
          </p:cNvSpPr>
          <p:nvPr userDrawn="1"/>
        </p:nvSpPr>
        <p:spPr bwMode="auto">
          <a:xfrm>
            <a:off x="5812285" y="18304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18">
            <a:extLst>
              <a:ext uri="{FF2B5EF4-FFF2-40B4-BE49-F238E27FC236}">
                <a16:creationId xmlns:a16="http://schemas.microsoft.com/office/drawing/2014/main" id="{C9F7170B-09CB-4F23-B86C-E3C5A5A9526F}"/>
              </a:ext>
            </a:extLst>
          </p:cNvPr>
          <p:cNvSpPr>
            <a:spLocks noChangeArrowheads="1"/>
          </p:cNvSpPr>
          <p:nvPr userDrawn="1"/>
        </p:nvSpPr>
        <p:spPr bwMode="auto">
          <a:xfrm>
            <a:off x="5358022" y="23388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19">
            <a:extLst>
              <a:ext uri="{FF2B5EF4-FFF2-40B4-BE49-F238E27FC236}">
                <a16:creationId xmlns:a16="http://schemas.microsoft.com/office/drawing/2014/main" id="{91FF46E2-A356-45DF-9FE0-6D68E8BBB82B}"/>
              </a:ext>
            </a:extLst>
          </p:cNvPr>
          <p:cNvSpPr>
            <a:spLocks noChangeArrowheads="1"/>
          </p:cNvSpPr>
          <p:nvPr userDrawn="1"/>
        </p:nvSpPr>
        <p:spPr bwMode="auto">
          <a:xfrm>
            <a:off x="5812285" y="23388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45">
            <a:extLst>
              <a:ext uri="{FF2B5EF4-FFF2-40B4-BE49-F238E27FC236}">
                <a16:creationId xmlns:a16="http://schemas.microsoft.com/office/drawing/2014/main" id="{233DF4C6-7DB2-4DEC-965E-4E0FD1AE2F7E}"/>
              </a:ext>
            </a:extLst>
          </p:cNvPr>
          <p:cNvSpPr>
            <a:spLocks noChangeArrowheads="1"/>
          </p:cNvSpPr>
          <p:nvPr userDrawn="1"/>
        </p:nvSpPr>
        <p:spPr bwMode="auto">
          <a:xfrm>
            <a:off x="5358022" y="28460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46">
            <a:extLst>
              <a:ext uri="{FF2B5EF4-FFF2-40B4-BE49-F238E27FC236}">
                <a16:creationId xmlns:a16="http://schemas.microsoft.com/office/drawing/2014/main" id="{BA0EBE02-0FF5-4E5F-B07E-C74F70CB3BB6}"/>
              </a:ext>
            </a:extLst>
          </p:cNvPr>
          <p:cNvSpPr>
            <a:spLocks noChangeArrowheads="1"/>
          </p:cNvSpPr>
          <p:nvPr userDrawn="1"/>
        </p:nvSpPr>
        <p:spPr bwMode="auto">
          <a:xfrm>
            <a:off x="5812285" y="28460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72">
            <a:extLst>
              <a:ext uri="{FF2B5EF4-FFF2-40B4-BE49-F238E27FC236}">
                <a16:creationId xmlns:a16="http://schemas.microsoft.com/office/drawing/2014/main" id="{C1FFCEB5-7D01-4DF1-AE5C-13AA614FBB24}"/>
              </a:ext>
            </a:extLst>
          </p:cNvPr>
          <p:cNvSpPr>
            <a:spLocks noChangeArrowheads="1"/>
          </p:cNvSpPr>
          <p:nvPr userDrawn="1"/>
        </p:nvSpPr>
        <p:spPr bwMode="auto">
          <a:xfrm>
            <a:off x="5358022" y="335444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73">
            <a:extLst>
              <a:ext uri="{FF2B5EF4-FFF2-40B4-BE49-F238E27FC236}">
                <a16:creationId xmlns:a16="http://schemas.microsoft.com/office/drawing/2014/main" id="{4E743A8D-CDF1-43FE-9A64-273018A788F5}"/>
              </a:ext>
            </a:extLst>
          </p:cNvPr>
          <p:cNvSpPr>
            <a:spLocks noChangeArrowheads="1"/>
          </p:cNvSpPr>
          <p:nvPr userDrawn="1"/>
        </p:nvSpPr>
        <p:spPr bwMode="auto">
          <a:xfrm>
            <a:off x="5812285" y="335444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99">
            <a:extLst>
              <a:ext uri="{FF2B5EF4-FFF2-40B4-BE49-F238E27FC236}">
                <a16:creationId xmlns:a16="http://schemas.microsoft.com/office/drawing/2014/main" id="{5816494B-7CF7-4661-9520-ECF2157C306A}"/>
              </a:ext>
            </a:extLst>
          </p:cNvPr>
          <p:cNvSpPr>
            <a:spLocks noChangeArrowheads="1"/>
          </p:cNvSpPr>
          <p:nvPr userDrawn="1"/>
        </p:nvSpPr>
        <p:spPr bwMode="auto">
          <a:xfrm>
            <a:off x="5358022" y="38628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200">
            <a:extLst>
              <a:ext uri="{FF2B5EF4-FFF2-40B4-BE49-F238E27FC236}">
                <a16:creationId xmlns:a16="http://schemas.microsoft.com/office/drawing/2014/main" id="{D5F4C1D4-E8FC-483F-82E0-C314B4887C06}"/>
              </a:ext>
            </a:extLst>
          </p:cNvPr>
          <p:cNvSpPr>
            <a:spLocks noChangeArrowheads="1"/>
          </p:cNvSpPr>
          <p:nvPr userDrawn="1"/>
        </p:nvSpPr>
        <p:spPr bwMode="auto">
          <a:xfrm>
            <a:off x="5812285" y="38628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227">
            <a:extLst>
              <a:ext uri="{FF2B5EF4-FFF2-40B4-BE49-F238E27FC236}">
                <a16:creationId xmlns:a16="http://schemas.microsoft.com/office/drawing/2014/main" id="{1DE23893-72CE-44E4-9514-E4A35927AD0D}"/>
              </a:ext>
            </a:extLst>
          </p:cNvPr>
          <p:cNvSpPr>
            <a:spLocks noChangeArrowheads="1"/>
          </p:cNvSpPr>
          <p:nvPr userDrawn="1"/>
        </p:nvSpPr>
        <p:spPr bwMode="auto">
          <a:xfrm>
            <a:off x="5358023" y="43712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228">
            <a:extLst>
              <a:ext uri="{FF2B5EF4-FFF2-40B4-BE49-F238E27FC236}">
                <a16:creationId xmlns:a16="http://schemas.microsoft.com/office/drawing/2014/main" id="{FDAE80AB-A18F-4777-8A7E-3AF3817C0054}"/>
              </a:ext>
            </a:extLst>
          </p:cNvPr>
          <p:cNvSpPr>
            <a:spLocks noChangeArrowheads="1"/>
          </p:cNvSpPr>
          <p:nvPr userDrawn="1"/>
        </p:nvSpPr>
        <p:spPr bwMode="auto">
          <a:xfrm>
            <a:off x="5812286" y="43712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254">
            <a:extLst>
              <a:ext uri="{FF2B5EF4-FFF2-40B4-BE49-F238E27FC236}">
                <a16:creationId xmlns:a16="http://schemas.microsoft.com/office/drawing/2014/main" id="{057CEA97-FB2D-4753-85A3-0C33E822D3CE}"/>
              </a:ext>
            </a:extLst>
          </p:cNvPr>
          <p:cNvSpPr>
            <a:spLocks noChangeArrowheads="1"/>
          </p:cNvSpPr>
          <p:nvPr userDrawn="1"/>
        </p:nvSpPr>
        <p:spPr bwMode="auto">
          <a:xfrm>
            <a:off x="5358023" y="48784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255">
            <a:extLst>
              <a:ext uri="{FF2B5EF4-FFF2-40B4-BE49-F238E27FC236}">
                <a16:creationId xmlns:a16="http://schemas.microsoft.com/office/drawing/2014/main" id="{79420A4A-5528-4EC0-987F-DF7C0EEB41F6}"/>
              </a:ext>
            </a:extLst>
          </p:cNvPr>
          <p:cNvSpPr>
            <a:spLocks noChangeArrowheads="1"/>
          </p:cNvSpPr>
          <p:nvPr userDrawn="1"/>
        </p:nvSpPr>
        <p:spPr bwMode="auto">
          <a:xfrm>
            <a:off x="5812286" y="48784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91">
            <a:extLst>
              <a:ext uri="{FF2B5EF4-FFF2-40B4-BE49-F238E27FC236}">
                <a16:creationId xmlns:a16="http://schemas.microsoft.com/office/drawing/2014/main" id="{DBC80B5A-0476-410E-B60C-6450F79B3E0B}"/>
              </a:ext>
            </a:extLst>
          </p:cNvPr>
          <p:cNvSpPr>
            <a:spLocks noChangeArrowheads="1"/>
          </p:cNvSpPr>
          <p:nvPr userDrawn="1"/>
        </p:nvSpPr>
        <p:spPr bwMode="auto">
          <a:xfrm>
            <a:off x="6267716" y="18429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92">
            <a:extLst>
              <a:ext uri="{FF2B5EF4-FFF2-40B4-BE49-F238E27FC236}">
                <a16:creationId xmlns:a16="http://schemas.microsoft.com/office/drawing/2014/main" id="{65FABB81-DBF4-42B4-8D90-A98EC802144F}"/>
              </a:ext>
            </a:extLst>
          </p:cNvPr>
          <p:cNvSpPr>
            <a:spLocks noChangeArrowheads="1"/>
          </p:cNvSpPr>
          <p:nvPr userDrawn="1"/>
        </p:nvSpPr>
        <p:spPr bwMode="auto">
          <a:xfrm>
            <a:off x="6721979" y="18429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18">
            <a:extLst>
              <a:ext uri="{FF2B5EF4-FFF2-40B4-BE49-F238E27FC236}">
                <a16:creationId xmlns:a16="http://schemas.microsoft.com/office/drawing/2014/main" id="{A6202184-9808-4043-9640-D0544AB5D404}"/>
              </a:ext>
            </a:extLst>
          </p:cNvPr>
          <p:cNvSpPr>
            <a:spLocks noChangeArrowheads="1"/>
          </p:cNvSpPr>
          <p:nvPr userDrawn="1"/>
        </p:nvSpPr>
        <p:spPr bwMode="auto">
          <a:xfrm>
            <a:off x="6267716" y="23513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19">
            <a:extLst>
              <a:ext uri="{FF2B5EF4-FFF2-40B4-BE49-F238E27FC236}">
                <a16:creationId xmlns:a16="http://schemas.microsoft.com/office/drawing/2014/main" id="{FEED1DE3-7FCB-412B-AD9F-396C8AFC0B44}"/>
              </a:ext>
            </a:extLst>
          </p:cNvPr>
          <p:cNvSpPr>
            <a:spLocks noChangeArrowheads="1"/>
          </p:cNvSpPr>
          <p:nvPr userDrawn="1"/>
        </p:nvSpPr>
        <p:spPr bwMode="auto">
          <a:xfrm>
            <a:off x="6721979" y="23513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145">
            <a:extLst>
              <a:ext uri="{FF2B5EF4-FFF2-40B4-BE49-F238E27FC236}">
                <a16:creationId xmlns:a16="http://schemas.microsoft.com/office/drawing/2014/main" id="{E3D106F5-B3BA-48C7-BB89-5F7A7B3FD30F}"/>
              </a:ext>
            </a:extLst>
          </p:cNvPr>
          <p:cNvSpPr>
            <a:spLocks noChangeArrowheads="1"/>
          </p:cNvSpPr>
          <p:nvPr userDrawn="1"/>
        </p:nvSpPr>
        <p:spPr bwMode="auto">
          <a:xfrm>
            <a:off x="6267716" y="28585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146">
            <a:extLst>
              <a:ext uri="{FF2B5EF4-FFF2-40B4-BE49-F238E27FC236}">
                <a16:creationId xmlns:a16="http://schemas.microsoft.com/office/drawing/2014/main" id="{98A5D359-1B62-4D55-856B-6A4D9015C636}"/>
              </a:ext>
            </a:extLst>
          </p:cNvPr>
          <p:cNvSpPr>
            <a:spLocks noChangeArrowheads="1"/>
          </p:cNvSpPr>
          <p:nvPr userDrawn="1"/>
        </p:nvSpPr>
        <p:spPr bwMode="auto">
          <a:xfrm>
            <a:off x="6721979" y="28585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172">
            <a:extLst>
              <a:ext uri="{FF2B5EF4-FFF2-40B4-BE49-F238E27FC236}">
                <a16:creationId xmlns:a16="http://schemas.microsoft.com/office/drawing/2014/main" id="{8AEB6855-7DCA-4BAB-B081-5EAFB1014586}"/>
              </a:ext>
            </a:extLst>
          </p:cNvPr>
          <p:cNvSpPr>
            <a:spLocks noChangeArrowheads="1"/>
          </p:cNvSpPr>
          <p:nvPr userDrawn="1"/>
        </p:nvSpPr>
        <p:spPr bwMode="auto">
          <a:xfrm>
            <a:off x="6267716" y="3366974"/>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173">
            <a:extLst>
              <a:ext uri="{FF2B5EF4-FFF2-40B4-BE49-F238E27FC236}">
                <a16:creationId xmlns:a16="http://schemas.microsoft.com/office/drawing/2014/main" id="{18A0DCB0-4E9E-42D7-ABF1-2CB0A069240A}"/>
              </a:ext>
            </a:extLst>
          </p:cNvPr>
          <p:cNvSpPr>
            <a:spLocks noChangeArrowheads="1"/>
          </p:cNvSpPr>
          <p:nvPr userDrawn="1"/>
        </p:nvSpPr>
        <p:spPr bwMode="auto">
          <a:xfrm>
            <a:off x="6721979" y="3366974"/>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199">
            <a:extLst>
              <a:ext uri="{FF2B5EF4-FFF2-40B4-BE49-F238E27FC236}">
                <a16:creationId xmlns:a16="http://schemas.microsoft.com/office/drawing/2014/main" id="{C94A534B-EDB6-41CC-BFD6-C8E5C64E30CF}"/>
              </a:ext>
            </a:extLst>
          </p:cNvPr>
          <p:cNvSpPr>
            <a:spLocks noChangeArrowheads="1"/>
          </p:cNvSpPr>
          <p:nvPr userDrawn="1"/>
        </p:nvSpPr>
        <p:spPr bwMode="auto">
          <a:xfrm>
            <a:off x="6267716" y="38753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00">
            <a:extLst>
              <a:ext uri="{FF2B5EF4-FFF2-40B4-BE49-F238E27FC236}">
                <a16:creationId xmlns:a16="http://schemas.microsoft.com/office/drawing/2014/main" id="{D3305D9B-7E5D-4A06-B20C-705E7AADA0EE}"/>
              </a:ext>
            </a:extLst>
          </p:cNvPr>
          <p:cNvSpPr>
            <a:spLocks noChangeArrowheads="1"/>
          </p:cNvSpPr>
          <p:nvPr userDrawn="1"/>
        </p:nvSpPr>
        <p:spPr bwMode="auto">
          <a:xfrm>
            <a:off x="6721979" y="38753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27">
            <a:extLst>
              <a:ext uri="{FF2B5EF4-FFF2-40B4-BE49-F238E27FC236}">
                <a16:creationId xmlns:a16="http://schemas.microsoft.com/office/drawing/2014/main" id="{10DC9989-B0C3-40E8-9A23-4DD46B61F186}"/>
              </a:ext>
            </a:extLst>
          </p:cNvPr>
          <p:cNvSpPr>
            <a:spLocks noChangeArrowheads="1"/>
          </p:cNvSpPr>
          <p:nvPr userDrawn="1"/>
        </p:nvSpPr>
        <p:spPr bwMode="auto">
          <a:xfrm>
            <a:off x="6267717" y="43837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8">
            <a:extLst>
              <a:ext uri="{FF2B5EF4-FFF2-40B4-BE49-F238E27FC236}">
                <a16:creationId xmlns:a16="http://schemas.microsoft.com/office/drawing/2014/main" id="{802DD19F-ACAF-462C-9EF0-03BED7E8C2A2}"/>
              </a:ext>
            </a:extLst>
          </p:cNvPr>
          <p:cNvSpPr>
            <a:spLocks noChangeArrowheads="1"/>
          </p:cNvSpPr>
          <p:nvPr userDrawn="1"/>
        </p:nvSpPr>
        <p:spPr bwMode="auto">
          <a:xfrm>
            <a:off x="6721980" y="43837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54">
            <a:extLst>
              <a:ext uri="{FF2B5EF4-FFF2-40B4-BE49-F238E27FC236}">
                <a16:creationId xmlns:a16="http://schemas.microsoft.com/office/drawing/2014/main" id="{B675BA60-6E6B-4897-B172-3FEB85B0A6BE}"/>
              </a:ext>
            </a:extLst>
          </p:cNvPr>
          <p:cNvSpPr>
            <a:spLocks noChangeArrowheads="1"/>
          </p:cNvSpPr>
          <p:nvPr userDrawn="1"/>
        </p:nvSpPr>
        <p:spPr bwMode="auto">
          <a:xfrm>
            <a:off x="6267717" y="48909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55">
            <a:extLst>
              <a:ext uri="{FF2B5EF4-FFF2-40B4-BE49-F238E27FC236}">
                <a16:creationId xmlns:a16="http://schemas.microsoft.com/office/drawing/2014/main" id="{90EC0740-4B58-4786-864F-D6202316E36B}"/>
              </a:ext>
            </a:extLst>
          </p:cNvPr>
          <p:cNvSpPr>
            <a:spLocks noChangeArrowheads="1"/>
          </p:cNvSpPr>
          <p:nvPr userDrawn="1"/>
        </p:nvSpPr>
        <p:spPr bwMode="auto">
          <a:xfrm>
            <a:off x="6721980" y="48909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91">
            <a:extLst>
              <a:ext uri="{FF2B5EF4-FFF2-40B4-BE49-F238E27FC236}">
                <a16:creationId xmlns:a16="http://schemas.microsoft.com/office/drawing/2014/main" id="{6F4C6DA5-9C32-43AB-9B2B-D5F64DCD5B48}"/>
              </a:ext>
            </a:extLst>
          </p:cNvPr>
          <p:cNvSpPr>
            <a:spLocks noChangeArrowheads="1"/>
          </p:cNvSpPr>
          <p:nvPr userDrawn="1"/>
        </p:nvSpPr>
        <p:spPr bwMode="auto">
          <a:xfrm>
            <a:off x="7177412"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92">
            <a:extLst>
              <a:ext uri="{FF2B5EF4-FFF2-40B4-BE49-F238E27FC236}">
                <a16:creationId xmlns:a16="http://schemas.microsoft.com/office/drawing/2014/main" id="{2E98FFFB-1367-4885-A347-2B10A92AF779}"/>
              </a:ext>
            </a:extLst>
          </p:cNvPr>
          <p:cNvSpPr>
            <a:spLocks noChangeArrowheads="1"/>
          </p:cNvSpPr>
          <p:nvPr userDrawn="1"/>
        </p:nvSpPr>
        <p:spPr bwMode="auto">
          <a:xfrm>
            <a:off x="7631675"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118">
            <a:extLst>
              <a:ext uri="{FF2B5EF4-FFF2-40B4-BE49-F238E27FC236}">
                <a16:creationId xmlns:a16="http://schemas.microsoft.com/office/drawing/2014/main" id="{B0EE3A07-2F28-4D28-AD64-4E71640B185F}"/>
              </a:ext>
            </a:extLst>
          </p:cNvPr>
          <p:cNvSpPr>
            <a:spLocks noChangeArrowheads="1"/>
          </p:cNvSpPr>
          <p:nvPr userDrawn="1"/>
        </p:nvSpPr>
        <p:spPr bwMode="auto">
          <a:xfrm>
            <a:off x="7177412"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119">
            <a:extLst>
              <a:ext uri="{FF2B5EF4-FFF2-40B4-BE49-F238E27FC236}">
                <a16:creationId xmlns:a16="http://schemas.microsoft.com/office/drawing/2014/main" id="{CCE2A03B-C80B-42F1-9230-C10251D1238C}"/>
              </a:ext>
            </a:extLst>
          </p:cNvPr>
          <p:cNvSpPr>
            <a:spLocks noChangeArrowheads="1"/>
          </p:cNvSpPr>
          <p:nvPr userDrawn="1"/>
        </p:nvSpPr>
        <p:spPr bwMode="auto">
          <a:xfrm>
            <a:off x="7631675"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145">
            <a:extLst>
              <a:ext uri="{FF2B5EF4-FFF2-40B4-BE49-F238E27FC236}">
                <a16:creationId xmlns:a16="http://schemas.microsoft.com/office/drawing/2014/main" id="{87375277-0EF5-4601-B688-CC287F3E6A48}"/>
              </a:ext>
            </a:extLst>
          </p:cNvPr>
          <p:cNvSpPr>
            <a:spLocks noChangeArrowheads="1"/>
          </p:cNvSpPr>
          <p:nvPr userDrawn="1"/>
        </p:nvSpPr>
        <p:spPr bwMode="auto">
          <a:xfrm>
            <a:off x="7177412"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146">
            <a:extLst>
              <a:ext uri="{FF2B5EF4-FFF2-40B4-BE49-F238E27FC236}">
                <a16:creationId xmlns:a16="http://schemas.microsoft.com/office/drawing/2014/main" id="{19099545-7878-4215-9ADA-69237497B88B}"/>
              </a:ext>
            </a:extLst>
          </p:cNvPr>
          <p:cNvSpPr>
            <a:spLocks noChangeArrowheads="1"/>
          </p:cNvSpPr>
          <p:nvPr userDrawn="1"/>
        </p:nvSpPr>
        <p:spPr bwMode="auto">
          <a:xfrm>
            <a:off x="7631675"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172">
            <a:extLst>
              <a:ext uri="{FF2B5EF4-FFF2-40B4-BE49-F238E27FC236}">
                <a16:creationId xmlns:a16="http://schemas.microsoft.com/office/drawing/2014/main" id="{13AB64CA-71E8-4F3D-8A8F-48ADB8EE76DD}"/>
              </a:ext>
            </a:extLst>
          </p:cNvPr>
          <p:cNvSpPr>
            <a:spLocks noChangeArrowheads="1"/>
          </p:cNvSpPr>
          <p:nvPr userDrawn="1"/>
        </p:nvSpPr>
        <p:spPr bwMode="auto">
          <a:xfrm>
            <a:off x="7177412"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173">
            <a:extLst>
              <a:ext uri="{FF2B5EF4-FFF2-40B4-BE49-F238E27FC236}">
                <a16:creationId xmlns:a16="http://schemas.microsoft.com/office/drawing/2014/main" id="{E6E68EB4-8B4F-4659-85F0-F33EB0681EAB}"/>
              </a:ext>
            </a:extLst>
          </p:cNvPr>
          <p:cNvSpPr>
            <a:spLocks noChangeArrowheads="1"/>
          </p:cNvSpPr>
          <p:nvPr userDrawn="1"/>
        </p:nvSpPr>
        <p:spPr bwMode="auto">
          <a:xfrm>
            <a:off x="7631675"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199">
            <a:extLst>
              <a:ext uri="{FF2B5EF4-FFF2-40B4-BE49-F238E27FC236}">
                <a16:creationId xmlns:a16="http://schemas.microsoft.com/office/drawing/2014/main" id="{FD5D2EFE-78D7-47A0-B41B-A6D123F33258}"/>
              </a:ext>
            </a:extLst>
          </p:cNvPr>
          <p:cNvSpPr>
            <a:spLocks noChangeArrowheads="1"/>
          </p:cNvSpPr>
          <p:nvPr userDrawn="1"/>
        </p:nvSpPr>
        <p:spPr bwMode="auto">
          <a:xfrm>
            <a:off x="7177412"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00">
            <a:extLst>
              <a:ext uri="{FF2B5EF4-FFF2-40B4-BE49-F238E27FC236}">
                <a16:creationId xmlns:a16="http://schemas.microsoft.com/office/drawing/2014/main" id="{43DD1F99-EF92-4FA7-A688-DFB8CA0428A2}"/>
              </a:ext>
            </a:extLst>
          </p:cNvPr>
          <p:cNvSpPr>
            <a:spLocks noChangeArrowheads="1"/>
          </p:cNvSpPr>
          <p:nvPr userDrawn="1"/>
        </p:nvSpPr>
        <p:spPr bwMode="auto">
          <a:xfrm>
            <a:off x="7631675"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27">
            <a:extLst>
              <a:ext uri="{FF2B5EF4-FFF2-40B4-BE49-F238E27FC236}">
                <a16:creationId xmlns:a16="http://schemas.microsoft.com/office/drawing/2014/main" id="{61B66908-9A89-4CAA-82BB-1B0CBBA7121D}"/>
              </a:ext>
            </a:extLst>
          </p:cNvPr>
          <p:cNvSpPr>
            <a:spLocks noChangeArrowheads="1"/>
          </p:cNvSpPr>
          <p:nvPr userDrawn="1"/>
        </p:nvSpPr>
        <p:spPr bwMode="auto">
          <a:xfrm>
            <a:off x="7177413"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28">
            <a:extLst>
              <a:ext uri="{FF2B5EF4-FFF2-40B4-BE49-F238E27FC236}">
                <a16:creationId xmlns:a16="http://schemas.microsoft.com/office/drawing/2014/main" id="{A25ADF27-53D5-47C3-A679-6359C6A587B3}"/>
              </a:ext>
            </a:extLst>
          </p:cNvPr>
          <p:cNvSpPr>
            <a:spLocks noChangeArrowheads="1"/>
          </p:cNvSpPr>
          <p:nvPr userDrawn="1"/>
        </p:nvSpPr>
        <p:spPr bwMode="auto">
          <a:xfrm>
            <a:off x="7631676"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54">
            <a:extLst>
              <a:ext uri="{FF2B5EF4-FFF2-40B4-BE49-F238E27FC236}">
                <a16:creationId xmlns:a16="http://schemas.microsoft.com/office/drawing/2014/main" id="{3571E780-2740-4415-A8FC-0A7B70032679}"/>
              </a:ext>
            </a:extLst>
          </p:cNvPr>
          <p:cNvSpPr>
            <a:spLocks noChangeArrowheads="1"/>
          </p:cNvSpPr>
          <p:nvPr userDrawn="1"/>
        </p:nvSpPr>
        <p:spPr bwMode="auto">
          <a:xfrm>
            <a:off x="7177413"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5">
            <a:extLst>
              <a:ext uri="{FF2B5EF4-FFF2-40B4-BE49-F238E27FC236}">
                <a16:creationId xmlns:a16="http://schemas.microsoft.com/office/drawing/2014/main" id="{D4DFF327-57BB-4D9E-A2B7-F0DD5B949776}"/>
              </a:ext>
            </a:extLst>
          </p:cNvPr>
          <p:cNvSpPr>
            <a:spLocks noChangeArrowheads="1"/>
          </p:cNvSpPr>
          <p:nvPr userDrawn="1"/>
        </p:nvSpPr>
        <p:spPr bwMode="auto">
          <a:xfrm>
            <a:off x="7631676"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91">
            <a:extLst>
              <a:ext uri="{FF2B5EF4-FFF2-40B4-BE49-F238E27FC236}">
                <a16:creationId xmlns:a16="http://schemas.microsoft.com/office/drawing/2014/main" id="{8A3B7425-E369-4F53-BA6F-5242DA61BF30}"/>
              </a:ext>
            </a:extLst>
          </p:cNvPr>
          <p:cNvSpPr>
            <a:spLocks noChangeArrowheads="1"/>
          </p:cNvSpPr>
          <p:nvPr userDrawn="1"/>
        </p:nvSpPr>
        <p:spPr bwMode="auto">
          <a:xfrm>
            <a:off x="8087107"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92">
            <a:extLst>
              <a:ext uri="{FF2B5EF4-FFF2-40B4-BE49-F238E27FC236}">
                <a16:creationId xmlns:a16="http://schemas.microsoft.com/office/drawing/2014/main" id="{4E6A839F-6FCF-4E31-8BD0-E16864EEE062}"/>
              </a:ext>
            </a:extLst>
          </p:cNvPr>
          <p:cNvSpPr>
            <a:spLocks noChangeArrowheads="1"/>
          </p:cNvSpPr>
          <p:nvPr userDrawn="1"/>
        </p:nvSpPr>
        <p:spPr bwMode="auto">
          <a:xfrm>
            <a:off x="8541370"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118">
            <a:extLst>
              <a:ext uri="{FF2B5EF4-FFF2-40B4-BE49-F238E27FC236}">
                <a16:creationId xmlns:a16="http://schemas.microsoft.com/office/drawing/2014/main" id="{E30405E0-3BAF-415C-962D-57EEE5D59061}"/>
              </a:ext>
            </a:extLst>
          </p:cNvPr>
          <p:cNvSpPr>
            <a:spLocks noChangeArrowheads="1"/>
          </p:cNvSpPr>
          <p:nvPr userDrawn="1"/>
        </p:nvSpPr>
        <p:spPr bwMode="auto">
          <a:xfrm>
            <a:off x="8087107"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119">
            <a:extLst>
              <a:ext uri="{FF2B5EF4-FFF2-40B4-BE49-F238E27FC236}">
                <a16:creationId xmlns:a16="http://schemas.microsoft.com/office/drawing/2014/main" id="{2F0D6E87-BA13-4616-837F-44E6418D2BE9}"/>
              </a:ext>
            </a:extLst>
          </p:cNvPr>
          <p:cNvSpPr>
            <a:spLocks noChangeArrowheads="1"/>
          </p:cNvSpPr>
          <p:nvPr userDrawn="1"/>
        </p:nvSpPr>
        <p:spPr bwMode="auto">
          <a:xfrm>
            <a:off x="8541370"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145">
            <a:extLst>
              <a:ext uri="{FF2B5EF4-FFF2-40B4-BE49-F238E27FC236}">
                <a16:creationId xmlns:a16="http://schemas.microsoft.com/office/drawing/2014/main" id="{6E4DC2C7-60E2-4E39-A040-33E1148C84D5}"/>
              </a:ext>
            </a:extLst>
          </p:cNvPr>
          <p:cNvSpPr>
            <a:spLocks noChangeArrowheads="1"/>
          </p:cNvSpPr>
          <p:nvPr userDrawn="1"/>
        </p:nvSpPr>
        <p:spPr bwMode="auto">
          <a:xfrm>
            <a:off x="8087107"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146">
            <a:extLst>
              <a:ext uri="{FF2B5EF4-FFF2-40B4-BE49-F238E27FC236}">
                <a16:creationId xmlns:a16="http://schemas.microsoft.com/office/drawing/2014/main" id="{966097DC-FD1B-4AB8-9270-D63BF4F1A3CB}"/>
              </a:ext>
            </a:extLst>
          </p:cNvPr>
          <p:cNvSpPr>
            <a:spLocks noChangeArrowheads="1"/>
          </p:cNvSpPr>
          <p:nvPr userDrawn="1"/>
        </p:nvSpPr>
        <p:spPr bwMode="auto">
          <a:xfrm>
            <a:off x="8541370"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172">
            <a:extLst>
              <a:ext uri="{FF2B5EF4-FFF2-40B4-BE49-F238E27FC236}">
                <a16:creationId xmlns:a16="http://schemas.microsoft.com/office/drawing/2014/main" id="{F9963C2C-FE13-4B53-9E0A-33833EBFF4BC}"/>
              </a:ext>
            </a:extLst>
          </p:cNvPr>
          <p:cNvSpPr>
            <a:spLocks noChangeArrowheads="1"/>
          </p:cNvSpPr>
          <p:nvPr userDrawn="1"/>
        </p:nvSpPr>
        <p:spPr bwMode="auto">
          <a:xfrm>
            <a:off x="8087107"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173">
            <a:extLst>
              <a:ext uri="{FF2B5EF4-FFF2-40B4-BE49-F238E27FC236}">
                <a16:creationId xmlns:a16="http://schemas.microsoft.com/office/drawing/2014/main" id="{E25FDE01-0116-404D-AED3-856484360C6A}"/>
              </a:ext>
            </a:extLst>
          </p:cNvPr>
          <p:cNvSpPr>
            <a:spLocks noChangeArrowheads="1"/>
          </p:cNvSpPr>
          <p:nvPr userDrawn="1"/>
        </p:nvSpPr>
        <p:spPr bwMode="auto">
          <a:xfrm>
            <a:off x="8541370"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199">
            <a:extLst>
              <a:ext uri="{FF2B5EF4-FFF2-40B4-BE49-F238E27FC236}">
                <a16:creationId xmlns:a16="http://schemas.microsoft.com/office/drawing/2014/main" id="{6301786C-8F5C-45F8-9EBB-5C24E924F8FB}"/>
              </a:ext>
            </a:extLst>
          </p:cNvPr>
          <p:cNvSpPr>
            <a:spLocks noChangeArrowheads="1"/>
          </p:cNvSpPr>
          <p:nvPr userDrawn="1"/>
        </p:nvSpPr>
        <p:spPr bwMode="auto">
          <a:xfrm>
            <a:off x="8087107"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00">
            <a:extLst>
              <a:ext uri="{FF2B5EF4-FFF2-40B4-BE49-F238E27FC236}">
                <a16:creationId xmlns:a16="http://schemas.microsoft.com/office/drawing/2014/main" id="{5F732FBA-FE3A-4BD8-BBC1-9C523E6253B3}"/>
              </a:ext>
            </a:extLst>
          </p:cNvPr>
          <p:cNvSpPr>
            <a:spLocks noChangeArrowheads="1"/>
          </p:cNvSpPr>
          <p:nvPr userDrawn="1"/>
        </p:nvSpPr>
        <p:spPr bwMode="auto">
          <a:xfrm>
            <a:off x="8541370"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27">
            <a:extLst>
              <a:ext uri="{FF2B5EF4-FFF2-40B4-BE49-F238E27FC236}">
                <a16:creationId xmlns:a16="http://schemas.microsoft.com/office/drawing/2014/main" id="{C637BBAC-97AA-4D18-AA59-2A7536613F5A}"/>
              </a:ext>
            </a:extLst>
          </p:cNvPr>
          <p:cNvSpPr>
            <a:spLocks noChangeArrowheads="1"/>
          </p:cNvSpPr>
          <p:nvPr userDrawn="1"/>
        </p:nvSpPr>
        <p:spPr bwMode="auto">
          <a:xfrm>
            <a:off x="8087108"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28">
            <a:extLst>
              <a:ext uri="{FF2B5EF4-FFF2-40B4-BE49-F238E27FC236}">
                <a16:creationId xmlns:a16="http://schemas.microsoft.com/office/drawing/2014/main" id="{6065E043-00A0-4681-9A2D-6DCA1E6EF993}"/>
              </a:ext>
            </a:extLst>
          </p:cNvPr>
          <p:cNvSpPr>
            <a:spLocks noChangeArrowheads="1"/>
          </p:cNvSpPr>
          <p:nvPr userDrawn="1"/>
        </p:nvSpPr>
        <p:spPr bwMode="auto">
          <a:xfrm>
            <a:off x="8541371"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54">
            <a:extLst>
              <a:ext uri="{FF2B5EF4-FFF2-40B4-BE49-F238E27FC236}">
                <a16:creationId xmlns:a16="http://schemas.microsoft.com/office/drawing/2014/main" id="{CE169FB0-5491-4F5D-BC9E-C9846ADDC0B8}"/>
              </a:ext>
            </a:extLst>
          </p:cNvPr>
          <p:cNvSpPr>
            <a:spLocks noChangeArrowheads="1"/>
          </p:cNvSpPr>
          <p:nvPr userDrawn="1"/>
        </p:nvSpPr>
        <p:spPr bwMode="auto">
          <a:xfrm>
            <a:off x="8087108"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55">
            <a:extLst>
              <a:ext uri="{FF2B5EF4-FFF2-40B4-BE49-F238E27FC236}">
                <a16:creationId xmlns:a16="http://schemas.microsoft.com/office/drawing/2014/main" id="{2057D317-5E06-487E-8C29-ACF2FBFDAD7B}"/>
              </a:ext>
            </a:extLst>
          </p:cNvPr>
          <p:cNvSpPr>
            <a:spLocks noChangeArrowheads="1"/>
          </p:cNvSpPr>
          <p:nvPr userDrawn="1"/>
        </p:nvSpPr>
        <p:spPr bwMode="auto">
          <a:xfrm>
            <a:off x="8541371"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145230934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accent1"/>
        </a:solidFill>
        <a:effectLst/>
      </p:bgPr>
    </p:bg>
    <p:spTree>
      <p:nvGrpSpPr>
        <p:cNvPr id="1" name=""/>
        <p:cNvGrpSpPr/>
        <p:nvPr/>
      </p:nvGrpSpPr>
      <p:grpSpPr>
        <a:xfrm>
          <a:off x="0" y="0"/>
          <a:ext cx="0" cy="0"/>
          <a:chOff x="0" y="0"/>
          <a:chExt cx="0" cy="0"/>
        </a:xfrm>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3283"/>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3882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4553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45539"/>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225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2251"/>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577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50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6763"/>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nvGrpSpPr>
          <p:cNvPr id="7" name="Group 6">
            <a:extLst>
              <a:ext uri="{FF2B5EF4-FFF2-40B4-BE49-F238E27FC236}">
                <a16:creationId xmlns:a16="http://schemas.microsoft.com/office/drawing/2014/main" id="{27DA42D9-3528-406D-A6F9-46DF735F0B1B}"/>
              </a:ext>
            </a:extLst>
          </p:cNvPr>
          <p:cNvGrpSpPr/>
          <p:nvPr userDrawn="1"/>
        </p:nvGrpSpPr>
        <p:grpSpPr>
          <a:xfrm>
            <a:off x="354110" y="6402442"/>
            <a:ext cx="11480604" cy="109990"/>
            <a:chOff x="354110" y="6402442"/>
            <a:chExt cx="11480604" cy="109990"/>
          </a:xfrm>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Date Placeholder 1"/>
          <p:cNvSpPr>
            <a:spLocks noGrp="1"/>
          </p:cNvSpPr>
          <p:nvPr userDrawn="1">
            <p:ph type="dt" sz="half" idx="10"/>
          </p:nvPr>
        </p:nvSpPr>
        <p:spPr/>
        <p:txBody>
          <a:bodyPr/>
          <a:lstStyle/>
          <a:p>
            <a:fld id="{425404F2-BE9A-4460-8815-8F645183555F}" type="datetimeFigureOut">
              <a:rPr lang="en-US" smtClean="0"/>
              <a:pPr/>
              <a:t>2/20/2026</a:t>
            </a:fld>
            <a:endParaRPr lang="en-US"/>
          </a:p>
        </p:txBody>
      </p:sp>
      <p:sp>
        <p:nvSpPr>
          <p:cNvPr id="3" name="Footer Placeholder 2"/>
          <p:cNvSpPr>
            <a:spLocks noGrp="1"/>
          </p:cNvSpPr>
          <p:nvPr userDrawn="1">
            <p:ph type="ftr" sz="quarter" idx="11"/>
          </p:nvPr>
        </p:nvSpPr>
        <p:spPr/>
        <p:txBody>
          <a:bodyPr/>
          <a:lstStyle/>
          <a:p>
            <a:endParaRPr lang="en-US"/>
          </a:p>
        </p:txBody>
      </p:sp>
      <p:sp>
        <p:nvSpPr>
          <p:cNvPr id="4" name="Slide Number Placeholder 3"/>
          <p:cNvSpPr>
            <a:spLocks noGrp="1"/>
          </p:cNvSpPr>
          <p:nvPr userDrawn="1">
            <p:ph type="sldNum" sz="quarter" idx="12"/>
          </p:nvPr>
        </p:nvSpPr>
        <p:spPr/>
        <p:txBody>
          <a:bodyPr/>
          <a:lstStyle/>
          <a:p>
            <a:r>
              <a:rPr lang="en-US" dirty="0"/>
              <a:t>www.anubhavtrainings.com</a:t>
            </a:r>
          </a:p>
        </p:txBody>
      </p:sp>
      <p:grpSp>
        <p:nvGrpSpPr>
          <p:cNvPr id="618" name="Group 617">
            <a:extLst>
              <a:ext uri="{FF2B5EF4-FFF2-40B4-BE49-F238E27FC236}">
                <a16:creationId xmlns:a16="http://schemas.microsoft.com/office/drawing/2014/main" id="{B5B99429-15CB-4646-807F-6B01F4253B13}"/>
              </a:ext>
            </a:extLst>
          </p:cNvPr>
          <p:cNvGrpSpPr/>
          <p:nvPr userDrawn="1"/>
        </p:nvGrpSpPr>
        <p:grpSpPr>
          <a:xfrm>
            <a:off x="354110" y="5904602"/>
            <a:ext cx="11480604" cy="109990"/>
            <a:chOff x="354110" y="6402442"/>
            <a:chExt cx="11480604" cy="109990"/>
          </a:xfrm>
        </p:grpSpPr>
        <p:sp>
          <p:nvSpPr>
            <p:cNvPr id="619" name="Rectangle 59">
              <a:extLst>
                <a:ext uri="{FF2B5EF4-FFF2-40B4-BE49-F238E27FC236}">
                  <a16:creationId xmlns:a16="http://schemas.microsoft.com/office/drawing/2014/main" id="{624494D0-607C-4971-A357-ED99F45D7C21}"/>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60">
              <a:extLst>
                <a:ext uri="{FF2B5EF4-FFF2-40B4-BE49-F238E27FC236}">
                  <a16:creationId xmlns:a16="http://schemas.microsoft.com/office/drawing/2014/main" id="{22FD15BA-8E62-417D-8392-658E5E86C2FF}"/>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61">
              <a:extLst>
                <a:ext uri="{FF2B5EF4-FFF2-40B4-BE49-F238E27FC236}">
                  <a16:creationId xmlns:a16="http://schemas.microsoft.com/office/drawing/2014/main" id="{C665A07F-2AFB-49CF-8EE0-C81377FC2A54}"/>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62">
              <a:extLst>
                <a:ext uri="{FF2B5EF4-FFF2-40B4-BE49-F238E27FC236}">
                  <a16:creationId xmlns:a16="http://schemas.microsoft.com/office/drawing/2014/main" id="{74997C49-7ACC-4BCC-BC8D-58EBD77EE72A}"/>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63">
              <a:extLst>
                <a:ext uri="{FF2B5EF4-FFF2-40B4-BE49-F238E27FC236}">
                  <a16:creationId xmlns:a16="http://schemas.microsoft.com/office/drawing/2014/main" id="{E3CDD2FB-079B-43EA-89D5-5FD9D7644AC4}"/>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64">
              <a:extLst>
                <a:ext uri="{FF2B5EF4-FFF2-40B4-BE49-F238E27FC236}">
                  <a16:creationId xmlns:a16="http://schemas.microsoft.com/office/drawing/2014/main" id="{9C1479D9-3647-44C4-99E1-C660E2C8E306}"/>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65">
              <a:extLst>
                <a:ext uri="{FF2B5EF4-FFF2-40B4-BE49-F238E27FC236}">
                  <a16:creationId xmlns:a16="http://schemas.microsoft.com/office/drawing/2014/main" id="{AA8F3E10-CD9D-49C0-B0AE-24ABBF3BDC07}"/>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66">
              <a:extLst>
                <a:ext uri="{FF2B5EF4-FFF2-40B4-BE49-F238E27FC236}">
                  <a16:creationId xmlns:a16="http://schemas.microsoft.com/office/drawing/2014/main" id="{9C3B6F09-A4DD-4A26-B213-51E23205497E}"/>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67">
              <a:extLst>
                <a:ext uri="{FF2B5EF4-FFF2-40B4-BE49-F238E27FC236}">
                  <a16:creationId xmlns:a16="http://schemas.microsoft.com/office/drawing/2014/main" id="{2BA14941-5A2D-4CDB-9C2E-79C930D22256}"/>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68">
              <a:extLst>
                <a:ext uri="{FF2B5EF4-FFF2-40B4-BE49-F238E27FC236}">
                  <a16:creationId xmlns:a16="http://schemas.microsoft.com/office/drawing/2014/main" id="{6C5B2E84-85D6-4DD5-88FE-F8495F5E3CA2}"/>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69">
              <a:extLst>
                <a:ext uri="{FF2B5EF4-FFF2-40B4-BE49-F238E27FC236}">
                  <a16:creationId xmlns:a16="http://schemas.microsoft.com/office/drawing/2014/main" id="{1987B595-96EB-427F-8E00-533CBBEB5E6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70">
              <a:extLst>
                <a:ext uri="{FF2B5EF4-FFF2-40B4-BE49-F238E27FC236}">
                  <a16:creationId xmlns:a16="http://schemas.microsoft.com/office/drawing/2014/main" id="{99D33392-C824-498D-AF8A-7AF58A9F3321}"/>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71">
              <a:extLst>
                <a:ext uri="{FF2B5EF4-FFF2-40B4-BE49-F238E27FC236}">
                  <a16:creationId xmlns:a16="http://schemas.microsoft.com/office/drawing/2014/main" id="{6D1CAD59-FE6E-48A2-AE71-1BB80553F20C}"/>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72">
              <a:extLst>
                <a:ext uri="{FF2B5EF4-FFF2-40B4-BE49-F238E27FC236}">
                  <a16:creationId xmlns:a16="http://schemas.microsoft.com/office/drawing/2014/main" id="{BD936CE6-00F6-4CAF-A200-A693710C89B3}"/>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73">
              <a:extLst>
                <a:ext uri="{FF2B5EF4-FFF2-40B4-BE49-F238E27FC236}">
                  <a16:creationId xmlns:a16="http://schemas.microsoft.com/office/drawing/2014/main" id="{10329E52-6B3F-4897-BFBC-A6C4F2D2695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74">
              <a:extLst>
                <a:ext uri="{FF2B5EF4-FFF2-40B4-BE49-F238E27FC236}">
                  <a16:creationId xmlns:a16="http://schemas.microsoft.com/office/drawing/2014/main" id="{B9A5FD8E-2005-457D-B36F-5BD162CB6407}"/>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75">
              <a:extLst>
                <a:ext uri="{FF2B5EF4-FFF2-40B4-BE49-F238E27FC236}">
                  <a16:creationId xmlns:a16="http://schemas.microsoft.com/office/drawing/2014/main" id="{2C1FBF6B-A7C3-4F83-AD53-33D9E848D4A4}"/>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76">
              <a:extLst>
                <a:ext uri="{FF2B5EF4-FFF2-40B4-BE49-F238E27FC236}">
                  <a16:creationId xmlns:a16="http://schemas.microsoft.com/office/drawing/2014/main" id="{964A4B57-1B27-4010-9A9F-F2BCD2530127}"/>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77">
              <a:extLst>
                <a:ext uri="{FF2B5EF4-FFF2-40B4-BE49-F238E27FC236}">
                  <a16:creationId xmlns:a16="http://schemas.microsoft.com/office/drawing/2014/main" id="{D961087D-A1D8-48DD-8BD9-550D63557439}"/>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78">
              <a:extLst>
                <a:ext uri="{FF2B5EF4-FFF2-40B4-BE49-F238E27FC236}">
                  <a16:creationId xmlns:a16="http://schemas.microsoft.com/office/drawing/2014/main" id="{64FADA1C-663B-4FF6-8D80-B311B8ABCD02}"/>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79">
              <a:extLst>
                <a:ext uri="{FF2B5EF4-FFF2-40B4-BE49-F238E27FC236}">
                  <a16:creationId xmlns:a16="http://schemas.microsoft.com/office/drawing/2014/main" id="{E96330D1-4BBF-4D0A-B45F-77999C5C74D6}"/>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80">
              <a:extLst>
                <a:ext uri="{FF2B5EF4-FFF2-40B4-BE49-F238E27FC236}">
                  <a16:creationId xmlns:a16="http://schemas.microsoft.com/office/drawing/2014/main" id="{78AFE672-0739-4A26-8B51-D71BAD6A4326}"/>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81">
              <a:extLst>
                <a:ext uri="{FF2B5EF4-FFF2-40B4-BE49-F238E27FC236}">
                  <a16:creationId xmlns:a16="http://schemas.microsoft.com/office/drawing/2014/main" id="{AA3E4254-137D-4797-BF52-FAB6866F0F05}"/>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82">
              <a:extLst>
                <a:ext uri="{FF2B5EF4-FFF2-40B4-BE49-F238E27FC236}">
                  <a16:creationId xmlns:a16="http://schemas.microsoft.com/office/drawing/2014/main" id="{81844ED9-0C33-41B9-8D6C-0C959F9E0F48}"/>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83">
              <a:extLst>
                <a:ext uri="{FF2B5EF4-FFF2-40B4-BE49-F238E27FC236}">
                  <a16:creationId xmlns:a16="http://schemas.microsoft.com/office/drawing/2014/main" id="{69541354-1FEF-4A05-8852-E0866C02411F}"/>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84">
              <a:extLst>
                <a:ext uri="{FF2B5EF4-FFF2-40B4-BE49-F238E27FC236}">
                  <a16:creationId xmlns:a16="http://schemas.microsoft.com/office/drawing/2014/main" id="{22323587-A6E2-4D2C-9D71-B6D0B4DAF0A2}"/>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66395774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1"/>
            <a:ext cx="12188825" cy="685799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265" indent="0">
              <a:buNone/>
              <a:defRPr sz="3732"/>
            </a:lvl2pPr>
            <a:lvl3pPr marL="1218529" indent="0">
              <a:buNone/>
              <a:defRPr sz="3198"/>
            </a:lvl3pPr>
            <a:lvl4pPr marL="1827794" indent="0">
              <a:buNone/>
              <a:defRPr sz="2665"/>
            </a:lvl4pPr>
            <a:lvl5pPr marL="2437060" indent="0">
              <a:buNone/>
              <a:defRPr sz="2665"/>
            </a:lvl5pPr>
            <a:lvl6pPr marL="3046324" indent="0">
              <a:buNone/>
              <a:defRPr sz="2665"/>
            </a:lvl6pPr>
            <a:lvl7pPr marL="3655589" indent="0">
              <a:buNone/>
              <a:defRPr sz="2665"/>
            </a:lvl7pPr>
            <a:lvl8pPr marL="4264853" indent="0">
              <a:buNone/>
              <a:defRPr sz="2665"/>
            </a:lvl8pPr>
            <a:lvl9pPr marL="4874118" indent="0">
              <a:buNone/>
              <a:defRPr sz="2665"/>
            </a:lvl9pPr>
          </a:lstStyle>
          <a:p>
            <a:r>
              <a:rPr lang="en-US" altLang="ko-KR" dirty="0"/>
              <a:t>Insert Your Image</a:t>
            </a:r>
            <a:endParaRPr lang="ko-KR" altLang="en-US" dirty="0"/>
          </a:p>
        </p:txBody>
      </p:sp>
    </p:spTree>
    <p:extLst>
      <p:ext uri="{BB962C8B-B14F-4D97-AF65-F5344CB8AC3E}">
        <p14:creationId xmlns:p14="http://schemas.microsoft.com/office/powerpoint/2010/main" val="359946853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2_Full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E11C3564-CF67-FE45-A9E2-4B3C230C88D2}"/>
              </a:ext>
            </a:extLst>
          </p:cNvPr>
          <p:cNvSpPr>
            <a:spLocks noGrp="1"/>
          </p:cNvSpPr>
          <p:nvPr>
            <p:ph type="pic" sz="quarter" idx="14"/>
          </p:nvPr>
        </p:nvSpPr>
        <p:spPr>
          <a:xfrm>
            <a:off x="0" y="-1"/>
            <a:ext cx="12188825" cy="3429001"/>
          </a:xfrm>
          <a:prstGeom prst="rect">
            <a:avLst/>
          </a:prstGeom>
          <a:solidFill>
            <a:schemeClr val="bg1">
              <a:lumMod val="95000"/>
            </a:schemeClr>
          </a:solidFill>
        </p:spPr>
        <p:txBody>
          <a:bodyPr>
            <a:normAutofit/>
          </a:bodyPr>
          <a:lstStyle>
            <a:lvl1pPr>
              <a:defRPr sz="1051"/>
            </a:lvl1pPr>
          </a:lstStyle>
          <a:p>
            <a:endParaRPr lang="en-US" dirty="0"/>
          </a:p>
        </p:txBody>
      </p:sp>
    </p:spTree>
    <p:extLst>
      <p:ext uri="{BB962C8B-B14F-4D97-AF65-F5344CB8AC3E}">
        <p14:creationId xmlns:p14="http://schemas.microsoft.com/office/powerpoint/2010/main" val="230967579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369"/>
        <p:cNvGrpSpPr/>
        <p:nvPr/>
      </p:nvGrpSpPr>
      <p:grpSpPr>
        <a:xfrm>
          <a:off x="0" y="0"/>
          <a:ext cx="0" cy="0"/>
          <a:chOff x="0" y="0"/>
          <a:chExt cx="0" cy="0"/>
        </a:xfrm>
      </p:grpSpPr>
      <p:sp>
        <p:nvSpPr>
          <p:cNvPr id="370" name="Google Shape;370;p158"/>
          <p:cNvSpPr txBox="1">
            <a:spLocks noGrp="1"/>
          </p:cNvSpPr>
          <p:nvPr>
            <p:ph type="ctrTitle"/>
          </p:nvPr>
        </p:nvSpPr>
        <p:spPr>
          <a:xfrm>
            <a:off x="1523603" y="1122363"/>
            <a:ext cx="9141619"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5999"/>
              <a:buFont typeface="Calibri"/>
              <a:buNone/>
              <a:defRPr sz="5999"/>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1" name="Google Shape;371;p158"/>
          <p:cNvSpPr txBox="1">
            <a:spLocks noGrp="1"/>
          </p:cNvSpPr>
          <p:nvPr>
            <p:ph type="subTitle" idx="1"/>
          </p:nvPr>
        </p:nvSpPr>
        <p:spPr>
          <a:xfrm>
            <a:off x="1523603" y="3602037"/>
            <a:ext cx="9141619" cy="1655763"/>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399"/>
              <a:buNone/>
              <a:defRPr sz="2399"/>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72" name="Google Shape;372;p158"/>
          <p:cNvSpPr txBox="1">
            <a:spLocks noGrp="1"/>
          </p:cNvSpPr>
          <p:nvPr>
            <p:ph type="dt" idx="10"/>
          </p:nvPr>
        </p:nvSpPr>
        <p:spPr>
          <a:xfrm>
            <a:off x="837982" y="6356351"/>
            <a:ext cx="2742486"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3" name="Google Shape;373;p158"/>
          <p:cNvSpPr txBox="1">
            <a:spLocks noGrp="1"/>
          </p:cNvSpPr>
          <p:nvPr>
            <p:ph type="ftr" idx="11"/>
          </p:nvPr>
        </p:nvSpPr>
        <p:spPr>
          <a:xfrm>
            <a:off x="4037549" y="6356351"/>
            <a:ext cx="4113728"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4" name="Google Shape;374;p158"/>
          <p:cNvSpPr txBox="1">
            <a:spLocks noGrp="1"/>
          </p:cNvSpPr>
          <p:nvPr>
            <p:ph type="sldNum" idx="12"/>
          </p:nvPr>
        </p:nvSpPr>
        <p:spPr>
          <a:xfrm>
            <a:off x="8608357" y="6356351"/>
            <a:ext cx="2742486"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32439346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476"/>
        <p:cNvGrpSpPr/>
        <p:nvPr/>
      </p:nvGrpSpPr>
      <p:grpSpPr>
        <a:xfrm>
          <a:off x="0" y="0"/>
          <a:ext cx="0" cy="0"/>
          <a:chOff x="0" y="0"/>
          <a:chExt cx="0" cy="0"/>
        </a:xfrm>
      </p:grpSpPr>
      <p:sp>
        <p:nvSpPr>
          <p:cNvPr id="477" name="Google Shape;477;p181"/>
          <p:cNvSpPr txBox="1">
            <a:spLocks noGrp="1"/>
          </p:cNvSpPr>
          <p:nvPr>
            <p:ph type="title"/>
          </p:nvPr>
        </p:nvSpPr>
        <p:spPr>
          <a:xfrm rot="5400000">
            <a:off x="7130817" y="1956938"/>
            <a:ext cx="5811839" cy="262821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8" name="Google Shape;478;p181"/>
          <p:cNvSpPr txBox="1">
            <a:spLocks noGrp="1"/>
          </p:cNvSpPr>
          <p:nvPr>
            <p:ph type="body" idx="1"/>
          </p:nvPr>
        </p:nvSpPr>
        <p:spPr>
          <a:xfrm rot="5400000">
            <a:off x="1798205" y="-595097"/>
            <a:ext cx="5811839" cy="7732286"/>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79" name="Google Shape;479;p181"/>
          <p:cNvSpPr txBox="1">
            <a:spLocks noGrp="1"/>
          </p:cNvSpPr>
          <p:nvPr>
            <p:ph type="dt" idx="10"/>
          </p:nvPr>
        </p:nvSpPr>
        <p:spPr>
          <a:xfrm>
            <a:off x="837982" y="6356351"/>
            <a:ext cx="2742486"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0" name="Google Shape;480;p181"/>
          <p:cNvSpPr txBox="1">
            <a:spLocks noGrp="1"/>
          </p:cNvSpPr>
          <p:nvPr>
            <p:ph type="ftr" idx="11"/>
          </p:nvPr>
        </p:nvSpPr>
        <p:spPr>
          <a:xfrm>
            <a:off x="4037549" y="6356351"/>
            <a:ext cx="4113728"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1" name="Google Shape;481;p181"/>
          <p:cNvSpPr txBox="1">
            <a:spLocks noGrp="1"/>
          </p:cNvSpPr>
          <p:nvPr>
            <p:ph type="sldNum" idx="12"/>
          </p:nvPr>
        </p:nvSpPr>
        <p:spPr>
          <a:xfrm>
            <a:off x="8608357" y="6356351"/>
            <a:ext cx="2742486"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84407260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itle">
  <p:cSld name="Title">
    <p:bg>
      <p:bgPr>
        <a:gradFill>
          <a:gsLst>
            <a:gs pos="0">
              <a:schemeClr val="accent2"/>
            </a:gs>
            <a:gs pos="100000">
              <a:schemeClr val="dk1"/>
            </a:gs>
          </a:gsLst>
          <a:lin ang="8100019" scaled="0"/>
        </a:gradFill>
        <a:effectLst/>
      </p:bgPr>
    </p:bg>
    <p:spTree>
      <p:nvGrpSpPr>
        <p:cNvPr id="1" name="Shape 482"/>
        <p:cNvGrpSpPr/>
        <p:nvPr/>
      </p:nvGrpSpPr>
      <p:grpSpPr>
        <a:xfrm>
          <a:off x="0" y="0"/>
          <a:ext cx="0" cy="0"/>
          <a:chOff x="0" y="0"/>
          <a:chExt cx="0" cy="0"/>
        </a:xfrm>
      </p:grpSpPr>
      <p:sp>
        <p:nvSpPr>
          <p:cNvPr id="483" name="Google Shape;483;p182"/>
          <p:cNvSpPr txBox="1">
            <a:spLocks noGrp="1"/>
          </p:cNvSpPr>
          <p:nvPr>
            <p:ph type="ctrTitle"/>
          </p:nvPr>
        </p:nvSpPr>
        <p:spPr>
          <a:xfrm>
            <a:off x="1383473" y="2216600"/>
            <a:ext cx="9421946" cy="242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Clr>
                <a:schemeClr val="lt1"/>
              </a:buClr>
              <a:buSzPts val="6800"/>
              <a:buFont typeface="Calibri"/>
              <a:buNone/>
              <a:defRPr sz="9064">
                <a:solidFill>
                  <a:schemeClr val="lt1"/>
                </a:solidFill>
              </a:defRPr>
            </a:lvl1pPr>
            <a:lvl2pPr lvl="1">
              <a:lnSpc>
                <a:spcPct val="100000"/>
              </a:lnSpc>
              <a:spcBef>
                <a:spcPts val="0"/>
              </a:spcBef>
              <a:spcAft>
                <a:spcPts val="0"/>
              </a:spcAft>
              <a:buClr>
                <a:schemeClr val="lt1"/>
              </a:buClr>
              <a:buSzPts val="6800"/>
              <a:buNone/>
              <a:defRPr sz="9064">
                <a:solidFill>
                  <a:schemeClr val="lt1"/>
                </a:solidFill>
              </a:defRPr>
            </a:lvl2pPr>
            <a:lvl3pPr lvl="2">
              <a:lnSpc>
                <a:spcPct val="100000"/>
              </a:lnSpc>
              <a:spcBef>
                <a:spcPts val="0"/>
              </a:spcBef>
              <a:spcAft>
                <a:spcPts val="0"/>
              </a:spcAft>
              <a:buClr>
                <a:schemeClr val="lt1"/>
              </a:buClr>
              <a:buSzPts val="6800"/>
              <a:buNone/>
              <a:defRPr sz="9064">
                <a:solidFill>
                  <a:schemeClr val="lt1"/>
                </a:solidFill>
              </a:defRPr>
            </a:lvl3pPr>
            <a:lvl4pPr lvl="3">
              <a:lnSpc>
                <a:spcPct val="100000"/>
              </a:lnSpc>
              <a:spcBef>
                <a:spcPts val="0"/>
              </a:spcBef>
              <a:spcAft>
                <a:spcPts val="0"/>
              </a:spcAft>
              <a:buClr>
                <a:schemeClr val="lt1"/>
              </a:buClr>
              <a:buSzPts val="6800"/>
              <a:buNone/>
              <a:defRPr sz="9064">
                <a:solidFill>
                  <a:schemeClr val="lt1"/>
                </a:solidFill>
              </a:defRPr>
            </a:lvl4pPr>
            <a:lvl5pPr lvl="4">
              <a:lnSpc>
                <a:spcPct val="100000"/>
              </a:lnSpc>
              <a:spcBef>
                <a:spcPts val="0"/>
              </a:spcBef>
              <a:spcAft>
                <a:spcPts val="0"/>
              </a:spcAft>
              <a:buClr>
                <a:schemeClr val="lt1"/>
              </a:buClr>
              <a:buSzPts val="6800"/>
              <a:buNone/>
              <a:defRPr sz="9064">
                <a:solidFill>
                  <a:schemeClr val="lt1"/>
                </a:solidFill>
              </a:defRPr>
            </a:lvl5pPr>
            <a:lvl6pPr lvl="5">
              <a:lnSpc>
                <a:spcPct val="100000"/>
              </a:lnSpc>
              <a:spcBef>
                <a:spcPts val="0"/>
              </a:spcBef>
              <a:spcAft>
                <a:spcPts val="0"/>
              </a:spcAft>
              <a:buClr>
                <a:schemeClr val="lt1"/>
              </a:buClr>
              <a:buSzPts val="6800"/>
              <a:buNone/>
              <a:defRPr sz="9064">
                <a:solidFill>
                  <a:schemeClr val="lt1"/>
                </a:solidFill>
              </a:defRPr>
            </a:lvl6pPr>
            <a:lvl7pPr lvl="6">
              <a:lnSpc>
                <a:spcPct val="100000"/>
              </a:lnSpc>
              <a:spcBef>
                <a:spcPts val="0"/>
              </a:spcBef>
              <a:spcAft>
                <a:spcPts val="0"/>
              </a:spcAft>
              <a:buClr>
                <a:schemeClr val="lt1"/>
              </a:buClr>
              <a:buSzPts val="6800"/>
              <a:buNone/>
              <a:defRPr sz="9064">
                <a:solidFill>
                  <a:schemeClr val="lt1"/>
                </a:solidFill>
              </a:defRPr>
            </a:lvl7pPr>
            <a:lvl8pPr lvl="7">
              <a:lnSpc>
                <a:spcPct val="100000"/>
              </a:lnSpc>
              <a:spcBef>
                <a:spcPts val="0"/>
              </a:spcBef>
              <a:spcAft>
                <a:spcPts val="0"/>
              </a:spcAft>
              <a:buClr>
                <a:schemeClr val="lt1"/>
              </a:buClr>
              <a:buSzPts val="6800"/>
              <a:buNone/>
              <a:defRPr sz="9064">
                <a:solidFill>
                  <a:schemeClr val="lt1"/>
                </a:solidFill>
              </a:defRPr>
            </a:lvl8pPr>
            <a:lvl9pPr lvl="8">
              <a:lnSpc>
                <a:spcPct val="100000"/>
              </a:lnSpc>
              <a:spcBef>
                <a:spcPts val="0"/>
              </a:spcBef>
              <a:spcAft>
                <a:spcPts val="0"/>
              </a:spcAft>
              <a:buClr>
                <a:schemeClr val="lt1"/>
              </a:buClr>
              <a:buSzPts val="6800"/>
              <a:buNone/>
              <a:defRPr sz="9064">
                <a:solidFill>
                  <a:schemeClr val="lt1"/>
                </a:solidFill>
              </a:defRPr>
            </a:lvl9pPr>
          </a:lstStyle>
          <a:p>
            <a:endParaRPr/>
          </a:p>
        </p:txBody>
      </p:sp>
    </p:spTree>
    <p:extLst>
      <p:ext uri="{BB962C8B-B14F-4D97-AF65-F5344CB8AC3E}">
        <p14:creationId xmlns:p14="http://schemas.microsoft.com/office/powerpoint/2010/main" val="403058067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Blank - Dark">
  <p:cSld name="Blank - Dark">
    <p:bg>
      <p:bgPr>
        <a:gradFill>
          <a:gsLst>
            <a:gs pos="0">
              <a:schemeClr val="accent1"/>
            </a:gs>
            <a:gs pos="100000">
              <a:schemeClr val="accent2"/>
            </a:gs>
          </a:gsLst>
          <a:lin ang="8099331" scaled="0"/>
        </a:gradFill>
        <a:effectLst/>
      </p:bgPr>
    </p:bg>
    <p:spTree>
      <p:nvGrpSpPr>
        <p:cNvPr id="1" name="Shape 484"/>
        <p:cNvGrpSpPr/>
        <p:nvPr/>
      </p:nvGrpSpPr>
      <p:grpSpPr>
        <a:xfrm>
          <a:off x="0" y="0"/>
          <a:ext cx="0" cy="0"/>
          <a:chOff x="0" y="0"/>
          <a:chExt cx="0" cy="0"/>
        </a:xfrm>
      </p:grpSpPr>
      <p:sp>
        <p:nvSpPr>
          <p:cNvPr id="485" name="Google Shape;485;p183"/>
          <p:cNvSpPr txBox="1">
            <a:spLocks noGrp="1"/>
          </p:cNvSpPr>
          <p:nvPr>
            <p:ph type="sldNum" idx="12"/>
          </p:nvPr>
        </p:nvSpPr>
        <p:spPr>
          <a:xfrm>
            <a:off x="11101354" y="6129935"/>
            <a:ext cx="731409" cy="524800"/>
          </a:xfrm>
          <a:prstGeom prst="rect">
            <a:avLst/>
          </a:prstGeom>
          <a:noFill/>
          <a:ln>
            <a:noFill/>
          </a:ln>
        </p:spPr>
        <p:txBody>
          <a:bodyPr spcFirstLastPara="1" wrap="square" lIns="0" tIns="0" rIns="0" bIns="0" anchor="ctr" anchorCtr="0">
            <a:noAutofit/>
          </a:bodyPr>
          <a:lstStyle>
            <a:lvl1pPr marL="0" lvl="0" indent="0" algn="r">
              <a:buClr>
                <a:schemeClr val="lt1"/>
              </a:buClr>
              <a:buSzPts val="1200"/>
              <a:buFont typeface="Calibri"/>
              <a:buNone/>
              <a:defRPr sz="1200">
                <a:solidFill>
                  <a:schemeClr val="lt1"/>
                </a:solidFill>
                <a:latin typeface="Calibri"/>
                <a:ea typeface="Calibri"/>
                <a:cs typeface="Calibri"/>
                <a:sym typeface="Calibri"/>
              </a:defRPr>
            </a:lvl1pPr>
            <a:lvl2pPr marL="0" lvl="1" indent="0" algn="r">
              <a:buClr>
                <a:schemeClr val="lt1"/>
              </a:buClr>
              <a:buSzPts val="1200"/>
              <a:buFont typeface="Calibri"/>
              <a:buNone/>
              <a:defRPr sz="1200">
                <a:solidFill>
                  <a:schemeClr val="lt1"/>
                </a:solidFill>
                <a:latin typeface="Calibri"/>
                <a:ea typeface="Calibri"/>
                <a:cs typeface="Calibri"/>
                <a:sym typeface="Calibri"/>
              </a:defRPr>
            </a:lvl2pPr>
            <a:lvl3pPr marL="0" lvl="2" indent="0" algn="r">
              <a:buClr>
                <a:schemeClr val="lt1"/>
              </a:buClr>
              <a:buSzPts val="1200"/>
              <a:buFont typeface="Calibri"/>
              <a:buNone/>
              <a:defRPr sz="1200">
                <a:solidFill>
                  <a:schemeClr val="lt1"/>
                </a:solidFill>
                <a:latin typeface="Calibri"/>
                <a:ea typeface="Calibri"/>
                <a:cs typeface="Calibri"/>
                <a:sym typeface="Calibri"/>
              </a:defRPr>
            </a:lvl3pPr>
            <a:lvl4pPr marL="0" lvl="3" indent="0" algn="r">
              <a:buClr>
                <a:schemeClr val="lt1"/>
              </a:buClr>
              <a:buSzPts val="1200"/>
              <a:buFont typeface="Calibri"/>
              <a:buNone/>
              <a:defRPr sz="1200">
                <a:solidFill>
                  <a:schemeClr val="lt1"/>
                </a:solidFill>
                <a:latin typeface="Calibri"/>
                <a:ea typeface="Calibri"/>
                <a:cs typeface="Calibri"/>
                <a:sym typeface="Calibri"/>
              </a:defRPr>
            </a:lvl4pPr>
            <a:lvl5pPr marL="0" lvl="4" indent="0" algn="r">
              <a:buClr>
                <a:schemeClr val="lt1"/>
              </a:buClr>
              <a:buSzPts val="1200"/>
              <a:buFont typeface="Calibri"/>
              <a:buNone/>
              <a:defRPr sz="1200">
                <a:solidFill>
                  <a:schemeClr val="lt1"/>
                </a:solidFill>
                <a:latin typeface="Calibri"/>
                <a:ea typeface="Calibri"/>
                <a:cs typeface="Calibri"/>
                <a:sym typeface="Calibri"/>
              </a:defRPr>
            </a:lvl5pPr>
            <a:lvl6pPr marL="0" lvl="5" indent="0" algn="r">
              <a:buClr>
                <a:schemeClr val="lt1"/>
              </a:buClr>
              <a:buSzPts val="1200"/>
              <a:buFont typeface="Calibri"/>
              <a:buNone/>
              <a:defRPr sz="1200">
                <a:solidFill>
                  <a:schemeClr val="lt1"/>
                </a:solidFill>
                <a:latin typeface="Calibri"/>
                <a:ea typeface="Calibri"/>
                <a:cs typeface="Calibri"/>
                <a:sym typeface="Calibri"/>
              </a:defRPr>
            </a:lvl6pPr>
            <a:lvl7pPr marL="0" lvl="6" indent="0" algn="r">
              <a:buClr>
                <a:schemeClr val="lt1"/>
              </a:buClr>
              <a:buSzPts val="1200"/>
              <a:buFont typeface="Calibri"/>
              <a:buNone/>
              <a:defRPr sz="1200">
                <a:solidFill>
                  <a:schemeClr val="lt1"/>
                </a:solidFill>
                <a:latin typeface="Calibri"/>
                <a:ea typeface="Calibri"/>
                <a:cs typeface="Calibri"/>
                <a:sym typeface="Calibri"/>
              </a:defRPr>
            </a:lvl7pPr>
            <a:lvl8pPr marL="0" lvl="7" indent="0" algn="r">
              <a:buClr>
                <a:schemeClr val="lt1"/>
              </a:buClr>
              <a:buSzPts val="1200"/>
              <a:buFont typeface="Calibri"/>
              <a:buNone/>
              <a:defRPr sz="1200">
                <a:solidFill>
                  <a:schemeClr val="lt1"/>
                </a:solidFill>
                <a:latin typeface="Calibri"/>
                <a:ea typeface="Calibri"/>
                <a:cs typeface="Calibri"/>
                <a:sym typeface="Calibri"/>
              </a:defRPr>
            </a:lvl8pPr>
            <a:lvl9pPr marL="0" lvl="8" indent="0" algn="r">
              <a:buClr>
                <a:schemeClr val="lt1"/>
              </a:buClr>
              <a:buSzPts val="1200"/>
              <a:buFont typeface="Calibri"/>
              <a:buNone/>
              <a:defRPr sz="1200">
                <a:solidFill>
                  <a:schemeClr val="l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27675277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Title + 2 columns" type="twoColTx">
  <p:cSld name="Title + 2 columns">
    <p:spTree>
      <p:nvGrpSpPr>
        <p:cNvPr id="1" name="Shape 486"/>
        <p:cNvGrpSpPr/>
        <p:nvPr/>
      </p:nvGrpSpPr>
      <p:grpSpPr>
        <a:xfrm>
          <a:off x="0" y="0"/>
          <a:ext cx="0" cy="0"/>
          <a:chOff x="0" y="0"/>
          <a:chExt cx="0" cy="0"/>
        </a:xfrm>
      </p:grpSpPr>
      <p:sp>
        <p:nvSpPr>
          <p:cNvPr id="487" name="Google Shape;487;p184"/>
          <p:cNvSpPr txBox="1">
            <a:spLocks noGrp="1"/>
          </p:cNvSpPr>
          <p:nvPr>
            <p:ph type="title"/>
          </p:nvPr>
        </p:nvSpPr>
        <p:spPr>
          <a:xfrm>
            <a:off x="1383473" y="1114667"/>
            <a:ext cx="9421946" cy="5284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dk1"/>
              </a:buClr>
              <a:buSzPts val="3200"/>
              <a:buFont typeface="Calibri"/>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488" name="Google Shape;488;p184"/>
          <p:cNvSpPr txBox="1">
            <a:spLocks noGrp="1"/>
          </p:cNvSpPr>
          <p:nvPr>
            <p:ph type="body" idx="1"/>
          </p:nvPr>
        </p:nvSpPr>
        <p:spPr>
          <a:xfrm>
            <a:off x="1383406" y="1805267"/>
            <a:ext cx="4402053" cy="4207200"/>
          </a:xfrm>
          <a:prstGeom prst="rect">
            <a:avLst/>
          </a:prstGeom>
          <a:noFill/>
          <a:ln>
            <a:noFill/>
          </a:ln>
        </p:spPr>
        <p:txBody>
          <a:bodyPr spcFirstLastPara="1" wrap="square" lIns="0" tIns="0" rIns="0" bIns="0" anchor="t" anchorCtr="0">
            <a:noAutofit/>
          </a:bodyPr>
          <a:lstStyle>
            <a:lvl1pPr marL="457200" lvl="0" indent="-355600" algn="l">
              <a:lnSpc>
                <a:spcPct val="90000"/>
              </a:lnSpc>
              <a:spcBef>
                <a:spcPts val="800"/>
              </a:spcBef>
              <a:spcAft>
                <a:spcPts val="0"/>
              </a:spcAft>
              <a:buClr>
                <a:schemeClr val="dk1"/>
              </a:buClr>
              <a:buSzPts val="2000"/>
              <a:buChar char="●"/>
              <a:defRPr sz="2666"/>
            </a:lvl1pPr>
            <a:lvl2pPr marL="914400" lvl="1" indent="-355600" algn="l">
              <a:lnSpc>
                <a:spcPct val="90000"/>
              </a:lnSpc>
              <a:spcBef>
                <a:spcPts val="0"/>
              </a:spcBef>
              <a:spcAft>
                <a:spcPts val="0"/>
              </a:spcAft>
              <a:buClr>
                <a:schemeClr val="dk1"/>
              </a:buClr>
              <a:buSzPts val="2000"/>
              <a:buChar char="○"/>
              <a:defRPr sz="2666"/>
            </a:lvl2pPr>
            <a:lvl3pPr marL="1371600" lvl="2" indent="-355600" algn="l">
              <a:lnSpc>
                <a:spcPct val="90000"/>
              </a:lnSpc>
              <a:spcBef>
                <a:spcPts val="0"/>
              </a:spcBef>
              <a:spcAft>
                <a:spcPts val="0"/>
              </a:spcAft>
              <a:buClr>
                <a:schemeClr val="dk1"/>
              </a:buClr>
              <a:buSzPts val="2000"/>
              <a:buChar char="■"/>
              <a:defRPr sz="2666"/>
            </a:lvl3pPr>
            <a:lvl4pPr marL="1828800" lvl="3" indent="-355600" algn="l">
              <a:lnSpc>
                <a:spcPct val="90000"/>
              </a:lnSpc>
              <a:spcBef>
                <a:spcPts val="0"/>
              </a:spcBef>
              <a:spcAft>
                <a:spcPts val="0"/>
              </a:spcAft>
              <a:buClr>
                <a:schemeClr val="dk1"/>
              </a:buClr>
              <a:buSzPts val="2000"/>
              <a:buChar char="●"/>
              <a:defRPr sz="2666"/>
            </a:lvl4pPr>
            <a:lvl5pPr marL="2286000" lvl="4" indent="-355600" algn="l">
              <a:lnSpc>
                <a:spcPct val="90000"/>
              </a:lnSpc>
              <a:spcBef>
                <a:spcPts val="0"/>
              </a:spcBef>
              <a:spcAft>
                <a:spcPts val="0"/>
              </a:spcAft>
              <a:buClr>
                <a:schemeClr val="dk1"/>
              </a:buClr>
              <a:buSzPts val="2000"/>
              <a:buChar char="○"/>
              <a:defRPr sz="2666"/>
            </a:lvl5pPr>
            <a:lvl6pPr marL="2743200" lvl="5" indent="-355600" algn="l">
              <a:lnSpc>
                <a:spcPct val="90000"/>
              </a:lnSpc>
              <a:spcBef>
                <a:spcPts val="0"/>
              </a:spcBef>
              <a:spcAft>
                <a:spcPts val="0"/>
              </a:spcAft>
              <a:buClr>
                <a:schemeClr val="dk1"/>
              </a:buClr>
              <a:buSzPts val="2000"/>
              <a:buChar char="■"/>
              <a:defRPr sz="2666"/>
            </a:lvl6pPr>
            <a:lvl7pPr marL="3200400" lvl="6" indent="-355600" algn="l">
              <a:lnSpc>
                <a:spcPct val="90000"/>
              </a:lnSpc>
              <a:spcBef>
                <a:spcPts val="0"/>
              </a:spcBef>
              <a:spcAft>
                <a:spcPts val="0"/>
              </a:spcAft>
              <a:buClr>
                <a:schemeClr val="dk1"/>
              </a:buClr>
              <a:buSzPts val="2000"/>
              <a:buChar char="●"/>
              <a:defRPr sz="2666"/>
            </a:lvl7pPr>
            <a:lvl8pPr marL="3657600" lvl="7" indent="-355600" algn="l">
              <a:lnSpc>
                <a:spcPct val="90000"/>
              </a:lnSpc>
              <a:spcBef>
                <a:spcPts val="0"/>
              </a:spcBef>
              <a:spcAft>
                <a:spcPts val="0"/>
              </a:spcAft>
              <a:buClr>
                <a:schemeClr val="dk1"/>
              </a:buClr>
              <a:buSzPts val="2000"/>
              <a:buChar char="○"/>
              <a:defRPr sz="2666"/>
            </a:lvl8pPr>
            <a:lvl9pPr marL="4114800" lvl="8" indent="-355600" algn="l">
              <a:lnSpc>
                <a:spcPct val="90000"/>
              </a:lnSpc>
              <a:spcBef>
                <a:spcPts val="0"/>
              </a:spcBef>
              <a:spcAft>
                <a:spcPts val="0"/>
              </a:spcAft>
              <a:buClr>
                <a:schemeClr val="dk1"/>
              </a:buClr>
              <a:buSzPts val="2000"/>
              <a:buChar char="■"/>
              <a:defRPr sz="2666"/>
            </a:lvl9pPr>
          </a:lstStyle>
          <a:p>
            <a:endParaRPr/>
          </a:p>
        </p:txBody>
      </p:sp>
      <p:sp>
        <p:nvSpPr>
          <p:cNvPr id="489" name="Google Shape;489;p184"/>
          <p:cNvSpPr txBox="1">
            <a:spLocks noGrp="1"/>
          </p:cNvSpPr>
          <p:nvPr>
            <p:ph type="body" idx="2"/>
          </p:nvPr>
        </p:nvSpPr>
        <p:spPr>
          <a:xfrm>
            <a:off x="6403163" y="1805267"/>
            <a:ext cx="4402053" cy="4207200"/>
          </a:xfrm>
          <a:prstGeom prst="rect">
            <a:avLst/>
          </a:prstGeom>
          <a:noFill/>
          <a:ln>
            <a:noFill/>
          </a:ln>
        </p:spPr>
        <p:txBody>
          <a:bodyPr spcFirstLastPara="1" wrap="square" lIns="0" tIns="0" rIns="0" bIns="0" anchor="t" anchorCtr="0">
            <a:noAutofit/>
          </a:bodyPr>
          <a:lstStyle>
            <a:lvl1pPr marL="457200" lvl="0" indent="-355600" algn="l">
              <a:lnSpc>
                <a:spcPct val="90000"/>
              </a:lnSpc>
              <a:spcBef>
                <a:spcPts val="800"/>
              </a:spcBef>
              <a:spcAft>
                <a:spcPts val="0"/>
              </a:spcAft>
              <a:buClr>
                <a:schemeClr val="dk1"/>
              </a:buClr>
              <a:buSzPts val="2000"/>
              <a:buChar char="●"/>
              <a:defRPr sz="2666"/>
            </a:lvl1pPr>
            <a:lvl2pPr marL="914400" lvl="1" indent="-355600" algn="l">
              <a:lnSpc>
                <a:spcPct val="90000"/>
              </a:lnSpc>
              <a:spcBef>
                <a:spcPts val="0"/>
              </a:spcBef>
              <a:spcAft>
                <a:spcPts val="0"/>
              </a:spcAft>
              <a:buClr>
                <a:schemeClr val="dk1"/>
              </a:buClr>
              <a:buSzPts val="2000"/>
              <a:buChar char="○"/>
              <a:defRPr sz="2666"/>
            </a:lvl2pPr>
            <a:lvl3pPr marL="1371600" lvl="2" indent="-355600" algn="l">
              <a:lnSpc>
                <a:spcPct val="90000"/>
              </a:lnSpc>
              <a:spcBef>
                <a:spcPts val="0"/>
              </a:spcBef>
              <a:spcAft>
                <a:spcPts val="0"/>
              </a:spcAft>
              <a:buClr>
                <a:schemeClr val="dk1"/>
              </a:buClr>
              <a:buSzPts val="2000"/>
              <a:buChar char="■"/>
              <a:defRPr sz="2666"/>
            </a:lvl3pPr>
            <a:lvl4pPr marL="1828800" lvl="3" indent="-355600" algn="l">
              <a:lnSpc>
                <a:spcPct val="90000"/>
              </a:lnSpc>
              <a:spcBef>
                <a:spcPts val="0"/>
              </a:spcBef>
              <a:spcAft>
                <a:spcPts val="0"/>
              </a:spcAft>
              <a:buClr>
                <a:schemeClr val="dk1"/>
              </a:buClr>
              <a:buSzPts val="2000"/>
              <a:buChar char="●"/>
              <a:defRPr sz="2666"/>
            </a:lvl4pPr>
            <a:lvl5pPr marL="2286000" lvl="4" indent="-355600" algn="l">
              <a:lnSpc>
                <a:spcPct val="90000"/>
              </a:lnSpc>
              <a:spcBef>
                <a:spcPts val="0"/>
              </a:spcBef>
              <a:spcAft>
                <a:spcPts val="0"/>
              </a:spcAft>
              <a:buClr>
                <a:schemeClr val="dk1"/>
              </a:buClr>
              <a:buSzPts val="2000"/>
              <a:buChar char="○"/>
              <a:defRPr sz="2666"/>
            </a:lvl5pPr>
            <a:lvl6pPr marL="2743200" lvl="5" indent="-355600" algn="l">
              <a:lnSpc>
                <a:spcPct val="90000"/>
              </a:lnSpc>
              <a:spcBef>
                <a:spcPts val="0"/>
              </a:spcBef>
              <a:spcAft>
                <a:spcPts val="0"/>
              </a:spcAft>
              <a:buClr>
                <a:schemeClr val="dk1"/>
              </a:buClr>
              <a:buSzPts val="2000"/>
              <a:buChar char="■"/>
              <a:defRPr sz="2666"/>
            </a:lvl6pPr>
            <a:lvl7pPr marL="3200400" lvl="6" indent="-355600" algn="l">
              <a:lnSpc>
                <a:spcPct val="90000"/>
              </a:lnSpc>
              <a:spcBef>
                <a:spcPts val="0"/>
              </a:spcBef>
              <a:spcAft>
                <a:spcPts val="0"/>
              </a:spcAft>
              <a:buClr>
                <a:schemeClr val="dk1"/>
              </a:buClr>
              <a:buSzPts val="2000"/>
              <a:buChar char="●"/>
              <a:defRPr sz="2666"/>
            </a:lvl7pPr>
            <a:lvl8pPr marL="3657600" lvl="7" indent="-355600" algn="l">
              <a:lnSpc>
                <a:spcPct val="90000"/>
              </a:lnSpc>
              <a:spcBef>
                <a:spcPts val="0"/>
              </a:spcBef>
              <a:spcAft>
                <a:spcPts val="0"/>
              </a:spcAft>
              <a:buClr>
                <a:schemeClr val="dk1"/>
              </a:buClr>
              <a:buSzPts val="2000"/>
              <a:buChar char="○"/>
              <a:defRPr sz="2666"/>
            </a:lvl8pPr>
            <a:lvl9pPr marL="4114800" lvl="8" indent="-355600" algn="l">
              <a:lnSpc>
                <a:spcPct val="90000"/>
              </a:lnSpc>
              <a:spcBef>
                <a:spcPts val="0"/>
              </a:spcBef>
              <a:spcAft>
                <a:spcPts val="0"/>
              </a:spcAft>
              <a:buClr>
                <a:schemeClr val="dk1"/>
              </a:buClr>
              <a:buSzPts val="2000"/>
              <a:buChar char="■"/>
              <a:defRPr sz="2666"/>
            </a:lvl9pPr>
          </a:lstStyle>
          <a:p>
            <a:endParaRPr/>
          </a:p>
        </p:txBody>
      </p:sp>
      <p:sp>
        <p:nvSpPr>
          <p:cNvPr id="490" name="Google Shape;490;p184"/>
          <p:cNvSpPr txBox="1">
            <a:spLocks noGrp="1"/>
          </p:cNvSpPr>
          <p:nvPr>
            <p:ph type="sldNum" idx="12"/>
          </p:nvPr>
        </p:nvSpPr>
        <p:spPr>
          <a:xfrm>
            <a:off x="11101354" y="6129935"/>
            <a:ext cx="731409" cy="524800"/>
          </a:xfrm>
          <a:prstGeom prst="rect">
            <a:avLst/>
          </a:prstGeom>
          <a:noFill/>
          <a:ln>
            <a:noFill/>
          </a:ln>
        </p:spPr>
        <p:txBody>
          <a:bodyPr spcFirstLastPara="1" wrap="square" lIns="0" tIns="0" rIns="0" bIns="0" anchor="ctr" anchorCtr="0">
            <a:noAutofit/>
          </a:bodyPr>
          <a:lstStyle>
            <a:lvl1pPr marL="0" lvl="0" indent="0" algn="r">
              <a:buClr>
                <a:srgbClr val="888888"/>
              </a:buClr>
              <a:buSzPts val="1200"/>
              <a:buFont typeface="Calibri"/>
              <a:buNone/>
              <a:defRPr sz="1200">
                <a:solidFill>
                  <a:srgbClr val="888888"/>
                </a:solidFill>
                <a:latin typeface="Calibri"/>
                <a:ea typeface="Calibri"/>
                <a:cs typeface="Calibri"/>
                <a:sym typeface="Calibri"/>
              </a:defRPr>
            </a:lvl1pPr>
            <a:lvl2pPr marL="0" lvl="1" indent="0" algn="r">
              <a:buClr>
                <a:srgbClr val="888888"/>
              </a:buClr>
              <a:buSzPts val="1200"/>
              <a:buFont typeface="Calibri"/>
              <a:buNone/>
              <a:defRPr sz="1200">
                <a:solidFill>
                  <a:srgbClr val="888888"/>
                </a:solidFill>
                <a:latin typeface="Calibri"/>
                <a:ea typeface="Calibri"/>
                <a:cs typeface="Calibri"/>
                <a:sym typeface="Calibri"/>
              </a:defRPr>
            </a:lvl2pPr>
            <a:lvl3pPr marL="0" lvl="2" indent="0" algn="r">
              <a:buClr>
                <a:srgbClr val="888888"/>
              </a:buClr>
              <a:buSzPts val="1200"/>
              <a:buFont typeface="Calibri"/>
              <a:buNone/>
              <a:defRPr sz="1200">
                <a:solidFill>
                  <a:srgbClr val="888888"/>
                </a:solidFill>
                <a:latin typeface="Calibri"/>
                <a:ea typeface="Calibri"/>
                <a:cs typeface="Calibri"/>
                <a:sym typeface="Calibri"/>
              </a:defRPr>
            </a:lvl3pPr>
            <a:lvl4pPr marL="0" lvl="3" indent="0" algn="r">
              <a:buClr>
                <a:srgbClr val="888888"/>
              </a:buClr>
              <a:buSzPts val="1200"/>
              <a:buFont typeface="Calibri"/>
              <a:buNone/>
              <a:defRPr sz="1200">
                <a:solidFill>
                  <a:srgbClr val="888888"/>
                </a:solidFill>
                <a:latin typeface="Calibri"/>
                <a:ea typeface="Calibri"/>
                <a:cs typeface="Calibri"/>
                <a:sym typeface="Calibri"/>
              </a:defRPr>
            </a:lvl4pPr>
            <a:lvl5pPr marL="0" lvl="4" indent="0" algn="r">
              <a:buClr>
                <a:srgbClr val="888888"/>
              </a:buClr>
              <a:buSzPts val="1200"/>
              <a:buFont typeface="Calibri"/>
              <a:buNone/>
              <a:defRPr sz="1200">
                <a:solidFill>
                  <a:srgbClr val="888888"/>
                </a:solidFill>
                <a:latin typeface="Calibri"/>
                <a:ea typeface="Calibri"/>
                <a:cs typeface="Calibri"/>
                <a:sym typeface="Calibri"/>
              </a:defRPr>
            </a:lvl5pPr>
            <a:lvl6pPr marL="0" lvl="5" indent="0" algn="r">
              <a:buClr>
                <a:srgbClr val="888888"/>
              </a:buClr>
              <a:buSzPts val="1200"/>
              <a:buFont typeface="Calibri"/>
              <a:buNone/>
              <a:defRPr sz="1200">
                <a:solidFill>
                  <a:srgbClr val="888888"/>
                </a:solidFill>
                <a:latin typeface="Calibri"/>
                <a:ea typeface="Calibri"/>
                <a:cs typeface="Calibri"/>
                <a:sym typeface="Calibri"/>
              </a:defRPr>
            </a:lvl6pPr>
            <a:lvl7pPr marL="0" lvl="6" indent="0" algn="r">
              <a:buClr>
                <a:srgbClr val="888888"/>
              </a:buClr>
              <a:buSzPts val="1200"/>
              <a:buFont typeface="Calibri"/>
              <a:buNone/>
              <a:defRPr sz="1200">
                <a:solidFill>
                  <a:srgbClr val="888888"/>
                </a:solidFill>
                <a:latin typeface="Calibri"/>
                <a:ea typeface="Calibri"/>
                <a:cs typeface="Calibri"/>
                <a:sym typeface="Calibri"/>
              </a:defRPr>
            </a:lvl7pPr>
            <a:lvl8pPr marL="0" lvl="7" indent="0" algn="r">
              <a:buClr>
                <a:srgbClr val="888888"/>
              </a:buClr>
              <a:buSzPts val="1200"/>
              <a:buFont typeface="Calibri"/>
              <a:buNone/>
              <a:defRPr sz="1200">
                <a:solidFill>
                  <a:srgbClr val="888888"/>
                </a:solidFill>
                <a:latin typeface="Calibri"/>
                <a:ea typeface="Calibri"/>
                <a:cs typeface="Calibri"/>
                <a:sym typeface="Calibri"/>
              </a:defRPr>
            </a:lvl8pPr>
            <a:lvl9pPr marL="0" lvl="8" indent="0" algn="r">
              <a:buClr>
                <a:srgbClr val="888888"/>
              </a:buClr>
              <a:buSzPts val="1200"/>
              <a:buFont typeface="Calibri"/>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7463977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5.xml"/><Relationship Id="rId13" Type="http://schemas.openxmlformats.org/officeDocument/2006/relationships/slideLayout" Target="../slideLayouts/slideLayout20.xml"/><Relationship Id="rId18" Type="http://schemas.openxmlformats.org/officeDocument/2006/relationships/slideLayout" Target="../slideLayouts/slideLayout25.xml"/><Relationship Id="rId3" Type="http://schemas.openxmlformats.org/officeDocument/2006/relationships/slideLayout" Target="../slideLayouts/slideLayout10.xml"/><Relationship Id="rId7" Type="http://schemas.openxmlformats.org/officeDocument/2006/relationships/slideLayout" Target="../slideLayouts/slideLayout14.xml"/><Relationship Id="rId12" Type="http://schemas.openxmlformats.org/officeDocument/2006/relationships/slideLayout" Target="../slideLayouts/slideLayout19.xml"/><Relationship Id="rId17" Type="http://schemas.openxmlformats.org/officeDocument/2006/relationships/slideLayout" Target="../slideLayouts/slideLayout24.xml"/><Relationship Id="rId2" Type="http://schemas.openxmlformats.org/officeDocument/2006/relationships/slideLayout" Target="../slideLayouts/slideLayout9.xml"/><Relationship Id="rId16" Type="http://schemas.openxmlformats.org/officeDocument/2006/relationships/slideLayout" Target="../slideLayouts/slideLayout23.xml"/><Relationship Id="rId20" Type="http://schemas.openxmlformats.org/officeDocument/2006/relationships/theme" Target="../theme/theme2.xml"/><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slideLayout" Target="../slideLayouts/slideLayout18.xml"/><Relationship Id="rId5" Type="http://schemas.openxmlformats.org/officeDocument/2006/relationships/slideLayout" Target="../slideLayouts/slideLayout12.xml"/><Relationship Id="rId15" Type="http://schemas.openxmlformats.org/officeDocument/2006/relationships/slideLayout" Target="../slideLayouts/slideLayout22.xml"/><Relationship Id="rId10" Type="http://schemas.openxmlformats.org/officeDocument/2006/relationships/slideLayout" Target="../slideLayouts/slideLayout17.xml"/><Relationship Id="rId19" Type="http://schemas.openxmlformats.org/officeDocument/2006/relationships/slideLayout" Target="../slideLayouts/slideLayout26.xml"/><Relationship Id="rId4" Type="http://schemas.openxmlformats.org/officeDocument/2006/relationships/slideLayout" Target="../slideLayouts/slideLayout11.xml"/><Relationship Id="rId9" Type="http://schemas.openxmlformats.org/officeDocument/2006/relationships/slideLayout" Target="../slideLayouts/slideLayout16.xml"/><Relationship Id="rId14"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image" Target="../media/image1.png"/><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theme" Target="../theme/theme3.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40.xml"/><Relationship Id="rId2" Type="http://schemas.openxmlformats.org/officeDocument/2006/relationships/slideLayout" Target="../slideLayouts/slideLayout39.xml"/><Relationship Id="rId1" Type="http://schemas.openxmlformats.org/officeDocument/2006/relationships/slideLayout" Target="../slideLayouts/slideLayout38.xml"/><Relationship Id="rId6" Type="http://schemas.openxmlformats.org/officeDocument/2006/relationships/theme" Target="../theme/theme4.xml"/><Relationship Id="rId5" Type="http://schemas.openxmlformats.org/officeDocument/2006/relationships/slideLayout" Target="../slideLayouts/slideLayout42.xml"/><Relationship Id="rId4"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45"/>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rmAutofit/>
          </a:bodyPr>
          <a:lstStyle>
            <a:lvl1pPr marR="0" lvl="0" algn="l" rtl="0">
              <a:spcBef>
                <a:spcPts val="0"/>
              </a:spcBef>
              <a:spcAft>
                <a:spcPts val="0"/>
              </a:spcAft>
              <a:buClr>
                <a:schemeClr val="accent1"/>
              </a:buClr>
              <a:buSzPts val="3600"/>
              <a:buFont typeface="Quattrocento Sans"/>
              <a:buNone/>
              <a:defRPr sz="3600" b="1" i="0" u="none" strike="noStrike" cap="none">
                <a:solidFill>
                  <a:schemeClr val="accent1"/>
                </a:solidFill>
                <a:latin typeface="Quattrocento Sans"/>
                <a:ea typeface="Quattrocento Sans"/>
                <a:cs typeface="Quattrocento Sans"/>
                <a:sym typeface="Quattrocento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45"/>
          <p:cNvSpPr txBox="1">
            <a:spLocks noGrp="1"/>
          </p:cNvSpPr>
          <p:nvPr>
            <p:ph type="body" idx="1"/>
          </p:nvPr>
        </p:nvSpPr>
        <p:spPr>
          <a:xfrm>
            <a:off x="609441" y="1138425"/>
            <a:ext cx="10969943" cy="4987739"/>
          </a:xfrm>
          <a:prstGeom prst="rect">
            <a:avLst/>
          </a:prstGeom>
          <a:noFill/>
          <a:ln>
            <a:noFill/>
          </a:ln>
        </p:spPr>
        <p:txBody>
          <a:bodyPr spcFirstLastPara="1" wrap="square" lIns="0" tIns="60925" rIns="0" bIns="60925" anchor="t" anchorCtr="0">
            <a:normAutofit/>
          </a:bodyPr>
          <a:lstStyle>
            <a:lvl1pPr marL="457200" marR="0" lvl="0" indent="-457200" algn="l" rtl="0">
              <a:spcBef>
                <a:spcPts val="720"/>
              </a:spcBef>
              <a:spcAft>
                <a:spcPts val="0"/>
              </a:spcAft>
              <a:buClr>
                <a:schemeClr val="dk1"/>
              </a:buClr>
              <a:buSzPts val="3600"/>
              <a:buFont typeface="Arial"/>
              <a:buChar char="•"/>
              <a:defRPr sz="3600" b="0" i="0" u="none" strike="noStrike" cap="none">
                <a:solidFill>
                  <a:schemeClr val="dk1"/>
                </a:solidFill>
                <a:latin typeface="Quattrocento Sans"/>
                <a:ea typeface="Quattrocento Sans"/>
                <a:cs typeface="Quattrocento Sans"/>
                <a:sym typeface="Quattrocento Sans"/>
              </a:defRPr>
            </a:lvl1pPr>
            <a:lvl2pPr marL="914400" marR="0" lvl="1" indent="-431800" algn="l" rtl="0">
              <a:spcBef>
                <a:spcPts val="640"/>
              </a:spcBef>
              <a:spcAft>
                <a:spcPts val="0"/>
              </a:spcAft>
              <a:buClr>
                <a:schemeClr val="dk1"/>
              </a:buClr>
              <a:buSzPts val="3200"/>
              <a:buFont typeface="Arial"/>
              <a:buChar char="–"/>
              <a:defRPr sz="3200" b="0" i="0" u="none" strike="noStrike" cap="none">
                <a:solidFill>
                  <a:schemeClr val="dk1"/>
                </a:solidFill>
                <a:latin typeface="Quattrocento Sans"/>
                <a:ea typeface="Quattrocento Sans"/>
                <a:cs typeface="Quattrocento Sans"/>
                <a:sym typeface="Quattrocento Sans"/>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Quattrocento Sans"/>
                <a:ea typeface="Quattrocento Sans"/>
                <a:cs typeface="Quattrocento Sans"/>
                <a:sym typeface="Quattrocento Sans"/>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5pPr>
            <a:lvl6pPr marL="2743200" marR="0" lvl="5"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6pPr>
            <a:lvl7pPr marL="3200400" marR="0" lvl="6"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7pPr>
            <a:lvl8pPr marL="3657600" marR="0" lvl="7"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8pPr>
            <a:lvl9pPr marL="4114800" marR="0" lvl="8"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2" name="Google Shape;12;p145"/>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marR="0" lvl="0" algn="l" rtl="0">
              <a:spcBef>
                <a:spcPts val="0"/>
              </a:spcBef>
              <a:spcAft>
                <a:spcPts val="0"/>
              </a:spcAft>
              <a:buSzPts val="1400"/>
              <a:buNone/>
              <a:defRPr sz="1600" b="0" i="0" u="none" strike="noStrike" cap="none">
                <a:solidFill>
                  <a:srgbClr val="918E8D"/>
                </a:solidFill>
                <a:latin typeface="Quattrocento Sans"/>
                <a:ea typeface="Quattrocento Sans"/>
                <a:cs typeface="Quattrocento Sans"/>
                <a:sym typeface="Quattrocento Sans"/>
              </a:defRPr>
            </a:lvl1pPr>
            <a:lvl2pPr marR="0" lvl="1"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2pPr>
            <a:lvl3pPr marR="0" lvl="2"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3pPr>
            <a:lvl4pPr marR="0" lvl="3"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4pPr>
            <a:lvl5pPr marR="0" lvl="4"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5pPr>
            <a:lvl6pPr marR="0" lvl="5"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6pPr>
            <a:lvl7pPr marR="0" lvl="6"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7pPr>
            <a:lvl8pPr marR="0" lvl="7"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8pPr>
            <a:lvl9pPr marR="0" lvl="8"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3" name="Google Shape;13;p145"/>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marR="0" lvl="0" algn="ctr" rtl="0">
              <a:spcBef>
                <a:spcPts val="0"/>
              </a:spcBef>
              <a:spcAft>
                <a:spcPts val="0"/>
              </a:spcAft>
              <a:buSzPts val="1400"/>
              <a:buNone/>
              <a:defRPr sz="1600" b="0" i="0" u="none" strike="noStrike" cap="none">
                <a:solidFill>
                  <a:srgbClr val="918E8D"/>
                </a:solidFill>
                <a:latin typeface="Quattrocento Sans"/>
                <a:ea typeface="Quattrocento Sans"/>
                <a:cs typeface="Quattrocento Sans"/>
                <a:sym typeface="Quattrocento Sans"/>
              </a:defRPr>
            </a:lvl1pPr>
            <a:lvl2pPr marR="0" lvl="1"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2pPr>
            <a:lvl3pPr marR="0" lvl="2"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3pPr>
            <a:lvl4pPr marR="0" lvl="3"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4pPr>
            <a:lvl5pPr marR="0" lvl="4"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5pPr>
            <a:lvl6pPr marR="0" lvl="5"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6pPr>
            <a:lvl7pPr marR="0" lvl="6"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7pPr>
            <a:lvl8pPr marR="0" lvl="7"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8pPr>
            <a:lvl9pPr marR="0" lvl="8"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4" name="Google Shape;14;p145"/>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marR="0" lvl="0"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1pPr>
            <a:lvl2pPr marL="0" marR="0" lvl="1"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2pPr>
            <a:lvl3pPr marL="0" marR="0" lvl="2"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3pPr>
            <a:lvl4pPr marL="0" marR="0" lvl="3"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4pPr>
            <a:lvl5pPr marL="0" marR="0" lvl="4"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5pPr>
            <a:lvl6pPr marL="0" marR="0" lvl="5"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6pPr>
            <a:lvl7pPr marL="0" marR="0" lvl="6"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7pPr>
            <a:lvl8pPr marL="0" marR="0" lvl="7"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8pPr>
            <a:lvl9pPr marL="0" marR="0" lvl="8"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7" r:id="rId2"/>
    <p:sldLayoutId id="2147483658" r:id="rId3"/>
    <p:sldLayoutId id="2147483659" r:id="rId4"/>
    <p:sldLayoutId id="2147483660" r:id="rId5"/>
    <p:sldLayoutId id="2147483707" r:id="rId6"/>
    <p:sldLayoutId id="2147483744"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Shape 107"/>
        <p:cNvGrpSpPr/>
        <p:nvPr/>
      </p:nvGrpSpPr>
      <p:grpSpPr>
        <a:xfrm>
          <a:off x="0" y="0"/>
          <a:ext cx="0" cy="0"/>
          <a:chOff x="0" y="0"/>
          <a:chExt cx="0" cy="0"/>
        </a:xfrm>
      </p:grpSpPr>
      <p:sp>
        <p:nvSpPr>
          <p:cNvPr id="108" name="Google Shape;108;p153"/>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marR="0" lvl="0" algn="l" rtl="0">
              <a:spcBef>
                <a:spcPts val="0"/>
              </a:spcBef>
              <a:spcAft>
                <a:spcPts val="0"/>
              </a:spcAft>
              <a:buClr>
                <a:schemeClr val="dk1"/>
              </a:buClr>
              <a:buSzPts val="3600"/>
              <a:buFont typeface="Calibri"/>
              <a:buNone/>
              <a:defRPr sz="36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09" name="Google Shape;109;p153"/>
          <p:cNvSpPr txBox="1">
            <a:spLocks noGrp="1"/>
          </p:cNvSpPr>
          <p:nvPr>
            <p:ph type="body" idx="1"/>
          </p:nvPr>
        </p:nvSpPr>
        <p:spPr>
          <a:xfrm>
            <a:off x="609441" y="1138425"/>
            <a:ext cx="10969943" cy="4987739"/>
          </a:xfrm>
          <a:prstGeom prst="rect">
            <a:avLst/>
          </a:prstGeom>
          <a:noFill/>
          <a:ln>
            <a:noFill/>
          </a:ln>
        </p:spPr>
        <p:txBody>
          <a:bodyPr spcFirstLastPara="1" wrap="square" lIns="121875" tIns="60925" rIns="121875" bIns="60925" anchor="t" anchorCtr="0">
            <a:normAutofit/>
          </a:bodyPr>
          <a:lstStyle>
            <a:lvl1pPr marL="457200" marR="0" lvl="0" indent="-457200" algn="l" rtl="0">
              <a:spcBef>
                <a:spcPts val="720"/>
              </a:spcBef>
              <a:spcAft>
                <a:spcPts val="0"/>
              </a:spcAft>
              <a:buClr>
                <a:schemeClr val="dk1"/>
              </a:buClr>
              <a:buSzPts val="3600"/>
              <a:buFont typeface="Arial"/>
              <a:buChar char="•"/>
              <a:defRPr sz="3600" b="0" i="0" u="none" strike="noStrike" cap="none">
                <a:solidFill>
                  <a:schemeClr val="dk1"/>
                </a:solidFill>
                <a:latin typeface="Calibri"/>
                <a:ea typeface="Calibri"/>
                <a:cs typeface="Calibri"/>
                <a:sym typeface="Calibri"/>
              </a:defRPr>
            </a:lvl1pPr>
            <a:lvl2pPr marL="914400" marR="0" lvl="1"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6pPr>
            <a:lvl7pPr marL="3200400" marR="0" lvl="6"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7pPr>
            <a:lvl8pPr marL="3657600" marR="0" lvl="7"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8pPr>
            <a:lvl9pPr marL="4114800" marR="0" lvl="8"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9pPr>
          </a:lstStyle>
          <a:p>
            <a:endParaRPr/>
          </a:p>
        </p:txBody>
      </p:sp>
      <p:sp>
        <p:nvSpPr>
          <p:cNvPr id="110" name="Google Shape;110;p153"/>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marR="0" lvl="0" algn="l" rtl="0">
              <a:spcBef>
                <a:spcPts val="0"/>
              </a:spcBef>
              <a:spcAft>
                <a:spcPts val="0"/>
              </a:spcAft>
              <a:buSzPts val="1400"/>
              <a:buNone/>
              <a:defRPr sz="1600">
                <a:solidFill>
                  <a:srgbClr val="888888"/>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111" name="Google Shape;111;p153"/>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marR="0" lvl="0" algn="ctr" rtl="0">
              <a:spcBef>
                <a:spcPts val="0"/>
              </a:spcBef>
              <a:spcAft>
                <a:spcPts val="0"/>
              </a:spcAft>
              <a:buSzPts val="1400"/>
              <a:buNone/>
              <a:defRPr sz="1600">
                <a:solidFill>
                  <a:srgbClr val="888888"/>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112" name="Google Shape;112;p153"/>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marR="0" lvl="0" indent="0" algn="r" rtl="0">
              <a:spcBef>
                <a:spcPts val="0"/>
              </a:spcBef>
              <a:buNone/>
              <a:defRPr sz="1600">
                <a:solidFill>
                  <a:srgbClr val="888888"/>
                </a:solidFill>
                <a:latin typeface="Calibri"/>
                <a:ea typeface="Calibri"/>
                <a:cs typeface="Calibri"/>
                <a:sym typeface="Calibri"/>
              </a:defRPr>
            </a:lvl1pPr>
            <a:lvl2pPr marL="0" marR="0" lvl="1" indent="0" algn="r" rtl="0">
              <a:spcBef>
                <a:spcPts val="0"/>
              </a:spcBef>
              <a:buNone/>
              <a:defRPr sz="1600">
                <a:solidFill>
                  <a:srgbClr val="888888"/>
                </a:solidFill>
                <a:latin typeface="Calibri"/>
                <a:ea typeface="Calibri"/>
                <a:cs typeface="Calibri"/>
                <a:sym typeface="Calibri"/>
              </a:defRPr>
            </a:lvl2pPr>
            <a:lvl3pPr marL="0" marR="0" lvl="2" indent="0" algn="r" rtl="0">
              <a:spcBef>
                <a:spcPts val="0"/>
              </a:spcBef>
              <a:buNone/>
              <a:defRPr sz="1600">
                <a:solidFill>
                  <a:srgbClr val="888888"/>
                </a:solidFill>
                <a:latin typeface="Calibri"/>
                <a:ea typeface="Calibri"/>
                <a:cs typeface="Calibri"/>
                <a:sym typeface="Calibri"/>
              </a:defRPr>
            </a:lvl3pPr>
            <a:lvl4pPr marL="0" marR="0" lvl="3" indent="0" algn="r" rtl="0">
              <a:spcBef>
                <a:spcPts val="0"/>
              </a:spcBef>
              <a:buNone/>
              <a:defRPr sz="1600">
                <a:solidFill>
                  <a:srgbClr val="888888"/>
                </a:solidFill>
                <a:latin typeface="Calibri"/>
                <a:ea typeface="Calibri"/>
                <a:cs typeface="Calibri"/>
                <a:sym typeface="Calibri"/>
              </a:defRPr>
            </a:lvl4pPr>
            <a:lvl5pPr marL="0" marR="0" lvl="4" indent="0" algn="r" rtl="0">
              <a:spcBef>
                <a:spcPts val="0"/>
              </a:spcBef>
              <a:buNone/>
              <a:defRPr sz="1600">
                <a:solidFill>
                  <a:srgbClr val="888888"/>
                </a:solidFill>
                <a:latin typeface="Calibri"/>
                <a:ea typeface="Calibri"/>
                <a:cs typeface="Calibri"/>
                <a:sym typeface="Calibri"/>
              </a:defRPr>
            </a:lvl5pPr>
            <a:lvl6pPr marL="0" marR="0" lvl="5" indent="0" algn="r" rtl="0">
              <a:spcBef>
                <a:spcPts val="0"/>
              </a:spcBef>
              <a:buNone/>
              <a:defRPr sz="1600">
                <a:solidFill>
                  <a:srgbClr val="888888"/>
                </a:solidFill>
                <a:latin typeface="Calibri"/>
                <a:ea typeface="Calibri"/>
                <a:cs typeface="Calibri"/>
                <a:sym typeface="Calibri"/>
              </a:defRPr>
            </a:lvl6pPr>
            <a:lvl7pPr marL="0" marR="0" lvl="6" indent="0" algn="r" rtl="0">
              <a:spcBef>
                <a:spcPts val="0"/>
              </a:spcBef>
              <a:buNone/>
              <a:defRPr sz="1600">
                <a:solidFill>
                  <a:srgbClr val="888888"/>
                </a:solidFill>
                <a:latin typeface="Calibri"/>
                <a:ea typeface="Calibri"/>
                <a:cs typeface="Calibri"/>
                <a:sym typeface="Calibri"/>
              </a:defRPr>
            </a:lvl7pPr>
            <a:lvl8pPr marL="0" marR="0" lvl="7" indent="0" algn="r" rtl="0">
              <a:spcBef>
                <a:spcPts val="0"/>
              </a:spcBef>
              <a:buNone/>
              <a:defRPr sz="1600">
                <a:solidFill>
                  <a:srgbClr val="888888"/>
                </a:solidFill>
                <a:latin typeface="Calibri"/>
                <a:ea typeface="Calibri"/>
                <a:cs typeface="Calibri"/>
                <a:sym typeface="Calibri"/>
              </a:defRPr>
            </a:lvl8pPr>
            <a:lvl9pPr marL="0" marR="0" lvl="8" indent="0" algn="r" rtl="0">
              <a:spcBef>
                <a:spcPts val="0"/>
              </a:spcBef>
              <a:buNone/>
              <a:defRPr sz="16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 id="2147483677" r:id="rId13"/>
    <p:sldLayoutId id="2147483678" r:id="rId14"/>
    <p:sldLayoutId id="2147483679" r:id="rId15"/>
    <p:sldLayoutId id="2147483680" r:id="rId16"/>
    <p:sldLayoutId id="2147483681" r:id="rId17"/>
    <p:sldLayoutId id="2147483682" r:id="rId18"/>
    <p:sldLayoutId id="2147483683" r:id="rId1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1" y="274639"/>
            <a:ext cx="10969943" cy="711081"/>
          </a:xfrm>
          <a:prstGeom prst="rect">
            <a:avLst/>
          </a:prstGeom>
        </p:spPr>
        <p:txBody>
          <a:bodyPr vert="horz" lIns="0" tIns="60949" rIns="0" bIns="60949" rtlCol="0" anchor="ctr">
            <a:normAutofit/>
          </a:bodyPr>
          <a:lstStyle/>
          <a:p>
            <a:r>
              <a:rPr lang="en-US" dirty="0"/>
              <a:t>Click to edit Master title style</a:t>
            </a:r>
          </a:p>
        </p:txBody>
      </p:sp>
      <p:sp>
        <p:nvSpPr>
          <p:cNvPr id="3" name="Text Placeholder 2"/>
          <p:cNvSpPr>
            <a:spLocks noGrp="1"/>
          </p:cNvSpPr>
          <p:nvPr>
            <p:ph type="body" idx="1"/>
          </p:nvPr>
        </p:nvSpPr>
        <p:spPr>
          <a:xfrm>
            <a:off x="609441" y="1138425"/>
            <a:ext cx="10969943" cy="4987739"/>
          </a:xfrm>
          <a:prstGeom prst="rect">
            <a:avLst/>
          </a:prstGeom>
        </p:spPr>
        <p:txBody>
          <a:bodyPr vert="horz" lIns="0" tIns="60949" rIns="0"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441" y="6356351"/>
            <a:ext cx="2844059" cy="365125"/>
          </a:xfrm>
          <a:prstGeom prst="rect">
            <a:avLst/>
          </a:prstGeom>
        </p:spPr>
        <p:txBody>
          <a:bodyPr vert="horz" lIns="0" tIns="60949" rIns="0" bIns="60949" rtlCol="0" anchor="ctr"/>
          <a:lstStyle>
            <a:lvl1pPr algn="l">
              <a:defRPr sz="1600">
                <a:solidFill>
                  <a:schemeClr val="tx1">
                    <a:tint val="75000"/>
                  </a:schemeClr>
                </a:solidFill>
              </a:defRPr>
            </a:lvl1pPr>
          </a:lstStyle>
          <a:p>
            <a:fld id="{425404F2-BE9A-4460-8815-8F645183555F}" type="datetimeFigureOut">
              <a:rPr lang="en-US" smtClean="0"/>
              <a:pPr/>
              <a:t>2/20/2026</a:t>
            </a:fld>
            <a:endParaRPr lang="en-US"/>
          </a:p>
        </p:txBody>
      </p:sp>
      <p:sp>
        <p:nvSpPr>
          <p:cNvPr id="5" name="Footer Placeholder 4"/>
          <p:cNvSpPr>
            <a:spLocks noGrp="1"/>
          </p:cNvSpPr>
          <p:nvPr>
            <p:ph type="ftr" sz="quarter" idx="3"/>
          </p:nvPr>
        </p:nvSpPr>
        <p:spPr>
          <a:xfrm>
            <a:off x="4164515" y="6356351"/>
            <a:ext cx="3859795" cy="365125"/>
          </a:xfrm>
          <a:prstGeom prst="rect">
            <a:avLst/>
          </a:prstGeom>
        </p:spPr>
        <p:txBody>
          <a:bodyPr vert="horz" lIns="0" tIns="60949" rIns="0" bIns="60949"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5325" y="6356351"/>
            <a:ext cx="2844059" cy="365125"/>
          </a:xfrm>
          <a:prstGeom prst="rect">
            <a:avLst/>
          </a:prstGeom>
        </p:spPr>
        <p:txBody>
          <a:bodyPr vert="horz" lIns="0" tIns="60949" rIns="0" bIns="60949" rtlCol="0" anchor="ctr"/>
          <a:lstStyle>
            <a:lvl1pPr algn="r">
              <a:defRPr sz="1600">
                <a:solidFill>
                  <a:schemeClr val="tx1">
                    <a:tint val="75000"/>
                  </a:schemeClr>
                </a:solidFill>
              </a:defRPr>
            </a:lvl1pPr>
          </a:lstStyle>
          <a:p>
            <a:r>
              <a:rPr lang="en-US" dirty="0"/>
              <a:t>www.anubhavtrainings.com</a:t>
            </a:r>
          </a:p>
        </p:txBody>
      </p:sp>
      <p:pic>
        <p:nvPicPr>
          <p:cNvPr id="7" name="Picture 4">
            <a:extLst>
              <a:ext uri="{FF2B5EF4-FFF2-40B4-BE49-F238E27FC236}">
                <a16:creationId xmlns:a16="http://schemas.microsoft.com/office/drawing/2014/main" id="{3DEB2B14-6477-2927-E581-527B2BB61E12}"/>
              </a:ext>
            </a:extLst>
          </p:cNvPr>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11350996" y="78420"/>
            <a:ext cx="652887" cy="6448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0113064"/>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Lst>
  <p:txStyles>
    <p:titleStyle>
      <a:lvl1pPr algn="l" defTabSz="1218987" rtl="0" eaLnBrk="1" latinLnBrk="0" hangingPunct="1">
        <a:spcBef>
          <a:spcPct val="0"/>
        </a:spcBef>
        <a:buNone/>
        <a:defRPr sz="3600" b="1" kern="1200">
          <a:solidFill>
            <a:schemeClr val="tx1"/>
          </a:solidFill>
          <a:latin typeface="+mn-lt"/>
          <a:ea typeface="+mj-ea"/>
          <a:cs typeface="+mj-cs"/>
        </a:defRPr>
      </a:lvl1pPr>
    </p:titleStyle>
    <p:body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63"/>
        <p:cNvGrpSpPr/>
        <p:nvPr/>
      </p:nvGrpSpPr>
      <p:grpSpPr>
        <a:xfrm>
          <a:off x="0" y="0"/>
          <a:ext cx="0" cy="0"/>
          <a:chOff x="0" y="0"/>
          <a:chExt cx="0" cy="0"/>
        </a:xfrm>
      </p:grpSpPr>
      <p:sp>
        <p:nvSpPr>
          <p:cNvPr id="364" name="Google Shape;364;p157"/>
          <p:cNvSpPr txBox="1">
            <a:spLocks noGrp="1"/>
          </p:cNvSpPr>
          <p:nvPr>
            <p:ph type="title"/>
          </p:nvPr>
        </p:nvSpPr>
        <p:spPr>
          <a:xfrm>
            <a:off x="837982" y="365125"/>
            <a:ext cx="10512862"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399"/>
              <a:buFont typeface="Calibri"/>
              <a:buNone/>
              <a:defRPr sz="4399"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65" name="Google Shape;365;p157"/>
          <p:cNvSpPr txBox="1">
            <a:spLocks noGrp="1"/>
          </p:cNvSpPr>
          <p:nvPr>
            <p:ph type="body" idx="1"/>
          </p:nvPr>
        </p:nvSpPr>
        <p:spPr>
          <a:xfrm>
            <a:off x="837982" y="1825625"/>
            <a:ext cx="10512862" cy="4351339"/>
          </a:xfrm>
          <a:prstGeom prst="rect">
            <a:avLst/>
          </a:prstGeom>
          <a:noFill/>
          <a:ln>
            <a:noFill/>
          </a:ln>
        </p:spPr>
        <p:txBody>
          <a:bodyPr spcFirstLastPara="1" wrap="square" lIns="91425" tIns="45700" rIns="91425" bIns="45700" anchor="t" anchorCtr="0">
            <a:normAutofit/>
          </a:bodyPr>
          <a:lstStyle>
            <a:lvl1pPr marL="457200" marR="0" lvl="0" indent="-406336" algn="l" rtl="0">
              <a:lnSpc>
                <a:spcPct val="90000"/>
              </a:lnSpc>
              <a:spcBef>
                <a:spcPts val="1000"/>
              </a:spcBef>
              <a:spcAft>
                <a:spcPts val="0"/>
              </a:spcAft>
              <a:buClr>
                <a:schemeClr val="dk1"/>
              </a:buClr>
              <a:buSzPts val="2799"/>
              <a:buFont typeface="Arial"/>
              <a:buChar char="•"/>
              <a:defRPr sz="2799" b="0" i="0" u="none" strike="noStrike" cap="none">
                <a:solidFill>
                  <a:schemeClr val="dk1"/>
                </a:solidFill>
                <a:latin typeface="Calibri"/>
                <a:ea typeface="Calibri"/>
                <a:cs typeface="Calibri"/>
                <a:sym typeface="Calibri"/>
              </a:defRPr>
            </a:lvl1pPr>
            <a:lvl2pPr marL="914400" marR="0" lvl="1" indent="-380936" algn="l" rtl="0">
              <a:lnSpc>
                <a:spcPct val="90000"/>
              </a:lnSpc>
              <a:spcBef>
                <a:spcPts val="500"/>
              </a:spcBef>
              <a:spcAft>
                <a:spcPts val="0"/>
              </a:spcAft>
              <a:buClr>
                <a:schemeClr val="dk1"/>
              </a:buClr>
              <a:buSzPts val="2399"/>
              <a:buFont typeface="Arial"/>
              <a:buChar char="•"/>
              <a:defRPr sz="2399"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66" name="Google Shape;366;p157"/>
          <p:cNvSpPr txBox="1">
            <a:spLocks noGrp="1"/>
          </p:cNvSpPr>
          <p:nvPr>
            <p:ph type="dt" idx="10"/>
          </p:nvPr>
        </p:nvSpPr>
        <p:spPr>
          <a:xfrm>
            <a:off x="837982" y="6356351"/>
            <a:ext cx="2742486"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367" name="Google Shape;367;p157"/>
          <p:cNvSpPr txBox="1">
            <a:spLocks noGrp="1"/>
          </p:cNvSpPr>
          <p:nvPr>
            <p:ph type="ftr" idx="11"/>
          </p:nvPr>
        </p:nvSpPr>
        <p:spPr>
          <a:xfrm>
            <a:off x="4037549" y="6356351"/>
            <a:ext cx="4113728"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368" name="Google Shape;368;p157"/>
          <p:cNvSpPr txBox="1">
            <a:spLocks noGrp="1"/>
          </p:cNvSpPr>
          <p:nvPr>
            <p:ph type="sldNum" idx="12"/>
          </p:nvPr>
        </p:nvSpPr>
        <p:spPr>
          <a:xfrm>
            <a:off x="8608357" y="6356351"/>
            <a:ext cx="2742486"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4276916488"/>
      </p:ext>
    </p:extLst>
  </p:cSld>
  <p:clrMap bg1="lt1" tx1="dk1" bg2="dk2" tx2="lt2" accent1="accent1" accent2="accent2" accent3="accent3" accent4="accent4" accent5="accent5" accent6="accent6" hlink="hlink" folHlink="folHlink"/>
  <p:sldLayoutIdLst>
    <p:sldLayoutId id="2147483730" r:id="rId1"/>
    <p:sldLayoutId id="2147483737" r:id="rId2"/>
    <p:sldLayoutId id="2147483738" r:id="rId3"/>
    <p:sldLayoutId id="2147483739" r:id="rId4"/>
    <p:sldLayoutId id="2147483740" r:id="rId5"/>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38.xml"/><Relationship Id="rId6" Type="http://schemas.openxmlformats.org/officeDocument/2006/relationships/image" Target="../media/image17.png"/><Relationship Id="rId5" Type="http://schemas.openxmlformats.org/officeDocument/2006/relationships/customXml" Target="../ink/ink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38.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8.xml"/></Relationships>
</file>

<file path=ppt/slides/_rels/slide7.xml.rels><?xml version="1.0" encoding="UTF-8" standalone="yes"?>
<Relationships xmlns="http://schemas.openxmlformats.org/package/2006/relationships"><Relationship Id="rId117" Type="http://schemas.openxmlformats.org/officeDocument/2006/relationships/image" Target="../media/image67.png"/><Relationship Id="rId299" Type="http://schemas.openxmlformats.org/officeDocument/2006/relationships/image" Target="../media/image158.png"/><Relationship Id="rId21" Type="http://schemas.openxmlformats.org/officeDocument/2006/relationships/image" Target="../media/image19.png"/><Relationship Id="rId63" Type="http://schemas.openxmlformats.org/officeDocument/2006/relationships/image" Target="../media/image40.png"/><Relationship Id="rId159" Type="http://schemas.openxmlformats.org/officeDocument/2006/relationships/image" Target="../media/image88.png"/><Relationship Id="rId324" Type="http://schemas.openxmlformats.org/officeDocument/2006/relationships/customXml" Target="../ink/ink163.xml"/><Relationship Id="rId366" Type="http://schemas.openxmlformats.org/officeDocument/2006/relationships/customXml" Target="../ink/ink184.xml"/><Relationship Id="rId170" Type="http://schemas.openxmlformats.org/officeDocument/2006/relationships/customXml" Target="../ink/ink86.xml"/><Relationship Id="rId226" Type="http://schemas.openxmlformats.org/officeDocument/2006/relationships/customXml" Target="../ink/ink114.xml"/><Relationship Id="rId433" Type="http://schemas.openxmlformats.org/officeDocument/2006/relationships/image" Target="../media/image225.png"/><Relationship Id="rId268" Type="http://schemas.openxmlformats.org/officeDocument/2006/relationships/customXml" Target="../ink/ink135.xml"/><Relationship Id="rId32" Type="http://schemas.openxmlformats.org/officeDocument/2006/relationships/customXml" Target="../ink/ink17.xml"/><Relationship Id="rId74" Type="http://schemas.openxmlformats.org/officeDocument/2006/relationships/customXml" Target="../ink/ink38.xml"/><Relationship Id="rId128" Type="http://schemas.openxmlformats.org/officeDocument/2006/relationships/customXml" Target="../ink/ink65.xml"/><Relationship Id="rId335" Type="http://schemas.openxmlformats.org/officeDocument/2006/relationships/image" Target="../media/image176.png"/><Relationship Id="rId377" Type="http://schemas.openxmlformats.org/officeDocument/2006/relationships/image" Target="../media/image197.png"/><Relationship Id="rId5" Type="http://schemas.openxmlformats.org/officeDocument/2006/relationships/image" Target="../media/image10.png"/><Relationship Id="rId181" Type="http://schemas.openxmlformats.org/officeDocument/2006/relationships/image" Target="../media/image99.png"/><Relationship Id="rId237" Type="http://schemas.openxmlformats.org/officeDocument/2006/relationships/image" Target="../media/image127.png"/><Relationship Id="rId402" Type="http://schemas.openxmlformats.org/officeDocument/2006/relationships/customXml" Target="../ink/ink202.xml"/><Relationship Id="rId279" Type="http://schemas.openxmlformats.org/officeDocument/2006/relationships/image" Target="../media/image148.png"/><Relationship Id="rId444" Type="http://schemas.openxmlformats.org/officeDocument/2006/relationships/customXml" Target="../ink/ink223.xml"/><Relationship Id="rId43" Type="http://schemas.openxmlformats.org/officeDocument/2006/relationships/image" Target="../media/image30.png"/><Relationship Id="rId139" Type="http://schemas.openxmlformats.org/officeDocument/2006/relationships/image" Target="../media/image78.png"/><Relationship Id="rId290" Type="http://schemas.openxmlformats.org/officeDocument/2006/relationships/customXml" Target="../ink/ink146.xml"/><Relationship Id="rId304" Type="http://schemas.openxmlformats.org/officeDocument/2006/relationships/customXml" Target="../ink/ink153.xml"/><Relationship Id="rId346" Type="http://schemas.openxmlformats.org/officeDocument/2006/relationships/customXml" Target="../ink/ink174.xml"/><Relationship Id="rId388" Type="http://schemas.openxmlformats.org/officeDocument/2006/relationships/customXml" Target="../ink/ink195.xml"/><Relationship Id="rId85" Type="http://schemas.openxmlformats.org/officeDocument/2006/relationships/image" Target="../media/image51.png"/><Relationship Id="rId150" Type="http://schemas.openxmlformats.org/officeDocument/2006/relationships/customXml" Target="../ink/ink76.xml"/><Relationship Id="rId192" Type="http://schemas.openxmlformats.org/officeDocument/2006/relationships/customXml" Target="../ink/ink97.xml"/><Relationship Id="rId206" Type="http://schemas.openxmlformats.org/officeDocument/2006/relationships/customXml" Target="../ink/ink104.xml"/><Relationship Id="rId413" Type="http://schemas.openxmlformats.org/officeDocument/2006/relationships/image" Target="../media/image215.png"/><Relationship Id="rId248" Type="http://schemas.openxmlformats.org/officeDocument/2006/relationships/customXml" Target="../ink/ink125.xml"/><Relationship Id="rId455" Type="http://schemas.openxmlformats.org/officeDocument/2006/relationships/image" Target="../media/image236.png"/><Relationship Id="rId12" Type="http://schemas.openxmlformats.org/officeDocument/2006/relationships/customXml" Target="../ink/ink7.xml"/><Relationship Id="rId108" Type="http://schemas.openxmlformats.org/officeDocument/2006/relationships/customXml" Target="../ink/ink55.xml"/><Relationship Id="rId315" Type="http://schemas.openxmlformats.org/officeDocument/2006/relationships/image" Target="../media/image166.png"/><Relationship Id="rId357" Type="http://schemas.openxmlformats.org/officeDocument/2006/relationships/image" Target="../media/image187.png"/><Relationship Id="rId54" Type="http://schemas.openxmlformats.org/officeDocument/2006/relationships/customXml" Target="../ink/ink28.xml"/><Relationship Id="rId96" Type="http://schemas.openxmlformats.org/officeDocument/2006/relationships/customXml" Target="../ink/ink49.xml"/><Relationship Id="rId161" Type="http://schemas.openxmlformats.org/officeDocument/2006/relationships/image" Target="../media/image89.png"/><Relationship Id="rId217" Type="http://schemas.openxmlformats.org/officeDocument/2006/relationships/image" Target="../media/image117.png"/><Relationship Id="rId399" Type="http://schemas.openxmlformats.org/officeDocument/2006/relationships/image" Target="../media/image208.png"/><Relationship Id="rId259" Type="http://schemas.openxmlformats.org/officeDocument/2006/relationships/image" Target="../media/image138.png"/><Relationship Id="rId424" Type="http://schemas.openxmlformats.org/officeDocument/2006/relationships/customXml" Target="../ink/ink213.xml"/><Relationship Id="rId23" Type="http://schemas.openxmlformats.org/officeDocument/2006/relationships/image" Target="../media/image20.png"/><Relationship Id="rId119" Type="http://schemas.openxmlformats.org/officeDocument/2006/relationships/image" Target="../media/image68.png"/><Relationship Id="rId270" Type="http://schemas.openxmlformats.org/officeDocument/2006/relationships/customXml" Target="../ink/ink136.xml"/><Relationship Id="rId326" Type="http://schemas.openxmlformats.org/officeDocument/2006/relationships/customXml" Target="../ink/ink164.xml"/><Relationship Id="rId65" Type="http://schemas.openxmlformats.org/officeDocument/2006/relationships/image" Target="../media/image41.png"/><Relationship Id="rId130" Type="http://schemas.openxmlformats.org/officeDocument/2006/relationships/customXml" Target="../ink/ink66.xml"/><Relationship Id="rId368" Type="http://schemas.openxmlformats.org/officeDocument/2006/relationships/customXml" Target="../ink/ink185.xml"/><Relationship Id="rId172" Type="http://schemas.openxmlformats.org/officeDocument/2006/relationships/customXml" Target="../ink/ink87.xml"/><Relationship Id="rId228" Type="http://schemas.openxmlformats.org/officeDocument/2006/relationships/customXml" Target="../ink/ink115.xml"/><Relationship Id="rId435" Type="http://schemas.openxmlformats.org/officeDocument/2006/relationships/image" Target="../media/image226.png"/><Relationship Id="rId281" Type="http://schemas.openxmlformats.org/officeDocument/2006/relationships/image" Target="../media/image149.png"/><Relationship Id="rId337" Type="http://schemas.openxmlformats.org/officeDocument/2006/relationships/image" Target="../media/image177.png"/><Relationship Id="rId34" Type="http://schemas.openxmlformats.org/officeDocument/2006/relationships/customXml" Target="../ink/ink18.xml"/><Relationship Id="rId76" Type="http://schemas.openxmlformats.org/officeDocument/2006/relationships/customXml" Target="../ink/ink39.xml"/><Relationship Id="rId141" Type="http://schemas.openxmlformats.org/officeDocument/2006/relationships/image" Target="../media/image79.png"/><Relationship Id="rId379" Type="http://schemas.openxmlformats.org/officeDocument/2006/relationships/image" Target="../media/image198.png"/><Relationship Id="rId7" Type="http://schemas.openxmlformats.org/officeDocument/2006/relationships/image" Target="../media/image11.png"/><Relationship Id="rId183" Type="http://schemas.openxmlformats.org/officeDocument/2006/relationships/image" Target="../media/image100.png"/><Relationship Id="rId239" Type="http://schemas.openxmlformats.org/officeDocument/2006/relationships/image" Target="../media/image128.png"/><Relationship Id="rId390" Type="http://schemas.openxmlformats.org/officeDocument/2006/relationships/customXml" Target="../ink/ink196.xml"/><Relationship Id="rId404" Type="http://schemas.openxmlformats.org/officeDocument/2006/relationships/customXml" Target="../ink/ink203.xml"/><Relationship Id="rId446" Type="http://schemas.openxmlformats.org/officeDocument/2006/relationships/customXml" Target="../ink/ink224.xml"/><Relationship Id="rId250" Type="http://schemas.openxmlformats.org/officeDocument/2006/relationships/customXml" Target="../ink/ink126.xml"/><Relationship Id="rId292" Type="http://schemas.openxmlformats.org/officeDocument/2006/relationships/customXml" Target="../ink/ink147.xml"/><Relationship Id="rId306" Type="http://schemas.openxmlformats.org/officeDocument/2006/relationships/customXml" Target="../ink/ink154.xml"/><Relationship Id="rId45" Type="http://schemas.openxmlformats.org/officeDocument/2006/relationships/image" Target="../media/image31.png"/><Relationship Id="rId87" Type="http://schemas.openxmlformats.org/officeDocument/2006/relationships/image" Target="../media/image52.png"/><Relationship Id="rId110" Type="http://schemas.openxmlformats.org/officeDocument/2006/relationships/customXml" Target="../ink/ink56.xml"/><Relationship Id="rId348" Type="http://schemas.openxmlformats.org/officeDocument/2006/relationships/customXml" Target="../ink/ink175.xml"/><Relationship Id="rId152" Type="http://schemas.openxmlformats.org/officeDocument/2006/relationships/customXml" Target="../ink/ink77.xml"/><Relationship Id="rId194" Type="http://schemas.openxmlformats.org/officeDocument/2006/relationships/customXml" Target="../ink/ink98.xml"/><Relationship Id="rId208" Type="http://schemas.openxmlformats.org/officeDocument/2006/relationships/customXml" Target="../ink/ink105.xml"/><Relationship Id="rId415" Type="http://schemas.openxmlformats.org/officeDocument/2006/relationships/image" Target="../media/image216.png"/><Relationship Id="rId457" Type="http://schemas.openxmlformats.org/officeDocument/2006/relationships/image" Target="../media/image237.png"/><Relationship Id="rId261" Type="http://schemas.openxmlformats.org/officeDocument/2006/relationships/image" Target="../media/image139.png"/><Relationship Id="rId14" Type="http://schemas.openxmlformats.org/officeDocument/2006/relationships/customXml" Target="../ink/ink8.xml"/><Relationship Id="rId56" Type="http://schemas.openxmlformats.org/officeDocument/2006/relationships/customXml" Target="../ink/ink29.xml"/><Relationship Id="rId317" Type="http://schemas.openxmlformats.org/officeDocument/2006/relationships/image" Target="../media/image167.png"/><Relationship Id="rId359" Type="http://schemas.openxmlformats.org/officeDocument/2006/relationships/image" Target="../media/image188.png"/><Relationship Id="rId98" Type="http://schemas.openxmlformats.org/officeDocument/2006/relationships/customXml" Target="../ink/ink50.xml"/><Relationship Id="rId121" Type="http://schemas.openxmlformats.org/officeDocument/2006/relationships/image" Target="../media/image69.png"/><Relationship Id="rId163" Type="http://schemas.openxmlformats.org/officeDocument/2006/relationships/image" Target="../media/image90.png"/><Relationship Id="rId219" Type="http://schemas.openxmlformats.org/officeDocument/2006/relationships/image" Target="../media/image118.png"/><Relationship Id="rId370" Type="http://schemas.openxmlformats.org/officeDocument/2006/relationships/customXml" Target="../ink/ink186.xml"/><Relationship Id="rId426" Type="http://schemas.openxmlformats.org/officeDocument/2006/relationships/customXml" Target="../ink/ink214.xml"/><Relationship Id="rId230" Type="http://schemas.openxmlformats.org/officeDocument/2006/relationships/customXml" Target="../ink/ink116.xml"/><Relationship Id="rId25" Type="http://schemas.openxmlformats.org/officeDocument/2006/relationships/image" Target="../media/image21.png"/><Relationship Id="rId67" Type="http://schemas.openxmlformats.org/officeDocument/2006/relationships/image" Target="../media/image42.png"/><Relationship Id="rId272" Type="http://schemas.openxmlformats.org/officeDocument/2006/relationships/customXml" Target="../ink/ink137.xml"/><Relationship Id="rId328" Type="http://schemas.openxmlformats.org/officeDocument/2006/relationships/customXml" Target="../ink/ink165.xml"/><Relationship Id="rId132" Type="http://schemas.openxmlformats.org/officeDocument/2006/relationships/customXml" Target="../ink/ink67.xml"/><Relationship Id="rId174" Type="http://schemas.openxmlformats.org/officeDocument/2006/relationships/customXml" Target="../ink/ink88.xml"/><Relationship Id="rId381" Type="http://schemas.openxmlformats.org/officeDocument/2006/relationships/image" Target="../media/image199.png"/><Relationship Id="rId241" Type="http://schemas.openxmlformats.org/officeDocument/2006/relationships/image" Target="../media/image129.png"/><Relationship Id="rId437" Type="http://schemas.openxmlformats.org/officeDocument/2006/relationships/image" Target="../media/image227.png"/><Relationship Id="rId36" Type="http://schemas.openxmlformats.org/officeDocument/2006/relationships/customXml" Target="../ink/ink19.xml"/><Relationship Id="rId283" Type="http://schemas.openxmlformats.org/officeDocument/2006/relationships/image" Target="../media/image150.png"/><Relationship Id="rId339" Type="http://schemas.openxmlformats.org/officeDocument/2006/relationships/image" Target="../media/image178.png"/><Relationship Id="rId78" Type="http://schemas.openxmlformats.org/officeDocument/2006/relationships/customXml" Target="../ink/ink40.xml"/><Relationship Id="rId101" Type="http://schemas.openxmlformats.org/officeDocument/2006/relationships/image" Target="../media/image59.png"/><Relationship Id="rId143" Type="http://schemas.openxmlformats.org/officeDocument/2006/relationships/image" Target="../media/image80.png"/><Relationship Id="rId185" Type="http://schemas.openxmlformats.org/officeDocument/2006/relationships/image" Target="../media/image101.png"/><Relationship Id="rId350" Type="http://schemas.openxmlformats.org/officeDocument/2006/relationships/customXml" Target="../ink/ink176.xml"/><Relationship Id="rId406" Type="http://schemas.openxmlformats.org/officeDocument/2006/relationships/customXml" Target="../ink/ink204.xml"/><Relationship Id="rId9" Type="http://schemas.openxmlformats.org/officeDocument/2006/relationships/image" Target="../media/image12.png"/><Relationship Id="rId210" Type="http://schemas.openxmlformats.org/officeDocument/2006/relationships/customXml" Target="../ink/ink106.xml"/><Relationship Id="rId392" Type="http://schemas.openxmlformats.org/officeDocument/2006/relationships/customXml" Target="../ink/ink197.xml"/><Relationship Id="rId448" Type="http://schemas.openxmlformats.org/officeDocument/2006/relationships/customXml" Target="../ink/ink225.xml"/><Relationship Id="rId252" Type="http://schemas.openxmlformats.org/officeDocument/2006/relationships/customXml" Target="../ink/ink127.xml"/><Relationship Id="rId294" Type="http://schemas.openxmlformats.org/officeDocument/2006/relationships/customXml" Target="../ink/ink148.xml"/><Relationship Id="rId308" Type="http://schemas.openxmlformats.org/officeDocument/2006/relationships/customXml" Target="../ink/ink155.xml"/><Relationship Id="rId47" Type="http://schemas.openxmlformats.org/officeDocument/2006/relationships/image" Target="../media/image32.png"/><Relationship Id="rId89" Type="http://schemas.openxmlformats.org/officeDocument/2006/relationships/image" Target="../media/image53.png"/><Relationship Id="rId112" Type="http://schemas.openxmlformats.org/officeDocument/2006/relationships/customXml" Target="../ink/ink57.xml"/><Relationship Id="rId154" Type="http://schemas.openxmlformats.org/officeDocument/2006/relationships/customXml" Target="../ink/ink78.xml"/><Relationship Id="rId361" Type="http://schemas.openxmlformats.org/officeDocument/2006/relationships/image" Target="../media/image189.png"/><Relationship Id="rId196" Type="http://schemas.openxmlformats.org/officeDocument/2006/relationships/customXml" Target="../ink/ink99.xml"/><Relationship Id="rId417" Type="http://schemas.openxmlformats.org/officeDocument/2006/relationships/image" Target="../media/image217.png"/><Relationship Id="rId459" Type="http://schemas.openxmlformats.org/officeDocument/2006/relationships/image" Target="../media/image238.png"/><Relationship Id="rId16" Type="http://schemas.openxmlformats.org/officeDocument/2006/relationships/customXml" Target="../ink/ink9.xml"/><Relationship Id="rId221" Type="http://schemas.openxmlformats.org/officeDocument/2006/relationships/image" Target="../media/image119.png"/><Relationship Id="rId263" Type="http://schemas.openxmlformats.org/officeDocument/2006/relationships/image" Target="../media/image140.png"/><Relationship Id="rId319" Type="http://schemas.openxmlformats.org/officeDocument/2006/relationships/image" Target="../media/image168.png"/><Relationship Id="rId58" Type="http://schemas.openxmlformats.org/officeDocument/2006/relationships/customXml" Target="../ink/ink30.xml"/><Relationship Id="rId123" Type="http://schemas.openxmlformats.org/officeDocument/2006/relationships/image" Target="../media/image70.png"/><Relationship Id="rId330" Type="http://schemas.openxmlformats.org/officeDocument/2006/relationships/customXml" Target="../ink/ink166.xml"/><Relationship Id="rId165" Type="http://schemas.openxmlformats.org/officeDocument/2006/relationships/image" Target="../media/image91.png"/><Relationship Id="rId372" Type="http://schemas.openxmlformats.org/officeDocument/2006/relationships/customXml" Target="../ink/ink187.xml"/><Relationship Id="rId428" Type="http://schemas.openxmlformats.org/officeDocument/2006/relationships/customXml" Target="../ink/ink215.xml"/><Relationship Id="rId232" Type="http://schemas.openxmlformats.org/officeDocument/2006/relationships/customXml" Target="../ink/ink117.xml"/><Relationship Id="rId274" Type="http://schemas.openxmlformats.org/officeDocument/2006/relationships/customXml" Target="../ink/ink138.xml"/><Relationship Id="rId27" Type="http://schemas.openxmlformats.org/officeDocument/2006/relationships/image" Target="../media/image22.png"/><Relationship Id="rId69" Type="http://schemas.openxmlformats.org/officeDocument/2006/relationships/image" Target="../media/image43.png"/><Relationship Id="rId134" Type="http://schemas.openxmlformats.org/officeDocument/2006/relationships/customXml" Target="../ink/ink68.xml"/><Relationship Id="rId80" Type="http://schemas.openxmlformats.org/officeDocument/2006/relationships/customXml" Target="../ink/ink41.xml"/><Relationship Id="rId176" Type="http://schemas.openxmlformats.org/officeDocument/2006/relationships/customXml" Target="../ink/ink89.xml"/><Relationship Id="rId341" Type="http://schemas.openxmlformats.org/officeDocument/2006/relationships/image" Target="../media/image179.png"/><Relationship Id="rId383" Type="http://schemas.openxmlformats.org/officeDocument/2006/relationships/image" Target="../media/image200.png"/><Relationship Id="rId439" Type="http://schemas.openxmlformats.org/officeDocument/2006/relationships/image" Target="../media/image228.png"/><Relationship Id="rId201" Type="http://schemas.openxmlformats.org/officeDocument/2006/relationships/image" Target="../media/image109.png"/><Relationship Id="rId243" Type="http://schemas.openxmlformats.org/officeDocument/2006/relationships/image" Target="../media/image130.png"/><Relationship Id="rId285" Type="http://schemas.openxmlformats.org/officeDocument/2006/relationships/image" Target="../media/image151.png"/><Relationship Id="rId450" Type="http://schemas.openxmlformats.org/officeDocument/2006/relationships/customXml" Target="../ink/ink226.xml"/><Relationship Id="rId38" Type="http://schemas.openxmlformats.org/officeDocument/2006/relationships/customXml" Target="../ink/ink20.xml"/><Relationship Id="rId103" Type="http://schemas.openxmlformats.org/officeDocument/2006/relationships/image" Target="../media/image60.png"/><Relationship Id="rId310" Type="http://schemas.openxmlformats.org/officeDocument/2006/relationships/customXml" Target="../ink/ink156.xml"/><Relationship Id="rId91" Type="http://schemas.openxmlformats.org/officeDocument/2006/relationships/image" Target="../media/image54.png"/><Relationship Id="rId145" Type="http://schemas.openxmlformats.org/officeDocument/2006/relationships/image" Target="../media/image81.png"/><Relationship Id="rId187" Type="http://schemas.openxmlformats.org/officeDocument/2006/relationships/image" Target="../media/image102.png"/><Relationship Id="rId352" Type="http://schemas.openxmlformats.org/officeDocument/2006/relationships/customXml" Target="../ink/ink177.xml"/><Relationship Id="rId394" Type="http://schemas.openxmlformats.org/officeDocument/2006/relationships/customXml" Target="../ink/ink198.xml"/><Relationship Id="rId408" Type="http://schemas.openxmlformats.org/officeDocument/2006/relationships/customXml" Target="../ink/ink205.xml"/><Relationship Id="rId212" Type="http://schemas.openxmlformats.org/officeDocument/2006/relationships/customXml" Target="../ink/ink107.xml"/><Relationship Id="rId254" Type="http://schemas.openxmlformats.org/officeDocument/2006/relationships/customXml" Target="../ink/ink128.xml"/><Relationship Id="rId49" Type="http://schemas.openxmlformats.org/officeDocument/2006/relationships/image" Target="../media/image33.png"/><Relationship Id="rId114" Type="http://schemas.openxmlformats.org/officeDocument/2006/relationships/customXml" Target="../ink/ink58.xml"/><Relationship Id="rId296" Type="http://schemas.openxmlformats.org/officeDocument/2006/relationships/customXml" Target="../ink/ink149.xml"/><Relationship Id="rId60" Type="http://schemas.openxmlformats.org/officeDocument/2006/relationships/customXml" Target="../ink/ink31.xml"/><Relationship Id="rId156" Type="http://schemas.openxmlformats.org/officeDocument/2006/relationships/customXml" Target="../ink/ink79.xml"/><Relationship Id="rId198" Type="http://schemas.openxmlformats.org/officeDocument/2006/relationships/customXml" Target="../ink/ink100.xml"/><Relationship Id="rId321" Type="http://schemas.openxmlformats.org/officeDocument/2006/relationships/image" Target="../media/image169.png"/><Relationship Id="rId363" Type="http://schemas.openxmlformats.org/officeDocument/2006/relationships/image" Target="../media/image190.png"/><Relationship Id="rId419" Type="http://schemas.openxmlformats.org/officeDocument/2006/relationships/image" Target="../media/image218.png"/><Relationship Id="rId223" Type="http://schemas.openxmlformats.org/officeDocument/2006/relationships/image" Target="../media/image120.png"/><Relationship Id="rId430" Type="http://schemas.openxmlformats.org/officeDocument/2006/relationships/customXml" Target="../ink/ink216.xml"/><Relationship Id="rId18" Type="http://schemas.openxmlformats.org/officeDocument/2006/relationships/customXml" Target="../ink/ink10.xml"/><Relationship Id="rId265" Type="http://schemas.openxmlformats.org/officeDocument/2006/relationships/image" Target="../media/image141.png"/><Relationship Id="rId125" Type="http://schemas.openxmlformats.org/officeDocument/2006/relationships/image" Target="../media/image71.png"/><Relationship Id="rId167" Type="http://schemas.openxmlformats.org/officeDocument/2006/relationships/image" Target="../media/image92.png"/><Relationship Id="rId332" Type="http://schemas.openxmlformats.org/officeDocument/2006/relationships/customXml" Target="../ink/ink167.xml"/><Relationship Id="rId374" Type="http://schemas.openxmlformats.org/officeDocument/2006/relationships/customXml" Target="../ink/ink188.xml"/><Relationship Id="rId71" Type="http://schemas.openxmlformats.org/officeDocument/2006/relationships/image" Target="../media/image44.png"/><Relationship Id="rId234" Type="http://schemas.openxmlformats.org/officeDocument/2006/relationships/customXml" Target="../ink/ink118.xml"/><Relationship Id="rId2" Type="http://schemas.openxmlformats.org/officeDocument/2006/relationships/customXml" Target="../ink/ink2.xml"/><Relationship Id="rId29" Type="http://schemas.openxmlformats.org/officeDocument/2006/relationships/image" Target="../media/image23.png"/><Relationship Id="rId255" Type="http://schemas.openxmlformats.org/officeDocument/2006/relationships/image" Target="../media/image136.png"/><Relationship Id="rId276" Type="http://schemas.openxmlformats.org/officeDocument/2006/relationships/customXml" Target="../ink/ink139.xml"/><Relationship Id="rId297" Type="http://schemas.openxmlformats.org/officeDocument/2006/relationships/image" Target="../media/image157.png"/><Relationship Id="rId441" Type="http://schemas.openxmlformats.org/officeDocument/2006/relationships/image" Target="../media/image229.png"/><Relationship Id="rId40" Type="http://schemas.openxmlformats.org/officeDocument/2006/relationships/customXml" Target="../ink/ink21.xml"/><Relationship Id="rId115" Type="http://schemas.openxmlformats.org/officeDocument/2006/relationships/image" Target="../media/image66.png"/><Relationship Id="rId136" Type="http://schemas.openxmlformats.org/officeDocument/2006/relationships/customXml" Target="../ink/ink69.xml"/><Relationship Id="rId157" Type="http://schemas.openxmlformats.org/officeDocument/2006/relationships/image" Target="../media/image87.png"/><Relationship Id="rId178" Type="http://schemas.openxmlformats.org/officeDocument/2006/relationships/customXml" Target="../ink/ink90.xml"/><Relationship Id="rId301" Type="http://schemas.openxmlformats.org/officeDocument/2006/relationships/image" Target="../media/image159.png"/><Relationship Id="rId322" Type="http://schemas.openxmlformats.org/officeDocument/2006/relationships/customXml" Target="../ink/ink162.xml"/><Relationship Id="rId343" Type="http://schemas.openxmlformats.org/officeDocument/2006/relationships/image" Target="../media/image180.png"/><Relationship Id="rId364" Type="http://schemas.openxmlformats.org/officeDocument/2006/relationships/customXml" Target="../ink/ink183.xml"/><Relationship Id="rId61" Type="http://schemas.openxmlformats.org/officeDocument/2006/relationships/image" Target="../media/image39.png"/><Relationship Id="rId82" Type="http://schemas.openxmlformats.org/officeDocument/2006/relationships/customXml" Target="../ink/ink42.xml"/><Relationship Id="rId199" Type="http://schemas.openxmlformats.org/officeDocument/2006/relationships/image" Target="../media/image108.png"/><Relationship Id="rId203" Type="http://schemas.openxmlformats.org/officeDocument/2006/relationships/image" Target="../media/image110.png"/><Relationship Id="rId385" Type="http://schemas.openxmlformats.org/officeDocument/2006/relationships/image" Target="../media/image201.png"/><Relationship Id="rId19" Type="http://schemas.openxmlformats.org/officeDocument/2006/relationships/image" Target="../media/image18.png"/><Relationship Id="rId224" Type="http://schemas.openxmlformats.org/officeDocument/2006/relationships/customXml" Target="../ink/ink113.xml"/><Relationship Id="rId245" Type="http://schemas.openxmlformats.org/officeDocument/2006/relationships/image" Target="../media/image131.png"/><Relationship Id="rId266" Type="http://schemas.openxmlformats.org/officeDocument/2006/relationships/customXml" Target="../ink/ink134.xml"/><Relationship Id="rId287" Type="http://schemas.openxmlformats.org/officeDocument/2006/relationships/image" Target="../media/image152.png"/><Relationship Id="rId410" Type="http://schemas.openxmlformats.org/officeDocument/2006/relationships/customXml" Target="../ink/ink206.xml"/><Relationship Id="rId431" Type="http://schemas.openxmlformats.org/officeDocument/2006/relationships/image" Target="../media/image224.png"/><Relationship Id="rId452" Type="http://schemas.openxmlformats.org/officeDocument/2006/relationships/customXml" Target="../ink/ink227.xml"/><Relationship Id="rId30" Type="http://schemas.openxmlformats.org/officeDocument/2006/relationships/customXml" Target="../ink/ink16.xml"/><Relationship Id="rId105" Type="http://schemas.openxmlformats.org/officeDocument/2006/relationships/image" Target="../media/image61.png"/><Relationship Id="rId126" Type="http://schemas.openxmlformats.org/officeDocument/2006/relationships/customXml" Target="../ink/ink64.xml"/><Relationship Id="rId147" Type="http://schemas.openxmlformats.org/officeDocument/2006/relationships/image" Target="../media/image82.png"/><Relationship Id="rId168" Type="http://schemas.openxmlformats.org/officeDocument/2006/relationships/customXml" Target="../ink/ink85.xml"/><Relationship Id="rId312" Type="http://schemas.openxmlformats.org/officeDocument/2006/relationships/customXml" Target="../ink/ink157.xml"/><Relationship Id="rId333" Type="http://schemas.openxmlformats.org/officeDocument/2006/relationships/image" Target="../media/image175.png"/><Relationship Id="rId354" Type="http://schemas.openxmlformats.org/officeDocument/2006/relationships/customXml" Target="../ink/ink178.xml"/><Relationship Id="rId51" Type="http://schemas.openxmlformats.org/officeDocument/2006/relationships/image" Target="../media/image34.png"/><Relationship Id="rId72" Type="http://schemas.openxmlformats.org/officeDocument/2006/relationships/customXml" Target="../ink/ink37.xml"/><Relationship Id="rId93" Type="http://schemas.openxmlformats.org/officeDocument/2006/relationships/image" Target="../media/image55.png"/><Relationship Id="rId189" Type="http://schemas.openxmlformats.org/officeDocument/2006/relationships/image" Target="../media/image103.png"/><Relationship Id="rId375" Type="http://schemas.openxmlformats.org/officeDocument/2006/relationships/image" Target="../media/image196.png"/><Relationship Id="rId396" Type="http://schemas.openxmlformats.org/officeDocument/2006/relationships/customXml" Target="../ink/ink199.xml"/><Relationship Id="rId3" Type="http://schemas.openxmlformats.org/officeDocument/2006/relationships/image" Target="../media/image9.png"/><Relationship Id="rId214" Type="http://schemas.openxmlformats.org/officeDocument/2006/relationships/customXml" Target="../ink/ink108.xml"/><Relationship Id="rId235" Type="http://schemas.openxmlformats.org/officeDocument/2006/relationships/image" Target="../media/image126.png"/><Relationship Id="rId256" Type="http://schemas.openxmlformats.org/officeDocument/2006/relationships/customXml" Target="../ink/ink129.xml"/><Relationship Id="rId277" Type="http://schemas.openxmlformats.org/officeDocument/2006/relationships/image" Target="../media/image147.png"/><Relationship Id="rId298" Type="http://schemas.openxmlformats.org/officeDocument/2006/relationships/customXml" Target="../ink/ink150.xml"/><Relationship Id="rId400" Type="http://schemas.openxmlformats.org/officeDocument/2006/relationships/customXml" Target="../ink/ink201.xml"/><Relationship Id="rId421" Type="http://schemas.openxmlformats.org/officeDocument/2006/relationships/image" Target="../media/image219.png"/><Relationship Id="rId442" Type="http://schemas.openxmlformats.org/officeDocument/2006/relationships/customXml" Target="../ink/ink222.xml"/><Relationship Id="rId116" Type="http://schemas.openxmlformats.org/officeDocument/2006/relationships/customXml" Target="../ink/ink59.xml"/><Relationship Id="rId137" Type="http://schemas.openxmlformats.org/officeDocument/2006/relationships/image" Target="../media/image77.png"/><Relationship Id="rId158" Type="http://schemas.openxmlformats.org/officeDocument/2006/relationships/customXml" Target="../ink/ink80.xml"/><Relationship Id="rId302" Type="http://schemas.openxmlformats.org/officeDocument/2006/relationships/customXml" Target="../ink/ink152.xml"/><Relationship Id="rId323" Type="http://schemas.openxmlformats.org/officeDocument/2006/relationships/image" Target="../media/image170.png"/><Relationship Id="rId344" Type="http://schemas.openxmlformats.org/officeDocument/2006/relationships/customXml" Target="../ink/ink173.xml"/><Relationship Id="rId20" Type="http://schemas.openxmlformats.org/officeDocument/2006/relationships/customXml" Target="../ink/ink11.xml"/><Relationship Id="rId41" Type="http://schemas.openxmlformats.org/officeDocument/2006/relationships/image" Target="../media/image29.png"/><Relationship Id="rId62" Type="http://schemas.openxmlformats.org/officeDocument/2006/relationships/customXml" Target="../ink/ink32.xml"/><Relationship Id="rId83" Type="http://schemas.openxmlformats.org/officeDocument/2006/relationships/image" Target="../media/image50.png"/><Relationship Id="rId179" Type="http://schemas.openxmlformats.org/officeDocument/2006/relationships/image" Target="../media/image98.png"/><Relationship Id="rId365" Type="http://schemas.openxmlformats.org/officeDocument/2006/relationships/image" Target="../media/image191.png"/><Relationship Id="rId386" Type="http://schemas.openxmlformats.org/officeDocument/2006/relationships/customXml" Target="../ink/ink194.xml"/><Relationship Id="rId190" Type="http://schemas.openxmlformats.org/officeDocument/2006/relationships/customXml" Target="../ink/ink96.xml"/><Relationship Id="rId204" Type="http://schemas.openxmlformats.org/officeDocument/2006/relationships/customXml" Target="../ink/ink103.xml"/><Relationship Id="rId225" Type="http://schemas.openxmlformats.org/officeDocument/2006/relationships/image" Target="../media/image121.png"/><Relationship Id="rId246" Type="http://schemas.openxmlformats.org/officeDocument/2006/relationships/customXml" Target="../ink/ink124.xml"/><Relationship Id="rId267" Type="http://schemas.openxmlformats.org/officeDocument/2006/relationships/image" Target="../media/image142.png"/><Relationship Id="rId288" Type="http://schemas.openxmlformats.org/officeDocument/2006/relationships/customXml" Target="../ink/ink145.xml"/><Relationship Id="rId411" Type="http://schemas.openxmlformats.org/officeDocument/2006/relationships/image" Target="../media/image214.png"/><Relationship Id="rId432" Type="http://schemas.openxmlformats.org/officeDocument/2006/relationships/customXml" Target="../ink/ink217.xml"/><Relationship Id="rId453" Type="http://schemas.openxmlformats.org/officeDocument/2006/relationships/image" Target="../media/image235.png"/><Relationship Id="rId106" Type="http://schemas.openxmlformats.org/officeDocument/2006/relationships/customXml" Target="../ink/ink54.xml"/><Relationship Id="rId127" Type="http://schemas.openxmlformats.org/officeDocument/2006/relationships/image" Target="../media/image72.png"/><Relationship Id="rId313" Type="http://schemas.openxmlformats.org/officeDocument/2006/relationships/image" Target="../media/image165.png"/><Relationship Id="rId10" Type="http://schemas.openxmlformats.org/officeDocument/2006/relationships/customXml" Target="../ink/ink6.xml"/><Relationship Id="rId31" Type="http://schemas.openxmlformats.org/officeDocument/2006/relationships/image" Target="../media/image24.png"/><Relationship Id="rId52" Type="http://schemas.openxmlformats.org/officeDocument/2006/relationships/customXml" Target="../ink/ink27.xml"/><Relationship Id="rId73" Type="http://schemas.openxmlformats.org/officeDocument/2006/relationships/image" Target="../media/image45.png"/><Relationship Id="rId94" Type="http://schemas.openxmlformats.org/officeDocument/2006/relationships/customXml" Target="../ink/ink48.xml"/><Relationship Id="rId148" Type="http://schemas.openxmlformats.org/officeDocument/2006/relationships/customXml" Target="../ink/ink75.xml"/><Relationship Id="rId169" Type="http://schemas.openxmlformats.org/officeDocument/2006/relationships/image" Target="../media/image93.png"/><Relationship Id="rId334" Type="http://schemas.openxmlformats.org/officeDocument/2006/relationships/customXml" Target="../ink/ink168.xml"/><Relationship Id="rId355" Type="http://schemas.openxmlformats.org/officeDocument/2006/relationships/image" Target="../media/image186.png"/><Relationship Id="rId376" Type="http://schemas.openxmlformats.org/officeDocument/2006/relationships/customXml" Target="../ink/ink189.xml"/><Relationship Id="rId397" Type="http://schemas.openxmlformats.org/officeDocument/2006/relationships/image" Target="../media/image207.png"/><Relationship Id="rId4" Type="http://schemas.openxmlformats.org/officeDocument/2006/relationships/customXml" Target="../ink/ink3.xml"/><Relationship Id="rId180" Type="http://schemas.openxmlformats.org/officeDocument/2006/relationships/customXml" Target="../ink/ink91.xml"/><Relationship Id="rId215" Type="http://schemas.openxmlformats.org/officeDocument/2006/relationships/image" Target="../media/image116.png"/><Relationship Id="rId236" Type="http://schemas.openxmlformats.org/officeDocument/2006/relationships/customXml" Target="../ink/ink119.xml"/><Relationship Id="rId257" Type="http://schemas.openxmlformats.org/officeDocument/2006/relationships/image" Target="../media/image137.png"/><Relationship Id="rId278" Type="http://schemas.openxmlformats.org/officeDocument/2006/relationships/customXml" Target="../ink/ink140.xml"/><Relationship Id="rId401" Type="http://schemas.openxmlformats.org/officeDocument/2006/relationships/image" Target="../media/image209.png"/><Relationship Id="rId422" Type="http://schemas.openxmlformats.org/officeDocument/2006/relationships/customXml" Target="../ink/ink212.xml"/><Relationship Id="rId443" Type="http://schemas.openxmlformats.org/officeDocument/2006/relationships/image" Target="../media/image230.png"/><Relationship Id="rId303" Type="http://schemas.openxmlformats.org/officeDocument/2006/relationships/image" Target="../media/image160.png"/><Relationship Id="rId42" Type="http://schemas.openxmlformats.org/officeDocument/2006/relationships/customXml" Target="../ink/ink22.xml"/><Relationship Id="rId84" Type="http://schemas.openxmlformats.org/officeDocument/2006/relationships/customXml" Target="../ink/ink43.xml"/><Relationship Id="rId138" Type="http://schemas.openxmlformats.org/officeDocument/2006/relationships/customXml" Target="../ink/ink70.xml"/><Relationship Id="rId345" Type="http://schemas.openxmlformats.org/officeDocument/2006/relationships/image" Target="../media/image181.png"/><Relationship Id="rId387" Type="http://schemas.openxmlformats.org/officeDocument/2006/relationships/image" Target="../media/image202.png"/><Relationship Id="rId191" Type="http://schemas.openxmlformats.org/officeDocument/2006/relationships/image" Target="../media/image104.png"/><Relationship Id="rId205" Type="http://schemas.openxmlformats.org/officeDocument/2006/relationships/image" Target="../media/image111.png"/><Relationship Id="rId247" Type="http://schemas.openxmlformats.org/officeDocument/2006/relationships/image" Target="../media/image132.png"/><Relationship Id="rId412" Type="http://schemas.openxmlformats.org/officeDocument/2006/relationships/customXml" Target="../ink/ink207.xml"/><Relationship Id="rId107" Type="http://schemas.openxmlformats.org/officeDocument/2006/relationships/image" Target="../media/image62.png"/><Relationship Id="rId289" Type="http://schemas.openxmlformats.org/officeDocument/2006/relationships/image" Target="../media/image153.png"/><Relationship Id="rId454" Type="http://schemas.openxmlformats.org/officeDocument/2006/relationships/customXml" Target="../ink/ink228.xml"/><Relationship Id="rId11" Type="http://schemas.openxmlformats.org/officeDocument/2006/relationships/image" Target="../media/image13.png"/><Relationship Id="rId53" Type="http://schemas.openxmlformats.org/officeDocument/2006/relationships/image" Target="../media/image35.png"/><Relationship Id="rId149" Type="http://schemas.openxmlformats.org/officeDocument/2006/relationships/image" Target="../media/image83.png"/><Relationship Id="rId314" Type="http://schemas.openxmlformats.org/officeDocument/2006/relationships/customXml" Target="../ink/ink158.xml"/><Relationship Id="rId356" Type="http://schemas.openxmlformats.org/officeDocument/2006/relationships/customXml" Target="../ink/ink179.xml"/><Relationship Id="rId398" Type="http://schemas.openxmlformats.org/officeDocument/2006/relationships/customXml" Target="../ink/ink200.xml"/><Relationship Id="rId95" Type="http://schemas.openxmlformats.org/officeDocument/2006/relationships/image" Target="../media/image56.png"/><Relationship Id="rId160" Type="http://schemas.openxmlformats.org/officeDocument/2006/relationships/customXml" Target="../ink/ink81.xml"/><Relationship Id="rId216" Type="http://schemas.openxmlformats.org/officeDocument/2006/relationships/customXml" Target="../ink/ink109.xml"/><Relationship Id="rId423" Type="http://schemas.openxmlformats.org/officeDocument/2006/relationships/image" Target="../media/image220.png"/><Relationship Id="rId258" Type="http://schemas.openxmlformats.org/officeDocument/2006/relationships/customXml" Target="../ink/ink130.xml"/><Relationship Id="rId22" Type="http://schemas.openxmlformats.org/officeDocument/2006/relationships/customXml" Target="../ink/ink12.xml"/><Relationship Id="rId64" Type="http://schemas.openxmlformats.org/officeDocument/2006/relationships/customXml" Target="../ink/ink33.xml"/><Relationship Id="rId118" Type="http://schemas.openxmlformats.org/officeDocument/2006/relationships/customXml" Target="../ink/ink60.xml"/><Relationship Id="rId325" Type="http://schemas.openxmlformats.org/officeDocument/2006/relationships/image" Target="../media/image171.png"/><Relationship Id="rId367" Type="http://schemas.openxmlformats.org/officeDocument/2006/relationships/image" Target="../media/image192.png"/><Relationship Id="rId171" Type="http://schemas.openxmlformats.org/officeDocument/2006/relationships/image" Target="../media/image94.png"/><Relationship Id="rId227" Type="http://schemas.openxmlformats.org/officeDocument/2006/relationships/image" Target="../media/image122.png"/><Relationship Id="rId269" Type="http://schemas.openxmlformats.org/officeDocument/2006/relationships/image" Target="../media/image143.png"/><Relationship Id="rId434" Type="http://schemas.openxmlformats.org/officeDocument/2006/relationships/customXml" Target="../ink/ink218.xml"/><Relationship Id="rId33" Type="http://schemas.openxmlformats.org/officeDocument/2006/relationships/image" Target="../media/image25.png"/><Relationship Id="rId129" Type="http://schemas.openxmlformats.org/officeDocument/2006/relationships/image" Target="../media/image73.png"/><Relationship Id="rId280" Type="http://schemas.openxmlformats.org/officeDocument/2006/relationships/customXml" Target="../ink/ink141.xml"/><Relationship Id="rId336" Type="http://schemas.openxmlformats.org/officeDocument/2006/relationships/customXml" Target="../ink/ink169.xml"/><Relationship Id="rId75" Type="http://schemas.openxmlformats.org/officeDocument/2006/relationships/image" Target="../media/image46.png"/><Relationship Id="rId140" Type="http://schemas.openxmlformats.org/officeDocument/2006/relationships/customXml" Target="../ink/ink71.xml"/><Relationship Id="rId182" Type="http://schemas.openxmlformats.org/officeDocument/2006/relationships/customXml" Target="../ink/ink92.xml"/><Relationship Id="rId378" Type="http://schemas.openxmlformats.org/officeDocument/2006/relationships/customXml" Target="../ink/ink190.xml"/><Relationship Id="rId403" Type="http://schemas.openxmlformats.org/officeDocument/2006/relationships/image" Target="../media/image210.png"/><Relationship Id="rId6" Type="http://schemas.openxmlformats.org/officeDocument/2006/relationships/customXml" Target="../ink/ink4.xml"/><Relationship Id="rId238" Type="http://schemas.openxmlformats.org/officeDocument/2006/relationships/customXml" Target="../ink/ink120.xml"/><Relationship Id="rId445" Type="http://schemas.openxmlformats.org/officeDocument/2006/relationships/image" Target="../media/image231.png"/><Relationship Id="rId291" Type="http://schemas.openxmlformats.org/officeDocument/2006/relationships/image" Target="../media/image154.png"/><Relationship Id="rId305" Type="http://schemas.openxmlformats.org/officeDocument/2006/relationships/image" Target="../media/image161.png"/><Relationship Id="rId347" Type="http://schemas.openxmlformats.org/officeDocument/2006/relationships/image" Target="../media/image182.png"/><Relationship Id="rId44" Type="http://schemas.openxmlformats.org/officeDocument/2006/relationships/customXml" Target="../ink/ink23.xml"/><Relationship Id="rId86" Type="http://schemas.openxmlformats.org/officeDocument/2006/relationships/customXml" Target="../ink/ink44.xml"/><Relationship Id="rId151" Type="http://schemas.openxmlformats.org/officeDocument/2006/relationships/image" Target="../media/image84.png"/><Relationship Id="rId389" Type="http://schemas.openxmlformats.org/officeDocument/2006/relationships/image" Target="../media/image203.png"/><Relationship Id="rId193" Type="http://schemas.openxmlformats.org/officeDocument/2006/relationships/image" Target="../media/image105.png"/><Relationship Id="rId207" Type="http://schemas.openxmlformats.org/officeDocument/2006/relationships/image" Target="../media/image112.png"/><Relationship Id="rId249" Type="http://schemas.openxmlformats.org/officeDocument/2006/relationships/image" Target="../media/image133.png"/><Relationship Id="rId414" Type="http://schemas.openxmlformats.org/officeDocument/2006/relationships/customXml" Target="../ink/ink208.xml"/><Relationship Id="rId456" Type="http://schemas.openxmlformats.org/officeDocument/2006/relationships/customXml" Target="../ink/ink229.xml"/><Relationship Id="rId13" Type="http://schemas.openxmlformats.org/officeDocument/2006/relationships/image" Target="../media/image14.png"/><Relationship Id="rId109" Type="http://schemas.openxmlformats.org/officeDocument/2006/relationships/image" Target="../media/image63.png"/><Relationship Id="rId260" Type="http://schemas.openxmlformats.org/officeDocument/2006/relationships/customXml" Target="../ink/ink131.xml"/><Relationship Id="rId316" Type="http://schemas.openxmlformats.org/officeDocument/2006/relationships/customXml" Target="../ink/ink159.xml"/><Relationship Id="rId55" Type="http://schemas.openxmlformats.org/officeDocument/2006/relationships/image" Target="../media/image36.png"/><Relationship Id="rId97" Type="http://schemas.openxmlformats.org/officeDocument/2006/relationships/image" Target="../media/image57.png"/><Relationship Id="rId120" Type="http://schemas.openxmlformats.org/officeDocument/2006/relationships/customXml" Target="../ink/ink61.xml"/><Relationship Id="rId358" Type="http://schemas.openxmlformats.org/officeDocument/2006/relationships/customXml" Target="../ink/ink180.xml"/><Relationship Id="rId162" Type="http://schemas.openxmlformats.org/officeDocument/2006/relationships/customXml" Target="../ink/ink82.xml"/><Relationship Id="rId218" Type="http://schemas.openxmlformats.org/officeDocument/2006/relationships/customXml" Target="../ink/ink110.xml"/><Relationship Id="rId425" Type="http://schemas.openxmlformats.org/officeDocument/2006/relationships/image" Target="../media/image221.png"/><Relationship Id="rId271" Type="http://schemas.openxmlformats.org/officeDocument/2006/relationships/image" Target="../media/image144.png"/><Relationship Id="rId24" Type="http://schemas.openxmlformats.org/officeDocument/2006/relationships/customXml" Target="../ink/ink13.xml"/><Relationship Id="rId66" Type="http://schemas.openxmlformats.org/officeDocument/2006/relationships/customXml" Target="../ink/ink34.xml"/><Relationship Id="rId131" Type="http://schemas.openxmlformats.org/officeDocument/2006/relationships/image" Target="../media/image74.png"/><Relationship Id="rId327" Type="http://schemas.openxmlformats.org/officeDocument/2006/relationships/image" Target="../media/image172.png"/><Relationship Id="rId369" Type="http://schemas.openxmlformats.org/officeDocument/2006/relationships/image" Target="../media/image193.png"/><Relationship Id="rId173" Type="http://schemas.openxmlformats.org/officeDocument/2006/relationships/image" Target="../media/image95.png"/><Relationship Id="rId229" Type="http://schemas.openxmlformats.org/officeDocument/2006/relationships/image" Target="../media/image123.png"/><Relationship Id="rId380" Type="http://schemas.openxmlformats.org/officeDocument/2006/relationships/customXml" Target="../ink/ink191.xml"/><Relationship Id="rId436" Type="http://schemas.openxmlformats.org/officeDocument/2006/relationships/customXml" Target="../ink/ink219.xml"/><Relationship Id="rId240" Type="http://schemas.openxmlformats.org/officeDocument/2006/relationships/customXml" Target="../ink/ink121.xml"/><Relationship Id="rId35" Type="http://schemas.openxmlformats.org/officeDocument/2006/relationships/image" Target="../media/image26.png"/><Relationship Id="rId77" Type="http://schemas.openxmlformats.org/officeDocument/2006/relationships/image" Target="../media/image47.png"/><Relationship Id="rId100" Type="http://schemas.openxmlformats.org/officeDocument/2006/relationships/customXml" Target="../ink/ink51.xml"/><Relationship Id="rId282" Type="http://schemas.openxmlformats.org/officeDocument/2006/relationships/customXml" Target="../ink/ink142.xml"/><Relationship Id="rId338" Type="http://schemas.openxmlformats.org/officeDocument/2006/relationships/customXml" Target="../ink/ink170.xml"/><Relationship Id="rId8" Type="http://schemas.openxmlformats.org/officeDocument/2006/relationships/customXml" Target="../ink/ink5.xml"/><Relationship Id="rId142" Type="http://schemas.openxmlformats.org/officeDocument/2006/relationships/customXml" Target="../ink/ink72.xml"/><Relationship Id="rId184" Type="http://schemas.openxmlformats.org/officeDocument/2006/relationships/customXml" Target="../ink/ink93.xml"/><Relationship Id="rId391" Type="http://schemas.openxmlformats.org/officeDocument/2006/relationships/image" Target="../media/image204.png"/><Relationship Id="rId405" Type="http://schemas.openxmlformats.org/officeDocument/2006/relationships/image" Target="../media/image211.png"/><Relationship Id="rId447" Type="http://schemas.openxmlformats.org/officeDocument/2006/relationships/image" Target="../media/image232.png"/><Relationship Id="rId251" Type="http://schemas.openxmlformats.org/officeDocument/2006/relationships/image" Target="../media/image134.png"/><Relationship Id="rId46" Type="http://schemas.openxmlformats.org/officeDocument/2006/relationships/customXml" Target="../ink/ink24.xml"/><Relationship Id="rId293" Type="http://schemas.openxmlformats.org/officeDocument/2006/relationships/image" Target="../media/image155.png"/><Relationship Id="rId307" Type="http://schemas.openxmlformats.org/officeDocument/2006/relationships/image" Target="../media/image162.png"/><Relationship Id="rId349" Type="http://schemas.openxmlformats.org/officeDocument/2006/relationships/image" Target="../media/image183.png"/><Relationship Id="rId88" Type="http://schemas.openxmlformats.org/officeDocument/2006/relationships/customXml" Target="../ink/ink45.xml"/><Relationship Id="rId111" Type="http://schemas.openxmlformats.org/officeDocument/2006/relationships/image" Target="../media/image64.png"/><Relationship Id="rId153" Type="http://schemas.openxmlformats.org/officeDocument/2006/relationships/image" Target="../media/image85.png"/><Relationship Id="rId195" Type="http://schemas.openxmlformats.org/officeDocument/2006/relationships/image" Target="../media/image106.png"/><Relationship Id="rId209" Type="http://schemas.openxmlformats.org/officeDocument/2006/relationships/image" Target="../media/image113.png"/><Relationship Id="rId360" Type="http://schemas.openxmlformats.org/officeDocument/2006/relationships/customXml" Target="../ink/ink181.xml"/><Relationship Id="rId416" Type="http://schemas.openxmlformats.org/officeDocument/2006/relationships/customXml" Target="../ink/ink209.xml"/><Relationship Id="rId220" Type="http://schemas.openxmlformats.org/officeDocument/2006/relationships/customXml" Target="../ink/ink111.xml"/><Relationship Id="rId458" Type="http://schemas.openxmlformats.org/officeDocument/2006/relationships/customXml" Target="../ink/ink230.xml"/><Relationship Id="rId15" Type="http://schemas.openxmlformats.org/officeDocument/2006/relationships/image" Target="../media/image15.png"/><Relationship Id="rId57" Type="http://schemas.openxmlformats.org/officeDocument/2006/relationships/image" Target="../media/image37.png"/><Relationship Id="rId262" Type="http://schemas.openxmlformats.org/officeDocument/2006/relationships/customXml" Target="../ink/ink132.xml"/><Relationship Id="rId318" Type="http://schemas.openxmlformats.org/officeDocument/2006/relationships/customXml" Target="../ink/ink160.xml"/><Relationship Id="rId99" Type="http://schemas.openxmlformats.org/officeDocument/2006/relationships/image" Target="../media/image58.png"/><Relationship Id="rId122" Type="http://schemas.openxmlformats.org/officeDocument/2006/relationships/customXml" Target="../ink/ink62.xml"/><Relationship Id="rId164" Type="http://schemas.openxmlformats.org/officeDocument/2006/relationships/customXml" Target="../ink/ink83.xml"/><Relationship Id="rId371" Type="http://schemas.openxmlformats.org/officeDocument/2006/relationships/image" Target="../media/image194.png"/><Relationship Id="rId427" Type="http://schemas.openxmlformats.org/officeDocument/2006/relationships/image" Target="../media/image222.png"/><Relationship Id="rId26" Type="http://schemas.openxmlformats.org/officeDocument/2006/relationships/customXml" Target="../ink/ink14.xml"/><Relationship Id="rId231" Type="http://schemas.openxmlformats.org/officeDocument/2006/relationships/image" Target="../media/image124.png"/><Relationship Id="rId273" Type="http://schemas.openxmlformats.org/officeDocument/2006/relationships/image" Target="../media/image145.png"/><Relationship Id="rId329" Type="http://schemas.openxmlformats.org/officeDocument/2006/relationships/image" Target="../media/image173.png"/><Relationship Id="rId68" Type="http://schemas.openxmlformats.org/officeDocument/2006/relationships/customXml" Target="../ink/ink35.xml"/><Relationship Id="rId133" Type="http://schemas.openxmlformats.org/officeDocument/2006/relationships/image" Target="../media/image75.png"/><Relationship Id="rId175" Type="http://schemas.openxmlformats.org/officeDocument/2006/relationships/image" Target="../media/image96.png"/><Relationship Id="rId340" Type="http://schemas.openxmlformats.org/officeDocument/2006/relationships/customXml" Target="../ink/ink171.xml"/><Relationship Id="rId200" Type="http://schemas.openxmlformats.org/officeDocument/2006/relationships/customXml" Target="../ink/ink101.xml"/><Relationship Id="rId382" Type="http://schemas.openxmlformats.org/officeDocument/2006/relationships/customXml" Target="../ink/ink192.xml"/><Relationship Id="rId438" Type="http://schemas.openxmlformats.org/officeDocument/2006/relationships/customXml" Target="../ink/ink220.xml"/><Relationship Id="rId242" Type="http://schemas.openxmlformats.org/officeDocument/2006/relationships/customXml" Target="../ink/ink122.xml"/><Relationship Id="rId284" Type="http://schemas.openxmlformats.org/officeDocument/2006/relationships/customXml" Target="../ink/ink143.xml"/><Relationship Id="rId37" Type="http://schemas.openxmlformats.org/officeDocument/2006/relationships/image" Target="../media/image27.png"/><Relationship Id="rId79" Type="http://schemas.openxmlformats.org/officeDocument/2006/relationships/image" Target="../media/image48.png"/><Relationship Id="rId102" Type="http://schemas.openxmlformats.org/officeDocument/2006/relationships/customXml" Target="../ink/ink52.xml"/><Relationship Id="rId144" Type="http://schemas.openxmlformats.org/officeDocument/2006/relationships/customXml" Target="../ink/ink73.xml"/><Relationship Id="rId90" Type="http://schemas.openxmlformats.org/officeDocument/2006/relationships/customXml" Target="../ink/ink46.xml"/><Relationship Id="rId186" Type="http://schemas.openxmlformats.org/officeDocument/2006/relationships/customXml" Target="../ink/ink94.xml"/><Relationship Id="rId351" Type="http://schemas.openxmlformats.org/officeDocument/2006/relationships/image" Target="../media/image184.png"/><Relationship Id="rId393" Type="http://schemas.openxmlformats.org/officeDocument/2006/relationships/image" Target="../media/image205.png"/><Relationship Id="rId407" Type="http://schemas.openxmlformats.org/officeDocument/2006/relationships/image" Target="../media/image212.png"/><Relationship Id="rId449" Type="http://schemas.openxmlformats.org/officeDocument/2006/relationships/image" Target="../media/image233.png"/><Relationship Id="rId211" Type="http://schemas.openxmlformats.org/officeDocument/2006/relationships/image" Target="../media/image114.png"/><Relationship Id="rId253" Type="http://schemas.openxmlformats.org/officeDocument/2006/relationships/image" Target="../media/image135.png"/><Relationship Id="rId295" Type="http://schemas.openxmlformats.org/officeDocument/2006/relationships/image" Target="../media/image156.png"/><Relationship Id="rId309" Type="http://schemas.openxmlformats.org/officeDocument/2006/relationships/image" Target="../media/image163.png"/><Relationship Id="rId48" Type="http://schemas.openxmlformats.org/officeDocument/2006/relationships/customXml" Target="../ink/ink25.xml"/><Relationship Id="rId113" Type="http://schemas.openxmlformats.org/officeDocument/2006/relationships/image" Target="../media/image65.png"/><Relationship Id="rId320" Type="http://schemas.openxmlformats.org/officeDocument/2006/relationships/customXml" Target="../ink/ink161.xml"/><Relationship Id="rId155" Type="http://schemas.openxmlformats.org/officeDocument/2006/relationships/image" Target="../media/image86.png"/><Relationship Id="rId197" Type="http://schemas.openxmlformats.org/officeDocument/2006/relationships/image" Target="../media/image107.png"/><Relationship Id="rId362" Type="http://schemas.openxmlformats.org/officeDocument/2006/relationships/customXml" Target="../ink/ink182.xml"/><Relationship Id="rId418" Type="http://schemas.openxmlformats.org/officeDocument/2006/relationships/customXml" Target="../ink/ink210.xml"/><Relationship Id="rId222" Type="http://schemas.openxmlformats.org/officeDocument/2006/relationships/customXml" Target="../ink/ink112.xml"/><Relationship Id="rId264" Type="http://schemas.openxmlformats.org/officeDocument/2006/relationships/customXml" Target="../ink/ink133.xml"/><Relationship Id="rId17" Type="http://schemas.openxmlformats.org/officeDocument/2006/relationships/image" Target="../media/image16.png"/><Relationship Id="rId59" Type="http://schemas.openxmlformats.org/officeDocument/2006/relationships/image" Target="../media/image38.png"/><Relationship Id="rId124" Type="http://schemas.openxmlformats.org/officeDocument/2006/relationships/customXml" Target="../ink/ink63.xml"/><Relationship Id="rId70" Type="http://schemas.openxmlformats.org/officeDocument/2006/relationships/customXml" Target="../ink/ink36.xml"/><Relationship Id="rId166" Type="http://schemas.openxmlformats.org/officeDocument/2006/relationships/customXml" Target="../ink/ink84.xml"/><Relationship Id="rId331" Type="http://schemas.openxmlformats.org/officeDocument/2006/relationships/image" Target="../media/image174.png"/><Relationship Id="rId373" Type="http://schemas.openxmlformats.org/officeDocument/2006/relationships/image" Target="../media/image195.png"/><Relationship Id="rId429" Type="http://schemas.openxmlformats.org/officeDocument/2006/relationships/image" Target="../media/image223.png"/><Relationship Id="rId1" Type="http://schemas.openxmlformats.org/officeDocument/2006/relationships/slideLayout" Target="../slideLayouts/slideLayout39.xml"/><Relationship Id="rId233" Type="http://schemas.openxmlformats.org/officeDocument/2006/relationships/image" Target="../media/image125.png"/><Relationship Id="rId440" Type="http://schemas.openxmlformats.org/officeDocument/2006/relationships/customXml" Target="../ink/ink221.xml"/><Relationship Id="rId28" Type="http://schemas.openxmlformats.org/officeDocument/2006/relationships/customXml" Target="../ink/ink15.xml"/><Relationship Id="rId275" Type="http://schemas.openxmlformats.org/officeDocument/2006/relationships/image" Target="../media/image146.png"/><Relationship Id="rId300" Type="http://schemas.openxmlformats.org/officeDocument/2006/relationships/customXml" Target="../ink/ink151.xml"/><Relationship Id="rId81" Type="http://schemas.openxmlformats.org/officeDocument/2006/relationships/image" Target="../media/image49.png"/><Relationship Id="rId135" Type="http://schemas.openxmlformats.org/officeDocument/2006/relationships/image" Target="../media/image76.png"/><Relationship Id="rId177" Type="http://schemas.openxmlformats.org/officeDocument/2006/relationships/image" Target="../media/image97.png"/><Relationship Id="rId342" Type="http://schemas.openxmlformats.org/officeDocument/2006/relationships/customXml" Target="../ink/ink172.xml"/><Relationship Id="rId384" Type="http://schemas.openxmlformats.org/officeDocument/2006/relationships/customXml" Target="../ink/ink193.xml"/><Relationship Id="rId202" Type="http://schemas.openxmlformats.org/officeDocument/2006/relationships/customXml" Target="../ink/ink102.xml"/><Relationship Id="rId244" Type="http://schemas.openxmlformats.org/officeDocument/2006/relationships/customXml" Target="../ink/ink123.xml"/><Relationship Id="rId39" Type="http://schemas.openxmlformats.org/officeDocument/2006/relationships/image" Target="../media/image28.png"/><Relationship Id="rId286" Type="http://schemas.openxmlformats.org/officeDocument/2006/relationships/customXml" Target="../ink/ink144.xml"/><Relationship Id="rId451" Type="http://schemas.openxmlformats.org/officeDocument/2006/relationships/image" Target="../media/image234.png"/><Relationship Id="rId50" Type="http://schemas.openxmlformats.org/officeDocument/2006/relationships/customXml" Target="../ink/ink26.xml"/><Relationship Id="rId104" Type="http://schemas.openxmlformats.org/officeDocument/2006/relationships/customXml" Target="../ink/ink53.xml"/><Relationship Id="rId146" Type="http://schemas.openxmlformats.org/officeDocument/2006/relationships/customXml" Target="../ink/ink74.xml"/><Relationship Id="rId188" Type="http://schemas.openxmlformats.org/officeDocument/2006/relationships/customXml" Target="../ink/ink95.xml"/><Relationship Id="rId311" Type="http://schemas.openxmlformats.org/officeDocument/2006/relationships/image" Target="../media/image164.png"/><Relationship Id="rId353" Type="http://schemas.openxmlformats.org/officeDocument/2006/relationships/image" Target="../media/image185.png"/><Relationship Id="rId395" Type="http://schemas.openxmlformats.org/officeDocument/2006/relationships/image" Target="../media/image206.png"/><Relationship Id="rId409" Type="http://schemas.openxmlformats.org/officeDocument/2006/relationships/image" Target="../media/image213.png"/><Relationship Id="rId92" Type="http://schemas.openxmlformats.org/officeDocument/2006/relationships/customXml" Target="../ink/ink47.xml"/><Relationship Id="rId213" Type="http://schemas.openxmlformats.org/officeDocument/2006/relationships/image" Target="../media/image115.png"/><Relationship Id="rId420" Type="http://schemas.openxmlformats.org/officeDocument/2006/relationships/customXml" Target="../ink/ink21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38.xml"/></Relationships>
</file>

<file path=ppt/slides/_rels/slide9.xml.rels><?xml version="1.0" encoding="UTF-8" standalone="yes"?>
<Relationships xmlns="http://schemas.openxmlformats.org/package/2006/relationships"><Relationship Id="rId3" Type="http://schemas.openxmlformats.org/officeDocument/2006/relationships/hyperlink" Target="http://www.twitter.com/" TargetMode="External"/><Relationship Id="rId2" Type="http://schemas.openxmlformats.org/officeDocument/2006/relationships/hyperlink" Target="http://www.facebook.com/" TargetMode="External"/><Relationship Id="rId1" Type="http://schemas.openxmlformats.org/officeDocument/2006/relationships/slideLayout" Target="../slideLayouts/slideLayout20.xml"/><Relationship Id="rId5" Type="http://schemas.openxmlformats.org/officeDocument/2006/relationships/image" Target="../media/image4.png"/><Relationship Id="rId4" Type="http://schemas.openxmlformats.org/officeDocument/2006/relationships/hyperlink" Target="http://www.dribbble.com/" TargetMode="External"/></Relationships>
</file>

<file path=ppt/slides/_rels/slide10.xml.rels><?xml version="1.0" encoding="UTF-8" standalone="yes"?>
<Relationships xmlns="http://schemas.openxmlformats.org/package/2006/relationships"><Relationship Id="rId8" Type="http://schemas.openxmlformats.org/officeDocument/2006/relationships/image" Target="../media/image244.jpeg"/><Relationship Id="rId3" Type="http://schemas.openxmlformats.org/officeDocument/2006/relationships/image" Target="../media/image239.jpeg"/><Relationship Id="rId7" Type="http://schemas.openxmlformats.org/officeDocument/2006/relationships/image" Target="../media/image243.tiff"/><Relationship Id="rId2" Type="http://schemas.openxmlformats.org/officeDocument/2006/relationships/notesSlide" Target="../notesSlides/notesSlide5.xml"/><Relationship Id="rId1" Type="http://schemas.openxmlformats.org/officeDocument/2006/relationships/slideLayout" Target="../slideLayouts/slideLayout37.xml"/><Relationship Id="rId6" Type="http://schemas.openxmlformats.org/officeDocument/2006/relationships/image" Target="../media/image242.tiff"/><Relationship Id="rId5" Type="http://schemas.openxmlformats.org/officeDocument/2006/relationships/image" Target="../media/image241.tiff"/><Relationship Id="rId4" Type="http://schemas.openxmlformats.org/officeDocument/2006/relationships/image" Target="../media/image240.tiff"/><Relationship Id="rId9"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95"/>
        <p:cNvGrpSpPr/>
        <p:nvPr/>
      </p:nvGrpSpPr>
      <p:grpSpPr>
        <a:xfrm>
          <a:off x="0" y="0"/>
          <a:ext cx="0" cy="0"/>
          <a:chOff x="0" y="0"/>
          <a:chExt cx="0" cy="0"/>
        </a:xfrm>
      </p:grpSpPr>
      <p:sp>
        <p:nvSpPr>
          <p:cNvPr id="496" name="Google Shape;496;p1"/>
          <p:cNvSpPr txBox="1">
            <a:spLocks noGrp="1"/>
          </p:cNvSpPr>
          <p:nvPr>
            <p:ph type="ctrTitle"/>
          </p:nvPr>
        </p:nvSpPr>
        <p:spPr>
          <a:xfrm>
            <a:off x="910460" y="1569141"/>
            <a:ext cx="9194620" cy="1979512"/>
          </a:xfrm>
          <a:prstGeom prst="rect">
            <a:avLst/>
          </a:prstGeom>
          <a:noFill/>
          <a:ln>
            <a:noFill/>
          </a:ln>
        </p:spPr>
        <p:txBody>
          <a:bodyPr spcFirstLastPara="1" wrap="square" lIns="0" tIns="60925" rIns="0" bIns="60925" anchor="ctr" anchorCtr="0">
            <a:noAutofit/>
          </a:bodyPr>
          <a:lstStyle/>
          <a:p>
            <a:pPr lvl="0" algn="ctr">
              <a:buClr>
                <a:srgbClr val="194060"/>
              </a:buClr>
            </a:pPr>
            <a:r>
              <a:rPr lang="en-US" dirty="0">
                <a:solidFill>
                  <a:srgbClr val="00B050"/>
                </a:solidFill>
                <a:latin typeface="Arial Black" panose="020B0A04020102020204" pitchFamily="34" charset="0"/>
              </a:rPr>
              <a:t>SAP BTP ABAP</a:t>
            </a:r>
            <a:br>
              <a:rPr lang="en-US" dirty="0">
                <a:solidFill>
                  <a:srgbClr val="00B050"/>
                </a:solidFill>
                <a:latin typeface="Arial Black" panose="020B0A04020102020204" pitchFamily="34" charset="0"/>
              </a:rPr>
            </a:br>
            <a:r>
              <a:rPr lang="en-US" dirty="0">
                <a:solidFill>
                  <a:srgbClr val="00B050"/>
                </a:solidFill>
                <a:latin typeface="Arial Black" panose="020B0A04020102020204" pitchFamily="34" charset="0"/>
              </a:rPr>
              <a:t> on Cloud / RAP </a:t>
            </a:r>
            <a:br>
              <a:rPr lang="en-US" dirty="0">
                <a:solidFill>
                  <a:srgbClr val="00B050"/>
                </a:solidFill>
                <a:latin typeface="Arial Black" panose="020B0A04020102020204" pitchFamily="34" charset="0"/>
              </a:rPr>
            </a:br>
            <a:r>
              <a:rPr lang="en-US" dirty="0">
                <a:solidFill>
                  <a:srgbClr val="00B050"/>
                </a:solidFill>
                <a:latin typeface="Arial Black" panose="020B0A04020102020204" pitchFamily="34" charset="0"/>
              </a:rPr>
              <a:t>Training</a:t>
            </a:r>
            <a:endParaRPr dirty="0">
              <a:solidFill>
                <a:srgbClr val="00B050"/>
              </a:solidFill>
            </a:endParaRPr>
          </a:p>
        </p:txBody>
      </p:sp>
      <p:pic>
        <p:nvPicPr>
          <p:cNvPr id="497" name="Google Shape;497;p1"/>
          <p:cNvPicPr preferRelativeResize="0"/>
          <p:nvPr/>
        </p:nvPicPr>
        <p:blipFill rotWithShape="1">
          <a:blip r:embed="rId3">
            <a:alphaModFix/>
          </a:blip>
          <a:srcRect/>
          <a:stretch/>
        </p:blipFill>
        <p:spPr>
          <a:xfrm>
            <a:off x="9262764" y="1268760"/>
            <a:ext cx="1733995" cy="1656184"/>
          </a:xfrm>
          <a:prstGeom prst="rect">
            <a:avLst/>
          </a:prstGeom>
          <a:noFill/>
          <a:ln>
            <a:noFill/>
          </a:ln>
        </p:spPr>
      </p:pic>
      <p:pic>
        <p:nvPicPr>
          <p:cNvPr id="498" name="Google Shape;498;p1"/>
          <p:cNvPicPr preferRelativeResize="0"/>
          <p:nvPr/>
        </p:nvPicPr>
        <p:blipFill rotWithShape="1">
          <a:blip r:embed="rId3">
            <a:alphaModFix/>
          </a:blip>
          <a:srcRect/>
          <a:stretch/>
        </p:blipFill>
        <p:spPr>
          <a:xfrm>
            <a:off x="133977" y="5551900"/>
            <a:ext cx="776483" cy="741639"/>
          </a:xfrm>
          <a:prstGeom prst="rect">
            <a:avLst/>
          </a:prstGeom>
          <a:noFill/>
          <a:ln>
            <a:noFill/>
          </a:ln>
        </p:spPr>
      </p:pic>
      <p:sp>
        <p:nvSpPr>
          <p:cNvPr id="500" name="Google Shape;500;p1"/>
          <p:cNvSpPr txBox="1"/>
          <p:nvPr/>
        </p:nvSpPr>
        <p:spPr>
          <a:xfrm>
            <a:off x="2698834" y="599964"/>
            <a:ext cx="6048672" cy="584775"/>
          </a:xfrm>
          <a:prstGeom prst="rect">
            <a:avLst/>
          </a:prstGeom>
          <a:gradFill>
            <a:gsLst>
              <a:gs pos="0">
                <a:srgbClr val="F3FCFF"/>
              </a:gs>
              <a:gs pos="35000">
                <a:srgbClr val="F6FCFF"/>
              </a:gs>
              <a:gs pos="100000">
                <a:srgbClr val="FBFFFF"/>
              </a:gs>
            </a:gsLst>
            <a:lin ang="16200000" scaled="0"/>
          </a:gradFill>
          <a:ln w="9525" cap="flat" cmpd="sng">
            <a:solidFill>
              <a:srgbClr val="000000"/>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0" i="0" u="none" strike="noStrike" cap="none" dirty="0">
                <a:solidFill>
                  <a:srgbClr val="579130"/>
                </a:solidFill>
                <a:latin typeface="Corben"/>
                <a:ea typeface="Corben"/>
                <a:cs typeface="Corben"/>
                <a:sym typeface="Corben"/>
              </a:rPr>
              <a:t>DAY-24</a:t>
            </a:r>
            <a:endParaRPr sz="3200" dirty="0">
              <a:solidFill>
                <a:srgbClr val="579130"/>
              </a:solidFill>
              <a:latin typeface="Corben"/>
              <a:ea typeface="Corben"/>
              <a:cs typeface="Corben"/>
              <a:sym typeface="Corben"/>
            </a:endParaRPr>
          </a:p>
        </p:txBody>
      </p:sp>
      <p:sp>
        <p:nvSpPr>
          <p:cNvPr id="2" name="TextBox 1"/>
          <p:cNvSpPr txBox="1"/>
          <p:nvPr/>
        </p:nvSpPr>
        <p:spPr>
          <a:xfrm>
            <a:off x="4589890" y="3524363"/>
            <a:ext cx="1835759" cy="338554"/>
          </a:xfrm>
          <a:prstGeom prst="rect">
            <a:avLst/>
          </a:prstGeom>
          <a:noFill/>
        </p:spPr>
        <p:txBody>
          <a:bodyPr wrap="none" rtlCol="0">
            <a:spAutoFit/>
          </a:bodyPr>
          <a:lstStyle/>
          <a:p>
            <a:r>
              <a:rPr lang="en-US" sz="1600" b="1" dirty="0">
                <a:solidFill>
                  <a:srgbClr val="283E69"/>
                </a:solidFill>
              </a:rPr>
              <a:t>Anubhav Oberoy</a:t>
            </a:r>
          </a:p>
        </p:txBody>
      </p:sp>
      <p:sp>
        <p:nvSpPr>
          <p:cNvPr id="9" name="Subtitle 736">
            <a:extLst>
              <a:ext uri="{FF2B5EF4-FFF2-40B4-BE49-F238E27FC236}">
                <a16:creationId xmlns:a16="http://schemas.microsoft.com/office/drawing/2014/main" id="{700EA347-9CC8-4879-9255-16687B0BED48}"/>
              </a:ext>
            </a:extLst>
          </p:cNvPr>
          <p:cNvSpPr txBox="1">
            <a:spLocks/>
          </p:cNvSpPr>
          <p:nvPr/>
        </p:nvSpPr>
        <p:spPr>
          <a:xfrm>
            <a:off x="2698834" y="4484357"/>
            <a:ext cx="5086633" cy="531269"/>
          </a:xfrm>
          <a:prstGeom prst="rect">
            <a:avLst/>
          </a:prstGeom>
        </p:spPr>
        <p:txBody>
          <a:bodyPr vert="horz" lIns="0" tIns="60949" rIns="0" bIns="60949" rtlCol="0">
            <a:normAutofit/>
          </a:bodyPr>
          <a:lstStyle>
            <a:lvl1pPr marL="0" indent="0" algn="ctr" defTabSz="1218987" rtl="0" eaLnBrk="1" latinLnBrk="0" hangingPunct="1">
              <a:spcBef>
                <a:spcPct val="20000"/>
              </a:spcBef>
              <a:buFont typeface="Arial" pitchFamily="34" charset="0"/>
              <a:buNone/>
              <a:defRPr lang="en-US" sz="2400" kern="1200" smtClean="0">
                <a:solidFill>
                  <a:schemeClr val="accent2"/>
                </a:solidFill>
                <a:latin typeface="+mn-lt"/>
                <a:ea typeface="+mj-ea"/>
                <a:cs typeface="+mj-cs"/>
              </a:defRPr>
            </a:lvl1pPr>
            <a:lvl2pPr marL="609468" indent="0" algn="ctr" defTabSz="1218987" rtl="0" eaLnBrk="1" latinLnBrk="0" hangingPunct="1">
              <a:spcBef>
                <a:spcPct val="20000"/>
              </a:spcBef>
              <a:buFont typeface="Arial" pitchFamily="34" charset="0"/>
              <a:buNone/>
              <a:defRPr sz="3200" kern="1200">
                <a:solidFill>
                  <a:schemeClr val="tx1">
                    <a:tint val="75000"/>
                  </a:schemeClr>
                </a:solidFill>
                <a:latin typeface="+mj-lt"/>
                <a:ea typeface="+mn-ea"/>
                <a:cs typeface="+mn-cs"/>
              </a:defRPr>
            </a:lvl2pPr>
            <a:lvl3pPr marL="1218936" indent="0" algn="ctr" defTabSz="1218987" rtl="0" eaLnBrk="1" latinLnBrk="0" hangingPunct="1">
              <a:spcBef>
                <a:spcPct val="20000"/>
              </a:spcBef>
              <a:buFont typeface="Arial" pitchFamily="34" charset="0"/>
              <a:buNone/>
              <a:defRPr sz="2400" kern="1200">
                <a:solidFill>
                  <a:schemeClr val="tx1">
                    <a:tint val="75000"/>
                  </a:schemeClr>
                </a:solidFill>
                <a:latin typeface="+mj-lt"/>
                <a:ea typeface="+mn-ea"/>
                <a:cs typeface="+mn-cs"/>
              </a:defRPr>
            </a:lvl3pPr>
            <a:lvl4pPr marL="1828404"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4pPr>
            <a:lvl5pPr marL="2437872"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5pPr>
            <a:lvl6pPr marL="3047340"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6pPr>
            <a:lvl7pPr marL="3656808"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7pPr>
            <a:lvl8pPr marL="4266275"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8pPr>
            <a:lvl9pPr marL="4875744"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9pPr>
          </a:lstStyle>
          <a:p>
            <a:pPr>
              <a:buClrTx/>
            </a:pPr>
            <a:r>
              <a:rPr lang="en-IN" spc="100" dirty="0">
                <a:solidFill>
                  <a:srgbClr val="283E69"/>
                </a:solidFill>
                <a:latin typeface="Cooper Black" panose="0208090404030B020404" pitchFamily="18" charset="0"/>
              </a:rPr>
              <a:t>www.AnubhavTrainings.com</a:t>
            </a:r>
          </a:p>
        </p:txBody>
      </p:sp>
      <p:sp>
        <p:nvSpPr>
          <p:cNvPr id="11" name="TextBox 10">
            <a:extLst>
              <a:ext uri="{FF2B5EF4-FFF2-40B4-BE49-F238E27FC236}">
                <a16:creationId xmlns:a16="http://schemas.microsoft.com/office/drawing/2014/main" id="{66565992-7E12-89E4-D7DB-B3B44A1FB17D}"/>
              </a:ext>
            </a:extLst>
          </p:cNvPr>
          <p:cNvSpPr txBox="1"/>
          <p:nvPr/>
        </p:nvSpPr>
        <p:spPr>
          <a:xfrm>
            <a:off x="3388935" y="4846349"/>
            <a:ext cx="3963274" cy="338554"/>
          </a:xfrm>
          <a:prstGeom prst="rect">
            <a:avLst/>
          </a:prstGeom>
          <a:noFill/>
        </p:spPr>
        <p:txBody>
          <a:bodyPr wrap="square" rtlCol="0">
            <a:spAutoFit/>
          </a:bodyPr>
          <a:lstStyle/>
          <a:p>
            <a:pPr defTabSz="1218987">
              <a:buClrTx/>
              <a:buFontTx/>
              <a:buNone/>
            </a:pPr>
            <a:r>
              <a:rPr lang="en-US" sz="1600" b="1" kern="1200" dirty="0">
                <a:solidFill>
                  <a:srgbClr val="FFC000"/>
                </a:solidFill>
                <a:latin typeface="Segoe UI"/>
                <a:ea typeface="+mn-ea"/>
                <a:cs typeface="+mn-cs"/>
              </a:rPr>
              <a:t>Follow excellence with sheer passion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500"/>
                                        <p:tgtEl>
                                          <p:spTgt spid="9"/>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barn(inVertical)">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500"/>
                                        </p:tgtEl>
                                        <p:attrNameLst>
                                          <p:attrName>style.visibility</p:attrName>
                                        </p:attrNameLst>
                                      </p:cBhvr>
                                      <p:to>
                                        <p:strVal val="visible"/>
                                      </p:to>
                                    </p:set>
                                    <p:animEffect transition="in" filter="barn(inVertical)">
                                      <p:cBhvr>
                                        <p:cTn id="15" dur="500"/>
                                        <p:tgtEl>
                                          <p:spTgt spid="500"/>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grpId="0" nodeType="clickEffect">
                                  <p:stCondLst>
                                    <p:cond delay="0"/>
                                  </p:stCondLst>
                                  <p:childTnLst>
                                    <p:set>
                                      <p:cBhvr>
                                        <p:cTn id="19" dur="1" fill="hold">
                                          <p:stCondLst>
                                            <p:cond delay="0"/>
                                          </p:stCondLst>
                                        </p:cTn>
                                        <p:tgtEl>
                                          <p:spTgt spid="496"/>
                                        </p:tgtEl>
                                        <p:attrNameLst>
                                          <p:attrName>style.visibility</p:attrName>
                                        </p:attrNameLst>
                                      </p:cBhvr>
                                      <p:to>
                                        <p:strVal val="visible"/>
                                      </p:to>
                                    </p:set>
                                    <p:animEffect transition="in" filter="barn(inVertical)">
                                      <p:cBhvr>
                                        <p:cTn id="20" dur="500"/>
                                        <p:tgtEl>
                                          <p:spTgt spid="496"/>
                                        </p:tgtEl>
                                      </p:cBhvr>
                                    </p:animEffect>
                                  </p:childTnLst>
                                </p:cTn>
                              </p:par>
                              <p:par>
                                <p:cTn id="21" presetID="16" presetClass="entr" presetSubtype="21" fill="hold" grpId="0" nodeType="with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barn(inVertical)">
                                      <p:cBhvr>
                                        <p:cTn id="2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6" grpId="0"/>
      <p:bldP spid="500" grpId="0" animBg="1"/>
      <p:bldP spid="2" grpId="0"/>
      <p:bldP spid="9" grpId="0"/>
      <p:bldP spid="11"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p:cNvPicPr>
            <a:picLocks noGrp="1" noChangeAspect="1"/>
          </p:cNvPicPr>
          <p:nvPr>
            <p:ph type="pic" idx="1"/>
          </p:nvPr>
        </p:nvPicPr>
        <p:blipFill rotWithShape="1">
          <a:blip r:embed="rId2" cstate="email">
            <a:extLst>
              <a:ext uri="{28A0092B-C50C-407E-A947-70E740481C1C}">
                <a14:useLocalDpi xmlns:a14="http://schemas.microsoft.com/office/drawing/2010/main"/>
              </a:ext>
            </a:extLst>
          </a:blip>
          <a:srcRect/>
          <a:stretch/>
        </p:blipFill>
        <p:spPr>
          <a:solidFill>
            <a:schemeClr val="bg1">
              <a:lumMod val="95000"/>
            </a:schemeClr>
          </a:solidFill>
        </p:spPr>
      </p:pic>
      <p:sp>
        <p:nvSpPr>
          <p:cNvPr id="13" name="Rectangle 12">
            <a:extLst>
              <a:ext uri="{FF2B5EF4-FFF2-40B4-BE49-F238E27FC236}">
                <a16:creationId xmlns:a16="http://schemas.microsoft.com/office/drawing/2014/main" id="{EE1D1380-BC28-F74F-8866-BD4C0AD42595}"/>
              </a:ext>
            </a:extLst>
          </p:cNvPr>
          <p:cNvSpPr/>
          <p:nvPr/>
        </p:nvSpPr>
        <p:spPr>
          <a:xfrm>
            <a:off x="1587" y="-13391"/>
            <a:ext cx="12185651" cy="7589135"/>
          </a:xfrm>
          <a:prstGeom prst="rect">
            <a:avLst/>
          </a:pr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en-US" sz="1799">
              <a:solidFill>
                <a:srgbClr val="FFFFFF"/>
              </a:solidFill>
              <a:latin typeface="Arial" panose="020B0604020202020204"/>
            </a:endParaRPr>
          </a:p>
        </p:txBody>
      </p:sp>
      <p:sp>
        <p:nvSpPr>
          <p:cNvPr id="6" name="Rectangle 5"/>
          <p:cNvSpPr/>
          <p:nvPr/>
        </p:nvSpPr>
        <p:spPr>
          <a:xfrm>
            <a:off x="1587" y="3190483"/>
            <a:ext cx="12185651" cy="2509639"/>
          </a:xfrm>
          <a:prstGeom prst="rect">
            <a:avLst/>
          </a:prstGeom>
          <a:gradFill flip="none" rotWithShape="1">
            <a:gsLst>
              <a:gs pos="13000">
                <a:srgbClr val="25B6C2">
                  <a:alpha val="50000"/>
                </a:srgbClr>
              </a:gs>
              <a:gs pos="100000">
                <a:srgbClr val="0692DB">
                  <a:alpha val="50000"/>
                </a:srgbClr>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7" name="Rectangle 6"/>
          <p:cNvSpPr/>
          <p:nvPr/>
        </p:nvSpPr>
        <p:spPr>
          <a:xfrm>
            <a:off x="1587" y="3362982"/>
            <a:ext cx="12185651" cy="2127761"/>
          </a:xfrm>
          <a:prstGeom prst="rect">
            <a:avLst/>
          </a:prstGeom>
          <a:gradFill flip="none" rotWithShape="1">
            <a:gsLst>
              <a:gs pos="13000">
                <a:srgbClr val="25B6C2"/>
              </a:gs>
              <a:gs pos="100000">
                <a:srgbClr val="0692DB"/>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19" name="TextBox 18">
            <a:extLst>
              <a:ext uri="{FF2B5EF4-FFF2-40B4-BE49-F238E27FC236}">
                <a16:creationId xmlns:a16="http://schemas.microsoft.com/office/drawing/2014/main" id="{B945CD40-9ABD-7441-A0F8-C5ACA34BB34C}"/>
              </a:ext>
            </a:extLst>
          </p:cNvPr>
          <p:cNvSpPr txBox="1"/>
          <p:nvPr/>
        </p:nvSpPr>
        <p:spPr>
          <a:xfrm>
            <a:off x="3840714" y="3436579"/>
            <a:ext cx="4507397" cy="646163"/>
          </a:xfrm>
          <a:prstGeom prst="rect">
            <a:avLst/>
          </a:prstGeom>
          <a:noFill/>
          <a:ln>
            <a:noFill/>
          </a:ln>
        </p:spPr>
        <p:txBody>
          <a:bodyPr wrap="square" rtlCol="0">
            <a:spAutoFit/>
          </a:bodyPr>
          <a:lstStyle/>
          <a:p>
            <a:pPr algn="ctr" defTabSz="913943">
              <a:defRPr/>
            </a:pPr>
            <a:r>
              <a:rPr lang="en-IN" sz="3599" b="1" dirty="0">
                <a:solidFill>
                  <a:srgbClr val="FFFFFF"/>
                </a:solidFill>
                <a:latin typeface="Arial" panose="020B0604020202020204" pitchFamily="34" charset="0"/>
                <a:ea typeface="Cambria" panose="02040503050406030204" pitchFamily="18" charset="0"/>
                <a:cs typeface="Arial" panose="020B0604020202020204" pitchFamily="34" charset="0"/>
              </a:rPr>
              <a:t>DISCLAIMER</a:t>
            </a:r>
            <a:endParaRPr lang="en-US" sz="3299" spc="150" dirty="0">
              <a:solidFill>
                <a:srgbClr val="FFFFFF"/>
              </a:solidFill>
              <a:latin typeface="Arial" panose="020B0604020202020204" pitchFamily="34" charset="0"/>
              <a:ea typeface="Lato Medium" panose="020F0502020204030203" pitchFamily="34" charset="0"/>
              <a:cs typeface="Arial" panose="020B0604020202020204" pitchFamily="34" charset="0"/>
            </a:endParaRPr>
          </a:p>
        </p:txBody>
      </p:sp>
      <p:sp>
        <p:nvSpPr>
          <p:cNvPr id="20" name="TextBox 19">
            <a:extLst>
              <a:ext uri="{FF2B5EF4-FFF2-40B4-BE49-F238E27FC236}">
                <a16:creationId xmlns:a16="http://schemas.microsoft.com/office/drawing/2014/main" id="{B945CD40-9ABD-7441-A0F8-C5ACA34BB34C}"/>
              </a:ext>
            </a:extLst>
          </p:cNvPr>
          <p:cNvSpPr txBox="1"/>
          <p:nvPr/>
        </p:nvSpPr>
        <p:spPr>
          <a:xfrm>
            <a:off x="442020" y="4059852"/>
            <a:ext cx="11304786" cy="1200016"/>
          </a:xfrm>
          <a:prstGeom prst="rect">
            <a:avLst/>
          </a:prstGeom>
          <a:noFill/>
          <a:ln>
            <a:noFill/>
          </a:ln>
        </p:spPr>
        <p:txBody>
          <a:bodyPr wrap="square" rtlCol="0">
            <a:spAutoFit/>
          </a:bodyPr>
          <a:lstStyle/>
          <a:p>
            <a:pPr algn="ctr" defTabSz="913943">
              <a:defRPr/>
            </a:pPr>
            <a:r>
              <a:rPr lang="en-IN" sz="2399" dirty="0">
                <a:solidFill>
                  <a:srgbClr val="FFFFFF"/>
                </a:solidFill>
                <a:latin typeface="Arial" panose="020B0604020202020204" pitchFamily="34" charset="0"/>
                <a:cs typeface="Arial" panose="020B0604020202020204" pitchFamily="34" charset="0"/>
              </a:rPr>
              <a:t>The training content and delivery of this presentation is confidential, and cannot be recorded, or copied and distributed to any third party, without the written consent of Anubhav Trainings</a:t>
            </a:r>
          </a:p>
        </p:txBody>
      </p:sp>
      <p:pic>
        <p:nvPicPr>
          <p:cNvPr id="9"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38062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EA8F6A9E-4911-4C13-BF00-4BE4386AE0F7}"/>
              </a:ext>
            </a:extLst>
          </p:cNvPr>
          <p:cNvSpPr/>
          <p:nvPr/>
        </p:nvSpPr>
        <p:spPr>
          <a:xfrm>
            <a:off x="1718111" y="1105227"/>
            <a:ext cx="4889619" cy="840385"/>
          </a:xfrm>
          <a:prstGeom prst="roundRect">
            <a:avLst>
              <a:gd name="adj" fmla="val 1815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Rectangle: Rounded Corners 35">
            <a:extLst>
              <a:ext uri="{FF2B5EF4-FFF2-40B4-BE49-F238E27FC236}">
                <a16:creationId xmlns:a16="http://schemas.microsoft.com/office/drawing/2014/main" id="{AF6E7713-5946-46A4-BF47-B37093B73CC4}"/>
              </a:ext>
            </a:extLst>
          </p:cNvPr>
          <p:cNvSpPr/>
          <p:nvPr/>
        </p:nvSpPr>
        <p:spPr>
          <a:xfrm>
            <a:off x="2134637" y="2352875"/>
            <a:ext cx="4889619" cy="840385"/>
          </a:xfrm>
          <a:prstGeom prst="roundRect">
            <a:avLst>
              <a:gd name="adj" fmla="val 1815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7" name="Rectangle: Rounded Corners 36">
            <a:extLst>
              <a:ext uri="{FF2B5EF4-FFF2-40B4-BE49-F238E27FC236}">
                <a16:creationId xmlns:a16="http://schemas.microsoft.com/office/drawing/2014/main" id="{5216E7A0-138C-422D-847B-06FB608C8E01}"/>
              </a:ext>
            </a:extLst>
          </p:cNvPr>
          <p:cNvSpPr/>
          <p:nvPr/>
        </p:nvSpPr>
        <p:spPr>
          <a:xfrm>
            <a:off x="2551163" y="3600523"/>
            <a:ext cx="4889619" cy="840385"/>
          </a:xfrm>
          <a:prstGeom prst="roundRect">
            <a:avLst>
              <a:gd name="adj" fmla="val 18154"/>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 name="Rectangle: Rounded Corners 37">
            <a:extLst>
              <a:ext uri="{FF2B5EF4-FFF2-40B4-BE49-F238E27FC236}">
                <a16:creationId xmlns:a16="http://schemas.microsoft.com/office/drawing/2014/main" id="{2E200DD0-D348-45E6-9B6B-43B966A8FF8C}"/>
              </a:ext>
            </a:extLst>
          </p:cNvPr>
          <p:cNvSpPr/>
          <p:nvPr/>
        </p:nvSpPr>
        <p:spPr>
          <a:xfrm>
            <a:off x="2967689" y="4848171"/>
            <a:ext cx="4889619" cy="840385"/>
          </a:xfrm>
          <a:prstGeom prst="roundRect">
            <a:avLst>
              <a:gd name="adj" fmla="val 18154"/>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3" name="Picture Placeholder 22">
            <a:extLst>
              <a:ext uri="{FF2B5EF4-FFF2-40B4-BE49-F238E27FC236}">
                <a16:creationId xmlns:a16="http://schemas.microsoft.com/office/drawing/2014/main" id="{58189288-4068-4B20-8FAB-92E0830D6B2E}"/>
              </a:ext>
            </a:extLst>
          </p:cNvPr>
          <p:cNvPicPr>
            <a:picLocks noGrp="1" noChangeAspect="1"/>
          </p:cNvPicPr>
          <p:nvPr>
            <p:ph type="pic" sz="quarter" idx="13"/>
          </p:nvPr>
        </p:nvPicPr>
        <p:blipFill rotWithShape="1">
          <a:blip r:embed="rId3">
            <a:extLst>
              <a:ext uri="{28A0092B-C50C-407E-A947-70E740481C1C}">
                <a14:useLocalDpi xmlns:a14="http://schemas.microsoft.com/office/drawing/2010/main" val="0"/>
              </a:ext>
            </a:extLst>
          </a:blip>
          <a:srcRect l="39725" t="7760" r="8472" b="4056"/>
          <a:stretch/>
        </p:blipFill>
        <p:spPr>
          <a:xfrm>
            <a:off x="-1" y="-1"/>
            <a:ext cx="5662364" cy="6858000"/>
          </a:xfrm>
          <a:effectLst>
            <a:outerShdw blurRad="368300" dist="254000" dir="20580000" algn="tl" rotWithShape="0">
              <a:prstClr val="black">
                <a:alpha val="20000"/>
              </a:prstClr>
            </a:outerShdw>
          </a:effectLst>
        </p:spPr>
      </p:pic>
      <p:sp>
        <p:nvSpPr>
          <p:cNvPr id="31" name="Freeform: Shape 30">
            <a:extLst>
              <a:ext uri="{FF2B5EF4-FFF2-40B4-BE49-F238E27FC236}">
                <a16:creationId xmlns:a16="http://schemas.microsoft.com/office/drawing/2014/main" id="{C536E1EE-C900-4048-90CA-E22FBE51EE3B}"/>
              </a:ext>
            </a:extLst>
          </p:cNvPr>
          <p:cNvSpPr/>
          <p:nvPr/>
        </p:nvSpPr>
        <p:spPr>
          <a:xfrm>
            <a:off x="1718111" y="-1"/>
            <a:ext cx="3989979" cy="6814397"/>
          </a:xfrm>
          <a:custGeom>
            <a:avLst/>
            <a:gdLst>
              <a:gd name="connsiteX0" fmla="*/ 0 w 3989979"/>
              <a:gd name="connsiteY0" fmla="*/ 0 h 6814397"/>
              <a:gd name="connsiteX1" fmla="*/ 1282220 w 3989979"/>
              <a:gd name="connsiteY1" fmla="*/ 0 h 6814397"/>
              <a:gd name="connsiteX2" fmla="*/ 1402006 w 3989979"/>
              <a:gd name="connsiteY2" fmla="*/ 94133 h 6814397"/>
              <a:gd name="connsiteX3" fmla="*/ 3989979 w 3989979"/>
              <a:gd name="connsiteY3" fmla="*/ 5581812 h 6814397"/>
              <a:gd name="connsiteX4" fmla="*/ 3908037 w 3989979"/>
              <a:gd name="connsiteY4" fmla="*/ 6664843 h 6814397"/>
              <a:gd name="connsiteX5" fmla="*/ 3881330 w 3989979"/>
              <a:gd name="connsiteY5" fmla="*/ 6814397 h 6814397"/>
              <a:gd name="connsiteX6" fmla="*/ 3889285 w 3989979"/>
              <a:gd name="connsiteY6" fmla="*/ 6709775 h 6814397"/>
              <a:gd name="connsiteX7" fmla="*/ 3898539 w 3989979"/>
              <a:gd name="connsiteY7" fmla="*/ 6343812 h 6814397"/>
              <a:gd name="connsiteX8" fmla="*/ 176735 w 3989979"/>
              <a:gd name="connsiteY8" fmla="*/ 90518 h 6814397"/>
              <a:gd name="connsiteX9" fmla="*/ 0 w 3989979"/>
              <a:gd name="connsiteY9" fmla="*/ 0 h 6814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989979" h="6814397">
                <a:moveTo>
                  <a:pt x="0" y="0"/>
                </a:moveTo>
                <a:lnTo>
                  <a:pt x="1282220" y="0"/>
                </a:lnTo>
                <a:lnTo>
                  <a:pt x="1402006" y="94133"/>
                </a:lnTo>
                <a:cubicBezTo>
                  <a:pt x="2982546" y="1398511"/>
                  <a:pt x="3989979" y="3372512"/>
                  <a:pt x="3989979" y="5581812"/>
                </a:cubicBezTo>
                <a:cubicBezTo>
                  <a:pt x="3989979" y="5950029"/>
                  <a:pt x="3961995" y="6311709"/>
                  <a:pt x="3908037" y="6664843"/>
                </a:cubicBezTo>
                <a:lnTo>
                  <a:pt x="3881330" y="6814397"/>
                </a:lnTo>
                <a:lnTo>
                  <a:pt x="3889285" y="6709775"/>
                </a:lnTo>
                <a:cubicBezTo>
                  <a:pt x="3895430" y="6588564"/>
                  <a:pt x="3898539" y="6466551"/>
                  <a:pt x="3898539" y="6343812"/>
                </a:cubicBezTo>
                <a:cubicBezTo>
                  <a:pt x="3898539" y="3643557"/>
                  <a:pt x="2393609" y="1294797"/>
                  <a:pt x="176735" y="90518"/>
                </a:cubicBezTo>
                <a:lnTo>
                  <a:pt x="0" y="0"/>
                </a:lnTo>
                <a:close/>
              </a:path>
            </a:pathLst>
          </a:custGeom>
          <a:gradFill flip="none" rotWithShape="1">
            <a:gsLst>
              <a:gs pos="3000">
                <a:schemeClr val="accent1"/>
              </a:gs>
              <a:gs pos="100000">
                <a:schemeClr val="accent4"/>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1" name="TextBox 40">
            <a:extLst>
              <a:ext uri="{FF2B5EF4-FFF2-40B4-BE49-F238E27FC236}">
                <a16:creationId xmlns:a16="http://schemas.microsoft.com/office/drawing/2014/main" id="{E3F0EA58-87FF-4FBD-A2F2-8C01EFEECAF2}"/>
              </a:ext>
            </a:extLst>
          </p:cNvPr>
          <p:cNvSpPr txBox="1"/>
          <p:nvPr/>
        </p:nvSpPr>
        <p:spPr>
          <a:xfrm>
            <a:off x="5619826" y="1202254"/>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01</a:t>
            </a:r>
          </a:p>
        </p:txBody>
      </p:sp>
      <p:sp>
        <p:nvSpPr>
          <p:cNvPr id="42" name="TextBox 41">
            <a:extLst>
              <a:ext uri="{FF2B5EF4-FFF2-40B4-BE49-F238E27FC236}">
                <a16:creationId xmlns:a16="http://schemas.microsoft.com/office/drawing/2014/main" id="{73592A37-8994-4267-A0A4-4F9D2B0CA640}"/>
              </a:ext>
            </a:extLst>
          </p:cNvPr>
          <p:cNvSpPr txBox="1"/>
          <p:nvPr/>
        </p:nvSpPr>
        <p:spPr>
          <a:xfrm>
            <a:off x="6032781" y="2449902"/>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02</a:t>
            </a:r>
          </a:p>
        </p:txBody>
      </p:sp>
      <p:sp>
        <p:nvSpPr>
          <p:cNvPr id="43" name="TextBox 42">
            <a:extLst>
              <a:ext uri="{FF2B5EF4-FFF2-40B4-BE49-F238E27FC236}">
                <a16:creationId xmlns:a16="http://schemas.microsoft.com/office/drawing/2014/main" id="{FF2E8B29-6A17-40BB-94A2-F4C43336C48C}"/>
              </a:ext>
            </a:extLst>
          </p:cNvPr>
          <p:cNvSpPr txBox="1"/>
          <p:nvPr/>
        </p:nvSpPr>
        <p:spPr>
          <a:xfrm>
            <a:off x="6475232" y="3697550"/>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03</a:t>
            </a:r>
          </a:p>
        </p:txBody>
      </p:sp>
      <p:sp>
        <p:nvSpPr>
          <p:cNvPr id="44" name="TextBox 43">
            <a:extLst>
              <a:ext uri="{FF2B5EF4-FFF2-40B4-BE49-F238E27FC236}">
                <a16:creationId xmlns:a16="http://schemas.microsoft.com/office/drawing/2014/main" id="{D9D30836-9CA2-4FC2-B426-C58A1B77DEBB}"/>
              </a:ext>
            </a:extLst>
          </p:cNvPr>
          <p:cNvSpPr txBox="1"/>
          <p:nvPr/>
        </p:nvSpPr>
        <p:spPr>
          <a:xfrm>
            <a:off x="6868523" y="4945198"/>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a:solidFill>
                  <a:schemeClr val="bg1"/>
                </a:solidFill>
                <a:latin typeface="Open Sans" panose="020B0606030504020204" pitchFamily="34" charset="0"/>
                <a:ea typeface="Open Sans" panose="020B0606030504020204" pitchFamily="34" charset="0"/>
                <a:cs typeface="Open Sans" panose="020B0606030504020204" pitchFamily="34" charset="0"/>
              </a:rPr>
              <a:t>04</a:t>
            </a:r>
            <a:endPar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5" name="Rectangle 44">
            <a:extLst>
              <a:ext uri="{FF2B5EF4-FFF2-40B4-BE49-F238E27FC236}">
                <a16:creationId xmlns:a16="http://schemas.microsoft.com/office/drawing/2014/main" id="{8D598D36-C5FC-4900-B880-D9AEBB01296E}"/>
              </a:ext>
            </a:extLst>
          </p:cNvPr>
          <p:cNvSpPr/>
          <p:nvPr/>
        </p:nvSpPr>
        <p:spPr>
          <a:xfrm>
            <a:off x="7255772" y="937725"/>
            <a:ext cx="2597506" cy="646331"/>
          </a:xfrm>
          <a:prstGeom prst="rect">
            <a:avLst/>
          </a:prstGeom>
        </p:spPr>
        <p:txBody>
          <a:bodyPr wrap="square" lIns="0" rIns="0" anchor="ctr">
            <a:spAutoFit/>
          </a:bodyPr>
          <a:lstStyle/>
          <a:p>
            <a:r>
              <a:rPr lang="en-IN" sz="1800" b="1" dirty="0">
                <a:solidFill>
                  <a:schemeClr val="accent3"/>
                </a:solidFill>
                <a:latin typeface="Open Sans" panose="020B0606030504020204" pitchFamily="34" charset="0"/>
                <a:ea typeface="Open Sans" panose="020B0606030504020204" pitchFamily="34" charset="0"/>
                <a:cs typeface="Open Sans" panose="020B0606030504020204" pitchFamily="34" charset="0"/>
              </a:rPr>
              <a:t>Fix the Composition issue</a:t>
            </a:r>
          </a:p>
        </p:txBody>
      </p:sp>
      <p:sp>
        <p:nvSpPr>
          <p:cNvPr id="49" name="Rectangle 48">
            <a:extLst>
              <a:ext uri="{FF2B5EF4-FFF2-40B4-BE49-F238E27FC236}">
                <a16:creationId xmlns:a16="http://schemas.microsoft.com/office/drawing/2014/main" id="{C0874C99-87AF-460C-9044-B8539EAC1769}"/>
              </a:ext>
            </a:extLst>
          </p:cNvPr>
          <p:cNvSpPr/>
          <p:nvPr/>
        </p:nvSpPr>
        <p:spPr>
          <a:xfrm>
            <a:off x="7712976" y="2234511"/>
            <a:ext cx="2597506" cy="646331"/>
          </a:xfrm>
          <a:prstGeom prst="rect">
            <a:avLst/>
          </a:prstGeom>
        </p:spPr>
        <p:txBody>
          <a:bodyPr wrap="square" lIns="0" rIns="0" anchor="ctr">
            <a:spAutoFit/>
          </a:bodyPr>
          <a:lstStyle/>
          <a:p>
            <a:r>
              <a:rPr lang="en-IN" sz="1800" b="1" dirty="0">
                <a:solidFill>
                  <a:schemeClr val="accent6">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Behavior Definition with CURD</a:t>
            </a:r>
          </a:p>
        </p:txBody>
      </p:sp>
      <p:sp>
        <p:nvSpPr>
          <p:cNvPr id="52" name="Rectangle 51">
            <a:extLst>
              <a:ext uri="{FF2B5EF4-FFF2-40B4-BE49-F238E27FC236}">
                <a16:creationId xmlns:a16="http://schemas.microsoft.com/office/drawing/2014/main" id="{20C13AF4-68B6-4226-9401-EDB6ED0540C2}"/>
              </a:ext>
            </a:extLst>
          </p:cNvPr>
          <p:cNvSpPr/>
          <p:nvPr/>
        </p:nvSpPr>
        <p:spPr>
          <a:xfrm>
            <a:off x="8207924" y="3739022"/>
            <a:ext cx="2597506" cy="369332"/>
          </a:xfrm>
          <a:prstGeom prst="rect">
            <a:avLst/>
          </a:prstGeom>
        </p:spPr>
        <p:txBody>
          <a:bodyPr wrap="square" lIns="0" rIns="0" anchor="ctr">
            <a:spAutoFit/>
          </a:bodyPr>
          <a:lstStyle/>
          <a:p>
            <a:r>
              <a:rPr lang="en-IN" sz="1800" b="1" dirty="0">
                <a:solidFill>
                  <a:schemeClr val="accent3"/>
                </a:solidFill>
                <a:latin typeface="Open Sans" panose="020B0606030504020204" pitchFamily="34" charset="0"/>
                <a:ea typeface="Open Sans" panose="020B0606030504020204" pitchFamily="34" charset="0"/>
                <a:cs typeface="Open Sans" panose="020B0606030504020204" pitchFamily="34" charset="0"/>
              </a:rPr>
              <a:t>EML</a:t>
            </a:r>
          </a:p>
        </p:txBody>
      </p:sp>
      <p:sp>
        <p:nvSpPr>
          <p:cNvPr id="55" name="Rectangle 54">
            <a:extLst>
              <a:ext uri="{FF2B5EF4-FFF2-40B4-BE49-F238E27FC236}">
                <a16:creationId xmlns:a16="http://schemas.microsoft.com/office/drawing/2014/main" id="{C08D0B4E-C408-458A-9E80-98D57A618BD5}"/>
              </a:ext>
            </a:extLst>
          </p:cNvPr>
          <p:cNvSpPr/>
          <p:nvPr/>
        </p:nvSpPr>
        <p:spPr>
          <a:xfrm>
            <a:off x="8554525" y="4986670"/>
            <a:ext cx="2597506" cy="369332"/>
          </a:xfrm>
          <a:prstGeom prst="rect">
            <a:avLst/>
          </a:prstGeom>
        </p:spPr>
        <p:txBody>
          <a:bodyPr wrap="square" lIns="0" rIns="0" anchor="ctr">
            <a:spAutoFit/>
          </a:bodyPr>
          <a:lstStyle/>
          <a:p>
            <a:r>
              <a:rPr lang="en-IN" sz="1800" b="1" dirty="0">
                <a:solidFill>
                  <a:schemeClr val="accent4"/>
                </a:solidFill>
                <a:latin typeface="Open Sans" panose="020B0606030504020204" pitchFamily="34" charset="0"/>
                <a:ea typeface="Open Sans" panose="020B0606030504020204" pitchFamily="34" charset="0"/>
                <a:cs typeface="Open Sans" panose="020B0606030504020204" pitchFamily="34" charset="0"/>
              </a:rPr>
              <a:t>Class Pool</a:t>
            </a:r>
          </a:p>
        </p:txBody>
      </p:sp>
      <p:pic>
        <p:nvPicPr>
          <p:cNvPr id="2" name="Picture 4">
            <a:extLst>
              <a:ext uri="{FF2B5EF4-FFF2-40B4-BE49-F238E27FC236}">
                <a16:creationId xmlns:a16="http://schemas.microsoft.com/office/drawing/2014/main" id="{0ABA602A-777F-01F1-3482-2AA689766F7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64161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11"/>
        <p:cNvGrpSpPr/>
        <p:nvPr/>
      </p:nvGrpSpPr>
      <p:grpSpPr>
        <a:xfrm>
          <a:off x="0" y="0"/>
          <a:ext cx="0" cy="0"/>
          <a:chOff x="0" y="0"/>
          <a:chExt cx="0" cy="0"/>
        </a:xfrm>
      </p:grpSpPr>
      <p:sp>
        <p:nvSpPr>
          <p:cNvPr id="1313" name="Google Shape;1313;p59"/>
          <p:cNvSpPr txBox="1"/>
          <p:nvPr/>
        </p:nvSpPr>
        <p:spPr>
          <a:xfrm>
            <a:off x="191294" y="895"/>
            <a:ext cx="11231710" cy="64616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Development Flow – Processor and Approver</a:t>
            </a:r>
            <a:endParaRPr sz="3599" dirty="0">
              <a:solidFill>
                <a:srgbClr val="FFC000"/>
              </a:solidFill>
              <a:latin typeface="Cooper Black" panose="0208090404030B020404" pitchFamily="18" charset="0"/>
              <a:ea typeface="Corben"/>
              <a:cs typeface="Corben"/>
              <a:sym typeface="Corben"/>
            </a:endParaRPr>
          </a:p>
        </p:txBody>
      </p:sp>
      <p:sp>
        <p:nvSpPr>
          <p:cNvPr id="1316" name="Google Shape;1316;p59"/>
          <p:cNvSpPr/>
          <p:nvPr/>
        </p:nvSpPr>
        <p:spPr>
          <a:xfrm>
            <a:off x="4438228" y="4869160"/>
            <a:ext cx="3096344" cy="1080120"/>
          </a:xfrm>
          <a:prstGeom prst="rect">
            <a:avLst/>
          </a:prstGeom>
          <a:solidFill>
            <a:srgbClr val="00B050"/>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Business Object (definition)</a:t>
            </a:r>
            <a:endParaRPr dirty="0"/>
          </a:p>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Includes the Travel, Booking and Booking Supplement CDS entities</a:t>
            </a:r>
            <a:endParaRPr dirty="0"/>
          </a:p>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100 fields</a:t>
            </a:r>
            <a:endParaRPr dirty="0"/>
          </a:p>
        </p:txBody>
      </p:sp>
      <p:sp>
        <p:nvSpPr>
          <p:cNvPr id="1317" name="Google Shape;1317;p59"/>
          <p:cNvSpPr/>
          <p:nvPr/>
        </p:nvSpPr>
        <p:spPr>
          <a:xfrm>
            <a:off x="405780" y="647098"/>
            <a:ext cx="3096344" cy="646203"/>
          </a:xfrm>
          <a:prstGeom prst="rect">
            <a:avLst/>
          </a:prstGeom>
          <a:solidFill>
            <a:srgbClr val="2F549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latin typeface="Calibri"/>
                <a:ea typeface="Calibri"/>
                <a:cs typeface="Calibri"/>
                <a:sym typeface="Calibri"/>
              </a:rPr>
              <a:t>Fiori App – Processor</a:t>
            </a:r>
            <a:endParaRPr dirty="0"/>
          </a:p>
          <a:p>
            <a:pPr marL="0" marR="0" lvl="0" indent="0" algn="ctr" rtl="0">
              <a:spcBef>
                <a:spcPts val="0"/>
              </a:spcBef>
              <a:spcAft>
                <a:spcPts val="0"/>
              </a:spcAft>
              <a:buNone/>
            </a:pPr>
            <a:r>
              <a:rPr lang="en-US" sz="1400" dirty="0">
                <a:solidFill>
                  <a:schemeClr val="lt1"/>
                </a:solidFill>
                <a:latin typeface="Calibri"/>
                <a:ea typeface="Calibri"/>
                <a:cs typeface="Calibri"/>
                <a:sym typeface="Calibri"/>
              </a:rPr>
              <a:t>Create, update, delete, copy travel</a:t>
            </a:r>
            <a:endParaRPr dirty="0"/>
          </a:p>
        </p:txBody>
      </p:sp>
      <p:sp>
        <p:nvSpPr>
          <p:cNvPr id="1318" name="Google Shape;1318;p59"/>
          <p:cNvSpPr/>
          <p:nvPr/>
        </p:nvSpPr>
        <p:spPr>
          <a:xfrm>
            <a:off x="8882191" y="691641"/>
            <a:ext cx="3024336" cy="646203"/>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Calibri"/>
                <a:ea typeface="Calibri"/>
                <a:cs typeface="Calibri"/>
                <a:sym typeface="Calibri"/>
              </a:rPr>
              <a:t>Fiori App – Approver</a:t>
            </a:r>
            <a:endParaRPr/>
          </a:p>
          <a:p>
            <a:pPr marL="0" marR="0" lvl="0" indent="0" algn="ctr" rtl="0">
              <a:spcBef>
                <a:spcPts val="0"/>
              </a:spcBef>
              <a:spcAft>
                <a:spcPts val="0"/>
              </a:spcAft>
              <a:buNone/>
            </a:pPr>
            <a:r>
              <a:rPr lang="en-US" sz="1400">
                <a:solidFill>
                  <a:schemeClr val="lt1"/>
                </a:solidFill>
                <a:latin typeface="Calibri"/>
                <a:ea typeface="Calibri"/>
                <a:cs typeface="Calibri"/>
                <a:sym typeface="Calibri"/>
              </a:rPr>
              <a:t>Display the travel request data</a:t>
            </a:r>
            <a:endParaRPr/>
          </a:p>
        </p:txBody>
      </p:sp>
      <p:sp>
        <p:nvSpPr>
          <p:cNvPr id="1319" name="Google Shape;1319;p59"/>
          <p:cNvSpPr/>
          <p:nvPr/>
        </p:nvSpPr>
        <p:spPr>
          <a:xfrm>
            <a:off x="456151" y="4849657"/>
            <a:ext cx="3024336" cy="1080120"/>
          </a:xfrm>
          <a:prstGeom prst="rect">
            <a:avLst/>
          </a:prstGeom>
          <a:solidFill>
            <a:srgbClr val="2F549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Business Object Projection</a:t>
            </a:r>
            <a:endParaRPr dirty="0"/>
          </a:p>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For Processor</a:t>
            </a:r>
            <a:endParaRPr dirty="0"/>
          </a:p>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30 fields to internet</a:t>
            </a:r>
            <a:endParaRPr dirty="0"/>
          </a:p>
        </p:txBody>
      </p:sp>
      <p:sp>
        <p:nvSpPr>
          <p:cNvPr id="1320" name="Google Shape;1320;p59"/>
          <p:cNvSpPr/>
          <p:nvPr/>
        </p:nvSpPr>
        <p:spPr>
          <a:xfrm>
            <a:off x="8882191" y="4869160"/>
            <a:ext cx="3024336" cy="1080120"/>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a:ea typeface="Calibri"/>
                <a:cs typeface="Calibri"/>
                <a:sym typeface="Calibri"/>
              </a:rPr>
              <a:t>Business Object Projection </a:t>
            </a:r>
            <a:endParaRPr/>
          </a:p>
          <a:p>
            <a:pPr marL="0" marR="0" lvl="0" indent="0" algn="ctr" rtl="0">
              <a:spcBef>
                <a:spcPts val="0"/>
              </a:spcBef>
              <a:spcAft>
                <a:spcPts val="0"/>
              </a:spcAft>
              <a:buNone/>
            </a:pPr>
            <a:r>
              <a:rPr lang="en-US" sz="1800">
                <a:solidFill>
                  <a:schemeClr val="lt1"/>
                </a:solidFill>
                <a:latin typeface="Calibri"/>
                <a:ea typeface="Calibri"/>
                <a:cs typeface="Calibri"/>
                <a:sym typeface="Calibri"/>
              </a:rPr>
              <a:t>For Approver</a:t>
            </a:r>
            <a:endParaRPr/>
          </a:p>
          <a:p>
            <a:pPr marL="0" marR="0" lvl="0" indent="0" algn="ctr" rtl="0">
              <a:spcBef>
                <a:spcPts val="0"/>
              </a:spcBef>
              <a:spcAft>
                <a:spcPts val="0"/>
              </a:spcAft>
              <a:buNone/>
            </a:pPr>
            <a:r>
              <a:rPr lang="en-US" sz="1800">
                <a:solidFill>
                  <a:schemeClr val="lt1"/>
                </a:solidFill>
                <a:latin typeface="Calibri"/>
                <a:ea typeface="Calibri"/>
                <a:cs typeface="Calibri"/>
                <a:sym typeface="Calibri"/>
              </a:rPr>
              <a:t>25 fields</a:t>
            </a:r>
            <a:endParaRPr/>
          </a:p>
        </p:txBody>
      </p:sp>
      <p:cxnSp>
        <p:nvCxnSpPr>
          <p:cNvPr id="1321" name="Google Shape;1321;p59"/>
          <p:cNvCxnSpPr>
            <a:stCxn id="1316" idx="1"/>
            <a:endCxn id="1319" idx="3"/>
          </p:cNvCxnSpPr>
          <p:nvPr/>
        </p:nvCxnSpPr>
        <p:spPr>
          <a:xfrm flipH="1" flipV="1">
            <a:off x="3480487" y="5389717"/>
            <a:ext cx="957741" cy="19503"/>
          </a:xfrm>
          <a:prstGeom prst="straightConnector1">
            <a:avLst/>
          </a:prstGeom>
          <a:noFill/>
          <a:ln w="9525" cap="flat" cmpd="sng">
            <a:solidFill>
              <a:schemeClr val="accent1"/>
            </a:solidFill>
            <a:prstDash val="solid"/>
            <a:miter lim="800000"/>
            <a:headEnd type="none" w="sm" len="sm"/>
            <a:tailEnd type="triangle" w="med" len="med"/>
          </a:ln>
        </p:spPr>
      </p:cxnSp>
      <p:cxnSp>
        <p:nvCxnSpPr>
          <p:cNvPr id="1322" name="Google Shape;1322;p59"/>
          <p:cNvCxnSpPr>
            <a:stCxn id="1316" idx="3"/>
            <a:endCxn id="1320" idx="1"/>
          </p:cNvCxnSpPr>
          <p:nvPr/>
        </p:nvCxnSpPr>
        <p:spPr>
          <a:xfrm>
            <a:off x="7534572" y="5409220"/>
            <a:ext cx="1347600" cy="0"/>
          </a:xfrm>
          <a:prstGeom prst="straightConnector1">
            <a:avLst/>
          </a:prstGeom>
          <a:noFill/>
          <a:ln w="9525" cap="flat" cmpd="sng">
            <a:solidFill>
              <a:schemeClr val="accent1"/>
            </a:solidFill>
            <a:prstDash val="solid"/>
            <a:miter lim="800000"/>
            <a:headEnd type="none" w="sm" len="sm"/>
            <a:tailEnd type="triangle" w="med" len="med"/>
          </a:ln>
        </p:spPr>
      </p:cxnSp>
      <p:sp>
        <p:nvSpPr>
          <p:cNvPr id="1323" name="Google Shape;1323;p59"/>
          <p:cNvSpPr/>
          <p:nvPr/>
        </p:nvSpPr>
        <p:spPr>
          <a:xfrm>
            <a:off x="405780" y="2132856"/>
            <a:ext cx="3024336" cy="720080"/>
          </a:xfrm>
          <a:prstGeom prst="rect">
            <a:avLst/>
          </a:prstGeom>
          <a:solidFill>
            <a:srgbClr val="2F549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MDE for Processor Projection</a:t>
            </a:r>
            <a:endParaRPr dirty="0"/>
          </a:p>
        </p:txBody>
      </p:sp>
      <p:sp>
        <p:nvSpPr>
          <p:cNvPr id="1324" name="Google Shape;1324;p59"/>
          <p:cNvSpPr/>
          <p:nvPr/>
        </p:nvSpPr>
        <p:spPr>
          <a:xfrm>
            <a:off x="8882191" y="2155416"/>
            <a:ext cx="3024336" cy="720080"/>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MDE for approver Projection</a:t>
            </a:r>
            <a:endParaRPr dirty="0"/>
          </a:p>
        </p:txBody>
      </p:sp>
      <p:cxnSp>
        <p:nvCxnSpPr>
          <p:cNvPr id="1325" name="Google Shape;1325;p59"/>
          <p:cNvCxnSpPr>
            <a:stCxn id="1319" idx="0"/>
            <a:endCxn id="1323" idx="2"/>
          </p:cNvCxnSpPr>
          <p:nvPr/>
        </p:nvCxnSpPr>
        <p:spPr>
          <a:xfrm flipH="1" flipV="1">
            <a:off x="1917948" y="2852936"/>
            <a:ext cx="50371" cy="1996721"/>
          </a:xfrm>
          <a:prstGeom prst="straightConnector1">
            <a:avLst/>
          </a:prstGeom>
          <a:noFill/>
          <a:ln w="9525" cap="flat" cmpd="sng">
            <a:solidFill>
              <a:schemeClr val="accent1"/>
            </a:solidFill>
            <a:prstDash val="solid"/>
            <a:miter lim="800000"/>
            <a:headEnd type="none" w="sm" len="sm"/>
            <a:tailEnd type="triangle" w="med" len="med"/>
          </a:ln>
        </p:spPr>
      </p:cxnSp>
      <p:cxnSp>
        <p:nvCxnSpPr>
          <p:cNvPr id="1326" name="Google Shape;1326;p59"/>
          <p:cNvCxnSpPr>
            <a:stCxn id="1320" idx="0"/>
            <a:endCxn id="1324" idx="2"/>
          </p:cNvCxnSpPr>
          <p:nvPr/>
        </p:nvCxnSpPr>
        <p:spPr>
          <a:xfrm rot="10800000">
            <a:off x="10394359" y="2875360"/>
            <a:ext cx="0" cy="1993800"/>
          </a:xfrm>
          <a:prstGeom prst="straightConnector1">
            <a:avLst/>
          </a:prstGeom>
          <a:noFill/>
          <a:ln w="9525" cap="flat" cmpd="sng">
            <a:solidFill>
              <a:schemeClr val="accent1"/>
            </a:solidFill>
            <a:prstDash val="solid"/>
            <a:miter lim="800000"/>
            <a:headEnd type="none" w="sm" len="sm"/>
            <a:tailEnd type="triangle" w="med" len="med"/>
          </a:ln>
        </p:spPr>
      </p:cxnSp>
      <p:sp>
        <p:nvSpPr>
          <p:cNvPr id="1327" name="Google Shape;1327;p59"/>
          <p:cNvSpPr/>
          <p:nvPr/>
        </p:nvSpPr>
        <p:spPr>
          <a:xfrm>
            <a:off x="405780" y="1412776"/>
            <a:ext cx="1584176" cy="600605"/>
          </a:xfrm>
          <a:prstGeom prst="rect">
            <a:avLst/>
          </a:prstGeom>
          <a:solidFill>
            <a:srgbClr val="2F549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lt1"/>
                </a:solidFill>
                <a:latin typeface="Calibri"/>
                <a:ea typeface="Calibri"/>
                <a:cs typeface="Calibri"/>
                <a:sym typeface="Calibri"/>
              </a:rPr>
              <a:t>Service definition</a:t>
            </a:r>
            <a:endParaRPr/>
          </a:p>
        </p:txBody>
      </p:sp>
      <p:sp>
        <p:nvSpPr>
          <p:cNvPr id="1328" name="Google Shape;1328;p59"/>
          <p:cNvSpPr/>
          <p:nvPr/>
        </p:nvSpPr>
        <p:spPr>
          <a:xfrm>
            <a:off x="2061964" y="1416237"/>
            <a:ext cx="1440160" cy="600605"/>
          </a:xfrm>
          <a:prstGeom prst="rect">
            <a:avLst/>
          </a:prstGeom>
          <a:solidFill>
            <a:srgbClr val="2F549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Service Binding</a:t>
            </a:r>
            <a:endParaRPr dirty="0"/>
          </a:p>
        </p:txBody>
      </p:sp>
      <p:sp>
        <p:nvSpPr>
          <p:cNvPr id="1329" name="Google Shape;1329;p59"/>
          <p:cNvSpPr/>
          <p:nvPr/>
        </p:nvSpPr>
        <p:spPr>
          <a:xfrm>
            <a:off x="8855026" y="1464670"/>
            <a:ext cx="1584176" cy="600605"/>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lt1"/>
                </a:solidFill>
                <a:latin typeface="Calibri"/>
                <a:ea typeface="Calibri"/>
                <a:cs typeface="Calibri"/>
                <a:sym typeface="Calibri"/>
              </a:rPr>
              <a:t>Service definition</a:t>
            </a:r>
            <a:endParaRPr/>
          </a:p>
        </p:txBody>
      </p:sp>
      <p:sp>
        <p:nvSpPr>
          <p:cNvPr id="1330" name="Google Shape;1330;p59"/>
          <p:cNvSpPr/>
          <p:nvPr/>
        </p:nvSpPr>
        <p:spPr>
          <a:xfrm>
            <a:off x="10511210" y="1468131"/>
            <a:ext cx="1440160" cy="600605"/>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lt1"/>
                </a:solidFill>
                <a:latin typeface="Calibri"/>
                <a:ea typeface="Calibri"/>
                <a:cs typeface="Calibri"/>
                <a:sym typeface="Calibri"/>
              </a:rPr>
              <a:t>Service Binding</a:t>
            </a:r>
            <a:endParaRPr/>
          </a:p>
        </p:txBody>
      </p:sp>
      <p:pic>
        <p:nvPicPr>
          <p:cNvPr id="1332" name="Google Shape;1332;p59" descr="A green circle with a white tick in it&#10;&#10;Description automatically generated"/>
          <p:cNvPicPr preferRelativeResize="0"/>
          <p:nvPr/>
        </p:nvPicPr>
        <p:blipFill rotWithShape="1">
          <a:blip r:embed="rId3">
            <a:alphaModFix/>
          </a:blip>
          <a:srcRect/>
          <a:stretch/>
        </p:blipFill>
        <p:spPr>
          <a:xfrm>
            <a:off x="66713" y="6379793"/>
            <a:ext cx="457206" cy="457206"/>
          </a:xfrm>
          <a:prstGeom prst="rect">
            <a:avLst/>
          </a:prstGeom>
          <a:noFill/>
          <a:ln>
            <a:noFill/>
          </a:ln>
        </p:spPr>
      </p:pic>
      <p:sp>
        <p:nvSpPr>
          <p:cNvPr id="1336" name="Google Shape;1336;p59"/>
          <p:cNvSpPr/>
          <p:nvPr/>
        </p:nvSpPr>
        <p:spPr>
          <a:xfrm>
            <a:off x="4418057" y="3560437"/>
            <a:ext cx="3096344" cy="1080120"/>
          </a:xfrm>
          <a:prstGeom prst="rect">
            <a:avLst/>
          </a:prstGeom>
          <a:solidFill>
            <a:srgbClr val="00B050"/>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Behavior Definition (BDEF)</a:t>
            </a:r>
            <a:endParaRPr dirty="0"/>
          </a:p>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Tell RAP framework regarding our operations which needs to be supported for BO (managed)</a:t>
            </a:r>
            <a:endParaRPr dirty="0"/>
          </a:p>
        </p:txBody>
      </p:sp>
      <p:sp>
        <p:nvSpPr>
          <p:cNvPr id="1337" name="Google Shape;1337;p59"/>
          <p:cNvSpPr/>
          <p:nvPr/>
        </p:nvSpPr>
        <p:spPr>
          <a:xfrm>
            <a:off x="405780" y="3555658"/>
            <a:ext cx="3024336" cy="1080120"/>
          </a:xfrm>
          <a:prstGeom prst="rect">
            <a:avLst/>
          </a:prstGeom>
          <a:solidFill>
            <a:srgbClr val="2F549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BDEF Projection</a:t>
            </a:r>
            <a:endParaRPr dirty="0"/>
          </a:p>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For Processor</a:t>
            </a:r>
            <a:endParaRPr dirty="0"/>
          </a:p>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Expose what is needed by a processor role in company</a:t>
            </a:r>
            <a:endParaRPr dirty="0"/>
          </a:p>
        </p:txBody>
      </p:sp>
      <p:cxnSp>
        <p:nvCxnSpPr>
          <p:cNvPr id="1338" name="Google Shape;1338;p59"/>
          <p:cNvCxnSpPr/>
          <p:nvPr/>
        </p:nvCxnSpPr>
        <p:spPr>
          <a:xfrm rot="10800000">
            <a:off x="3409945" y="4095718"/>
            <a:ext cx="1008112" cy="0"/>
          </a:xfrm>
          <a:prstGeom prst="straightConnector1">
            <a:avLst/>
          </a:prstGeom>
          <a:noFill/>
          <a:ln w="9525" cap="flat" cmpd="sng">
            <a:solidFill>
              <a:schemeClr val="accent1"/>
            </a:solidFill>
            <a:prstDash val="solid"/>
            <a:miter lim="800000"/>
            <a:headEnd type="none" w="sm" len="sm"/>
            <a:tailEnd type="triangle" w="med" len="med"/>
          </a:ln>
        </p:spPr>
      </p:cxnSp>
      <p:sp>
        <p:nvSpPr>
          <p:cNvPr id="1339" name="Google Shape;1339;p59"/>
          <p:cNvSpPr/>
          <p:nvPr/>
        </p:nvSpPr>
        <p:spPr>
          <a:xfrm>
            <a:off x="8853228" y="3557570"/>
            <a:ext cx="3024336" cy="1080120"/>
          </a:xfrm>
          <a:prstGeom prst="rect">
            <a:avLst/>
          </a:prstGeom>
          <a:solidFill>
            <a:srgbClr val="2F549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a:ea typeface="Calibri"/>
                <a:cs typeface="Calibri"/>
                <a:sym typeface="Calibri"/>
              </a:rPr>
              <a:t>BDEF Projection</a:t>
            </a:r>
            <a:endParaRPr/>
          </a:p>
          <a:p>
            <a:pPr marL="0" marR="0" lvl="0" indent="0" algn="ctr" rtl="0">
              <a:spcBef>
                <a:spcPts val="0"/>
              </a:spcBef>
              <a:spcAft>
                <a:spcPts val="0"/>
              </a:spcAft>
              <a:buNone/>
            </a:pPr>
            <a:r>
              <a:rPr lang="en-US" sz="1800">
                <a:solidFill>
                  <a:schemeClr val="lt1"/>
                </a:solidFill>
                <a:latin typeface="Calibri"/>
                <a:ea typeface="Calibri"/>
                <a:cs typeface="Calibri"/>
                <a:sym typeface="Calibri"/>
              </a:rPr>
              <a:t>For Approver</a:t>
            </a:r>
            <a:endParaRPr/>
          </a:p>
          <a:p>
            <a:pPr marL="0" marR="0" lvl="0" indent="0" algn="ctr" rtl="0">
              <a:spcBef>
                <a:spcPts val="0"/>
              </a:spcBef>
              <a:spcAft>
                <a:spcPts val="0"/>
              </a:spcAft>
              <a:buNone/>
            </a:pPr>
            <a:r>
              <a:rPr lang="en-US" sz="1800">
                <a:solidFill>
                  <a:schemeClr val="lt1"/>
                </a:solidFill>
                <a:latin typeface="Calibri"/>
                <a:ea typeface="Calibri"/>
                <a:cs typeface="Calibri"/>
                <a:sym typeface="Calibri"/>
              </a:rPr>
              <a:t>Expose what is needed by a approver role in company</a:t>
            </a:r>
            <a:endParaRPr/>
          </a:p>
        </p:txBody>
      </p:sp>
      <p:cxnSp>
        <p:nvCxnSpPr>
          <p:cNvPr id="1340" name="Google Shape;1340;p59"/>
          <p:cNvCxnSpPr/>
          <p:nvPr/>
        </p:nvCxnSpPr>
        <p:spPr>
          <a:xfrm>
            <a:off x="7462564" y="4095718"/>
            <a:ext cx="1347619" cy="0"/>
          </a:xfrm>
          <a:prstGeom prst="straightConnector1">
            <a:avLst/>
          </a:prstGeom>
          <a:noFill/>
          <a:ln w="9525" cap="flat" cmpd="sng">
            <a:solidFill>
              <a:schemeClr val="accent1"/>
            </a:solidFill>
            <a:prstDash val="solid"/>
            <a:miter lim="800000"/>
            <a:headEnd type="none" w="sm" len="sm"/>
            <a:tailEnd type="triangle" w="med" len="med"/>
          </a:ln>
        </p:spPr>
      </p:cxnSp>
      <p:sp>
        <p:nvSpPr>
          <p:cNvPr id="38"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pic>
        <p:nvPicPr>
          <p:cNvPr id="39"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pic>
        <p:nvPicPr>
          <p:cNvPr id="2" name="Google Shape;1332;p59" descr="A green circle with a white tick in it&#10;&#10;Description automatically generated">
            <a:extLst>
              <a:ext uri="{FF2B5EF4-FFF2-40B4-BE49-F238E27FC236}">
                <a16:creationId xmlns:a16="http://schemas.microsoft.com/office/drawing/2014/main" id="{76005F72-69C8-C4DF-6236-CD65A73A64F2}"/>
              </a:ext>
            </a:extLst>
          </p:cNvPr>
          <p:cNvPicPr preferRelativeResize="0"/>
          <p:nvPr/>
        </p:nvPicPr>
        <p:blipFill rotWithShape="1">
          <a:blip r:embed="rId3">
            <a:alphaModFix/>
          </a:blip>
          <a:srcRect/>
          <a:stretch/>
        </p:blipFill>
        <p:spPr>
          <a:xfrm>
            <a:off x="4251052" y="4751995"/>
            <a:ext cx="457206" cy="457206"/>
          </a:xfrm>
          <a:prstGeom prst="rect">
            <a:avLst/>
          </a:prstGeom>
          <a:noFill/>
          <a:ln>
            <a:noFill/>
          </a:ln>
        </p:spPr>
      </p:pic>
      <p:pic>
        <p:nvPicPr>
          <p:cNvPr id="3" name="Google Shape;1332;p59" descr="A green circle with a white tick in it&#10;&#10;Description automatically generated">
            <a:extLst>
              <a:ext uri="{FF2B5EF4-FFF2-40B4-BE49-F238E27FC236}">
                <a16:creationId xmlns:a16="http://schemas.microsoft.com/office/drawing/2014/main" id="{D433512C-334B-79D8-0205-26E3E32A1624}"/>
              </a:ext>
            </a:extLst>
          </p:cNvPr>
          <p:cNvPicPr preferRelativeResize="0"/>
          <p:nvPr/>
        </p:nvPicPr>
        <p:blipFill rotWithShape="1">
          <a:blip r:embed="rId3">
            <a:alphaModFix/>
          </a:blip>
          <a:srcRect/>
          <a:stretch/>
        </p:blipFill>
        <p:spPr>
          <a:xfrm>
            <a:off x="185083" y="4697257"/>
            <a:ext cx="457206" cy="457206"/>
          </a:xfrm>
          <a:prstGeom prst="rect">
            <a:avLst/>
          </a:prstGeom>
          <a:noFill/>
          <a:ln>
            <a:noFill/>
          </a:ln>
        </p:spPr>
      </p:pic>
      <p:pic>
        <p:nvPicPr>
          <p:cNvPr id="4" name="Google Shape;1332;p59" descr="A green circle with a white tick in it&#10;&#10;Description automatically generated">
            <a:extLst>
              <a:ext uri="{FF2B5EF4-FFF2-40B4-BE49-F238E27FC236}">
                <a16:creationId xmlns:a16="http://schemas.microsoft.com/office/drawing/2014/main" id="{C8D99C57-AF8A-034A-BCD2-15E06CACA78F}"/>
              </a:ext>
            </a:extLst>
          </p:cNvPr>
          <p:cNvPicPr preferRelativeResize="0"/>
          <p:nvPr/>
        </p:nvPicPr>
        <p:blipFill rotWithShape="1">
          <a:blip r:embed="rId3">
            <a:alphaModFix/>
          </a:blip>
          <a:srcRect/>
          <a:stretch/>
        </p:blipFill>
        <p:spPr>
          <a:xfrm>
            <a:off x="66713" y="1349779"/>
            <a:ext cx="457206" cy="457206"/>
          </a:xfrm>
          <a:prstGeom prst="rect">
            <a:avLst/>
          </a:prstGeom>
          <a:noFill/>
          <a:ln>
            <a:noFill/>
          </a:ln>
        </p:spPr>
      </p:pic>
      <p:pic>
        <p:nvPicPr>
          <p:cNvPr id="5" name="Google Shape;1332;p59" descr="A green circle with a white tick in it&#10;&#10;Description automatically generated">
            <a:extLst>
              <a:ext uri="{FF2B5EF4-FFF2-40B4-BE49-F238E27FC236}">
                <a16:creationId xmlns:a16="http://schemas.microsoft.com/office/drawing/2014/main" id="{656DB8F6-91C7-21B3-0F00-95D751F37CCF}"/>
              </a:ext>
            </a:extLst>
          </p:cNvPr>
          <p:cNvPicPr preferRelativeResize="0"/>
          <p:nvPr/>
        </p:nvPicPr>
        <p:blipFill rotWithShape="1">
          <a:blip r:embed="rId3">
            <a:alphaModFix/>
          </a:blip>
          <a:srcRect/>
          <a:stretch/>
        </p:blipFill>
        <p:spPr>
          <a:xfrm>
            <a:off x="3393023" y="1315991"/>
            <a:ext cx="457206" cy="457206"/>
          </a:xfrm>
          <a:prstGeom prst="rect">
            <a:avLst/>
          </a:prstGeom>
          <a:noFill/>
          <a:ln>
            <a:noFill/>
          </a:ln>
        </p:spPr>
      </p:pic>
      <mc:AlternateContent xmlns:mc="http://schemas.openxmlformats.org/markup-compatibility/2006" xmlns:p14="http://schemas.microsoft.com/office/powerpoint/2010/main">
        <mc:Choice Requires="p14">
          <p:contentPart p14:bwMode="auto" r:id="rId5">
            <p14:nvContentPartPr>
              <p14:cNvPr id="8" name="Ink 7">
                <a:extLst>
                  <a:ext uri="{FF2B5EF4-FFF2-40B4-BE49-F238E27FC236}">
                    <a16:creationId xmlns:a16="http://schemas.microsoft.com/office/drawing/2014/main" id="{83E4538C-8F61-FA7C-1202-5A3FBA8FFDCE}"/>
                  </a:ext>
                </a:extLst>
              </p14:cNvPr>
              <p14:cNvContentPartPr/>
              <p14:nvPr/>
            </p14:nvContentPartPr>
            <p14:xfrm>
              <a:off x="288292" y="6615382"/>
              <a:ext cx="360" cy="360"/>
            </p14:xfrm>
          </p:contentPart>
        </mc:Choice>
        <mc:Fallback xmlns="">
          <p:pic>
            <p:nvPicPr>
              <p:cNvPr id="8" name="Ink 7">
                <a:extLst>
                  <a:ext uri="{FF2B5EF4-FFF2-40B4-BE49-F238E27FC236}">
                    <a16:creationId xmlns:a16="http://schemas.microsoft.com/office/drawing/2014/main" id="{83E4538C-8F61-FA7C-1202-5A3FBA8FFDCE}"/>
                  </a:ext>
                </a:extLst>
              </p:cNvPr>
              <p:cNvPicPr/>
              <p:nvPr/>
            </p:nvPicPr>
            <p:blipFill>
              <a:blip r:embed="rId6"/>
              <a:stretch>
                <a:fillRect/>
              </a:stretch>
            </p:blipFill>
            <p:spPr>
              <a:xfrm>
                <a:off x="279292" y="6606382"/>
                <a:ext cx="18000" cy="18000"/>
              </a:xfrm>
              <a:prstGeom prst="rect">
                <a:avLst/>
              </a:prstGeom>
            </p:spPr>
          </p:pic>
        </mc:Fallback>
      </mc:AlternateContent>
      <p:pic>
        <p:nvPicPr>
          <p:cNvPr id="9" name="Google Shape;1332;p59" descr="A green circle with a white tick in it&#10;&#10;Description automatically generated">
            <a:extLst>
              <a:ext uri="{FF2B5EF4-FFF2-40B4-BE49-F238E27FC236}">
                <a16:creationId xmlns:a16="http://schemas.microsoft.com/office/drawing/2014/main" id="{EB2B8A03-3D4F-8C68-8797-C5726F10CDE5}"/>
              </a:ext>
            </a:extLst>
          </p:cNvPr>
          <p:cNvPicPr preferRelativeResize="0"/>
          <p:nvPr/>
        </p:nvPicPr>
        <p:blipFill rotWithShape="1">
          <a:blip r:embed="rId3">
            <a:alphaModFix/>
          </a:blip>
          <a:srcRect/>
          <a:stretch/>
        </p:blipFill>
        <p:spPr>
          <a:xfrm>
            <a:off x="37565" y="2016842"/>
            <a:ext cx="457206" cy="457206"/>
          </a:xfrm>
          <a:prstGeom prst="rect">
            <a:avLst/>
          </a:prstGeom>
          <a:noFill/>
          <a:ln>
            <a:noFill/>
          </a:ln>
        </p:spPr>
      </p:pic>
      <p:pic>
        <p:nvPicPr>
          <p:cNvPr id="17" name="Google Shape;1332;p59" descr="A green circle with a white tick in it&#10;&#10;Description automatically generated">
            <a:extLst>
              <a:ext uri="{FF2B5EF4-FFF2-40B4-BE49-F238E27FC236}">
                <a16:creationId xmlns:a16="http://schemas.microsoft.com/office/drawing/2014/main" id="{9456DD62-E612-424E-A9E7-4EDE8D9FC8EA}"/>
              </a:ext>
            </a:extLst>
          </p:cNvPr>
          <p:cNvPicPr preferRelativeResize="0"/>
          <p:nvPr/>
        </p:nvPicPr>
        <p:blipFill rotWithShape="1">
          <a:blip r:embed="rId3">
            <a:alphaModFix/>
          </a:blip>
          <a:srcRect/>
          <a:stretch/>
        </p:blipFill>
        <p:spPr>
          <a:xfrm>
            <a:off x="4167932" y="3297563"/>
            <a:ext cx="457206" cy="457206"/>
          </a:xfrm>
          <a:prstGeom prst="rect">
            <a:avLst/>
          </a:prstGeom>
          <a:noFill/>
          <a:ln>
            <a:noFill/>
          </a:ln>
        </p:spPr>
      </p:pic>
      <p:pic>
        <p:nvPicPr>
          <p:cNvPr id="18" name="Google Shape;1332;p59" descr="A green circle with a white tick in it&#10;&#10;Description automatically generated">
            <a:extLst>
              <a:ext uri="{FF2B5EF4-FFF2-40B4-BE49-F238E27FC236}">
                <a16:creationId xmlns:a16="http://schemas.microsoft.com/office/drawing/2014/main" id="{0E781AA4-F586-5949-45AC-04FBD96A68CE}"/>
              </a:ext>
            </a:extLst>
          </p:cNvPr>
          <p:cNvPicPr preferRelativeResize="0"/>
          <p:nvPr/>
        </p:nvPicPr>
        <p:blipFill rotWithShape="1">
          <a:blip r:embed="rId3">
            <a:alphaModFix/>
          </a:blip>
          <a:srcRect/>
          <a:stretch/>
        </p:blipFill>
        <p:spPr>
          <a:xfrm>
            <a:off x="185083" y="3394090"/>
            <a:ext cx="457206" cy="45720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1CCC554-5F5F-4C41-842A-E233080CC55E}"/>
              </a:ext>
            </a:extLst>
          </p:cNvPr>
          <p:cNvSpPr>
            <a:spLocks noGrp="1"/>
          </p:cNvSpPr>
          <p:nvPr>
            <p:ph type="sldNum" sz="quarter" idx="12"/>
          </p:nvPr>
        </p:nvSpPr>
        <p:spPr>
          <a:xfrm>
            <a:off x="11701102" y="6446501"/>
            <a:ext cx="330114" cy="366087"/>
          </a:xfrm>
        </p:spPr>
        <p:txBody>
          <a:bodyPr/>
          <a:lstStyle/>
          <a:p>
            <a:fld id="{96E69268-9C8B-4EBF-A9EE-DC5DC2D48DC3}" type="slidenum">
              <a:rPr lang="en-US" sz="1333"/>
              <a:pPr/>
              <a:t>5</a:t>
            </a:fld>
            <a:endParaRPr lang="en-US" sz="1333" dirty="0">
              <a:latin typeface="Segoe UI Black" panose="020B0A02040204020203" pitchFamily="34" charset="0"/>
              <a:ea typeface="Segoe UI Black" panose="020B0A02040204020203" pitchFamily="34" charset="0"/>
            </a:endParaRPr>
          </a:p>
        </p:txBody>
      </p:sp>
      <p:sp>
        <p:nvSpPr>
          <p:cNvPr id="87" name="TextBox 86">
            <a:extLst>
              <a:ext uri="{FF2B5EF4-FFF2-40B4-BE49-F238E27FC236}">
                <a16:creationId xmlns:a16="http://schemas.microsoft.com/office/drawing/2014/main" id="{A775FDA3-5EF9-E28D-894C-872BB03E42EE}"/>
              </a:ext>
            </a:extLst>
          </p:cNvPr>
          <p:cNvSpPr txBox="1"/>
          <p:nvPr/>
        </p:nvSpPr>
        <p:spPr>
          <a:xfrm>
            <a:off x="224979" y="788088"/>
            <a:ext cx="11806237" cy="2031325"/>
          </a:xfrm>
          <a:prstGeom prst="rect">
            <a:avLst/>
          </a:prstGeom>
          <a:noFill/>
        </p:spPr>
        <p:txBody>
          <a:bodyPr wrap="square" rtlCol="0">
            <a:spAutoFit/>
          </a:bodyPr>
          <a:lstStyle/>
          <a:p>
            <a:r>
              <a:rPr lang="en-US" sz="1800" dirty="0"/>
              <a:t>As an application developer we want to determine which entities of our BO needs to allow create-, update-, delete- operations. Apart from that which properties of BO are allowed to be mandatory, read only, creatable, updatable. We can also control the availability of our data actions.</a:t>
            </a:r>
          </a:p>
          <a:p>
            <a:r>
              <a:rPr lang="en-US" sz="1800" dirty="0"/>
              <a:t>In RAP, feature controls are of 2 types:</a:t>
            </a:r>
          </a:p>
          <a:p>
            <a:pPr marL="342900" indent="-342900">
              <a:buAutoNum type="arabicPeriod"/>
            </a:pPr>
            <a:r>
              <a:rPr lang="en-US" sz="1800" dirty="0"/>
              <a:t>Static feature control – are specified at the level of behavior definition only. Statically declared and easy to implement.</a:t>
            </a:r>
          </a:p>
          <a:p>
            <a:pPr marL="342900" indent="-342900">
              <a:buAutoNum type="arabicPeriod"/>
            </a:pPr>
            <a:r>
              <a:rPr lang="en-US" sz="1800" dirty="0"/>
              <a:t>Dynamic feature control – complex to implement for more complex requirements. They require a mandatory implementation in BIMP class. We use keyword </a:t>
            </a:r>
            <a:r>
              <a:rPr lang="en-US" sz="1800" b="1" dirty="0" err="1"/>
              <a:t>features:instance</a:t>
            </a:r>
            <a:endParaRPr lang="en-IN" sz="1800" b="1" dirty="0"/>
          </a:p>
        </p:txBody>
      </p:sp>
      <p:sp>
        <p:nvSpPr>
          <p:cNvPr id="90" name="TextBox 89">
            <a:extLst>
              <a:ext uri="{FF2B5EF4-FFF2-40B4-BE49-F238E27FC236}">
                <a16:creationId xmlns:a16="http://schemas.microsoft.com/office/drawing/2014/main" id="{C8312175-0071-5A91-06A9-3499F67EC833}"/>
              </a:ext>
            </a:extLst>
          </p:cNvPr>
          <p:cNvSpPr txBox="1"/>
          <p:nvPr/>
        </p:nvSpPr>
        <p:spPr>
          <a:xfrm>
            <a:off x="191294" y="895"/>
            <a:ext cx="11231710" cy="646203"/>
          </a:xfrm>
          <a:prstGeom prst="rect">
            <a:avLst/>
          </a:prstGeom>
          <a:noFill/>
        </p:spPr>
        <p:txBody>
          <a:bodyPr wrap="square" rtlCol="0">
            <a:spAutoFit/>
          </a:bodyPr>
          <a:lstStyle/>
          <a:p>
            <a:r>
              <a:rPr lang="en-US" sz="3599" dirty="0">
                <a:latin typeface="Cooper Black" panose="0208090404030B020404" pitchFamily="18" charset="0"/>
              </a:rPr>
              <a:t>Feature Control</a:t>
            </a:r>
            <a:endParaRPr lang="en-IN" sz="3599" dirty="0">
              <a:latin typeface="Cooper Black" panose="0208090404030B020404" pitchFamily="18" charset="0"/>
            </a:endParaRPr>
          </a:p>
        </p:txBody>
      </p:sp>
      <p:sp>
        <p:nvSpPr>
          <p:cNvPr id="2" name="TextBox 1">
            <a:extLst>
              <a:ext uri="{FF2B5EF4-FFF2-40B4-BE49-F238E27FC236}">
                <a16:creationId xmlns:a16="http://schemas.microsoft.com/office/drawing/2014/main" id="{0B33C8CC-0F2E-5DA3-7FA8-B6BA9EE56AA2}"/>
              </a:ext>
            </a:extLst>
          </p:cNvPr>
          <p:cNvSpPr txBox="1"/>
          <p:nvPr/>
        </p:nvSpPr>
        <p:spPr>
          <a:xfrm>
            <a:off x="9249806" y="6491044"/>
            <a:ext cx="2961680" cy="276999"/>
          </a:xfrm>
          <a:prstGeom prst="rect">
            <a:avLst/>
          </a:prstGeom>
          <a:noFill/>
        </p:spPr>
        <p:txBody>
          <a:bodyPr wrap="square" rtlCol="0">
            <a:spAutoFit/>
          </a:bodyPr>
          <a:lstStyle/>
          <a:p>
            <a:r>
              <a:rPr lang="en-US" sz="1200" dirty="0">
                <a:latin typeface="Cooper Black" panose="0208090404030B020404" pitchFamily="18" charset="0"/>
              </a:rPr>
              <a:t>www.anubhavtrainings.com</a:t>
            </a:r>
            <a:endParaRPr lang="en-IN" sz="1200" dirty="0">
              <a:latin typeface="Cooper Black" panose="0208090404030B020404" pitchFamily="18" charset="0"/>
            </a:endParaRPr>
          </a:p>
        </p:txBody>
      </p:sp>
      <p:pic>
        <p:nvPicPr>
          <p:cNvPr id="3" name="Picture 2">
            <a:extLst>
              <a:ext uri="{FF2B5EF4-FFF2-40B4-BE49-F238E27FC236}">
                <a16:creationId xmlns:a16="http://schemas.microsoft.com/office/drawing/2014/main" id="{F89C887D-D9BC-50F6-8EC1-542E14ED8A8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688213" y="45412"/>
            <a:ext cx="436629" cy="431260"/>
          </a:xfrm>
          <a:prstGeom prst="rect">
            <a:avLst/>
          </a:prstGeom>
          <a:effectLst>
            <a:outerShdw blurRad="50800" dist="38100" dir="2700000" algn="tl" rotWithShape="0">
              <a:prstClr val="black">
                <a:alpha val="40000"/>
              </a:prstClr>
            </a:outerShdw>
          </a:effectLst>
        </p:spPr>
      </p:pic>
      <p:pic>
        <p:nvPicPr>
          <p:cNvPr id="8" name="Picture 7">
            <a:extLst>
              <a:ext uri="{FF2B5EF4-FFF2-40B4-BE49-F238E27FC236}">
                <a16:creationId xmlns:a16="http://schemas.microsoft.com/office/drawing/2014/main" id="{F197B89D-2325-12C8-E987-51633A1ECDD4}"/>
              </a:ext>
            </a:extLst>
          </p:cNvPr>
          <p:cNvPicPr>
            <a:picLocks noChangeAspect="1"/>
          </p:cNvPicPr>
          <p:nvPr/>
        </p:nvPicPr>
        <p:blipFill>
          <a:blip r:embed="rId3"/>
          <a:stretch>
            <a:fillRect/>
          </a:stretch>
        </p:blipFill>
        <p:spPr>
          <a:xfrm>
            <a:off x="1978950" y="3270974"/>
            <a:ext cx="7773521" cy="3089713"/>
          </a:xfrm>
          <a:prstGeom prst="rect">
            <a:avLst/>
          </a:prstGeom>
        </p:spPr>
      </p:pic>
    </p:spTree>
    <p:extLst>
      <p:ext uri="{BB962C8B-B14F-4D97-AF65-F5344CB8AC3E}">
        <p14:creationId xmlns:p14="http://schemas.microsoft.com/office/powerpoint/2010/main" val="24376959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1CCC554-5F5F-4C41-842A-E233080CC55E}"/>
              </a:ext>
            </a:extLst>
          </p:cNvPr>
          <p:cNvSpPr>
            <a:spLocks noGrp="1"/>
          </p:cNvSpPr>
          <p:nvPr>
            <p:ph type="sldNum" sz="quarter" idx="12"/>
          </p:nvPr>
        </p:nvSpPr>
        <p:spPr>
          <a:xfrm>
            <a:off x="11701102" y="6446501"/>
            <a:ext cx="330114" cy="366087"/>
          </a:xfrm>
        </p:spPr>
        <p:txBody>
          <a:bodyPr/>
          <a:lstStyle/>
          <a:p>
            <a:fld id="{96E69268-9C8B-4EBF-A9EE-DC5DC2D48DC3}" type="slidenum">
              <a:rPr lang="en-US" sz="1333"/>
              <a:pPr/>
              <a:t>6</a:t>
            </a:fld>
            <a:endParaRPr lang="en-US" sz="1333" dirty="0">
              <a:latin typeface="Segoe UI Black" panose="020B0A02040204020203" pitchFamily="34" charset="0"/>
              <a:ea typeface="Segoe UI Black" panose="020B0A02040204020203" pitchFamily="34" charset="0"/>
            </a:endParaRPr>
          </a:p>
        </p:txBody>
      </p:sp>
      <p:sp>
        <p:nvSpPr>
          <p:cNvPr id="87" name="TextBox 86">
            <a:extLst>
              <a:ext uri="{FF2B5EF4-FFF2-40B4-BE49-F238E27FC236}">
                <a16:creationId xmlns:a16="http://schemas.microsoft.com/office/drawing/2014/main" id="{A775FDA3-5EF9-E28D-894C-872BB03E42EE}"/>
              </a:ext>
            </a:extLst>
          </p:cNvPr>
          <p:cNvSpPr txBox="1"/>
          <p:nvPr/>
        </p:nvSpPr>
        <p:spPr>
          <a:xfrm>
            <a:off x="224979" y="788088"/>
            <a:ext cx="11806237" cy="4524315"/>
          </a:xfrm>
          <a:prstGeom prst="rect">
            <a:avLst/>
          </a:prstGeom>
          <a:noFill/>
        </p:spPr>
        <p:txBody>
          <a:bodyPr wrap="square" rtlCol="0">
            <a:spAutoFit/>
          </a:bodyPr>
          <a:lstStyle/>
          <a:p>
            <a:r>
              <a:rPr lang="en-US" sz="1800" dirty="0"/>
              <a:t>In the context of RAP, an action is a non-standard operation that change the data of a BO instance or create new BO instances. They are self implemented operations. There are two main categories of data actions can be implemented in RAP:</a:t>
            </a:r>
          </a:p>
          <a:p>
            <a:endParaRPr lang="en-US" sz="1800" dirty="0"/>
          </a:p>
          <a:p>
            <a:r>
              <a:rPr lang="en-US" sz="1800" b="1" dirty="0"/>
              <a:t>Non factory action: </a:t>
            </a:r>
            <a:r>
              <a:rPr lang="en-US" sz="1800" dirty="0"/>
              <a:t>Defines a RAP action which offers the non-standard behavior and implement custom logic in handler with MODIFY clause. A non factory action can be of 2 sub types (</a:t>
            </a:r>
            <a:r>
              <a:rPr lang="en-US" sz="1800" b="1" dirty="0"/>
              <a:t>change a property of a record)</a:t>
            </a:r>
            <a:endParaRPr lang="en-US" sz="1800" dirty="0"/>
          </a:p>
          <a:p>
            <a:pPr marL="342900" indent="-342900">
              <a:buAutoNum type="alphaLcPeriod"/>
            </a:pPr>
            <a:r>
              <a:rPr lang="en-US" sz="1800" b="1" dirty="0"/>
              <a:t>Static – </a:t>
            </a:r>
            <a:r>
              <a:rPr lang="en-US" sz="1800" dirty="0"/>
              <a:t>they are not bound to any instance, they are generic and can be applied to all instances, like we want to change the booking fees for all travel request as fix price during promotion period.</a:t>
            </a:r>
          </a:p>
          <a:p>
            <a:pPr marL="342900" indent="-342900">
              <a:buAutoNum type="alphaLcPeriod"/>
            </a:pPr>
            <a:r>
              <a:rPr lang="en-US" sz="1800" b="1" dirty="0"/>
              <a:t>Instance – </a:t>
            </a:r>
            <a:r>
              <a:rPr lang="en-US" sz="1800" dirty="0"/>
              <a:t>An action that, by default relates to a BO RAP entity instance and changes the state of BO instance. E.g. like approve or reject a travel request where user choose a instance which they want to work with.</a:t>
            </a:r>
          </a:p>
          <a:p>
            <a:pPr marL="342900" indent="-342900">
              <a:buAutoNum type="alphaLcPeriod"/>
            </a:pPr>
            <a:endParaRPr lang="en-US" sz="1800" b="1" dirty="0"/>
          </a:p>
          <a:p>
            <a:r>
              <a:rPr lang="en-US" sz="1800" b="1" dirty="0"/>
              <a:t>Factory Action – </a:t>
            </a:r>
            <a:r>
              <a:rPr lang="en-US" sz="1800" dirty="0"/>
              <a:t>A factory action used to </a:t>
            </a:r>
            <a:r>
              <a:rPr lang="en-US" sz="1800" b="1" dirty="0"/>
              <a:t>create</a:t>
            </a:r>
            <a:r>
              <a:rPr lang="en-US" sz="1800" dirty="0"/>
              <a:t> new BO instances. A factory action can be instance-bound (default) or static.</a:t>
            </a:r>
            <a:endParaRPr lang="en-IN" sz="1800" dirty="0"/>
          </a:p>
          <a:p>
            <a:pPr marL="342900" indent="-342900">
              <a:buAutoNum type="alphaLcPeriod"/>
            </a:pPr>
            <a:r>
              <a:rPr lang="en-IN" sz="1800" dirty="0"/>
              <a:t>Instance – that copy specific values of an instance and create new instances based on copied data</a:t>
            </a:r>
          </a:p>
          <a:p>
            <a:pPr marL="342900" indent="-342900">
              <a:buAutoNum type="alphaLcPeriod"/>
            </a:pPr>
            <a:r>
              <a:rPr lang="en-IN" sz="1800" dirty="0"/>
              <a:t>Static – can be used to create instances with prefilled default values</a:t>
            </a:r>
          </a:p>
          <a:p>
            <a:endParaRPr lang="en-US" sz="1800" dirty="0"/>
          </a:p>
        </p:txBody>
      </p:sp>
      <p:sp>
        <p:nvSpPr>
          <p:cNvPr id="90" name="TextBox 89">
            <a:extLst>
              <a:ext uri="{FF2B5EF4-FFF2-40B4-BE49-F238E27FC236}">
                <a16:creationId xmlns:a16="http://schemas.microsoft.com/office/drawing/2014/main" id="{C8312175-0071-5A91-06A9-3499F67EC833}"/>
              </a:ext>
            </a:extLst>
          </p:cNvPr>
          <p:cNvSpPr txBox="1"/>
          <p:nvPr/>
        </p:nvSpPr>
        <p:spPr>
          <a:xfrm>
            <a:off x="191294" y="895"/>
            <a:ext cx="11231710" cy="646203"/>
          </a:xfrm>
          <a:prstGeom prst="rect">
            <a:avLst/>
          </a:prstGeom>
          <a:noFill/>
        </p:spPr>
        <p:txBody>
          <a:bodyPr wrap="square" rtlCol="0">
            <a:spAutoFit/>
          </a:bodyPr>
          <a:lstStyle/>
          <a:p>
            <a:r>
              <a:rPr lang="en-US" sz="3599" dirty="0">
                <a:latin typeface="Cooper Black" panose="0208090404030B020404" pitchFamily="18" charset="0"/>
              </a:rPr>
              <a:t>Data Actions in RAP</a:t>
            </a:r>
            <a:endParaRPr lang="en-IN" sz="3599" dirty="0">
              <a:latin typeface="Cooper Black" panose="0208090404030B020404" pitchFamily="18" charset="0"/>
            </a:endParaRPr>
          </a:p>
        </p:txBody>
      </p:sp>
      <p:sp>
        <p:nvSpPr>
          <p:cNvPr id="2" name="TextBox 1">
            <a:extLst>
              <a:ext uri="{FF2B5EF4-FFF2-40B4-BE49-F238E27FC236}">
                <a16:creationId xmlns:a16="http://schemas.microsoft.com/office/drawing/2014/main" id="{0B33C8CC-0F2E-5DA3-7FA8-B6BA9EE56AA2}"/>
              </a:ext>
            </a:extLst>
          </p:cNvPr>
          <p:cNvSpPr txBox="1"/>
          <p:nvPr/>
        </p:nvSpPr>
        <p:spPr>
          <a:xfrm>
            <a:off x="9249806" y="6491044"/>
            <a:ext cx="2961680" cy="276999"/>
          </a:xfrm>
          <a:prstGeom prst="rect">
            <a:avLst/>
          </a:prstGeom>
          <a:noFill/>
        </p:spPr>
        <p:txBody>
          <a:bodyPr wrap="square" rtlCol="0">
            <a:spAutoFit/>
          </a:bodyPr>
          <a:lstStyle/>
          <a:p>
            <a:r>
              <a:rPr lang="en-US" sz="1200" dirty="0">
                <a:latin typeface="Cooper Black" panose="0208090404030B020404" pitchFamily="18" charset="0"/>
              </a:rPr>
              <a:t>www.anubhavtrainings.com</a:t>
            </a:r>
            <a:endParaRPr lang="en-IN" sz="1200" dirty="0">
              <a:latin typeface="Cooper Black" panose="0208090404030B020404" pitchFamily="18" charset="0"/>
            </a:endParaRPr>
          </a:p>
        </p:txBody>
      </p:sp>
      <p:pic>
        <p:nvPicPr>
          <p:cNvPr id="3" name="Picture 2">
            <a:extLst>
              <a:ext uri="{FF2B5EF4-FFF2-40B4-BE49-F238E27FC236}">
                <a16:creationId xmlns:a16="http://schemas.microsoft.com/office/drawing/2014/main" id="{F89C887D-D9BC-50F6-8EC1-542E14ED8A8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688213" y="45412"/>
            <a:ext cx="436629" cy="431260"/>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3440204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p14="http://schemas.microsoft.com/office/powerpoint/2010/main" Requires="p14">
          <p:contentPart p14:bwMode="auto" r:id="rId2">
            <p14:nvContentPartPr>
              <p14:cNvPr id="36" name="Ink 35">
                <a:extLst>
                  <a:ext uri="{FF2B5EF4-FFF2-40B4-BE49-F238E27FC236}">
                    <a16:creationId xmlns:a16="http://schemas.microsoft.com/office/drawing/2014/main" id="{0B916A7C-BCBE-8512-4A40-D21226D236A9}"/>
                  </a:ext>
                </a:extLst>
              </p14:cNvPr>
              <p14:cNvContentPartPr/>
              <p14:nvPr/>
            </p14:nvContentPartPr>
            <p14:xfrm>
              <a:off x="11357024" y="1079202"/>
              <a:ext cx="210240" cy="122040"/>
            </p14:xfrm>
          </p:contentPart>
        </mc:Choice>
        <mc:Fallback>
          <p:pic>
            <p:nvPicPr>
              <p:cNvPr id="36" name="Ink 35">
                <a:extLst>
                  <a:ext uri="{FF2B5EF4-FFF2-40B4-BE49-F238E27FC236}">
                    <a16:creationId xmlns:a16="http://schemas.microsoft.com/office/drawing/2014/main" id="{0B916A7C-BCBE-8512-4A40-D21226D236A9}"/>
                  </a:ext>
                </a:extLst>
              </p:cNvPr>
              <p:cNvPicPr/>
              <p:nvPr/>
            </p:nvPicPr>
            <p:blipFill>
              <a:blip r:embed="rId3"/>
              <a:stretch>
                <a:fillRect/>
              </a:stretch>
            </p:blipFill>
            <p:spPr>
              <a:xfrm>
                <a:off x="11348024" y="1070562"/>
                <a:ext cx="227880" cy="139680"/>
              </a:xfrm>
              <a:prstGeom prst="rect">
                <a:avLst/>
              </a:prstGeom>
            </p:spPr>
          </p:pic>
        </mc:Fallback>
      </mc:AlternateContent>
      <p:grpSp>
        <p:nvGrpSpPr>
          <p:cNvPr id="223" name="Group 222">
            <a:extLst>
              <a:ext uri="{FF2B5EF4-FFF2-40B4-BE49-F238E27FC236}">
                <a16:creationId xmlns:a16="http://schemas.microsoft.com/office/drawing/2014/main" id="{65BBBDDD-BF7C-088C-D652-3FA4049CAF1E}"/>
              </a:ext>
            </a:extLst>
          </p:cNvPr>
          <p:cNvGrpSpPr/>
          <p:nvPr/>
        </p:nvGrpSpPr>
        <p:grpSpPr>
          <a:xfrm>
            <a:off x="253904" y="134562"/>
            <a:ext cx="11487240" cy="4212360"/>
            <a:chOff x="253904" y="134562"/>
            <a:chExt cx="11487240" cy="4212360"/>
          </a:xfrm>
        </p:grpSpPr>
        <mc:AlternateContent xmlns:mc="http://schemas.openxmlformats.org/markup-compatibility/2006">
          <mc:Choice xmlns:p14="http://schemas.microsoft.com/office/powerpoint/2010/main" Requires="p14">
            <p:contentPart p14:bwMode="auto" r:id="rId4">
              <p14:nvContentPartPr>
                <p14:cNvPr id="38" name="Ink 37">
                  <a:extLst>
                    <a:ext uri="{FF2B5EF4-FFF2-40B4-BE49-F238E27FC236}">
                      <a16:creationId xmlns:a16="http://schemas.microsoft.com/office/drawing/2014/main" id="{11AF0450-BFE1-FE10-A47F-3AA9FE7C594F}"/>
                    </a:ext>
                  </a:extLst>
                </p14:cNvPr>
                <p14:cNvContentPartPr/>
                <p14:nvPr/>
              </p14:nvContentPartPr>
              <p14:xfrm>
                <a:off x="9528224" y="1703442"/>
                <a:ext cx="19440" cy="102240"/>
              </p14:xfrm>
            </p:contentPart>
          </mc:Choice>
          <mc:Fallback>
            <p:pic>
              <p:nvPicPr>
                <p:cNvPr id="38" name="Ink 37">
                  <a:extLst>
                    <a:ext uri="{FF2B5EF4-FFF2-40B4-BE49-F238E27FC236}">
                      <a16:creationId xmlns:a16="http://schemas.microsoft.com/office/drawing/2014/main" id="{11AF0450-BFE1-FE10-A47F-3AA9FE7C594F}"/>
                    </a:ext>
                  </a:extLst>
                </p:cNvPr>
                <p:cNvPicPr/>
                <p:nvPr/>
              </p:nvPicPr>
              <p:blipFill>
                <a:blip r:embed="rId5"/>
                <a:stretch>
                  <a:fillRect/>
                </a:stretch>
              </p:blipFill>
              <p:spPr>
                <a:xfrm>
                  <a:off x="9519224" y="1694442"/>
                  <a:ext cx="37080" cy="11988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39" name="Ink 38">
                  <a:extLst>
                    <a:ext uri="{FF2B5EF4-FFF2-40B4-BE49-F238E27FC236}">
                      <a16:creationId xmlns:a16="http://schemas.microsoft.com/office/drawing/2014/main" id="{0DFDA2BA-03B1-BC4A-9280-EBE4A95DB80D}"/>
                    </a:ext>
                  </a:extLst>
                </p14:cNvPr>
                <p14:cNvContentPartPr/>
                <p14:nvPr/>
              </p14:nvContentPartPr>
              <p14:xfrm>
                <a:off x="9249584" y="1967682"/>
                <a:ext cx="124920" cy="181800"/>
              </p14:xfrm>
            </p:contentPart>
          </mc:Choice>
          <mc:Fallback>
            <p:pic>
              <p:nvPicPr>
                <p:cNvPr id="39" name="Ink 38">
                  <a:extLst>
                    <a:ext uri="{FF2B5EF4-FFF2-40B4-BE49-F238E27FC236}">
                      <a16:creationId xmlns:a16="http://schemas.microsoft.com/office/drawing/2014/main" id="{0DFDA2BA-03B1-BC4A-9280-EBE4A95DB80D}"/>
                    </a:ext>
                  </a:extLst>
                </p:cNvPr>
                <p:cNvPicPr/>
                <p:nvPr/>
              </p:nvPicPr>
              <p:blipFill>
                <a:blip r:embed="rId7"/>
                <a:stretch>
                  <a:fillRect/>
                </a:stretch>
              </p:blipFill>
              <p:spPr>
                <a:xfrm>
                  <a:off x="9240584" y="1958682"/>
                  <a:ext cx="142560" cy="19944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40" name="Ink 39">
                  <a:extLst>
                    <a:ext uri="{FF2B5EF4-FFF2-40B4-BE49-F238E27FC236}">
                      <a16:creationId xmlns:a16="http://schemas.microsoft.com/office/drawing/2014/main" id="{2DA8194B-F9FE-3E20-1C48-255FE8354FC9}"/>
                    </a:ext>
                  </a:extLst>
                </p14:cNvPr>
                <p14:cNvContentPartPr/>
                <p14:nvPr/>
              </p14:nvContentPartPr>
              <p14:xfrm>
                <a:off x="9375584" y="1987842"/>
                <a:ext cx="290880" cy="128880"/>
              </p14:xfrm>
            </p:contentPart>
          </mc:Choice>
          <mc:Fallback>
            <p:pic>
              <p:nvPicPr>
                <p:cNvPr id="40" name="Ink 39">
                  <a:extLst>
                    <a:ext uri="{FF2B5EF4-FFF2-40B4-BE49-F238E27FC236}">
                      <a16:creationId xmlns:a16="http://schemas.microsoft.com/office/drawing/2014/main" id="{2DA8194B-F9FE-3E20-1C48-255FE8354FC9}"/>
                    </a:ext>
                  </a:extLst>
                </p:cNvPr>
                <p:cNvPicPr/>
                <p:nvPr/>
              </p:nvPicPr>
              <p:blipFill>
                <a:blip r:embed="rId9"/>
                <a:stretch>
                  <a:fillRect/>
                </a:stretch>
              </p:blipFill>
              <p:spPr>
                <a:xfrm>
                  <a:off x="9366944" y="1978842"/>
                  <a:ext cx="308520" cy="14652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41" name="Ink 40">
                  <a:extLst>
                    <a:ext uri="{FF2B5EF4-FFF2-40B4-BE49-F238E27FC236}">
                      <a16:creationId xmlns:a16="http://schemas.microsoft.com/office/drawing/2014/main" id="{960BCB8A-07A3-B4A6-22E5-4E5E09C43789}"/>
                    </a:ext>
                  </a:extLst>
                </p14:cNvPr>
                <p14:cNvContentPartPr/>
                <p14:nvPr/>
              </p14:nvContentPartPr>
              <p14:xfrm>
                <a:off x="9753584" y="2033922"/>
                <a:ext cx="55800" cy="59400"/>
              </p14:xfrm>
            </p:contentPart>
          </mc:Choice>
          <mc:Fallback>
            <p:pic>
              <p:nvPicPr>
                <p:cNvPr id="41" name="Ink 40">
                  <a:extLst>
                    <a:ext uri="{FF2B5EF4-FFF2-40B4-BE49-F238E27FC236}">
                      <a16:creationId xmlns:a16="http://schemas.microsoft.com/office/drawing/2014/main" id="{960BCB8A-07A3-B4A6-22E5-4E5E09C43789}"/>
                    </a:ext>
                  </a:extLst>
                </p:cNvPr>
                <p:cNvPicPr/>
                <p:nvPr/>
              </p:nvPicPr>
              <p:blipFill>
                <a:blip r:embed="rId11"/>
                <a:stretch>
                  <a:fillRect/>
                </a:stretch>
              </p:blipFill>
              <p:spPr>
                <a:xfrm>
                  <a:off x="9744584" y="2025282"/>
                  <a:ext cx="73440" cy="7704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42" name="Ink 41">
                  <a:extLst>
                    <a:ext uri="{FF2B5EF4-FFF2-40B4-BE49-F238E27FC236}">
                      <a16:creationId xmlns:a16="http://schemas.microsoft.com/office/drawing/2014/main" id="{CC354525-A251-A8E3-7429-04A0EBEBD6C0}"/>
                    </a:ext>
                  </a:extLst>
                </p14:cNvPr>
                <p14:cNvContentPartPr/>
                <p14:nvPr/>
              </p14:nvContentPartPr>
              <p14:xfrm>
                <a:off x="9742784" y="2020962"/>
                <a:ext cx="323640" cy="294480"/>
              </p14:xfrm>
            </p:contentPart>
          </mc:Choice>
          <mc:Fallback>
            <p:pic>
              <p:nvPicPr>
                <p:cNvPr id="42" name="Ink 41">
                  <a:extLst>
                    <a:ext uri="{FF2B5EF4-FFF2-40B4-BE49-F238E27FC236}">
                      <a16:creationId xmlns:a16="http://schemas.microsoft.com/office/drawing/2014/main" id="{CC354525-A251-A8E3-7429-04A0EBEBD6C0}"/>
                    </a:ext>
                  </a:extLst>
                </p:cNvPr>
                <p:cNvPicPr/>
                <p:nvPr/>
              </p:nvPicPr>
              <p:blipFill>
                <a:blip r:embed="rId13"/>
                <a:stretch>
                  <a:fillRect/>
                </a:stretch>
              </p:blipFill>
              <p:spPr>
                <a:xfrm>
                  <a:off x="9733784" y="2011962"/>
                  <a:ext cx="341280" cy="31212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44" name="Ink 43">
                  <a:extLst>
                    <a:ext uri="{FF2B5EF4-FFF2-40B4-BE49-F238E27FC236}">
                      <a16:creationId xmlns:a16="http://schemas.microsoft.com/office/drawing/2014/main" id="{C5D399D9-C8B7-6798-1FCD-F83EB18D4759}"/>
                    </a:ext>
                  </a:extLst>
                </p14:cNvPr>
                <p14:cNvContentPartPr/>
                <p14:nvPr/>
              </p14:nvContentPartPr>
              <p14:xfrm>
                <a:off x="11025464" y="1733682"/>
                <a:ext cx="20160" cy="185400"/>
              </p14:xfrm>
            </p:contentPart>
          </mc:Choice>
          <mc:Fallback>
            <p:pic>
              <p:nvPicPr>
                <p:cNvPr id="44" name="Ink 43">
                  <a:extLst>
                    <a:ext uri="{FF2B5EF4-FFF2-40B4-BE49-F238E27FC236}">
                      <a16:creationId xmlns:a16="http://schemas.microsoft.com/office/drawing/2014/main" id="{C5D399D9-C8B7-6798-1FCD-F83EB18D4759}"/>
                    </a:ext>
                  </a:extLst>
                </p:cNvPr>
                <p:cNvPicPr/>
                <p:nvPr/>
              </p:nvPicPr>
              <p:blipFill>
                <a:blip r:embed="rId15"/>
                <a:stretch>
                  <a:fillRect/>
                </a:stretch>
              </p:blipFill>
              <p:spPr>
                <a:xfrm>
                  <a:off x="11016824" y="1724682"/>
                  <a:ext cx="37800" cy="20304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45" name="Ink 44">
                  <a:extLst>
                    <a:ext uri="{FF2B5EF4-FFF2-40B4-BE49-F238E27FC236}">
                      <a16:creationId xmlns:a16="http://schemas.microsoft.com/office/drawing/2014/main" id="{9F297EAD-2884-D4AD-59B9-22B86BECDB6C}"/>
                    </a:ext>
                  </a:extLst>
                </p14:cNvPr>
                <p14:cNvContentPartPr/>
                <p14:nvPr/>
              </p14:nvContentPartPr>
              <p14:xfrm>
                <a:off x="10856984" y="2014842"/>
                <a:ext cx="185040" cy="12600"/>
              </p14:xfrm>
            </p:contentPart>
          </mc:Choice>
          <mc:Fallback>
            <p:pic>
              <p:nvPicPr>
                <p:cNvPr id="45" name="Ink 44">
                  <a:extLst>
                    <a:ext uri="{FF2B5EF4-FFF2-40B4-BE49-F238E27FC236}">
                      <a16:creationId xmlns:a16="http://schemas.microsoft.com/office/drawing/2014/main" id="{9F297EAD-2884-D4AD-59B9-22B86BECDB6C}"/>
                    </a:ext>
                  </a:extLst>
                </p:cNvPr>
                <p:cNvPicPr/>
                <p:nvPr/>
              </p:nvPicPr>
              <p:blipFill>
                <a:blip r:embed="rId17"/>
                <a:stretch>
                  <a:fillRect/>
                </a:stretch>
              </p:blipFill>
              <p:spPr>
                <a:xfrm>
                  <a:off x="10848344" y="2005842"/>
                  <a:ext cx="202680" cy="3024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46" name="Ink 45">
                  <a:extLst>
                    <a:ext uri="{FF2B5EF4-FFF2-40B4-BE49-F238E27FC236}">
                      <a16:creationId xmlns:a16="http://schemas.microsoft.com/office/drawing/2014/main" id="{55B7A0B1-6794-ED55-6F9F-EB6041573F15}"/>
                    </a:ext>
                  </a:extLst>
                </p14:cNvPr>
                <p14:cNvContentPartPr/>
                <p14:nvPr/>
              </p14:nvContentPartPr>
              <p14:xfrm>
                <a:off x="10899824" y="2020962"/>
                <a:ext cx="31680" cy="141480"/>
              </p14:xfrm>
            </p:contentPart>
          </mc:Choice>
          <mc:Fallback>
            <p:pic>
              <p:nvPicPr>
                <p:cNvPr id="46" name="Ink 45">
                  <a:extLst>
                    <a:ext uri="{FF2B5EF4-FFF2-40B4-BE49-F238E27FC236}">
                      <a16:creationId xmlns:a16="http://schemas.microsoft.com/office/drawing/2014/main" id="{55B7A0B1-6794-ED55-6F9F-EB6041573F15}"/>
                    </a:ext>
                  </a:extLst>
                </p:cNvPr>
                <p:cNvPicPr/>
                <p:nvPr/>
              </p:nvPicPr>
              <p:blipFill>
                <a:blip r:embed="rId19"/>
                <a:stretch>
                  <a:fillRect/>
                </a:stretch>
              </p:blipFill>
              <p:spPr>
                <a:xfrm>
                  <a:off x="10890824" y="2011962"/>
                  <a:ext cx="49320" cy="15912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47" name="Ink 46">
                  <a:extLst>
                    <a:ext uri="{FF2B5EF4-FFF2-40B4-BE49-F238E27FC236}">
                      <a16:creationId xmlns:a16="http://schemas.microsoft.com/office/drawing/2014/main" id="{E6902DBA-7D76-7097-692D-A79F928F6A18}"/>
                    </a:ext>
                  </a:extLst>
                </p14:cNvPr>
                <p14:cNvContentPartPr/>
                <p14:nvPr/>
              </p14:nvContentPartPr>
              <p14:xfrm>
                <a:off x="11012504" y="2046522"/>
                <a:ext cx="131040" cy="157680"/>
              </p14:xfrm>
            </p:contentPart>
          </mc:Choice>
          <mc:Fallback>
            <p:pic>
              <p:nvPicPr>
                <p:cNvPr id="47" name="Ink 46">
                  <a:extLst>
                    <a:ext uri="{FF2B5EF4-FFF2-40B4-BE49-F238E27FC236}">
                      <a16:creationId xmlns:a16="http://schemas.microsoft.com/office/drawing/2014/main" id="{E6902DBA-7D76-7097-692D-A79F928F6A18}"/>
                    </a:ext>
                  </a:extLst>
                </p:cNvPr>
                <p:cNvPicPr/>
                <p:nvPr/>
              </p:nvPicPr>
              <p:blipFill>
                <a:blip r:embed="rId21"/>
                <a:stretch>
                  <a:fillRect/>
                </a:stretch>
              </p:blipFill>
              <p:spPr>
                <a:xfrm>
                  <a:off x="11003504" y="2037522"/>
                  <a:ext cx="148680" cy="17532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48" name="Ink 47">
                  <a:extLst>
                    <a:ext uri="{FF2B5EF4-FFF2-40B4-BE49-F238E27FC236}">
                      <a16:creationId xmlns:a16="http://schemas.microsoft.com/office/drawing/2014/main" id="{59C6B556-3D6E-488B-9C16-F40A98F52600}"/>
                    </a:ext>
                  </a:extLst>
                </p14:cNvPr>
                <p14:cNvContentPartPr/>
                <p14:nvPr/>
              </p14:nvContentPartPr>
              <p14:xfrm>
                <a:off x="10681304" y="1879482"/>
                <a:ext cx="569520" cy="421920"/>
              </p14:xfrm>
            </p:contentPart>
          </mc:Choice>
          <mc:Fallback>
            <p:pic>
              <p:nvPicPr>
                <p:cNvPr id="48" name="Ink 47">
                  <a:extLst>
                    <a:ext uri="{FF2B5EF4-FFF2-40B4-BE49-F238E27FC236}">
                      <a16:creationId xmlns:a16="http://schemas.microsoft.com/office/drawing/2014/main" id="{59C6B556-3D6E-488B-9C16-F40A98F52600}"/>
                    </a:ext>
                  </a:extLst>
                </p:cNvPr>
                <p:cNvPicPr/>
                <p:nvPr/>
              </p:nvPicPr>
              <p:blipFill>
                <a:blip r:embed="rId23"/>
                <a:stretch>
                  <a:fillRect/>
                </a:stretch>
              </p:blipFill>
              <p:spPr>
                <a:xfrm>
                  <a:off x="10672664" y="1870482"/>
                  <a:ext cx="587160" cy="43956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50" name="Ink 49">
                  <a:extLst>
                    <a:ext uri="{FF2B5EF4-FFF2-40B4-BE49-F238E27FC236}">
                      <a16:creationId xmlns:a16="http://schemas.microsoft.com/office/drawing/2014/main" id="{95991976-BA24-40AD-E173-A5798CB75751}"/>
                    </a:ext>
                  </a:extLst>
                </p14:cNvPr>
                <p14:cNvContentPartPr/>
                <p14:nvPr/>
              </p14:nvContentPartPr>
              <p14:xfrm>
                <a:off x="8973104" y="1016202"/>
                <a:ext cx="1366920" cy="1337040"/>
              </p14:xfrm>
            </p:contentPart>
          </mc:Choice>
          <mc:Fallback>
            <p:pic>
              <p:nvPicPr>
                <p:cNvPr id="50" name="Ink 49">
                  <a:extLst>
                    <a:ext uri="{FF2B5EF4-FFF2-40B4-BE49-F238E27FC236}">
                      <a16:creationId xmlns:a16="http://schemas.microsoft.com/office/drawing/2014/main" id="{95991976-BA24-40AD-E173-A5798CB75751}"/>
                    </a:ext>
                  </a:extLst>
                </p:cNvPr>
                <p:cNvPicPr/>
                <p:nvPr/>
              </p:nvPicPr>
              <p:blipFill>
                <a:blip r:embed="rId25"/>
                <a:stretch>
                  <a:fillRect/>
                </a:stretch>
              </p:blipFill>
              <p:spPr>
                <a:xfrm>
                  <a:off x="8964464" y="1007202"/>
                  <a:ext cx="1384560" cy="135468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5" name="Ink 4">
                  <a:extLst>
                    <a:ext uri="{FF2B5EF4-FFF2-40B4-BE49-F238E27FC236}">
                      <a16:creationId xmlns:a16="http://schemas.microsoft.com/office/drawing/2014/main" id="{3DF3ED1D-7651-8EC5-A332-FB660FA82392}"/>
                    </a:ext>
                  </a:extLst>
                </p14:cNvPr>
                <p14:cNvContentPartPr/>
                <p14:nvPr/>
              </p14:nvContentPartPr>
              <p14:xfrm>
                <a:off x="470264" y="722442"/>
                <a:ext cx="54360" cy="213480"/>
              </p14:xfrm>
            </p:contentPart>
          </mc:Choice>
          <mc:Fallback>
            <p:pic>
              <p:nvPicPr>
                <p:cNvPr id="5" name="Ink 4">
                  <a:extLst>
                    <a:ext uri="{FF2B5EF4-FFF2-40B4-BE49-F238E27FC236}">
                      <a16:creationId xmlns:a16="http://schemas.microsoft.com/office/drawing/2014/main" id="{3DF3ED1D-7651-8EC5-A332-FB660FA82392}"/>
                    </a:ext>
                  </a:extLst>
                </p:cNvPr>
                <p:cNvPicPr/>
                <p:nvPr/>
              </p:nvPicPr>
              <p:blipFill>
                <a:blip r:embed="rId27"/>
                <a:stretch>
                  <a:fillRect/>
                </a:stretch>
              </p:blipFill>
              <p:spPr>
                <a:xfrm>
                  <a:off x="461624" y="713802"/>
                  <a:ext cx="72000" cy="23112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6" name="Ink 5">
                  <a:extLst>
                    <a:ext uri="{FF2B5EF4-FFF2-40B4-BE49-F238E27FC236}">
                      <a16:creationId xmlns:a16="http://schemas.microsoft.com/office/drawing/2014/main" id="{24AE5C49-BF89-0524-E0B8-EF3A707026EC}"/>
                    </a:ext>
                  </a:extLst>
                </p14:cNvPr>
                <p14:cNvContentPartPr/>
                <p14:nvPr/>
              </p14:nvContentPartPr>
              <p14:xfrm>
                <a:off x="609224" y="686082"/>
                <a:ext cx="92520" cy="291600"/>
              </p14:xfrm>
            </p:contentPart>
          </mc:Choice>
          <mc:Fallback>
            <p:pic>
              <p:nvPicPr>
                <p:cNvPr id="6" name="Ink 5">
                  <a:extLst>
                    <a:ext uri="{FF2B5EF4-FFF2-40B4-BE49-F238E27FC236}">
                      <a16:creationId xmlns:a16="http://schemas.microsoft.com/office/drawing/2014/main" id="{24AE5C49-BF89-0524-E0B8-EF3A707026EC}"/>
                    </a:ext>
                  </a:extLst>
                </p:cNvPr>
                <p:cNvPicPr/>
                <p:nvPr/>
              </p:nvPicPr>
              <p:blipFill>
                <a:blip r:embed="rId29"/>
                <a:stretch>
                  <a:fillRect/>
                </a:stretch>
              </p:blipFill>
              <p:spPr>
                <a:xfrm>
                  <a:off x="600584" y="677082"/>
                  <a:ext cx="110160" cy="30924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8" name="Ink 7">
                  <a:extLst>
                    <a:ext uri="{FF2B5EF4-FFF2-40B4-BE49-F238E27FC236}">
                      <a16:creationId xmlns:a16="http://schemas.microsoft.com/office/drawing/2014/main" id="{19206032-22E9-B7B3-FA55-4DCF654D9E76}"/>
                    </a:ext>
                  </a:extLst>
                </p14:cNvPr>
                <p14:cNvContentPartPr/>
                <p14:nvPr/>
              </p14:nvContentPartPr>
              <p14:xfrm>
                <a:off x="1118984" y="503202"/>
                <a:ext cx="230040" cy="453240"/>
              </p14:xfrm>
            </p:contentPart>
          </mc:Choice>
          <mc:Fallback>
            <p:pic>
              <p:nvPicPr>
                <p:cNvPr id="8" name="Ink 7">
                  <a:extLst>
                    <a:ext uri="{FF2B5EF4-FFF2-40B4-BE49-F238E27FC236}">
                      <a16:creationId xmlns:a16="http://schemas.microsoft.com/office/drawing/2014/main" id="{19206032-22E9-B7B3-FA55-4DCF654D9E76}"/>
                    </a:ext>
                  </a:extLst>
                </p:cNvPr>
                <p:cNvPicPr/>
                <p:nvPr/>
              </p:nvPicPr>
              <p:blipFill>
                <a:blip r:embed="rId31"/>
                <a:stretch>
                  <a:fillRect/>
                </a:stretch>
              </p:blipFill>
              <p:spPr>
                <a:xfrm>
                  <a:off x="1110344" y="494202"/>
                  <a:ext cx="247680" cy="47088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9" name="Ink 8">
                  <a:extLst>
                    <a:ext uri="{FF2B5EF4-FFF2-40B4-BE49-F238E27FC236}">
                      <a16:creationId xmlns:a16="http://schemas.microsoft.com/office/drawing/2014/main" id="{658C1AA7-CCA5-4112-1F3C-BE5DF6BC415A}"/>
                    </a:ext>
                  </a:extLst>
                </p14:cNvPr>
                <p14:cNvContentPartPr/>
                <p14:nvPr/>
              </p14:nvContentPartPr>
              <p14:xfrm>
                <a:off x="1430744" y="768522"/>
                <a:ext cx="157680" cy="178560"/>
              </p14:xfrm>
            </p:contentPart>
          </mc:Choice>
          <mc:Fallback>
            <p:pic>
              <p:nvPicPr>
                <p:cNvPr id="9" name="Ink 8">
                  <a:extLst>
                    <a:ext uri="{FF2B5EF4-FFF2-40B4-BE49-F238E27FC236}">
                      <a16:creationId xmlns:a16="http://schemas.microsoft.com/office/drawing/2014/main" id="{658C1AA7-CCA5-4112-1F3C-BE5DF6BC415A}"/>
                    </a:ext>
                  </a:extLst>
                </p:cNvPr>
                <p:cNvPicPr/>
                <p:nvPr/>
              </p:nvPicPr>
              <p:blipFill>
                <a:blip r:embed="rId33"/>
                <a:stretch>
                  <a:fillRect/>
                </a:stretch>
              </p:blipFill>
              <p:spPr>
                <a:xfrm>
                  <a:off x="1421744" y="759882"/>
                  <a:ext cx="175320" cy="19620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10" name="Ink 9">
                  <a:extLst>
                    <a:ext uri="{FF2B5EF4-FFF2-40B4-BE49-F238E27FC236}">
                      <a16:creationId xmlns:a16="http://schemas.microsoft.com/office/drawing/2014/main" id="{DED147D0-A032-9C68-BE0B-1869080C74DD}"/>
                    </a:ext>
                  </a:extLst>
                </p14:cNvPr>
                <p14:cNvContentPartPr/>
                <p14:nvPr/>
              </p14:nvContentPartPr>
              <p14:xfrm>
                <a:off x="1592024" y="781482"/>
                <a:ext cx="156240" cy="141480"/>
              </p14:xfrm>
            </p:contentPart>
          </mc:Choice>
          <mc:Fallback>
            <p:pic>
              <p:nvPicPr>
                <p:cNvPr id="10" name="Ink 9">
                  <a:extLst>
                    <a:ext uri="{FF2B5EF4-FFF2-40B4-BE49-F238E27FC236}">
                      <a16:creationId xmlns:a16="http://schemas.microsoft.com/office/drawing/2014/main" id="{DED147D0-A032-9C68-BE0B-1869080C74DD}"/>
                    </a:ext>
                  </a:extLst>
                </p:cNvPr>
                <p:cNvPicPr/>
                <p:nvPr/>
              </p:nvPicPr>
              <p:blipFill>
                <a:blip r:embed="rId35"/>
                <a:stretch>
                  <a:fillRect/>
                </a:stretch>
              </p:blipFill>
              <p:spPr>
                <a:xfrm>
                  <a:off x="1583024" y="772842"/>
                  <a:ext cx="173880" cy="15912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11" name="Ink 10">
                  <a:extLst>
                    <a:ext uri="{FF2B5EF4-FFF2-40B4-BE49-F238E27FC236}">
                      <a16:creationId xmlns:a16="http://schemas.microsoft.com/office/drawing/2014/main" id="{7DF1D4D0-724A-F601-6981-F72CC27E0B5C}"/>
                    </a:ext>
                  </a:extLst>
                </p14:cNvPr>
                <p14:cNvContentPartPr/>
                <p14:nvPr/>
              </p14:nvContentPartPr>
              <p14:xfrm>
                <a:off x="1802984" y="661602"/>
                <a:ext cx="177120" cy="291240"/>
              </p14:xfrm>
            </p:contentPart>
          </mc:Choice>
          <mc:Fallback>
            <p:pic>
              <p:nvPicPr>
                <p:cNvPr id="11" name="Ink 10">
                  <a:extLst>
                    <a:ext uri="{FF2B5EF4-FFF2-40B4-BE49-F238E27FC236}">
                      <a16:creationId xmlns:a16="http://schemas.microsoft.com/office/drawing/2014/main" id="{7DF1D4D0-724A-F601-6981-F72CC27E0B5C}"/>
                    </a:ext>
                  </a:extLst>
                </p:cNvPr>
                <p:cNvPicPr/>
                <p:nvPr/>
              </p:nvPicPr>
              <p:blipFill>
                <a:blip r:embed="rId37"/>
                <a:stretch>
                  <a:fillRect/>
                </a:stretch>
              </p:blipFill>
              <p:spPr>
                <a:xfrm>
                  <a:off x="1793984" y="652962"/>
                  <a:ext cx="194760" cy="30888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12" name="Ink 11">
                  <a:extLst>
                    <a:ext uri="{FF2B5EF4-FFF2-40B4-BE49-F238E27FC236}">
                      <a16:creationId xmlns:a16="http://schemas.microsoft.com/office/drawing/2014/main" id="{B6C5B8A9-5CA8-45D9-BEAB-F491E3D31A18}"/>
                    </a:ext>
                  </a:extLst>
                </p14:cNvPr>
                <p14:cNvContentPartPr/>
                <p14:nvPr/>
              </p14:nvContentPartPr>
              <p14:xfrm>
                <a:off x="2297264" y="471162"/>
                <a:ext cx="1395720" cy="324360"/>
              </p14:xfrm>
            </p:contentPart>
          </mc:Choice>
          <mc:Fallback>
            <p:pic>
              <p:nvPicPr>
                <p:cNvPr id="12" name="Ink 11">
                  <a:extLst>
                    <a:ext uri="{FF2B5EF4-FFF2-40B4-BE49-F238E27FC236}">
                      <a16:creationId xmlns:a16="http://schemas.microsoft.com/office/drawing/2014/main" id="{B6C5B8A9-5CA8-45D9-BEAB-F491E3D31A18}"/>
                    </a:ext>
                  </a:extLst>
                </p:cNvPr>
                <p:cNvPicPr/>
                <p:nvPr/>
              </p:nvPicPr>
              <p:blipFill>
                <a:blip r:embed="rId39"/>
                <a:stretch>
                  <a:fillRect/>
                </a:stretch>
              </p:blipFill>
              <p:spPr>
                <a:xfrm>
                  <a:off x="2288624" y="462522"/>
                  <a:ext cx="1413360" cy="34200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13" name="Ink 12">
                  <a:extLst>
                    <a:ext uri="{FF2B5EF4-FFF2-40B4-BE49-F238E27FC236}">
                      <a16:creationId xmlns:a16="http://schemas.microsoft.com/office/drawing/2014/main" id="{BA6AEE94-DB7E-E528-6DE0-52AF9BE0346E}"/>
                    </a:ext>
                  </a:extLst>
                </p14:cNvPr>
                <p14:cNvContentPartPr/>
                <p14:nvPr/>
              </p14:nvContentPartPr>
              <p14:xfrm>
                <a:off x="2232824" y="808122"/>
                <a:ext cx="1648080" cy="40320"/>
              </p14:xfrm>
            </p:contentPart>
          </mc:Choice>
          <mc:Fallback>
            <p:pic>
              <p:nvPicPr>
                <p:cNvPr id="13" name="Ink 12">
                  <a:extLst>
                    <a:ext uri="{FF2B5EF4-FFF2-40B4-BE49-F238E27FC236}">
                      <a16:creationId xmlns:a16="http://schemas.microsoft.com/office/drawing/2014/main" id="{BA6AEE94-DB7E-E528-6DE0-52AF9BE0346E}"/>
                    </a:ext>
                  </a:extLst>
                </p:cNvPr>
                <p:cNvPicPr/>
                <p:nvPr/>
              </p:nvPicPr>
              <p:blipFill>
                <a:blip r:embed="rId41"/>
                <a:stretch>
                  <a:fillRect/>
                </a:stretch>
              </p:blipFill>
              <p:spPr>
                <a:xfrm>
                  <a:off x="2224184" y="799482"/>
                  <a:ext cx="1665720" cy="5796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14" name="Ink 13">
                  <a:extLst>
                    <a:ext uri="{FF2B5EF4-FFF2-40B4-BE49-F238E27FC236}">
                      <a16:creationId xmlns:a16="http://schemas.microsoft.com/office/drawing/2014/main" id="{F79E379A-6B87-B806-66D0-CBB881CA646C}"/>
                    </a:ext>
                  </a:extLst>
                </p14:cNvPr>
                <p14:cNvContentPartPr/>
                <p14:nvPr/>
              </p14:nvContentPartPr>
              <p14:xfrm>
                <a:off x="2316344" y="848082"/>
                <a:ext cx="1762200" cy="860760"/>
              </p14:xfrm>
            </p:contentPart>
          </mc:Choice>
          <mc:Fallback>
            <p:pic>
              <p:nvPicPr>
                <p:cNvPr id="14" name="Ink 13">
                  <a:extLst>
                    <a:ext uri="{FF2B5EF4-FFF2-40B4-BE49-F238E27FC236}">
                      <a16:creationId xmlns:a16="http://schemas.microsoft.com/office/drawing/2014/main" id="{F79E379A-6B87-B806-66D0-CBB881CA646C}"/>
                    </a:ext>
                  </a:extLst>
                </p:cNvPr>
                <p:cNvPicPr/>
                <p:nvPr/>
              </p:nvPicPr>
              <p:blipFill>
                <a:blip r:embed="rId43"/>
                <a:stretch>
                  <a:fillRect/>
                </a:stretch>
              </p:blipFill>
              <p:spPr>
                <a:xfrm>
                  <a:off x="2307344" y="839082"/>
                  <a:ext cx="1779840" cy="87840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52" name="Ink 51">
                  <a:extLst>
                    <a:ext uri="{FF2B5EF4-FFF2-40B4-BE49-F238E27FC236}">
                      <a16:creationId xmlns:a16="http://schemas.microsoft.com/office/drawing/2014/main" id="{0570F8E3-4FBC-2ADA-F7B6-1505AD88A44D}"/>
                    </a:ext>
                  </a:extLst>
                </p14:cNvPr>
                <p14:cNvContentPartPr/>
                <p14:nvPr/>
              </p14:nvContentPartPr>
              <p14:xfrm>
                <a:off x="2288984" y="291162"/>
                <a:ext cx="235800" cy="253080"/>
              </p14:xfrm>
            </p:contentPart>
          </mc:Choice>
          <mc:Fallback>
            <p:pic>
              <p:nvPicPr>
                <p:cNvPr id="52" name="Ink 51">
                  <a:extLst>
                    <a:ext uri="{FF2B5EF4-FFF2-40B4-BE49-F238E27FC236}">
                      <a16:creationId xmlns:a16="http://schemas.microsoft.com/office/drawing/2014/main" id="{0570F8E3-4FBC-2ADA-F7B6-1505AD88A44D}"/>
                    </a:ext>
                  </a:extLst>
                </p:cNvPr>
                <p:cNvPicPr/>
                <p:nvPr/>
              </p:nvPicPr>
              <p:blipFill>
                <a:blip r:embed="rId45"/>
                <a:stretch>
                  <a:fillRect/>
                </a:stretch>
              </p:blipFill>
              <p:spPr>
                <a:xfrm>
                  <a:off x="2279984" y="282522"/>
                  <a:ext cx="253440" cy="27072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53" name="Ink 52">
                  <a:extLst>
                    <a:ext uri="{FF2B5EF4-FFF2-40B4-BE49-F238E27FC236}">
                      <a16:creationId xmlns:a16="http://schemas.microsoft.com/office/drawing/2014/main" id="{D95A4CD8-B16F-2810-B652-881E0DDF0680}"/>
                    </a:ext>
                  </a:extLst>
                </p14:cNvPr>
                <p14:cNvContentPartPr/>
                <p14:nvPr/>
              </p14:nvContentPartPr>
              <p14:xfrm>
                <a:off x="2536304" y="330042"/>
                <a:ext cx="201960" cy="181080"/>
              </p14:xfrm>
            </p:contentPart>
          </mc:Choice>
          <mc:Fallback>
            <p:pic>
              <p:nvPicPr>
                <p:cNvPr id="53" name="Ink 52">
                  <a:extLst>
                    <a:ext uri="{FF2B5EF4-FFF2-40B4-BE49-F238E27FC236}">
                      <a16:creationId xmlns:a16="http://schemas.microsoft.com/office/drawing/2014/main" id="{D95A4CD8-B16F-2810-B652-881E0DDF0680}"/>
                    </a:ext>
                  </a:extLst>
                </p:cNvPr>
                <p:cNvPicPr/>
                <p:nvPr/>
              </p:nvPicPr>
              <p:blipFill>
                <a:blip r:embed="rId47"/>
                <a:stretch>
                  <a:fillRect/>
                </a:stretch>
              </p:blipFill>
              <p:spPr>
                <a:xfrm>
                  <a:off x="2527664" y="321042"/>
                  <a:ext cx="219600" cy="19872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54" name="Ink 53">
                  <a:extLst>
                    <a:ext uri="{FF2B5EF4-FFF2-40B4-BE49-F238E27FC236}">
                      <a16:creationId xmlns:a16="http://schemas.microsoft.com/office/drawing/2014/main" id="{FA51A455-C276-68D9-ADFB-094C876C514C}"/>
                    </a:ext>
                  </a:extLst>
                </p14:cNvPr>
                <p14:cNvContentPartPr/>
                <p14:nvPr/>
              </p14:nvContentPartPr>
              <p14:xfrm>
                <a:off x="2777144" y="313122"/>
                <a:ext cx="170280" cy="159480"/>
              </p14:xfrm>
            </p:contentPart>
          </mc:Choice>
          <mc:Fallback>
            <p:pic>
              <p:nvPicPr>
                <p:cNvPr id="54" name="Ink 53">
                  <a:extLst>
                    <a:ext uri="{FF2B5EF4-FFF2-40B4-BE49-F238E27FC236}">
                      <a16:creationId xmlns:a16="http://schemas.microsoft.com/office/drawing/2014/main" id="{FA51A455-C276-68D9-ADFB-094C876C514C}"/>
                    </a:ext>
                  </a:extLst>
                </p:cNvPr>
                <p:cNvPicPr/>
                <p:nvPr/>
              </p:nvPicPr>
              <p:blipFill>
                <a:blip r:embed="rId49"/>
                <a:stretch>
                  <a:fillRect/>
                </a:stretch>
              </p:blipFill>
              <p:spPr>
                <a:xfrm>
                  <a:off x="2768144" y="304122"/>
                  <a:ext cx="187920" cy="17712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55" name="Ink 54">
                  <a:extLst>
                    <a:ext uri="{FF2B5EF4-FFF2-40B4-BE49-F238E27FC236}">
                      <a16:creationId xmlns:a16="http://schemas.microsoft.com/office/drawing/2014/main" id="{24C27326-BA47-E0EB-FFC1-1B45238117BB}"/>
                    </a:ext>
                  </a:extLst>
                </p14:cNvPr>
                <p14:cNvContentPartPr/>
                <p14:nvPr/>
              </p14:nvContentPartPr>
              <p14:xfrm>
                <a:off x="3956504" y="342282"/>
                <a:ext cx="184320" cy="132840"/>
              </p14:xfrm>
            </p:contentPart>
          </mc:Choice>
          <mc:Fallback>
            <p:pic>
              <p:nvPicPr>
                <p:cNvPr id="55" name="Ink 54">
                  <a:extLst>
                    <a:ext uri="{FF2B5EF4-FFF2-40B4-BE49-F238E27FC236}">
                      <a16:creationId xmlns:a16="http://schemas.microsoft.com/office/drawing/2014/main" id="{24C27326-BA47-E0EB-FFC1-1B45238117BB}"/>
                    </a:ext>
                  </a:extLst>
                </p:cNvPr>
                <p:cNvPicPr/>
                <p:nvPr/>
              </p:nvPicPr>
              <p:blipFill>
                <a:blip r:embed="rId51"/>
                <a:stretch>
                  <a:fillRect/>
                </a:stretch>
              </p:blipFill>
              <p:spPr>
                <a:xfrm>
                  <a:off x="3947864" y="333282"/>
                  <a:ext cx="201960" cy="15048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56" name="Ink 55">
                  <a:extLst>
                    <a:ext uri="{FF2B5EF4-FFF2-40B4-BE49-F238E27FC236}">
                      <a16:creationId xmlns:a16="http://schemas.microsoft.com/office/drawing/2014/main" id="{DFCB0843-3FE8-7FA6-B6FB-E8F1043AB326}"/>
                    </a:ext>
                  </a:extLst>
                </p14:cNvPr>
                <p14:cNvContentPartPr/>
                <p14:nvPr/>
              </p14:nvContentPartPr>
              <p14:xfrm>
                <a:off x="4161704" y="316362"/>
                <a:ext cx="162000" cy="183600"/>
              </p14:xfrm>
            </p:contentPart>
          </mc:Choice>
          <mc:Fallback>
            <p:pic>
              <p:nvPicPr>
                <p:cNvPr id="56" name="Ink 55">
                  <a:extLst>
                    <a:ext uri="{FF2B5EF4-FFF2-40B4-BE49-F238E27FC236}">
                      <a16:creationId xmlns:a16="http://schemas.microsoft.com/office/drawing/2014/main" id="{DFCB0843-3FE8-7FA6-B6FB-E8F1043AB326}"/>
                    </a:ext>
                  </a:extLst>
                </p:cNvPr>
                <p:cNvPicPr/>
                <p:nvPr/>
              </p:nvPicPr>
              <p:blipFill>
                <a:blip r:embed="rId53"/>
                <a:stretch>
                  <a:fillRect/>
                </a:stretch>
              </p:blipFill>
              <p:spPr>
                <a:xfrm>
                  <a:off x="4152704" y="307722"/>
                  <a:ext cx="179640" cy="20124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59" name="Ink 58">
                  <a:extLst>
                    <a:ext uri="{FF2B5EF4-FFF2-40B4-BE49-F238E27FC236}">
                      <a16:creationId xmlns:a16="http://schemas.microsoft.com/office/drawing/2014/main" id="{B00F49D2-FB9C-4350-74BE-1C94E485D2F3}"/>
                    </a:ext>
                  </a:extLst>
                </p14:cNvPr>
                <p14:cNvContentPartPr/>
                <p14:nvPr/>
              </p14:nvContentPartPr>
              <p14:xfrm>
                <a:off x="4531784" y="397722"/>
                <a:ext cx="210240" cy="33120"/>
              </p14:xfrm>
            </p:contentPart>
          </mc:Choice>
          <mc:Fallback>
            <p:pic>
              <p:nvPicPr>
                <p:cNvPr id="59" name="Ink 58">
                  <a:extLst>
                    <a:ext uri="{FF2B5EF4-FFF2-40B4-BE49-F238E27FC236}">
                      <a16:creationId xmlns:a16="http://schemas.microsoft.com/office/drawing/2014/main" id="{B00F49D2-FB9C-4350-74BE-1C94E485D2F3}"/>
                    </a:ext>
                  </a:extLst>
                </p:cNvPr>
                <p:cNvPicPr/>
                <p:nvPr/>
              </p:nvPicPr>
              <p:blipFill>
                <a:blip r:embed="rId55"/>
                <a:stretch>
                  <a:fillRect/>
                </a:stretch>
              </p:blipFill>
              <p:spPr>
                <a:xfrm>
                  <a:off x="4523144" y="389082"/>
                  <a:ext cx="227880" cy="5076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60" name="Ink 59">
                  <a:extLst>
                    <a:ext uri="{FF2B5EF4-FFF2-40B4-BE49-F238E27FC236}">
                      <a16:creationId xmlns:a16="http://schemas.microsoft.com/office/drawing/2014/main" id="{85EC26C2-3D45-DF53-1BE1-9840F4760D75}"/>
                    </a:ext>
                  </a:extLst>
                </p14:cNvPr>
                <p14:cNvContentPartPr/>
                <p14:nvPr/>
              </p14:nvContentPartPr>
              <p14:xfrm>
                <a:off x="4810424" y="380442"/>
                <a:ext cx="65160" cy="103680"/>
              </p14:xfrm>
            </p:contentPart>
          </mc:Choice>
          <mc:Fallback>
            <p:pic>
              <p:nvPicPr>
                <p:cNvPr id="60" name="Ink 59">
                  <a:extLst>
                    <a:ext uri="{FF2B5EF4-FFF2-40B4-BE49-F238E27FC236}">
                      <a16:creationId xmlns:a16="http://schemas.microsoft.com/office/drawing/2014/main" id="{85EC26C2-3D45-DF53-1BE1-9840F4760D75}"/>
                    </a:ext>
                  </a:extLst>
                </p:cNvPr>
                <p:cNvPicPr/>
                <p:nvPr/>
              </p:nvPicPr>
              <p:blipFill>
                <a:blip r:embed="rId57"/>
                <a:stretch>
                  <a:fillRect/>
                </a:stretch>
              </p:blipFill>
              <p:spPr>
                <a:xfrm>
                  <a:off x="4801424" y="371442"/>
                  <a:ext cx="82800" cy="12132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61" name="Ink 60">
                  <a:extLst>
                    <a:ext uri="{FF2B5EF4-FFF2-40B4-BE49-F238E27FC236}">
                      <a16:creationId xmlns:a16="http://schemas.microsoft.com/office/drawing/2014/main" id="{C9B78E88-BB58-2382-EA03-A37C57AA77F0}"/>
                    </a:ext>
                  </a:extLst>
                </p14:cNvPr>
                <p14:cNvContentPartPr/>
                <p14:nvPr/>
              </p14:nvContentPartPr>
              <p14:xfrm>
                <a:off x="4826984" y="258402"/>
                <a:ext cx="23760" cy="9360"/>
              </p14:xfrm>
            </p:contentPart>
          </mc:Choice>
          <mc:Fallback>
            <p:pic>
              <p:nvPicPr>
                <p:cNvPr id="61" name="Ink 60">
                  <a:extLst>
                    <a:ext uri="{FF2B5EF4-FFF2-40B4-BE49-F238E27FC236}">
                      <a16:creationId xmlns:a16="http://schemas.microsoft.com/office/drawing/2014/main" id="{C9B78E88-BB58-2382-EA03-A37C57AA77F0}"/>
                    </a:ext>
                  </a:extLst>
                </p:cNvPr>
                <p:cNvPicPr/>
                <p:nvPr/>
              </p:nvPicPr>
              <p:blipFill>
                <a:blip r:embed="rId59"/>
                <a:stretch>
                  <a:fillRect/>
                </a:stretch>
              </p:blipFill>
              <p:spPr>
                <a:xfrm>
                  <a:off x="4817984" y="249402"/>
                  <a:ext cx="41400" cy="2700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63" name="Ink 62">
                  <a:extLst>
                    <a:ext uri="{FF2B5EF4-FFF2-40B4-BE49-F238E27FC236}">
                      <a16:creationId xmlns:a16="http://schemas.microsoft.com/office/drawing/2014/main" id="{BEDF1336-996D-C715-503D-A92D52A0F80E}"/>
                    </a:ext>
                  </a:extLst>
                </p14:cNvPr>
                <p14:cNvContentPartPr/>
                <p14:nvPr/>
              </p14:nvContentPartPr>
              <p14:xfrm>
                <a:off x="4823024" y="231042"/>
                <a:ext cx="20880" cy="270000"/>
              </p14:xfrm>
            </p:contentPart>
          </mc:Choice>
          <mc:Fallback>
            <p:pic>
              <p:nvPicPr>
                <p:cNvPr id="63" name="Ink 62">
                  <a:extLst>
                    <a:ext uri="{FF2B5EF4-FFF2-40B4-BE49-F238E27FC236}">
                      <a16:creationId xmlns:a16="http://schemas.microsoft.com/office/drawing/2014/main" id="{BEDF1336-996D-C715-503D-A92D52A0F80E}"/>
                    </a:ext>
                  </a:extLst>
                </p:cNvPr>
                <p:cNvPicPr/>
                <p:nvPr/>
              </p:nvPicPr>
              <p:blipFill>
                <a:blip r:embed="rId61"/>
                <a:stretch>
                  <a:fillRect/>
                </a:stretch>
              </p:blipFill>
              <p:spPr>
                <a:xfrm>
                  <a:off x="4814024" y="222402"/>
                  <a:ext cx="38520" cy="28764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64" name="Ink 63">
                  <a:extLst>
                    <a:ext uri="{FF2B5EF4-FFF2-40B4-BE49-F238E27FC236}">
                      <a16:creationId xmlns:a16="http://schemas.microsoft.com/office/drawing/2014/main" id="{8CEF8F0C-C85D-F38C-4B70-285009A09D84}"/>
                    </a:ext>
                  </a:extLst>
                </p14:cNvPr>
                <p14:cNvContentPartPr/>
                <p14:nvPr/>
              </p14:nvContentPartPr>
              <p14:xfrm>
                <a:off x="4947584" y="305202"/>
                <a:ext cx="33840" cy="179640"/>
              </p14:xfrm>
            </p:contentPart>
          </mc:Choice>
          <mc:Fallback>
            <p:pic>
              <p:nvPicPr>
                <p:cNvPr id="64" name="Ink 63">
                  <a:extLst>
                    <a:ext uri="{FF2B5EF4-FFF2-40B4-BE49-F238E27FC236}">
                      <a16:creationId xmlns:a16="http://schemas.microsoft.com/office/drawing/2014/main" id="{8CEF8F0C-C85D-F38C-4B70-285009A09D84}"/>
                    </a:ext>
                  </a:extLst>
                </p:cNvPr>
                <p:cNvPicPr/>
                <p:nvPr/>
              </p:nvPicPr>
              <p:blipFill>
                <a:blip r:embed="rId63"/>
                <a:stretch>
                  <a:fillRect/>
                </a:stretch>
              </p:blipFill>
              <p:spPr>
                <a:xfrm>
                  <a:off x="4938944" y="296202"/>
                  <a:ext cx="51480" cy="19728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65" name="Ink 64">
                  <a:extLst>
                    <a:ext uri="{FF2B5EF4-FFF2-40B4-BE49-F238E27FC236}">
                      <a16:creationId xmlns:a16="http://schemas.microsoft.com/office/drawing/2014/main" id="{C261F074-F032-F0A6-5522-69B7D31FB88F}"/>
                    </a:ext>
                  </a:extLst>
                </p14:cNvPr>
                <p14:cNvContentPartPr/>
                <p14:nvPr/>
              </p14:nvContentPartPr>
              <p14:xfrm>
                <a:off x="4941464" y="371082"/>
                <a:ext cx="75600" cy="6840"/>
              </p14:xfrm>
            </p:contentPart>
          </mc:Choice>
          <mc:Fallback>
            <p:pic>
              <p:nvPicPr>
                <p:cNvPr id="65" name="Ink 64">
                  <a:extLst>
                    <a:ext uri="{FF2B5EF4-FFF2-40B4-BE49-F238E27FC236}">
                      <a16:creationId xmlns:a16="http://schemas.microsoft.com/office/drawing/2014/main" id="{C261F074-F032-F0A6-5522-69B7D31FB88F}"/>
                    </a:ext>
                  </a:extLst>
                </p:cNvPr>
                <p:cNvPicPr/>
                <p:nvPr/>
              </p:nvPicPr>
              <p:blipFill>
                <a:blip r:embed="rId65"/>
                <a:stretch>
                  <a:fillRect/>
                </a:stretch>
              </p:blipFill>
              <p:spPr>
                <a:xfrm>
                  <a:off x="4932464" y="362082"/>
                  <a:ext cx="93240" cy="2448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66" name="Ink 65">
                  <a:extLst>
                    <a:ext uri="{FF2B5EF4-FFF2-40B4-BE49-F238E27FC236}">
                      <a16:creationId xmlns:a16="http://schemas.microsoft.com/office/drawing/2014/main" id="{B5C0C208-355E-D779-6257-0D0CEA9CBFDF}"/>
                    </a:ext>
                  </a:extLst>
                </p14:cNvPr>
                <p14:cNvContentPartPr/>
                <p14:nvPr/>
              </p14:nvContentPartPr>
              <p14:xfrm>
                <a:off x="5166824" y="457122"/>
                <a:ext cx="43920" cy="10440"/>
              </p14:xfrm>
            </p:contentPart>
          </mc:Choice>
          <mc:Fallback>
            <p:pic>
              <p:nvPicPr>
                <p:cNvPr id="66" name="Ink 65">
                  <a:extLst>
                    <a:ext uri="{FF2B5EF4-FFF2-40B4-BE49-F238E27FC236}">
                      <a16:creationId xmlns:a16="http://schemas.microsoft.com/office/drawing/2014/main" id="{B5C0C208-355E-D779-6257-0D0CEA9CBFDF}"/>
                    </a:ext>
                  </a:extLst>
                </p:cNvPr>
                <p:cNvPicPr/>
                <p:nvPr/>
              </p:nvPicPr>
              <p:blipFill>
                <a:blip r:embed="rId67"/>
                <a:stretch>
                  <a:fillRect/>
                </a:stretch>
              </p:blipFill>
              <p:spPr>
                <a:xfrm>
                  <a:off x="5157824" y="448122"/>
                  <a:ext cx="61560" cy="2808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67" name="Ink 66">
                  <a:extLst>
                    <a:ext uri="{FF2B5EF4-FFF2-40B4-BE49-F238E27FC236}">
                      <a16:creationId xmlns:a16="http://schemas.microsoft.com/office/drawing/2014/main" id="{6537AD5C-116B-239C-EDEB-DF85EFB276B8}"/>
                    </a:ext>
                  </a:extLst>
                </p14:cNvPr>
                <p14:cNvContentPartPr/>
                <p14:nvPr/>
              </p14:nvContentPartPr>
              <p14:xfrm>
                <a:off x="5373464" y="307722"/>
                <a:ext cx="14040" cy="185400"/>
              </p14:xfrm>
            </p:contentPart>
          </mc:Choice>
          <mc:Fallback>
            <p:pic>
              <p:nvPicPr>
                <p:cNvPr id="67" name="Ink 66">
                  <a:extLst>
                    <a:ext uri="{FF2B5EF4-FFF2-40B4-BE49-F238E27FC236}">
                      <a16:creationId xmlns:a16="http://schemas.microsoft.com/office/drawing/2014/main" id="{6537AD5C-116B-239C-EDEB-DF85EFB276B8}"/>
                    </a:ext>
                  </a:extLst>
                </p:cNvPr>
                <p:cNvPicPr/>
                <p:nvPr/>
              </p:nvPicPr>
              <p:blipFill>
                <a:blip r:embed="rId69"/>
                <a:stretch>
                  <a:fillRect/>
                </a:stretch>
              </p:blipFill>
              <p:spPr>
                <a:xfrm>
                  <a:off x="5364464" y="299082"/>
                  <a:ext cx="31680" cy="20304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68" name="Ink 67">
                  <a:extLst>
                    <a:ext uri="{FF2B5EF4-FFF2-40B4-BE49-F238E27FC236}">
                      <a16:creationId xmlns:a16="http://schemas.microsoft.com/office/drawing/2014/main" id="{E276B874-286C-0EF3-B700-BB762AB5C328}"/>
                    </a:ext>
                  </a:extLst>
                </p14:cNvPr>
                <p14:cNvContentPartPr/>
                <p14:nvPr/>
              </p14:nvContentPartPr>
              <p14:xfrm>
                <a:off x="5362304" y="363882"/>
                <a:ext cx="219960" cy="119160"/>
              </p14:xfrm>
            </p:contentPart>
          </mc:Choice>
          <mc:Fallback>
            <p:pic>
              <p:nvPicPr>
                <p:cNvPr id="68" name="Ink 67">
                  <a:extLst>
                    <a:ext uri="{FF2B5EF4-FFF2-40B4-BE49-F238E27FC236}">
                      <a16:creationId xmlns:a16="http://schemas.microsoft.com/office/drawing/2014/main" id="{E276B874-286C-0EF3-B700-BB762AB5C328}"/>
                    </a:ext>
                  </a:extLst>
                </p:cNvPr>
                <p:cNvPicPr/>
                <p:nvPr/>
              </p:nvPicPr>
              <p:blipFill>
                <a:blip r:embed="rId71"/>
                <a:stretch>
                  <a:fillRect/>
                </a:stretch>
              </p:blipFill>
              <p:spPr>
                <a:xfrm>
                  <a:off x="5353664" y="355242"/>
                  <a:ext cx="237600" cy="13680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69" name="Ink 68">
                  <a:extLst>
                    <a:ext uri="{FF2B5EF4-FFF2-40B4-BE49-F238E27FC236}">
                      <a16:creationId xmlns:a16="http://schemas.microsoft.com/office/drawing/2014/main" id="{3ECB9E5D-9582-8C03-75F7-1485027E0C2B}"/>
                    </a:ext>
                  </a:extLst>
                </p14:cNvPr>
                <p14:cNvContentPartPr/>
                <p14:nvPr/>
              </p14:nvContentPartPr>
              <p14:xfrm>
                <a:off x="5591264" y="364242"/>
                <a:ext cx="121320" cy="131760"/>
              </p14:xfrm>
            </p:contentPart>
          </mc:Choice>
          <mc:Fallback>
            <p:pic>
              <p:nvPicPr>
                <p:cNvPr id="69" name="Ink 68">
                  <a:extLst>
                    <a:ext uri="{FF2B5EF4-FFF2-40B4-BE49-F238E27FC236}">
                      <a16:creationId xmlns:a16="http://schemas.microsoft.com/office/drawing/2014/main" id="{3ECB9E5D-9582-8C03-75F7-1485027E0C2B}"/>
                    </a:ext>
                  </a:extLst>
                </p:cNvPr>
                <p:cNvPicPr/>
                <p:nvPr/>
              </p:nvPicPr>
              <p:blipFill>
                <a:blip r:embed="rId73"/>
                <a:stretch>
                  <a:fillRect/>
                </a:stretch>
              </p:blipFill>
              <p:spPr>
                <a:xfrm>
                  <a:off x="5582624" y="355242"/>
                  <a:ext cx="138960" cy="14940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70" name="Ink 69">
                  <a:extLst>
                    <a:ext uri="{FF2B5EF4-FFF2-40B4-BE49-F238E27FC236}">
                      <a16:creationId xmlns:a16="http://schemas.microsoft.com/office/drawing/2014/main" id="{50A2E7E1-B145-3ED7-54C0-B16D5CCDF7A6}"/>
                    </a:ext>
                  </a:extLst>
                </p14:cNvPr>
                <p14:cNvContentPartPr/>
                <p14:nvPr/>
              </p14:nvContentPartPr>
              <p14:xfrm>
                <a:off x="5757944" y="261282"/>
                <a:ext cx="454680" cy="247680"/>
              </p14:xfrm>
            </p:contentPart>
          </mc:Choice>
          <mc:Fallback>
            <p:pic>
              <p:nvPicPr>
                <p:cNvPr id="70" name="Ink 69">
                  <a:extLst>
                    <a:ext uri="{FF2B5EF4-FFF2-40B4-BE49-F238E27FC236}">
                      <a16:creationId xmlns:a16="http://schemas.microsoft.com/office/drawing/2014/main" id="{50A2E7E1-B145-3ED7-54C0-B16D5CCDF7A6}"/>
                    </a:ext>
                  </a:extLst>
                </p:cNvPr>
                <p:cNvPicPr/>
                <p:nvPr/>
              </p:nvPicPr>
              <p:blipFill>
                <a:blip r:embed="rId75"/>
                <a:stretch>
                  <a:fillRect/>
                </a:stretch>
              </p:blipFill>
              <p:spPr>
                <a:xfrm>
                  <a:off x="5749304" y="252642"/>
                  <a:ext cx="472320" cy="26532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71" name="Ink 70">
                  <a:extLst>
                    <a:ext uri="{FF2B5EF4-FFF2-40B4-BE49-F238E27FC236}">
                      <a16:creationId xmlns:a16="http://schemas.microsoft.com/office/drawing/2014/main" id="{16BCF04C-F680-7012-7954-B4C9FE9712AD}"/>
                    </a:ext>
                  </a:extLst>
                </p14:cNvPr>
                <p14:cNvContentPartPr/>
                <p14:nvPr/>
              </p14:nvContentPartPr>
              <p14:xfrm>
                <a:off x="3996104" y="780402"/>
                <a:ext cx="171000" cy="226440"/>
              </p14:xfrm>
            </p:contentPart>
          </mc:Choice>
          <mc:Fallback>
            <p:pic>
              <p:nvPicPr>
                <p:cNvPr id="71" name="Ink 70">
                  <a:extLst>
                    <a:ext uri="{FF2B5EF4-FFF2-40B4-BE49-F238E27FC236}">
                      <a16:creationId xmlns:a16="http://schemas.microsoft.com/office/drawing/2014/main" id="{16BCF04C-F680-7012-7954-B4C9FE9712AD}"/>
                    </a:ext>
                  </a:extLst>
                </p:cNvPr>
                <p:cNvPicPr/>
                <p:nvPr/>
              </p:nvPicPr>
              <p:blipFill>
                <a:blip r:embed="rId77"/>
                <a:stretch>
                  <a:fillRect/>
                </a:stretch>
              </p:blipFill>
              <p:spPr>
                <a:xfrm>
                  <a:off x="3987104" y="771762"/>
                  <a:ext cx="188640" cy="24408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72" name="Ink 71">
                  <a:extLst>
                    <a:ext uri="{FF2B5EF4-FFF2-40B4-BE49-F238E27FC236}">
                      <a16:creationId xmlns:a16="http://schemas.microsoft.com/office/drawing/2014/main" id="{C60ACD57-1D8D-5AB2-7DC4-B086FBF7559E}"/>
                    </a:ext>
                  </a:extLst>
                </p14:cNvPr>
                <p14:cNvContentPartPr/>
                <p14:nvPr/>
              </p14:nvContentPartPr>
              <p14:xfrm>
                <a:off x="4207064" y="896322"/>
                <a:ext cx="272520" cy="104040"/>
              </p14:xfrm>
            </p:contentPart>
          </mc:Choice>
          <mc:Fallback>
            <p:pic>
              <p:nvPicPr>
                <p:cNvPr id="72" name="Ink 71">
                  <a:extLst>
                    <a:ext uri="{FF2B5EF4-FFF2-40B4-BE49-F238E27FC236}">
                      <a16:creationId xmlns:a16="http://schemas.microsoft.com/office/drawing/2014/main" id="{C60ACD57-1D8D-5AB2-7DC4-B086FBF7559E}"/>
                    </a:ext>
                  </a:extLst>
                </p:cNvPr>
                <p:cNvPicPr/>
                <p:nvPr/>
              </p:nvPicPr>
              <p:blipFill>
                <a:blip r:embed="rId79"/>
                <a:stretch>
                  <a:fillRect/>
                </a:stretch>
              </p:blipFill>
              <p:spPr>
                <a:xfrm>
                  <a:off x="4198424" y="887322"/>
                  <a:ext cx="290160" cy="12168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74" name="Ink 73">
                  <a:extLst>
                    <a:ext uri="{FF2B5EF4-FFF2-40B4-BE49-F238E27FC236}">
                      <a16:creationId xmlns:a16="http://schemas.microsoft.com/office/drawing/2014/main" id="{31867179-AD6B-8DE9-F5DB-6D06067C8071}"/>
                    </a:ext>
                  </a:extLst>
                </p14:cNvPr>
                <p14:cNvContentPartPr/>
                <p14:nvPr/>
              </p14:nvContentPartPr>
              <p14:xfrm>
                <a:off x="4619264" y="848082"/>
                <a:ext cx="103320" cy="161640"/>
              </p14:xfrm>
            </p:contentPart>
          </mc:Choice>
          <mc:Fallback>
            <p:pic>
              <p:nvPicPr>
                <p:cNvPr id="74" name="Ink 73">
                  <a:extLst>
                    <a:ext uri="{FF2B5EF4-FFF2-40B4-BE49-F238E27FC236}">
                      <a16:creationId xmlns:a16="http://schemas.microsoft.com/office/drawing/2014/main" id="{31867179-AD6B-8DE9-F5DB-6D06067C8071}"/>
                    </a:ext>
                  </a:extLst>
                </p:cNvPr>
                <p:cNvPicPr/>
                <p:nvPr/>
              </p:nvPicPr>
              <p:blipFill>
                <a:blip r:embed="rId81"/>
                <a:stretch>
                  <a:fillRect/>
                </a:stretch>
              </p:blipFill>
              <p:spPr>
                <a:xfrm>
                  <a:off x="4610264" y="839442"/>
                  <a:ext cx="120960" cy="17928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75" name="Ink 74">
                  <a:extLst>
                    <a:ext uri="{FF2B5EF4-FFF2-40B4-BE49-F238E27FC236}">
                      <a16:creationId xmlns:a16="http://schemas.microsoft.com/office/drawing/2014/main" id="{5850D51A-A8E0-08AC-AB70-61E56B252315}"/>
                    </a:ext>
                  </a:extLst>
                </p14:cNvPr>
                <p14:cNvContentPartPr/>
                <p14:nvPr/>
              </p14:nvContentPartPr>
              <p14:xfrm>
                <a:off x="4995824" y="974082"/>
                <a:ext cx="53640" cy="4320"/>
              </p14:xfrm>
            </p:contentPart>
          </mc:Choice>
          <mc:Fallback>
            <p:pic>
              <p:nvPicPr>
                <p:cNvPr id="75" name="Ink 74">
                  <a:extLst>
                    <a:ext uri="{FF2B5EF4-FFF2-40B4-BE49-F238E27FC236}">
                      <a16:creationId xmlns:a16="http://schemas.microsoft.com/office/drawing/2014/main" id="{5850D51A-A8E0-08AC-AB70-61E56B252315}"/>
                    </a:ext>
                  </a:extLst>
                </p:cNvPr>
                <p:cNvPicPr/>
                <p:nvPr/>
              </p:nvPicPr>
              <p:blipFill>
                <a:blip r:embed="rId83"/>
                <a:stretch>
                  <a:fillRect/>
                </a:stretch>
              </p:blipFill>
              <p:spPr>
                <a:xfrm>
                  <a:off x="4987184" y="965082"/>
                  <a:ext cx="71280" cy="2196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76" name="Ink 75">
                  <a:extLst>
                    <a:ext uri="{FF2B5EF4-FFF2-40B4-BE49-F238E27FC236}">
                      <a16:creationId xmlns:a16="http://schemas.microsoft.com/office/drawing/2014/main" id="{B76A84B0-2487-D68E-C96D-FC0AC0E86460}"/>
                    </a:ext>
                  </a:extLst>
                </p14:cNvPr>
                <p14:cNvContentPartPr/>
                <p14:nvPr/>
              </p14:nvContentPartPr>
              <p14:xfrm>
                <a:off x="5298944" y="785442"/>
                <a:ext cx="27360" cy="222480"/>
              </p14:xfrm>
            </p:contentPart>
          </mc:Choice>
          <mc:Fallback>
            <p:pic>
              <p:nvPicPr>
                <p:cNvPr id="76" name="Ink 75">
                  <a:extLst>
                    <a:ext uri="{FF2B5EF4-FFF2-40B4-BE49-F238E27FC236}">
                      <a16:creationId xmlns:a16="http://schemas.microsoft.com/office/drawing/2014/main" id="{B76A84B0-2487-D68E-C96D-FC0AC0E86460}"/>
                    </a:ext>
                  </a:extLst>
                </p:cNvPr>
                <p:cNvPicPr/>
                <p:nvPr/>
              </p:nvPicPr>
              <p:blipFill>
                <a:blip r:embed="rId85"/>
                <a:stretch>
                  <a:fillRect/>
                </a:stretch>
              </p:blipFill>
              <p:spPr>
                <a:xfrm>
                  <a:off x="5290304" y="776442"/>
                  <a:ext cx="45000" cy="24012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77" name="Ink 76">
                  <a:extLst>
                    <a:ext uri="{FF2B5EF4-FFF2-40B4-BE49-F238E27FC236}">
                      <a16:creationId xmlns:a16="http://schemas.microsoft.com/office/drawing/2014/main" id="{7B12EE69-2683-0AD0-8173-1FFD92628F06}"/>
                    </a:ext>
                  </a:extLst>
                </p14:cNvPr>
                <p14:cNvContentPartPr/>
                <p14:nvPr/>
              </p14:nvContentPartPr>
              <p14:xfrm>
                <a:off x="5426744" y="830082"/>
                <a:ext cx="120960" cy="185400"/>
              </p14:xfrm>
            </p:contentPart>
          </mc:Choice>
          <mc:Fallback>
            <p:pic>
              <p:nvPicPr>
                <p:cNvPr id="77" name="Ink 76">
                  <a:extLst>
                    <a:ext uri="{FF2B5EF4-FFF2-40B4-BE49-F238E27FC236}">
                      <a16:creationId xmlns:a16="http://schemas.microsoft.com/office/drawing/2014/main" id="{7B12EE69-2683-0AD0-8173-1FFD92628F06}"/>
                    </a:ext>
                  </a:extLst>
                </p:cNvPr>
                <p:cNvPicPr/>
                <p:nvPr/>
              </p:nvPicPr>
              <p:blipFill>
                <a:blip r:embed="rId87"/>
                <a:stretch>
                  <a:fillRect/>
                </a:stretch>
              </p:blipFill>
              <p:spPr>
                <a:xfrm>
                  <a:off x="5417744" y="821442"/>
                  <a:ext cx="138600" cy="20304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78" name="Ink 77">
                  <a:extLst>
                    <a:ext uri="{FF2B5EF4-FFF2-40B4-BE49-F238E27FC236}">
                      <a16:creationId xmlns:a16="http://schemas.microsoft.com/office/drawing/2014/main" id="{9DF60E00-8E6F-9DAF-F827-372135EBE558}"/>
                    </a:ext>
                  </a:extLst>
                </p14:cNvPr>
                <p14:cNvContentPartPr/>
                <p14:nvPr/>
              </p14:nvContentPartPr>
              <p14:xfrm>
                <a:off x="5665424" y="987762"/>
                <a:ext cx="83520" cy="18360"/>
              </p14:xfrm>
            </p:contentPart>
          </mc:Choice>
          <mc:Fallback>
            <p:pic>
              <p:nvPicPr>
                <p:cNvPr id="78" name="Ink 77">
                  <a:extLst>
                    <a:ext uri="{FF2B5EF4-FFF2-40B4-BE49-F238E27FC236}">
                      <a16:creationId xmlns:a16="http://schemas.microsoft.com/office/drawing/2014/main" id="{9DF60E00-8E6F-9DAF-F827-372135EBE558}"/>
                    </a:ext>
                  </a:extLst>
                </p:cNvPr>
                <p:cNvPicPr/>
                <p:nvPr/>
              </p:nvPicPr>
              <p:blipFill>
                <a:blip r:embed="rId89"/>
                <a:stretch>
                  <a:fillRect/>
                </a:stretch>
              </p:blipFill>
              <p:spPr>
                <a:xfrm>
                  <a:off x="5656424" y="978762"/>
                  <a:ext cx="101160" cy="3600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79" name="Ink 78">
                  <a:extLst>
                    <a:ext uri="{FF2B5EF4-FFF2-40B4-BE49-F238E27FC236}">
                      <a16:creationId xmlns:a16="http://schemas.microsoft.com/office/drawing/2014/main" id="{526229CA-CB61-983E-0DAB-91D8865665C0}"/>
                    </a:ext>
                  </a:extLst>
                </p14:cNvPr>
                <p14:cNvContentPartPr/>
                <p14:nvPr/>
              </p14:nvContentPartPr>
              <p14:xfrm>
                <a:off x="5873864" y="891642"/>
                <a:ext cx="150120" cy="133560"/>
              </p14:xfrm>
            </p:contentPart>
          </mc:Choice>
          <mc:Fallback>
            <p:pic>
              <p:nvPicPr>
                <p:cNvPr id="79" name="Ink 78">
                  <a:extLst>
                    <a:ext uri="{FF2B5EF4-FFF2-40B4-BE49-F238E27FC236}">
                      <a16:creationId xmlns:a16="http://schemas.microsoft.com/office/drawing/2014/main" id="{526229CA-CB61-983E-0DAB-91D8865665C0}"/>
                    </a:ext>
                  </a:extLst>
                </p:cNvPr>
                <p:cNvPicPr/>
                <p:nvPr/>
              </p:nvPicPr>
              <p:blipFill>
                <a:blip r:embed="rId91"/>
                <a:stretch>
                  <a:fillRect/>
                </a:stretch>
              </p:blipFill>
              <p:spPr>
                <a:xfrm>
                  <a:off x="5864864" y="882642"/>
                  <a:ext cx="167760" cy="15120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80" name="Ink 79">
                  <a:extLst>
                    <a:ext uri="{FF2B5EF4-FFF2-40B4-BE49-F238E27FC236}">
                      <a16:creationId xmlns:a16="http://schemas.microsoft.com/office/drawing/2014/main" id="{1D96A577-B3BB-9426-75FF-5BB8C3C76773}"/>
                    </a:ext>
                  </a:extLst>
                </p14:cNvPr>
                <p14:cNvContentPartPr/>
                <p14:nvPr/>
              </p14:nvContentPartPr>
              <p14:xfrm>
                <a:off x="6084104" y="926202"/>
                <a:ext cx="303840" cy="93960"/>
              </p14:xfrm>
            </p:contentPart>
          </mc:Choice>
          <mc:Fallback>
            <p:pic>
              <p:nvPicPr>
                <p:cNvPr id="80" name="Ink 79">
                  <a:extLst>
                    <a:ext uri="{FF2B5EF4-FFF2-40B4-BE49-F238E27FC236}">
                      <a16:creationId xmlns:a16="http://schemas.microsoft.com/office/drawing/2014/main" id="{1D96A577-B3BB-9426-75FF-5BB8C3C76773}"/>
                    </a:ext>
                  </a:extLst>
                </p:cNvPr>
                <p:cNvPicPr/>
                <p:nvPr/>
              </p:nvPicPr>
              <p:blipFill>
                <a:blip r:embed="rId93"/>
                <a:stretch>
                  <a:fillRect/>
                </a:stretch>
              </p:blipFill>
              <p:spPr>
                <a:xfrm>
                  <a:off x="6075464" y="917562"/>
                  <a:ext cx="321480" cy="111600"/>
                </a:xfrm>
                <a:prstGeom prst="rect">
                  <a:avLst/>
                </a:prstGeom>
              </p:spPr>
            </p:pic>
          </mc:Fallback>
        </mc:AlternateContent>
        <mc:AlternateContent xmlns:mc="http://schemas.openxmlformats.org/markup-compatibility/2006">
          <mc:Choice xmlns:p14="http://schemas.microsoft.com/office/powerpoint/2010/main" Requires="p14">
            <p:contentPart p14:bwMode="auto" r:id="rId94">
              <p14:nvContentPartPr>
                <p14:cNvPr id="81" name="Ink 80">
                  <a:extLst>
                    <a:ext uri="{FF2B5EF4-FFF2-40B4-BE49-F238E27FC236}">
                      <a16:creationId xmlns:a16="http://schemas.microsoft.com/office/drawing/2014/main" id="{8314DC6C-D21B-C3A5-A6BE-A9D629545711}"/>
                    </a:ext>
                  </a:extLst>
                </p14:cNvPr>
                <p14:cNvContentPartPr/>
                <p14:nvPr/>
              </p14:nvContentPartPr>
              <p14:xfrm>
                <a:off x="6446984" y="852042"/>
                <a:ext cx="120960" cy="167040"/>
              </p14:xfrm>
            </p:contentPart>
          </mc:Choice>
          <mc:Fallback>
            <p:pic>
              <p:nvPicPr>
                <p:cNvPr id="81" name="Ink 80">
                  <a:extLst>
                    <a:ext uri="{FF2B5EF4-FFF2-40B4-BE49-F238E27FC236}">
                      <a16:creationId xmlns:a16="http://schemas.microsoft.com/office/drawing/2014/main" id="{8314DC6C-D21B-C3A5-A6BE-A9D629545711}"/>
                    </a:ext>
                  </a:extLst>
                </p:cNvPr>
                <p:cNvPicPr/>
                <p:nvPr/>
              </p:nvPicPr>
              <p:blipFill>
                <a:blip r:embed="rId95"/>
                <a:stretch>
                  <a:fillRect/>
                </a:stretch>
              </p:blipFill>
              <p:spPr>
                <a:xfrm>
                  <a:off x="6438344" y="843402"/>
                  <a:ext cx="138600" cy="184680"/>
                </a:xfrm>
                <a:prstGeom prst="rect">
                  <a:avLst/>
                </a:prstGeom>
              </p:spPr>
            </p:pic>
          </mc:Fallback>
        </mc:AlternateContent>
        <mc:AlternateContent xmlns:mc="http://schemas.openxmlformats.org/markup-compatibility/2006">
          <mc:Choice xmlns:p14="http://schemas.microsoft.com/office/powerpoint/2010/main" Requires="p14">
            <p:contentPart p14:bwMode="auto" r:id="rId96">
              <p14:nvContentPartPr>
                <p14:cNvPr id="82" name="Ink 81">
                  <a:extLst>
                    <a:ext uri="{FF2B5EF4-FFF2-40B4-BE49-F238E27FC236}">
                      <a16:creationId xmlns:a16="http://schemas.microsoft.com/office/drawing/2014/main" id="{193AE56B-69F9-5161-FF66-9610FB893A94}"/>
                    </a:ext>
                  </a:extLst>
                </p14:cNvPr>
                <p14:cNvContentPartPr/>
                <p14:nvPr/>
              </p14:nvContentPartPr>
              <p14:xfrm>
                <a:off x="5890424" y="781482"/>
                <a:ext cx="117720" cy="165600"/>
              </p14:xfrm>
            </p:contentPart>
          </mc:Choice>
          <mc:Fallback>
            <p:pic>
              <p:nvPicPr>
                <p:cNvPr id="82" name="Ink 81">
                  <a:extLst>
                    <a:ext uri="{FF2B5EF4-FFF2-40B4-BE49-F238E27FC236}">
                      <a16:creationId xmlns:a16="http://schemas.microsoft.com/office/drawing/2014/main" id="{193AE56B-69F9-5161-FF66-9610FB893A94}"/>
                    </a:ext>
                  </a:extLst>
                </p:cNvPr>
                <p:cNvPicPr/>
                <p:nvPr/>
              </p:nvPicPr>
              <p:blipFill>
                <a:blip r:embed="rId97"/>
                <a:stretch>
                  <a:fillRect/>
                </a:stretch>
              </p:blipFill>
              <p:spPr>
                <a:xfrm>
                  <a:off x="5881424" y="772842"/>
                  <a:ext cx="135360" cy="18324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85" name="Ink 84">
                  <a:extLst>
                    <a:ext uri="{FF2B5EF4-FFF2-40B4-BE49-F238E27FC236}">
                      <a16:creationId xmlns:a16="http://schemas.microsoft.com/office/drawing/2014/main" id="{962C4E3D-A57E-0E4C-A1D5-409488B7A025}"/>
                    </a:ext>
                  </a:extLst>
                </p14:cNvPr>
                <p14:cNvContentPartPr/>
                <p14:nvPr/>
              </p14:nvContentPartPr>
              <p14:xfrm>
                <a:off x="4226144" y="1520562"/>
                <a:ext cx="252720" cy="216720"/>
              </p14:xfrm>
            </p:contentPart>
          </mc:Choice>
          <mc:Fallback>
            <p:pic>
              <p:nvPicPr>
                <p:cNvPr id="85" name="Ink 84">
                  <a:extLst>
                    <a:ext uri="{FF2B5EF4-FFF2-40B4-BE49-F238E27FC236}">
                      <a16:creationId xmlns:a16="http://schemas.microsoft.com/office/drawing/2014/main" id="{962C4E3D-A57E-0E4C-A1D5-409488B7A025}"/>
                    </a:ext>
                  </a:extLst>
                </p:cNvPr>
                <p:cNvPicPr/>
                <p:nvPr/>
              </p:nvPicPr>
              <p:blipFill>
                <a:blip r:embed="rId99"/>
                <a:stretch>
                  <a:fillRect/>
                </a:stretch>
              </p:blipFill>
              <p:spPr>
                <a:xfrm>
                  <a:off x="4217504" y="1511922"/>
                  <a:ext cx="270360" cy="234360"/>
                </a:xfrm>
                <a:prstGeom prst="rect">
                  <a:avLst/>
                </a:prstGeom>
              </p:spPr>
            </p:pic>
          </mc:Fallback>
        </mc:AlternateContent>
        <mc:AlternateContent xmlns:mc="http://schemas.openxmlformats.org/markup-compatibility/2006">
          <mc:Choice xmlns:p14="http://schemas.microsoft.com/office/powerpoint/2010/main" Requires="p14">
            <p:contentPart p14:bwMode="auto" r:id="rId100">
              <p14:nvContentPartPr>
                <p14:cNvPr id="86" name="Ink 85">
                  <a:extLst>
                    <a:ext uri="{FF2B5EF4-FFF2-40B4-BE49-F238E27FC236}">
                      <a16:creationId xmlns:a16="http://schemas.microsoft.com/office/drawing/2014/main" id="{9A1349D2-ECE1-E73D-4D23-D45E80D82340}"/>
                    </a:ext>
                  </a:extLst>
                </p14:cNvPr>
                <p14:cNvContentPartPr/>
                <p14:nvPr/>
              </p14:nvContentPartPr>
              <p14:xfrm>
                <a:off x="4546184" y="1563402"/>
                <a:ext cx="589320" cy="324720"/>
              </p14:xfrm>
            </p:contentPart>
          </mc:Choice>
          <mc:Fallback>
            <p:pic>
              <p:nvPicPr>
                <p:cNvPr id="86" name="Ink 85">
                  <a:extLst>
                    <a:ext uri="{FF2B5EF4-FFF2-40B4-BE49-F238E27FC236}">
                      <a16:creationId xmlns:a16="http://schemas.microsoft.com/office/drawing/2014/main" id="{9A1349D2-ECE1-E73D-4D23-D45E80D82340}"/>
                    </a:ext>
                  </a:extLst>
                </p:cNvPr>
                <p:cNvPicPr/>
                <p:nvPr/>
              </p:nvPicPr>
              <p:blipFill>
                <a:blip r:embed="rId101"/>
                <a:stretch>
                  <a:fillRect/>
                </a:stretch>
              </p:blipFill>
              <p:spPr>
                <a:xfrm>
                  <a:off x="4537544" y="1554762"/>
                  <a:ext cx="606960" cy="342360"/>
                </a:xfrm>
                <a:prstGeom prst="rect">
                  <a:avLst/>
                </a:prstGeom>
              </p:spPr>
            </p:pic>
          </mc:Fallback>
        </mc:AlternateContent>
        <mc:AlternateContent xmlns:mc="http://schemas.openxmlformats.org/markup-compatibility/2006">
          <mc:Choice xmlns:p14="http://schemas.microsoft.com/office/powerpoint/2010/main" Requires="p14">
            <p:contentPart p14:bwMode="auto" r:id="rId102">
              <p14:nvContentPartPr>
                <p14:cNvPr id="87" name="Ink 86">
                  <a:extLst>
                    <a:ext uri="{FF2B5EF4-FFF2-40B4-BE49-F238E27FC236}">
                      <a16:creationId xmlns:a16="http://schemas.microsoft.com/office/drawing/2014/main" id="{85A21E68-35A7-9235-D898-414D0EC8775E}"/>
                    </a:ext>
                  </a:extLst>
                </p14:cNvPr>
                <p14:cNvContentPartPr/>
                <p14:nvPr/>
              </p14:nvContentPartPr>
              <p14:xfrm>
                <a:off x="5333864" y="1642962"/>
                <a:ext cx="72360" cy="10800"/>
              </p14:xfrm>
            </p:contentPart>
          </mc:Choice>
          <mc:Fallback>
            <p:pic>
              <p:nvPicPr>
                <p:cNvPr id="87" name="Ink 86">
                  <a:extLst>
                    <a:ext uri="{FF2B5EF4-FFF2-40B4-BE49-F238E27FC236}">
                      <a16:creationId xmlns:a16="http://schemas.microsoft.com/office/drawing/2014/main" id="{85A21E68-35A7-9235-D898-414D0EC8775E}"/>
                    </a:ext>
                  </a:extLst>
                </p:cNvPr>
                <p:cNvPicPr/>
                <p:nvPr/>
              </p:nvPicPr>
              <p:blipFill>
                <a:blip r:embed="rId103"/>
                <a:stretch>
                  <a:fillRect/>
                </a:stretch>
              </p:blipFill>
              <p:spPr>
                <a:xfrm>
                  <a:off x="5325224" y="1634322"/>
                  <a:ext cx="90000" cy="28440"/>
                </a:xfrm>
                <a:prstGeom prst="rect">
                  <a:avLst/>
                </a:prstGeom>
              </p:spPr>
            </p:pic>
          </mc:Fallback>
        </mc:AlternateContent>
        <mc:AlternateContent xmlns:mc="http://schemas.openxmlformats.org/markup-compatibility/2006">
          <mc:Choice xmlns:p14="http://schemas.microsoft.com/office/powerpoint/2010/main" Requires="p14">
            <p:contentPart p14:bwMode="auto" r:id="rId104">
              <p14:nvContentPartPr>
                <p14:cNvPr id="88" name="Ink 87">
                  <a:extLst>
                    <a:ext uri="{FF2B5EF4-FFF2-40B4-BE49-F238E27FC236}">
                      <a16:creationId xmlns:a16="http://schemas.microsoft.com/office/drawing/2014/main" id="{89EDDB14-E227-F1C3-5CED-FF5293085BBC}"/>
                    </a:ext>
                  </a:extLst>
                </p14:cNvPr>
                <p14:cNvContentPartPr/>
                <p14:nvPr/>
              </p14:nvContentPartPr>
              <p14:xfrm>
                <a:off x="5618624" y="1534242"/>
                <a:ext cx="39600" cy="193320"/>
              </p14:xfrm>
            </p:contentPart>
          </mc:Choice>
          <mc:Fallback>
            <p:pic>
              <p:nvPicPr>
                <p:cNvPr id="88" name="Ink 87">
                  <a:extLst>
                    <a:ext uri="{FF2B5EF4-FFF2-40B4-BE49-F238E27FC236}">
                      <a16:creationId xmlns:a16="http://schemas.microsoft.com/office/drawing/2014/main" id="{89EDDB14-E227-F1C3-5CED-FF5293085BBC}"/>
                    </a:ext>
                  </a:extLst>
                </p:cNvPr>
                <p:cNvPicPr/>
                <p:nvPr/>
              </p:nvPicPr>
              <p:blipFill>
                <a:blip r:embed="rId105"/>
                <a:stretch>
                  <a:fillRect/>
                </a:stretch>
              </p:blipFill>
              <p:spPr>
                <a:xfrm>
                  <a:off x="5609984" y="1525602"/>
                  <a:ext cx="57240" cy="210960"/>
                </a:xfrm>
                <a:prstGeom prst="rect">
                  <a:avLst/>
                </a:prstGeom>
              </p:spPr>
            </p:pic>
          </mc:Fallback>
        </mc:AlternateContent>
        <mc:AlternateContent xmlns:mc="http://schemas.openxmlformats.org/markup-compatibility/2006">
          <mc:Choice xmlns:p14="http://schemas.microsoft.com/office/powerpoint/2010/main" Requires="p14">
            <p:contentPart p14:bwMode="auto" r:id="rId106">
              <p14:nvContentPartPr>
                <p14:cNvPr id="89" name="Ink 88">
                  <a:extLst>
                    <a:ext uri="{FF2B5EF4-FFF2-40B4-BE49-F238E27FC236}">
                      <a16:creationId xmlns:a16="http://schemas.microsoft.com/office/drawing/2014/main" id="{C816DEA8-6B0E-A53C-B2EC-65DCECB82C18}"/>
                    </a:ext>
                  </a:extLst>
                </p14:cNvPr>
                <p14:cNvContentPartPr/>
                <p14:nvPr/>
              </p14:nvContentPartPr>
              <p14:xfrm>
                <a:off x="5771264" y="1536402"/>
                <a:ext cx="21960" cy="185760"/>
              </p14:xfrm>
            </p:contentPart>
          </mc:Choice>
          <mc:Fallback>
            <p:pic>
              <p:nvPicPr>
                <p:cNvPr id="89" name="Ink 88">
                  <a:extLst>
                    <a:ext uri="{FF2B5EF4-FFF2-40B4-BE49-F238E27FC236}">
                      <a16:creationId xmlns:a16="http://schemas.microsoft.com/office/drawing/2014/main" id="{C816DEA8-6B0E-A53C-B2EC-65DCECB82C18}"/>
                    </a:ext>
                  </a:extLst>
                </p:cNvPr>
                <p:cNvPicPr/>
                <p:nvPr/>
              </p:nvPicPr>
              <p:blipFill>
                <a:blip r:embed="rId107"/>
                <a:stretch>
                  <a:fillRect/>
                </a:stretch>
              </p:blipFill>
              <p:spPr>
                <a:xfrm>
                  <a:off x="5762264" y="1527402"/>
                  <a:ext cx="39600" cy="203400"/>
                </a:xfrm>
                <a:prstGeom prst="rect">
                  <a:avLst/>
                </a:prstGeom>
              </p:spPr>
            </p:pic>
          </mc:Fallback>
        </mc:AlternateContent>
        <mc:AlternateContent xmlns:mc="http://schemas.openxmlformats.org/markup-compatibility/2006">
          <mc:Choice xmlns:p14="http://schemas.microsoft.com/office/powerpoint/2010/main" Requires="p14">
            <p:contentPart p14:bwMode="auto" r:id="rId108">
              <p14:nvContentPartPr>
                <p14:cNvPr id="90" name="Ink 89">
                  <a:extLst>
                    <a:ext uri="{FF2B5EF4-FFF2-40B4-BE49-F238E27FC236}">
                      <a16:creationId xmlns:a16="http://schemas.microsoft.com/office/drawing/2014/main" id="{C162874D-00D1-6F64-0B21-20C0055A37F9}"/>
                    </a:ext>
                  </a:extLst>
                </p14:cNvPr>
                <p14:cNvContentPartPr/>
                <p14:nvPr/>
              </p14:nvContentPartPr>
              <p14:xfrm>
                <a:off x="5746424" y="1642602"/>
                <a:ext cx="82080" cy="14400"/>
              </p14:xfrm>
            </p:contentPart>
          </mc:Choice>
          <mc:Fallback>
            <p:pic>
              <p:nvPicPr>
                <p:cNvPr id="90" name="Ink 89">
                  <a:extLst>
                    <a:ext uri="{FF2B5EF4-FFF2-40B4-BE49-F238E27FC236}">
                      <a16:creationId xmlns:a16="http://schemas.microsoft.com/office/drawing/2014/main" id="{C162874D-00D1-6F64-0B21-20C0055A37F9}"/>
                    </a:ext>
                  </a:extLst>
                </p:cNvPr>
                <p:cNvPicPr/>
                <p:nvPr/>
              </p:nvPicPr>
              <p:blipFill>
                <a:blip r:embed="rId109"/>
                <a:stretch>
                  <a:fillRect/>
                </a:stretch>
              </p:blipFill>
              <p:spPr>
                <a:xfrm>
                  <a:off x="5737424" y="1633602"/>
                  <a:ext cx="99720" cy="32040"/>
                </a:xfrm>
                <a:prstGeom prst="rect">
                  <a:avLst/>
                </a:prstGeom>
              </p:spPr>
            </p:pic>
          </mc:Fallback>
        </mc:AlternateContent>
        <mc:AlternateContent xmlns:mc="http://schemas.openxmlformats.org/markup-compatibility/2006">
          <mc:Choice xmlns:p14="http://schemas.microsoft.com/office/powerpoint/2010/main" Requires="p14">
            <p:contentPart p14:bwMode="auto" r:id="rId110">
              <p14:nvContentPartPr>
                <p14:cNvPr id="91" name="Ink 90">
                  <a:extLst>
                    <a:ext uri="{FF2B5EF4-FFF2-40B4-BE49-F238E27FC236}">
                      <a16:creationId xmlns:a16="http://schemas.microsoft.com/office/drawing/2014/main" id="{B7CBEF50-3449-61E5-931E-73C1344F39FA}"/>
                    </a:ext>
                  </a:extLst>
                </p14:cNvPr>
                <p14:cNvContentPartPr/>
                <p14:nvPr/>
              </p14:nvContentPartPr>
              <p14:xfrm>
                <a:off x="5923904" y="1715682"/>
                <a:ext cx="54000" cy="10800"/>
              </p14:xfrm>
            </p:contentPart>
          </mc:Choice>
          <mc:Fallback>
            <p:pic>
              <p:nvPicPr>
                <p:cNvPr id="91" name="Ink 90">
                  <a:extLst>
                    <a:ext uri="{FF2B5EF4-FFF2-40B4-BE49-F238E27FC236}">
                      <a16:creationId xmlns:a16="http://schemas.microsoft.com/office/drawing/2014/main" id="{B7CBEF50-3449-61E5-931E-73C1344F39FA}"/>
                    </a:ext>
                  </a:extLst>
                </p:cNvPr>
                <p:cNvPicPr/>
                <p:nvPr/>
              </p:nvPicPr>
              <p:blipFill>
                <a:blip r:embed="rId111"/>
                <a:stretch>
                  <a:fillRect/>
                </a:stretch>
              </p:blipFill>
              <p:spPr>
                <a:xfrm>
                  <a:off x="5914904" y="1707042"/>
                  <a:ext cx="71640" cy="28440"/>
                </a:xfrm>
                <a:prstGeom prst="rect">
                  <a:avLst/>
                </a:prstGeom>
              </p:spPr>
            </p:pic>
          </mc:Fallback>
        </mc:AlternateContent>
        <mc:AlternateContent xmlns:mc="http://schemas.openxmlformats.org/markup-compatibility/2006">
          <mc:Choice xmlns:p14="http://schemas.microsoft.com/office/powerpoint/2010/main" Requires="p14">
            <p:contentPart p14:bwMode="auto" r:id="rId112">
              <p14:nvContentPartPr>
                <p14:cNvPr id="92" name="Ink 91">
                  <a:extLst>
                    <a:ext uri="{FF2B5EF4-FFF2-40B4-BE49-F238E27FC236}">
                      <a16:creationId xmlns:a16="http://schemas.microsoft.com/office/drawing/2014/main" id="{0BAB1A34-B922-2395-5443-1CD094040030}"/>
                    </a:ext>
                  </a:extLst>
                </p14:cNvPr>
                <p14:cNvContentPartPr/>
                <p14:nvPr/>
              </p14:nvContentPartPr>
              <p14:xfrm>
                <a:off x="6088784" y="1576002"/>
                <a:ext cx="101880" cy="154800"/>
              </p14:xfrm>
            </p:contentPart>
          </mc:Choice>
          <mc:Fallback>
            <p:pic>
              <p:nvPicPr>
                <p:cNvPr id="92" name="Ink 91">
                  <a:extLst>
                    <a:ext uri="{FF2B5EF4-FFF2-40B4-BE49-F238E27FC236}">
                      <a16:creationId xmlns:a16="http://schemas.microsoft.com/office/drawing/2014/main" id="{0BAB1A34-B922-2395-5443-1CD094040030}"/>
                    </a:ext>
                  </a:extLst>
                </p:cNvPr>
                <p:cNvPicPr/>
                <p:nvPr/>
              </p:nvPicPr>
              <p:blipFill>
                <a:blip r:embed="rId113"/>
                <a:stretch>
                  <a:fillRect/>
                </a:stretch>
              </p:blipFill>
              <p:spPr>
                <a:xfrm>
                  <a:off x="6079784" y="1567002"/>
                  <a:ext cx="119520" cy="172440"/>
                </a:xfrm>
                <a:prstGeom prst="rect">
                  <a:avLst/>
                </a:prstGeom>
              </p:spPr>
            </p:pic>
          </mc:Fallback>
        </mc:AlternateContent>
        <mc:AlternateContent xmlns:mc="http://schemas.openxmlformats.org/markup-compatibility/2006">
          <mc:Choice xmlns:p14="http://schemas.microsoft.com/office/powerpoint/2010/main" Requires="p14">
            <p:contentPart p14:bwMode="auto" r:id="rId114">
              <p14:nvContentPartPr>
                <p14:cNvPr id="93" name="Ink 92">
                  <a:extLst>
                    <a:ext uri="{FF2B5EF4-FFF2-40B4-BE49-F238E27FC236}">
                      <a16:creationId xmlns:a16="http://schemas.microsoft.com/office/drawing/2014/main" id="{22655AE3-11C0-79E9-FE85-5DB52922A90E}"/>
                    </a:ext>
                  </a:extLst>
                </p14:cNvPr>
                <p14:cNvContentPartPr/>
                <p14:nvPr/>
              </p14:nvContentPartPr>
              <p14:xfrm>
                <a:off x="6241424" y="1609122"/>
                <a:ext cx="213480" cy="177480"/>
              </p14:xfrm>
            </p:contentPart>
          </mc:Choice>
          <mc:Fallback>
            <p:pic>
              <p:nvPicPr>
                <p:cNvPr id="93" name="Ink 92">
                  <a:extLst>
                    <a:ext uri="{FF2B5EF4-FFF2-40B4-BE49-F238E27FC236}">
                      <a16:creationId xmlns:a16="http://schemas.microsoft.com/office/drawing/2014/main" id="{22655AE3-11C0-79E9-FE85-5DB52922A90E}"/>
                    </a:ext>
                  </a:extLst>
                </p:cNvPr>
                <p:cNvPicPr/>
                <p:nvPr/>
              </p:nvPicPr>
              <p:blipFill>
                <a:blip r:embed="rId115"/>
                <a:stretch>
                  <a:fillRect/>
                </a:stretch>
              </p:blipFill>
              <p:spPr>
                <a:xfrm>
                  <a:off x="6232784" y="1600122"/>
                  <a:ext cx="231120" cy="195120"/>
                </a:xfrm>
                <a:prstGeom prst="rect">
                  <a:avLst/>
                </a:prstGeom>
              </p:spPr>
            </p:pic>
          </mc:Fallback>
        </mc:AlternateContent>
        <mc:AlternateContent xmlns:mc="http://schemas.openxmlformats.org/markup-compatibility/2006">
          <mc:Choice xmlns:p14="http://schemas.microsoft.com/office/powerpoint/2010/main" Requires="p14">
            <p:contentPart p14:bwMode="auto" r:id="rId116">
              <p14:nvContentPartPr>
                <p14:cNvPr id="94" name="Ink 93">
                  <a:extLst>
                    <a:ext uri="{FF2B5EF4-FFF2-40B4-BE49-F238E27FC236}">
                      <a16:creationId xmlns:a16="http://schemas.microsoft.com/office/drawing/2014/main" id="{789B33FA-2E39-DE92-C19F-3526474EEADA}"/>
                    </a:ext>
                  </a:extLst>
                </p14:cNvPr>
                <p14:cNvContentPartPr/>
                <p14:nvPr/>
              </p14:nvContentPartPr>
              <p14:xfrm>
                <a:off x="6508544" y="1600482"/>
                <a:ext cx="75960" cy="178920"/>
              </p14:xfrm>
            </p:contentPart>
          </mc:Choice>
          <mc:Fallback>
            <p:pic>
              <p:nvPicPr>
                <p:cNvPr id="94" name="Ink 93">
                  <a:extLst>
                    <a:ext uri="{FF2B5EF4-FFF2-40B4-BE49-F238E27FC236}">
                      <a16:creationId xmlns:a16="http://schemas.microsoft.com/office/drawing/2014/main" id="{789B33FA-2E39-DE92-C19F-3526474EEADA}"/>
                    </a:ext>
                  </a:extLst>
                </p:cNvPr>
                <p:cNvPicPr/>
                <p:nvPr/>
              </p:nvPicPr>
              <p:blipFill>
                <a:blip r:embed="rId117"/>
                <a:stretch>
                  <a:fillRect/>
                </a:stretch>
              </p:blipFill>
              <p:spPr>
                <a:xfrm>
                  <a:off x="6499544" y="1591842"/>
                  <a:ext cx="93600" cy="196560"/>
                </a:xfrm>
                <a:prstGeom prst="rect">
                  <a:avLst/>
                </a:prstGeom>
              </p:spPr>
            </p:pic>
          </mc:Fallback>
        </mc:AlternateContent>
        <mc:AlternateContent xmlns:mc="http://schemas.openxmlformats.org/markup-compatibility/2006">
          <mc:Choice xmlns:p14="http://schemas.microsoft.com/office/powerpoint/2010/main" Requires="p14">
            <p:contentPart p14:bwMode="auto" r:id="rId118">
              <p14:nvContentPartPr>
                <p14:cNvPr id="97" name="Ink 96">
                  <a:extLst>
                    <a:ext uri="{FF2B5EF4-FFF2-40B4-BE49-F238E27FC236}">
                      <a16:creationId xmlns:a16="http://schemas.microsoft.com/office/drawing/2014/main" id="{3F79B6C1-A46E-CB3B-0A1C-4EA2B4794E3F}"/>
                    </a:ext>
                  </a:extLst>
                </p14:cNvPr>
                <p14:cNvContentPartPr/>
                <p14:nvPr/>
              </p14:nvContentPartPr>
              <p14:xfrm>
                <a:off x="253904" y="2464842"/>
                <a:ext cx="218520" cy="297720"/>
              </p14:xfrm>
            </p:contentPart>
          </mc:Choice>
          <mc:Fallback>
            <p:pic>
              <p:nvPicPr>
                <p:cNvPr id="97" name="Ink 96">
                  <a:extLst>
                    <a:ext uri="{FF2B5EF4-FFF2-40B4-BE49-F238E27FC236}">
                      <a16:creationId xmlns:a16="http://schemas.microsoft.com/office/drawing/2014/main" id="{3F79B6C1-A46E-CB3B-0A1C-4EA2B4794E3F}"/>
                    </a:ext>
                  </a:extLst>
                </p:cNvPr>
                <p:cNvPicPr/>
                <p:nvPr/>
              </p:nvPicPr>
              <p:blipFill>
                <a:blip r:embed="rId119"/>
                <a:stretch>
                  <a:fillRect/>
                </a:stretch>
              </p:blipFill>
              <p:spPr>
                <a:xfrm>
                  <a:off x="244904" y="2456202"/>
                  <a:ext cx="236160" cy="315360"/>
                </a:xfrm>
                <a:prstGeom prst="rect">
                  <a:avLst/>
                </a:prstGeom>
              </p:spPr>
            </p:pic>
          </mc:Fallback>
        </mc:AlternateContent>
        <mc:AlternateContent xmlns:mc="http://schemas.openxmlformats.org/markup-compatibility/2006">
          <mc:Choice xmlns:p14="http://schemas.microsoft.com/office/powerpoint/2010/main" Requires="p14">
            <p:contentPart p14:bwMode="auto" r:id="rId120">
              <p14:nvContentPartPr>
                <p14:cNvPr id="98" name="Ink 97">
                  <a:extLst>
                    <a:ext uri="{FF2B5EF4-FFF2-40B4-BE49-F238E27FC236}">
                      <a16:creationId xmlns:a16="http://schemas.microsoft.com/office/drawing/2014/main" id="{FC7FC685-0402-B80C-2860-802303658781}"/>
                    </a:ext>
                  </a:extLst>
                </p14:cNvPr>
                <p14:cNvContentPartPr/>
                <p14:nvPr/>
              </p14:nvContentPartPr>
              <p14:xfrm>
                <a:off x="516344" y="2422362"/>
                <a:ext cx="84240" cy="353520"/>
              </p14:xfrm>
            </p:contentPart>
          </mc:Choice>
          <mc:Fallback>
            <p:pic>
              <p:nvPicPr>
                <p:cNvPr id="98" name="Ink 97">
                  <a:extLst>
                    <a:ext uri="{FF2B5EF4-FFF2-40B4-BE49-F238E27FC236}">
                      <a16:creationId xmlns:a16="http://schemas.microsoft.com/office/drawing/2014/main" id="{FC7FC685-0402-B80C-2860-802303658781}"/>
                    </a:ext>
                  </a:extLst>
                </p:cNvPr>
                <p:cNvPicPr/>
                <p:nvPr/>
              </p:nvPicPr>
              <p:blipFill>
                <a:blip r:embed="rId121"/>
                <a:stretch>
                  <a:fillRect/>
                </a:stretch>
              </p:blipFill>
              <p:spPr>
                <a:xfrm>
                  <a:off x="507704" y="2413722"/>
                  <a:ext cx="101880" cy="371160"/>
                </a:xfrm>
                <a:prstGeom prst="rect">
                  <a:avLst/>
                </a:prstGeom>
              </p:spPr>
            </p:pic>
          </mc:Fallback>
        </mc:AlternateContent>
        <mc:AlternateContent xmlns:mc="http://schemas.openxmlformats.org/markup-compatibility/2006">
          <mc:Choice xmlns:p14="http://schemas.microsoft.com/office/powerpoint/2010/main" Requires="p14">
            <p:contentPart p14:bwMode="auto" r:id="rId122">
              <p14:nvContentPartPr>
                <p14:cNvPr id="100" name="Ink 99">
                  <a:extLst>
                    <a:ext uri="{FF2B5EF4-FFF2-40B4-BE49-F238E27FC236}">
                      <a16:creationId xmlns:a16="http://schemas.microsoft.com/office/drawing/2014/main" id="{8F690626-D238-F4D7-6D1E-2F406C377047}"/>
                    </a:ext>
                  </a:extLst>
                </p14:cNvPr>
                <p14:cNvContentPartPr/>
                <p14:nvPr/>
              </p14:nvContentPartPr>
              <p14:xfrm>
                <a:off x="828104" y="2343882"/>
                <a:ext cx="186480" cy="462600"/>
              </p14:xfrm>
            </p:contentPart>
          </mc:Choice>
          <mc:Fallback>
            <p:pic>
              <p:nvPicPr>
                <p:cNvPr id="100" name="Ink 99">
                  <a:extLst>
                    <a:ext uri="{FF2B5EF4-FFF2-40B4-BE49-F238E27FC236}">
                      <a16:creationId xmlns:a16="http://schemas.microsoft.com/office/drawing/2014/main" id="{8F690626-D238-F4D7-6D1E-2F406C377047}"/>
                    </a:ext>
                  </a:extLst>
                </p:cNvPr>
                <p:cNvPicPr/>
                <p:nvPr/>
              </p:nvPicPr>
              <p:blipFill>
                <a:blip r:embed="rId123"/>
                <a:stretch>
                  <a:fillRect/>
                </a:stretch>
              </p:blipFill>
              <p:spPr>
                <a:xfrm>
                  <a:off x="819464" y="2335242"/>
                  <a:ext cx="204120" cy="480240"/>
                </a:xfrm>
                <a:prstGeom prst="rect">
                  <a:avLst/>
                </a:prstGeom>
              </p:spPr>
            </p:pic>
          </mc:Fallback>
        </mc:AlternateContent>
        <mc:AlternateContent xmlns:mc="http://schemas.openxmlformats.org/markup-compatibility/2006">
          <mc:Choice xmlns:p14="http://schemas.microsoft.com/office/powerpoint/2010/main" Requires="p14">
            <p:contentPart p14:bwMode="auto" r:id="rId124">
              <p14:nvContentPartPr>
                <p14:cNvPr id="101" name="Ink 100">
                  <a:extLst>
                    <a:ext uri="{FF2B5EF4-FFF2-40B4-BE49-F238E27FC236}">
                      <a16:creationId xmlns:a16="http://schemas.microsoft.com/office/drawing/2014/main" id="{A0444606-44CD-DC74-2D1B-834BF42BADBE}"/>
                    </a:ext>
                  </a:extLst>
                </p14:cNvPr>
                <p14:cNvContentPartPr/>
                <p14:nvPr/>
              </p14:nvContentPartPr>
              <p14:xfrm>
                <a:off x="973544" y="2595162"/>
                <a:ext cx="151560" cy="110160"/>
              </p14:xfrm>
            </p:contentPart>
          </mc:Choice>
          <mc:Fallback>
            <p:pic>
              <p:nvPicPr>
                <p:cNvPr id="101" name="Ink 100">
                  <a:extLst>
                    <a:ext uri="{FF2B5EF4-FFF2-40B4-BE49-F238E27FC236}">
                      <a16:creationId xmlns:a16="http://schemas.microsoft.com/office/drawing/2014/main" id="{A0444606-44CD-DC74-2D1B-834BF42BADBE}"/>
                    </a:ext>
                  </a:extLst>
                </p:cNvPr>
                <p:cNvPicPr/>
                <p:nvPr/>
              </p:nvPicPr>
              <p:blipFill>
                <a:blip r:embed="rId125"/>
                <a:stretch>
                  <a:fillRect/>
                </a:stretch>
              </p:blipFill>
              <p:spPr>
                <a:xfrm>
                  <a:off x="964904" y="2586162"/>
                  <a:ext cx="169200" cy="127800"/>
                </a:xfrm>
                <a:prstGeom prst="rect">
                  <a:avLst/>
                </a:prstGeom>
              </p:spPr>
            </p:pic>
          </mc:Fallback>
        </mc:AlternateContent>
        <mc:AlternateContent xmlns:mc="http://schemas.openxmlformats.org/markup-compatibility/2006">
          <mc:Choice xmlns:p14="http://schemas.microsoft.com/office/powerpoint/2010/main" Requires="p14">
            <p:contentPart p14:bwMode="auto" r:id="rId126">
              <p14:nvContentPartPr>
                <p14:cNvPr id="102" name="Ink 101">
                  <a:extLst>
                    <a:ext uri="{FF2B5EF4-FFF2-40B4-BE49-F238E27FC236}">
                      <a16:creationId xmlns:a16="http://schemas.microsoft.com/office/drawing/2014/main" id="{E83B8A59-70D7-078D-A19F-5ED797F3D5A4}"/>
                    </a:ext>
                  </a:extLst>
                </p14:cNvPr>
                <p14:cNvContentPartPr/>
                <p14:nvPr/>
              </p14:nvContentPartPr>
              <p14:xfrm>
                <a:off x="1147784" y="2609922"/>
                <a:ext cx="149760" cy="134640"/>
              </p14:xfrm>
            </p:contentPart>
          </mc:Choice>
          <mc:Fallback>
            <p:pic>
              <p:nvPicPr>
                <p:cNvPr id="102" name="Ink 101">
                  <a:extLst>
                    <a:ext uri="{FF2B5EF4-FFF2-40B4-BE49-F238E27FC236}">
                      <a16:creationId xmlns:a16="http://schemas.microsoft.com/office/drawing/2014/main" id="{E83B8A59-70D7-078D-A19F-5ED797F3D5A4}"/>
                    </a:ext>
                  </a:extLst>
                </p:cNvPr>
                <p:cNvPicPr/>
                <p:nvPr/>
              </p:nvPicPr>
              <p:blipFill>
                <a:blip r:embed="rId127"/>
                <a:stretch>
                  <a:fillRect/>
                </a:stretch>
              </p:blipFill>
              <p:spPr>
                <a:xfrm>
                  <a:off x="1139144" y="2601282"/>
                  <a:ext cx="167400" cy="152280"/>
                </a:xfrm>
                <a:prstGeom prst="rect">
                  <a:avLst/>
                </a:prstGeom>
              </p:spPr>
            </p:pic>
          </mc:Fallback>
        </mc:AlternateContent>
        <mc:AlternateContent xmlns:mc="http://schemas.openxmlformats.org/markup-compatibility/2006">
          <mc:Choice xmlns:p14="http://schemas.microsoft.com/office/powerpoint/2010/main" Requires="p14">
            <p:contentPart p14:bwMode="auto" r:id="rId128">
              <p14:nvContentPartPr>
                <p14:cNvPr id="103" name="Ink 102">
                  <a:extLst>
                    <a:ext uri="{FF2B5EF4-FFF2-40B4-BE49-F238E27FC236}">
                      <a16:creationId xmlns:a16="http://schemas.microsoft.com/office/drawing/2014/main" id="{6C1E5F1B-80C0-984E-5AEA-7E84A4344B56}"/>
                    </a:ext>
                  </a:extLst>
                </p14:cNvPr>
                <p14:cNvContentPartPr/>
                <p14:nvPr/>
              </p14:nvContentPartPr>
              <p14:xfrm>
                <a:off x="1370984" y="2602362"/>
                <a:ext cx="76680" cy="128520"/>
              </p14:xfrm>
            </p:contentPart>
          </mc:Choice>
          <mc:Fallback>
            <p:pic>
              <p:nvPicPr>
                <p:cNvPr id="103" name="Ink 102">
                  <a:extLst>
                    <a:ext uri="{FF2B5EF4-FFF2-40B4-BE49-F238E27FC236}">
                      <a16:creationId xmlns:a16="http://schemas.microsoft.com/office/drawing/2014/main" id="{6C1E5F1B-80C0-984E-5AEA-7E84A4344B56}"/>
                    </a:ext>
                  </a:extLst>
                </p:cNvPr>
                <p:cNvPicPr/>
                <p:nvPr/>
              </p:nvPicPr>
              <p:blipFill>
                <a:blip r:embed="rId129"/>
                <a:stretch>
                  <a:fillRect/>
                </a:stretch>
              </p:blipFill>
              <p:spPr>
                <a:xfrm>
                  <a:off x="1362344" y="2593362"/>
                  <a:ext cx="94320" cy="146160"/>
                </a:xfrm>
                <a:prstGeom prst="rect">
                  <a:avLst/>
                </a:prstGeom>
              </p:spPr>
            </p:pic>
          </mc:Fallback>
        </mc:AlternateContent>
        <mc:AlternateContent xmlns:mc="http://schemas.openxmlformats.org/markup-compatibility/2006">
          <mc:Choice xmlns:p14="http://schemas.microsoft.com/office/powerpoint/2010/main" Requires="p14">
            <p:contentPart p14:bwMode="auto" r:id="rId130">
              <p14:nvContentPartPr>
                <p14:cNvPr id="104" name="Ink 103">
                  <a:extLst>
                    <a:ext uri="{FF2B5EF4-FFF2-40B4-BE49-F238E27FC236}">
                      <a16:creationId xmlns:a16="http://schemas.microsoft.com/office/drawing/2014/main" id="{5DBD7497-D0AA-E3C7-F80B-BA3133F7124D}"/>
                    </a:ext>
                  </a:extLst>
                </p14:cNvPr>
                <p14:cNvContentPartPr/>
                <p14:nvPr/>
              </p14:nvContentPartPr>
              <p14:xfrm>
                <a:off x="1516784" y="2581482"/>
                <a:ext cx="370800" cy="170640"/>
              </p14:xfrm>
            </p:contentPart>
          </mc:Choice>
          <mc:Fallback>
            <p:pic>
              <p:nvPicPr>
                <p:cNvPr id="104" name="Ink 103">
                  <a:extLst>
                    <a:ext uri="{FF2B5EF4-FFF2-40B4-BE49-F238E27FC236}">
                      <a16:creationId xmlns:a16="http://schemas.microsoft.com/office/drawing/2014/main" id="{5DBD7497-D0AA-E3C7-F80B-BA3133F7124D}"/>
                    </a:ext>
                  </a:extLst>
                </p:cNvPr>
                <p:cNvPicPr/>
                <p:nvPr/>
              </p:nvPicPr>
              <p:blipFill>
                <a:blip r:embed="rId131"/>
                <a:stretch>
                  <a:fillRect/>
                </a:stretch>
              </p:blipFill>
              <p:spPr>
                <a:xfrm>
                  <a:off x="1507784" y="2572842"/>
                  <a:ext cx="388440" cy="188280"/>
                </a:xfrm>
                <a:prstGeom prst="rect">
                  <a:avLst/>
                </a:prstGeom>
              </p:spPr>
            </p:pic>
          </mc:Fallback>
        </mc:AlternateContent>
        <mc:AlternateContent xmlns:mc="http://schemas.openxmlformats.org/markup-compatibility/2006">
          <mc:Choice xmlns:p14="http://schemas.microsoft.com/office/powerpoint/2010/main" Requires="p14">
            <p:contentPart p14:bwMode="auto" r:id="rId132">
              <p14:nvContentPartPr>
                <p14:cNvPr id="106" name="Ink 105">
                  <a:extLst>
                    <a:ext uri="{FF2B5EF4-FFF2-40B4-BE49-F238E27FC236}">
                      <a16:creationId xmlns:a16="http://schemas.microsoft.com/office/drawing/2014/main" id="{C8FF4AFF-C50E-CEFA-EAEC-789AEB774247}"/>
                    </a:ext>
                  </a:extLst>
                </p14:cNvPr>
                <p14:cNvContentPartPr/>
                <p14:nvPr/>
              </p14:nvContentPartPr>
              <p14:xfrm>
                <a:off x="2139944" y="2617122"/>
                <a:ext cx="312120" cy="7200"/>
              </p14:xfrm>
            </p:contentPart>
          </mc:Choice>
          <mc:Fallback>
            <p:pic>
              <p:nvPicPr>
                <p:cNvPr id="106" name="Ink 105">
                  <a:extLst>
                    <a:ext uri="{FF2B5EF4-FFF2-40B4-BE49-F238E27FC236}">
                      <a16:creationId xmlns:a16="http://schemas.microsoft.com/office/drawing/2014/main" id="{C8FF4AFF-C50E-CEFA-EAEC-789AEB774247}"/>
                    </a:ext>
                  </a:extLst>
                </p:cNvPr>
                <p:cNvPicPr/>
                <p:nvPr/>
              </p:nvPicPr>
              <p:blipFill>
                <a:blip r:embed="rId133"/>
                <a:stretch>
                  <a:fillRect/>
                </a:stretch>
              </p:blipFill>
              <p:spPr>
                <a:xfrm>
                  <a:off x="2131304" y="2608122"/>
                  <a:ext cx="329760" cy="24840"/>
                </a:xfrm>
                <a:prstGeom prst="rect">
                  <a:avLst/>
                </a:prstGeom>
              </p:spPr>
            </p:pic>
          </mc:Fallback>
        </mc:AlternateContent>
        <mc:AlternateContent xmlns:mc="http://schemas.openxmlformats.org/markup-compatibility/2006">
          <mc:Choice xmlns:p14="http://schemas.microsoft.com/office/powerpoint/2010/main" Requires="p14">
            <p:contentPart p14:bwMode="auto" r:id="rId134">
              <p14:nvContentPartPr>
                <p14:cNvPr id="108" name="Ink 107">
                  <a:extLst>
                    <a:ext uri="{FF2B5EF4-FFF2-40B4-BE49-F238E27FC236}">
                      <a16:creationId xmlns:a16="http://schemas.microsoft.com/office/drawing/2014/main" id="{4A3331D9-423F-52B4-0EE9-C3F846B2B026}"/>
                    </a:ext>
                  </a:extLst>
                </p14:cNvPr>
                <p14:cNvContentPartPr/>
                <p14:nvPr/>
              </p14:nvContentPartPr>
              <p14:xfrm>
                <a:off x="2868944" y="2909442"/>
                <a:ext cx="111960" cy="60480"/>
              </p14:xfrm>
            </p:contentPart>
          </mc:Choice>
          <mc:Fallback>
            <p:pic>
              <p:nvPicPr>
                <p:cNvPr id="108" name="Ink 107">
                  <a:extLst>
                    <a:ext uri="{FF2B5EF4-FFF2-40B4-BE49-F238E27FC236}">
                      <a16:creationId xmlns:a16="http://schemas.microsoft.com/office/drawing/2014/main" id="{4A3331D9-423F-52B4-0EE9-C3F846B2B026}"/>
                    </a:ext>
                  </a:extLst>
                </p:cNvPr>
                <p:cNvPicPr/>
                <p:nvPr/>
              </p:nvPicPr>
              <p:blipFill>
                <a:blip r:embed="rId135"/>
                <a:stretch>
                  <a:fillRect/>
                </a:stretch>
              </p:blipFill>
              <p:spPr>
                <a:xfrm>
                  <a:off x="2860304" y="2900802"/>
                  <a:ext cx="129600" cy="78120"/>
                </a:xfrm>
                <a:prstGeom prst="rect">
                  <a:avLst/>
                </a:prstGeom>
              </p:spPr>
            </p:pic>
          </mc:Fallback>
        </mc:AlternateContent>
        <mc:AlternateContent xmlns:mc="http://schemas.openxmlformats.org/markup-compatibility/2006">
          <mc:Choice xmlns:p14="http://schemas.microsoft.com/office/powerpoint/2010/main" Requires="p14">
            <p:contentPart p14:bwMode="auto" r:id="rId136">
              <p14:nvContentPartPr>
                <p14:cNvPr id="109" name="Ink 108">
                  <a:extLst>
                    <a:ext uri="{FF2B5EF4-FFF2-40B4-BE49-F238E27FC236}">
                      <a16:creationId xmlns:a16="http://schemas.microsoft.com/office/drawing/2014/main" id="{D4C73FCD-BDC3-2B6B-8BD2-C1F9AF5106BB}"/>
                    </a:ext>
                  </a:extLst>
                </p14:cNvPr>
                <p14:cNvContentPartPr/>
                <p14:nvPr/>
              </p14:nvContentPartPr>
              <p14:xfrm>
                <a:off x="2935544" y="2908722"/>
                <a:ext cx="99360" cy="171360"/>
              </p14:xfrm>
            </p:contentPart>
          </mc:Choice>
          <mc:Fallback>
            <p:pic>
              <p:nvPicPr>
                <p:cNvPr id="109" name="Ink 108">
                  <a:extLst>
                    <a:ext uri="{FF2B5EF4-FFF2-40B4-BE49-F238E27FC236}">
                      <a16:creationId xmlns:a16="http://schemas.microsoft.com/office/drawing/2014/main" id="{D4C73FCD-BDC3-2B6B-8BD2-C1F9AF5106BB}"/>
                    </a:ext>
                  </a:extLst>
                </p:cNvPr>
                <p:cNvPicPr/>
                <p:nvPr/>
              </p:nvPicPr>
              <p:blipFill>
                <a:blip r:embed="rId137"/>
                <a:stretch>
                  <a:fillRect/>
                </a:stretch>
              </p:blipFill>
              <p:spPr>
                <a:xfrm>
                  <a:off x="2926544" y="2899722"/>
                  <a:ext cx="117000" cy="189000"/>
                </a:xfrm>
                <a:prstGeom prst="rect">
                  <a:avLst/>
                </a:prstGeom>
              </p:spPr>
            </p:pic>
          </mc:Fallback>
        </mc:AlternateContent>
        <mc:AlternateContent xmlns:mc="http://schemas.openxmlformats.org/markup-compatibility/2006">
          <mc:Choice xmlns:p14="http://schemas.microsoft.com/office/powerpoint/2010/main" Requires="p14">
            <p:contentPart p14:bwMode="auto" r:id="rId138">
              <p14:nvContentPartPr>
                <p14:cNvPr id="110" name="Ink 109">
                  <a:extLst>
                    <a:ext uri="{FF2B5EF4-FFF2-40B4-BE49-F238E27FC236}">
                      <a16:creationId xmlns:a16="http://schemas.microsoft.com/office/drawing/2014/main" id="{3CC2D8EA-864E-D099-BC6B-76C909A7830B}"/>
                    </a:ext>
                  </a:extLst>
                </p14:cNvPr>
                <p14:cNvContentPartPr/>
                <p14:nvPr/>
              </p14:nvContentPartPr>
              <p14:xfrm>
                <a:off x="3056504" y="3009522"/>
                <a:ext cx="57240" cy="47520"/>
              </p14:xfrm>
            </p:contentPart>
          </mc:Choice>
          <mc:Fallback>
            <p:pic>
              <p:nvPicPr>
                <p:cNvPr id="110" name="Ink 109">
                  <a:extLst>
                    <a:ext uri="{FF2B5EF4-FFF2-40B4-BE49-F238E27FC236}">
                      <a16:creationId xmlns:a16="http://schemas.microsoft.com/office/drawing/2014/main" id="{3CC2D8EA-864E-D099-BC6B-76C909A7830B}"/>
                    </a:ext>
                  </a:extLst>
                </p:cNvPr>
                <p:cNvPicPr/>
                <p:nvPr/>
              </p:nvPicPr>
              <p:blipFill>
                <a:blip r:embed="rId139"/>
                <a:stretch>
                  <a:fillRect/>
                </a:stretch>
              </p:blipFill>
              <p:spPr>
                <a:xfrm>
                  <a:off x="3047504" y="3000522"/>
                  <a:ext cx="74880" cy="65160"/>
                </a:xfrm>
                <a:prstGeom prst="rect">
                  <a:avLst/>
                </a:prstGeom>
              </p:spPr>
            </p:pic>
          </mc:Fallback>
        </mc:AlternateContent>
        <mc:AlternateContent xmlns:mc="http://schemas.openxmlformats.org/markup-compatibility/2006">
          <mc:Choice xmlns:p14="http://schemas.microsoft.com/office/powerpoint/2010/main" Requires="p14">
            <p:contentPart p14:bwMode="auto" r:id="rId140">
              <p14:nvContentPartPr>
                <p14:cNvPr id="111" name="Ink 110">
                  <a:extLst>
                    <a:ext uri="{FF2B5EF4-FFF2-40B4-BE49-F238E27FC236}">
                      <a16:creationId xmlns:a16="http://schemas.microsoft.com/office/drawing/2014/main" id="{70EF3302-D55E-1A28-1FF9-3DEDD1669160}"/>
                    </a:ext>
                  </a:extLst>
                </p14:cNvPr>
                <p14:cNvContentPartPr/>
                <p14:nvPr/>
              </p14:nvContentPartPr>
              <p14:xfrm>
                <a:off x="3251624" y="2927442"/>
                <a:ext cx="157680" cy="128520"/>
              </p14:xfrm>
            </p:contentPart>
          </mc:Choice>
          <mc:Fallback>
            <p:pic>
              <p:nvPicPr>
                <p:cNvPr id="111" name="Ink 110">
                  <a:extLst>
                    <a:ext uri="{FF2B5EF4-FFF2-40B4-BE49-F238E27FC236}">
                      <a16:creationId xmlns:a16="http://schemas.microsoft.com/office/drawing/2014/main" id="{70EF3302-D55E-1A28-1FF9-3DEDD1669160}"/>
                    </a:ext>
                  </a:extLst>
                </p:cNvPr>
                <p:cNvPicPr/>
                <p:nvPr/>
              </p:nvPicPr>
              <p:blipFill>
                <a:blip r:embed="rId141"/>
                <a:stretch>
                  <a:fillRect/>
                </a:stretch>
              </p:blipFill>
              <p:spPr>
                <a:xfrm>
                  <a:off x="3242624" y="2918442"/>
                  <a:ext cx="175320" cy="146160"/>
                </a:xfrm>
                <a:prstGeom prst="rect">
                  <a:avLst/>
                </a:prstGeom>
              </p:spPr>
            </p:pic>
          </mc:Fallback>
        </mc:AlternateContent>
        <mc:AlternateContent xmlns:mc="http://schemas.openxmlformats.org/markup-compatibility/2006">
          <mc:Choice xmlns:p14="http://schemas.microsoft.com/office/powerpoint/2010/main" Requires="p14">
            <p:contentPart p14:bwMode="auto" r:id="rId142">
              <p14:nvContentPartPr>
                <p14:cNvPr id="112" name="Ink 111">
                  <a:extLst>
                    <a:ext uri="{FF2B5EF4-FFF2-40B4-BE49-F238E27FC236}">
                      <a16:creationId xmlns:a16="http://schemas.microsoft.com/office/drawing/2014/main" id="{CBF41B0C-6933-75C1-9A5F-6316EB371D0A}"/>
                    </a:ext>
                  </a:extLst>
                </p14:cNvPr>
                <p14:cNvContentPartPr/>
                <p14:nvPr/>
              </p14:nvContentPartPr>
              <p14:xfrm>
                <a:off x="3478424" y="2940402"/>
                <a:ext cx="360" cy="91080"/>
              </p14:xfrm>
            </p:contentPart>
          </mc:Choice>
          <mc:Fallback>
            <p:pic>
              <p:nvPicPr>
                <p:cNvPr id="112" name="Ink 111">
                  <a:extLst>
                    <a:ext uri="{FF2B5EF4-FFF2-40B4-BE49-F238E27FC236}">
                      <a16:creationId xmlns:a16="http://schemas.microsoft.com/office/drawing/2014/main" id="{CBF41B0C-6933-75C1-9A5F-6316EB371D0A}"/>
                    </a:ext>
                  </a:extLst>
                </p:cNvPr>
                <p:cNvPicPr/>
                <p:nvPr/>
              </p:nvPicPr>
              <p:blipFill>
                <a:blip r:embed="rId143"/>
                <a:stretch>
                  <a:fillRect/>
                </a:stretch>
              </p:blipFill>
              <p:spPr>
                <a:xfrm>
                  <a:off x="3469784" y="2931762"/>
                  <a:ext cx="18000" cy="108720"/>
                </a:xfrm>
                <a:prstGeom prst="rect">
                  <a:avLst/>
                </a:prstGeom>
              </p:spPr>
            </p:pic>
          </mc:Fallback>
        </mc:AlternateContent>
        <mc:AlternateContent xmlns:mc="http://schemas.openxmlformats.org/markup-compatibility/2006">
          <mc:Choice xmlns:p14="http://schemas.microsoft.com/office/powerpoint/2010/main" Requires="p14">
            <p:contentPart p14:bwMode="auto" r:id="rId144">
              <p14:nvContentPartPr>
                <p14:cNvPr id="113" name="Ink 112">
                  <a:extLst>
                    <a:ext uri="{FF2B5EF4-FFF2-40B4-BE49-F238E27FC236}">
                      <a16:creationId xmlns:a16="http://schemas.microsoft.com/office/drawing/2014/main" id="{523205A2-9267-9612-CD20-5D65338B2F17}"/>
                    </a:ext>
                  </a:extLst>
                </p14:cNvPr>
                <p14:cNvContentPartPr/>
                <p14:nvPr/>
              </p14:nvContentPartPr>
              <p14:xfrm>
                <a:off x="3496424" y="2843922"/>
                <a:ext cx="22320" cy="5760"/>
              </p14:xfrm>
            </p:contentPart>
          </mc:Choice>
          <mc:Fallback>
            <p:pic>
              <p:nvPicPr>
                <p:cNvPr id="113" name="Ink 112">
                  <a:extLst>
                    <a:ext uri="{FF2B5EF4-FFF2-40B4-BE49-F238E27FC236}">
                      <a16:creationId xmlns:a16="http://schemas.microsoft.com/office/drawing/2014/main" id="{523205A2-9267-9612-CD20-5D65338B2F17}"/>
                    </a:ext>
                  </a:extLst>
                </p:cNvPr>
                <p:cNvPicPr/>
                <p:nvPr/>
              </p:nvPicPr>
              <p:blipFill>
                <a:blip r:embed="rId145"/>
                <a:stretch>
                  <a:fillRect/>
                </a:stretch>
              </p:blipFill>
              <p:spPr>
                <a:xfrm>
                  <a:off x="3487784" y="2834922"/>
                  <a:ext cx="39960" cy="23400"/>
                </a:xfrm>
                <a:prstGeom prst="rect">
                  <a:avLst/>
                </a:prstGeom>
              </p:spPr>
            </p:pic>
          </mc:Fallback>
        </mc:AlternateContent>
        <mc:AlternateContent xmlns:mc="http://schemas.openxmlformats.org/markup-compatibility/2006">
          <mc:Choice xmlns:p14="http://schemas.microsoft.com/office/powerpoint/2010/main" Requires="p14">
            <p:contentPart p14:bwMode="auto" r:id="rId146">
              <p14:nvContentPartPr>
                <p14:cNvPr id="114" name="Ink 113">
                  <a:extLst>
                    <a:ext uri="{FF2B5EF4-FFF2-40B4-BE49-F238E27FC236}">
                      <a16:creationId xmlns:a16="http://schemas.microsoft.com/office/drawing/2014/main" id="{EEF7016E-FECA-DF8D-A8A1-4C0985316CB2}"/>
                    </a:ext>
                  </a:extLst>
                </p14:cNvPr>
                <p14:cNvContentPartPr/>
                <p14:nvPr/>
              </p14:nvContentPartPr>
              <p14:xfrm>
                <a:off x="3590384" y="2829522"/>
                <a:ext cx="212760" cy="199080"/>
              </p14:xfrm>
            </p:contentPart>
          </mc:Choice>
          <mc:Fallback>
            <p:pic>
              <p:nvPicPr>
                <p:cNvPr id="114" name="Ink 113">
                  <a:extLst>
                    <a:ext uri="{FF2B5EF4-FFF2-40B4-BE49-F238E27FC236}">
                      <a16:creationId xmlns:a16="http://schemas.microsoft.com/office/drawing/2014/main" id="{EEF7016E-FECA-DF8D-A8A1-4C0985316CB2}"/>
                    </a:ext>
                  </a:extLst>
                </p:cNvPr>
                <p:cNvPicPr/>
                <p:nvPr/>
              </p:nvPicPr>
              <p:blipFill>
                <a:blip r:embed="rId147"/>
                <a:stretch>
                  <a:fillRect/>
                </a:stretch>
              </p:blipFill>
              <p:spPr>
                <a:xfrm>
                  <a:off x="3581384" y="2820522"/>
                  <a:ext cx="230400" cy="216720"/>
                </a:xfrm>
                <a:prstGeom prst="rect">
                  <a:avLst/>
                </a:prstGeom>
              </p:spPr>
            </p:pic>
          </mc:Fallback>
        </mc:AlternateContent>
        <mc:AlternateContent xmlns:mc="http://schemas.openxmlformats.org/markup-compatibility/2006">
          <mc:Choice xmlns:p14="http://schemas.microsoft.com/office/powerpoint/2010/main" Requires="p14">
            <p:contentPart p14:bwMode="auto" r:id="rId148">
              <p14:nvContentPartPr>
                <p14:cNvPr id="116" name="Ink 115">
                  <a:extLst>
                    <a:ext uri="{FF2B5EF4-FFF2-40B4-BE49-F238E27FC236}">
                      <a16:creationId xmlns:a16="http://schemas.microsoft.com/office/drawing/2014/main" id="{617493B0-D87E-0F56-1577-93F6F3EABCF2}"/>
                    </a:ext>
                  </a:extLst>
                </p14:cNvPr>
                <p14:cNvContentPartPr/>
                <p14:nvPr/>
              </p14:nvContentPartPr>
              <p14:xfrm>
                <a:off x="2450264" y="2946162"/>
                <a:ext cx="196200" cy="22680"/>
              </p14:xfrm>
            </p:contentPart>
          </mc:Choice>
          <mc:Fallback>
            <p:pic>
              <p:nvPicPr>
                <p:cNvPr id="116" name="Ink 115">
                  <a:extLst>
                    <a:ext uri="{FF2B5EF4-FFF2-40B4-BE49-F238E27FC236}">
                      <a16:creationId xmlns:a16="http://schemas.microsoft.com/office/drawing/2014/main" id="{617493B0-D87E-0F56-1577-93F6F3EABCF2}"/>
                    </a:ext>
                  </a:extLst>
                </p:cNvPr>
                <p:cNvPicPr/>
                <p:nvPr/>
              </p:nvPicPr>
              <p:blipFill>
                <a:blip r:embed="rId149"/>
                <a:stretch>
                  <a:fillRect/>
                </a:stretch>
              </p:blipFill>
              <p:spPr>
                <a:xfrm>
                  <a:off x="2441624" y="2937162"/>
                  <a:ext cx="213840" cy="40320"/>
                </a:xfrm>
                <a:prstGeom prst="rect">
                  <a:avLst/>
                </a:prstGeom>
              </p:spPr>
            </p:pic>
          </mc:Fallback>
        </mc:AlternateContent>
        <mc:AlternateContent xmlns:mc="http://schemas.openxmlformats.org/markup-compatibility/2006">
          <mc:Choice xmlns:p14="http://schemas.microsoft.com/office/powerpoint/2010/main" Requires="p14">
            <p:contentPart p14:bwMode="auto" r:id="rId150">
              <p14:nvContentPartPr>
                <p14:cNvPr id="117" name="Ink 116">
                  <a:extLst>
                    <a:ext uri="{FF2B5EF4-FFF2-40B4-BE49-F238E27FC236}">
                      <a16:creationId xmlns:a16="http://schemas.microsoft.com/office/drawing/2014/main" id="{DD4BC65C-2FB4-8D22-1000-8AB09398A9CB}"/>
                    </a:ext>
                  </a:extLst>
                </p14:cNvPr>
                <p14:cNvContentPartPr/>
                <p14:nvPr/>
              </p14:nvContentPartPr>
              <p14:xfrm>
                <a:off x="1801544" y="2867322"/>
                <a:ext cx="204840" cy="186840"/>
              </p14:xfrm>
            </p:contentPart>
          </mc:Choice>
          <mc:Fallback>
            <p:pic>
              <p:nvPicPr>
                <p:cNvPr id="117" name="Ink 116">
                  <a:extLst>
                    <a:ext uri="{FF2B5EF4-FFF2-40B4-BE49-F238E27FC236}">
                      <a16:creationId xmlns:a16="http://schemas.microsoft.com/office/drawing/2014/main" id="{DD4BC65C-2FB4-8D22-1000-8AB09398A9CB}"/>
                    </a:ext>
                  </a:extLst>
                </p:cNvPr>
                <p:cNvPicPr/>
                <p:nvPr/>
              </p:nvPicPr>
              <p:blipFill>
                <a:blip r:embed="rId151"/>
                <a:stretch>
                  <a:fillRect/>
                </a:stretch>
              </p:blipFill>
              <p:spPr>
                <a:xfrm>
                  <a:off x="1792904" y="2858322"/>
                  <a:ext cx="222480" cy="204480"/>
                </a:xfrm>
                <a:prstGeom prst="rect">
                  <a:avLst/>
                </a:prstGeom>
              </p:spPr>
            </p:pic>
          </mc:Fallback>
        </mc:AlternateContent>
        <mc:AlternateContent xmlns:mc="http://schemas.openxmlformats.org/markup-compatibility/2006">
          <mc:Choice xmlns:p14="http://schemas.microsoft.com/office/powerpoint/2010/main" Requires="p14">
            <p:contentPart p14:bwMode="auto" r:id="rId152">
              <p14:nvContentPartPr>
                <p14:cNvPr id="118" name="Ink 117">
                  <a:extLst>
                    <a:ext uri="{FF2B5EF4-FFF2-40B4-BE49-F238E27FC236}">
                      <a16:creationId xmlns:a16="http://schemas.microsoft.com/office/drawing/2014/main" id="{7C29308F-CEDF-4353-AC02-1C71CE54EBCE}"/>
                    </a:ext>
                  </a:extLst>
                </p14:cNvPr>
                <p14:cNvContentPartPr/>
                <p14:nvPr/>
              </p14:nvContentPartPr>
              <p14:xfrm>
                <a:off x="2071904" y="2931042"/>
                <a:ext cx="16200" cy="115560"/>
              </p14:xfrm>
            </p:contentPart>
          </mc:Choice>
          <mc:Fallback>
            <p:pic>
              <p:nvPicPr>
                <p:cNvPr id="118" name="Ink 117">
                  <a:extLst>
                    <a:ext uri="{FF2B5EF4-FFF2-40B4-BE49-F238E27FC236}">
                      <a16:creationId xmlns:a16="http://schemas.microsoft.com/office/drawing/2014/main" id="{7C29308F-CEDF-4353-AC02-1C71CE54EBCE}"/>
                    </a:ext>
                  </a:extLst>
                </p:cNvPr>
                <p:cNvPicPr/>
                <p:nvPr/>
              </p:nvPicPr>
              <p:blipFill>
                <a:blip r:embed="rId153"/>
                <a:stretch>
                  <a:fillRect/>
                </a:stretch>
              </p:blipFill>
              <p:spPr>
                <a:xfrm>
                  <a:off x="2062904" y="2922402"/>
                  <a:ext cx="33840" cy="133200"/>
                </a:xfrm>
                <a:prstGeom prst="rect">
                  <a:avLst/>
                </a:prstGeom>
              </p:spPr>
            </p:pic>
          </mc:Fallback>
        </mc:AlternateContent>
        <mc:AlternateContent xmlns:mc="http://schemas.openxmlformats.org/markup-compatibility/2006">
          <mc:Choice xmlns:p14="http://schemas.microsoft.com/office/powerpoint/2010/main" Requires="p14">
            <p:contentPart p14:bwMode="auto" r:id="rId154">
              <p14:nvContentPartPr>
                <p14:cNvPr id="119" name="Ink 118">
                  <a:extLst>
                    <a:ext uri="{FF2B5EF4-FFF2-40B4-BE49-F238E27FC236}">
                      <a16:creationId xmlns:a16="http://schemas.microsoft.com/office/drawing/2014/main" id="{6530C976-5D12-6D38-1195-C4D4C951A3D0}"/>
                    </a:ext>
                  </a:extLst>
                </p14:cNvPr>
                <p14:cNvContentPartPr/>
                <p14:nvPr/>
              </p14:nvContentPartPr>
              <p14:xfrm>
                <a:off x="2087024" y="2899722"/>
                <a:ext cx="153720" cy="155520"/>
              </p14:xfrm>
            </p:contentPart>
          </mc:Choice>
          <mc:Fallback>
            <p:pic>
              <p:nvPicPr>
                <p:cNvPr id="119" name="Ink 118">
                  <a:extLst>
                    <a:ext uri="{FF2B5EF4-FFF2-40B4-BE49-F238E27FC236}">
                      <a16:creationId xmlns:a16="http://schemas.microsoft.com/office/drawing/2014/main" id="{6530C976-5D12-6D38-1195-C4D4C951A3D0}"/>
                    </a:ext>
                  </a:extLst>
                </p:cNvPr>
                <p:cNvPicPr/>
                <p:nvPr/>
              </p:nvPicPr>
              <p:blipFill>
                <a:blip r:embed="rId155"/>
                <a:stretch>
                  <a:fillRect/>
                </a:stretch>
              </p:blipFill>
              <p:spPr>
                <a:xfrm>
                  <a:off x="2078384" y="2891082"/>
                  <a:ext cx="171360" cy="173160"/>
                </a:xfrm>
                <a:prstGeom prst="rect">
                  <a:avLst/>
                </a:prstGeom>
              </p:spPr>
            </p:pic>
          </mc:Fallback>
        </mc:AlternateContent>
        <mc:AlternateContent xmlns:mc="http://schemas.openxmlformats.org/markup-compatibility/2006">
          <mc:Choice xmlns:p14="http://schemas.microsoft.com/office/powerpoint/2010/main" Requires="p14">
            <p:contentPart p14:bwMode="auto" r:id="rId156">
              <p14:nvContentPartPr>
                <p14:cNvPr id="121" name="Ink 120">
                  <a:extLst>
                    <a:ext uri="{FF2B5EF4-FFF2-40B4-BE49-F238E27FC236}">
                      <a16:creationId xmlns:a16="http://schemas.microsoft.com/office/drawing/2014/main" id="{C77C2202-7549-2646-DB97-93D80D8FF5A5}"/>
                    </a:ext>
                  </a:extLst>
                </p14:cNvPr>
                <p14:cNvContentPartPr/>
                <p14:nvPr/>
              </p14:nvContentPartPr>
              <p14:xfrm>
                <a:off x="3175304" y="3405522"/>
                <a:ext cx="230400" cy="248040"/>
              </p14:xfrm>
            </p:contentPart>
          </mc:Choice>
          <mc:Fallback>
            <p:pic>
              <p:nvPicPr>
                <p:cNvPr id="121" name="Ink 120">
                  <a:extLst>
                    <a:ext uri="{FF2B5EF4-FFF2-40B4-BE49-F238E27FC236}">
                      <a16:creationId xmlns:a16="http://schemas.microsoft.com/office/drawing/2014/main" id="{C77C2202-7549-2646-DB97-93D80D8FF5A5}"/>
                    </a:ext>
                  </a:extLst>
                </p:cNvPr>
                <p:cNvPicPr/>
                <p:nvPr/>
              </p:nvPicPr>
              <p:blipFill>
                <a:blip r:embed="rId157"/>
                <a:stretch>
                  <a:fillRect/>
                </a:stretch>
              </p:blipFill>
              <p:spPr>
                <a:xfrm>
                  <a:off x="3166664" y="3396522"/>
                  <a:ext cx="248040" cy="265680"/>
                </a:xfrm>
                <a:prstGeom prst="rect">
                  <a:avLst/>
                </a:prstGeom>
              </p:spPr>
            </p:pic>
          </mc:Fallback>
        </mc:AlternateContent>
        <mc:AlternateContent xmlns:mc="http://schemas.openxmlformats.org/markup-compatibility/2006">
          <mc:Choice xmlns:p14="http://schemas.microsoft.com/office/powerpoint/2010/main" Requires="p14">
            <p:contentPart p14:bwMode="auto" r:id="rId158">
              <p14:nvContentPartPr>
                <p14:cNvPr id="122" name="Ink 121">
                  <a:extLst>
                    <a:ext uri="{FF2B5EF4-FFF2-40B4-BE49-F238E27FC236}">
                      <a16:creationId xmlns:a16="http://schemas.microsoft.com/office/drawing/2014/main" id="{E9AF1A80-63D6-7811-29A4-9F5BE30BF070}"/>
                    </a:ext>
                  </a:extLst>
                </p14:cNvPr>
                <p14:cNvContentPartPr/>
                <p14:nvPr/>
              </p14:nvContentPartPr>
              <p14:xfrm>
                <a:off x="3440624" y="3532962"/>
                <a:ext cx="133200" cy="99720"/>
              </p14:xfrm>
            </p:contentPart>
          </mc:Choice>
          <mc:Fallback>
            <p:pic>
              <p:nvPicPr>
                <p:cNvPr id="122" name="Ink 121">
                  <a:extLst>
                    <a:ext uri="{FF2B5EF4-FFF2-40B4-BE49-F238E27FC236}">
                      <a16:creationId xmlns:a16="http://schemas.microsoft.com/office/drawing/2014/main" id="{E9AF1A80-63D6-7811-29A4-9F5BE30BF070}"/>
                    </a:ext>
                  </a:extLst>
                </p:cNvPr>
                <p:cNvPicPr/>
                <p:nvPr/>
              </p:nvPicPr>
              <p:blipFill>
                <a:blip r:embed="rId159"/>
                <a:stretch>
                  <a:fillRect/>
                </a:stretch>
              </p:blipFill>
              <p:spPr>
                <a:xfrm>
                  <a:off x="3431624" y="3523962"/>
                  <a:ext cx="150840" cy="117360"/>
                </a:xfrm>
                <a:prstGeom prst="rect">
                  <a:avLst/>
                </a:prstGeom>
              </p:spPr>
            </p:pic>
          </mc:Fallback>
        </mc:AlternateContent>
        <mc:AlternateContent xmlns:mc="http://schemas.openxmlformats.org/markup-compatibility/2006">
          <mc:Choice xmlns:p14="http://schemas.microsoft.com/office/powerpoint/2010/main" Requires="p14">
            <p:contentPart p14:bwMode="auto" r:id="rId160">
              <p14:nvContentPartPr>
                <p14:cNvPr id="123" name="Ink 122">
                  <a:extLst>
                    <a:ext uri="{FF2B5EF4-FFF2-40B4-BE49-F238E27FC236}">
                      <a16:creationId xmlns:a16="http://schemas.microsoft.com/office/drawing/2014/main" id="{8EAE642C-1268-4DA7-ECEA-54D723BE7821}"/>
                    </a:ext>
                  </a:extLst>
                </p14:cNvPr>
                <p14:cNvContentPartPr/>
                <p14:nvPr/>
              </p14:nvContentPartPr>
              <p14:xfrm>
                <a:off x="3658064" y="3524682"/>
                <a:ext cx="92160" cy="107280"/>
              </p14:xfrm>
            </p:contentPart>
          </mc:Choice>
          <mc:Fallback>
            <p:pic>
              <p:nvPicPr>
                <p:cNvPr id="123" name="Ink 122">
                  <a:extLst>
                    <a:ext uri="{FF2B5EF4-FFF2-40B4-BE49-F238E27FC236}">
                      <a16:creationId xmlns:a16="http://schemas.microsoft.com/office/drawing/2014/main" id="{8EAE642C-1268-4DA7-ECEA-54D723BE7821}"/>
                    </a:ext>
                  </a:extLst>
                </p:cNvPr>
                <p:cNvPicPr/>
                <p:nvPr/>
              </p:nvPicPr>
              <p:blipFill>
                <a:blip r:embed="rId161"/>
                <a:stretch>
                  <a:fillRect/>
                </a:stretch>
              </p:blipFill>
              <p:spPr>
                <a:xfrm>
                  <a:off x="3649064" y="3516042"/>
                  <a:ext cx="109800" cy="124920"/>
                </a:xfrm>
                <a:prstGeom prst="rect">
                  <a:avLst/>
                </a:prstGeom>
              </p:spPr>
            </p:pic>
          </mc:Fallback>
        </mc:AlternateContent>
        <mc:AlternateContent xmlns:mc="http://schemas.openxmlformats.org/markup-compatibility/2006">
          <mc:Choice xmlns:p14="http://schemas.microsoft.com/office/powerpoint/2010/main" Requires="p14">
            <p:contentPart p14:bwMode="auto" r:id="rId162">
              <p14:nvContentPartPr>
                <p14:cNvPr id="124" name="Ink 123">
                  <a:extLst>
                    <a:ext uri="{FF2B5EF4-FFF2-40B4-BE49-F238E27FC236}">
                      <a16:creationId xmlns:a16="http://schemas.microsoft.com/office/drawing/2014/main" id="{5F134347-271A-C949-B662-79F2625ECF9C}"/>
                    </a:ext>
                  </a:extLst>
                </p14:cNvPr>
                <p14:cNvContentPartPr/>
                <p14:nvPr/>
              </p14:nvContentPartPr>
              <p14:xfrm>
                <a:off x="3831944" y="3460602"/>
                <a:ext cx="114480" cy="153720"/>
              </p14:xfrm>
            </p:contentPart>
          </mc:Choice>
          <mc:Fallback>
            <p:pic>
              <p:nvPicPr>
                <p:cNvPr id="124" name="Ink 123">
                  <a:extLst>
                    <a:ext uri="{FF2B5EF4-FFF2-40B4-BE49-F238E27FC236}">
                      <a16:creationId xmlns:a16="http://schemas.microsoft.com/office/drawing/2014/main" id="{5F134347-271A-C949-B662-79F2625ECF9C}"/>
                    </a:ext>
                  </a:extLst>
                </p:cNvPr>
                <p:cNvPicPr/>
                <p:nvPr/>
              </p:nvPicPr>
              <p:blipFill>
                <a:blip r:embed="rId163"/>
                <a:stretch>
                  <a:fillRect/>
                </a:stretch>
              </p:blipFill>
              <p:spPr>
                <a:xfrm>
                  <a:off x="3822944" y="3451962"/>
                  <a:ext cx="132120" cy="171360"/>
                </a:xfrm>
                <a:prstGeom prst="rect">
                  <a:avLst/>
                </a:prstGeom>
              </p:spPr>
            </p:pic>
          </mc:Fallback>
        </mc:AlternateContent>
        <mc:AlternateContent xmlns:mc="http://schemas.openxmlformats.org/markup-compatibility/2006">
          <mc:Choice xmlns:p14="http://schemas.microsoft.com/office/powerpoint/2010/main" Requires="p14">
            <p:contentPart p14:bwMode="auto" r:id="rId164">
              <p14:nvContentPartPr>
                <p14:cNvPr id="125" name="Ink 124">
                  <a:extLst>
                    <a:ext uri="{FF2B5EF4-FFF2-40B4-BE49-F238E27FC236}">
                      <a16:creationId xmlns:a16="http://schemas.microsoft.com/office/drawing/2014/main" id="{A8663F47-38E6-9F4B-8B70-C88519A89EC7}"/>
                    </a:ext>
                  </a:extLst>
                </p14:cNvPr>
                <p14:cNvContentPartPr/>
                <p14:nvPr/>
              </p14:nvContentPartPr>
              <p14:xfrm>
                <a:off x="4204184" y="3571122"/>
                <a:ext cx="110160" cy="6480"/>
              </p14:xfrm>
            </p:contentPart>
          </mc:Choice>
          <mc:Fallback>
            <p:pic>
              <p:nvPicPr>
                <p:cNvPr id="125" name="Ink 124">
                  <a:extLst>
                    <a:ext uri="{FF2B5EF4-FFF2-40B4-BE49-F238E27FC236}">
                      <a16:creationId xmlns:a16="http://schemas.microsoft.com/office/drawing/2014/main" id="{A8663F47-38E6-9F4B-8B70-C88519A89EC7}"/>
                    </a:ext>
                  </a:extLst>
                </p:cNvPr>
                <p:cNvPicPr/>
                <p:nvPr/>
              </p:nvPicPr>
              <p:blipFill>
                <a:blip r:embed="rId165"/>
                <a:stretch>
                  <a:fillRect/>
                </a:stretch>
              </p:blipFill>
              <p:spPr>
                <a:xfrm>
                  <a:off x="4195544" y="3562482"/>
                  <a:ext cx="127800" cy="24120"/>
                </a:xfrm>
                <a:prstGeom prst="rect">
                  <a:avLst/>
                </a:prstGeom>
              </p:spPr>
            </p:pic>
          </mc:Fallback>
        </mc:AlternateContent>
        <mc:AlternateContent xmlns:mc="http://schemas.openxmlformats.org/markup-compatibility/2006">
          <mc:Choice xmlns:p14="http://schemas.microsoft.com/office/powerpoint/2010/main" Requires="p14">
            <p:contentPart p14:bwMode="auto" r:id="rId166">
              <p14:nvContentPartPr>
                <p14:cNvPr id="15" name="Ink 14">
                  <a:extLst>
                    <a:ext uri="{FF2B5EF4-FFF2-40B4-BE49-F238E27FC236}">
                      <a16:creationId xmlns:a16="http://schemas.microsoft.com/office/drawing/2014/main" id="{F843B184-82F4-E6ED-FE5A-769A4DAF4793}"/>
                    </a:ext>
                  </a:extLst>
                </p14:cNvPr>
                <p14:cNvContentPartPr/>
                <p14:nvPr/>
              </p14:nvContentPartPr>
              <p14:xfrm>
                <a:off x="9122144" y="1233282"/>
                <a:ext cx="231480" cy="274680"/>
              </p14:xfrm>
            </p:contentPart>
          </mc:Choice>
          <mc:Fallback>
            <p:pic>
              <p:nvPicPr>
                <p:cNvPr id="15" name="Ink 14">
                  <a:extLst>
                    <a:ext uri="{FF2B5EF4-FFF2-40B4-BE49-F238E27FC236}">
                      <a16:creationId xmlns:a16="http://schemas.microsoft.com/office/drawing/2014/main" id="{F843B184-82F4-E6ED-FE5A-769A4DAF4793}"/>
                    </a:ext>
                  </a:extLst>
                </p:cNvPr>
                <p:cNvPicPr/>
                <p:nvPr/>
              </p:nvPicPr>
              <p:blipFill>
                <a:blip r:embed="rId167"/>
                <a:stretch>
                  <a:fillRect/>
                </a:stretch>
              </p:blipFill>
              <p:spPr>
                <a:xfrm>
                  <a:off x="9113504" y="1224282"/>
                  <a:ext cx="249120" cy="292320"/>
                </a:xfrm>
                <a:prstGeom prst="rect">
                  <a:avLst/>
                </a:prstGeom>
              </p:spPr>
            </p:pic>
          </mc:Fallback>
        </mc:AlternateContent>
        <mc:AlternateContent xmlns:mc="http://schemas.openxmlformats.org/markup-compatibility/2006">
          <mc:Choice xmlns:p14="http://schemas.microsoft.com/office/powerpoint/2010/main" Requires="p14">
            <p:contentPart p14:bwMode="auto" r:id="rId168">
              <p14:nvContentPartPr>
                <p14:cNvPr id="16" name="Ink 15">
                  <a:extLst>
                    <a:ext uri="{FF2B5EF4-FFF2-40B4-BE49-F238E27FC236}">
                      <a16:creationId xmlns:a16="http://schemas.microsoft.com/office/drawing/2014/main" id="{C6EE078A-63D4-D0D2-10AF-2190731384F0}"/>
                    </a:ext>
                  </a:extLst>
                </p14:cNvPr>
                <p14:cNvContentPartPr/>
                <p14:nvPr/>
              </p14:nvContentPartPr>
              <p14:xfrm>
                <a:off x="9414464" y="1360362"/>
                <a:ext cx="114120" cy="159480"/>
              </p14:xfrm>
            </p:contentPart>
          </mc:Choice>
          <mc:Fallback>
            <p:pic>
              <p:nvPicPr>
                <p:cNvPr id="16" name="Ink 15">
                  <a:extLst>
                    <a:ext uri="{FF2B5EF4-FFF2-40B4-BE49-F238E27FC236}">
                      <a16:creationId xmlns:a16="http://schemas.microsoft.com/office/drawing/2014/main" id="{C6EE078A-63D4-D0D2-10AF-2190731384F0}"/>
                    </a:ext>
                  </a:extLst>
                </p:cNvPr>
                <p:cNvPicPr/>
                <p:nvPr/>
              </p:nvPicPr>
              <p:blipFill>
                <a:blip r:embed="rId169"/>
                <a:stretch>
                  <a:fillRect/>
                </a:stretch>
              </p:blipFill>
              <p:spPr>
                <a:xfrm>
                  <a:off x="9405464" y="1351362"/>
                  <a:ext cx="131760" cy="177120"/>
                </a:xfrm>
                <a:prstGeom prst="rect">
                  <a:avLst/>
                </a:prstGeom>
              </p:spPr>
            </p:pic>
          </mc:Fallback>
        </mc:AlternateContent>
        <mc:AlternateContent xmlns:mc="http://schemas.openxmlformats.org/markup-compatibility/2006">
          <mc:Choice xmlns:p14="http://schemas.microsoft.com/office/powerpoint/2010/main" Requires="p14">
            <p:contentPart p14:bwMode="auto" r:id="rId170">
              <p14:nvContentPartPr>
                <p14:cNvPr id="17" name="Ink 16">
                  <a:extLst>
                    <a:ext uri="{FF2B5EF4-FFF2-40B4-BE49-F238E27FC236}">
                      <a16:creationId xmlns:a16="http://schemas.microsoft.com/office/drawing/2014/main" id="{A7761ED9-E689-6085-435A-13496E10B4E9}"/>
                    </a:ext>
                  </a:extLst>
                </p14:cNvPr>
                <p14:cNvContentPartPr/>
                <p14:nvPr/>
              </p14:nvContentPartPr>
              <p14:xfrm>
                <a:off x="9586904" y="1383402"/>
                <a:ext cx="163080" cy="187560"/>
              </p14:xfrm>
            </p:contentPart>
          </mc:Choice>
          <mc:Fallback>
            <p:pic>
              <p:nvPicPr>
                <p:cNvPr id="17" name="Ink 16">
                  <a:extLst>
                    <a:ext uri="{FF2B5EF4-FFF2-40B4-BE49-F238E27FC236}">
                      <a16:creationId xmlns:a16="http://schemas.microsoft.com/office/drawing/2014/main" id="{A7761ED9-E689-6085-435A-13496E10B4E9}"/>
                    </a:ext>
                  </a:extLst>
                </p:cNvPr>
                <p:cNvPicPr/>
                <p:nvPr/>
              </p:nvPicPr>
              <p:blipFill>
                <a:blip r:embed="rId171"/>
                <a:stretch>
                  <a:fillRect/>
                </a:stretch>
              </p:blipFill>
              <p:spPr>
                <a:xfrm>
                  <a:off x="9578264" y="1374762"/>
                  <a:ext cx="180720" cy="205200"/>
                </a:xfrm>
                <a:prstGeom prst="rect">
                  <a:avLst/>
                </a:prstGeom>
              </p:spPr>
            </p:pic>
          </mc:Fallback>
        </mc:AlternateContent>
        <mc:AlternateContent xmlns:mc="http://schemas.openxmlformats.org/markup-compatibility/2006">
          <mc:Choice xmlns:p14="http://schemas.microsoft.com/office/powerpoint/2010/main" Requires="p14">
            <p:contentPart p14:bwMode="auto" r:id="rId172">
              <p14:nvContentPartPr>
                <p14:cNvPr id="18" name="Ink 17">
                  <a:extLst>
                    <a:ext uri="{FF2B5EF4-FFF2-40B4-BE49-F238E27FC236}">
                      <a16:creationId xmlns:a16="http://schemas.microsoft.com/office/drawing/2014/main" id="{9E32399B-25E2-8E4C-5B99-B64C165D50A3}"/>
                    </a:ext>
                  </a:extLst>
                </p14:cNvPr>
                <p14:cNvContentPartPr/>
                <p14:nvPr/>
              </p14:nvContentPartPr>
              <p14:xfrm>
                <a:off x="9811184" y="1417962"/>
                <a:ext cx="159480" cy="156960"/>
              </p14:xfrm>
            </p:contentPart>
          </mc:Choice>
          <mc:Fallback>
            <p:pic>
              <p:nvPicPr>
                <p:cNvPr id="18" name="Ink 17">
                  <a:extLst>
                    <a:ext uri="{FF2B5EF4-FFF2-40B4-BE49-F238E27FC236}">
                      <a16:creationId xmlns:a16="http://schemas.microsoft.com/office/drawing/2014/main" id="{9E32399B-25E2-8E4C-5B99-B64C165D50A3}"/>
                    </a:ext>
                  </a:extLst>
                </p:cNvPr>
                <p:cNvPicPr/>
                <p:nvPr/>
              </p:nvPicPr>
              <p:blipFill>
                <a:blip r:embed="rId173"/>
                <a:stretch>
                  <a:fillRect/>
                </a:stretch>
              </p:blipFill>
              <p:spPr>
                <a:xfrm>
                  <a:off x="9802544" y="1409322"/>
                  <a:ext cx="177120" cy="174600"/>
                </a:xfrm>
                <a:prstGeom prst="rect">
                  <a:avLst/>
                </a:prstGeom>
              </p:spPr>
            </p:pic>
          </mc:Fallback>
        </mc:AlternateContent>
        <mc:AlternateContent xmlns:mc="http://schemas.openxmlformats.org/markup-compatibility/2006">
          <mc:Choice xmlns:p14="http://schemas.microsoft.com/office/powerpoint/2010/main" Requires="p14">
            <p:contentPart p14:bwMode="auto" r:id="rId174">
              <p14:nvContentPartPr>
                <p14:cNvPr id="19" name="Ink 18">
                  <a:extLst>
                    <a:ext uri="{FF2B5EF4-FFF2-40B4-BE49-F238E27FC236}">
                      <a16:creationId xmlns:a16="http://schemas.microsoft.com/office/drawing/2014/main" id="{F7789EA7-F1F9-88FD-821A-50CE67DB2772}"/>
                    </a:ext>
                  </a:extLst>
                </p14:cNvPr>
                <p14:cNvContentPartPr/>
                <p14:nvPr/>
              </p14:nvContentPartPr>
              <p14:xfrm>
                <a:off x="10566824" y="1390242"/>
                <a:ext cx="173160" cy="199080"/>
              </p14:xfrm>
            </p:contentPart>
          </mc:Choice>
          <mc:Fallback>
            <p:pic>
              <p:nvPicPr>
                <p:cNvPr id="19" name="Ink 18">
                  <a:extLst>
                    <a:ext uri="{FF2B5EF4-FFF2-40B4-BE49-F238E27FC236}">
                      <a16:creationId xmlns:a16="http://schemas.microsoft.com/office/drawing/2014/main" id="{F7789EA7-F1F9-88FD-821A-50CE67DB2772}"/>
                    </a:ext>
                  </a:extLst>
                </p:cNvPr>
                <p:cNvPicPr/>
                <p:nvPr/>
              </p:nvPicPr>
              <p:blipFill>
                <a:blip r:embed="rId175"/>
                <a:stretch>
                  <a:fillRect/>
                </a:stretch>
              </p:blipFill>
              <p:spPr>
                <a:xfrm>
                  <a:off x="10558184" y="1381602"/>
                  <a:ext cx="190800" cy="216720"/>
                </a:xfrm>
                <a:prstGeom prst="rect">
                  <a:avLst/>
                </a:prstGeom>
              </p:spPr>
            </p:pic>
          </mc:Fallback>
        </mc:AlternateContent>
        <mc:AlternateContent xmlns:mc="http://schemas.openxmlformats.org/markup-compatibility/2006">
          <mc:Choice xmlns:p14="http://schemas.microsoft.com/office/powerpoint/2010/main" Requires="p14">
            <p:contentPart p14:bwMode="auto" r:id="rId176">
              <p14:nvContentPartPr>
                <p14:cNvPr id="20" name="Ink 19">
                  <a:extLst>
                    <a:ext uri="{FF2B5EF4-FFF2-40B4-BE49-F238E27FC236}">
                      <a16:creationId xmlns:a16="http://schemas.microsoft.com/office/drawing/2014/main" id="{FAD6BE41-E711-48EE-78F1-3AE97F200622}"/>
                    </a:ext>
                  </a:extLst>
                </p14:cNvPr>
                <p14:cNvContentPartPr/>
                <p14:nvPr/>
              </p14:nvContentPartPr>
              <p14:xfrm>
                <a:off x="10740704" y="1338762"/>
                <a:ext cx="207360" cy="235080"/>
              </p14:xfrm>
            </p:contentPart>
          </mc:Choice>
          <mc:Fallback>
            <p:pic>
              <p:nvPicPr>
                <p:cNvPr id="20" name="Ink 19">
                  <a:extLst>
                    <a:ext uri="{FF2B5EF4-FFF2-40B4-BE49-F238E27FC236}">
                      <a16:creationId xmlns:a16="http://schemas.microsoft.com/office/drawing/2014/main" id="{FAD6BE41-E711-48EE-78F1-3AE97F200622}"/>
                    </a:ext>
                  </a:extLst>
                </p:cNvPr>
                <p:cNvPicPr/>
                <p:nvPr/>
              </p:nvPicPr>
              <p:blipFill>
                <a:blip r:embed="rId177"/>
                <a:stretch>
                  <a:fillRect/>
                </a:stretch>
              </p:blipFill>
              <p:spPr>
                <a:xfrm>
                  <a:off x="10732064" y="1330122"/>
                  <a:ext cx="225000" cy="252720"/>
                </a:xfrm>
                <a:prstGeom prst="rect">
                  <a:avLst/>
                </a:prstGeom>
              </p:spPr>
            </p:pic>
          </mc:Fallback>
        </mc:AlternateContent>
        <mc:AlternateContent xmlns:mc="http://schemas.openxmlformats.org/markup-compatibility/2006">
          <mc:Choice xmlns:p14="http://schemas.microsoft.com/office/powerpoint/2010/main" Requires="p14">
            <p:contentPart p14:bwMode="auto" r:id="rId178">
              <p14:nvContentPartPr>
                <p14:cNvPr id="21" name="Ink 20">
                  <a:extLst>
                    <a:ext uri="{FF2B5EF4-FFF2-40B4-BE49-F238E27FC236}">
                      <a16:creationId xmlns:a16="http://schemas.microsoft.com/office/drawing/2014/main" id="{12DF0B9F-7DE4-122B-7369-A572DA3F1931}"/>
                    </a:ext>
                  </a:extLst>
                </p14:cNvPr>
                <p14:cNvContentPartPr/>
                <p14:nvPr/>
              </p14:nvContentPartPr>
              <p14:xfrm>
                <a:off x="11004224" y="1351362"/>
                <a:ext cx="736920" cy="232200"/>
              </p14:xfrm>
            </p:contentPart>
          </mc:Choice>
          <mc:Fallback>
            <p:pic>
              <p:nvPicPr>
                <p:cNvPr id="21" name="Ink 20">
                  <a:extLst>
                    <a:ext uri="{FF2B5EF4-FFF2-40B4-BE49-F238E27FC236}">
                      <a16:creationId xmlns:a16="http://schemas.microsoft.com/office/drawing/2014/main" id="{12DF0B9F-7DE4-122B-7369-A572DA3F1931}"/>
                    </a:ext>
                  </a:extLst>
                </p:cNvPr>
                <p:cNvPicPr/>
                <p:nvPr/>
              </p:nvPicPr>
              <p:blipFill>
                <a:blip r:embed="rId179"/>
                <a:stretch>
                  <a:fillRect/>
                </a:stretch>
              </p:blipFill>
              <p:spPr>
                <a:xfrm>
                  <a:off x="10995584" y="1342722"/>
                  <a:ext cx="754560" cy="249840"/>
                </a:xfrm>
                <a:prstGeom prst="rect">
                  <a:avLst/>
                </a:prstGeom>
              </p:spPr>
            </p:pic>
          </mc:Fallback>
        </mc:AlternateContent>
        <mc:AlternateContent xmlns:mc="http://schemas.openxmlformats.org/markup-compatibility/2006">
          <mc:Choice xmlns:p14="http://schemas.microsoft.com/office/powerpoint/2010/main" Requires="p14">
            <p:contentPart p14:bwMode="auto" r:id="rId180">
              <p14:nvContentPartPr>
                <p14:cNvPr id="25" name="Ink 24">
                  <a:extLst>
                    <a:ext uri="{FF2B5EF4-FFF2-40B4-BE49-F238E27FC236}">
                      <a16:creationId xmlns:a16="http://schemas.microsoft.com/office/drawing/2014/main" id="{96202B28-E201-D7DE-407F-1DBC1394EB07}"/>
                    </a:ext>
                  </a:extLst>
                </p14:cNvPr>
                <p14:cNvContentPartPr/>
                <p14:nvPr/>
              </p14:nvContentPartPr>
              <p14:xfrm>
                <a:off x="9640904" y="245802"/>
                <a:ext cx="200160" cy="6480"/>
              </p14:xfrm>
            </p:contentPart>
          </mc:Choice>
          <mc:Fallback>
            <p:pic>
              <p:nvPicPr>
                <p:cNvPr id="25" name="Ink 24">
                  <a:extLst>
                    <a:ext uri="{FF2B5EF4-FFF2-40B4-BE49-F238E27FC236}">
                      <a16:creationId xmlns:a16="http://schemas.microsoft.com/office/drawing/2014/main" id="{96202B28-E201-D7DE-407F-1DBC1394EB07}"/>
                    </a:ext>
                  </a:extLst>
                </p:cNvPr>
                <p:cNvPicPr/>
                <p:nvPr/>
              </p:nvPicPr>
              <p:blipFill>
                <a:blip r:embed="rId181"/>
                <a:stretch>
                  <a:fillRect/>
                </a:stretch>
              </p:blipFill>
              <p:spPr>
                <a:xfrm>
                  <a:off x="9632264" y="237162"/>
                  <a:ext cx="217800" cy="24120"/>
                </a:xfrm>
                <a:prstGeom prst="rect">
                  <a:avLst/>
                </a:prstGeom>
              </p:spPr>
            </p:pic>
          </mc:Fallback>
        </mc:AlternateContent>
        <mc:AlternateContent xmlns:mc="http://schemas.openxmlformats.org/markup-compatibility/2006">
          <mc:Choice xmlns:p14="http://schemas.microsoft.com/office/powerpoint/2010/main" Requires="p14">
            <p:contentPart p14:bwMode="auto" r:id="rId182">
              <p14:nvContentPartPr>
                <p14:cNvPr id="26" name="Ink 25">
                  <a:extLst>
                    <a:ext uri="{FF2B5EF4-FFF2-40B4-BE49-F238E27FC236}">
                      <a16:creationId xmlns:a16="http://schemas.microsoft.com/office/drawing/2014/main" id="{80E0C303-2A08-7D89-4F34-86B1994E84F4}"/>
                    </a:ext>
                  </a:extLst>
                </p14:cNvPr>
                <p14:cNvContentPartPr/>
                <p14:nvPr/>
              </p14:nvContentPartPr>
              <p14:xfrm>
                <a:off x="9716864" y="245082"/>
                <a:ext cx="16920" cy="146160"/>
              </p14:xfrm>
            </p:contentPart>
          </mc:Choice>
          <mc:Fallback>
            <p:pic>
              <p:nvPicPr>
                <p:cNvPr id="26" name="Ink 25">
                  <a:extLst>
                    <a:ext uri="{FF2B5EF4-FFF2-40B4-BE49-F238E27FC236}">
                      <a16:creationId xmlns:a16="http://schemas.microsoft.com/office/drawing/2014/main" id="{80E0C303-2A08-7D89-4F34-86B1994E84F4}"/>
                    </a:ext>
                  </a:extLst>
                </p:cNvPr>
                <p:cNvPicPr/>
                <p:nvPr/>
              </p:nvPicPr>
              <p:blipFill>
                <a:blip r:embed="rId183"/>
                <a:stretch>
                  <a:fillRect/>
                </a:stretch>
              </p:blipFill>
              <p:spPr>
                <a:xfrm>
                  <a:off x="9708224" y="236442"/>
                  <a:ext cx="34560" cy="163800"/>
                </a:xfrm>
                <a:prstGeom prst="rect">
                  <a:avLst/>
                </a:prstGeom>
              </p:spPr>
            </p:pic>
          </mc:Fallback>
        </mc:AlternateContent>
        <mc:AlternateContent xmlns:mc="http://schemas.openxmlformats.org/markup-compatibility/2006">
          <mc:Choice xmlns:p14="http://schemas.microsoft.com/office/powerpoint/2010/main" Requires="p14">
            <p:contentPart p14:bwMode="auto" r:id="rId184">
              <p14:nvContentPartPr>
                <p14:cNvPr id="27" name="Ink 26">
                  <a:extLst>
                    <a:ext uri="{FF2B5EF4-FFF2-40B4-BE49-F238E27FC236}">
                      <a16:creationId xmlns:a16="http://schemas.microsoft.com/office/drawing/2014/main" id="{538043F1-3F23-C860-23FC-AD9BBEDD6462}"/>
                    </a:ext>
                  </a:extLst>
                </p14:cNvPr>
                <p14:cNvContentPartPr/>
                <p14:nvPr/>
              </p14:nvContentPartPr>
              <p14:xfrm>
                <a:off x="9477464" y="157242"/>
                <a:ext cx="520560" cy="400320"/>
              </p14:xfrm>
            </p:contentPart>
          </mc:Choice>
          <mc:Fallback>
            <p:pic>
              <p:nvPicPr>
                <p:cNvPr id="27" name="Ink 26">
                  <a:extLst>
                    <a:ext uri="{FF2B5EF4-FFF2-40B4-BE49-F238E27FC236}">
                      <a16:creationId xmlns:a16="http://schemas.microsoft.com/office/drawing/2014/main" id="{538043F1-3F23-C860-23FC-AD9BBEDD6462}"/>
                    </a:ext>
                  </a:extLst>
                </p:cNvPr>
                <p:cNvPicPr/>
                <p:nvPr/>
              </p:nvPicPr>
              <p:blipFill>
                <a:blip r:embed="rId185"/>
                <a:stretch>
                  <a:fillRect/>
                </a:stretch>
              </p:blipFill>
              <p:spPr>
                <a:xfrm>
                  <a:off x="9468824" y="148242"/>
                  <a:ext cx="538200" cy="417960"/>
                </a:xfrm>
                <a:prstGeom prst="rect">
                  <a:avLst/>
                </a:prstGeom>
              </p:spPr>
            </p:pic>
          </mc:Fallback>
        </mc:AlternateContent>
        <mc:AlternateContent xmlns:mc="http://schemas.openxmlformats.org/markup-compatibility/2006">
          <mc:Choice xmlns:p14="http://schemas.microsoft.com/office/powerpoint/2010/main" Requires="p14">
            <p:contentPart p14:bwMode="auto" r:id="rId186">
              <p14:nvContentPartPr>
                <p14:cNvPr id="28" name="Ink 27">
                  <a:extLst>
                    <a:ext uri="{FF2B5EF4-FFF2-40B4-BE49-F238E27FC236}">
                      <a16:creationId xmlns:a16="http://schemas.microsoft.com/office/drawing/2014/main" id="{EE072736-12F1-F5FC-F46E-817BD1150393}"/>
                    </a:ext>
                  </a:extLst>
                </p14:cNvPr>
                <p14:cNvContentPartPr/>
                <p14:nvPr/>
              </p14:nvContentPartPr>
              <p14:xfrm>
                <a:off x="9795704" y="521202"/>
                <a:ext cx="244800" cy="218880"/>
              </p14:xfrm>
            </p:contentPart>
          </mc:Choice>
          <mc:Fallback>
            <p:pic>
              <p:nvPicPr>
                <p:cNvPr id="28" name="Ink 27">
                  <a:extLst>
                    <a:ext uri="{FF2B5EF4-FFF2-40B4-BE49-F238E27FC236}">
                      <a16:creationId xmlns:a16="http://schemas.microsoft.com/office/drawing/2014/main" id="{EE072736-12F1-F5FC-F46E-817BD1150393}"/>
                    </a:ext>
                  </a:extLst>
                </p:cNvPr>
                <p:cNvPicPr/>
                <p:nvPr/>
              </p:nvPicPr>
              <p:blipFill>
                <a:blip r:embed="rId187"/>
                <a:stretch>
                  <a:fillRect/>
                </a:stretch>
              </p:blipFill>
              <p:spPr>
                <a:xfrm>
                  <a:off x="9786704" y="512202"/>
                  <a:ext cx="262440" cy="236520"/>
                </a:xfrm>
                <a:prstGeom prst="rect">
                  <a:avLst/>
                </a:prstGeom>
              </p:spPr>
            </p:pic>
          </mc:Fallback>
        </mc:AlternateContent>
        <mc:AlternateContent xmlns:mc="http://schemas.openxmlformats.org/markup-compatibility/2006">
          <mc:Choice xmlns:p14="http://schemas.microsoft.com/office/powerpoint/2010/main" Requires="p14">
            <p:contentPart p14:bwMode="auto" r:id="rId188">
              <p14:nvContentPartPr>
                <p14:cNvPr id="29" name="Ink 28">
                  <a:extLst>
                    <a:ext uri="{FF2B5EF4-FFF2-40B4-BE49-F238E27FC236}">
                      <a16:creationId xmlns:a16="http://schemas.microsoft.com/office/drawing/2014/main" id="{9D51E462-6C26-32CB-A0D5-546FBA0A3C7B}"/>
                    </a:ext>
                  </a:extLst>
                </p14:cNvPr>
                <p14:cNvContentPartPr/>
                <p14:nvPr/>
              </p14:nvContentPartPr>
              <p14:xfrm>
                <a:off x="10109984" y="594642"/>
                <a:ext cx="204840" cy="214200"/>
              </p14:xfrm>
            </p:contentPart>
          </mc:Choice>
          <mc:Fallback>
            <p:pic>
              <p:nvPicPr>
                <p:cNvPr id="29" name="Ink 28">
                  <a:extLst>
                    <a:ext uri="{FF2B5EF4-FFF2-40B4-BE49-F238E27FC236}">
                      <a16:creationId xmlns:a16="http://schemas.microsoft.com/office/drawing/2014/main" id="{9D51E462-6C26-32CB-A0D5-546FBA0A3C7B}"/>
                    </a:ext>
                  </a:extLst>
                </p:cNvPr>
                <p:cNvPicPr/>
                <p:nvPr/>
              </p:nvPicPr>
              <p:blipFill>
                <a:blip r:embed="rId189"/>
                <a:stretch>
                  <a:fillRect/>
                </a:stretch>
              </p:blipFill>
              <p:spPr>
                <a:xfrm>
                  <a:off x="10101344" y="586002"/>
                  <a:ext cx="222480" cy="231840"/>
                </a:xfrm>
                <a:prstGeom prst="rect">
                  <a:avLst/>
                </a:prstGeom>
              </p:spPr>
            </p:pic>
          </mc:Fallback>
        </mc:AlternateContent>
        <mc:AlternateContent xmlns:mc="http://schemas.openxmlformats.org/markup-compatibility/2006">
          <mc:Choice xmlns:p14="http://schemas.microsoft.com/office/powerpoint/2010/main" Requires="p14">
            <p:contentPart p14:bwMode="auto" r:id="rId190">
              <p14:nvContentPartPr>
                <p14:cNvPr id="30" name="Ink 29">
                  <a:extLst>
                    <a:ext uri="{FF2B5EF4-FFF2-40B4-BE49-F238E27FC236}">
                      <a16:creationId xmlns:a16="http://schemas.microsoft.com/office/drawing/2014/main" id="{AF363E16-13B4-30F3-6F4A-A1F9BE6C80E7}"/>
                    </a:ext>
                  </a:extLst>
                </p14:cNvPr>
                <p14:cNvContentPartPr/>
                <p14:nvPr/>
              </p14:nvContentPartPr>
              <p14:xfrm>
                <a:off x="10013864" y="531642"/>
                <a:ext cx="417600" cy="344880"/>
              </p14:xfrm>
            </p:contentPart>
          </mc:Choice>
          <mc:Fallback>
            <p:pic>
              <p:nvPicPr>
                <p:cNvPr id="30" name="Ink 29">
                  <a:extLst>
                    <a:ext uri="{FF2B5EF4-FFF2-40B4-BE49-F238E27FC236}">
                      <a16:creationId xmlns:a16="http://schemas.microsoft.com/office/drawing/2014/main" id="{AF363E16-13B4-30F3-6F4A-A1F9BE6C80E7}"/>
                    </a:ext>
                  </a:extLst>
                </p:cNvPr>
                <p:cNvPicPr/>
                <p:nvPr/>
              </p:nvPicPr>
              <p:blipFill>
                <a:blip r:embed="rId191"/>
                <a:stretch>
                  <a:fillRect/>
                </a:stretch>
              </p:blipFill>
              <p:spPr>
                <a:xfrm>
                  <a:off x="10004864" y="523002"/>
                  <a:ext cx="435240" cy="362520"/>
                </a:xfrm>
                <a:prstGeom prst="rect">
                  <a:avLst/>
                </a:prstGeom>
              </p:spPr>
            </p:pic>
          </mc:Fallback>
        </mc:AlternateContent>
        <mc:AlternateContent xmlns:mc="http://schemas.openxmlformats.org/markup-compatibility/2006">
          <mc:Choice xmlns:p14="http://schemas.microsoft.com/office/powerpoint/2010/main" Requires="p14">
            <p:contentPart p14:bwMode="auto" r:id="rId192">
              <p14:nvContentPartPr>
                <p14:cNvPr id="31" name="Ink 30">
                  <a:extLst>
                    <a:ext uri="{FF2B5EF4-FFF2-40B4-BE49-F238E27FC236}">
                      <a16:creationId xmlns:a16="http://schemas.microsoft.com/office/drawing/2014/main" id="{96D7B104-51F8-F091-6327-75009CF8A571}"/>
                    </a:ext>
                  </a:extLst>
                </p14:cNvPr>
                <p14:cNvContentPartPr/>
                <p14:nvPr/>
              </p14:nvContentPartPr>
              <p14:xfrm>
                <a:off x="10329944" y="828282"/>
                <a:ext cx="411120" cy="203400"/>
              </p14:xfrm>
            </p:contentPart>
          </mc:Choice>
          <mc:Fallback>
            <p:pic>
              <p:nvPicPr>
                <p:cNvPr id="31" name="Ink 30">
                  <a:extLst>
                    <a:ext uri="{FF2B5EF4-FFF2-40B4-BE49-F238E27FC236}">
                      <a16:creationId xmlns:a16="http://schemas.microsoft.com/office/drawing/2014/main" id="{96D7B104-51F8-F091-6327-75009CF8A571}"/>
                    </a:ext>
                  </a:extLst>
                </p:cNvPr>
                <p:cNvPicPr/>
                <p:nvPr/>
              </p:nvPicPr>
              <p:blipFill>
                <a:blip r:embed="rId193"/>
                <a:stretch>
                  <a:fillRect/>
                </a:stretch>
              </p:blipFill>
              <p:spPr>
                <a:xfrm>
                  <a:off x="10320944" y="819282"/>
                  <a:ext cx="428760" cy="221040"/>
                </a:xfrm>
                <a:prstGeom prst="rect">
                  <a:avLst/>
                </a:prstGeom>
              </p:spPr>
            </p:pic>
          </mc:Fallback>
        </mc:AlternateContent>
        <mc:AlternateContent xmlns:mc="http://schemas.openxmlformats.org/markup-compatibility/2006">
          <mc:Choice xmlns:p14="http://schemas.microsoft.com/office/powerpoint/2010/main" Requires="p14">
            <p:contentPart p14:bwMode="auto" r:id="rId194">
              <p14:nvContentPartPr>
                <p14:cNvPr id="32" name="Ink 31">
                  <a:extLst>
                    <a:ext uri="{FF2B5EF4-FFF2-40B4-BE49-F238E27FC236}">
                      <a16:creationId xmlns:a16="http://schemas.microsoft.com/office/drawing/2014/main" id="{B4996ACE-AD2F-852E-422D-1B28D3AB7FA2}"/>
                    </a:ext>
                  </a:extLst>
                </p14:cNvPr>
                <p14:cNvContentPartPr/>
                <p14:nvPr/>
              </p14:nvContentPartPr>
              <p14:xfrm>
                <a:off x="10727024" y="898842"/>
                <a:ext cx="567720" cy="380520"/>
              </p14:xfrm>
            </p:contentPart>
          </mc:Choice>
          <mc:Fallback>
            <p:pic>
              <p:nvPicPr>
                <p:cNvPr id="32" name="Ink 31">
                  <a:extLst>
                    <a:ext uri="{FF2B5EF4-FFF2-40B4-BE49-F238E27FC236}">
                      <a16:creationId xmlns:a16="http://schemas.microsoft.com/office/drawing/2014/main" id="{B4996ACE-AD2F-852E-422D-1B28D3AB7FA2}"/>
                    </a:ext>
                  </a:extLst>
                </p:cNvPr>
                <p:cNvPicPr/>
                <p:nvPr/>
              </p:nvPicPr>
              <p:blipFill>
                <a:blip r:embed="rId195"/>
                <a:stretch>
                  <a:fillRect/>
                </a:stretch>
              </p:blipFill>
              <p:spPr>
                <a:xfrm>
                  <a:off x="10718024" y="889842"/>
                  <a:ext cx="585360" cy="398160"/>
                </a:xfrm>
                <a:prstGeom prst="rect">
                  <a:avLst/>
                </a:prstGeom>
              </p:spPr>
            </p:pic>
          </mc:Fallback>
        </mc:AlternateContent>
        <mc:AlternateContent xmlns:mc="http://schemas.openxmlformats.org/markup-compatibility/2006">
          <mc:Choice xmlns:p14="http://schemas.microsoft.com/office/powerpoint/2010/main" Requires="p14">
            <p:contentPart p14:bwMode="auto" r:id="rId196">
              <p14:nvContentPartPr>
                <p14:cNvPr id="33" name="Ink 32">
                  <a:extLst>
                    <a:ext uri="{FF2B5EF4-FFF2-40B4-BE49-F238E27FC236}">
                      <a16:creationId xmlns:a16="http://schemas.microsoft.com/office/drawing/2014/main" id="{B76E0F39-8616-9023-5089-41D16C02E9A9}"/>
                    </a:ext>
                  </a:extLst>
                </p14:cNvPr>
                <p14:cNvContentPartPr/>
                <p14:nvPr/>
              </p14:nvContentPartPr>
              <p14:xfrm>
                <a:off x="10901624" y="977322"/>
                <a:ext cx="171000" cy="167760"/>
              </p14:xfrm>
            </p:contentPart>
          </mc:Choice>
          <mc:Fallback>
            <p:pic>
              <p:nvPicPr>
                <p:cNvPr id="33" name="Ink 32">
                  <a:extLst>
                    <a:ext uri="{FF2B5EF4-FFF2-40B4-BE49-F238E27FC236}">
                      <a16:creationId xmlns:a16="http://schemas.microsoft.com/office/drawing/2014/main" id="{B76E0F39-8616-9023-5089-41D16C02E9A9}"/>
                    </a:ext>
                  </a:extLst>
                </p:cNvPr>
                <p:cNvPicPr/>
                <p:nvPr/>
              </p:nvPicPr>
              <p:blipFill>
                <a:blip r:embed="rId197"/>
                <a:stretch>
                  <a:fillRect/>
                </a:stretch>
              </p:blipFill>
              <p:spPr>
                <a:xfrm>
                  <a:off x="10892624" y="968682"/>
                  <a:ext cx="188640" cy="185400"/>
                </a:xfrm>
                <a:prstGeom prst="rect">
                  <a:avLst/>
                </a:prstGeom>
              </p:spPr>
            </p:pic>
          </mc:Fallback>
        </mc:AlternateContent>
        <mc:AlternateContent xmlns:mc="http://schemas.openxmlformats.org/markup-compatibility/2006">
          <mc:Choice xmlns:p14="http://schemas.microsoft.com/office/powerpoint/2010/main" Requires="p14">
            <p:contentPart p14:bwMode="auto" r:id="rId198">
              <p14:nvContentPartPr>
                <p14:cNvPr id="34" name="Ink 33">
                  <a:extLst>
                    <a:ext uri="{FF2B5EF4-FFF2-40B4-BE49-F238E27FC236}">
                      <a16:creationId xmlns:a16="http://schemas.microsoft.com/office/drawing/2014/main" id="{8DAF71D5-0697-B4C8-FEDC-A2032DC37FF3}"/>
                    </a:ext>
                  </a:extLst>
                </p14:cNvPr>
                <p14:cNvContentPartPr/>
                <p14:nvPr/>
              </p14:nvContentPartPr>
              <p14:xfrm>
                <a:off x="11051024" y="999282"/>
                <a:ext cx="95040" cy="182160"/>
              </p14:xfrm>
            </p:contentPart>
          </mc:Choice>
          <mc:Fallback>
            <p:pic>
              <p:nvPicPr>
                <p:cNvPr id="34" name="Ink 33">
                  <a:extLst>
                    <a:ext uri="{FF2B5EF4-FFF2-40B4-BE49-F238E27FC236}">
                      <a16:creationId xmlns:a16="http://schemas.microsoft.com/office/drawing/2014/main" id="{8DAF71D5-0697-B4C8-FEDC-A2032DC37FF3}"/>
                    </a:ext>
                  </a:extLst>
                </p:cNvPr>
                <p:cNvPicPr/>
                <p:nvPr/>
              </p:nvPicPr>
              <p:blipFill>
                <a:blip r:embed="rId199"/>
                <a:stretch>
                  <a:fillRect/>
                </a:stretch>
              </p:blipFill>
              <p:spPr>
                <a:xfrm>
                  <a:off x="11042024" y="990282"/>
                  <a:ext cx="112680" cy="199800"/>
                </a:xfrm>
                <a:prstGeom prst="rect">
                  <a:avLst/>
                </a:prstGeom>
              </p:spPr>
            </p:pic>
          </mc:Fallback>
        </mc:AlternateContent>
        <mc:AlternateContent xmlns:mc="http://schemas.openxmlformats.org/markup-compatibility/2006">
          <mc:Choice xmlns:p14="http://schemas.microsoft.com/office/powerpoint/2010/main" Requires="p14">
            <p:contentPart p14:bwMode="auto" r:id="rId200">
              <p14:nvContentPartPr>
                <p14:cNvPr id="127" name="Ink 126">
                  <a:extLst>
                    <a:ext uri="{FF2B5EF4-FFF2-40B4-BE49-F238E27FC236}">
                      <a16:creationId xmlns:a16="http://schemas.microsoft.com/office/drawing/2014/main" id="{13433092-567A-C4DD-C22E-872F596D15A1}"/>
                    </a:ext>
                  </a:extLst>
                </p14:cNvPr>
                <p14:cNvContentPartPr/>
                <p14:nvPr/>
              </p14:nvContentPartPr>
              <p14:xfrm>
                <a:off x="10040504" y="149682"/>
                <a:ext cx="62280" cy="147240"/>
              </p14:xfrm>
            </p:contentPart>
          </mc:Choice>
          <mc:Fallback>
            <p:pic>
              <p:nvPicPr>
                <p:cNvPr id="127" name="Ink 126">
                  <a:extLst>
                    <a:ext uri="{FF2B5EF4-FFF2-40B4-BE49-F238E27FC236}">
                      <a16:creationId xmlns:a16="http://schemas.microsoft.com/office/drawing/2014/main" id="{13433092-567A-C4DD-C22E-872F596D15A1}"/>
                    </a:ext>
                  </a:extLst>
                </p:cNvPr>
                <p:cNvPicPr/>
                <p:nvPr/>
              </p:nvPicPr>
              <p:blipFill>
                <a:blip r:embed="rId201"/>
                <a:stretch>
                  <a:fillRect/>
                </a:stretch>
              </p:blipFill>
              <p:spPr>
                <a:xfrm>
                  <a:off x="10031864" y="140682"/>
                  <a:ext cx="79920" cy="164880"/>
                </a:xfrm>
                <a:prstGeom prst="rect">
                  <a:avLst/>
                </a:prstGeom>
              </p:spPr>
            </p:pic>
          </mc:Fallback>
        </mc:AlternateContent>
        <mc:AlternateContent xmlns:mc="http://schemas.openxmlformats.org/markup-compatibility/2006">
          <mc:Choice xmlns:p14="http://schemas.microsoft.com/office/powerpoint/2010/main" Requires="p14">
            <p:contentPart p14:bwMode="auto" r:id="rId202">
              <p14:nvContentPartPr>
                <p14:cNvPr id="128" name="Ink 127">
                  <a:extLst>
                    <a:ext uri="{FF2B5EF4-FFF2-40B4-BE49-F238E27FC236}">
                      <a16:creationId xmlns:a16="http://schemas.microsoft.com/office/drawing/2014/main" id="{154124D4-A0DC-FB9D-B5EB-17E5E7D98C72}"/>
                    </a:ext>
                  </a:extLst>
                </p14:cNvPr>
                <p14:cNvContentPartPr/>
                <p14:nvPr/>
              </p14:nvContentPartPr>
              <p14:xfrm>
                <a:off x="10175864" y="178842"/>
                <a:ext cx="72720" cy="91080"/>
              </p14:xfrm>
            </p:contentPart>
          </mc:Choice>
          <mc:Fallback>
            <p:pic>
              <p:nvPicPr>
                <p:cNvPr id="128" name="Ink 127">
                  <a:extLst>
                    <a:ext uri="{FF2B5EF4-FFF2-40B4-BE49-F238E27FC236}">
                      <a16:creationId xmlns:a16="http://schemas.microsoft.com/office/drawing/2014/main" id="{154124D4-A0DC-FB9D-B5EB-17E5E7D98C72}"/>
                    </a:ext>
                  </a:extLst>
                </p:cNvPr>
                <p:cNvPicPr/>
                <p:nvPr/>
              </p:nvPicPr>
              <p:blipFill>
                <a:blip r:embed="rId203"/>
                <a:stretch>
                  <a:fillRect/>
                </a:stretch>
              </p:blipFill>
              <p:spPr>
                <a:xfrm>
                  <a:off x="10167224" y="169842"/>
                  <a:ext cx="90360" cy="108720"/>
                </a:xfrm>
                <a:prstGeom prst="rect">
                  <a:avLst/>
                </a:prstGeom>
              </p:spPr>
            </p:pic>
          </mc:Fallback>
        </mc:AlternateContent>
        <mc:AlternateContent xmlns:mc="http://schemas.openxmlformats.org/markup-compatibility/2006">
          <mc:Choice xmlns:p14="http://schemas.microsoft.com/office/powerpoint/2010/main" Requires="p14">
            <p:contentPart p14:bwMode="auto" r:id="rId204">
              <p14:nvContentPartPr>
                <p14:cNvPr id="129" name="Ink 128">
                  <a:extLst>
                    <a:ext uri="{FF2B5EF4-FFF2-40B4-BE49-F238E27FC236}">
                      <a16:creationId xmlns:a16="http://schemas.microsoft.com/office/drawing/2014/main" id="{9075415C-615C-33A5-F6F2-C4E0E578DF4E}"/>
                    </a:ext>
                  </a:extLst>
                </p14:cNvPr>
                <p14:cNvContentPartPr/>
                <p14:nvPr/>
              </p14:nvContentPartPr>
              <p14:xfrm>
                <a:off x="9978224" y="134562"/>
                <a:ext cx="47520" cy="153360"/>
              </p14:xfrm>
            </p:contentPart>
          </mc:Choice>
          <mc:Fallback>
            <p:pic>
              <p:nvPicPr>
                <p:cNvPr id="129" name="Ink 128">
                  <a:extLst>
                    <a:ext uri="{FF2B5EF4-FFF2-40B4-BE49-F238E27FC236}">
                      <a16:creationId xmlns:a16="http://schemas.microsoft.com/office/drawing/2014/main" id="{9075415C-615C-33A5-F6F2-C4E0E578DF4E}"/>
                    </a:ext>
                  </a:extLst>
                </p:cNvPr>
                <p:cNvPicPr/>
                <p:nvPr/>
              </p:nvPicPr>
              <p:blipFill>
                <a:blip r:embed="rId205"/>
                <a:stretch>
                  <a:fillRect/>
                </a:stretch>
              </p:blipFill>
              <p:spPr>
                <a:xfrm>
                  <a:off x="9969584" y="125922"/>
                  <a:ext cx="65160" cy="171000"/>
                </a:xfrm>
                <a:prstGeom prst="rect">
                  <a:avLst/>
                </a:prstGeom>
              </p:spPr>
            </p:pic>
          </mc:Fallback>
        </mc:AlternateContent>
        <mc:AlternateContent xmlns:mc="http://schemas.openxmlformats.org/markup-compatibility/2006">
          <mc:Choice xmlns:p14="http://schemas.microsoft.com/office/powerpoint/2010/main" Requires="p14">
            <p:contentPart p14:bwMode="auto" r:id="rId206">
              <p14:nvContentPartPr>
                <p14:cNvPr id="130" name="Ink 129">
                  <a:extLst>
                    <a:ext uri="{FF2B5EF4-FFF2-40B4-BE49-F238E27FC236}">
                      <a16:creationId xmlns:a16="http://schemas.microsoft.com/office/drawing/2014/main" id="{92E2F112-D9DF-D77C-8DAB-7886CA6233CE}"/>
                    </a:ext>
                  </a:extLst>
                </p14:cNvPr>
                <p14:cNvContentPartPr/>
                <p14:nvPr/>
              </p14:nvContentPartPr>
              <p14:xfrm>
                <a:off x="10323464" y="169122"/>
                <a:ext cx="16920" cy="117720"/>
              </p14:xfrm>
            </p:contentPart>
          </mc:Choice>
          <mc:Fallback>
            <p:pic>
              <p:nvPicPr>
                <p:cNvPr id="130" name="Ink 129">
                  <a:extLst>
                    <a:ext uri="{FF2B5EF4-FFF2-40B4-BE49-F238E27FC236}">
                      <a16:creationId xmlns:a16="http://schemas.microsoft.com/office/drawing/2014/main" id="{92E2F112-D9DF-D77C-8DAB-7886CA6233CE}"/>
                    </a:ext>
                  </a:extLst>
                </p:cNvPr>
                <p:cNvPicPr/>
                <p:nvPr/>
              </p:nvPicPr>
              <p:blipFill>
                <a:blip r:embed="rId207"/>
                <a:stretch>
                  <a:fillRect/>
                </a:stretch>
              </p:blipFill>
              <p:spPr>
                <a:xfrm>
                  <a:off x="10314464" y="160482"/>
                  <a:ext cx="34560" cy="135360"/>
                </a:xfrm>
                <a:prstGeom prst="rect">
                  <a:avLst/>
                </a:prstGeom>
              </p:spPr>
            </p:pic>
          </mc:Fallback>
        </mc:AlternateContent>
        <mc:AlternateContent xmlns:mc="http://schemas.openxmlformats.org/markup-compatibility/2006">
          <mc:Choice xmlns:p14="http://schemas.microsoft.com/office/powerpoint/2010/main" Requires="p14">
            <p:contentPart p14:bwMode="auto" r:id="rId208">
              <p14:nvContentPartPr>
                <p14:cNvPr id="132" name="Ink 131">
                  <a:extLst>
                    <a:ext uri="{FF2B5EF4-FFF2-40B4-BE49-F238E27FC236}">
                      <a16:creationId xmlns:a16="http://schemas.microsoft.com/office/drawing/2014/main" id="{D16D7E1B-D360-BD2D-785C-B68928CEDFCB}"/>
                    </a:ext>
                  </a:extLst>
                </p14:cNvPr>
                <p14:cNvContentPartPr/>
                <p14:nvPr/>
              </p14:nvContentPartPr>
              <p14:xfrm>
                <a:off x="4664624" y="3434322"/>
                <a:ext cx="30240" cy="49320"/>
              </p14:xfrm>
            </p:contentPart>
          </mc:Choice>
          <mc:Fallback>
            <p:pic>
              <p:nvPicPr>
                <p:cNvPr id="132" name="Ink 131">
                  <a:extLst>
                    <a:ext uri="{FF2B5EF4-FFF2-40B4-BE49-F238E27FC236}">
                      <a16:creationId xmlns:a16="http://schemas.microsoft.com/office/drawing/2014/main" id="{D16D7E1B-D360-BD2D-785C-B68928CEDFCB}"/>
                    </a:ext>
                  </a:extLst>
                </p:cNvPr>
                <p:cNvPicPr/>
                <p:nvPr/>
              </p:nvPicPr>
              <p:blipFill>
                <a:blip r:embed="rId209"/>
                <a:stretch>
                  <a:fillRect/>
                </a:stretch>
              </p:blipFill>
              <p:spPr>
                <a:xfrm>
                  <a:off x="4655624" y="3425682"/>
                  <a:ext cx="47880" cy="66960"/>
                </a:xfrm>
                <a:prstGeom prst="rect">
                  <a:avLst/>
                </a:prstGeom>
              </p:spPr>
            </p:pic>
          </mc:Fallback>
        </mc:AlternateContent>
        <mc:AlternateContent xmlns:mc="http://schemas.openxmlformats.org/markup-compatibility/2006">
          <mc:Choice xmlns:p14="http://schemas.microsoft.com/office/powerpoint/2010/main" Requires="p14">
            <p:contentPart p14:bwMode="auto" r:id="rId210">
              <p14:nvContentPartPr>
                <p14:cNvPr id="133" name="Ink 132">
                  <a:extLst>
                    <a:ext uri="{FF2B5EF4-FFF2-40B4-BE49-F238E27FC236}">
                      <a16:creationId xmlns:a16="http://schemas.microsoft.com/office/drawing/2014/main" id="{BA236B46-C866-F3D6-C573-75214AA3100E}"/>
                    </a:ext>
                  </a:extLst>
                </p14:cNvPr>
                <p14:cNvContentPartPr/>
                <p14:nvPr/>
              </p14:nvContentPartPr>
              <p14:xfrm>
                <a:off x="4718624" y="3425322"/>
                <a:ext cx="65880" cy="135000"/>
              </p14:xfrm>
            </p:contentPart>
          </mc:Choice>
          <mc:Fallback>
            <p:pic>
              <p:nvPicPr>
                <p:cNvPr id="133" name="Ink 132">
                  <a:extLst>
                    <a:ext uri="{FF2B5EF4-FFF2-40B4-BE49-F238E27FC236}">
                      <a16:creationId xmlns:a16="http://schemas.microsoft.com/office/drawing/2014/main" id="{BA236B46-C866-F3D6-C573-75214AA3100E}"/>
                    </a:ext>
                  </a:extLst>
                </p:cNvPr>
                <p:cNvPicPr/>
                <p:nvPr/>
              </p:nvPicPr>
              <p:blipFill>
                <a:blip r:embed="rId211"/>
                <a:stretch>
                  <a:fillRect/>
                </a:stretch>
              </p:blipFill>
              <p:spPr>
                <a:xfrm>
                  <a:off x="4709624" y="3416682"/>
                  <a:ext cx="83520" cy="152640"/>
                </a:xfrm>
                <a:prstGeom prst="rect">
                  <a:avLst/>
                </a:prstGeom>
              </p:spPr>
            </p:pic>
          </mc:Fallback>
        </mc:AlternateContent>
        <mc:AlternateContent xmlns:mc="http://schemas.openxmlformats.org/markup-compatibility/2006">
          <mc:Choice xmlns:p14="http://schemas.microsoft.com/office/powerpoint/2010/main" Requires="p14">
            <p:contentPart p14:bwMode="auto" r:id="rId212">
              <p14:nvContentPartPr>
                <p14:cNvPr id="134" name="Ink 133">
                  <a:extLst>
                    <a:ext uri="{FF2B5EF4-FFF2-40B4-BE49-F238E27FC236}">
                      <a16:creationId xmlns:a16="http://schemas.microsoft.com/office/drawing/2014/main" id="{3117FF02-6E78-36D8-B796-2997A9AC91E2}"/>
                    </a:ext>
                  </a:extLst>
                </p14:cNvPr>
                <p14:cNvContentPartPr/>
                <p14:nvPr/>
              </p14:nvContentPartPr>
              <p14:xfrm>
                <a:off x="4823384" y="3529362"/>
                <a:ext cx="41400" cy="43560"/>
              </p14:xfrm>
            </p:contentPart>
          </mc:Choice>
          <mc:Fallback>
            <p:pic>
              <p:nvPicPr>
                <p:cNvPr id="134" name="Ink 133">
                  <a:extLst>
                    <a:ext uri="{FF2B5EF4-FFF2-40B4-BE49-F238E27FC236}">
                      <a16:creationId xmlns:a16="http://schemas.microsoft.com/office/drawing/2014/main" id="{3117FF02-6E78-36D8-B796-2997A9AC91E2}"/>
                    </a:ext>
                  </a:extLst>
                </p:cNvPr>
                <p:cNvPicPr/>
                <p:nvPr/>
              </p:nvPicPr>
              <p:blipFill>
                <a:blip r:embed="rId213"/>
                <a:stretch>
                  <a:fillRect/>
                </a:stretch>
              </p:blipFill>
              <p:spPr>
                <a:xfrm>
                  <a:off x="4814744" y="3520362"/>
                  <a:ext cx="59040" cy="61200"/>
                </a:xfrm>
                <a:prstGeom prst="rect">
                  <a:avLst/>
                </a:prstGeom>
              </p:spPr>
            </p:pic>
          </mc:Fallback>
        </mc:AlternateContent>
        <mc:AlternateContent xmlns:mc="http://schemas.openxmlformats.org/markup-compatibility/2006">
          <mc:Choice xmlns:p14="http://schemas.microsoft.com/office/powerpoint/2010/main" Requires="p14">
            <p:contentPart p14:bwMode="auto" r:id="rId214">
              <p14:nvContentPartPr>
                <p14:cNvPr id="135" name="Ink 134">
                  <a:extLst>
                    <a:ext uri="{FF2B5EF4-FFF2-40B4-BE49-F238E27FC236}">
                      <a16:creationId xmlns:a16="http://schemas.microsoft.com/office/drawing/2014/main" id="{DA16140A-EA14-1A63-16A2-B17D7BF20B42}"/>
                    </a:ext>
                  </a:extLst>
                </p14:cNvPr>
                <p14:cNvContentPartPr/>
                <p14:nvPr/>
              </p14:nvContentPartPr>
              <p14:xfrm>
                <a:off x="4957664" y="3467082"/>
                <a:ext cx="129960" cy="132120"/>
              </p14:xfrm>
            </p:contentPart>
          </mc:Choice>
          <mc:Fallback>
            <p:pic>
              <p:nvPicPr>
                <p:cNvPr id="135" name="Ink 134">
                  <a:extLst>
                    <a:ext uri="{FF2B5EF4-FFF2-40B4-BE49-F238E27FC236}">
                      <a16:creationId xmlns:a16="http://schemas.microsoft.com/office/drawing/2014/main" id="{DA16140A-EA14-1A63-16A2-B17D7BF20B42}"/>
                    </a:ext>
                  </a:extLst>
                </p:cNvPr>
                <p:cNvPicPr/>
                <p:nvPr/>
              </p:nvPicPr>
              <p:blipFill>
                <a:blip r:embed="rId215"/>
                <a:stretch>
                  <a:fillRect/>
                </a:stretch>
              </p:blipFill>
              <p:spPr>
                <a:xfrm>
                  <a:off x="4948664" y="3458442"/>
                  <a:ext cx="147600" cy="149760"/>
                </a:xfrm>
                <a:prstGeom prst="rect">
                  <a:avLst/>
                </a:prstGeom>
              </p:spPr>
            </p:pic>
          </mc:Fallback>
        </mc:AlternateContent>
        <mc:AlternateContent xmlns:mc="http://schemas.openxmlformats.org/markup-compatibility/2006">
          <mc:Choice xmlns:p14="http://schemas.microsoft.com/office/powerpoint/2010/main" Requires="p14">
            <p:contentPart p14:bwMode="auto" r:id="rId216">
              <p14:nvContentPartPr>
                <p14:cNvPr id="136" name="Ink 135">
                  <a:extLst>
                    <a:ext uri="{FF2B5EF4-FFF2-40B4-BE49-F238E27FC236}">
                      <a16:creationId xmlns:a16="http://schemas.microsoft.com/office/drawing/2014/main" id="{223C10D7-E9C9-8A8B-BBA0-A3ED534EFA32}"/>
                    </a:ext>
                  </a:extLst>
                </p14:cNvPr>
                <p14:cNvContentPartPr/>
                <p14:nvPr/>
              </p14:nvContentPartPr>
              <p14:xfrm>
                <a:off x="5191664" y="3491922"/>
                <a:ext cx="22320" cy="78840"/>
              </p14:xfrm>
            </p:contentPart>
          </mc:Choice>
          <mc:Fallback>
            <p:pic>
              <p:nvPicPr>
                <p:cNvPr id="136" name="Ink 135">
                  <a:extLst>
                    <a:ext uri="{FF2B5EF4-FFF2-40B4-BE49-F238E27FC236}">
                      <a16:creationId xmlns:a16="http://schemas.microsoft.com/office/drawing/2014/main" id="{223C10D7-E9C9-8A8B-BBA0-A3ED534EFA32}"/>
                    </a:ext>
                  </a:extLst>
                </p:cNvPr>
                <p:cNvPicPr/>
                <p:nvPr/>
              </p:nvPicPr>
              <p:blipFill>
                <a:blip r:embed="rId217"/>
                <a:stretch>
                  <a:fillRect/>
                </a:stretch>
              </p:blipFill>
              <p:spPr>
                <a:xfrm>
                  <a:off x="5183024" y="3483282"/>
                  <a:ext cx="39960" cy="96480"/>
                </a:xfrm>
                <a:prstGeom prst="rect">
                  <a:avLst/>
                </a:prstGeom>
              </p:spPr>
            </p:pic>
          </mc:Fallback>
        </mc:AlternateContent>
        <mc:AlternateContent xmlns:mc="http://schemas.openxmlformats.org/markup-compatibility/2006">
          <mc:Choice xmlns:p14="http://schemas.microsoft.com/office/powerpoint/2010/main" Requires="p14">
            <p:contentPart p14:bwMode="auto" r:id="rId218">
              <p14:nvContentPartPr>
                <p14:cNvPr id="137" name="Ink 136">
                  <a:extLst>
                    <a:ext uri="{FF2B5EF4-FFF2-40B4-BE49-F238E27FC236}">
                      <a16:creationId xmlns:a16="http://schemas.microsoft.com/office/drawing/2014/main" id="{D779880D-BB66-BD5B-4B4D-E064A298DF77}"/>
                    </a:ext>
                  </a:extLst>
                </p14:cNvPr>
                <p14:cNvContentPartPr/>
                <p14:nvPr/>
              </p14:nvContentPartPr>
              <p14:xfrm>
                <a:off x="5227664" y="3422442"/>
                <a:ext cx="360" cy="10080"/>
              </p14:xfrm>
            </p:contentPart>
          </mc:Choice>
          <mc:Fallback>
            <p:pic>
              <p:nvPicPr>
                <p:cNvPr id="137" name="Ink 136">
                  <a:extLst>
                    <a:ext uri="{FF2B5EF4-FFF2-40B4-BE49-F238E27FC236}">
                      <a16:creationId xmlns:a16="http://schemas.microsoft.com/office/drawing/2014/main" id="{D779880D-BB66-BD5B-4B4D-E064A298DF77}"/>
                    </a:ext>
                  </a:extLst>
                </p:cNvPr>
                <p:cNvPicPr/>
                <p:nvPr/>
              </p:nvPicPr>
              <p:blipFill>
                <a:blip r:embed="rId219"/>
                <a:stretch>
                  <a:fillRect/>
                </a:stretch>
              </p:blipFill>
              <p:spPr>
                <a:xfrm>
                  <a:off x="5218664" y="3413802"/>
                  <a:ext cx="18000" cy="27720"/>
                </a:xfrm>
                <a:prstGeom prst="rect">
                  <a:avLst/>
                </a:prstGeom>
              </p:spPr>
            </p:pic>
          </mc:Fallback>
        </mc:AlternateContent>
        <mc:AlternateContent xmlns:mc="http://schemas.openxmlformats.org/markup-compatibility/2006">
          <mc:Choice xmlns:p14="http://schemas.microsoft.com/office/powerpoint/2010/main" Requires="p14">
            <p:contentPart p14:bwMode="auto" r:id="rId220">
              <p14:nvContentPartPr>
                <p14:cNvPr id="138" name="Ink 137">
                  <a:extLst>
                    <a:ext uri="{FF2B5EF4-FFF2-40B4-BE49-F238E27FC236}">
                      <a16:creationId xmlns:a16="http://schemas.microsoft.com/office/drawing/2014/main" id="{6E34D3EA-650E-6DCC-F4EE-C4DC1C8637B7}"/>
                    </a:ext>
                  </a:extLst>
                </p14:cNvPr>
                <p14:cNvContentPartPr/>
                <p14:nvPr/>
              </p14:nvContentPartPr>
              <p14:xfrm>
                <a:off x="5334944" y="3414162"/>
                <a:ext cx="180360" cy="197640"/>
              </p14:xfrm>
            </p:contentPart>
          </mc:Choice>
          <mc:Fallback>
            <p:pic>
              <p:nvPicPr>
                <p:cNvPr id="138" name="Ink 137">
                  <a:extLst>
                    <a:ext uri="{FF2B5EF4-FFF2-40B4-BE49-F238E27FC236}">
                      <a16:creationId xmlns:a16="http://schemas.microsoft.com/office/drawing/2014/main" id="{6E34D3EA-650E-6DCC-F4EE-C4DC1C8637B7}"/>
                    </a:ext>
                  </a:extLst>
                </p:cNvPr>
                <p:cNvPicPr/>
                <p:nvPr/>
              </p:nvPicPr>
              <p:blipFill>
                <a:blip r:embed="rId221"/>
                <a:stretch>
                  <a:fillRect/>
                </a:stretch>
              </p:blipFill>
              <p:spPr>
                <a:xfrm>
                  <a:off x="5325944" y="3405162"/>
                  <a:ext cx="198000" cy="215280"/>
                </a:xfrm>
                <a:prstGeom prst="rect">
                  <a:avLst/>
                </a:prstGeom>
              </p:spPr>
            </p:pic>
          </mc:Fallback>
        </mc:AlternateContent>
        <mc:AlternateContent xmlns:mc="http://schemas.openxmlformats.org/markup-compatibility/2006">
          <mc:Choice xmlns:p14="http://schemas.microsoft.com/office/powerpoint/2010/main" Requires="p14">
            <p:contentPart p14:bwMode="auto" r:id="rId222">
              <p14:nvContentPartPr>
                <p14:cNvPr id="140" name="Ink 139">
                  <a:extLst>
                    <a:ext uri="{FF2B5EF4-FFF2-40B4-BE49-F238E27FC236}">
                      <a16:creationId xmlns:a16="http://schemas.microsoft.com/office/drawing/2014/main" id="{EBFB032D-D0ED-CAEB-B10B-159CF5736BE7}"/>
                    </a:ext>
                  </a:extLst>
                </p14:cNvPr>
                <p14:cNvContentPartPr/>
                <p14:nvPr/>
              </p14:nvContentPartPr>
              <p14:xfrm>
                <a:off x="8031344" y="1453242"/>
                <a:ext cx="26280" cy="131040"/>
              </p14:xfrm>
            </p:contentPart>
          </mc:Choice>
          <mc:Fallback>
            <p:pic>
              <p:nvPicPr>
                <p:cNvPr id="140" name="Ink 139">
                  <a:extLst>
                    <a:ext uri="{FF2B5EF4-FFF2-40B4-BE49-F238E27FC236}">
                      <a16:creationId xmlns:a16="http://schemas.microsoft.com/office/drawing/2014/main" id="{EBFB032D-D0ED-CAEB-B10B-159CF5736BE7}"/>
                    </a:ext>
                  </a:extLst>
                </p:cNvPr>
                <p:cNvPicPr/>
                <p:nvPr/>
              </p:nvPicPr>
              <p:blipFill>
                <a:blip r:embed="rId223"/>
                <a:stretch>
                  <a:fillRect/>
                </a:stretch>
              </p:blipFill>
              <p:spPr>
                <a:xfrm>
                  <a:off x="8022344" y="1444602"/>
                  <a:ext cx="43920" cy="148680"/>
                </a:xfrm>
                <a:prstGeom prst="rect">
                  <a:avLst/>
                </a:prstGeom>
              </p:spPr>
            </p:pic>
          </mc:Fallback>
        </mc:AlternateContent>
        <mc:AlternateContent xmlns:mc="http://schemas.openxmlformats.org/markup-compatibility/2006">
          <mc:Choice xmlns:p14="http://schemas.microsoft.com/office/powerpoint/2010/main" Requires="p14">
            <p:contentPart p14:bwMode="auto" r:id="rId224">
              <p14:nvContentPartPr>
                <p14:cNvPr id="141" name="Ink 140">
                  <a:extLst>
                    <a:ext uri="{FF2B5EF4-FFF2-40B4-BE49-F238E27FC236}">
                      <a16:creationId xmlns:a16="http://schemas.microsoft.com/office/drawing/2014/main" id="{79A32A1E-893B-6C0A-D91F-95399C05FDBE}"/>
                    </a:ext>
                  </a:extLst>
                </p14:cNvPr>
                <p14:cNvContentPartPr/>
                <p14:nvPr/>
              </p14:nvContentPartPr>
              <p14:xfrm>
                <a:off x="8109464" y="1469802"/>
                <a:ext cx="114480" cy="114120"/>
              </p14:xfrm>
            </p:contentPart>
          </mc:Choice>
          <mc:Fallback>
            <p:pic>
              <p:nvPicPr>
                <p:cNvPr id="141" name="Ink 140">
                  <a:extLst>
                    <a:ext uri="{FF2B5EF4-FFF2-40B4-BE49-F238E27FC236}">
                      <a16:creationId xmlns:a16="http://schemas.microsoft.com/office/drawing/2014/main" id="{79A32A1E-893B-6C0A-D91F-95399C05FDBE}"/>
                    </a:ext>
                  </a:extLst>
                </p:cNvPr>
                <p:cNvPicPr/>
                <p:nvPr/>
              </p:nvPicPr>
              <p:blipFill>
                <a:blip r:embed="rId225"/>
                <a:stretch>
                  <a:fillRect/>
                </a:stretch>
              </p:blipFill>
              <p:spPr>
                <a:xfrm>
                  <a:off x="8100824" y="1461162"/>
                  <a:ext cx="132120" cy="131760"/>
                </a:xfrm>
                <a:prstGeom prst="rect">
                  <a:avLst/>
                </a:prstGeom>
              </p:spPr>
            </p:pic>
          </mc:Fallback>
        </mc:AlternateContent>
        <mc:AlternateContent xmlns:mc="http://schemas.openxmlformats.org/markup-compatibility/2006">
          <mc:Choice xmlns:p14="http://schemas.microsoft.com/office/powerpoint/2010/main" Requires="p14">
            <p:contentPart p14:bwMode="auto" r:id="rId226">
              <p14:nvContentPartPr>
                <p14:cNvPr id="142" name="Ink 141">
                  <a:extLst>
                    <a:ext uri="{FF2B5EF4-FFF2-40B4-BE49-F238E27FC236}">
                      <a16:creationId xmlns:a16="http://schemas.microsoft.com/office/drawing/2014/main" id="{E16CB671-3CE0-72A8-5AE6-25E1AB6A4513}"/>
                    </a:ext>
                  </a:extLst>
                </p14:cNvPr>
                <p14:cNvContentPartPr/>
                <p14:nvPr/>
              </p14:nvContentPartPr>
              <p14:xfrm>
                <a:off x="8116304" y="1709562"/>
                <a:ext cx="236880" cy="153000"/>
              </p14:xfrm>
            </p:contentPart>
          </mc:Choice>
          <mc:Fallback>
            <p:pic>
              <p:nvPicPr>
                <p:cNvPr id="142" name="Ink 141">
                  <a:extLst>
                    <a:ext uri="{FF2B5EF4-FFF2-40B4-BE49-F238E27FC236}">
                      <a16:creationId xmlns:a16="http://schemas.microsoft.com/office/drawing/2014/main" id="{E16CB671-3CE0-72A8-5AE6-25E1AB6A4513}"/>
                    </a:ext>
                  </a:extLst>
                </p:cNvPr>
                <p:cNvPicPr/>
                <p:nvPr/>
              </p:nvPicPr>
              <p:blipFill>
                <a:blip r:embed="rId227"/>
                <a:stretch>
                  <a:fillRect/>
                </a:stretch>
              </p:blipFill>
              <p:spPr>
                <a:xfrm>
                  <a:off x="8107664" y="1700562"/>
                  <a:ext cx="254520" cy="170640"/>
                </a:xfrm>
                <a:prstGeom prst="rect">
                  <a:avLst/>
                </a:prstGeom>
              </p:spPr>
            </p:pic>
          </mc:Fallback>
        </mc:AlternateContent>
        <mc:AlternateContent xmlns:mc="http://schemas.openxmlformats.org/markup-compatibility/2006">
          <mc:Choice xmlns:p14="http://schemas.microsoft.com/office/powerpoint/2010/main" Requires="p14">
            <p:contentPart p14:bwMode="auto" r:id="rId228">
              <p14:nvContentPartPr>
                <p14:cNvPr id="143" name="Ink 142">
                  <a:extLst>
                    <a:ext uri="{FF2B5EF4-FFF2-40B4-BE49-F238E27FC236}">
                      <a16:creationId xmlns:a16="http://schemas.microsoft.com/office/drawing/2014/main" id="{D30BED4D-8308-6767-D68E-6008613D57C7}"/>
                    </a:ext>
                  </a:extLst>
                </p14:cNvPr>
                <p14:cNvContentPartPr/>
                <p14:nvPr/>
              </p14:nvContentPartPr>
              <p14:xfrm>
                <a:off x="8407904" y="1789842"/>
                <a:ext cx="71640" cy="160920"/>
              </p14:xfrm>
            </p:contentPart>
          </mc:Choice>
          <mc:Fallback>
            <p:pic>
              <p:nvPicPr>
                <p:cNvPr id="143" name="Ink 142">
                  <a:extLst>
                    <a:ext uri="{FF2B5EF4-FFF2-40B4-BE49-F238E27FC236}">
                      <a16:creationId xmlns:a16="http://schemas.microsoft.com/office/drawing/2014/main" id="{D30BED4D-8308-6767-D68E-6008613D57C7}"/>
                    </a:ext>
                  </a:extLst>
                </p:cNvPr>
                <p:cNvPicPr/>
                <p:nvPr/>
              </p:nvPicPr>
              <p:blipFill>
                <a:blip r:embed="rId229"/>
                <a:stretch>
                  <a:fillRect/>
                </a:stretch>
              </p:blipFill>
              <p:spPr>
                <a:xfrm>
                  <a:off x="8399264" y="1780842"/>
                  <a:ext cx="89280" cy="178560"/>
                </a:xfrm>
                <a:prstGeom prst="rect">
                  <a:avLst/>
                </a:prstGeom>
              </p:spPr>
            </p:pic>
          </mc:Fallback>
        </mc:AlternateContent>
        <mc:AlternateContent xmlns:mc="http://schemas.openxmlformats.org/markup-compatibility/2006">
          <mc:Choice xmlns:p14="http://schemas.microsoft.com/office/powerpoint/2010/main" Requires="p14">
            <p:contentPart p14:bwMode="auto" r:id="rId230">
              <p14:nvContentPartPr>
                <p14:cNvPr id="144" name="Ink 143">
                  <a:extLst>
                    <a:ext uri="{FF2B5EF4-FFF2-40B4-BE49-F238E27FC236}">
                      <a16:creationId xmlns:a16="http://schemas.microsoft.com/office/drawing/2014/main" id="{E4EA565F-51A9-9A4D-09EA-8EC2AFAC04C5}"/>
                    </a:ext>
                  </a:extLst>
                </p14:cNvPr>
                <p14:cNvContentPartPr/>
                <p14:nvPr/>
              </p14:nvContentPartPr>
              <p14:xfrm>
                <a:off x="8388464" y="1762842"/>
                <a:ext cx="131040" cy="52920"/>
              </p14:xfrm>
            </p:contentPart>
          </mc:Choice>
          <mc:Fallback>
            <p:pic>
              <p:nvPicPr>
                <p:cNvPr id="144" name="Ink 143">
                  <a:extLst>
                    <a:ext uri="{FF2B5EF4-FFF2-40B4-BE49-F238E27FC236}">
                      <a16:creationId xmlns:a16="http://schemas.microsoft.com/office/drawing/2014/main" id="{E4EA565F-51A9-9A4D-09EA-8EC2AFAC04C5}"/>
                    </a:ext>
                  </a:extLst>
                </p:cNvPr>
                <p:cNvPicPr/>
                <p:nvPr/>
              </p:nvPicPr>
              <p:blipFill>
                <a:blip r:embed="rId231"/>
                <a:stretch>
                  <a:fillRect/>
                </a:stretch>
              </p:blipFill>
              <p:spPr>
                <a:xfrm>
                  <a:off x="8379464" y="1753842"/>
                  <a:ext cx="148680" cy="70560"/>
                </a:xfrm>
                <a:prstGeom prst="rect">
                  <a:avLst/>
                </a:prstGeom>
              </p:spPr>
            </p:pic>
          </mc:Fallback>
        </mc:AlternateContent>
        <mc:AlternateContent xmlns:mc="http://schemas.openxmlformats.org/markup-compatibility/2006">
          <mc:Choice xmlns:p14="http://schemas.microsoft.com/office/powerpoint/2010/main" Requires="p14">
            <p:contentPart p14:bwMode="auto" r:id="rId232">
              <p14:nvContentPartPr>
                <p14:cNvPr id="145" name="Ink 144">
                  <a:extLst>
                    <a:ext uri="{FF2B5EF4-FFF2-40B4-BE49-F238E27FC236}">
                      <a16:creationId xmlns:a16="http://schemas.microsoft.com/office/drawing/2014/main" id="{CC9D21F1-FCE8-9B4C-D196-98D5224F5D49}"/>
                    </a:ext>
                  </a:extLst>
                </p14:cNvPr>
                <p14:cNvContentPartPr/>
                <p14:nvPr/>
              </p14:nvContentPartPr>
              <p14:xfrm>
                <a:off x="8428784" y="2067042"/>
                <a:ext cx="202680" cy="120240"/>
              </p14:xfrm>
            </p:contentPart>
          </mc:Choice>
          <mc:Fallback>
            <p:pic>
              <p:nvPicPr>
                <p:cNvPr id="145" name="Ink 144">
                  <a:extLst>
                    <a:ext uri="{FF2B5EF4-FFF2-40B4-BE49-F238E27FC236}">
                      <a16:creationId xmlns:a16="http://schemas.microsoft.com/office/drawing/2014/main" id="{CC9D21F1-FCE8-9B4C-D196-98D5224F5D49}"/>
                    </a:ext>
                  </a:extLst>
                </p:cNvPr>
                <p:cNvPicPr/>
                <p:nvPr/>
              </p:nvPicPr>
              <p:blipFill>
                <a:blip r:embed="rId233"/>
                <a:stretch>
                  <a:fillRect/>
                </a:stretch>
              </p:blipFill>
              <p:spPr>
                <a:xfrm>
                  <a:off x="8419784" y="2058402"/>
                  <a:ext cx="220320" cy="137880"/>
                </a:xfrm>
                <a:prstGeom prst="rect">
                  <a:avLst/>
                </a:prstGeom>
              </p:spPr>
            </p:pic>
          </mc:Fallback>
        </mc:AlternateContent>
        <mc:AlternateContent xmlns:mc="http://schemas.openxmlformats.org/markup-compatibility/2006">
          <mc:Choice xmlns:p14="http://schemas.microsoft.com/office/powerpoint/2010/main" Requires="p14">
            <p:contentPart p14:bwMode="auto" r:id="rId234">
              <p14:nvContentPartPr>
                <p14:cNvPr id="148" name="Ink 147">
                  <a:extLst>
                    <a:ext uri="{FF2B5EF4-FFF2-40B4-BE49-F238E27FC236}">
                      <a16:creationId xmlns:a16="http://schemas.microsoft.com/office/drawing/2014/main" id="{3418EBD5-691C-C606-2038-3289631410D2}"/>
                    </a:ext>
                  </a:extLst>
                </p14:cNvPr>
                <p14:cNvContentPartPr/>
                <p14:nvPr/>
              </p14:nvContentPartPr>
              <p14:xfrm>
                <a:off x="8717504" y="2146242"/>
                <a:ext cx="151560" cy="93600"/>
              </p14:xfrm>
            </p:contentPart>
          </mc:Choice>
          <mc:Fallback>
            <p:pic>
              <p:nvPicPr>
                <p:cNvPr id="148" name="Ink 147">
                  <a:extLst>
                    <a:ext uri="{FF2B5EF4-FFF2-40B4-BE49-F238E27FC236}">
                      <a16:creationId xmlns:a16="http://schemas.microsoft.com/office/drawing/2014/main" id="{3418EBD5-691C-C606-2038-3289631410D2}"/>
                    </a:ext>
                  </a:extLst>
                </p:cNvPr>
                <p:cNvPicPr/>
                <p:nvPr/>
              </p:nvPicPr>
              <p:blipFill>
                <a:blip r:embed="rId235"/>
                <a:stretch>
                  <a:fillRect/>
                </a:stretch>
              </p:blipFill>
              <p:spPr>
                <a:xfrm>
                  <a:off x="8708504" y="2137242"/>
                  <a:ext cx="169200" cy="111240"/>
                </a:xfrm>
                <a:prstGeom prst="rect">
                  <a:avLst/>
                </a:prstGeom>
              </p:spPr>
            </p:pic>
          </mc:Fallback>
        </mc:AlternateContent>
        <mc:AlternateContent xmlns:mc="http://schemas.openxmlformats.org/markup-compatibility/2006">
          <mc:Choice xmlns:p14="http://schemas.microsoft.com/office/powerpoint/2010/main" Requires="p14">
            <p:contentPart p14:bwMode="auto" r:id="rId236">
              <p14:nvContentPartPr>
                <p14:cNvPr id="150" name="Ink 149">
                  <a:extLst>
                    <a:ext uri="{FF2B5EF4-FFF2-40B4-BE49-F238E27FC236}">
                      <a16:creationId xmlns:a16="http://schemas.microsoft.com/office/drawing/2014/main" id="{2CAA5537-7D05-CBDD-DFF0-27FCFD0569C3}"/>
                    </a:ext>
                  </a:extLst>
                </p14:cNvPr>
                <p14:cNvContentPartPr/>
                <p14:nvPr/>
              </p14:nvContentPartPr>
              <p14:xfrm>
                <a:off x="7521584" y="2135802"/>
                <a:ext cx="13320" cy="143640"/>
              </p14:xfrm>
            </p:contentPart>
          </mc:Choice>
          <mc:Fallback>
            <p:pic>
              <p:nvPicPr>
                <p:cNvPr id="150" name="Ink 149">
                  <a:extLst>
                    <a:ext uri="{FF2B5EF4-FFF2-40B4-BE49-F238E27FC236}">
                      <a16:creationId xmlns:a16="http://schemas.microsoft.com/office/drawing/2014/main" id="{2CAA5537-7D05-CBDD-DFF0-27FCFD0569C3}"/>
                    </a:ext>
                  </a:extLst>
                </p:cNvPr>
                <p:cNvPicPr/>
                <p:nvPr/>
              </p:nvPicPr>
              <p:blipFill>
                <a:blip r:embed="rId237"/>
                <a:stretch>
                  <a:fillRect/>
                </a:stretch>
              </p:blipFill>
              <p:spPr>
                <a:xfrm>
                  <a:off x="7512944" y="2126802"/>
                  <a:ext cx="30960" cy="161280"/>
                </a:xfrm>
                <a:prstGeom prst="rect">
                  <a:avLst/>
                </a:prstGeom>
              </p:spPr>
            </p:pic>
          </mc:Fallback>
        </mc:AlternateContent>
        <mc:AlternateContent xmlns:mc="http://schemas.openxmlformats.org/markup-compatibility/2006">
          <mc:Choice xmlns:p14="http://schemas.microsoft.com/office/powerpoint/2010/main" Requires="p14">
            <p:contentPart p14:bwMode="auto" r:id="rId238">
              <p14:nvContentPartPr>
                <p14:cNvPr id="151" name="Ink 150">
                  <a:extLst>
                    <a:ext uri="{FF2B5EF4-FFF2-40B4-BE49-F238E27FC236}">
                      <a16:creationId xmlns:a16="http://schemas.microsoft.com/office/drawing/2014/main" id="{BAFE463C-B500-42B2-DE4F-5D8D83FFD874}"/>
                    </a:ext>
                  </a:extLst>
                </p14:cNvPr>
                <p14:cNvContentPartPr/>
                <p14:nvPr/>
              </p14:nvContentPartPr>
              <p14:xfrm>
                <a:off x="7625984" y="2154522"/>
                <a:ext cx="61560" cy="116640"/>
              </p14:xfrm>
            </p:contentPart>
          </mc:Choice>
          <mc:Fallback>
            <p:pic>
              <p:nvPicPr>
                <p:cNvPr id="151" name="Ink 150">
                  <a:extLst>
                    <a:ext uri="{FF2B5EF4-FFF2-40B4-BE49-F238E27FC236}">
                      <a16:creationId xmlns:a16="http://schemas.microsoft.com/office/drawing/2014/main" id="{BAFE463C-B500-42B2-DE4F-5D8D83FFD874}"/>
                    </a:ext>
                  </a:extLst>
                </p:cNvPr>
                <p:cNvPicPr/>
                <p:nvPr/>
              </p:nvPicPr>
              <p:blipFill>
                <a:blip r:embed="rId239"/>
                <a:stretch>
                  <a:fillRect/>
                </a:stretch>
              </p:blipFill>
              <p:spPr>
                <a:xfrm>
                  <a:off x="7616984" y="2145882"/>
                  <a:ext cx="79200" cy="134280"/>
                </a:xfrm>
                <a:prstGeom prst="rect">
                  <a:avLst/>
                </a:prstGeom>
              </p:spPr>
            </p:pic>
          </mc:Fallback>
        </mc:AlternateContent>
        <mc:AlternateContent xmlns:mc="http://schemas.openxmlformats.org/markup-compatibility/2006">
          <mc:Choice xmlns:p14="http://schemas.microsoft.com/office/powerpoint/2010/main" Requires="p14">
            <p:contentPart p14:bwMode="auto" r:id="rId240">
              <p14:nvContentPartPr>
                <p14:cNvPr id="152" name="Ink 151">
                  <a:extLst>
                    <a:ext uri="{FF2B5EF4-FFF2-40B4-BE49-F238E27FC236}">
                      <a16:creationId xmlns:a16="http://schemas.microsoft.com/office/drawing/2014/main" id="{A9C18628-E076-0D93-E1C0-80CD72AAD9F2}"/>
                    </a:ext>
                  </a:extLst>
                </p14:cNvPr>
                <p14:cNvContentPartPr/>
                <p14:nvPr/>
              </p14:nvContentPartPr>
              <p14:xfrm>
                <a:off x="7632824" y="2199522"/>
                <a:ext cx="1440" cy="3960"/>
              </p14:xfrm>
            </p:contentPart>
          </mc:Choice>
          <mc:Fallback>
            <p:pic>
              <p:nvPicPr>
                <p:cNvPr id="152" name="Ink 151">
                  <a:extLst>
                    <a:ext uri="{FF2B5EF4-FFF2-40B4-BE49-F238E27FC236}">
                      <a16:creationId xmlns:a16="http://schemas.microsoft.com/office/drawing/2014/main" id="{A9C18628-E076-0D93-E1C0-80CD72AAD9F2}"/>
                    </a:ext>
                  </a:extLst>
                </p:cNvPr>
                <p:cNvPicPr/>
                <p:nvPr/>
              </p:nvPicPr>
              <p:blipFill>
                <a:blip r:embed="rId241"/>
                <a:stretch>
                  <a:fillRect/>
                </a:stretch>
              </p:blipFill>
              <p:spPr>
                <a:xfrm>
                  <a:off x="7624184" y="2190882"/>
                  <a:ext cx="19080" cy="21600"/>
                </a:xfrm>
                <a:prstGeom prst="rect">
                  <a:avLst/>
                </a:prstGeom>
              </p:spPr>
            </p:pic>
          </mc:Fallback>
        </mc:AlternateContent>
        <mc:AlternateContent xmlns:mc="http://schemas.openxmlformats.org/markup-compatibility/2006">
          <mc:Choice xmlns:p14="http://schemas.microsoft.com/office/powerpoint/2010/main" Requires="p14">
            <p:contentPart p14:bwMode="auto" r:id="rId242">
              <p14:nvContentPartPr>
                <p14:cNvPr id="153" name="Ink 152">
                  <a:extLst>
                    <a:ext uri="{FF2B5EF4-FFF2-40B4-BE49-F238E27FC236}">
                      <a16:creationId xmlns:a16="http://schemas.microsoft.com/office/drawing/2014/main" id="{F9CDCFD0-A68B-1634-5CB6-DA767A72461F}"/>
                    </a:ext>
                  </a:extLst>
                </p14:cNvPr>
                <p14:cNvContentPartPr/>
                <p14:nvPr/>
              </p14:nvContentPartPr>
              <p14:xfrm>
                <a:off x="7785464" y="2159202"/>
                <a:ext cx="41760" cy="118800"/>
              </p14:xfrm>
            </p:contentPart>
          </mc:Choice>
          <mc:Fallback>
            <p:pic>
              <p:nvPicPr>
                <p:cNvPr id="153" name="Ink 152">
                  <a:extLst>
                    <a:ext uri="{FF2B5EF4-FFF2-40B4-BE49-F238E27FC236}">
                      <a16:creationId xmlns:a16="http://schemas.microsoft.com/office/drawing/2014/main" id="{F9CDCFD0-A68B-1634-5CB6-DA767A72461F}"/>
                    </a:ext>
                  </a:extLst>
                </p:cNvPr>
                <p:cNvPicPr/>
                <p:nvPr/>
              </p:nvPicPr>
              <p:blipFill>
                <a:blip r:embed="rId243"/>
                <a:stretch>
                  <a:fillRect/>
                </a:stretch>
              </p:blipFill>
              <p:spPr>
                <a:xfrm>
                  <a:off x="7776824" y="2150202"/>
                  <a:ext cx="59400" cy="136440"/>
                </a:xfrm>
                <a:prstGeom prst="rect">
                  <a:avLst/>
                </a:prstGeom>
              </p:spPr>
            </p:pic>
          </mc:Fallback>
        </mc:AlternateContent>
        <mc:AlternateContent xmlns:mc="http://schemas.openxmlformats.org/markup-compatibility/2006">
          <mc:Choice xmlns:p14="http://schemas.microsoft.com/office/powerpoint/2010/main" Requires="p14">
            <p:contentPart p14:bwMode="auto" r:id="rId244">
              <p14:nvContentPartPr>
                <p14:cNvPr id="154" name="Ink 153">
                  <a:extLst>
                    <a:ext uri="{FF2B5EF4-FFF2-40B4-BE49-F238E27FC236}">
                      <a16:creationId xmlns:a16="http://schemas.microsoft.com/office/drawing/2014/main" id="{8AAB82F3-9F97-3456-469A-872C4E201D85}"/>
                    </a:ext>
                  </a:extLst>
                </p14:cNvPr>
                <p14:cNvContentPartPr/>
                <p14:nvPr/>
              </p14:nvContentPartPr>
              <p14:xfrm>
                <a:off x="7756304" y="2193042"/>
                <a:ext cx="42480" cy="63720"/>
              </p14:xfrm>
            </p:contentPart>
          </mc:Choice>
          <mc:Fallback>
            <p:pic>
              <p:nvPicPr>
                <p:cNvPr id="154" name="Ink 153">
                  <a:extLst>
                    <a:ext uri="{FF2B5EF4-FFF2-40B4-BE49-F238E27FC236}">
                      <a16:creationId xmlns:a16="http://schemas.microsoft.com/office/drawing/2014/main" id="{8AAB82F3-9F97-3456-469A-872C4E201D85}"/>
                    </a:ext>
                  </a:extLst>
                </p:cNvPr>
                <p:cNvPicPr/>
                <p:nvPr/>
              </p:nvPicPr>
              <p:blipFill>
                <a:blip r:embed="rId245"/>
                <a:stretch>
                  <a:fillRect/>
                </a:stretch>
              </p:blipFill>
              <p:spPr>
                <a:xfrm>
                  <a:off x="7747664" y="2184042"/>
                  <a:ext cx="60120" cy="81360"/>
                </a:xfrm>
                <a:prstGeom prst="rect">
                  <a:avLst/>
                </a:prstGeom>
              </p:spPr>
            </p:pic>
          </mc:Fallback>
        </mc:AlternateContent>
        <mc:AlternateContent xmlns:mc="http://schemas.openxmlformats.org/markup-compatibility/2006">
          <mc:Choice xmlns:p14="http://schemas.microsoft.com/office/powerpoint/2010/main" Requires="p14">
            <p:contentPart p14:bwMode="auto" r:id="rId246">
              <p14:nvContentPartPr>
                <p14:cNvPr id="155" name="Ink 154">
                  <a:extLst>
                    <a:ext uri="{FF2B5EF4-FFF2-40B4-BE49-F238E27FC236}">
                      <a16:creationId xmlns:a16="http://schemas.microsoft.com/office/drawing/2014/main" id="{176BEB96-5E52-CD95-ABF0-B09D6B263F2D}"/>
                    </a:ext>
                  </a:extLst>
                </p14:cNvPr>
                <p14:cNvContentPartPr/>
                <p14:nvPr/>
              </p14:nvContentPartPr>
              <p14:xfrm>
                <a:off x="7924424" y="2159202"/>
                <a:ext cx="30960" cy="144360"/>
              </p14:xfrm>
            </p:contentPart>
          </mc:Choice>
          <mc:Fallback>
            <p:pic>
              <p:nvPicPr>
                <p:cNvPr id="155" name="Ink 154">
                  <a:extLst>
                    <a:ext uri="{FF2B5EF4-FFF2-40B4-BE49-F238E27FC236}">
                      <a16:creationId xmlns:a16="http://schemas.microsoft.com/office/drawing/2014/main" id="{176BEB96-5E52-CD95-ABF0-B09D6B263F2D}"/>
                    </a:ext>
                  </a:extLst>
                </p:cNvPr>
                <p:cNvPicPr/>
                <p:nvPr/>
              </p:nvPicPr>
              <p:blipFill>
                <a:blip r:embed="rId247"/>
                <a:stretch>
                  <a:fillRect/>
                </a:stretch>
              </p:blipFill>
              <p:spPr>
                <a:xfrm>
                  <a:off x="7915784" y="2150202"/>
                  <a:ext cx="48600" cy="162000"/>
                </a:xfrm>
                <a:prstGeom prst="rect">
                  <a:avLst/>
                </a:prstGeom>
              </p:spPr>
            </p:pic>
          </mc:Fallback>
        </mc:AlternateContent>
        <mc:AlternateContent xmlns:mc="http://schemas.openxmlformats.org/markup-compatibility/2006">
          <mc:Choice xmlns:p14="http://schemas.microsoft.com/office/powerpoint/2010/main" Requires="p14">
            <p:contentPart p14:bwMode="auto" r:id="rId248">
              <p14:nvContentPartPr>
                <p14:cNvPr id="156" name="Ink 155">
                  <a:extLst>
                    <a:ext uri="{FF2B5EF4-FFF2-40B4-BE49-F238E27FC236}">
                      <a16:creationId xmlns:a16="http://schemas.microsoft.com/office/drawing/2014/main" id="{3F0805E2-AFFB-C763-F1F3-9E11E8E2AE8C}"/>
                    </a:ext>
                  </a:extLst>
                </p14:cNvPr>
                <p14:cNvContentPartPr/>
                <p14:nvPr/>
              </p14:nvContentPartPr>
              <p14:xfrm>
                <a:off x="7938104" y="2154162"/>
                <a:ext cx="69120" cy="39240"/>
              </p14:xfrm>
            </p:contentPart>
          </mc:Choice>
          <mc:Fallback>
            <p:pic>
              <p:nvPicPr>
                <p:cNvPr id="156" name="Ink 155">
                  <a:extLst>
                    <a:ext uri="{FF2B5EF4-FFF2-40B4-BE49-F238E27FC236}">
                      <a16:creationId xmlns:a16="http://schemas.microsoft.com/office/drawing/2014/main" id="{3F0805E2-AFFB-C763-F1F3-9E11E8E2AE8C}"/>
                    </a:ext>
                  </a:extLst>
                </p:cNvPr>
                <p:cNvPicPr/>
                <p:nvPr/>
              </p:nvPicPr>
              <p:blipFill>
                <a:blip r:embed="rId249"/>
                <a:stretch>
                  <a:fillRect/>
                </a:stretch>
              </p:blipFill>
              <p:spPr>
                <a:xfrm>
                  <a:off x="7929104" y="2145162"/>
                  <a:ext cx="86760" cy="56880"/>
                </a:xfrm>
                <a:prstGeom prst="rect">
                  <a:avLst/>
                </a:prstGeom>
              </p:spPr>
            </p:pic>
          </mc:Fallback>
        </mc:AlternateContent>
        <mc:AlternateContent xmlns:mc="http://schemas.openxmlformats.org/markup-compatibility/2006">
          <mc:Choice xmlns:p14="http://schemas.microsoft.com/office/powerpoint/2010/main" Requires="p14">
            <p:contentPart p14:bwMode="auto" r:id="rId250">
              <p14:nvContentPartPr>
                <p14:cNvPr id="157" name="Ink 156">
                  <a:extLst>
                    <a:ext uri="{FF2B5EF4-FFF2-40B4-BE49-F238E27FC236}">
                      <a16:creationId xmlns:a16="http://schemas.microsoft.com/office/drawing/2014/main" id="{A97133D6-2904-0841-AA78-B4C1BD406B33}"/>
                    </a:ext>
                  </a:extLst>
                </p14:cNvPr>
                <p14:cNvContentPartPr/>
                <p14:nvPr/>
              </p14:nvContentPartPr>
              <p14:xfrm>
                <a:off x="8086424" y="2191242"/>
                <a:ext cx="37800" cy="118440"/>
              </p14:xfrm>
            </p:contentPart>
          </mc:Choice>
          <mc:Fallback>
            <p:pic>
              <p:nvPicPr>
                <p:cNvPr id="157" name="Ink 156">
                  <a:extLst>
                    <a:ext uri="{FF2B5EF4-FFF2-40B4-BE49-F238E27FC236}">
                      <a16:creationId xmlns:a16="http://schemas.microsoft.com/office/drawing/2014/main" id="{A97133D6-2904-0841-AA78-B4C1BD406B33}"/>
                    </a:ext>
                  </a:extLst>
                </p:cNvPr>
                <p:cNvPicPr/>
                <p:nvPr/>
              </p:nvPicPr>
              <p:blipFill>
                <a:blip r:embed="rId251"/>
                <a:stretch>
                  <a:fillRect/>
                </a:stretch>
              </p:blipFill>
              <p:spPr>
                <a:xfrm>
                  <a:off x="8077424" y="2182242"/>
                  <a:ext cx="55440" cy="136080"/>
                </a:xfrm>
                <a:prstGeom prst="rect">
                  <a:avLst/>
                </a:prstGeom>
              </p:spPr>
            </p:pic>
          </mc:Fallback>
        </mc:AlternateContent>
        <mc:AlternateContent xmlns:mc="http://schemas.openxmlformats.org/markup-compatibility/2006">
          <mc:Choice xmlns:p14="http://schemas.microsoft.com/office/powerpoint/2010/main" Requires="p14">
            <p:contentPart p14:bwMode="auto" r:id="rId252">
              <p14:nvContentPartPr>
                <p14:cNvPr id="158" name="Ink 157">
                  <a:extLst>
                    <a:ext uri="{FF2B5EF4-FFF2-40B4-BE49-F238E27FC236}">
                      <a16:creationId xmlns:a16="http://schemas.microsoft.com/office/drawing/2014/main" id="{5E4F569C-3374-84D1-0AB4-8F75FA6ADAC7}"/>
                    </a:ext>
                  </a:extLst>
                </p14:cNvPr>
                <p14:cNvContentPartPr/>
                <p14:nvPr/>
              </p14:nvContentPartPr>
              <p14:xfrm>
                <a:off x="8064464" y="2207082"/>
                <a:ext cx="78840" cy="63000"/>
              </p14:xfrm>
            </p:contentPart>
          </mc:Choice>
          <mc:Fallback>
            <p:pic>
              <p:nvPicPr>
                <p:cNvPr id="158" name="Ink 157">
                  <a:extLst>
                    <a:ext uri="{FF2B5EF4-FFF2-40B4-BE49-F238E27FC236}">
                      <a16:creationId xmlns:a16="http://schemas.microsoft.com/office/drawing/2014/main" id="{5E4F569C-3374-84D1-0AB4-8F75FA6ADAC7}"/>
                    </a:ext>
                  </a:extLst>
                </p:cNvPr>
                <p:cNvPicPr/>
                <p:nvPr/>
              </p:nvPicPr>
              <p:blipFill>
                <a:blip r:embed="rId253"/>
                <a:stretch>
                  <a:fillRect/>
                </a:stretch>
              </p:blipFill>
              <p:spPr>
                <a:xfrm>
                  <a:off x="8055464" y="2198082"/>
                  <a:ext cx="96480" cy="80640"/>
                </a:xfrm>
                <a:prstGeom prst="rect">
                  <a:avLst/>
                </a:prstGeom>
              </p:spPr>
            </p:pic>
          </mc:Fallback>
        </mc:AlternateContent>
        <mc:AlternateContent xmlns:mc="http://schemas.openxmlformats.org/markup-compatibility/2006">
          <mc:Choice xmlns:p14="http://schemas.microsoft.com/office/powerpoint/2010/main" Requires="p14">
            <p:contentPart p14:bwMode="auto" r:id="rId254">
              <p14:nvContentPartPr>
                <p14:cNvPr id="159" name="Ink 158">
                  <a:extLst>
                    <a:ext uri="{FF2B5EF4-FFF2-40B4-BE49-F238E27FC236}">
                      <a16:creationId xmlns:a16="http://schemas.microsoft.com/office/drawing/2014/main" id="{B82F01D8-B6F1-EF35-CFC5-49178B910A64}"/>
                    </a:ext>
                  </a:extLst>
                </p14:cNvPr>
                <p14:cNvContentPartPr/>
                <p14:nvPr/>
              </p14:nvContentPartPr>
              <p14:xfrm>
                <a:off x="8189744" y="2212482"/>
                <a:ext cx="100800" cy="101520"/>
              </p14:xfrm>
            </p:contentPart>
          </mc:Choice>
          <mc:Fallback>
            <p:pic>
              <p:nvPicPr>
                <p:cNvPr id="159" name="Ink 158">
                  <a:extLst>
                    <a:ext uri="{FF2B5EF4-FFF2-40B4-BE49-F238E27FC236}">
                      <a16:creationId xmlns:a16="http://schemas.microsoft.com/office/drawing/2014/main" id="{B82F01D8-B6F1-EF35-CFC5-49178B910A64}"/>
                    </a:ext>
                  </a:extLst>
                </p:cNvPr>
                <p:cNvPicPr/>
                <p:nvPr/>
              </p:nvPicPr>
              <p:blipFill>
                <a:blip r:embed="rId255"/>
                <a:stretch>
                  <a:fillRect/>
                </a:stretch>
              </p:blipFill>
              <p:spPr>
                <a:xfrm>
                  <a:off x="8180744" y="2203482"/>
                  <a:ext cx="118440" cy="119160"/>
                </a:xfrm>
                <a:prstGeom prst="rect">
                  <a:avLst/>
                </a:prstGeom>
              </p:spPr>
            </p:pic>
          </mc:Fallback>
        </mc:AlternateContent>
        <mc:AlternateContent xmlns:mc="http://schemas.openxmlformats.org/markup-compatibility/2006">
          <mc:Choice xmlns:p14="http://schemas.microsoft.com/office/powerpoint/2010/main" Requires="p14">
            <p:contentPart p14:bwMode="auto" r:id="rId256">
              <p14:nvContentPartPr>
                <p14:cNvPr id="160" name="Ink 159">
                  <a:extLst>
                    <a:ext uri="{FF2B5EF4-FFF2-40B4-BE49-F238E27FC236}">
                      <a16:creationId xmlns:a16="http://schemas.microsoft.com/office/drawing/2014/main" id="{4E553858-B4F7-6D6C-E072-D8B5100FAD43}"/>
                    </a:ext>
                  </a:extLst>
                </p14:cNvPr>
                <p14:cNvContentPartPr/>
                <p14:nvPr/>
              </p14:nvContentPartPr>
              <p14:xfrm>
                <a:off x="7442744" y="2398242"/>
                <a:ext cx="1020240" cy="70920"/>
              </p14:xfrm>
            </p:contentPart>
          </mc:Choice>
          <mc:Fallback>
            <p:pic>
              <p:nvPicPr>
                <p:cNvPr id="160" name="Ink 159">
                  <a:extLst>
                    <a:ext uri="{FF2B5EF4-FFF2-40B4-BE49-F238E27FC236}">
                      <a16:creationId xmlns:a16="http://schemas.microsoft.com/office/drawing/2014/main" id="{4E553858-B4F7-6D6C-E072-D8B5100FAD43}"/>
                    </a:ext>
                  </a:extLst>
                </p:cNvPr>
                <p:cNvPicPr/>
                <p:nvPr/>
              </p:nvPicPr>
              <p:blipFill>
                <a:blip r:embed="rId257"/>
                <a:stretch>
                  <a:fillRect/>
                </a:stretch>
              </p:blipFill>
              <p:spPr>
                <a:xfrm>
                  <a:off x="7433744" y="2389602"/>
                  <a:ext cx="1037880" cy="88560"/>
                </a:xfrm>
                <a:prstGeom prst="rect">
                  <a:avLst/>
                </a:prstGeom>
              </p:spPr>
            </p:pic>
          </mc:Fallback>
        </mc:AlternateContent>
        <mc:AlternateContent xmlns:mc="http://schemas.openxmlformats.org/markup-compatibility/2006">
          <mc:Choice xmlns:p14="http://schemas.microsoft.com/office/powerpoint/2010/main" Requires="p14">
            <p:contentPart p14:bwMode="auto" r:id="rId258">
              <p14:nvContentPartPr>
                <p14:cNvPr id="162" name="Ink 161">
                  <a:extLst>
                    <a:ext uri="{FF2B5EF4-FFF2-40B4-BE49-F238E27FC236}">
                      <a16:creationId xmlns:a16="http://schemas.microsoft.com/office/drawing/2014/main" id="{2B233FAD-3625-6899-F3F3-5139620DD17F}"/>
                    </a:ext>
                  </a:extLst>
                </p14:cNvPr>
                <p14:cNvContentPartPr/>
                <p14:nvPr/>
              </p14:nvContentPartPr>
              <p14:xfrm>
                <a:off x="8329064" y="1696242"/>
                <a:ext cx="356760" cy="306000"/>
              </p14:xfrm>
            </p:contentPart>
          </mc:Choice>
          <mc:Fallback>
            <p:pic>
              <p:nvPicPr>
                <p:cNvPr id="162" name="Ink 161">
                  <a:extLst>
                    <a:ext uri="{FF2B5EF4-FFF2-40B4-BE49-F238E27FC236}">
                      <a16:creationId xmlns:a16="http://schemas.microsoft.com/office/drawing/2014/main" id="{2B233FAD-3625-6899-F3F3-5139620DD17F}"/>
                    </a:ext>
                  </a:extLst>
                </p:cNvPr>
                <p:cNvPicPr/>
                <p:nvPr/>
              </p:nvPicPr>
              <p:blipFill>
                <a:blip r:embed="rId259"/>
                <a:stretch>
                  <a:fillRect/>
                </a:stretch>
              </p:blipFill>
              <p:spPr>
                <a:xfrm>
                  <a:off x="8320424" y="1687242"/>
                  <a:ext cx="374400" cy="323640"/>
                </a:xfrm>
                <a:prstGeom prst="rect">
                  <a:avLst/>
                </a:prstGeom>
              </p:spPr>
            </p:pic>
          </mc:Fallback>
        </mc:AlternateContent>
        <mc:AlternateContent xmlns:mc="http://schemas.openxmlformats.org/markup-compatibility/2006">
          <mc:Choice xmlns:p14="http://schemas.microsoft.com/office/powerpoint/2010/main" Requires="p14">
            <p:contentPart p14:bwMode="auto" r:id="rId260">
              <p14:nvContentPartPr>
                <p14:cNvPr id="164" name="Ink 163">
                  <a:extLst>
                    <a:ext uri="{FF2B5EF4-FFF2-40B4-BE49-F238E27FC236}">
                      <a16:creationId xmlns:a16="http://schemas.microsoft.com/office/drawing/2014/main" id="{CD28FB1A-0279-69AA-2527-1C5A38E2D885}"/>
                    </a:ext>
                  </a:extLst>
                </p14:cNvPr>
                <p14:cNvContentPartPr/>
                <p14:nvPr/>
              </p14:nvContentPartPr>
              <p14:xfrm>
                <a:off x="6513944" y="3437562"/>
                <a:ext cx="78480" cy="49320"/>
              </p14:xfrm>
            </p:contentPart>
          </mc:Choice>
          <mc:Fallback>
            <p:pic>
              <p:nvPicPr>
                <p:cNvPr id="164" name="Ink 163">
                  <a:extLst>
                    <a:ext uri="{FF2B5EF4-FFF2-40B4-BE49-F238E27FC236}">
                      <a16:creationId xmlns:a16="http://schemas.microsoft.com/office/drawing/2014/main" id="{CD28FB1A-0279-69AA-2527-1C5A38E2D885}"/>
                    </a:ext>
                  </a:extLst>
                </p:cNvPr>
                <p:cNvPicPr/>
                <p:nvPr/>
              </p:nvPicPr>
              <p:blipFill>
                <a:blip r:embed="rId261"/>
                <a:stretch>
                  <a:fillRect/>
                </a:stretch>
              </p:blipFill>
              <p:spPr>
                <a:xfrm>
                  <a:off x="6505304" y="3428562"/>
                  <a:ext cx="96120" cy="66960"/>
                </a:xfrm>
                <a:prstGeom prst="rect">
                  <a:avLst/>
                </a:prstGeom>
              </p:spPr>
            </p:pic>
          </mc:Fallback>
        </mc:AlternateContent>
        <mc:AlternateContent xmlns:mc="http://schemas.openxmlformats.org/markup-compatibility/2006">
          <mc:Choice xmlns:p14="http://schemas.microsoft.com/office/powerpoint/2010/main" Requires="p14">
            <p:contentPart p14:bwMode="auto" r:id="rId262">
              <p14:nvContentPartPr>
                <p14:cNvPr id="165" name="Ink 164">
                  <a:extLst>
                    <a:ext uri="{FF2B5EF4-FFF2-40B4-BE49-F238E27FC236}">
                      <a16:creationId xmlns:a16="http://schemas.microsoft.com/office/drawing/2014/main" id="{F247E901-0FF2-FC86-7980-A75D99E06000}"/>
                    </a:ext>
                  </a:extLst>
                </p14:cNvPr>
                <p14:cNvContentPartPr/>
                <p14:nvPr/>
              </p14:nvContentPartPr>
              <p14:xfrm>
                <a:off x="6572984" y="3438642"/>
                <a:ext cx="106200" cy="170280"/>
              </p14:xfrm>
            </p:contentPart>
          </mc:Choice>
          <mc:Fallback>
            <p:pic>
              <p:nvPicPr>
                <p:cNvPr id="165" name="Ink 164">
                  <a:extLst>
                    <a:ext uri="{FF2B5EF4-FFF2-40B4-BE49-F238E27FC236}">
                      <a16:creationId xmlns:a16="http://schemas.microsoft.com/office/drawing/2014/main" id="{F247E901-0FF2-FC86-7980-A75D99E06000}"/>
                    </a:ext>
                  </a:extLst>
                </p:cNvPr>
                <p:cNvPicPr/>
                <p:nvPr/>
              </p:nvPicPr>
              <p:blipFill>
                <a:blip r:embed="rId263"/>
                <a:stretch>
                  <a:fillRect/>
                </a:stretch>
              </p:blipFill>
              <p:spPr>
                <a:xfrm>
                  <a:off x="6563984" y="3429642"/>
                  <a:ext cx="123840" cy="187920"/>
                </a:xfrm>
                <a:prstGeom prst="rect">
                  <a:avLst/>
                </a:prstGeom>
              </p:spPr>
            </p:pic>
          </mc:Fallback>
        </mc:AlternateContent>
        <mc:AlternateContent xmlns:mc="http://schemas.openxmlformats.org/markup-compatibility/2006">
          <mc:Choice xmlns:p14="http://schemas.microsoft.com/office/powerpoint/2010/main" Requires="p14">
            <p:contentPart p14:bwMode="auto" r:id="rId264">
              <p14:nvContentPartPr>
                <p14:cNvPr id="166" name="Ink 165">
                  <a:extLst>
                    <a:ext uri="{FF2B5EF4-FFF2-40B4-BE49-F238E27FC236}">
                      <a16:creationId xmlns:a16="http://schemas.microsoft.com/office/drawing/2014/main" id="{3DC007F5-AF99-A647-B083-DD6A6293D6C1}"/>
                    </a:ext>
                  </a:extLst>
                </p14:cNvPr>
                <p14:cNvContentPartPr/>
                <p14:nvPr/>
              </p14:nvContentPartPr>
              <p14:xfrm>
                <a:off x="6688544" y="3538002"/>
                <a:ext cx="71640" cy="53640"/>
              </p14:xfrm>
            </p:contentPart>
          </mc:Choice>
          <mc:Fallback>
            <p:pic>
              <p:nvPicPr>
                <p:cNvPr id="166" name="Ink 165">
                  <a:extLst>
                    <a:ext uri="{FF2B5EF4-FFF2-40B4-BE49-F238E27FC236}">
                      <a16:creationId xmlns:a16="http://schemas.microsoft.com/office/drawing/2014/main" id="{3DC007F5-AF99-A647-B083-DD6A6293D6C1}"/>
                    </a:ext>
                  </a:extLst>
                </p:cNvPr>
                <p:cNvPicPr/>
                <p:nvPr/>
              </p:nvPicPr>
              <p:blipFill>
                <a:blip r:embed="rId265"/>
                <a:stretch>
                  <a:fillRect/>
                </a:stretch>
              </p:blipFill>
              <p:spPr>
                <a:xfrm>
                  <a:off x="6679904" y="3529362"/>
                  <a:ext cx="89280" cy="71280"/>
                </a:xfrm>
                <a:prstGeom prst="rect">
                  <a:avLst/>
                </a:prstGeom>
              </p:spPr>
            </p:pic>
          </mc:Fallback>
        </mc:AlternateContent>
        <mc:AlternateContent xmlns:mc="http://schemas.openxmlformats.org/markup-compatibility/2006">
          <mc:Choice xmlns:p14="http://schemas.microsoft.com/office/powerpoint/2010/main" Requires="p14">
            <p:contentPart p14:bwMode="auto" r:id="rId266">
              <p14:nvContentPartPr>
                <p14:cNvPr id="167" name="Ink 166">
                  <a:extLst>
                    <a:ext uri="{FF2B5EF4-FFF2-40B4-BE49-F238E27FC236}">
                      <a16:creationId xmlns:a16="http://schemas.microsoft.com/office/drawing/2014/main" id="{1C5CF1F4-0CB0-04D9-9613-74EDEABB83CE}"/>
                    </a:ext>
                  </a:extLst>
                </p14:cNvPr>
                <p14:cNvContentPartPr/>
                <p14:nvPr/>
              </p14:nvContentPartPr>
              <p14:xfrm>
                <a:off x="6874664" y="3465282"/>
                <a:ext cx="226080" cy="134280"/>
              </p14:xfrm>
            </p:contentPart>
          </mc:Choice>
          <mc:Fallback>
            <p:pic>
              <p:nvPicPr>
                <p:cNvPr id="167" name="Ink 166">
                  <a:extLst>
                    <a:ext uri="{FF2B5EF4-FFF2-40B4-BE49-F238E27FC236}">
                      <a16:creationId xmlns:a16="http://schemas.microsoft.com/office/drawing/2014/main" id="{1C5CF1F4-0CB0-04D9-9613-74EDEABB83CE}"/>
                    </a:ext>
                  </a:extLst>
                </p:cNvPr>
                <p:cNvPicPr/>
                <p:nvPr/>
              </p:nvPicPr>
              <p:blipFill>
                <a:blip r:embed="rId267"/>
                <a:stretch>
                  <a:fillRect/>
                </a:stretch>
              </p:blipFill>
              <p:spPr>
                <a:xfrm>
                  <a:off x="6865664" y="3456642"/>
                  <a:ext cx="243720" cy="151920"/>
                </a:xfrm>
                <a:prstGeom prst="rect">
                  <a:avLst/>
                </a:prstGeom>
              </p:spPr>
            </p:pic>
          </mc:Fallback>
        </mc:AlternateContent>
        <mc:AlternateContent xmlns:mc="http://schemas.openxmlformats.org/markup-compatibility/2006">
          <mc:Choice xmlns:p14="http://schemas.microsoft.com/office/powerpoint/2010/main" Requires="p14">
            <p:contentPart p14:bwMode="auto" r:id="rId268">
              <p14:nvContentPartPr>
                <p14:cNvPr id="168" name="Ink 167">
                  <a:extLst>
                    <a:ext uri="{FF2B5EF4-FFF2-40B4-BE49-F238E27FC236}">
                      <a16:creationId xmlns:a16="http://schemas.microsoft.com/office/drawing/2014/main" id="{065767A3-EA7A-7AC9-7F44-8A883D09A4E7}"/>
                    </a:ext>
                  </a:extLst>
                </p14:cNvPr>
                <p14:cNvContentPartPr/>
                <p14:nvPr/>
              </p14:nvContentPartPr>
              <p14:xfrm>
                <a:off x="7142864" y="3498402"/>
                <a:ext cx="9720" cy="83160"/>
              </p14:xfrm>
            </p:contentPart>
          </mc:Choice>
          <mc:Fallback>
            <p:pic>
              <p:nvPicPr>
                <p:cNvPr id="168" name="Ink 167">
                  <a:extLst>
                    <a:ext uri="{FF2B5EF4-FFF2-40B4-BE49-F238E27FC236}">
                      <a16:creationId xmlns:a16="http://schemas.microsoft.com/office/drawing/2014/main" id="{065767A3-EA7A-7AC9-7F44-8A883D09A4E7}"/>
                    </a:ext>
                  </a:extLst>
                </p:cNvPr>
                <p:cNvPicPr/>
                <p:nvPr/>
              </p:nvPicPr>
              <p:blipFill>
                <a:blip r:embed="rId269"/>
                <a:stretch>
                  <a:fillRect/>
                </a:stretch>
              </p:blipFill>
              <p:spPr>
                <a:xfrm>
                  <a:off x="7133864" y="3489402"/>
                  <a:ext cx="27360" cy="100800"/>
                </a:xfrm>
                <a:prstGeom prst="rect">
                  <a:avLst/>
                </a:prstGeom>
              </p:spPr>
            </p:pic>
          </mc:Fallback>
        </mc:AlternateContent>
        <mc:AlternateContent xmlns:mc="http://schemas.openxmlformats.org/markup-compatibility/2006">
          <mc:Choice xmlns:p14="http://schemas.microsoft.com/office/powerpoint/2010/main" Requires="p14">
            <p:contentPart p14:bwMode="auto" r:id="rId270">
              <p14:nvContentPartPr>
                <p14:cNvPr id="169" name="Ink 168">
                  <a:extLst>
                    <a:ext uri="{FF2B5EF4-FFF2-40B4-BE49-F238E27FC236}">
                      <a16:creationId xmlns:a16="http://schemas.microsoft.com/office/drawing/2014/main" id="{21C59F25-B51A-1F87-6DFB-DE3530C6CDD8}"/>
                    </a:ext>
                  </a:extLst>
                </p14:cNvPr>
                <p14:cNvContentPartPr/>
                <p14:nvPr/>
              </p14:nvContentPartPr>
              <p14:xfrm>
                <a:off x="7168784" y="3395442"/>
                <a:ext cx="14040" cy="10440"/>
              </p14:xfrm>
            </p:contentPart>
          </mc:Choice>
          <mc:Fallback>
            <p:pic>
              <p:nvPicPr>
                <p:cNvPr id="169" name="Ink 168">
                  <a:extLst>
                    <a:ext uri="{FF2B5EF4-FFF2-40B4-BE49-F238E27FC236}">
                      <a16:creationId xmlns:a16="http://schemas.microsoft.com/office/drawing/2014/main" id="{21C59F25-B51A-1F87-6DFB-DE3530C6CDD8}"/>
                    </a:ext>
                  </a:extLst>
                </p:cNvPr>
                <p:cNvPicPr/>
                <p:nvPr/>
              </p:nvPicPr>
              <p:blipFill>
                <a:blip r:embed="rId271"/>
                <a:stretch>
                  <a:fillRect/>
                </a:stretch>
              </p:blipFill>
              <p:spPr>
                <a:xfrm>
                  <a:off x="7159784" y="3386802"/>
                  <a:ext cx="31680" cy="28080"/>
                </a:xfrm>
                <a:prstGeom prst="rect">
                  <a:avLst/>
                </a:prstGeom>
              </p:spPr>
            </p:pic>
          </mc:Fallback>
        </mc:AlternateContent>
        <mc:AlternateContent xmlns:mc="http://schemas.openxmlformats.org/markup-compatibility/2006">
          <mc:Choice xmlns:p14="http://schemas.microsoft.com/office/powerpoint/2010/main" Requires="p14">
            <p:contentPart p14:bwMode="auto" r:id="rId272">
              <p14:nvContentPartPr>
                <p14:cNvPr id="171" name="Ink 170">
                  <a:extLst>
                    <a:ext uri="{FF2B5EF4-FFF2-40B4-BE49-F238E27FC236}">
                      <a16:creationId xmlns:a16="http://schemas.microsoft.com/office/drawing/2014/main" id="{26D0A7FD-A160-0719-C5BA-E76196A9115F}"/>
                    </a:ext>
                  </a:extLst>
                </p14:cNvPr>
                <p14:cNvContentPartPr/>
                <p14:nvPr/>
              </p14:nvContentPartPr>
              <p14:xfrm>
                <a:off x="7194344" y="3401922"/>
                <a:ext cx="169920" cy="163080"/>
              </p14:xfrm>
            </p:contentPart>
          </mc:Choice>
          <mc:Fallback>
            <p:pic>
              <p:nvPicPr>
                <p:cNvPr id="171" name="Ink 170">
                  <a:extLst>
                    <a:ext uri="{FF2B5EF4-FFF2-40B4-BE49-F238E27FC236}">
                      <a16:creationId xmlns:a16="http://schemas.microsoft.com/office/drawing/2014/main" id="{26D0A7FD-A160-0719-C5BA-E76196A9115F}"/>
                    </a:ext>
                  </a:extLst>
                </p:cNvPr>
                <p:cNvPicPr/>
                <p:nvPr/>
              </p:nvPicPr>
              <p:blipFill>
                <a:blip r:embed="rId273"/>
                <a:stretch>
                  <a:fillRect/>
                </a:stretch>
              </p:blipFill>
              <p:spPr>
                <a:xfrm>
                  <a:off x="7185704" y="3392922"/>
                  <a:ext cx="187560" cy="180720"/>
                </a:xfrm>
                <a:prstGeom prst="rect">
                  <a:avLst/>
                </a:prstGeom>
              </p:spPr>
            </p:pic>
          </mc:Fallback>
        </mc:AlternateContent>
        <mc:AlternateContent xmlns:mc="http://schemas.openxmlformats.org/markup-compatibility/2006">
          <mc:Choice xmlns:p14="http://schemas.microsoft.com/office/powerpoint/2010/main" Requires="p14">
            <p:contentPart p14:bwMode="auto" r:id="rId274">
              <p14:nvContentPartPr>
                <p14:cNvPr id="172" name="Ink 171">
                  <a:extLst>
                    <a:ext uri="{FF2B5EF4-FFF2-40B4-BE49-F238E27FC236}">
                      <a16:creationId xmlns:a16="http://schemas.microsoft.com/office/drawing/2014/main" id="{FCA59203-0055-C735-04C0-173F39B96775}"/>
                    </a:ext>
                  </a:extLst>
                </p14:cNvPr>
                <p14:cNvContentPartPr/>
                <p14:nvPr/>
              </p14:nvContentPartPr>
              <p14:xfrm>
                <a:off x="7440944" y="3498402"/>
                <a:ext cx="100080" cy="27720"/>
              </p14:xfrm>
            </p:contentPart>
          </mc:Choice>
          <mc:Fallback>
            <p:pic>
              <p:nvPicPr>
                <p:cNvPr id="172" name="Ink 171">
                  <a:extLst>
                    <a:ext uri="{FF2B5EF4-FFF2-40B4-BE49-F238E27FC236}">
                      <a16:creationId xmlns:a16="http://schemas.microsoft.com/office/drawing/2014/main" id="{FCA59203-0055-C735-04C0-173F39B96775}"/>
                    </a:ext>
                  </a:extLst>
                </p:cNvPr>
                <p:cNvPicPr/>
                <p:nvPr/>
              </p:nvPicPr>
              <p:blipFill>
                <a:blip r:embed="rId275"/>
                <a:stretch>
                  <a:fillRect/>
                </a:stretch>
              </p:blipFill>
              <p:spPr>
                <a:xfrm>
                  <a:off x="7432304" y="3489402"/>
                  <a:ext cx="117720" cy="45360"/>
                </a:xfrm>
                <a:prstGeom prst="rect">
                  <a:avLst/>
                </a:prstGeom>
              </p:spPr>
            </p:pic>
          </mc:Fallback>
        </mc:AlternateContent>
        <mc:AlternateContent xmlns:mc="http://schemas.openxmlformats.org/markup-compatibility/2006">
          <mc:Choice xmlns:p14="http://schemas.microsoft.com/office/powerpoint/2010/main" Requires="p14">
            <p:contentPart p14:bwMode="auto" r:id="rId276">
              <p14:nvContentPartPr>
                <p14:cNvPr id="173" name="Ink 172">
                  <a:extLst>
                    <a:ext uri="{FF2B5EF4-FFF2-40B4-BE49-F238E27FC236}">
                      <a16:creationId xmlns:a16="http://schemas.microsoft.com/office/drawing/2014/main" id="{01001147-4AE4-237E-075F-84D37AE910B3}"/>
                    </a:ext>
                  </a:extLst>
                </p14:cNvPr>
                <p14:cNvContentPartPr/>
                <p14:nvPr/>
              </p14:nvContentPartPr>
              <p14:xfrm>
                <a:off x="7573424" y="3432162"/>
                <a:ext cx="145800" cy="103680"/>
              </p14:xfrm>
            </p:contentPart>
          </mc:Choice>
          <mc:Fallback>
            <p:pic>
              <p:nvPicPr>
                <p:cNvPr id="173" name="Ink 172">
                  <a:extLst>
                    <a:ext uri="{FF2B5EF4-FFF2-40B4-BE49-F238E27FC236}">
                      <a16:creationId xmlns:a16="http://schemas.microsoft.com/office/drawing/2014/main" id="{01001147-4AE4-237E-075F-84D37AE910B3}"/>
                    </a:ext>
                  </a:extLst>
                </p:cNvPr>
                <p:cNvPicPr/>
                <p:nvPr/>
              </p:nvPicPr>
              <p:blipFill>
                <a:blip r:embed="rId277"/>
                <a:stretch>
                  <a:fillRect/>
                </a:stretch>
              </p:blipFill>
              <p:spPr>
                <a:xfrm>
                  <a:off x="7564784" y="3423162"/>
                  <a:ext cx="163440" cy="121320"/>
                </a:xfrm>
                <a:prstGeom prst="rect">
                  <a:avLst/>
                </a:prstGeom>
              </p:spPr>
            </p:pic>
          </mc:Fallback>
        </mc:AlternateContent>
        <mc:AlternateContent xmlns:mc="http://schemas.openxmlformats.org/markup-compatibility/2006">
          <mc:Choice xmlns:p14="http://schemas.microsoft.com/office/powerpoint/2010/main" Requires="p14">
            <p:contentPart p14:bwMode="auto" r:id="rId278">
              <p14:nvContentPartPr>
                <p14:cNvPr id="174" name="Ink 173">
                  <a:extLst>
                    <a:ext uri="{FF2B5EF4-FFF2-40B4-BE49-F238E27FC236}">
                      <a16:creationId xmlns:a16="http://schemas.microsoft.com/office/drawing/2014/main" id="{CCE1C080-9B2E-AD35-8D01-7EB27081A85E}"/>
                    </a:ext>
                  </a:extLst>
                </p14:cNvPr>
                <p14:cNvContentPartPr/>
                <p14:nvPr/>
              </p14:nvContentPartPr>
              <p14:xfrm>
                <a:off x="7732904" y="3446202"/>
                <a:ext cx="84600" cy="94680"/>
              </p14:xfrm>
            </p:contentPart>
          </mc:Choice>
          <mc:Fallback>
            <p:pic>
              <p:nvPicPr>
                <p:cNvPr id="174" name="Ink 173">
                  <a:extLst>
                    <a:ext uri="{FF2B5EF4-FFF2-40B4-BE49-F238E27FC236}">
                      <a16:creationId xmlns:a16="http://schemas.microsoft.com/office/drawing/2014/main" id="{CCE1C080-9B2E-AD35-8D01-7EB27081A85E}"/>
                    </a:ext>
                  </a:extLst>
                </p:cNvPr>
                <p:cNvPicPr/>
                <p:nvPr/>
              </p:nvPicPr>
              <p:blipFill>
                <a:blip r:embed="rId279"/>
                <a:stretch>
                  <a:fillRect/>
                </a:stretch>
              </p:blipFill>
              <p:spPr>
                <a:xfrm>
                  <a:off x="7724264" y="3437202"/>
                  <a:ext cx="102240" cy="112320"/>
                </a:xfrm>
                <a:prstGeom prst="rect">
                  <a:avLst/>
                </a:prstGeom>
              </p:spPr>
            </p:pic>
          </mc:Fallback>
        </mc:AlternateContent>
        <mc:AlternateContent xmlns:mc="http://schemas.openxmlformats.org/markup-compatibility/2006">
          <mc:Choice xmlns:p14="http://schemas.microsoft.com/office/powerpoint/2010/main" Requires="p14">
            <p:contentPart p14:bwMode="auto" r:id="rId280">
              <p14:nvContentPartPr>
                <p14:cNvPr id="175" name="Ink 174">
                  <a:extLst>
                    <a:ext uri="{FF2B5EF4-FFF2-40B4-BE49-F238E27FC236}">
                      <a16:creationId xmlns:a16="http://schemas.microsoft.com/office/drawing/2014/main" id="{DBFE4751-4890-B76D-3183-BABCAFC42E5D}"/>
                    </a:ext>
                  </a:extLst>
                </p14:cNvPr>
                <p14:cNvContentPartPr/>
                <p14:nvPr/>
              </p14:nvContentPartPr>
              <p14:xfrm>
                <a:off x="7883024" y="3330282"/>
                <a:ext cx="88200" cy="336960"/>
              </p14:xfrm>
            </p:contentPart>
          </mc:Choice>
          <mc:Fallback>
            <p:pic>
              <p:nvPicPr>
                <p:cNvPr id="175" name="Ink 174">
                  <a:extLst>
                    <a:ext uri="{FF2B5EF4-FFF2-40B4-BE49-F238E27FC236}">
                      <a16:creationId xmlns:a16="http://schemas.microsoft.com/office/drawing/2014/main" id="{DBFE4751-4890-B76D-3183-BABCAFC42E5D}"/>
                    </a:ext>
                  </a:extLst>
                </p:cNvPr>
                <p:cNvPicPr/>
                <p:nvPr/>
              </p:nvPicPr>
              <p:blipFill>
                <a:blip r:embed="rId281"/>
                <a:stretch>
                  <a:fillRect/>
                </a:stretch>
              </p:blipFill>
              <p:spPr>
                <a:xfrm>
                  <a:off x="7874384" y="3321282"/>
                  <a:ext cx="105840" cy="354600"/>
                </a:xfrm>
                <a:prstGeom prst="rect">
                  <a:avLst/>
                </a:prstGeom>
              </p:spPr>
            </p:pic>
          </mc:Fallback>
        </mc:AlternateContent>
        <mc:AlternateContent xmlns:mc="http://schemas.openxmlformats.org/markup-compatibility/2006">
          <mc:Choice xmlns:p14="http://schemas.microsoft.com/office/powerpoint/2010/main" Requires="p14">
            <p:contentPart p14:bwMode="auto" r:id="rId282">
              <p14:nvContentPartPr>
                <p14:cNvPr id="176" name="Ink 175">
                  <a:extLst>
                    <a:ext uri="{FF2B5EF4-FFF2-40B4-BE49-F238E27FC236}">
                      <a16:creationId xmlns:a16="http://schemas.microsoft.com/office/drawing/2014/main" id="{DAEC627A-572E-D476-D1C4-B4C271EE5D9C}"/>
                    </a:ext>
                  </a:extLst>
                </p14:cNvPr>
                <p14:cNvContentPartPr/>
                <p14:nvPr/>
              </p14:nvContentPartPr>
              <p14:xfrm>
                <a:off x="7891304" y="3484002"/>
                <a:ext cx="72720" cy="34560"/>
              </p14:xfrm>
            </p:contentPart>
          </mc:Choice>
          <mc:Fallback>
            <p:pic>
              <p:nvPicPr>
                <p:cNvPr id="176" name="Ink 175">
                  <a:extLst>
                    <a:ext uri="{FF2B5EF4-FFF2-40B4-BE49-F238E27FC236}">
                      <a16:creationId xmlns:a16="http://schemas.microsoft.com/office/drawing/2014/main" id="{DAEC627A-572E-D476-D1C4-B4C271EE5D9C}"/>
                    </a:ext>
                  </a:extLst>
                </p:cNvPr>
                <p:cNvPicPr/>
                <p:nvPr/>
              </p:nvPicPr>
              <p:blipFill>
                <a:blip r:embed="rId283"/>
                <a:stretch>
                  <a:fillRect/>
                </a:stretch>
              </p:blipFill>
              <p:spPr>
                <a:xfrm>
                  <a:off x="7882664" y="3475362"/>
                  <a:ext cx="90360" cy="52200"/>
                </a:xfrm>
                <a:prstGeom prst="rect">
                  <a:avLst/>
                </a:prstGeom>
              </p:spPr>
            </p:pic>
          </mc:Fallback>
        </mc:AlternateContent>
        <mc:AlternateContent xmlns:mc="http://schemas.openxmlformats.org/markup-compatibility/2006">
          <mc:Choice xmlns:p14="http://schemas.microsoft.com/office/powerpoint/2010/main" Requires="p14">
            <p:contentPart p14:bwMode="auto" r:id="rId284">
              <p14:nvContentPartPr>
                <p14:cNvPr id="177" name="Ink 176">
                  <a:extLst>
                    <a:ext uri="{FF2B5EF4-FFF2-40B4-BE49-F238E27FC236}">
                      <a16:creationId xmlns:a16="http://schemas.microsoft.com/office/drawing/2014/main" id="{A6DB219D-E970-E648-B0D2-BD120F2BBD3D}"/>
                    </a:ext>
                  </a:extLst>
                </p14:cNvPr>
                <p14:cNvContentPartPr/>
                <p14:nvPr/>
              </p14:nvContentPartPr>
              <p14:xfrm>
                <a:off x="8133584" y="3458442"/>
                <a:ext cx="25920" cy="7200"/>
              </p14:xfrm>
            </p:contentPart>
          </mc:Choice>
          <mc:Fallback>
            <p:pic>
              <p:nvPicPr>
                <p:cNvPr id="177" name="Ink 176">
                  <a:extLst>
                    <a:ext uri="{FF2B5EF4-FFF2-40B4-BE49-F238E27FC236}">
                      <a16:creationId xmlns:a16="http://schemas.microsoft.com/office/drawing/2014/main" id="{A6DB219D-E970-E648-B0D2-BD120F2BBD3D}"/>
                    </a:ext>
                  </a:extLst>
                </p:cNvPr>
                <p:cNvPicPr/>
                <p:nvPr/>
              </p:nvPicPr>
              <p:blipFill>
                <a:blip r:embed="rId285"/>
                <a:stretch>
                  <a:fillRect/>
                </a:stretch>
              </p:blipFill>
              <p:spPr>
                <a:xfrm>
                  <a:off x="8124944" y="3449802"/>
                  <a:ext cx="43560" cy="24840"/>
                </a:xfrm>
                <a:prstGeom prst="rect">
                  <a:avLst/>
                </a:prstGeom>
              </p:spPr>
            </p:pic>
          </mc:Fallback>
        </mc:AlternateContent>
        <mc:AlternateContent xmlns:mc="http://schemas.openxmlformats.org/markup-compatibility/2006">
          <mc:Choice xmlns:p14="http://schemas.microsoft.com/office/powerpoint/2010/main" Requires="p14">
            <p:contentPart p14:bwMode="auto" r:id="rId286">
              <p14:nvContentPartPr>
                <p14:cNvPr id="178" name="Ink 177">
                  <a:extLst>
                    <a:ext uri="{FF2B5EF4-FFF2-40B4-BE49-F238E27FC236}">
                      <a16:creationId xmlns:a16="http://schemas.microsoft.com/office/drawing/2014/main" id="{5CCCE686-0103-D63E-02E8-9D418B039B82}"/>
                    </a:ext>
                  </a:extLst>
                </p14:cNvPr>
                <p14:cNvContentPartPr/>
                <p14:nvPr/>
              </p14:nvContentPartPr>
              <p14:xfrm>
                <a:off x="8096864" y="3505242"/>
                <a:ext cx="61200" cy="14040"/>
              </p14:xfrm>
            </p:contentPart>
          </mc:Choice>
          <mc:Fallback>
            <p:pic>
              <p:nvPicPr>
                <p:cNvPr id="178" name="Ink 177">
                  <a:extLst>
                    <a:ext uri="{FF2B5EF4-FFF2-40B4-BE49-F238E27FC236}">
                      <a16:creationId xmlns:a16="http://schemas.microsoft.com/office/drawing/2014/main" id="{5CCCE686-0103-D63E-02E8-9D418B039B82}"/>
                    </a:ext>
                  </a:extLst>
                </p:cNvPr>
                <p:cNvPicPr/>
                <p:nvPr/>
              </p:nvPicPr>
              <p:blipFill>
                <a:blip r:embed="rId287"/>
                <a:stretch>
                  <a:fillRect/>
                </a:stretch>
              </p:blipFill>
              <p:spPr>
                <a:xfrm>
                  <a:off x="8088224" y="3496242"/>
                  <a:ext cx="78840" cy="31680"/>
                </a:xfrm>
                <a:prstGeom prst="rect">
                  <a:avLst/>
                </a:prstGeom>
              </p:spPr>
            </p:pic>
          </mc:Fallback>
        </mc:AlternateContent>
        <mc:AlternateContent xmlns:mc="http://schemas.openxmlformats.org/markup-compatibility/2006">
          <mc:Choice xmlns:p14="http://schemas.microsoft.com/office/powerpoint/2010/main" Requires="p14">
            <p:contentPart p14:bwMode="auto" r:id="rId288">
              <p14:nvContentPartPr>
                <p14:cNvPr id="180" name="Ink 179">
                  <a:extLst>
                    <a:ext uri="{FF2B5EF4-FFF2-40B4-BE49-F238E27FC236}">
                      <a16:creationId xmlns:a16="http://schemas.microsoft.com/office/drawing/2014/main" id="{E75CD04C-F165-6AE7-00A8-7E9D772C6A40}"/>
                    </a:ext>
                  </a:extLst>
                </p14:cNvPr>
                <p14:cNvContentPartPr/>
                <p14:nvPr/>
              </p14:nvContentPartPr>
              <p14:xfrm>
                <a:off x="3723584" y="2338482"/>
                <a:ext cx="4721760" cy="1279080"/>
              </p14:xfrm>
            </p:contentPart>
          </mc:Choice>
          <mc:Fallback>
            <p:pic>
              <p:nvPicPr>
                <p:cNvPr id="180" name="Ink 179">
                  <a:extLst>
                    <a:ext uri="{FF2B5EF4-FFF2-40B4-BE49-F238E27FC236}">
                      <a16:creationId xmlns:a16="http://schemas.microsoft.com/office/drawing/2014/main" id="{E75CD04C-F165-6AE7-00A8-7E9D772C6A40}"/>
                    </a:ext>
                  </a:extLst>
                </p:cNvPr>
                <p:cNvPicPr/>
                <p:nvPr/>
              </p:nvPicPr>
              <p:blipFill>
                <a:blip r:embed="rId289"/>
                <a:stretch>
                  <a:fillRect/>
                </a:stretch>
              </p:blipFill>
              <p:spPr>
                <a:xfrm>
                  <a:off x="3714584" y="2329482"/>
                  <a:ext cx="4739400" cy="1296720"/>
                </a:xfrm>
                <a:prstGeom prst="rect">
                  <a:avLst/>
                </a:prstGeom>
              </p:spPr>
            </p:pic>
          </mc:Fallback>
        </mc:AlternateContent>
        <mc:AlternateContent xmlns:mc="http://schemas.openxmlformats.org/markup-compatibility/2006">
          <mc:Choice xmlns:p14="http://schemas.microsoft.com/office/powerpoint/2010/main" Requires="p14">
            <p:contentPart p14:bwMode="auto" r:id="rId290">
              <p14:nvContentPartPr>
                <p14:cNvPr id="181" name="Ink 180">
                  <a:extLst>
                    <a:ext uri="{FF2B5EF4-FFF2-40B4-BE49-F238E27FC236}">
                      <a16:creationId xmlns:a16="http://schemas.microsoft.com/office/drawing/2014/main" id="{285F3D5E-63CF-3BBE-1AA4-4BB4DD976B12}"/>
                    </a:ext>
                  </a:extLst>
                </p14:cNvPr>
                <p14:cNvContentPartPr/>
                <p14:nvPr/>
              </p14:nvContentPartPr>
              <p14:xfrm>
                <a:off x="8319704" y="3568602"/>
                <a:ext cx="169200" cy="68760"/>
              </p14:xfrm>
            </p:contentPart>
          </mc:Choice>
          <mc:Fallback>
            <p:pic>
              <p:nvPicPr>
                <p:cNvPr id="181" name="Ink 180">
                  <a:extLst>
                    <a:ext uri="{FF2B5EF4-FFF2-40B4-BE49-F238E27FC236}">
                      <a16:creationId xmlns:a16="http://schemas.microsoft.com/office/drawing/2014/main" id="{285F3D5E-63CF-3BBE-1AA4-4BB4DD976B12}"/>
                    </a:ext>
                  </a:extLst>
                </p:cNvPr>
                <p:cNvPicPr/>
                <p:nvPr/>
              </p:nvPicPr>
              <p:blipFill>
                <a:blip r:embed="rId291"/>
                <a:stretch>
                  <a:fillRect/>
                </a:stretch>
              </p:blipFill>
              <p:spPr>
                <a:xfrm>
                  <a:off x="8311064" y="3559602"/>
                  <a:ext cx="186840" cy="86400"/>
                </a:xfrm>
                <a:prstGeom prst="rect">
                  <a:avLst/>
                </a:prstGeom>
              </p:spPr>
            </p:pic>
          </mc:Fallback>
        </mc:AlternateContent>
        <mc:AlternateContent xmlns:mc="http://schemas.openxmlformats.org/markup-compatibility/2006">
          <mc:Choice xmlns:p14="http://schemas.microsoft.com/office/powerpoint/2010/main" Requires="p14">
            <p:contentPart p14:bwMode="auto" r:id="rId292">
              <p14:nvContentPartPr>
                <p14:cNvPr id="182" name="Ink 181">
                  <a:extLst>
                    <a:ext uri="{FF2B5EF4-FFF2-40B4-BE49-F238E27FC236}">
                      <a16:creationId xmlns:a16="http://schemas.microsoft.com/office/drawing/2014/main" id="{284F274D-2DA9-2E34-09BA-EA87FB96D735}"/>
                    </a:ext>
                  </a:extLst>
                </p14:cNvPr>
                <p14:cNvContentPartPr/>
                <p14:nvPr/>
              </p14:nvContentPartPr>
              <p14:xfrm>
                <a:off x="8599064" y="3475002"/>
                <a:ext cx="77760" cy="50400"/>
              </p14:xfrm>
            </p:contentPart>
          </mc:Choice>
          <mc:Fallback>
            <p:pic>
              <p:nvPicPr>
                <p:cNvPr id="182" name="Ink 181">
                  <a:extLst>
                    <a:ext uri="{FF2B5EF4-FFF2-40B4-BE49-F238E27FC236}">
                      <a16:creationId xmlns:a16="http://schemas.microsoft.com/office/drawing/2014/main" id="{284F274D-2DA9-2E34-09BA-EA87FB96D735}"/>
                    </a:ext>
                  </a:extLst>
                </p:cNvPr>
                <p:cNvPicPr/>
                <p:nvPr/>
              </p:nvPicPr>
              <p:blipFill>
                <a:blip r:embed="rId293"/>
                <a:stretch>
                  <a:fillRect/>
                </a:stretch>
              </p:blipFill>
              <p:spPr>
                <a:xfrm>
                  <a:off x="8590064" y="3466362"/>
                  <a:ext cx="95400" cy="68040"/>
                </a:xfrm>
                <a:prstGeom prst="rect">
                  <a:avLst/>
                </a:prstGeom>
              </p:spPr>
            </p:pic>
          </mc:Fallback>
        </mc:AlternateContent>
        <mc:AlternateContent xmlns:mc="http://schemas.openxmlformats.org/markup-compatibility/2006">
          <mc:Choice xmlns:p14="http://schemas.microsoft.com/office/powerpoint/2010/main" Requires="p14">
            <p:contentPart p14:bwMode="auto" r:id="rId294">
              <p14:nvContentPartPr>
                <p14:cNvPr id="183" name="Ink 182">
                  <a:extLst>
                    <a:ext uri="{FF2B5EF4-FFF2-40B4-BE49-F238E27FC236}">
                      <a16:creationId xmlns:a16="http://schemas.microsoft.com/office/drawing/2014/main" id="{D3AE6D69-B1CF-5A28-E52F-348CBA510BC8}"/>
                    </a:ext>
                  </a:extLst>
                </p14:cNvPr>
                <p14:cNvContentPartPr/>
                <p14:nvPr/>
              </p14:nvContentPartPr>
              <p14:xfrm>
                <a:off x="8791664" y="3509202"/>
                <a:ext cx="81000" cy="81720"/>
              </p14:xfrm>
            </p:contentPart>
          </mc:Choice>
          <mc:Fallback>
            <p:pic>
              <p:nvPicPr>
                <p:cNvPr id="183" name="Ink 182">
                  <a:extLst>
                    <a:ext uri="{FF2B5EF4-FFF2-40B4-BE49-F238E27FC236}">
                      <a16:creationId xmlns:a16="http://schemas.microsoft.com/office/drawing/2014/main" id="{D3AE6D69-B1CF-5A28-E52F-348CBA510BC8}"/>
                    </a:ext>
                  </a:extLst>
                </p:cNvPr>
                <p:cNvPicPr/>
                <p:nvPr/>
              </p:nvPicPr>
              <p:blipFill>
                <a:blip r:embed="rId295"/>
                <a:stretch>
                  <a:fillRect/>
                </a:stretch>
              </p:blipFill>
              <p:spPr>
                <a:xfrm>
                  <a:off x="8783024" y="3500562"/>
                  <a:ext cx="98640" cy="99360"/>
                </a:xfrm>
                <a:prstGeom prst="rect">
                  <a:avLst/>
                </a:prstGeom>
              </p:spPr>
            </p:pic>
          </mc:Fallback>
        </mc:AlternateContent>
        <mc:AlternateContent xmlns:mc="http://schemas.openxmlformats.org/markup-compatibility/2006">
          <mc:Choice xmlns:p14="http://schemas.microsoft.com/office/powerpoint/2010/main" Requires="p14">
            <p:contentPart p14:bwMode="auto" r:id="rId296">
              <p14:nvContentPartPr>
                <p14:cNvPr id="184" name="Ink 183">
                  <a:extLst>
                    <a:ext uri="{FF2B5EF4-FFF2-40B4-BE49-F238E27FC236}">
                      <a16:creationId xmlns:a16="http://schemas.microsoft.com/office/drawing/2014/main" id="{9F234062-D864-F6AD-2BEF-FBA755A6D513}"/>
                    </a:ext>
                  </a:extLst>
                </p14:cNvPr>
                <p14:cNvContentPartPr/>
                <p14:nvPr/>
              </p14:nvContentPartPr>
              <p14:xfrm>
                <a:off x="8915504" y="3538002"/>
                <a:ext cx="50400" cy="51480"/>
              </p14:xfrm>
            </p:contentPart>
          </mc:Choice>
          <mc:Fallback>
            <p:pic>
              <p:nvPicPr>
                <p:cNvPr id="184" name="Ink 183">
                  <a:extLst>
                    <a:ext uri="{FF2B5EF4-FFF2-40B4-BE49-F238E27FC236}">
                      <a16:creationId xmlns:a16="http://schemas.microsoft.com/office/drawing/2014/main" id="{9F234062-D864-F6AD-2BEF-FBA755A6D513}"/>
                    </a:ext>
                  </a:extLst>
                </p:cNvPr>
                <p:cNvPicPr/>
                <p:nvPr/>
              </p:nvPicPr>
              <p:blipFill>
                <a:blip r:embed="rId297"/>
                <a:stretch>
                  <a:fillRect/>
                </a:stretch>
              </p:blipFill>
              <p:spPr>
                <a:xfrm>
                  <a:off x="8906504" y="3529362"/>
                  <a:ext cx="68040" cy="69120"/>
                </a:xfrm>
                <a:prstGeom prst="rect">
                  <a:avLst/>
                </a:prstGeom>
              </p:spPr>
            </p:pic>
          </mc:Fallback>
        </mc:AlternateContent>
        <mc:AlternateContent xmlns:mc="http://schemas.openxmlformats.org/markup-compatibility/2006">
          <mc:Choice xmlns:p14="http://schemas.microsoft.com/office/powerpoint/2010/main" Requires="p14">
            <p:contentPart p14:bwMode="auto" r:id="rId298">
              <p14:nvContentPartPr>
                <p14:cNvPr id="185" name="Ink 184">
                  <a:extLst>
                    <a:ext uri="{FF2B5EF4-FFF2-40B4-BE49-F238E27FC236}">
                      <a16:creationId xmlns:a16="http://schemas.microsoft.com/office/drawing/2014/main" id="{FCF6ACB5-F5C1-3B59-9E81-518CB06FF6D1}"/>
                    </a:ext>
                  </a:extLst>
                </p14:cNvPr>
                <p14:cNvContentPartPr/>
                <p14:nvPr/>
              </p14:nvContentPartPr>
              <p14:xfrm>
                <a:off x="9016664" y="3498042"/>
                <a:ext cx="131040" cy="167040"/>
              </p14:xfrm>
            </p:contentPart>
          </mc:Choice>
          <mc:Fallback>
            <p:pic>
              <p:nvPicPr>
                <p:cNvPr id="185" name="Ink 184">
                  <a:extLst>
                    <a:ext uri="{FF2B5EF4-FFF2-40B4-BE49-F238E27FC236}">
                      <a16:creationId xmlns:a16="http://schemas.microsoft.com/office/drawing/2014/main" id="{FCF6ACB5-F5C1-3B59-9E81-518CB06FF6D1}"/>
                    </a:ext>
                  </a:extLst>
                </p:cNvPr>
                <p:cNvPicPr/>
                <p:nvPr/>
              </p:nvPicPr>
              <p:blipFill>
                <a:blip r:embed="rId299"/>
                <a:stretch>
                  <a:fillRect/>
                </a:stretch>
              </p:blipFill>
              <p:spPr>
                <a:xfrm>
                  <a:off x="9008024" y="3489042"/>
                  <a:ext cx="148680" cy="184680"/>
                </a:xfrm>
                <a:prstGeom prst="rect">
                  <a:avLst/>
                </a:prstGeom>
              </p:spPr>
            </p:pic>
          </mc:Fallback>
        </mc:AlternateContent>
        <mc:AlternateContent xmlns:mc="http://schemas.openxmlformats.org/markup-compatibility/2006">
          <mc:Choice xmlns:p14="http://schemas.microsoft.com/office/powerpoint/2010/main" Requires="p14">
            <p:contentPart p14:bwMode="auto" r:id="rId300">
              <p14:nvContentPartPr>
                <p14:cNvPr id="186" name="Ink 185">
                  <a:extLst>
                    <a:ext uri="{FF2B5EF4-FFF2-40B4-BE49-F238E27FC236}">
                      <a16:creationId xmlns:a16="http://schemas.microsoft.com/office/drawing/2014/main" id="{88FA59AE-A3A7-83BC-6883-77F321DED23B}"/>
                    </a:ext>
                  </a:extLst>
                </p14:cNvPr>
                <p14:cNvContentPartPr/>
                <p14:nvPr/>
              </p14:nvContentPartPr>
              <p14:xfrm>
                <a:off x="9246704" y="3538002"/>
                <a:ext cx="16200" cy="117360"/>
              </p14:xfrm>
            </p:contentPart>
          </mc:Choice>
          <mc:Fallback>
            <p:pic>
              <p:nvPicPr>
                <p:cNvPr id="186" name="Ink 185">
                  <a:extLst>
                    <a:ext uri="{FF2B5EF4-FFF2-40B4-BE49-F238E27FC236}">
                      <a16:creationId xmlns:a16="http://schemas.microsoft.com/office/drawing/2014/main" id="{88FA59AE-A3A7-83BC-6883-77F321DED23B}"/>
                    </a:ext>
                  </a:extLst>
                </p:cNvPr>
                <p:cNvPicPr/>
                <p:nvPr/>
              </p:nvPicPr>
              <p:blipFill>
                <a:blip r:embed="rId301"/>
                <a:stretch>
                  <a:fillRect/>
                </a:stretch>
              </p:blipFill>
              <p:spPr>
                <a:xfrm>
                  <a:off x="9238064" y="3529362"/>
                  <a:ext cx="33840" cy="135000"/>
                </a:xfrm>
                <a:prstGeom prst="rect">
                  <a:avLst/>
                </a:prstGeom>
              </p:spPr>
            </p:pic>
          </mc:Fallback>
        </mc:AlternateContent>
        <mc:AlternateContent xmlns:mc="http://schemas.openxmlformats.org/markup-compatibility/2006">
          <mc:Choice xmlns:p14="http://schemas.microsoft.com/office/powerpoint/2010/main" Requires="p14">
            <p:contentPart p14:bwMode="auto" r:id="rId302">
              <p14:nvContentPartPr>
                <p14:cNvPr id="187" name="Ink 186">
                  <a:extLst>
                    <a:ext uri="{FF2B5EF4-FFF2-40B4-BE49-F238E27FC236}">
                      <a16:creationId xmlns:a16="http://schemas.microsoft.com/office/drawing/2014/main" id="{D32459D6-EFFD-B273-3AA9-687F5E1AC79A}"/>
                    </a:ext>
                  </a:extLst>
                </p14:cNvPr>
                <p14:cNvContentPartPr/>
                <p14:nvPr/>
              </p14:nvContentPartPr>
              <p14:xfrm>
                <a:off x="9282704" y="3480762"/>
                <a:ext cx="7200" cy="44640"/>
              </p14:xfrm>
            </p:contentPart>
          </mc:Choice>
          <mc:Fallback>
            <p:pic>
              <p:nvPicPr>
                <p:cNvPr id="187" name="Ink 186">
                  <a:extLst>
                    <a:ext uri="{FF2B5EF4-FFF2-40B4-BE49-F238E27FC236}">
                      <a16:creationId xmlns:a16="http://schemas.microsoft.com/office/drawing/2014/main" id="{D32459D6-EFFD-B273-3AA9-687F5E1AC79A}"/>
                    </a:ext>
                  </a:extLst>
                </p:cNvPr>
                <p:cNvPicPr/>
                <p:nvPr/>
              </p:nvPicPr>
              <p:blipFill>
                <a:blip r:embed="rId303"/>
                <a:stretch>
                  <a:fillRect/>
                </a:stretch>
              </p:blipFill>
              <p:spPr>
                <a:xfrm>
                  <a:off x="9274064" y="3471762"/>
                  <a:ext cx="24840" cy="62280"/>
                </a:xfrm>
                <a:prstGeom prst="rect">
                  <a:avLst/>
                </a:prstGeom>
              </p:spPr>
            </p:pic>
          </mc:Fallback>
        </mc:AlternateContent>
        <mc:AlternateContent xmlns:mc="http://schemas.openxmlformats.org/markup-compatibility/2006">
          <mc:Choice xmlns:p14="http://schemas.microsoft.com/office/powerpoint/2010/main" Requires="p14">
            <p:contentPart p14:bwMode="auto" r:id="rId304">
              <p14:nvContentPartPr>
                <p14:cNvPr id="188" name="Ink 187">
                  <a:extLst>
                    <a:ext uri="{FF2B5EF4-FFF2-40B4-BE49-F238E27FC236}">
                      <a16:creationId xmlns:a16="http://schemas.microsoft.com/office/drawing/2014/main" id="{84D3CCE7-D95E-C4A9-4850-4BFB5DE660C2}"/>
                    </a:ext>
                  </a:extLst>
                </p14:cNvPr>
                <p14:cNvContentPartPr/>
                <p14:nvPr/>
              </p14:nvContentPartPr>
              <p14:xfrm>
                <a:off x="9331304" y="3486162"/>
                <a:ext cx="162360" cy="191160"/>
              </p14:xfrm>
            </p:contentPart>
          </mc:Choice>
          <mc:Fallback>
            <p:pic>
              <p:nvPicPr>
                <p:cNvPr id="188" name="Ink 187">
                  <a:extLst>
                    <a:ext uri="{FF2B5EF4-FFF2-40B4-BE49-F238E27FC236}">
                      <a16:creationId xmlns:a16="http://schemas.microsoft.com/office/drawing/2014/main" id="{84D3CCE7-D95E-C4A9-4850-4BFB5DE660C2}"/>
                    </a:ext>
                  </a:extLst>
                </p:cNvPr>
                <p:cNvPicPr/>
                <p:nvPr/>
              </p:nvPicPr>
              <p:blipFill>
                <a:blip r:embed="rId305"/>
                <a:stretch>
                  <a:fillRect/>
                </a:stretch>
              </p:blipFill>
              <p:spPr>
                <a:xfrm>
                  <a:off x="9322304" y="3477522"/>
                  <a:ext cx="180000" cy="208800"/>
                </a:xfrm>
                <a:prstGeom prst="rect">
                  <a:avLst/>
                </a:prstGeom>
              </p:spPr>
            </p:pic>
          </mc:Fallback>
        </mc:AlternateContent>
        <mc:AlternateContent xmlns:mc="http://schemas.openxmlformats.org/markup-compatibility/2006">
          <mc:Choice xmlns:p14="http://schemas.microsoft.com/office/powerpoint/2010/main" Requires="p14">
            <p:contentPart p14:bwMode="auto" r:id="rId306">
              <p14:nvContentPartPr>
                <p14:cNvPr id="189" name="Ink 188">
                  <a:extLst>
                    <a:ext uri="{FF2B5EF4-FFF2-40B4-BE49-F238E27FC236}">
                      <a16:creationId xmlns:a16="http://schemas.microsoft.com/office/drawing/2014/main" id="{C234B6D1-034F-4872-8912-D55F4BD27C23}"/>
                    </a:ext>
                  </a:extLst>
                </p14:cNvPr>
                <p14:cNvContentPartPr/>
                <p14:nvPr/>
              </p14:nvContentPartPr>
              <p14:xfrm>
                <a:off x="9646304" y="3435042"/>
                <a:ext cx="193320" cy="487440"/>
              </p14:xfrm>
            </p:contentPart>
          </mc:Choice>
          <mc:Fallback>
            <p:pic>
              <p:nvPicPr>
                <p:cNvPr id="189" name="Ink 188">
                  <a:extLst>
                    <a:ext uri="{FF2B5EF4-FFF2-40B4-BE49-F238E27FC236}">
                      <a16:creationId xmlns:a16="http://schemas.microsoft.com/office/drawing/2014/main" id="{C234B6D1-034F-4872-8912-D55F4BD27C23}"/>
                    </a:ext>
                  </a:extLst>
                </p:cNvPr>
                <p:cNvPicPr/>
                <p:nvPr/>
              </p:nvPicPr>
              <p:blipFill>
                <a:blip r:embed="rId307"/>
                <a:stretch>
                  <a:fillRect/>
                </a:stretch>
              </p:blipFill>
              <p:spPr>
                <a:xfrm>
                  <a:off x="9637664" y="3426402"/>
                  <a:ext cx="210960" cy="505080"/>
                </a:xfrm>
                <a:prstGeom prst="rect">
                  <a:avLst/>
                </a:prstGeom>
              </p:spPr>
            </p:pic>
          </mc:Fallback>
        </mc:AlternateContent>
        <mc:AlternateContent xmlns:mc="http://schemas.openxmlformats.org/markup-compatibility/2006">
          <mc:Choice xmlns:p14="http://schemas.microsoft.com/office/powerpoint/2010/main" Requires="p14">
            <p:contentPart p14:bwMode="auto" r:id="rId308">
              <p14:nvContentPartPr>
                <p14:cNvPr id="190" name="Ink 189">
                  <a:extLst>
                    <a:ext uri="{FF2B5EF4-FFF2-40B4-BE49-F238E27FC236}">
                      <a16:creationId xmlns:a16="http://schemas.microsoft.com/office/drawing/2014/main" id="{0F43884C-1E26-1ABE-51A3-D881F54C7146}"/>
                    </a:ext>
                  </a:extLst>
                </p14:cNvPr>
                <p14:cNvContentPartPr/>
                <p14:nvPr/>
              </p14:nvContentPartPr>
              <p14:xfrm>
                <a:off x="9981104" y="3424962"/>
                <a:ext cx="106920" cy="232200"/>
              </p14:xfrm>
            </p:contentPart>
          </mc:Choice>
          <mc:Fallback>
            <p:pic>
              <p:nvPicPr>
                <p:cNvPr id="190" name="Ink 189">
                  <a:extLst>
                    <a:ext uri="{FF2B5EF4-FFF2-40B4-BE49-F238E27FC236}">
                      <a16:creationId xmlns:a16="http://schemas.microsoft.com/office/drawing/2014/main" id="{0F43884C-1E26-1ABE-51A3-D881F54C7146}"/>
                    </a:ext>
                  </a:extLst>
                </p:cNvPr>
                <p:cNvPicPr/>
                <p:nvPr/>
              </p:nvPicPr>
              <p:blipFill>
                <a:blip r:embed="rId309"/>
                <a:stretch>
                  <a:fillRect/>
                </a:stretch>
              </p:blipFill>
              <p:spPr>
                <a:xfrm>
                  <a:off x="9972464" y="3416322"/>
                  <a:ext cx="124560" cy="249840"/>
                </a:xfrm>
                <a:prstGeom prst="rect">
                  <a:avLst/>
                </a:prstGeom>
              </p:spPr>
            </p:pic>
          </mc:Fallback>
        </mc:AlternateContent>
        <mc:AlternateContent xmlns:mc="http://schemas.openxmlformats.org/markup-compatibility/2006">
          <mc:Choice xmlns:p14="http://schemas.microsoft.com/office/powerpoint/2010/main" Requires="p14">
            <p:contentPart p14:bwMode="auto" r:id="rId310">
              <p14:nvContentPartPr>
                <p14:cNvPr id="191" name="Ink 190">
                  <a:extLst>
                    <a:ext uri="{FF2B5EF4-FFF2-40B4-BE49-F238E27FC236}">
                      <a16:creationId xmlns:a16="http://schemas.microsoft.com/office/drawing/2014/main" id="{CC4A68E6-1520-747D-BAC1-3DA463599D10}"/>
                    </a:ext>
                  </a:extLst>
                </p14:cNvPr>
                <p14:cNvContentPartPr/>
                <p14:nvPr/>
              </p14:nvContentPartPr>
              <p14:xfrm>
                <a:off x="10171544" y="3496602"/>
                <a:ext cx="86400" cy="129240"/>
              </p14:xfrm>
            </p:contentPart>
          </mc:Choice>
          <mc:Fallback>
            <p:pic>
              <p:nvPicPr>
                <p:cNvPr id="191" name="Ink 190">
                  <a:extLst>
                    <a:ext uri="{FF2B5EF4-FFF2-40B4-BE49-F238E27FC236}">
                      <a16:creationId xmlns:a16="http://schemas.microsoft.com/office/drawing/2014/main" id="{CC4A68E6-1520-747D-BAC1-3DA463599D10}"/>
                    </a:ext>
                  </a:extLst>
                </p:cNvPr>
                <p:cNvPicPr/>
                <p:nvPr/>
              </p:nvPicPr>
              <p:blipFill>
                <a:blip r:embed="rId311"/>
                <a:stretch>
                  <a:fillRect/>
                </a:stretch>
              </p:blipFill>
              <p:spPr>
                <a:xfrm>
                  <a:off x="10162904" y="3487962"/>
                  <a:ext cx="104040" cy="146880"/>
                </a:xfrm>
                <a:prstGeom prst="rect">
                  <a:avLst/>
                </a:prstGeom>
              </p:spPr>
            </p:pic>
          </mc:Fallback>
        </mc:AlternateContent>
        <mc:AlternateContent xmlns:mc="http://schemas.openxmlformats.org/markup-compatibility/2006">
          <mc:Choice xmlns:p14="http://schemas.microsoft.com/office/powerpoint/2010/main" Requires="p14">
            <p:contentPart p14:bwMode="auto" r:id="rId312">
              <p14:nvContentPartPr>
                <p14:cNvPr id="192" name="Ink 191">
                  <a:extLst>
                    <a:ext uri="{FF2B5EF4-FFF2-40B4-BE49-F238E27FC236}">
                      <a16:creationId xmlns:a16="http://schemas.microsoft.com/office/drawing/2014/main" id="{A08B207B-C14C-3E66-CD84-8782E91068CA}"/>
                    </a:ext>
                  </a:extLst>
                </p14:cNvPr>
                <p14:cNvContentPartPr/>
                <p14:nvPr/>
              </p14:nvContentPartPr>
              <p14:xfrm>
                <a:off x="10343264" y="3473562"/>
                <a:ext cx="152640" cy="155160"/>
              </p14:xfrm>
            </p:contentPart>
          </mc:Choice>
          <mc:Fallback>
            <p:pic>
              <p:nvPicPr>
                <p:cNvPr id="192" name="Ink 191">
                  <a:extLst>
                    <a:ext uri="{FF2B5EF4-FFF2-40B4-BE49-F238E27FC236}">
                      <a16:creationId xmlns:a16="http://schemas.microsoft.com/office/drawing/2014/main" id="{A08B207B-C14C-3E66-CD84-8782E91068CA}"/>
                    </a:ext>
                  </a:extLst>
                </p:cNvPr>
                <p:cNvPicPr/>
                <p:nvPr/>
              </p:nvPicPr>
              <p:blipFill>
                <a:blip r:embed="rId313"/>
                <a:stretch>
                  <a:fillRect/>
                </a:stretch>
              </p:blipFill>
              <p:spPr>
                <a:xfrm>
                  <a:off x="10334624" y="3464922"/>
                  <a:ext cx="170280" cy="172800"/>
                </a:xfrm>
                <a:prstGeom prst="rect">
                  <a:avLst/>
                </a:prstGeom>
              </p:spPr>
            </p:pic>
          </mc:Fallback>
        </mc:AlternateContent>
        <mc:AlternateContent xmlns:mc="http://schemas.openxmlformats.org/markup-compatibility/2006">
          <mc:Choice xmlns:p14="http://schemas.microsoft.com/office/powerpoint/2010/main" Requires="p14">
            <p:contentPart p14:bwMode="auto" r:id="rId314">
              <p14:nvContentPartPr>
                <p14:cNvPr id="194" name="Ink 193">
                  <a:extLst>
                    <a:ext uri="{FF2B5EF4-FFF2-40B4-BE49-F238E27FC236}">
                      <a16:creationId xmlns:a16="http://schemas.microsoft.com/office/drawing/2014/main" id="{985B855A-94A0-F5EE-73BB-A1468B326195}"/>
                    </a:ext>
                  </a:extLst>
                </p14:cNvPr>
                <p14:cNvContentPartPr/>
                <p14:nvPr/>
              </p14:nvContentPartPr>
              <p14:xfrm>
                <a:off x="4354304" y="3993762"/>
                <a:ext cx="203760" cy="237960"/>
              </p14:xfrm>
            </p:contentPart>
          </mc:Choice>
          <mc:Fallback>
            <p:pic>
              <p:nvPicPr>
                <p:cNvPr id="194" name="Ink 193">
                  <a:extLst>
                    <a:ext uri="{FF2B5EF4-FFF2-40B4-BE49-F238E27FC236}">
                      <a16:creationId xmlns:a16="http://schemas.microsoft.com/office/drawing/2014/main" id="{985B855A-94A0-F5EE-73BB-A1468B326195}"/>
                    </a:ext>
                  </a:extLst>
                </p:cNvPr>
                <p:cNvPicPr/>
                <p:nvPr/>
              </p:nvPicPr>
              <p:blipFill>
                <a:blip r:embed="rId315"/>
                <a:stretch>
                  <a:fillRect/>
                </a:stretch>
              </p:blipFill>
              <p:spPr>
                <a:xfrm>
                  <a:off x="4345664" y="3985122"/>
                  <a:ext cx="221400" cy="255600"/>
                </a:xfrm>
                <a:prstGeom prst="rect">
                  <a:avLst/>
                </a:prstGeom>
              </p:spPr>
            </p:pic>
          </mc:Fallback>
        </mc:AlternateContent>
        <mc:AlternateContent xmlns:mc="http://schemas.openxmlformats.org/markup-compatibility/2006">
          <mc:Choice xmlns:p14="http://schemas.microsoft.com/office/powerpoint/2010/main" Requires="p14">
            <p:contentPart p14:bwMode="auto" r:id="rId316">
              <p14:nvContentPartPr>
                <p14:cNvPr id="195" name="Ink 194">
                  <a:extLst>
                    <a:ext uri="{FF2B5EF4-FFF2-40B4-BE49-F238E27FC236}">
                      <a16:creationId xmlns:a16="http://schemas.microsoft.com/office/drawing/2014/main" id="{F71B30A2-A1BA-781A-C9D5-88170EF30898}"/>
                    </a:ext>
                  </a:extLst>
                </p14:cNvPr>
                <p14:cNvContentPartPr/>
                <p14:nvPr/>
              </p14:nvContentPartPr>
              <p14:xfrm>
                <a:off x="4591544" y="4027962"/>
                <a:ext cx="125280" cy="174600"/>
              </p14:xfrm>
            </p:contentPart>
          </mc:Choice>
          <mc:Fallback>
            <p:pic>
              <p:nvPicPr>
                <p:cNvPr id="195" name="Ink 194">
                  <a:extLst>
                    <a:ext uri="{FF2B5EF4-FFF2-40B4-BE49-F238E27FC236}">
                      <a16:creationId xmlns:a16="http://schemas.microsoft.com/office/drawing/2014/main" id="{F71B30A2-A1BA-781A-C9D5-88170EF30898}"/>
                    </a:ext>
                  </a:extLst>
                </p:cNvPr>
                <p:cNvPicPr/>
                <p:nvPr/>
              </p:nvPicPr>
              <p:blipFill>
                <a:blip r:embed="rId317"/>
                <a:stretch>
                  <a:fillRect/>
                </a:stretch>
              </p:blipFill>
              <p:spPr>
                <a:xfrm>
                  <a:off x="4582904" y="4018962"/>
                  <a:ext cx="142920" cy="192240"/>
                </a:xfrm>
                <a:prstGeom prst="rect">
                  <a:avLst/>
                </a:prstGeom>
              </p:spPr>
            </p:pic>
          </mc:Fallback>
        </mc:AlternateContent>
        <mc:AlternateContent xmlns:mc="http://schemas.openxmlformats.org/markup-compatibility/2006">
          <mc:Choice xmlns:p14="http://schemas.microsoft.com/office/powerpoint/2010/main" Requires="p14">
            <p:contentPart p14:bwMode="auto" r:id="rId318">
              <p14:nvContentPartPr>
                <p14:cNvPr id="196" name="Ink 195">
                  <a:extLst>
                    <a:ext uri="{FF2B5EF4-FFF2-40B4-BE49-F238E27FC236}">
                      <a16:creationId xmlns:a16="http://schemas.microsoft.com/office/drawing/2014/main" id="{D707A789-804D-AFA2-6AD1-568CDE69388D}"/>
                    </a:ext>
                  </a:extLst>
                </p14:cNvPr>
                <p14:cNvContentPartPr/>
                <p14:nvPr/>
              </p14:nvContentPartPr>
              <p14:xfrm>
                <a:off x="4850024" y="4121202"/>
                <a:ext cx="195480" cy="360"/>
              </p14:xfrm>
            </p:contentPart>
          </mc:Choice>
          <mc:Fallback>
            <p:pic>
              <p:nvPicPr>
                <p:cNvPr id="196" name="Ink 195">
                  <a:extLst>
                    <a:ext uri="{FF2B5EF4-FFF2-40B4-BE49-F238E27FC236}">
                      <a16:creationId xmlns:a16="http://schemas.microsoft.com/office/drawing/2014/main" id="{D707A789-804D-AFA2-6AD1-568CDE69388D}"/>
                    </a:ext>
                  </a:extLst>
                </p:cNvPr>
                <p:cNvPicPr/>
                <p:nvPr/>
              </p:nvPicPr>
              <p:blipFill>
                <a:blip r:embed="rId319"/>
                <a:stretch>
                  <a:fillRect/>
                </a:stretch>
              </p:blipFill>
              <p:spPr>
                <a:xfrm>
                  <a:off x="4841384" y="4112202"/>
                  <a:ext cx="21312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320">
              <p14:nvContentPartPr>
                <p14:cNvPr id="197" name="Ink 196">
                  <a:extLst>
                    <a:ext uri="{FF2B5EF4-FFF2-40B4-BE49-F238E27FC236}">
                      <a16:creationId xmlns:a16="http://schemas.microsoft.com/office/drawing/2014/main" id="{F6083FB2-8649-B4E2-44E8-7A57452F6354}"/>
                    </a:ext>
                  </a:extLst>
                </p14:cNvPr>
                <p14:cNvContentPartPr/>
                <p14:nvPr/>
              </p14:nvContentPartPr>
              <p14:xfrm>
                <a:off x="5480744" y="4081962"/>
                <a:ext cx="164160" cy="131400"/>
              </p14:xfrm>
            </p:contentPart>
          </mc:Choice>
          <mc:Fallback>
            <p:pic>
              <p:nvPicPr>
                <p:cNvPr id="197" name="Ink 196">
                  <a:extLst>
                    <a:ext uri="{FF2B5EF4-FFF2-40B4-BE49-F238E27FC236}">
                      <a16:creationId xmlns:a16="http://schemas.microsoft.com/office/drawing/2014/main" id="{F6083FB2-8649-B4E2-44E8-7A57452F6354}"/>
                    </a:ext>
                  </a:extLst>
                </p:cNvPr>
                <p:cNvPicPr/>
                <p:nvPr/>
              </p:nvPicPr>
              <p:blipFill>
                <a:blip r:embed="rId321"/>
                <a:stretch>
                  <a:fillRect/>
                </a:stretch>
              </p:blipFill>
              <p:spPr>
                <a:xfrm>
                  <a:off x="5472104" y="4072962"/>
                  <a:ext cx="181800" cy="149040"/>
                </a:xfrm>
                <a:prstGeom prst="rect">
                  <a:avLst/>
                </a:prstGeom>
              </p:spPr>
            </p:pic>
          </mc:Fallback>
        </mc:AlternateContent>
        <mc:AlternateContent xmlns:mc="http://schemas.openxmlformats.org/markup-compatibility/2006">
          <mc:Choice xmlns:p14="http://schemas.microsoft.com/office/powerpoint/2010/main" Requires="p14">
            <p:contentPart p14:bwMode="auto" r:id="rId322">
              <p14:nvContentPartPr>
                <p14:cNvPr id="198" name="Ink 197">
                  <a:extLst>
                    <a:ext uri="{FF2B5EF4-FFF2-40B4-BE49-F238E27FC236}">
                      <a16:creationId xmlns:a16="http://schemas.microsoft.com/office/drawing/2014/main" id="{1B0A1DFE-51D4-57AB-9E5D-9B6C80749FB4}"/>
                    </a:ext>
                  </a:extLst>
                </p14:cNvPr>
                <p14:cNvContentPartPr/>
                <p14:nvPr/>
              </p14:nvContentPartPr>
              <p14:xfrm>
                <a:off x="5314784" y="4037322"/>
                <a:ext cx="60120" cy="43920"/>
              </p14:xfrm>
            </p:contentPart>
          </mc:Choice>
          <mc:Fallback>
            <p:pic>
              <p:nvPicPr>
                <p:cNvPr id="198" name="Ink 197">
                  <a:extLst>
                    <a:ext uri="{FF2B5EF4-FFF2-40B4-BE49-F238E27FC236}">
                      <a16:creationId xmlns:a16="http://schemas.microsoft.com/office/drawing/2014/main" id="{1B0A1DFE-51D4-57AB-9E5D-9B6C80749FB4}"/>
                    </a:ext>
                  </a:extLst>
                </p:cNvPr>
                <p:cNvPicPr/>
                <p:nvPr/>
              </p:nvPicPr>
              <p:blipFill>
                <a:blip r:embed="rId323"/>
                <a:stretch>
                  <a:fillRect/>
                </a:stretch>
              </p:blipFill>
              <p:spPr>
                <a:xfrm>
                  <a:off x="5305784" y="4028322"/>
                  <a:ext cx="77760" cy="61560"/>
                </a:xfrm>
                <a:prstGeom prst="rect">
                  <a:avLst/>
                </a:prstGeom>
              </p:spPr>
            </p:pic>
          </mc:Fallback>
        </mc:AlternateContent>
        <mc:AlternateContent xmlns:mc="http://schemas.openxmlformats.org/markup-compatibility/2006">
          <mc:Choice xmlns:p14="http://schemas.microsoft.com/office/powerpoint/2010/main" Requires="p14">
            <p:contentPart p14:bwMode="auto" r:id="rId324">
              <p14:nvContentPartPr>
                <p14:cNvPr id="199" name="Ink 198">
                  <a:extLst>
                    <a:ext uri="{FF2B5EF4-FFF2-40B4-BE49-F238E27FC236}">
                      <a16:creationId xmlns:a16="http://schemas.microsoft.com/office/drawing/2014/main" id="{88306093-DF3F-6F17-B6A1-98BB5739B526}"/>
                    </a:ext>
                  </a:extLst>
                </p14:cNvPr>
                <p14:cNvContentPartPr/>
                <p14:nvPr/>
              </p14:nvContentPartPr>
              <p14:xfrm>
                <a:off x="5364464" y="4056402"/>
                <a:ext cx="101880" cy="128880"/>
              </p14:xfrm>
            </p:contentPart>
          </mc:Choice>
          <mc:Fallback>
            <p:pic>
              <p:nvPicPr>
                <p:cNvPr id="199" name="Ink 198">
                  <a:extLst>
                    <a:ext uri="{FF2B5EF4-FFF2-40B4-BE49-F238E27FC236}">
                      <a16:creationId xmlns:a16="http://schemas.microsoft.com/office/drawing/2014/main" id="{88306093-DF3F-6F17-B6A1-98BB5739B526}"/>
                    </a:ext>
                  </a:extLst>
                </p:cNvPr>
                <p:cNvPicPr/>
                <p:nvPr/>
              </p:nvPicPr>
              <p:blipFill>
                <a:blip r:embed="rId325"/>
                <a:stretch>
                  <a:fillRect/>
                </a:stretch>
              </p:blipFill>
              <p:spPr>
                <a:xfrm>
                  <a:off x="5355824" y="4047762"/>
                  <a:ext cx="119520" cy="146520"/>
                </a:xfrm>
                <a:prstGeom prst="rect">
                  <a:avLst/>
                </a:prstGeom>
              </p:spPr>
            </p:pic>
          </mc:Fallback>
        </mc:AlternateContent>
        <mc:AlternateContent xmlns:mc="http://schemas.openxmlformats.org/markup-compatibility/2006">
          <mc:Choice xmlns:p14="http://schemas.microsoft.com/office/powerpoint/2010/main" Requires="p14">
            <p:contentPart p14:bwMode="auto" r:id="rId326">
              <p14:nvContentPartPr>
                <p14:cNvPr id="200" name="Ink 199">
                  <a:extLst>
                    <a:ext uri="{FF2B5EF4-FFF2-40B4-BE49-F238E27FC236}">
                      <a16:creationId xmlns:a16="http://schemas.microsoft.com/office/drawing/2014/main" id="{971F40F6-4E3B-F8BE-BEF4-C8818712DCDD}"/>
                    </a:ext>
                  </a:extLst>
                </p14:cNvPr>
                <p14:cNvContentPartPr/>
                <p14:nvPr/>
              </p14:nvContentPartPr>
              <p14:xfrm>
                <a:off x="5413064" y="4187802"/>
                <a:ext cx="38520" cy="11520"/>
              </p14:xfrm>
            </p:contentPart>
          </mc:Choice>
          <mc:Fallback>
            <p:pic>
              <p:nvPicPr>
                <p:cNvPr id="200" name="Ink 199">
                  <a:extLst>
                    <a:ext uri="{FF2B5EF4-FFF2-40B4-BE49-F238E27FC236}">
                      <a16:creationId xmlns:a16="http://schemas.microsoft.com/office/drawing/2014/main" id="{971F40F6-4E3B-F8BE-BEF4-C8818712DCDD}"/>
                    </a:ext>
                  </a:extLst>
                </p:cNvPr>
                <p:cNvPicPr/>
                <p:nvPr/>
              </p:nvPicPr>
              <p:blipFill>
                <a:blip r:embed="rId327"/>
                <a:stretch>
                  <a:fillRect/>
                </a:stretch>
              </p:blipFill>
              <p:spPr>
                <a:xfrm>
                  <a:off x="5404424" y="4179162"/>
                  <a:ext cx="56160" cy="29160"/>
                </a:xfrm>
                <a:prstGeom prst="rect">
                  <a:avLst/>
                </a:prstGeom>
              </p:spPr>
            </p:pic>
          </mc:Fallback>
        </mc:AlternateContent>
        <mc:AlternateContent xmlns:mc="http://schemas.openxmlformats.org/markup-compatibility/2006">
          <mc:Choice xmlns:p14="http://schemas.microsoft.com/office/powerpoint/2010/main" Requires="p14">
            <p:contentPart p14:bwMode="auto" r:id="rId328">
              <p14:nvContentPartPr>
                <p14:cNvPr id="201" name="Ink 200">
                  <a:extLst>
                    <a:ext uri="{FF2B5EF4-FFF2-40B4-BE49-F238E27FC236}">
                      <a16:creationId xmlns:a16="http://schemas.microsoft.com/office/drawing/2014/main" id="{0EA9F377-1831-1F32-FD56-B0E47E987220}"/>
                    </a:ext>
                  </a:extLst>
                </p14:cNvPr>
                <p14:cNvContentPartPr/>
                <p14:nvPr/>
              </p14:nvContentPartPr>
              <p14:xfrm>
                <a:off x="5738864" y="4081242"/>
                <a:ext cx="18720" cy="132120"/>
              </p14:xfrm>
            </p:contentPart>
          </mc:Choice>
          <mc:Fallback>
            <p:pic>
              <p:nvPicPr>
                <p:cNvPr id="201" name="Ink 200">
                  <a:extLst>
                    <a:ext uri="{FF2B5EF4-FFF2-40B4-BE49-F238E27FC236}">
                      <a16:creationId xmlns:a16="http://schemas.microsoft.com/office/drawing/2014/main" id="{0EA9F377-1831-1F32-FD56-B0E47E987220}"/>
                    </a:ext>
                  </a:extLst>
                </p:cNvPr>
                <p:cNvPicPr/>
                <p:nvPr/>
              </p:nvPicPr>
              <p:blipFill>
                <a:blip r:embed="rId329"/>
                <a:stretch>
                  <a:fillRect/>
                </a:stretch>
              </p:blipFill>
              <p:spPr>
                <a:xfrm>
                  <a:off x="5729864" y="4072602"/>
                  <a:ext cx="36360" cy="149760"/>
                </a:xfrm>
                <a:prstGeom prst="rect">
                  <a:avLst/>
                </a:prstGeom>
              </p:spPr>
            </p:pic>
          </mc:Fallback>
        </mc:AlternateContent>
        <mc:AlternateContent xmlns:mc="http://schemas.openxmlformats.org/markup-compatibility/2006">
          <mc:Choice xmlns:p14="http://schemas.microsoft.com/office/powerpoint/2010/main" Requires="p14">
            <p:contentPart p14:bwMode="auto" r:id="rId330">
              <p14:nvContentPartPr>
                <p14:cNvPr id="202" name="Ink 201">
                  <a:extLst>
                    <a:ext uri="{FF2B5EF4-FFF2-40B4-BE49-F238E27FC236}">
                      <a16:creationId xmlns:a16="http://schemas.microsoft.com/office/drawing/2014/main" id="{BD4D1C92-E588-726F-B678-5D71988252EB}"/>
                    </a:ext>
                  </a:extLst>
                </p14:cNvPr>
                <p14:cNvContentPartPr/>
                <p14:nvPr/>
              </p14:nvContentPartPr>
              <p14:xfrm>
                <a:off x="5804384" y="4028322"/>
                <a:ext cx="360" cy="360"/>
              </p14:xfrm>
            </p:contentPart>
          </mc:Choice>
          <mc:Fallback>
            <p:pic>
              <p:nvPicPr>
                <p:cNvPr id="202" name="Ink 201">
                  <a:extLst>
                    <a:ext uri="{FF2B5EF4-FFF2-40B4-BE49-F238E27FC236}">
                      <a16:creationId xmlns:a16="http://schemas.microsoft.com/office/drawing/2014/main" id="{BD4D1C92-E588-726F-B678-5D71988252EB}"/>
                    </a:ext>
                  </a:extLst>
                </p:cNvPr>
                <p:cNvPicPr/>
                <p:nvPr/>
              </p:nvPicPr>
              <p:blipFill>
                <a:blip r:embed="rId331"/>
                <a:stretch>
                  <a:fillRect/>
                </a:stretch>
              </p:blipFill>
              <p:spPr>
                <a:xfrm>
                  <a:off x="5795384" y="4019682"/>
                  <a:ext cx="180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332">
              <p14:nvContentPartPr>
                <p14:cNvPr id="203" name="Ink 202">
                  <a:extLst>
                    <a:ext uri="{FF2B5EF4-FFF2-40B4-BE49-F238E27FC236}">
                      <a16:creationId xmlns:a16="http://schemas.microsoft.com/office/drawing/2014/main" id="{7A75F05C-CFB5-27EB-D767-D5AC555C6F93}"/>
                    </a:ext>
                  </a:extLst>
                </p14:cNvPr>
                <p14:cNvContentPartPr/>
                <p14:nvPr/>
              </p14:nvContentPartPr>
              <p14:xfrm>
                <a:off x="5896544" y="4062522"/>
                <a:ext cx="174600" cy="154800"/>
              </p14:xfrm>
            </p:contentPart>
          </mc:Choice>
          <mc:Fallback>
            <p:pic>
              <p:nvPicPr>
                <p:cNvPr id="203" name="Ink 202">
                  <a:extLst>
                    <a:ext uri="{FF2B5EF4-FFF2-40B4-BE49-F238E27FC236}">
                      <a16:creationId xmlns:a16="http://schemas.microsoft.com/office/drawing/2014/main" id="{7A75F05C-CFB5-27EB-D767-D5AC555C6F93}"/>
                    </a:ext>
                  </a:extLst>
                </p:cNvPr>
                <p:cNvPicPr/>
                <p:nvPr/>
              </p:nvPicPr>
              <p:blipFill>
                <a:blip r:embed="rId333"/>
                <a:stretch>
                  <a:fillRect/>
                </a:stretch>
              </p:blipFill>
              <p:spPr>
                <a:xfrm>
                  <a:off x="5887904" y="4053522"/>
                  <a:ext cx="192240" cy="172440"/>
                </a:xfrm>
                <a:prstGeom prst="rect">
                  <a:avLst/>
                </a:prstGeom>
              </p:spPr>
            </p:pic>
          </mc:Fallback>
        </mc:AlternateContent>
        <mc:AlternateContent xmlns:mc="http://schemas.openxmlformats.org/markup-compatibility/2006">
          <mc:Choice xmlns:p14="http://schemas.microsoft.com/office/powerpoint/2010/main" Requires="p14">
            <p:contentPart p14:bwMode="auto" r:id="rId334">
              <p14:nvContentPartPr>
                <p14:cNvPr id="206" name="Ink 205">
                  <a:extLst>
                    <a:ext uri="{FF2B5EF4-FFF2-40B4-BE49-F238E27FC236}">
                      <a16:creationId xmlns:a16="http://schemas.microsoft.com/office/drawing/2014/main" id="{5BB11412-F7BA-65D8-E6A4-ADCDB48A3124}"/>
                    </a:ext>
                  </a:extLst>
                </p14:cNvPr>
                <p14:cNvContentPartPr/>
                <p14:nvPr/>
              </p14:nvContentPartPr>
              <p14:xfrm>
                <a:off x="6751904" y="4053522"/>
                <a:ext cx="68040" cy="62640"/>
              </p14:xfrm>
            </p:contentPart>
          </mc:Choice>
          <mc:Fallback>
            <p:pic>
              <p:nvPicPr>
                <p:cNvPr id="206" name="Ink 205">
                  <a:extLst>
                    <a:ext uri="{FF2B5EF4-FFF2-40B4-BE49-F238E27FC236}">
                      <a16:creationId xmlns:a16="http://schemas.microsoft.com/office/drawing/2014/main" id="{5BB11412-F7BA-65D8-E6A4-ADCDB48A3124}"/>
                    </a:ext>
                  </a:extLst>
                </p:cNvPr>
                <p:cNvPicPr/>
                <p:nvPr/>
              </p:nvPicPr>
              <p:blipFill>
                <a:blip r:embed="rId335"/>
                <a:stretch>
                  <a:fillRect/>
                </a:stretch>
              </p:blipFill>
              <p:spPr>
                <a:xfrm>
                  <a:off x="6743264" y="4044882"/>
                  <a:ext cx="85680" cy="80280"/>
                </a:xfrm>
                <a:prstGeom prst="rect">
                  <a:avLst/>
                </a:prstGeom>
              </p:spPr>
            </p:pic>
          </mc:Fallback>
        </mc:AlternateContent>
        <mc:AlternateContent xmlns:mc="http://schemas.openxmlformats.org/markup-compatibility/2006">
          <mc:Choice xmlns:p14="http://schemas.microsoft.com/office/powerpoint/2010/main" Requires="p14">
            <p:contentPart p14:bwMode="auto" r:id="rId336">
              <p14:nvContentPartPr>
                <p14:cNvPr id="207" name="Ink 206">
                  <a:extLst>
                    <a:ext uri="{FF2B5EF4-FFF2-40B4-BE49-F238E27FC236}">
                      <a16:creationId xmlns:a16="http://schemas.microsoft.com/office/drawing/2014/main" id="{50F0E4BD-BD9F-E72F-1C61-4A6F83267232}"/>
                    </a:ext>
                  </a:extLst>
                </p14:cNvPr>
                <p14:cNvContentPartPr/>
                <p14:nvPr/>
              </p14:nvContentPartPr>
              <p14:xfrm>
                <a:off x="6877904" y="4052082"/>
                <a:ext cx="48600" cy="163800"/>
              </p14:xfrm>
            </p:contentPart>
          </mc:Choice>
          <mc:Fallback>
            <p:pic>
              <p:nvPicPr>
                <p:cNvPr id="207" name="Ink 206">
                  <a:extLst>
                    <a:ext uri="{FF2B5EF4-FFF2-40B4-BE49-F238E27FC236}">
                      <a16:creationId xmlns:a16="http://schemas.microsoft.com/office/drawing/2014/main" id="{50F0E4BD-BD9F-E72F-1C61-4A6F83267232}"/>
                    </a:ext>
                  </a:extLst>
                </p:cNvPr>
                <p:cNvPicPr/>
                <p:nvPr/>
              </p:nvPicPr>
              <p:blipFill>
                <a:blip r:embed="rId337"/>
                <a:stretch>
                  <a:fillRect/>
                </a:stretch>
              </p:blipFill>
              <p:spPr>
                <a:xfrm>
                  <a:off x="6869264" y="4043082"/>
                  <a:ext cx="66240" cy="181440"/>
                </a:xfrm>
                <a:prstGeom prst="rect">
                  <a:avLst/>
                </a:prstGeom>
              </p:spPr>
            </p:pic>
          </mc:Fallback>
        </mc:AlternateContent>
        <mc:AlternateContent xmlns:mc="http://schemas.openxmlformats.org/markup-compatibility/2006">
          <mc:Choice xmlns:p14="http://schemas.microsoft.com/office/powerpoint/2010/main" Requires="p14">
            <p:contentPart p14:bwMode="auto" r:id="rId338">
              <p14:nvContentPartPr>
                <p14:cNvPr id="208" name="Ink 207">
                  <a:extLst>
                    <a:ext uri="{FF2B5EF4-FFF2-40B4-BE49-F238E27FC236}">
                      <a16:creationId xmlns:a16="http://schemas.microsoft.com/office/drawing/2014/main" id="{ABBBB907-016E-68F9-FC49-862B3B62C6C7}"/>
                    </a:ext>
                  </a:extLst>
                </p14:cNvPr>
                <p14:cNvContentPartPr/>
                <p14:nvPr/>
              </p14:nvContentPartPr>
              <p14:xfrm>
                <a:off x="6950624" y="4148202"/>
                <a:ext cx="56160" cy="68400"/>
              </p14:xfrm>
            </p:contentPart>
          </mc:Choice>
          <mc:Fallback>
            <p:pic>
              <p:nvPicPr>
                <p:cNvPr id="208" name="Ink 207">
                  <a:extLst>
                    <a:ext uri="{FF2B5EF4-FFF2-40B4-BE49-F238E27FC236}">
                      <a16:creationId xmlns:a16="http://schemas.microsoft.com/office/drawing/2014/main" id="{ABBBB907-016E-68F9-FC49-862B3B62C6C7}"/>
                    </a:ext>
                  </a:extLst>
                </p:cNvPr>
                <p:cNvPicPr/>
                <p:nvPr/>
              </p:nvPicPr>
              <p:blipFill>
                <a:blip r:embed="rId339"/>
                <a:stretch>
                  <a:fillRect/>
                </a:stretch>
              </p:blipFill>
              <p:spPr>
                <a:xfrm>
                  <a:off x="6941984" y="4139202"/>
                  <a:ext cx="73800" cy="86040"/>
                </a:xfrm>
                <a:prstGeom prst="rect">
                  <a:avLst/>
                </a:prstGeom>
              </p:spPr>
            </p:pic>
          </mc:Fallback>
        </mc:AlternateContent>
        <mc:AlternateContent xmlns:mc="http://schemas.openxmlformats.org/markup-compatibility/2006">
          <mc:Choice xmlns:p14="http://schemas.microsoft.com/office/powerpoint/2010/main" Requires="p14">
            <p:contentPart p14:bwMode="auto" r:id="rId340">
              <p14:nvContentPartPr>
                <p14:cNvPr id="209" name="Ink 208">
                  <a:extLst>
                    <a:ext uri="{FF2B5EF4-FFF2-40B4-BE49-F238E27FC236}">
                      <a16:creationId xmlns:a16="http://schemas.microsoft.com/office/drawing/2014/main" id="{07D91E56-7804-89FF-2FC7-182FE959CA02}"/>
                    </a:ext>
                  </a:extLst>
                </p14:cNvPr>
                <p14:cNvContentPartPr/>
                <p14:nvPr/>
              </p14:nvContentPartPr>
              <p14:xfrm>
                <a:off x="7149344" y="4077282"/>
                <a:ext cx="90720" cy="138600"/>
              </p14:xfrm>
            </p:contentPart>
          </mc:Choice>
          <mc:Fallback>
            <p:pic>
              <p:nvPicPr>
                <p:cNvPr id="209" name="Ink 208">
                  <a:extLst>
                    <a:ext uri="{FF2B5EF4-FFF2-40B4-BE49-F238E27FC236}">
                      <a16:creationId xmlns:a16="http://schemas.microsoft.com/office/drawing/2014/main" id="{07D91E56-7804-89FF-2FC7-182FE959CA02}"/>
                    </a:ext>
                  </a:extLst>
                </p:cNvPr>
                <p:cNvPicPr/>
                <p:nvPr/>
              </p:nvPicPr>
              <p:blipFill>
                <a:blip r:embed="rId341"/>
                <a:stretch>
                  <a:fillRect/>
                </a:stretch>
              </p:blipFill>
              <p:spPr>
                <a:xfrm>
                  <a:off x="7140344" y="4068282"/>
                  <a:ext cx="108360" cy="156240"/>
                </a:xfrm>
                <a:prstGeom prst="rect">
                  <a:avLst/>
                </a:prstGeom>
              </p:spPr>
            </p:pic>
          </mc:Fallback>
        </mc:AlternateContent>
        <mc:AlternateContent xmlns:mc="http://schemas.openxmlformats.org/markup-compatibility/2006">
          <mc:Choice xmlns:p14="http://schemas.microsoft.com/office/powerpoint/2010/main" Requires="p14">
            <p:contentPart p14:bwMode="auto" r:id="rId342">
              <p14:nvContentPartPr>
                <p14:cNvPr id="210" name="Ink 209">
                  <a:extLst>
                    <a:ext uri="{FF2B5EF4-FFF2-40B4-BE49-F238E27FC236}">
                      <a16:creationId xmlns:a16="http://schemas.microsoft.com/office/drawing/2014/main" id="{D8D1F2E4-D3BC-9EE6-B900-94ACCD69451F}"/>
                    </a:ext>
                  </a:extLst>
                </p14:cNvPr>
                <p14:cNvContentPartPr/>
                <p14:nvPr/>
              </p14:nvContentPartPr>
              <p14:xfrm>
                <a:off x="7288664" y="4097082"/>
                <a:ext cx="28440" cy="90720"/>
              </p14:xfrm>
            </p:contentPart>
          </mc:Choice>
          <mc:Fallback>
            <p:pic>
              <p:nvPicPr>
                <p:cNvPr id="210" name="Ink 209">
                  <a:extLst>
                    <a:ext uri="{FF2B5EF4-FFF2-40B4-BE49-F238E27FC236}">
                      <a16:creationId xmlns:a16="http://schemas.microsoft.com/office/drawing/2014/main" id="{D8D1F2E4-D3BC-9EE6-B900-94ACCD69451F}"/>
                    </a:ext>
                  </a:extLst>
                </p:cNvPr>
                <p:cNvPicPr/>
                <p:nvPr/>
              </p:nvPicPr>
              <p:blipFill>
                <a:blip r:embed="rId343"/>
                <a:stretch>
                  <a:fillRect/>
                </a:stretch>
              </p:blipFill>
              <p:spPr>
                <a:xfrm>
                  <a:off x="7279664" y="4088082"/>
                  <a:ext cx="46080" cy="108360"/>
                </a:xfrm>
                <a:prstGeom prst="rect">
                  <a:avLst/>
                </a:prstGeom>
              </p:spPr>
            </p:pic>
          </mc:Fallback>
        </mc:AlternateContent>
        <mc:AlternateContent xmlns:mc="http://schemas.openxmlformats.org/markup-compatibility/2006">
          <mc:Choice xmlns:p14="http://schemas.microsoft.com/office/powerpoint/2010/main" Requires="p14">
            <p:contentPart p14:bwMode="auto" r:id="rId344">
              <p14:nvContentPartPr>
                <p14:cNvPr id="211" name="Ink 210">
                  <a:extLst>
                    <a:ext uri="{FF2B5EF4-FFF2-40B4-BE49-F238E27FC236}">
                      <a16:creationId xmlns:a16="http://schemas.microsoft.com/office/drawing/2014/main" id="{12C3DF87-E6A6-8F3F-C909-27564AE011A9}"/>
                    </a:ext>
                  </a:extLst>
                </p14:cNvPr>
                <p14:cNvContentPartPr/>
                <p14:nvPr/>
              </p14:nvContentPartPr>
              <p14:xfrm>
                <a:off x="7330784" y="3984402"/>
                <a:ext cx="11160" cy="18000"/>
              </p14:xfrm>
            </p:contentPart>
          </mc:Choice>
          <mc:Fallback>
            <p:pic>
              <p:nvPicPr>
                <p:cNvPr id="211" name="Ink 210">
                  <a:extLst>
                    <a:ext uri="{FF2B5EF4-FFF2-40B4-BE49-F238E27FC236}">
                      <a16:creationId xmlns:a16="http://schemas.microsoft.com/office/drawing/2014/main" id="{12C3DF87-E6A6-8F3F-C909-27564AE011A9}"/>
                    </a:ext>
                  </a:extLst>
                </p:cNvPr>
                <p:cNvPicPr/>
                <p:nvPr/>
              </p:nvPicPr>
              <p:blipFill>
                <a:blip r:embed="rId345"/>
                <a:stretch>
                  <a:fillRect/>
                </a:stretch>
              </p:blipFill>
              <p:spPr>
                <a:xfrm>
                  <a:off x="7321784" y="3975762"/>
                  <a:ext cx="28800" cy="35640"/>
                </a:xfrm>
                <a:prstGeom prst="rect">
                  <a:avLst/>
                </a:prstGeom>
              </p:spPr>
            </p:pic>
          </mc:Fallback>
        </mc:AlternateContent>
        <mc:AlternateContent xmlns:mc="http://schemas.openxmlformats.org/markup-compatibility/2006">
          <mc:Choice xmlns:p14="http://schemas.microsoft.com/office/powerpoint/2010/main" Requires="p14">
            <p:contentPart p14:bwMode="auto" r:id="rId346">
              <p14:nvContentPartPr>
                <p14:cNvPr id="212" name="Ink 211">
                  <a:extLst>
                    <a:ext uri="{FF2B5EF4-FFF2-40B4-BE49-F238E27FC236}">
                      <a16:creationId xmlns:a16="http://schemas.microsoft.com/office/drawing/2014/main" id="{FE28F127-C57E-E50D-F29B-81A8D86E6CCF}"/>
                    </a:ext>
                  </a:extLst>
                </p14:cNvPr>
                <p14:cNvContentPartPr/>
                <p14:nvPr/>
              </p14:nvContentPartPr>
              <p14:xfrm>
                <a:off x="7382264" y="3986562"/>
                <a:ext cx="113760" cy="221040"/>
              </p14:xfrm>
            </p:contentPart>
          </mc:Choice>
          <mc:Fallback>
            <p:pic>
              <p:nvPicPr>
                <p:cNvPr id="212" name="Ink 211">
                  <a:extLst>
                    <a:ext uri="{FF2B5EF4-FFF2-40B4-BE49-F238E27FC236}">
                      <a16:creationId xmlns:a16="http://schemas.microsoft.com/office/drawing/2014/main" id="{FE28F127-C57E-E50D-F29B-81A8D86E6CCF}"/>
                    </a:ext>
                  </a:extLst>
                </p:cNvPr>
                <p:cNvPicPr/>
                <p:nvPr/>
              </p:nvPicPr>
              <p:blipFill>
                <a:blip r:embed="rId347"/>
                <a:stretch>
                  <a:fillRect/>
                </a:stretch>
              </p:blipFill>
              <p:spPr>
                <a:xfrm>
                  <a:off x="7373624" y="3977922"/>
                  <a:ext cx="131400" cy="238680"/>
                </a:xfrm>
                <a:prstGeom prst="rect">
                  <a:avLst/>
                </a:prstGeom>
              </p:spPr>
            </p:pic>
          </mc:Fallback>
        </mc:AlternateContent>
        <mc:AlternateContent xmlns:mc="http://schemas.openxmlformats.org/markup-compatibility/2006">
          <mc:Choice xmlns:p14="http://schemas.microsoft.com/office/powerpoint/2010/main" Requires="p14">
            <p:contentPart p14:bwMode="auto" r:id="rId348">
              <p14:nvContentPartPr>
                <p14:cNvPr id="213" name="Ink 212">
                  <a:extLst>
                    <a:ext uri="{FF2B5EF4-FFF2-40B4-BE49-F238E27FC236}">
                      <a16:creationId xmlns:a16="http://schemas.microsoft.com/office/drawing/2014/main" id="{19A3BA8A-73DA-1B7F-0BE6-4E0B18397E10}"/>
                    </a:ext>
                  </a:extLst>
                </p14:cNvPr>
                <p14:cNvContentPartPr/>
                <p14:nvPr/>
              </p14:nvContentPartPr>
              <p14:xfrm>
                <a:off x="7566944" y="4134162"/>
                <a:ext cx="45360" cy="7560"/>
              </p14:xfrm>
            </p:contentPart>
          </mc:Choice>
          <mc:Fallback>
            <p:pic>
              <p:nvPicPr>
                <p:cNvPr id="213" name="Ink 212">
                  <a:extLst>
                    <a:ext uri="{FF2B5EF4-FFF2-40B4-BE49-F238E27FC236}">
                      <a16:creationId xmlns:a16="http://schemas.microsoft.com/office/drawing/2014/main" id="{19A3BA8A-73DA-1B7F-0BE6-4E0B18397E10}"/>
                    </a:ext>
                  </a:extLst>
                </p:cNvPr>
                <p:cNvPicPr/>
                <p:nvPr/>
              </p:nvPicPr>
              <p:blipFill>
                <a:blip r:embed="rId349"/>
                <a:stretch>
                  <a:fillRect/>
                </a:stretch>
              </p:blipFill>
              <p:spPr>
                <a:xfrm>
                  <a:off x="7557944" y="4125162"/>
                  <a:ext cx="63000" cy="25200"/>
                </a:xfrm>
                <a:prstGeom prst="rect">
                  <a:avLst/>
                </a:prstGeom>
              </p:spPr>
            </p:pic>
          </mc:Fallback>
        </mc:AlternateContent>
        <mc:AlternateContent xmlns:mc="http://schemas.openxmlformats.org/markup-compatibility/2006">
          <mc:Choice xmlns:p14="http://schemas.microsoft.com/office/powerpoint/2010/main" Requires="p14">
            <p:contentPart p14:bwMode="auto" r:id="rId350">
              <p14:nvContentPartPr>
                <p14:cNvPr id="214" name="Ink 213">
                  <a:extLst>
                    <a:ext uri="{FF2B5EF4-FFF2-40B4-BE49-F238E27FC236}">
                      <a16:creationId xmlns:a16="http://schemas.microsoft.com/office/drawing/2014/main" id="{8F9AF666-5709-7B1B-4322-FBDCC24452E7}"/>
                    </a:ext>
                  </a:extLst>
                </p14:cNvPr>
                <p14:cNvContentPartPr/>
                <p14:nvPr/>
              </p14:nvContentPartPr>
              <p14:xfrm>
                <a:off x="7665584" y="4051362"/>
                <a:ext cx="146880" cy="125640"/>
              </p14:xfrm>
            </p:contentPart>
          </mc:Choice>
          <mc:Fallback>
            <p:pic>
              <p:nvPicPr>
                <p:cNvPr id="214" name="Ink 213">
                  <a:extLst>
                    <a:ext uri="{FF2B5EF4-FFF2-40B4-BE49-F238E27FC236}">
                      <a16:creationId xmlns:a16="http://schemas.microsoft.com/office/drawing/2014/main" id="{8F9AF666-5709-7B1B-4322-FBDCC24452E7}"/>
                    </a:ext>
                  </a:extLst>
                </p:cNvPr>
                <p:cNvPicPr/>
                <p:nvPr/>
              </p:nvPicPr>
              <p:blipFill>
                <a:blip r:embed="rId351"/>
                <a:stretch>
                  <a:fillRect/>
                </a:stretch>
              </p:blipFill>
              <p:spPr>
                <a:xfrm>
                  <a:off x="7656584" y="4042362"/>
                  <a:ext cx="164520" cy="143280"/>
                </a:xfrm>
                <a:prstGeom prst="rect">
                  <a:avLst/>
                </a:prstGeom>
              </p:spPr>
            </p:pic>
          </mc:Fallback>
        </mc:AlternateContent>
        <mc:AlternateContent xmlns:mc="http://schemas.openxmlformats.org/markup-compatibility/2006">
          <mc:Choice xmlns:p14="http://schemas.microsoft.com/office/powerpoint/2010/main" Requires="p14">
            <p:contentPart p14:bwMode="auto" r:id="rId352">
              <p14:nvContentPartPr>
                <p14:cNvPr id="215" name="Ink 214">
                  <a:extLst>
                    <a:ext uri="{FF2B5EF4-FFF2-40B4-BE49-F238E27FC236}">
                      <a16:creationId xmlns:a16="http://schemas.microsoft.com/office/drawing/2014/main" id="{DFFBA1E8-2EC7-F7B5-2E0B-54C5220BCE8F}"/>
                    </a:ext>
                  </a:extLst>
                </p14:cNvPr>
                <p14:cNvContentPartPr/>
                <p14:nvPr/>
              </p14:nvContentPartPr>
              <p14:xfrm>
                <a:off x="7822544" y="4075842"/>
                <a:ext cx="90720" cy="113760"/>
              </p14:xfrm>
            </p:contentPart>
          </mc:Choice>
          <mc:Fallback>
            <p:pic>
              <p:nvPicPr>
                <p:cNvPr id="215" name="Ink 214">
                  <a:extLst>
                    <a:ext uri="{FF2B5EF4-FFF2-40B4-BE49-F238E27FC236}">
                      <a16:creationId xmlns:a16="http://schemas.microsoft.com/office/drawing/2014/main" id="{DFFBA1E8-2EC7-F7B5-2E0B-54C5220BCE8F}"/>
                    </a:ext>
                  </a:extLst>
                </p:cNvPr>
                <p:cNvPicPr/>
                <p:nvPr/>
              </p:nvPicPr>
              <p:blipFill>
                <a:blip r:embed="rId353"/>
                <a:stretch>
                  <a:fillRect/>
                </a:stretch>
              </p:blipFill>
              <p:spPr>
                <a:xfrm>
                  <a:off x="7813544" y="4067202"/>
                  <a:ext cx="108360" cy="131400"/>
                </a:xfrm>
                <a:prstGeom prst="rect">
                  <a:avLst/>
                </a:prstGeom>
              </p:spPr>
            </p:pic>
          </mc:Fallback>
        </mc:AlternateContent>
        <mc:AlternateContent xmlns:mc="http://schemas.openxmlformats.org/markup-compatibility/2006">
          <mc:Choice xmlns:p14="http://schemas.microsoft.com/office/powerpoint/2010/main" Requires="p14">
            <p:contentPart p14:bwMode="auto" r:id="rId354">
              <p14:nvContentPartPr>
                <p14:cNvPr id="216" name="Ink 215">
                  <a:extLst>
                    <a:ext uri="{FF2B5EF4-FFF2-40B4-BE49-F238E27FC236}">
                      <a16:creationId xmlns:a16="http://schemas.microsoft.com/office/drawing/2014/main" id="{90D556CB-BEA7-A094-F6E9-741695695AC7}"/>
                    </a:ext>
                  </a:extLst>
                </p14:cNvPr>
                <p14:cNvContentPartPr/>
                <p14:nvPr/>
              </p14:nvContentPartPr>
              <p14:xfrm>
                <a:off x="7997504" y="3989082"/>
                <a:ext cx="59040" cy="357840"/>
              </p14:xfrm>
            </p:contentPart>
          </mc:Choice>
          <mc:Fallback>
            <p:pic>
              <p:nvPicPr>
                <p:cNvPr id="216" name="Ink 215">
                  <a:extLst>
                    <a:ext uri="{FF2B5EF4-FFF2-40B4-BE49-F238E27FC236}">
                      <a16:creationId xmlns:a16="http://schemas.microsoft.com/office/drawing/2014/main" id="{90D556CB-BEA7-A094-F6E9-741695695AC7}"/>
                    </a:ext>
                  </a:extLst>
                </p:cNvPr>
                <p:cNvPicPr/>
                <p:nvPr/>
              </p:nvPicPr>
              <p:blipFill>
                <a:blip r:embed="rId355"/>
                <a:stretch>
                  <a:fillRect/>
                </a:stretch>
              </p:blipFill>
              <p:spPr>
                <a:xfrm>
                  <a:off x="7988864" y="3980082"/>
                  <a:ext cx="76680" cy="375480"/>
                </a:xfrm>
                <a:prstGeom prst="rect">
                  <a:avLst/>
                </a:prstGeom>
              </p:spPr>
            </p:pic>
          </mc:Fallback>
        </mc:AlternateContent>
        <mc:AlternateContent xmlns:mc="http://schemas.openxmlformats.org/markup-compatibility/2006">
          <mc:Choice xmlns:p14="http://schemas.microsoft.com/office/powerpoint/2010/main" Requires="p14">
            <p:contentPart p14:bwMode="auto" r:id="rId356">
              <p14:nvContentPartPr>
                <p14:cNvPr id="217" name="Ink 216">
                  <a:extLst>
                    <a:ext uri="{FF2B5EF4-FFF2-40B4-BE49-F238E27FC236}">
                      <a16:creationId xmlns:a16="http://schemas.microsoft.com/office/drawing/2014/main" id="{5F7247D1-EF6C-FE36-D3B2-97315C7564E9}"/>
                    </a:ext>
                  </a:extLst>
                </p14:cNvPr>
                <p14:cNvContentPartPr/>
                <p14:nvPr/>
              </p14:nvContentPartPr>
              <p14:xfrm>
                <a:off x="7976984" y="4132362"/>
                <a:ext cx="133560" cy="108720"/>
              </p14:xfrm>
            </p:contentPart>
          </mc:Choice>
          <mc:Fallback>
            <p:pic>
              <p:nvPicPr>
                <p:cNvPr id="217" name="Ink 216">
                  <a:extLst>
                    <a:ext uri="{FF2B5EF4-FFF2-40B4-BE49-F238E27FC236}">
                      <a16:creationId xmlns:a16="http://schemas.microsoft.com/office/drawing/2014/main" id="{5F7247D1-EF6C-FE36-D3B2-97315C7564E9}"/>
                    </a:ext>
                  </a:extLst>
                </p:cNvPr>
                <p:cNvPicPr/>
                <p:nvPr/>
              </p:nvPicPr>
              <p:blipFill>
                <a:blip r:embed="rId357"/>
                <a:stretch>
                  <a:fillRect/>
                </a:stretch>
              </p:blipFill>
              <p:spPr>
                <a:xfrm>
                  <a:off x="7968344" y="4123362"/>
                  <a:ext cx="151200" cy="126360"/>
                </a:xfrm>
                <a:prstGeom prst="rect">
                  <a:avLst/>
                </a:prstGeom>
              </p:spPr>
            </p:pic>
          </mc:Fallback>
        </mc:AlternateContent>
        <mc:AlternateContent xmlns:mc="http://schemas.openxmlformats.org/markup-compatibility/2006">
          <mc:Choice xmlns:p14="http://schemas.microsoft.com/office/powerpoint/2010/main" Requires="p14">
            <p:contentPart p14:bwMode="auto" r:id="rId358">
              <p14:nvContentPartPr>
                <p14:cNvPr id="218" name="Ink 217">
                  <a:extLst>
                    <a:ext uri="{FF2B5EF4-FFF2-40B4-BE49-F238E27FC236}">
                      <a16:creationId xmlns:a16="http://schemas.microsoft.com/office/drawing/2014/main" id="{7EE92600-F6A3-652D-CB6F-4CF8288A833F}"/>
                    </a:ext>
                  </a:extLst>
                </p14:cNvPr>
                <p14:cNvContentPartPr/>
                <p14:nvPr/>
              </p14:nvContentPartPr>
              <p14:xfrm>
                <a:off x="8275424" y="4108602"/>
                <a:ext cx="13680" cy="6480"/>
              </p14:xfrm>
            </p:contentPart>
          </mc:Choice>
          <mc:Fallback>
            <p:pic>
              <p:nvPicPr>
                <p:cNvPr id="218" name="Ink 217">
                  <a:extLst>
                    <a:ext uri="{FF2B5EF4-FFF2-40B4-BE49-F238E27FC236}">
                      <a16:creationId xmlns:a16="http://schemas.microsoft.com/office/drawing/2014/main" id="{7EE92600-F6A3-652D-CB6F-4CF8288A833F}"/>
                    </a:ext>
                  </a:extLst>
                </p:cNvPr>
                <p:cNvPicPr/>
                <p:nvPr/>
              </p:nvPicPr>
              <p:blipFill>
                <a:blip r:embed="rId359"/>
                <a:stretch>
                  <a:fillRect/>
                </a:stretch>
              </p:blipFill>
              <p:spPr>
                <a:xfrm>
                  <a:off x="8266784" y="4099962"/>
                  <a:ext cx="31320" cy="24120"/>
                </a:xfrm>
                <a:prstGeom prst="rect">
                  <a:avLst/>
                </a:prstGeom>
              </p:spPr>
            </p:pic>
          </mc:Fallback>
        </mc:AlternateContent>
        <mc:AlternateContent xmlns:mc="http://schemas.openxmlformats.org/markup-compatibility/2006">
          <mc:Choice xmlns:p14="http://schemas.microsoft.com/office/powerpoint/2010/main" Requires="p14">
            <p:contentPart p14:bwMode="auto" r:id="rId360">
              <p14:nvContentPartPr>
                <p14:cNvPr id="219" name="Ink 218">
                  <a:extLst>
                    <a:ext uri="{FF2B5EF4-FFF2-40B4-BE49-F238E27FC236}">
                      <a16:creationId xmlns:a16="http://schemas.microsoft.com/office/drawing/2014/main" id="{662AACD2-8184-DEAF-307A-B95413B3583E}"/>
                    </a:ext>
                  </a:extLst>
                </p14:cNvPr>
                <p14:cNvContentPartPr/>
                <p14:nvPr/>
              </p14:nvContentPartPr>
              <p14:xfrm>
                <a:off x="8302064" y="4154322"/>
                <a:ext cx="21240" cy="14400"/>
              </p14:xfrm>
            </p:contentPart>
          </mc:Choice>
          <mc:Fallback>
            <p:pic>
              <p:nvPicPr>
                <p:cNvPr id="219" name="Ink 218">
                  <a:extLst>
                    <a:ext uri="{FF2B5EF4-FFF2-40B4-BE49-F238E27FC236}">
                      <a16:creationId xmlns:a16="http://schemas.microsoft.com/office/drawing/2014/main" id="{662AACD2-8184-DEAF-307A-B95413B3583E}"/>
                    </a:ext>
                  </a:extLst>
                </p:cNvPr>
                <p:cNvPicPr/>
                <p:nvPr/>
              </p:nvPicPr>
              <p:blipFill>
                <a:blip r:embed="rId361"/>
                <a:stretch>
                  <a:fillRect/>
                </a:stretch>
              </p:blipFill>
              <p:spPr>
                <a:xfrm>
                  <a:off x="8293064" y="4145322"/>
                  <a:ext cx="38880" cy="32040"/>
                </a:xfrm>
                <a:prstGeom prst="rect">
                  <a:avLst/>
                </a:prstGeom>
              </p:spPr>
            </p:pic>
          </mc:Fallback>
        </mc:AlternateContent>
        <mc:AlternateContent xmlns:mc="http://schemas.openxmlformats.org/markup-compatibility/2006">
          <mc:Choice xmlns:p14="http://schemas.microsoft.com/office/powerpoint/2010/main" Requires="p14">
            <p:contentPart p14:bwMode="auto" r:id="rId362">
              <p14:nvContentPartPr>
                <p14:cNvPr id="221" name="Ink 220">
                  <a:extLst>
                    <a:ext uri="{FF2B5EF4-FFF2-40B4-BE49-F238E27FC236}">
                      <a16:creationId xmlns:a16="http://schemas.microsoft.com/office/drawing/2014/main" id="{799BF937-75FC-18BC-C735-E18D547D97B0}"/>
                    </a:ext>
                  </a:extLst>
                </p14:cNvPr>
                <p14:cNvContentPartPr/>
                <p14:nvPr/>
              </p14:nvContentPartPr>
              <p14:xfrm>
                <a:off x="5539064" y="3670842"/>
                <a:ext cx="2834280" cy="477000"/>
              </p14:xfrm>
            </p:contentPart>
          </mc:Choice>
          <mc:Fallback>
            <p:pic>
              <p:nvPicPr>
                <p:cNvPr id="221" name="Ink 220">
                  <a:extLst>
                    <a:ext uri="{FF2B5EF4-FFF2-40B4-BE49-F238E27FC236}">
                      <a16:creationId xmlns:a16="http://schemas.microsoft.com/office/drawing/2014/main" id="{799BF937-75FC-18BC-C735-E18D547D97B0}"/>
                    </a:ext>
                  </a:extLst>
                </p:cNvPr>
                <p:cNvPicPr/>
                <p:nvPr/>
              </p:nvPicPr>
              <p:blipFill>
                <a:blip r:embed="rId363"/>
                <a:stretch>
                  <a:fillRect/>
                </a:stretch>
              </p:blipFill>
              <p:spPr>
                <a:xfrm>
                  <a:off x="5530064" y="3661842"/>
                  <a:ext cx="2851920" cy="494640"/>
                </a:xfrm>
                <a:prstGeom prst="rect">
                  <a:avLst/>
                </a:prstGeom>
              </p:spPr>
            </p:pic>
          </mc:Fallback>
        </mc:AlternateContent>
        <mc:AlternateContent xmlns:mc="http://schemas.openxmlformats.org/markup-compatibility/2006">
          <mc:Choice xmlns:p14="http://schemas.microsoft.com/office/powerpoint/2010/main" Requires="p14">
            <p:contentPart p14:bwMode="auto" r:id="rId364">
              <p14:nvContentPartPr>
                <p14:cNvPr id="222" name="Ink 221">
                  <a:extLst>
                    <a:ext uri="{FF2B5EF4-FFF2-40B4-BE49-F238E27FC236}">
                      <a16:creationId xmlns:a16="http://schemas.microsoft.com/office/drawing/2014/main" id="{A3B88758-6FB8-890F-BC36-BBA727AC755A}"/>
                    </a:ext>
                  </a:extLst>
                </p14:cNvPr>
                <p14:cNvContentPartPr/>
                <p14:nvPr/>
              </p14:nvContentPartPr>
              <p14:xfrm>
                <a:off x="8345984" y="4112922"/>
                <a:ext cx="151200" cy="56520"/>
              </p14:xfrm>
            </p:contentPart>
          </mc:Choice>
          <mc:Fallback>
            <p:pic>
              <p:nvPicPr>
                <p:cNvPr id="222" name="Ink 221">
                  <a:extLst>
                    <a:ext uri="{FF2B5EF4-FFF2-40B4-BE49-F238E27FC236}">
                      <a16:creationId xmlns:a16="http://schemas.microsoft.com/office/drawing/2014/main" id="{A3B88758-6FB8-890F-BC36-BBA727AC755A}"/>
                    </a:ext>
                  </a:extLst>
                </p:cNvPr>
                <p:cNvPicPr/>
                <p:nvPr/>
              </p:nvPicPr>
              <p:blipFill>
                <a:blip r:embed="rId365"/>
                <a:stretch>
                  <a:fillRect/>
                </a:stretch>
              </p:blipFill>
              <p:spPr>
                <a:xfrm>
                  <a:off x="8336984" y="4103922"/>
                  <a:ext cx="168840" cy="74160"/>
                </a:xfrm>
                <a:prstGeom prst="rect">
                  <a:avLst/>
                </a:prstGeom>
              </p:spPr>
            </p:pic>
          </mc:Fallback>
        </mc:AlternateContent>
      </p:grpSp>
      <p:grpSp>
        <p:nvGrpSpPr>
          <p:cNvPr id="226" name="Group 225">
            <a:extLst>
              <a:ext uri="{FF2B5EF4-FFF2-40B4-BE49-F238E27FC236}">
                <a16:creationId xmlns:a16="http://schemas.microsoft.com/office/drawing/2014/main" id="{DB1F6061-ADBD-9306-FF99-AF801F90397C}"/>
              </a:ext>
            </a:extLst>
          </p:cNvPr>
          <p:cNvGrpSpPr/>
          <p:nvPr/>
        </p:nvGrpSpPr>
        <p:grpSpPr>
          <a:xfrm>
            <a:off x="196304" y="4438722"/>
            <a:ext cx="343080" cy="294480"/>
            <a:chOff x="196304" y="4438722"/>
            <a:chExt cx="343080" cy="294480"/>
          </a:xfrm>
        </p:grpSpPr>
        <mc:AlternateContent xmlns:mc="http://schemas.openxmlformats.org/markup-compatibility/2006">
          <mc:Choice xmlns:p14="http://schemas.microsoft.com/office/powerpoint/2010/main" Requires="p14">
            <p:contentPart p14:bwMode="auto" r:id="rId366">
              <p14:nvContentPartPr>
                <p14:cNvPr id="224" name="Ink 223">
                  <a:extLst>
                    <a:ext uri="{FF2B5EF4-FFF2-40B4-BE49-F238E27FC236}">
                      <a16:creationId xmlns:a16="http://schemas.microsoft.com/office/drawing/2014/main" id="{82A05946-A3BE-9760-DDE6-616D0F631488}"/>
                    </a:ext>
                  </a:extLst>
                </p14:cNvPr>
                <p14:cNvContentPartPr/>
                <p14:nvPr/>
              </p14:nvContentPartPr>
              <p14:xfrm>
                <a:off x="196304" y="4497402"/>
                <a:ext cx="207360" cy="234720"/>
              </p14:xfrm>
            </p:contentPart>
          </mc:Choice>
          <mc:Fallback>
            <p:pic>
              <p:nvPicPr>
                <p:cNvPr id="224" name="Ink 223">
                  <a:extLst>
                    <a:ext uri="{FF2B5EF4-FFF2-40B4-BE49-F238E27FC236}">
                      <a16:creationId xmlns:a16="http://schemas.microsoft.com/office/drawing/2014/main" id="{82A05946-A3BE-9760-DDE6-616D0F631488}"/>
                    </a:ext>
                  </a:extLst>
                </p:cNvPr>
                <p:cNvPicPr/>
                <p:nvPr/>
              </p:nvPicPr>
              <p:blipFill>
                <a:blip r:embed="rId367"/>
                <a:stretch>
                  <a:fillRect/>
                </a:stretch>
              </p:blipFill>
              <p:spPr>
                <a:xfrm>
                  <a:off x="187664" y="4488402"/>
                  <a:ext cx="225000" cy="252360"/>
                </a:xfrm>
                <a:prstGeom prst="rect">
                  <a:avLst/>
                </a:prstGeom>
              </p:spPr>
            </p:pic>
          </mc:Fallback>
        </mc:AlternateContent>
        <mc:AlternateContent xmlns:mc="http://schemas.openxmlformats.org/markup-compatibility/2006">
          <mc:Choice xmlns:p14="http://schemas.microsoft.com/office/powerpoint/2010/main" Requires="p14">
            <p:contentPart p14:bwMode="auto" r:id="rId368">
              <p14:nvContentPartPr>
                <p14:cNvPr id="225" name="Ink 224">
                  <a:extLst>
                    <a:ext uri="{FF2B5EF4-FFF2-40B4-BE49-F238E27FC236}">
                      <a16:creationId xmlns:a16="http://schemas.microsoft.com/office/drawing/2014/main" id="{48A492B6-2784-FE64-C53B-6AA9348C4F7E}"/>
                    </a:ext>
                  </a:extLst>
                </p14:cNvPr>
                <p14:cNvContentPartPr/>
                <p14:nvPr/>
              </p14:nvContentPartPr>
              <p14:xfrm>
                <a:off x="457304" y="4438722"/>
                <a:ext cx="82080" cy="294480"/>
              </p14:xfrm>
            </p:contentPart>
          </mc:Choice>
          <mc:Fallback>
            <p:pic>
              <p:nvPicPr>
                <p:cNvPr id="225" name="Ink 224">
                  <a:extLst>
                    <a:ext uri="{FF2B5EF4-FFF2-40B4-BE49-F238E27FC236}">
                      <a16:creationId xmlns:a16="http://schemas.microsoft.com/office/drawing/2014/main" id="{48A492B6-2784-FE64-C53B-6AA9348C4F7E}"/>
                    </a:ext>
                  </a:extLst>
                </p:cNvPr>
                <p:cNvPicPr/>
                <p:nvPr/>
              </p:nvPicPr>
              <p:blipFill>
                <a:blip r:embed="rId369"/>
                <a:stretch>
                  <a:fillRect/>
                </a:stretch>
              </p:blipFill>
              <p:spPr>
                <a:xfrm>
                  <a:off x="448304" y="4429722"/>
                  <a:ext cx="99720" cy="312120"/>
                </a:xfrm>
                <a:prstGeom prst="rect">
                  <a:avLst/>
                </a:prstGeom>
              </p:spPr>
            </p:pic>
          </mc:Fallback>
        </mc:AlternateContent>
      </p:grpSp>
      <p:grpSp>
        <p:nvGrpSpPr>
          <p:cNvPr id="254" name="Group 253">
            <a:extLst>
              <a:ext uri="{FF2B5EF4-FFF2-40B4-BE49-F238E27FC236}">
                <a16:creationId xmlns:a16="http://schemas.microsoft.com/office/drawing/2014/main" id="{BA969154-B1E5-BA43-1C6E-573F3542E792}"/>
              </a:ext>
            </a:extLst>
          </p:cNvPr>
          <p:cNvGrpSpPr/>
          <p:nvPr/>
        </p:nvGrpSpPr>
        <p:grpSpPr>
          <a:xfrm>
            <a:off x="792824" y="4468242"/>
            <a:ext cx="735840" cy="282240"/>
            <a:chOff x="792824" y="4468242"/>
            <a:chExt cx="735840" cy="282240"/>
          </a:xfrm>
        </p:grpSpPr>
        <mc:AlternateContent xmlns:mc="http://schemas.openxmlformats.org/markup-compatibility/2006">
          <mc:Choice xmlns:p14="http://schemas.microsoft.com/office/powerpoint/2010/main" Requires="p14">
            <p:contentPart p14:bwMode="auto" r:id="rId370">
              <p14:nvContentPartPr>
                <p14:cNvPr id="227" name="Ink 226">
                  <a:extLst>
                    <a:ext uri="{FF2B5EF4-FFF2-40B4-BE49-F238E27FC236}">
                      <a16:creationId xmlns:a16="http://schemas.microsoft.com/office/drawing/2014/main" id="{1DB5B16E-CC83-5051-5395-72C2FDC0917C}"/>
                    </a:ext>
                  </a:extLst>
                </p14:cNvPr>
                <p14:cNvContentPartPr/>
                <p14:nvPr/>
              </p14:nvContentPartPr>
              <p14:xfrm>
                <a:off x="792824" y="4468242"/>
                <a:ext cx="166680" cy="282240"/>
              </p14:xfrm>
            </p:contentPart>
          </mc:Choice>
          <mc:Fallback>
            <p:pic>
              <p:nvPicPr>
                <p:cNvPr id="227" name="Ink 226">
                  <a:extLst>
                    <a:ext uri="{FF2B5EF4-FFF2-40B4-BE49-F238E27FC236}">
                      <a16:creationId xmlns:a16="http://schemas.microsoft.com/office/drawing/2014/main" id="{1DB5B16E-CC83-5051-5395-72C2FDC0917C}"/>
                    </a:ext>
                  </a:extLst>
                </p:cNvPr>
                <p:cNvPicPr/>
                <p:nvPr/>
              </p:nvPicPr>
              <p:blipFill>
                <a:blip r:embed="rId371"/>
                <a:stretch>
                  <a:fillRect/>
                </a:stretch>
              </p:blipFill>
              <p:spPr>
                <a:xfrm>
                  <a:off x="783824" y="4459242"/>
                  <a:ext cx="184320" cy="299880"/>
                </a:xfrm>
                <a:prstGeom prst="rect">
                  <a:avLst/>
                </a:prstGeom>
              </p:spPr>
            </p:pic>
          </mc:Fallback>
        </mc:AlternateContent>
        <mc:AlternateContent xmlns:mc="http://schemas.openxmlformats.org/markup-compatibility/2006">
          <mc:Choice xmlns:p14="http://schemas.microsoft.com/office/powerpoint/2010/main" Requires="p14">
            <p:contentPart p14:bwMode="auto" r:id="rId372">
              <p14:nvContentPartPr>
                <p14:cNvPr id="228" name="Ink 227">
                  <a:extLst>
                    <a:ext uri="{FF2B5EF4-FFF2-40B4-BE49-F238E27FC236}">
                      <a16:creationId xmlns:a16="http://schemas.microsoft.com/office/drawing/2014/main" id="{7D5F8425-2585-1270-690C-D5E0BAB4009E}"/>
                    </a:ext>
                  </a:extLst>
                </p14:cNvPr>
                <p14:cNvContentPartPr/>
                <p14:nvPr/>
              </p14:nvContentPartPr>
              <p14:xfrm>
                <a:off x="1054904" y="4521522"/>
                <a:ext cx="266400" cy="192960"/>
              </p14:xfrm>
            </p:contentPart>
          </mc:Choice>
          <mc:Fallback>
            <p:pic>
              <p:nvPicPr>
                <p:cNvPr id="228" name="Ink 227">
                  <a:extLst>
                    <a:ext uri="{FF2B5EF4-FFF2-40B4-BE49-F238E27FC236}">
                      <a16:creationId xmlns:a16="http://schemas.microsoft.com/office/drawing/2014/main" id="{7D5F8425-2585-1270-690C-D5E0BAB4009E}"/>
                    </a:ext>
                  </a:extLst>
                </p:cNvPr>
                <p:cNvPicPr/>
                <p:nvPr/>
              </p:nvPicPr>
              <p:blipFill>
                <a:blip r:embed="rId373"/>
                <a:stretch>
                  <a:fillRect/>
                </a:stretch>
              </p:blipFill>
              <p:spPr>
                <a:xfrm>
                  <a:off x="1045904" y="4512522"/>
                  <a:ext cx="284040" cy="210600"/>
                </a:xfrm>
                <a:prstGeom prst="rect">
                  <a:avLst/>
                </a:prstGeom>
              </p:spPr>
            </p:pic>
          </mc:Fallback>
        </mc:AlternateContent>
        <mc:AlternateContent xmlns:mc="http://schemas.openxmlformats.org/markup-compatibility/2006">
          <mc:Choice xmlns:p14="http://schemas.microsoft.com/office/powerpoint/2010/main" Requires="p14">
            <p:contentPart p14:bwMode="auto" r:id="rId374">
              <p14:nvContentPartPr>
                <p14:cNvPr id="229" name="Ink 228">
                  <a:extLst>
                    <a:ext uri="{FF2B5EF4-FFF2-40B4-BE49-F238E27FC236}">
                      <a16:creationId xmlns:a16="http://schemas.microsoft.com/office/drawing/2014/main" id="{09BEDE79-4D02-4BE3-7CF7-C7D205C7C202}"/>
                    </a:ext>
                  </a:extLst>
                </p14:cNvPr>
                <p14:cNvContentPartPr/>
                <p14:nvPr/>
              </p14:nvContentPartPr>
              <p14:xfrm>
                <a:off x="1417784" y="4499202"/>
                <a:ext cx="110880" cy="232920"/>
              </p14:xfrm>
            </p:contentPart>
          </mc:Choice>
          <mc:Fallback>
            <p:pic>
              <p:nvPicPr>
                <p:cNvPr id="229" name="Ink 228">
                  <a:extLst>
                    <a:ext uri="{FF2B5EF4-FFF2-40B4-BE49-F238E27FC236}">
                      <a16:creationId xmlns:a16="http://schemas.microsoft.com/office/drawing/2014/main" id="{09BEDE79-4D02-4BE3-7CF7-C7D205C7C202}"/>
                    </a:ext>
                  </a:extLst>
                </p:cNvPr>
                <p:cNvPicPr/>
                <p:nvPr/>
              </p:nvPicPr>
              <p:blipFill>
                <a:blip r:embed="rId375"/>
                <a:stretch>
                  <a:fillRect/>
                </a:stretch>
              </p:blipFill>
              <p:spPr>
                <a:xfrm>
                  <a:off x="1408784" y="4490202"/>
                  <a:ext cx="128520" cy="250560"/>
                </a:xfrm>
                <a:prstGeom prst="rect">
                  <a:avLst/>
                </a:prstGeom>
              </p:spPr>
            </p:pic>
          </mc:Fallback>
        </mc:AlternateContent>
      </p:grpSp>
      <p:grpSp>
        <p:nvGrpSpPr>
          <p:cNvPr id="253" name="Group 252">
            <a:extLst>
              <a:ext uri="{FF2B5EF4-FFF2-40B4-BE49-F238E27FC236}">
                <a16:creationId xmlns:a16="http://schemas.microsoft.com/office/drawing/2014/main" id="{DEAD3FDF-9D2A-B8D3-A184-2AF94620DE88}"/>
              </a:ext>
            </a:extLst>
          </p:cNvPr>
          <p:cNvGrpSpPr/>
          <p:nvPr/>
        </p:nvGrpSpPr>
        <p:grpSpPr>
          <a:xfrm>
            <a:off x="1322744" y="5019762"/>
            <a:ext cx="1251000" cy="352440"/>
            <a:chOff x="1322744" y="5019762"/>
            <a:chExt cx="1251000" cy="352440"/>
          </a:xfrm>
        </p:grpSpPr>
        <mc:AlternateContent xmlns:mc="http://schemas.openxmlformats.org/markup-compatibility/2006">
          <mc:Choice xmlns:p14="http://schemas.microsoft.com/office/powerpoint/2010/main" Requires="p14">
            <p:contentPart p14:bwMode="auto" r:id="rId376">
              <p14:nvContentPartPr>
                <p14:cNvPr id="230" name="Ink 229">
                  <a:extLst>
                    <a:ext uri="{FF2B5EF4-FFF2-40B4-BE49-F238E27FC236}">
                      <a16:creationId xmlns:a16="http://schemas.microsoft.com/office/drawing/2014/main" id="{30A89240-802D-210E-4AD7-5939560767C1}"/>
                    </a:ext>
                  </a:extLst>
                </p14:cNvPr>
                <p14:cNvContentPartPr/>
                <p14:nvPr/>
              </p14:nvContentPartPr>
              <p14:xfrm>
                <a:off x="1322744" y="5038482"/>
                <a:ext cx="288000" cy="281160"/>
              </p14:xfrm>
            </p:contentPart>
          </mc:Choice>
          <mc:Fallback>
            <p:pic>
              <p:nvPicPr>
                <p:cNvPr id="230" name="Ink 229">
                  <a:extLst>
                    <a:ext uri="{FF2B5EF4-FFF2-40B4-BE49-F238E27FC236}">
                      <a16:creationId xmlns:a16="http://schemas.microsoft.com/office/drawing/2014/main" id="{30A89240-802D-210E-4AD7-5939560767C1}"/>
                    </a:ext>
                  </a:extLst>
                </p:cNvPr>
                <p:cNvPicPr/>
                <p:nvPr/>
              </p:nvPicPr>
              <p:blipFill>
                <a:blip r:embed="rId377"/>
                <a:stretch>
                  <a:fillRect/>
                </a:stretch>
              </p:blipFill>
              <p:spPr>
                <a:xfrm>
                  <a:off x="1313744" y="5029482"/>
                  <a:ext cx="305640" cy="298800"/>
                </a:xfrm>
                <a:prstGeom prst="rect">
                  <a:avLst/>
                </a:prstGeom>
              </p:spPr>
            </p:pic>
          </mc:Fallback>
        </mc:AlternateContent>
        <mc:AlternateContent xmlns:mc="http://schemas.openxmlformats.org/markup-compatibility/2006">
          <mc:Choice xmlns:p14="http://schemas.microsoft.com/office/powerpoint/2010/main" Requires="p14">
            <p:contentPart p14:bwMode="auto" r:id="rId378">
              <p14:nvContentPartPr>
                <p14:cNvPr id="231" name="Ink 230">
                  <a:extLst>
                    <a:ext uri="{FF2B5EF4-FFF2-40B4-BE49-F238E27FC236}">
                      <a16:creationId xmlns:a16="http://schemas.microsoft.com/office/drawing/2014/main" id="{36F18494-3EBC-0A9D-46E5-E2126E2082C8}"/>
                    </a:ext>
                  </a:extLst>
                </p14:cNvPr>
                <p14:cNvContentPartPr/>
                <p14:nvPr/>
              </p14:nvContentPartPr>
              <p14:xfrm>
                <a:off x="1716224" y="5095362"/>
                <a:ext cx="111600" cy="183240"/>
              </p14:xfrm>
            </p:contentPart>
          </mc:Choice>
          <mc:Fallback>
            <p:pic>
              <p:nvPicPr>
                <p:cNvPr id="231" name="Ink 230">
                  <a:extLst>
                    <a:ext uri="{FF2B5EF4-FFF2-40B4-BE49-F238E27FC236}">
                      <a16:creationId xmlns:a16="http://schemas.microsoft.com/office/drawing/2014/main" id="{36F18494-3EBC-0A9D-46E5-E2126E2082C8}"/>
                    </a:ext>
                  </a:extLst>
                </p:cNvPr>
                <p:cNvPicPr/>
                <p:nvPr/>
              </p:nvPicPr>
              <p:blipFill>
                <a:blip r:embed="rId379"/>
                <a:stretch>
                  <a:fillRect/>
                </a:stretch>
              </p:blipFill>
              <p:spPr>
                <a:xfrm>
                  <a:off x="1707224" y="5086722"/>
                  <a:ext cx="129240" cy="200880"/>
                </a:xfrm>
                <a:prstGeom prst="rect">
                  <a:avLst/>
                </a:prstGeom>
              </p:spPr>
            </p:pic>
          </mc:Fallback>
        </mc:AlternateContent>
        <mc:AlternateContent xmlns:mc="http://schemas.openxmlformats.org/markup-compatibility/2006">
          <mc:Choice xmlns:p14="http://schemas.microsoft.com/office/powerpoint/2010/main" Requires="p14">
            <p:contentPart p14:bwMode="auto" r:id="rId380">
              <p14:nvContentPartPr>
                <p14:cNvPr id="232" name="Ink 231">
                  <a:extLst>
                    <a:ext uri="{FF2B5EF4-FFF2-40B4-BE49-F238E27FC236}">
                      <a16:creationId xmlns:a16="http://schemas.microsoft.com/office/drawing/2014/main" id="{5F7FC26A-3C89-5F1E-002C-4E9A21F355FA}"/>
                    </a:ext>
                  </a:extLst>
                </p14:cNvPr>
                <p14:cNvContentPartPr/>
                <p14:nvPr/>
              </p14:nvContentPartPr>
              <p14:xfrm>
                <a:off x="1943384" y="5072322"/>
                <a:ext cx="27720" cy="187920"/>
              </p14:xfrm>
            </p:contentPart>
          </mc:Choice>
          <mc:Fallback>
            <p:pic>
              <p:nvPicPr>
                <p:cNvPr id="232" name="Ink 231">
                  <a:extLst>
                    <a:ext uri="{FF2B5EF4-FFF2-40B4-BE49-F238E27FC236}">
                      <a16:creationId xmlns:a16="http://schemas.microsoft.com/office/drawing/2014/main" id="{5F7FC26A-3C89-5F1E-002C-4E9A21F355FA}"/>
                    </a:ext>
                  </a:extLst>
                </p:cNvPr>
                <p:cNvPicPr/>
                <p:nvPr/>
              </p:nvPicPr>
              <p:blipFill>
                <a:blip r:embed="rId381"/>
                <a:stretch>
                  <a:fillRect/>
                </a:stretch>
              </p:blipFill>
              <p:spPr>
                <a:xfrm>
                  <a:off x="1934384" y="5063322"/>
                  <a:ext cx="45360" cy="205560"/>
                </a:xfrm>
                <a:prstGeom prst="rect">
                  <a:avLst/>
                </a:prstGeom>
              </p:spPr>
            </p:pic>
          </mc:Fallback>
        </mc:AlternateContent>
        <mc:AlternateContent xmlns:mc="http://schemas.openxmlformats.org/markup-compatibility/2006">
          <mc:Choice xmlns:p14="http://schemas.microsoft.com/office/powerpoint/2010/main" Requires="p14">
            <p:contentPart p14:bwMode="auto" r:id="rId382">
              <p14:nvContentPartPr>
                <p14:cNvPr id="233" name="Ink 232">
                  <a:extLst>
                    <a:ext uri="{FF2B5EF4-FFF2-40B4-BE49-F238E27FC236}">
                      <a16:creationId xmlns:a16="http://schemas.microsoft.com/office/drawing/2014/main" id="{5C14DBF3-0D60-38BF-4AD3-E407343D7D4B}"/>
                    </a:ext>
                  </a:extLst>
                </p14:cNvPr>
                <p14:cNvContentPartPr/>
                <p14:nvPr/>
              </p14:nvContentPartPr>
              <p14:xfrm>
                <a:off x="1921424" y="5061882"/>
                <a:ext cx="176760" cy="220680"/>
              </p14:xfrm>
            </p:contentPart>
          </mc:Choice>
          <mc:Fallback>
            <p:pic>
              <p:nvPicPr>
                <p:cNvPr id="233" name="Ink 232">
                  <a:extLst>
                    <a:ext uri="{FF2B5EF4-FFF2-40B4-BE49-F238E27FC236}">
                      <a16:creationId xmlns:a16="http://schemas.microsoft.com/office/drawing/2014/main" id="{5C14DBF3-0D60-38BF-4AD3-E407343D7D4B}"/>
                    </a:ext>
                  </a:extLst>
                </p:cNvPr>
                <p:cNvPicPr/>
                <p:nvPr/>
              </p:nvPicPr>
              <p:blipFill>
                <a:blip r:embed="rId383"/>
                <a:stretch>
                  <a:fillRect/>
                </a:stretch>
              </p:blipFill>
              <p:spPr>
                <a:xfrm>
                  <a:off x="1912424" y="5053242"/>
                  <a:ext cx="194400" cy="238320"/>
                </a:xfrm>
                <a:prstGeom prst="rect">
                  <a:avLst/>
                </a:prstGeom>
              </p:spPr>
            </p:pic>
          </mc:Fallback>
        </mc:AlternateContent>
        <mc:AlternateContent xmlns:mc="http://schemas.openxmlformats.org/markup-compatibility/2006">
          <mc:Choice xmlns:p14="http://schemas.microsoft.com/office/powerpoint/2010/main" Requires="p14">
            <p:contentPart p14:bwMode="auto" r:id="rId384">
              <p14:nvContentPartPr>
                <p14:cNvPr id="234" name="Ink 233">
                  <a:extLst>
                    <a:ext uri="{FF2B5EF4-FFF2-40B4-BE49-F238E27FC236}">
                      <a16:creationId xmlns:a16="http://schemas.microsoft.com/office/drawing/2014/main" id="{13D711BF-B55D-0A06-4C42-EC7B6C743273}"/>
                    </a:ext>
                  </a:extLst>
                </p14:cNvPr>
                <p14:cNvContentPartPr/>
                <p14:nvPr/>
              </p14:nvContentPartPr>
              <p14:xfrm>
                <a:off x="2165504" y="5055402"/>
                <a:ext cx="30600" cy="209160"/>
              </p14:xfrm>
            </p:contentPart>
          </mc:Choice>
          <mc:Fallback>
            <p:pic>
              <p:nvPicPr>
                <p:cNvPr id="234" name="Ink 233">
                  <a:extLst>
                    <a:ext uri="{FF2B5EF4-FFF2-40B4-BE49-F238E27FC236}">
                      <a16:creationId xmlns:a16="http://schemas.microsoft.com/office/drawing/2014/main" id="{13D711BF-B55D-0A06-4C42-EC7B6C743273}"/>
                    </a:ext>
                  </a:extLst>
                </p:cNvPr>
                <p:cNvPicPr/>
                <p:nvPr/>
              </p:nvPicPr>
              <p:blipFill>
                <a:blip r:embed="rId385"/>
                <a:stretch>
                  <a:fillRect/>
                </a:stretch>
              </p:blipFill>
              <p:spPr>
                <a:xfrm>
                  <a:off x="2156504" y="5046762"/>
                  <a:ext cx="48240" cy="226800"/>
                </a:xfrm>
                <a:prstGeom prst="rect">
                  <a:avLst/>
                </a:prstGeom>
              </p:spPr>
            </p:pic>
          </mc:Fallback>
        </mc:AlternateContent>
        <mc:AlternateContent xmlns:mc="http://schemas.openxmlformats.org/markup-compatibility/2006">
          <mc:Choice xmlns:p14="http://schemas.microsoft.com/office/powerpoint/2010/main" Requires="p14">
            <p:contentPart p14:bwMode="auto" r:id="rId386">
              <p14:nvContentPartPr>
                <p14:cNvPr id="235" name="Ink 234">
                  <a:extLst>
                    <a:ext uri="{FF2B5EF4-FFF2-40B4-BE49-F238E27FC236}">
                      <a16:creationId xmlns:a16="http://schemas.microsoft.com/office/drawing/2014/main" id="{5DCC8B62-029B-B646-34B5-535E00DE28BB}"/>
                    </a:ext>
                  </a:extLst>
                </p14:cNvPr>
                <p14:cNvContentPartPr/>
                <p14:nvPr/>
              </p14:nvContentPartPr>
              <p14:xfrm>
                <a:off x="2282144" y="5085642"/>
                <a:ext cx="37080" cy="167400"/>
              </p14:xfrm>
            </p:contentPart>
          </mc:Choice>
          <mc:Fallback>
            <p:pic>
              <p:nvPicPr>
                <p:cNvPr id="235" name="Ink 234">
                  <a:extLst>
                    <a:ext uri="{FF2B5EF4-FFF2-40B4-BE49-F238E27FC236}">
                      <a16:creationId xmlns:a16="http://schemas.microsoft.com/office/drawing/2014/main" id="{5DCC8B62-029B-B646-34B5-535E00DE28BB}"/>
                    </a:ext>
                  </a:extLst>
                </p:cNvPr>
                <p:cNvPicPr/>
                <p:nvPr/>
              </p:nvPicPr>
              <p:blipFill>
                <a:blip r:embed="rId387"/>
                <a:stretch>
                  <a:fillRect/>
                </a:stretch>
              </p:blipFill>
              <p:spPr>
                <a:xfrm>
                  <a:off x="2273144" y="5077002"/>
                  <a:ext cx="54720" cy="185040"/>
                </a:xfrm>
                <a:prstGeom prst="rect">
                  <a:avLst/>
                </a:prstGeom>
              </p:spPr>
            </p:pic>
          </mc:Fallback>
        </mc:AlternateContent>
        <mc:AlternateContent xmlns:mc="http://schemas.openxmlformats.org/markup-compatibility/2006">
          <mc:Choice xmlns:p14="http://schemas.microsoft.com/office/powerpoint/2010/main" Requires="p14">
            <p:contentPart p14:bwMode="auto" r:id="rId388">
              <p14:nvContentPartPr>
                <p14:cNvPr id="236" name="Ink 235">
                  <a:extLst>
                    <a:ext uri="{FF2B5EF4-FFF2-40B4-BE49-F238E27FC236}">
                      <a16:creationId xmlns:a16="http://schemas.microsoft.com/office/drawing/2014/main" id="{4111F22D-1A59-3152-8846-88B5AAE04E16}"/>
                    </a:ext>
                  </a:extLst>
                </p14:cNvPr>
                <p14:cNvContentPartPr/>
                <p14:nvPr/>
              </p14:nvContentPartPr>
              <p14:xfrm>
                <a:off x="2312024" y="5019762"/>
                <a:ext cx="82800" cy="75960"/>
              </p14:xfrm>
            </p:contentPart>
          </mc:Choice>
          <mc:Fallback>
            <p:pic>
              <p:nvPicPr>
                <p:cNvPr id="236" name="Ink 235">
                  <a:extLst>
                    <a:ext uri="{FF2B5EF4-FFF2-40B4-BE49-F238E27FC236}">
                      <a16:creationId xmlns:a16="http://schemas.microsoft.com/office/drawing/2014/main" id="{4111F22D-1A59-3152-8846-88B5AAE04E16}"/>
                    </a:ext>
                  </a:extLst>
                </p:cNvPr>
                <p:cNvPicPr/>
                <p:nvPr/>
              </p:nvPicPr>
              <p:blipFill>
                <a:blip r:embed="rId389"/>
                <a:stretch>
                  <a:fillRect/>
                </a:stretch>
              </p:blipFill>
              <p:spPr>
                <a:xfrm>
                  <a:off x="2303384" y="5010762"/>
                  <a:ext cx="100440" cy="93600"/>
                </a:xfrm>
                <a:prstGeom prst="rect">
                  <a:avLst/>
                </a:prstGeom>
              </p:spPr>
            </p:pic>
          </mc:Fallback>
        </mc:AlternateContent>
        <mc:AlternateContent xmlns:mc="http://schemas.openxmlformats.org/markup-compatibility/2006">
          <mc:Choice xmlns:p14="http://schemas.microsoft.com/office/powerpoint/2010/main" Requires="p14">
            <p:contentPart p14:bwMode="auto" r:id="rId390">
              <p14:nvContentPartPr>
                <p14:cNvPr id="237" name="Ink 236">
                  <a:extLst>
                    <a:ext uri="{FF2B5EF4-FFF2-40B4-BE49-F238E27FC236}">
                      <a16:creationId xmlns:a16="http://schemas.microsoft.com/office/drawing/2014/main" id="{B70FBEC3-5C0F-669B-BC4C-4B52B4124918}"/>
                    </a:ext>
                  </a:extLst>
                </p14:cNvPr>
                <p14:cNvContentPartPr/>
                <p14:nvPr/>
              </p14:nvContentPartPr>
              <p14:xfrm>
                <a:off x="2327864" y="5159442"/>
                <a:ext cx="47160" cy="14760"/>
              </p14:xfrm>
            </p:contentPart>
          </mc:Choice>
          <mc:Fallback>
            <p:pic>
              <p:nvPicPr>
                <p:cNvPr id="237" name="Ink 236">
                  <a:extLst>
                    <a:ext uri="{FF2B5EF4-FFF2-40B4-BE49-F238E27FC236}">
                      <a16:creationId xmlns:a16="http://schemas.microsoft.com/office/drawing/2014/main" id="{B70FBEC3-5C0F-669B-BC4C-4B52B4124918}"/>
                    </a:ext>
                  </a:extLst>
                </p:cNvPr>
                <p:cNvPicPr/>
                <p:nvPr/>
              </p:nvPicPr>
              <p:blipFill>
                <a:blip r:embed="rId391"/>
                <a:stretch>
                  <a:fillRect/>
                </a:stretch>
              </p:blipFill>
              <p:spPr>
                <a:xfrm>
                  <a:off x="2318864" y="5150442"/>
                  <a:ext cx="64800" cy="32400"/>
                </a:xfrm>
                <a:prstGeom prst="rect">
                  <a:avLst/>
                </a:prstGeom>
              </p:spPr>
            </p:pic>
          </mc:Fallback>
        </mc:AlternateContent>
        <mc:AlternateContent xmlns:mc="http://schemas.openxmlformats.org/markup-compatibility/2006">
          <mc:Choice xmlns:p14="http://schemas.microsoft.com/office/powerpoint/2010/main" Requires="p14">
            <p:contentPart p14:bwMode="auto" r:id="rId392">
              <p14:nvContentPartPr>
                <p14:cNvPr id="238" name="Ink 237">
                  <a:extLst>
                    <a:ext uri="{FF2B5EF4-FFF2-40B4-BE49-F238E27FC236}">
                      <a16:creationId xmlns:a16="http://schemas.microsoft.com/office/drawing/2014/main" id="{12324C45-3D57-2F48-7ADC-A8F4B2A6F606}"/>
                    </a:ext>
                  </a:extLst>
                </p14:cNvPr>
                <p14:cNvContentPartPr/>
                <p14:nvPr/>
              </p14:nvContentPartPr>
              <p14:xfrm>
                <a:off x="2504624" y="5079522"/>
                <a:ext cx="69120" cy="292680"/>
              </p14:xfrm>
            </p:contentPart>
          </mc:Choice>
          <mc:Fallback>
            <p:pic>
              <p:nvPicPr>
                <p:cNvPr id="238" name="Ink 237">
                  <a:extLst>
                    <a:ext uri="{FF2B5EF4-FFF2-40B4-BE49-F238E27FC236}">
                      <a16:creationId xmlns:a16="http://schemas.microsoft.com/office/drawing/2014/main" id="{12324C45-3D57-2F48-7ADC-A8F4B2A6F606}"/>
                    </a:ext>
                  </a:extLst>
                </p:cNvPr>
                <p:cNvPicPr/>
                <p:nvPr/>
              </p:nvPicPr>
              <p:blipFill>
                <a:blip r:embed="rId393"/>
                <a:stretch>
                  <a:fillRect/>
                </a:stretch>
              </p:blipFill>
              <p:spPr>
                <a:xfrm>
                  <a:off x="2495984" y="5070882"/>
                  <a:ext cx="86760" cy="310320"/>
                </a:xfrm>
                <a:prstGeom prst="rect">
                  <a:avLst/>
                </a:prstGeom>
              </p:spPr>
            </p:pic>
          </mc:Fallback>
        </mc:AlternateContent>
      </p:grpSp>
      <p:grpSp>
        <p:nvGrpSpPr>
          <p:cNvPr id="252" name="Group 251">
            <a:extLst>
              <a:ext uri="{FF2B5EF4-FFF2-40B4-BE49-F238E27FC236}">
                <a16:creationId xmlns:a16="http://schemas.microsoft.com/office/drawing/2014/main" id="{29A0B5DC-8C48-A9E4-5863-43610A65A667}"/>
              </a:ext>
            </a:extLst>
          </p:cNvPr>
          <p:cNvGrpSpPr/>
          <p:nvPr/>
        </p:nvGrpSpPr>
        <p:grpSpPr>
          <a:xfrm>
            <a:off x="3024824" y="5052522"/>
            <a:ext cx="1262160" cy="307440"/>
            <a:chOff x="3024824" y="5052522"/>
            <a:chExt cx="1262160" cy="307440"/>
          </a:xfrm>
        </p:grpSpPr>
        <mc:AlternateContent xmlns:mc="http://schemas.openxmlformats.org/markup-compatibility/2006">
          <mc:Choice xmlns:p14="http://schemas.microsoft.com/office/powerpoint/2010/main" Requires="p14">
            <p:contentPart p14:bwMode="auto" r:id="rId394">
              <p14:nvContentPartPr>
                <p14:cNvPr id="239" name="Ink 238">
                  <a:extLst>
                    <a:ext uri="{FF2B5EF4-FFF2-40B4-BE49-F238E27FC236}">
                      <a16:creationId xmlns:a16="http://schemas.microsoft.com/office/drawing/2014/main" id="{08703D1C-0781-D9BD-83B7-C82FDEFDC7CB}"/>
                    </a:ext>
                  </a:extLst>
                </p14:cNvPr>
                <p14:cNvContentPartPr/>
                <p14:nvPr/>
              </p14:nvContentPartPr>
              <p14:xfrm>
                <a:off x="3024824" y="5052522"/>
                <a:ext cx="129600" cy="259920"/>
              </p14:xfrm>
            </p:contentPart>
          </mc:Choice>
          <mc:Fallback>
            <p:pic>
              <p:nvPicPr>
                <p:cNvPr id="239" name="Ink 238">
                  <a:extLst>
                    <a:ext uri="{FF2B5EF4-FFF2-40B4-BE49-F238E27FC236}">
                      <a16:creationId xmlns:a16="http://schemas.microsoft.com/office/drawing/2014/main" id="{08703D1C-0781-D9BD-83B7-C82FDEFDC7CB}"/>
                    </a:ext>
                  </a:extLst>
                </p:cNvPr>
                <p:cNvPicPr/>
                <p:nvPr/>
              </p:nvPicPr>
              <p:blipFill>
                <a:blip r:embed="rId395"/>
                <a:stretch>
                  <a:fillRect/>
                </a:stretch>
              </p:blipFill>
              <p:spPr>
                <a:xfrm>
                  <a:off x="3016184" y="5043522"/>
                  <a:ext cx="147240" cy="277560"/>
                </a:xfrm>
                <a:prstGeom prst="rect">
                  <a:avLst/>
                </a:prstGeom>
              </p:spPr>
            </p:pic>
          </mc:Fallback>
        </mc:AlternateContent>
        <mc:AlternateContent xmlns:mc="http://schemas.openxmlformats.org/markup-compatibility/2006">
          <mc:Choice xmlns:p14="http://schemas.microsoft.com/office/powerpoint/2010/main" Requires="p14">
            <p:contentPart p14:bwMode="auto" r:id="rId396">
              <p14:nvContentPartPr>
                <p14:cNvPr id="240" name="Ink 239">
                  <a:extLst>
                    <a:ext uri="{FF2B5EF4-FFF2-40B4-BE49-F238E27FC236}">
                      <a16:creationId xmlns:a16="http://schemas.microsoft.com/office/drawing/2014/main" id="{F18DB2B8-20A3-5F41-4E1F-EFDAFEDAF7F6}"/>
                    </a:ext>
                  </a:extLst>
                </p14:cNvPr>
                <p14:cNvContentPartPr/>
                <p14:nvPr/>
              </p14:nvContentPartPr>
              <p14:xfrm>
                <a:off x="3241184" y="5084922"/>
                <a:ext cx="192600" cy="215280"/>
              </p14:xfrm>
            </p:contentPart>
          </mc:Choice>
          <mc:Fallback>
            <p:pic>
              <p:nvPicPr>
                <p:cNvPr id="240" name="Ink 239">
                  <a:extLst>
                    <a:ext uri="{FF2B5EF4-FFF2-40B4-BE49-F238E27FC236}">
                      <a16:creationId xmlns:a16="http://schemas.microsoft.com/office/drawing/2014/main" id="{F18DB2B8-20A3-5F41-4E1F-EFDAFEDAF7F6}"/>
                    </a:ext>
                  </a:extLst>
                </p:cNvPr>
                <p:cNvPicPr/>
                <p:nvPr/>
              </p:nvPicPr>
              <p:blipFill>
                <a:blip r:embed="rId397"/>
                <a:stretch>
                  <a:fillRect/>
                </a:stretch>
              </p:blipFill>
              <p:spPr>
                <a:xfrm>
                  <a:off x="3232184" y="5075922"/>
                  <a:ext cx="210240" cy="232920"/>
                </a:xfrm>
                <a:prstGeom prst="rect">
                  <a:avLst/>
                </a:prstGeom>
              </p:spPr>
            </p:pic>
          </mc:Fallback>
        </mc:AlternateContent>
        <mc:AlternateContent xmlns:mc="http://schemas.openxmlformats.org/markup-compatibility/2006">
          <mc:Choice xmlns:p14="http://schemas.microsoft.com/office/powerpoint/2010/main" Requires="p14">
            <p:contentPart p14:bwMode="auto" r:id="rId398">
              <p14:nvContentPartPr>
                <p14:cNvPr id="241" name="Ink 240">
                  <a:extLst>
                    <a:ext uri="{FF2B5EF4-FFF2-40B4-BE49-F238E27FC236}">
                      <a16:creationId xmlns:a16="http://schemas.microsoft.com/office/drawing/2014/main" id="{A370AC03-7E38-2701-F525-9DFE53F7DDD4}"/>
                    </a:ext>
                  </a:extLst>
                </p14:cNvPr>
                <p14:cNvContentPartPr/>
                <p14:nvPr/>
              </p14:nvContentPartPr>
              <p14:xfrm>
                <a:off x="3567344" y="5088882"/>
                <a:ext cx="61200" cy="59760"/>
              </p14:xfrm>
            </p:contentPart>
          </mc:Choice>
          <mc:Fallback>
            <p:pic>
              <p:nvPicPr>
                <p:cNvPr id="241" name="Ink 240">
                  <a:extLst>
                    <a:ext uri="{FF2B5EF4-FFF2-40B4-BE49-F238E27FC236}">
                      <a16:creationId xmlns:a16="http://schemas.microsoft.com/office/drawing/2014/main" id="{A370AC03-7E38-2701-F525-9DFE53F7DDD4}"/>
                    </a:ext>
                  </a:extLst>
                </p:cNvPr>
                <p:cNvPicPr/>
                <p:nvPr/>
              </p:nvPicPr>
              <p:blipFill>
                <a:blip r:embed="rId399"/>
                <a:stretch>
                  <a:fillRect/>
                </a:stretch>
              </p:blipFill>
              <p:spPr>
                <a:xfrm>
                  <a:off x="3558344" y="5080242"/>
                  <a:ext cx="78840" cy="77400"/>
                </a:xfrm>
                <a:prstGeom prst="rect">
                  <a:avLst/>
                </a:prstGeom>
              </p:spPr>
            </p:pic>
          </mc:Fallback>
        </mc:AlternateContent>
        <mc:AlternateContent xmlns:mc="http://schemas.openxmlformats.org/markup-compatibility/2006">
          <mc:Choice xmlns:p14="http://schemas.microsoft.com/office/powerpoint/2010/main" Requires="p14">
            <p:contentPart p14:bwMode="auto" r:id="rId400">
              <p14:nvContentPartPr>
                <p14:cNvPr id="242" name="Ink 241">
                  <a:extLst>
                    <a:ext uri="{FF2B5EF4-FFF2-40B4-BE49-F238E27FC236}">
                      <a16:creationId xmlns:a16="http://schemas.microsoft.com/office/drawing/2014/main" id="{E5FC2570-B5FD-4392-6517-BE6F066D7B50}"/>
                    </a:ext>
                  </a:extLst>
                </p14:cNvPr>
                <p14:cNvContentPartPr/>
                <p14:nvPr/>
              </p14:nvContentPartPr>
              <p14:xfrm>
                <a:off x="3557984" y="5061162"/>
                <a:ext cx="86760" cy="235080"/>
              </p14:xfrm>
            </p:contentPart>
          </mc:Choice>
          <mc:Fallback>
            <p:pic>
              <p:nvPicPr>
                <p:cNvPr id="242" name="Ink 241">
                  <a:extLst>
                    <a:ext uri="{FF2B5EF4-FFF2-40B4-BE49-F238E27FC236}">
                      <a16:creationId xmlns:a16="http://schemas.microsoft.com/office/drawing/2014/main" id="{E5FC2570-B5FD-4392-6517-BE6F066D7B50}"/>
                    </a:ext>
                  </a:extLst>
                </p:cNvPr>
                <p:cNvPicPr/>
                <p:nvPr/>
              </p:nvPicPr>
              <p:blipFill>
                <a:blip r:embed="rId401"/>
                <a:stretch>
                  <a:fillRect/>
                </a:stretch>
              </p:blipFill>
              <p:spPr>
                <a:xfrm>
                  <a:off x="3548984" y="5052522"/>
                  <a:ext cx="104400" cy="252720"/>
                </a:xfrm>
                <a:prstGeom prst="rect">
                  <a:avLst/>
                </a:prstGeom>
              </p:spPr>
            </p:pic>
          </mc:Fallback>
        </mc:AlternateContent>
        <mc:AlternateContent xmlns:mc="http://schemas.openxmlformats.org/markup-compatibility/2006">
          <mc:Choice xmlns:p14="http://schemas.microsoft.com/office/powerpoint/2010/main" Requires="p14">
            <p:contentPart p14:bwMode="auto" r:id="rId402">
              <p14:nvContentPartPr>
                <p14:cNvPr id="243" name="Ink 242">
                  <a:extLst>
                    <a:ext uri="{FF2B5EF4-FFF2-40B4-BE49-F238E27FC236}">
                      <a16:creationId xmlns:a16="http://schemas.microsoft.com/office/drawing/2014/main" id="{EDD2993F-C051-A2A7-0CE6-EC520F422847}"/>
                    </a:ext>
                  </a:extLst>
                </p14:cNvPr>
                <p14:cNvContentPartPr/>
                <p14:nvPr/>
              </p14:nvContentPartPr>
              <p14:xfrm>
                <a:off x="3750224" y="5122722"/>
                <a:ext cx="360" cy="142920"/>
              </p14:xfrm>
            </p:contentPart>
          </mc:Choice>
          <mc:Fallback>
            <p:pic>
              <p:nvPicPr>
                <p:cNvPr id="243" name="Ink 242">
                  <a:extLst>
                    <a:ext uri="{FF2B5EF4-FFF2-40B4-BE49-F238E27FC236}">
                      <a16:creationId xmlns:a16="http://schemas.microsoft.com/office/drawing/2014/main" id="{EDD2993F-C051-A2A7-0CE6-EC520F422847}"/>
                    </a:ext>
                  </a:extLst>
                </p:cNvPr>
                <p:cNvPicPr/>
                <p:nvPr/>
              </p:nvPicPr>
              <p:blipFill>
                <a:blip r:embed="rId403"/>
                <a:stretch>
                  <a:fillRect/>
                </a:stretch>
              </p:blipFill>
              <p:spPr>
                <a:xfrm>
                  <a:off x="3741224" y="5114082"/>
                  <a:ext cx="18000" cy="160560"/>
                </a:xfrm>
                <a:prstGeom prst="rect">
                  <a:avLst/>
                </a:prstGeom>
              </p:spPr>
            </p:pic>
          </mc:Fallback>
        </mc:AlternateContent>
        <mc:AlternateContent xmlns:mc="http://schemas.openxmlformats.org/markup-compatibility/2006">
          <mc:Choice xmlns:p14="http://schemas.microsoft.com/office/powerpoint/2010/main" Requires="p14">
            <p:contentPart p14:bwMode="auto" r:id="rId404">
              <p14:nvContentPartPr>
                <p14:cNvPr id="244" name="Ink 243">
                  <a:extLst>
                    <a:ext uri="{FF2B5EF4-FFF2-40B4-BE49-F238E27FC236}">
                      <a16:creationId xmlns:a16="http://schemas.microsoft.com/office/drawing/2014/main" id="{8B579925-B56D-25F6-9AD7-CADAECFF8E49}"/>
                    </a:ext>
                  </a:extLst>
                </p14:cNvPr>
                <p14:cNvContentPartPr/>
                <p14:nvPr/>
              </p14:nvContentPartPr>
              <p14:xfrm>
                <a:off x="3854624" y="5075562"/>
                <a:ext cx="139680" cy="19440"/>
              </p14:xfrm>
            </p:contentPart>
          </mc:Choice>
          <mc:Fallback>
            <p:pic>
              <p:nvPicPr>
                <p:cNvPr id="244" name="Ink 243">
                  <a:extLst>
                    <a:ext uri="{FF2B5EF4-FFF2-40B4-BE49-F238E27FC236}">
                      <a16:creationId xmlns:a16="http://schemas.microsoft.com/office/drawing/2014/main" id="{8B579925-B56D-25F6-9AD7-CADAECFF8E49}"/>
                    </a:ext>
                  </a:extLst>
                </p:cNvPr>
                <p:cNvPicPr/>
                <p:nvPr/>
              </p:nvPicPr>
              <p:blipFill>
                <a:blip r:embed="rId405"/>
                <a:stretch>
                  <a:fillRect/>
                </a:stretch>
              </p:blipFill>
              <p:spPr>
                <a:xfrm>
                  <a:off x="3845984" y="5066562"/>
                  <a:ext cx="157320" cy="37080"/>
                </a:xfrm>
                <a:prstGeom prst="rect">
                  <a:avLst/>
                </a:prstGeom>
              </p:spPr>
            </p:pic>
          </mc:Fallback>
        </mc:AlternateContent>
        <mc:AlternateContent xmlns:mc="http://schemas.openxmlformats.org/markup-compatibility/2006">
          <mc:Choice xmlns:p14="http://schemas.microsoft.com/office/powerpoint/2010/main" Requires="p14">
            <p:contentPart p14:bwMode="auto" r:id="rId406">
              <p14:nvContentPartPr>
                <p14:cNvPr id="245" name="Ink 244">
                  <a:extLst>
                    <a:ext uri="{FF2B5EF4-FFF2-40B4-BE49-F238E27FC236}">
                      <a16:creationId xmlns:a16="http://schemas.microsoft.com/office/drawing/2014/main" id="{C42B8441-FE35-1217-F8B1-377345892350}"/>
                    </a:ext>
                  </a:extLst>
                </p14:cNvPr>
                <p14:cNvContentPartPr/>
                <p14:nvPr/>
              </p14:nvContentPartPr>
              <p14:xfrm>
                <a:off x="3902504" y="5075202"/>
                <a:ext cx="40320" cy="204480"/>
              </p14:xfrm>
            </p:contentPart>
          </mc:Choice>
          <mc:Fallback>
            <p:pic>
              <p:nvPicPr>
                <p:cNvPr id="245" name="Ink 244">
                  <a:extLst>
                    <a:ext uri="{FF2B5EF4-FFF2-40B4-BE49-F238E27FC236}">
                      <a16:creationId xmlns:a16="http://schemas.microsoft.com/office/drawing/2014/main" id="{C42B8441-FE35-1217-F8B1-377345892350}"/>
                    </a:ext>
                  </a:extLst>
                </p:cNvPr>
                <p:cNvPicPr/>
                <p:nvPr/>
              </p:nvPicPr>
              <p:blipFill>
                <a:blip r:embed="rId407"/>
                <a:stretch>
                  <a:fillRect/>
                </a:stretch>
              </p:blipFill>
              <p:spPr>
                <a:xfrm>
                  <a:off x="3893864" y="5066562"/>
                  <a:ext cx="57960" cy="222120"/>
                </a:xfrm>
                <a:prstGeom prst="rect">
                  <a:avLst/>
                </a:prstGeom>
              </p:spPr>
            </p:pic>
          </mc:Fallback>
        </mc:AlternateContent>
        <mc:AlternateContent xmlns:mc="http://schemas.openxmlformats.org/markup-compatibility/2006">
          <mc:Choice xmlns:p14="http://schemas.microsoft.com/office/powerpoint/2010/main" Requires="p14">
            <p:contentPart p14:bwMode="auto" r:id="rId408">
              <p14:nvContentPartPr>
                <p14:cNvPr id="246" name="Ink 245">
                  <a:extLst>
                    <a:ext uri="{FF2B5EF4-FFF2-40B4-BE49-F238E27FC236}">
                      <a16:creationId xmlns:a16="http://schemas.microsoft.com/office/drawing/2014/main" id="{A7205D26-C6E2-A5B3-0CF1-EE3D199749E7}"/>
                    </a:ext>
                  </a:extLst>
                </p14:cNvPr>
                <p14:cNvContentPartPr/>
                <p14:nvPr/>
              </p14:nvContentPartPr>
              <p14:xfrm>
                <a:off x="4043624" y="5081682"/>
                <a:ext cx="71280" cy="211320"/>
              </p14:xfrm>
            </p:contentPart>
          </mc:Choice>
          <mc:Fallback>
            <p:pic>
              <p:nvPicPr>
                <p:cNvPr id="246" name="Ink 245">
                  <a:extLst>
                    <a:ext uri="{FF2B5EF4-FFF2-40B4-BE49-F238E27FC236}">
                      <a16:creationId xmlns:a16="http://schemas.microsoft.com/office/drawing/2014/main" id="{A7205D26-C6E2-A5B3-0CF1-EE3D199749E7}"/>
                    </a:ext>
                  </a:extLst>
                </p:cNvPr>
                <p:cNvPicPr/>
                <p:nvPr/>
              </p:nvPicPr>
              <p:blipFill>
                <a:blip r:embed="rId409"/>
                <a:stretch>
                  <a:fillRect/>
                </a:stretch>
              </p:blipFill>
              <p:spPr>
                <a:xfrm>
                  <a:off x="4034624" y="5073042"/>
                  <a:ext cx="88920" cy="228960"/>
                </a:xfrm>
                <a:prstGeom prst="rect">
                  <a:avLst/>
                </a:prstGeom>
              </p:spPr>
            </p:pic>
          </mc:Fallback>
        </mc:AlternateContent>
        <mc:AlternateContent xmlns:mc="http://schemas.openxmlformats.org/markup-compatibility/2006">
          <mc:Choice xmlns:p14="http://schemas.microsoft.com/office/powerpoint/2010/main" Requires="p14">
            <p:contentPart p14:bwMode="auto" r:id="rId410">
              <p14:nvContentPartPr>
                <p14:cNvPr id="247" name="Ink 246">
                  <a:extLst>
                    <a:ext uri="{FF2B5EF4-FFF2-40B4-BE49-F238E27FC236}">
                      <a16:creationId xmlns:a16="http://schemas.microsoft.com/office/drawing/2014/main" id="{D5711539-749D-DBFE-7F6B-48FC1F99AA7D}"/>
                    </a:ext>
                  </a:extLst>
                </p14:cNvPr>
                <p14:cNvContentPartPr/>
                <p14:nvPr/>
              </p14:nvContentPartPr>
              <p14:xfrm>
                <a:off x="4090064" y="5157642"/>
                <a:ext cx="60120" cy="43920"/>
              </p14:xfrm>
            </p:contentPart>
          </mc:Choice>
          <mc:Fallback>
            <p:pic>
              <p:nvPicPr>
                <p:cNvPr id="247" name="Ink 246">
                  <a:extLst>
                    <a:ext uri="{FF2B5EF4-FFF2-40B4-BE49-F238E27FC236}">
                      <a16:creationId xmlns:a16="http://schemas.microsoft.com/office/drawing/2014/main" id="{D5711539-749D-DBFE-7F6B-48FC1F99AA7D}"/>
                    </a:ext>
                  </a:extLst>
                </p:cNvPr>
                <p:cNvPicPr/>
                <p:nvPr/>
              </p:nvPicPr>
              <p:blipFill>
                <a:blip r:embed="rId411"/>
                <a:stretch>
                  <a:fillRect/>
                </a:stretch>
              </p:blipFill>
              <p:spPr>
                <a:xfrm>
                  <a:off x="4081064" y="5148642"/>
                  <a:ext cx="77760" cy="61560"/>
                </a:xfrm>
                <a:prstGeom prst="rect">
                  <a:avLst/>
                </a:prstGeom>
              </p:spPr>
            </p:pic>
          </mc:Fallback>
        </mc:AlternateContent>
        <mc:AlternateContent xmlns:mc="http://schemas.openxmlformats.org/markup-compatibility/2006">
          <mc:Choice xmlns:p14="http://schemas.microsoft.com/office/powerpoint/2010/main" Requires="p14">
            <p:contentPart p14:bwMode="auto" r:id="rId412">
              <p14:nvContentPartPr>
                <p14:cNvPr id="248" name="Ink 247">
                  <a:extLst>
                    <a:ext uri="{FF2B5EF4-FFF2-40B4-BE49-F238E27FC236}">
                      <a16:creationId xmlns:a16="http://schemas.microsoft.com/office/drawing/2014/main" id="{B4B192DB-DF50-4566-EC06-AC275076C4C7}"/>
                    </a:ext>
                  </a:extLst>
                </p14:cNvPr>
                <p14:cNvContentPartPr/>
                <p14:nvPr/>
              </p14:nvContentPartPr>
              <p14:xfrm>
                <a:off x="4188344" y="5110842"/>
                <a:ext cx="98640" cy="249120"/>
              </p14:xfrm>
            </p:contentPart>
          </mc:Choice>
          <mc:Fallback>
            <p:pic>
              <p:nvPicPr>
                <p:cNvPr id="248" name="Ink 247">
                  <a:extLst>
                    <a:ext uri="{FF2B5EF4-FFF2-40B4-BE49-F238E27FC236}">
                      <a16:creationId xmlns:a16="http://schemas.microsoft.com/office/drawing/2014/main" id="{B4B192DB-DF50-4566-EC06-AC275076C4C7}"/>
                    </a:ext>
                  </a:extLst>
                </p:cNvPr>
                <p:cNvPicPr/>
                <p:nvPr/>
              </p:nvPicPr>
              <p:blipFill>
                <a:blip r:embed="rId413"/>
                <a:stretch>
                  <a:fillRect/>
                </a:stretch>
              </p:blipFill>
              <p:spPr>
                <a:xfrm>
                  <a:off x="4179344" y="5101842"/>
                  <a:ext cx="116280" cy="266760"/>
                </a:xfrm>
                <a:prstGeom prst="rect">
                  <a:avLst/>
                </a:prstGeom>
              </p:spPr>
            </p:pic>
          </mc:Fallback>
        </mc:AlternateContent>
      </p:grpSp>
      <p:grpSp>
        <p:nvGrpSpPr>
          <p:cNvPr id="251" name="Group 250">
            <a:extLst>
              <a:ext uri="{FF2B5EF4-FFF2-40B4-BE49-F238E27FC236}">
                <a16:creationId xmlns:a16="http://schemas.microsoft.com/office/drawing/2014/main" id="{28F44F0D-3735-D75D-228A-D1FC8ED09454}"/>
              </a:ext>
            </a:extLst>
          </p:cNvPr>
          <p:cNvGrpSpPr/>
          <p:nvPr/>
        </p:nvGrpSpPr>
        <p:grpSpPr>
          <a:xfrm>
            <a:off x="4551944" y="5045322"/>
            <a:ext cx="366120" cy="259200"/>
            <a:chOff x="4551944" y="5045322"/>
            <a:chExt cx="366120" cy="259200"/>
          </a:xfrm>
        </p:grpSpPr>
        <mc:AlternateContent xmlns:mc="http://schemas.openxmlformats.org/markup-compatibility/2006">
          <mc:Choice xmlns:p14="http://schemas.microsoft.com/office/powerpoint/2010/main" Requires="p14">
            <p:contentPart p14:bwMode="auto" r:id="rId414">
              <p14:nvContentPartPr>
                <p14:cNvPr id="249" name="Ink 248">
                  <a:extLst>
                    <a:ext uri="{FF2B5EF4-FFF2-40B4-BE49-F238E27FC236}">
                      <a16:creationId xmlns:a16="http://schemas.microsoft.com/office/drawing/2014/main" id="{899195FE-2D24-0598-64F7-0F1EB3104349}"/>
                    </a:ext>
                  </a:extLst>
                </p14:cNvPr>
                <p14:cNvContentPartPr/>
                <p14:nvPr/>
              </p14:nvContentPartPr>
              <p14:xfrm>
                <a:off x="4551944" y="5045322"/>
                <a:ext cx="352080" cy="259200"/>
              </p14:xfrm>
            </p:contentPart>
          </mc:Choice>
          <mc:Fallback>
            <p:pic>
              <p:nvPicPr>
                <p:cNvPr id="249" name="Ink 248">
                  <a:extLst>
                    <a:ext uri="{FF2B5EF4-FFF2-40B4-BE49-F238E27FC236}">
                      <a16:creationId xmlns:a16="http://schemas.microsoft.com/office/drawing/2014/main" id="{899195FE-2D24-0598-64F7-0F1EB3104349}"/>
                    </a:ext>
                  </a:extLst>
                </p:cNvPr>
                <p:cNvPicPr/>
                <p:nvPr/>
              </p:nvPicPr>
              <p:blipFill>
                <a:blip r:embed="rId415"/>
                <a:stretch>
                  <a:fillRect/>
                </a:stretch>
              </p:blipFill>
              <p:spPr>
                <a:xfrm>
                  <a:off x="4543304" y="5036322"/>
                  <a:ext cx="369720" cy="276840"/>
                </a:xfrm>
                <a:prstGeom prst="rect">
                  <a:avLst/>
                </a:prstGeom>
              </p:spPr>
            </p:pic>
          </mc:Fallback>
        </mc:AlternateContent>
        <mc:AlternateContent xmlns:mc="http://schemas.openxmlformats.org/markup-compatibility/2006">
          <mc:Choice xmlns:p14="http://schemas.microsoft.com/office/powerpoint/2010/main" Requires="p14">
            <p:contentPart p14:bwMode="auto" r:id="rId416">
              <p14:nvContentPartPr>
                <p14:cNvPr id="250" name="Ink 249">
                  <a:extLst>
                    <a:ext uri="{FF2B5EF4-FFF2-40B4-BE49-F238E27FC236}">
                      <a16:creationId xmlns:a16="http://schemas.microsoft.com/office/drawing/2014/main" id="{CC92A5FD-CB2C-7D73-3202-873C01FBE7D2}"/>
                    </a:ext>
                  </a:extLst>
                </p14:cNvPr>
                <p14:cNvContentPartPr/>
                <p14:nvPr/>
              </p14:nvContentPartPr>
              <p14:xfrm>
                <a:off x="4779824" y="5207682"/>
                <a:ext cx="138240" cy="28440"/>
              </p14:xfrm>
            </p:contentPart>
          </mc:Choice>
          <mc:Fallback>
            <p:pic>
              <p:nvPicPr>
                <p:cNvPr id="250" name="Ink 249">
                  <a:extLst>
                    <a:ext uri="{FF2B5EF4-FFF2-40B4-BE49-F238E27FC236}">
                      <a16:creationId xmlns:a16="http://schemas.microsoft.com/office/drawing/2014/main" id="{CC92A5FD-CB2C-7D73-3202-873C01FBE7D2}"/>
                    </a:ext>
                  </a:extLst>
                </p:cNvPr>
                <p:cNvPicPr/>
                <p:nvPr/>
              </p:nvPicPr>
              <p:blipFill>
                <a:blip r:embed="rId417"/>
                <a:stretch>
                  <a:fillRect/>
                </a:stretch>
              </p:blipFill>
              <p:spPr>
                <a:xfrm>
                  <a:off x="4771184" y="5199042"/>
                  <a:ext cx="155880" cy="46080"/>
                </a:xfrm>
                <a:prstGeom prst="rect">
                  <a:avLst/>
                </a:prstGeom>
              </p:spPr>
            </p:pic>
          </mc:Fallback>
        </mc:AlternateContent>
      </p:grpSp>
      <p:grpSp>
        <p:nvGrpSpPr>
          <p:cNvPr id="262" name="Group 261">
            <a:extLst>
              <a:ext uri="{FF2B5EF4-FFF2-40B4-BE49-F238E27FC236}">
                <a16:creationId xmlns:a16="http://schemas.microsoft.com/office/drawing/2014/main" id="{0C7AE74B-C64B-CAE3-066C-FE0CC70B747F}"/>
              </a:ext>
            </a:extLst>
          </p:cNvPr>
          <p:cNvGrpSpPr/>
          <p:nvPr/>
        </p:nvGrpSpPr>
        <p:grpSpPr>
          <a:xfrm>
            <a:off x="2102864" y="5460402"/>
            <a:ext cx="1579680" cy="330840"/>
            <a:chOff x="2102864" y="5460402"/>
            <a:chExt cx="1579680" cy="330840"/>
          </a:xfrm>
        </p:grpSpPr>
        <mc:AlternateContent xmlns:mc="http://schemas.openxmlformats.org/markup-compatibility/2006">
          <mc:Choice xmlns:p14="http://schemas.microsoft.com/office/powerpoint/2010/main" Requires="p14">
            <p:contentPart p14:bwMode="auto" r:id="rId418">
              <p14:nvContentPartPr>
                <p14:cNvPr id="255" name="Ink 254">
                  <a:extLst>
                    <a:ext uri="{FF2B5EF4-FFF2-40B4-BE49-F238E27FC236}">
                      <a16:creationId xmlns:a16="http://schemas.microsoft.com/office/drawing/2014/main" id="{BC0B88B4-BDD9-1E2D-2C73-24AD98D01890}"/>
                    </a:ext>
                  </a:extLst>
                </p14:cNvPr>
                <p14:cNvContentPartPr/>
                <p14:nvPr/>
              </p14:nvContentPartPr>
              <p14:xfrm>
                <a:off x="2458544" y="5544282"/>
                <a:ext cx="423000" cy="195840"/>
              </p14:xfrm>
            </p:contentPart>
          </mc:Choice>
          <mc:Fallback>
            <p:pic>
              <p:nvPicPr>
                <p:cNvPr id="255" name="Ink 254">
                  <a:extLst>
                    <a:ext uri="{FF2B5EF4-FFF2-40B4-BE49-F238E27FC236}">
                      <a16:creationId xmlns:a16="http://schemas.microsoft.com/office/drawing/2014/main" id="{BC0B88B4-BDD9-1E2D-2C73-24AD98D01890}"/>
                    </a:ext>
                  </a:extLst>
                </p:cNvPr>
                <p:cNvPicPr/>
                <p:nvPr/>
              </p:nvPicPr>
              <p:blipFill>
                <a:blip r:embed="rId419"/>
                <a:stretch>
                  <a:fillRect/>
                </a:stretch>
              </p:blipFill>
              <p:spPr>
                <a:xfrm>
                  <a:off x="2449904" y="5535642"/>
                  <a:ext cx="440640" cy="213480"/>
                </a:xfrm>
                <a:prstGeom prst="rect">
                  <a:avLst/>
                </a:prstGeom>
              </p:spPr>
            </p:pic>
          </mc:Fallback>
        </mc:AlternateContent>
        <mc:AlternateContent xmlns:mc="http://schemas.openxmlformats.org/markup-compatibility/2006">
          <mc:Choice xmlns:p14="http://schemas.microsoft.com/office/powerpoint/2010/main" Requires="p14">
            <p:contentPart p14:bwMode="auto" r:id="rId420">
              <p14:nvContentPartPr>
                <p14:cNvPr id="256" name="Ink 255">
                  <a:extLst>
                    <a:ext uri="{FF2B5EF4-FFF2-40B4-BE49-F238E27FC236}">
                      <a16:creationId xmlns:a16="http://schemas.microsoft.com/office/drawing/2014/main" id="{66A3D543-B064-2FA9-C0F9-B1E55FA4E084}"/>
                    </a:ext>
                  </a:extLst>
                </p14:cNvPr>
                <p14:cNvContentPartPr/>
                <p14:nvPr/>
              </p14:nvContentPartPr>
              <p14:xfrm>
                <a:off x="3068384" y="5572362"/>
                <a:ext cx="39240" cy="161280"/>
              </p14:xfrm>
            </p:contentPart>
          </mc:Choice>
          <mc:Fallback>
            <p:pic>
              <p:nvPicPr>
                <p:cNvPr id="256" name="Ink 255">
                  <a:extLst>
                    <a:ext uri="{FF2B5EF4-FFF2-40B4-BE49-F238E27FC236}">
                      <a16:creationId xmlns:a16="http://schemas.microsoft.com/office/drawing/2014/main" id="{66A3D543-B064-2FA9-C0F9-B1E55FA4E084}"/>
                    </a:ext>
                  </a:extLst>
                </p:cNvPr>
                <p:cNvPicPr/>
                <p:nvPr/>
              </p:nvPicPr>
              <p:blipFill>
                <a:blip r:embed="rId421"/>
                <a:stretch>
                  <a:fillRect/>
                </a:stretch>
              </p:blipFill>
              <p:spPr>
                <a:xfrm>
                  <a:off x="3059744" y="5563362"/>
                  <a:ext cx="56880" cy="178920"/>
                </a:xfrm>
                <a:prstGeom prst="rect">
                  <a:avLst/>
                </a:prstGeom>
              </p:spPr>
            </p:pic>
          </mc:Fallback>
        </mc:AlternateContent>
        <mc:AlternateContent xmlns:mc="http://schemas.openxmlformats.org/markup-compatibility/2006">
          <mc:Choice xmlns:p14="http://schemas.microsoft.com/office/powerpoint/2010/main" Requires="p14">
            <p:contentPart p14:bwMode="auto" r:id="rId422">
              <p14:nvContentPartPr>
                <p14:cNvPr id="257" name="Ink 256">
                  <a:extLst>
                    <a:ext uri="{FF2B5EF4-FFF2-40B4-BE49-F238E27FC236}">
                      <a16:creationId xmlns:a16="http://schemas.microsoft.com/office/drawing/2014/main" id="{6AD215EC-80BC-D706-9F66-0BFE2AD1C98D}"/>
                    </a:ext>
                  </a:extLst>
                </p14:cNvPr>
                <p14:cNvContentPartPr/>
                <p14:nvPr/>
              </p14:nvContentPartPr>
              <p14:xfrm>
                <a:off x="3010064" y="5612322"/>
                <a:ext cx="332280" cy="126000"/>
              </p14:xfrm>
            </p:contentPart>
          </mc:Choice>
          <mc:Fallback>
            <p:pic>
              <p:nvPicPr>
                <p:cNvPr id="257" name="Ink 256">
                  <a:extLst>
                    <a:ext uri="{FF2B5EF4-FFF2-40B4-BE49-F238E27FC236}">
                      <a16:creationId xmlns:a16="http://schemas.microsoft.com/office/drawing/2014/main" id="{6AD215EC-80BC-D706-9F66-0BFE2AD1C98D}"/>
                    </a:ext>
                  </a:extLst>
                </p:cNvPr>
                <p:cNvPicPr/>
                <p:nvPr/>
              </p:nvPicPr>
              <p:blipFill>
                <a:blip r:embed="rId423"/>
                <a:stretch>
                  <a:fillRect/>
                </a:stretch>
              </p:blipFill>
              <p:spPr>
                <a:xfrm>
                  <a:off x="3001064" y="5603682"/>
                  <a:ext cx="349920" cy="143640"/>
                </a:xfrm>
                <a:prstGeom prst="rect">
                  <a:avLst/>
                </a:prstGeom>
              </p:spPr>
            </p:pic>
          </mc:Fallback>
        </mc:AlternateContent>
        <mc:AlternateContent xmlns:mc="http://schemas.openxmlformats.org/markup-compatibility/2006">
          <mc:Choice xmlns:p14="http://schemas.microsoft.com/office/powerpoint/2010/main" Requires="p14">
            <p:contentPart p14:bwMode="auto" r:id="rId424">
              <p14:nvContentPartPr>
                <p14:cNvPr id="258" name="Ink 257">
                  <a:extLst>
                    <a:ext uri="{FF2B5EF4-FFF2-40B4-BE49-F238E27FC236}">
                      <a16:creationId xmlns:a16="http://schemas.microsoft.com/office/drawing/2014/main" id="{751E5973-207D-8BF3-0E91-48E9591B7698}"/>
                    </a:ext>
                  </a:extLst>
                </p14:cNvPr>
                <p14:cNvContentPartPr/>
                <p14:nvPr/>
              </p14:nvContentPartPr>
              <p14:xfrm>
                <a:off x="3413264" y="5569482"/>
                <a:ext cx="109800" cy="162360"/>
              </p14:xfrm>
            </p:contentPart>
          </mc:Choice>
          <mc:Fallback>
            <p:pic>
              <p:nvPicPr>
                <p:cNvPr id="258" name="Ink 257">
                  <a:extLst>
                    <a:ext uri="{FF2B5EF4-FFF2-40B4-BE49-F238E27FC236}">
                      <a16:creationId xmlns:a16="http://schemas.microsoft.com/office/drawing/2014/main" id="{751E5973-207D-8BF3-0E91-48E9591B7698}"/>
                    </a:ext>
                  </a:extLst>
                </p:cNvPr>
                <p:cNvPicPr/>
                <p:nvPr/>
              </p:nvPicPr>
              <p:blipFill>
                <a:blip r:embed="rId425"/>
                <a:stretch>
                  <a:fillRect/>
                </a:stretch>
              </p:blipFill>
              <p:spPr>
                <a:xfrm>
                  <a:off x="3404624" y="5560842"/>
                  <a:ext cx="127440" cy="180000"/>
                </a:xfrm>
                <a:prstGeom prst="rect">
                  <a:avLst/>
                </a:prstGeom>
              </p:spPr>
            </p:pic>
          </mc:Fallback>
        </mc:AlternateContent>
        <mc:AlternateContent xmlns:mc="http://schemas.openxmlformats.org/markup-compatibility/2006">
          <mc:Choice xmlns:p14="http://schemas.microsoft.com/office/powerpoint/2010/main" Requires="p14">
            <p:contentPart p14:bwMode="auto" r:id="rId426">
              <p14:nvContentPartPr>
                <p14:cNvPr id="259" name="Ink 258">
                  <a:extLst>
                    <a:ext uri="{FF2B5EF4-FFF2-40B4-BE49-F238E27FC236}">
                      <a16:creationId xmlns:a16="http://schemas.microsoft.com/office/drawing/2014/main" id="{591F1FF8-15DC-60F5-C086-AC0AAE5BC26C}"/>
                    </a:ext>
                  </a:extLst>
                </p14:cNvPr>
                <p14:cNvContentPartPr/>
                <p14:nvPr/>
              </p14:nvContentPartPr>
              <p14:xfrm>
                <a:off x="3554024" y="5605842"/>
                <a:ext cx="128520" cy="185400"/>
              </p14:xfrm>
            </p:contentPart>
          </mc:Choice>
          <mc:Fallback>
            <p:pic>
              <p:nvPicPr>
                <p:cNvPr id="259" name="Ink 258">
                  <a:extLst>
                    <a:ext uri="{FF2B5EF4-FFF2-40B4-BE49-F238E27FC236}">
                      <a16:creationId xmlns:a16="http://schemas.microsoft.com/office/drawing/2014/main" id="{591F1FF8-15DC-60F5-C086-AC0AAE5BC26C}"/>
                    </a:ext>
                  </a:extLst>
                </p:cNvPr>
                <p:cNvPicPr/>
                <p:nvPr/>
              </p:nvPicPr>
              <p:blipFill>
                <a:blip r:embed="rId427"/>
                <a:stretch>
                  <a:fillRect/>
                </a:stretch>
              </p:blipFill>
              <p:spPr>
                <a:xfrm>
                  <a:off x="3545024" y="5596842"/>
                  <a:ext cx="146160" cy="203040"/>
                </a:xfrm>
                <a:prstGeom prst="rect">
                  <a:avLst/>
                </a:prstGeom>
              </p:spPr>
            </p:pic>
          </mc:Fallback>
        </mc:AlternateContent>
        <mc:AlternateContent xmlns:mc="http://schemas.openxmlformats.org/markup-compatibility/2006">
          <mc:Choice xmlns:p14="http://schemas.microsoft.com/office/powerpoint/2010/main" Requires="p14">
            <p:contentPart p14:bwMode="auto" r:id="rId428">
              <p14:nvContentPartPr>
                <p14:cNvPr id="260" name="Ink 259">
                  <a:extLst>
                    <a:ext uri="{FF2B5EF4-FFF2-40B4-BE49-F238E27FC236}">
                      <a16:creationId xmlns:a16="http://schemas.microsoft.com/office/drawing/2014/main" id="{A2A653AF-4E3B-FC92-9DD8-059894BACE1B}"/>
                    </a:ext>
                  </a:extLst>
                </p14:cNvPr>
                <p14:cNvContentPartPr/>
                <p14:nvPr/>
              </p14:nvContentPartPr>
              <p14:xfrm>
                <a:off x="2125184" y="5460402"/>
                <a:ext cx="220680" cy="329040"/>
              </p14:xfrm>
            </p:contentPart>
          </mc:Choice>
          <mc:Fallback>
            <p:pic>
              <p:nvPicPr>
                <p:cNvPr id="260" name="Ink 259">
                  <a:extLst>
                    <a:ext uri="{FF2B5EF4-FFF2-40B4-BE49-F238E27FC236}">
                      <a16:creationId xmlns:a16="http://schemas.microsoft.com/office/drawing/2014/main" id="{A2A653AF-4E3B-FC92-9DD8-059894BACE1B}"/>
                    </a:ext>
                  </a:extLst>
                </p:cNvPr>
                <p:cNvPicPr/>
                <p:nvPr/>
              </p:nvPicPr>
              <p:blipFill>
                <a:blip r:embed="rId429"/>
                <a:stretch>
                  <a:fillRect/>
                </a:stretch>
              </p:blipFill>
              <p:spPr>
                <a:xfrm>
                  <a:off x="2116544" y="5451402"/>
                  <a:ext cx="238320" cy="346680"/>
                </a:xfrm>
                <a:prstGeom prst="rect">
                  <a:avLst/>
                </a:prstGeom>
              </p:spPr>
            </p:pic>
          </mc:Fallback>
        </mc:AlternateContent>
        <mc:AlternateContent xmlns:mc="http://schemas.openxmlformats.org/markup-compatibility/2006">
          <mc:Choice xmlns:p14="http://schemas.microsoft.com/office/powerpoint/2010/main" Requires="p14">
            <p:contentPart p14:bwMode="auto" r:id="rId430">
              <p14:nvContentPartPr>
                <p14:cNvPr id="261" name="Ink 260">
                  <a:extLst>
                    <a:ext uri="{FF2B5EF4-FFF2-40B4-BE49-F238E27FC236}">
                      <a16:creationId xmlns:a16="http://schemas.microsoft.com/office/drawing/2014/main" id="{6693656B-65A4-C2FF-24F2-C7E61A6E3353}"/>
                    </a:ext>
                  </a:extLst>
                </p14:cNvPr>
                <p14:cNvContentPartPr/>
                <p14:nvPr/>
              </p14:nvContentPartPr>
              <p14:xfrm>
                <a:off x="2102864" y="5475882"/>
                <a:ext cx="167040" cy="125640"/>
              </p14:xfrm>
            </p:contentPart>
          </mc:Choice>
          <mc:Fallback>
            <p:pic>
              <p:nvPicPr>
                <p:cNvPr id="261" name="Ink 260">
                  <a:extLst>
                    <a:ext uri="{FF2B5EF4-FFF2-40B4-BE49-F238E27FC236}">
                      <a16:creationId xmlns:a16="http://schemas.microsoft.com/office/drawing/2014/main" id="{6693656B-65A4-C2FF-24F2-C7E61A6E3353}"/>
                    </a:ext>
                  </a:extLst>
                </p:cNvPr>
                <p:cNvPicPr/>
                <p:nvPr/>
              </p:nvPicPr>
              <p:blipFill>
                <a:blip r:embed="rId431"/>
                <a:stretch>
                  <a:fillRect/>
                </a:stretch>
              </p:blipFill>
              <p:spPr>
                <a:xfrm>
                  <a:off x="2093864" y="5466882"/>
                  <a:ext cx="184680" cy="143280"/>
                </a:xfrm>
                <a:prstGeom prst="rect">
                  <a:avLst/>
                </a:prstGeom>
              </p:spPr>
            </p:pic>
          </mc:Fallback>
        </mc:AlternateContent>
      </p:grpSp>
      <p:grpSp>
        <p:nvGrpSpPr>
          <p:cNvPr id="278" name="Group 277">
            <a:extLst>
              <a:ext uri="{FF2B5EF4-FFF2-40B4-BE49-F238E27FC236}">
                <a16:creationId xmlns:a16="http://schemas.microsoft.com/office/drawing/2014/main" id="{A213F848-54E5-CF5B-AE09-74E7D459E41E}"/>
              </a:ext>
            </a:extLst>
          </p:cNvPr>
          <p:cNvGrpSpPr/>
          <p:nvPr/>
        </p:nvGrpSpPr>
        <p:grpSpPr>
          <a:xfrm>
            <a:off x="5867744" y="5349882"/>
            <a:ext cx="2196360" cy="135360"/>
            <a:chOff x="5867744" y="5349882"/>
            <a:chExt cx="2196360" cy="135360"/>
          </a:xfrm>
        </p:grpSpPr>
        <mc:AlternateContent xmlns:mc="http://schemas.openxmlformats.org/markup-compatibility/2006">
          <mc:Choice xmlns:p14="http://schemas.microsoft.com/office/powerpoint/2010/main" Requires="p14">
            <p:contentPart p14:bwMode="auto" r:id="rId432">
              <p14:nvContentPartPr>
                <p14:cNvPr id="263" name="Ink 262">
                  <a:extLst>
                    <a:ext uri="{FF2B5EF4-FFF2-40B4-BE49-F238E27FC236}">
                      <a16:creationId xmlns:a16="http://schemas.microsoft.com/office/drawing/2014/main" id="{9BEC8471-7392-0370-9321-483EBA81FD9E}"/>
                    </a:ext>
                  </a:extLst>
                </p14:cNvPr>
                <p14:cNvContentPartPr/>
                <p14:nvPr/>
              </p14:nvContentPartPr>
              <p14:xfrm>
                <a:off x="5867744" y="5380482"/>
                <a:ext cx="2196360" cy="52200"/>
              </p14:xfrm>
            </p:contentPart>
          </mc:Choice>
          <mc:Fallback>
            <p:pic>
              <p:nvPicPr>
                <p:cNvPr id="263" name="Ink 262">
                  <a:extLst>
                    <a:ext uri="{FF2B5EF4-FFF2-40B4-BE49-F238E27FC236}">
                      <a16:creationId xmlns:a16="http://schemas.microsoft.com/office/drawing/2014/main" id="{9BEC8471-7392-0370-9321-483EBA81FD9E}"/>
                    </a:ext>
                  </a:extLst>
                </p:cNvPr>
                <p:cNvPicPr/>
                <p:nvPr/>
              </p:nvPicPr>
              <p:blipFill>
                <a:blip r:embed="rId433"/>
                <a:stretch>
                  <a:fillRect/>
                </a:stretch>
              </p:blipFill>
              <p:spPr>
                <a:xfrm>
                  <a:off x="5859104" y="5371482"/>
                  <a:ext cx="2214000" cy="69840"/>
                </a:xfrm>
                <a:prstGeom prst="rect">
                  <a:avLst/>
                </a:prstGeom>
              </p:spPr>
            </p:pic>
          </mc:Fallback>
        </mc:AlternateContent>
        <mc:AlternateContent xmlns:mc="http://schemas.openxmlformats.org/markup-compatibility/2006">
          <mc:Choice xmlns:p14="http://schemas.microsoft.com/office/powerpoint/2010/main" Requires="p14">
            <p:contentPart p14:bwMode="auto" r:id="rId434">
              <p14:nvContentPartPr>
                <p14:cNvPr id="264" name="Ink 263">
                  <a:extLst>
                    <a:ext uri="{FF2B5EF4-FFF2-40B4-BE49-F238E27FC236}">
                      <a16:creationId xmlns:a16="http://schemas.microsoft.com/office/drawing/2014/main" id="{2CB10CCF-6C4A-62AF-1BAA-83A836514F82}"/>
                    </a:ext>
                  </a:extLst>
                </p14:cNvPr>
                <p14:cNvContentPartPr/>
                <p14:nvPr/>
              </p14:nvContentPartPr>
              <p14:xfrm>
                <a:off x="7970504" y="5349882"/>
                <a:ext cx="91080" cy="135360"/>
              </p14:xfrm>
            </p:contentPart>
          </mc:Choice>
          <mc:Fallback>
            <p:pic>
              <p:nvPicPr>
                <p:cNvPr id="264" name="Ink 263">
                  <a:extLst>
                    <a:ext uri="{FF2B5EF4-FFF2-40B4-BE49-F238E27FC236}">
                      <a16:creationId xmlns:a16="http://schemas.microsoft.com/office/drawing/2014/main" id="{2CB10CCF-6C4A-62AF-1BAA-83A836514F82}"/>
                    </a:ext>
                  </a:extLst>
                </p:cNvPr>
                <p:cNvPicPr/>
                <p:nvPr/>
              </p:nvPicPr>
              <p:blipFill>
                <a:blip r:embed="rId435"/>
                <a:stretch>
                  <a:fillRect/>
                </a:stretch>
              </p:blipFill>
              <p:spPr>
                <a:xfrm>
                  <a:off x="7961864" y="5341242"/>
                  <a:ext cx="108720" cy="153000"/>
                </a:xfrm>
                <a:prstGeom prst="rect">
                  <a:avLst/>
                </a:prstGeom>
              </p:spPr>
            </p:pic>
          </mc:Fallback>
        </mc:AlternateContent>
      </p:grpSp>
      <p:grpSp>
        <p:nvGrpSpPr>
          <p:cNvPr id="277" name="Group 276">
            <a:extLst>
              <a:ext uri="{FF2B5EF4-FFF2-40B4-BE49-F238E27FC236}">
                <a16:creationId xmlns:a16="http://schemas.microsoft.com/office/drawing/2014/main" id="{54C34BFE-28A1-B8E3-250E-0354A84F958D}"/>
              </a:ext>
            </a:extLst>
          </p:cNvPr>
          <p:cNvGrpSpPr/>
          <p:nvPr/>
        </p:nvGrpSpPr>
        <p:grpSpPr>
          <a:xfrm>
            <a:off x="8537504" y="4891602"/>
            <a:ext cx="1122840" cy="1172520"/>
            <a:chOff x="8537504" y="4891602"/>
            <a:chExt cx="1122840" cy="1172520"/>
          </a:xfrm>
        </p:grpSpPr>
        <mc:AlternateContent xmlns:mc="http://schemas.openxmlformats.org/markup-compatibility/2006">
          <mc:Choice xmlns:p14="http://schemas.microsoft.com/office/powerpoint/2010/main" Requires="p14">
            <p:contentPart p14:bwMode="auto" r:id="rId436">
              <p14:nvContentPartPr>
                <p14:cNvPr id="265" name="Ink 264">
                  <a:extLst>
                    <a:ext uri="{FF2B5EF4-FFF2-40B4-BE49-F238E27FC236}">
                      <a16:creationId xmlns:a16="http://schemas.microsoft.com/office/drawing/2014/main" id="{80C00911-1258-30DD-5249-5EE00BC536A9}"/>
                    </a:ext>
                  </a:extLst>
                </p14:cNvPr>
                <p14:cNvContentPartPr/>
                <p14:nvPr/>
              </p14:nvContentPartPr>
              <p14:xfrm>
                <a:off x="8537504" y="4996002"/>
                <a:ext cx="602640" cy="232200"/>
              </p14:xfrm>
            </p:contentPart>
          </mc:Choice>
          <mc:Fallback>
            <p:pic>
              <p:nvPicPr>
                <p:cNvPr id="265" name="Ink 264">
                  <a:extLst>
                    <a:ext uri="{FF2B5EF4-FFF2-40B4-BE49-F238E27FC236}">
                      <a16:creationId xmlns:a16="http://schemas.microsoft.com/office/drawing/2014/main" id="{80C00911-1258-30DD-5249-5EE00BC536A9}"/>
                    </a:ext>
                  </a:extLst>
                </p:cNvPr>
                <p:cNvPicPr/>
                <p:nvPr/>
              </p:nvPicPr>
              <p:blipFill>
                <a:blip r:embed="rId437"/>
                <a:stretch>
                  <a:fillRect/>
                </a:stretch>
              </p:blipFill>
              <p:spPr>
                <a:xfrm>
                  <a:off x="8528864" y="4987362"/>
                  <a:ext cx="620280" cy="249840"/>
                </a:xfrm>
                <a:prstGeom prst="rect">
                  <a:avLst/>
                </a:prstGeom>
              </p:spPr>
            </p:pic>
          </mc:Fallback>
        </mc:AlternateContent>
        <mc:AlternateContent xmlns:mc="http://schemas.openxmlformats.org/markup-compatibility/2006">
          <mc:Choice xmlns:p14="http://schemas.microsoft.com/office/powerpoint/2010/main" Requires="p14">
            <p:contentPart p14:bwMode="auto" r:id="rId438">
              <p14:nvContentPartPr>
                <p14:cNvPr id="266" name="Ink 265">
                  <a:extLst>
                    <a:ext uri="{FF2B5EF4-FFF2-40B4-BE49-F238E27FC236}">
                      <a16:creationId xmlns:a16="http://schemas.microsoft.com/office/drawing/2014/main" id="{805A0755-F279-360A-5E3B-DAF46CBADC97}"/>
                    </a:ext>
                  </a:extLst>
                </p14:cNvPr>
                <p14:cNvContentPartPr/>
                <p14:nvPr/>
              </p14:nvContentPartPr>
              <p14:xfrm>
                <a:off x="8927384" y="4955322"/>
                <a:ext cx="222480" cy="164880"/>
              </p14:xfrm>
            </p:contentPart>
          </mc:Choice>
          <mc:Fallback>
            <p:pic>
              <p:nvPicPr>
                <p:cNvPr id="266" name="Ink 265">
                  <a:extLst>
                    <a:ext uri="{FF2B5EF4-FFF2-40B4-BE49-F238E27FC236}">
                      <a16:creationId xmlns:a16="http://schemas.microsoft.com/office/drawing/2014/main" id="{805A0755-F279-360A-5E3B-DAF46CBADC97}"/>
                    </a:ext>
                  </a:extLst>
                </p:cNvPr>
                <p:cNvPicPr/>
                <p:nvPr/>
              </p:nvPicPr>
              <p:blipFill>
                <a:blip r:embed="rId439"/>
                <a:stretch>
                  <a:fillRect/>
                </a:stretch>
              </p:blipFill>
              <p:spPr>
                <a:xfrm>
                  <a:off x="8918744" y="4946322"/>
                  <a:ext cx="240120" cy="182520"/>
                </a:xfrm>
                <a:prstGeom prst="rect">
                  <a:avLst/>
                </a:prstGeom>
              </p:spPr>
            </p:pic>
          </mc:Fallback>
        </mc:AlternateContent>
        <mc:AlternateContent xmlns:mc="http://schemas.openxmlformats.org/markup-compatibility/2006">
          <mc:Choice xmlns:p14="http://schemas.microsoft.com/office/powerpoint/2010/main" Requires="p14">
            <p:contentPart p14:bwMode="auto" r:id="rId440">
              <p14:nvContentPartPr>
                <p14:cNvPr id="267" name="Ink 266">
                  <a:extLst>
                    <a:ext uri="{FF2B5EF4-FFF2-40B4-BE49-F238E27FC236}">
                      <a16:creationId xmlns:a16="http://schemas.microsoft.com/office/drawing/2014/main" id="{E5954A49-9259-0375-A9BC-540D35FFE4E6}"/>
                    </a:ext>
                  </a:extLst>
                </p14:cNvPr>
                <p14:cNvContentPartPr/>
                <p14:nvPr/>
              </p14:nvContentPartPr>
              <p14:xfrm>
                <a:off x="8678264" y="5311362"/>
                <a:ext cx="641520" cy="123840"/>
              </p14:xfrm>
            </p:contentPart>
          </mc:Choice>
          <mc:Fallback>
            <p:pic>
              <p:nvPicPr>
                <p:cNvPr id="267" name="Ink 266">
                  <a:extLst>
                    <a:ext uri="{FF2B5EF4-FFF2-40B4-BE49-F238E27FC236}">
                      <a16:creationId xmlns:a16="http://schemas.microsoft.com/office/drawing/2014/main" id="{E5954A49-9259-0375-A9BC-540D35FFE4E6}"/>
                    </a:ext>
                  </a:extLst>
                </p:cNvPr>
                <p:cNvPicPr/>
                <p:nvPr/>
              </p:nvPicPr>
              <p:blipFill>
                <a:blip r:embed="rId441"/>
                <a:stretch>
                  <a:fillRect/>
                </a:stretch>
              </p:blipFill>
              <p:spPr>
                <a:xfrm>
                  <a:off x="8669264" y="5302362"/>
                  <a:ext cx="659160" cy="141480"/>
                </a:xfrm>
                <a:prstGeom prst="rect">
                  <a:avLst/>
                </a:prstGeom>
              </p:spPr>
            </p:pic>
          </mc:Fallback>
        </mc:AlternateContent>
        <mc:AlternateContent xmlns:mc="http://schemas.openxmlformats.org/markup-compatibility/2006">
          <mc:Choice xmlns:p14="http://schemas.microsoft.com/office/powerpoint/2010/main" Requires="p14">
            <p:contentPart p14:bwMode="auto" r:id="rId442">
              <p14:nvContentPartPr>
                <p14:cNvPr id="268" name="Ink 267">
                  <a:extLst>
                    <a:ext uri="{FF2B5EF4-FFF2-40B4-BE49-F238E27FC236}">
                      <a16:creationId xmlns:a16="http://schemas.microsoft.com/office/drawing/2014/main" id="{455F1B60-1C53-CDF7-9CC6-9FB57EC29B3D}"/>
                    </a:ext>
                  </a:extLst>
                </p14:cNvPr>
                <p14:cNvContentPartPr/>
                <p14:nvPr/>
              </p14:nvContentPartPr>
              <p14:xfrm>
                <a:off x="9188384" y="5373642"/>
                <a:ext cx="68400" cy="149760"/>
              </p14:xfrm>
            </p:contentPart>
          </mc:Choice>
          <mc:Fallback>
            <p:pic>
              <p:nvPicPr>
                <p:cNvPr id="268" name="Ink 267">
                  <a:extLst>
                    <a:ext uri="{FF2B5EF4-FFF2-40B4-BE49-F238E27FC236}">
                      <a16:creationId xmlns:a16="http://schemas.microsoft.com/office/drawing/2014/main" id="{455F1B60-1C53-CDF7-9CC6-9FB57EC29B3D}"/>
                    </a:ext>
                  </a:extLst>
                </p:cNvPr>
                <p:cNvPicPr/>
                <p:nvPr/>
              </p:nvPicPr>
              <p:blipFill>
                <a:blip r:embed="rId443"/>
                <a:stretch>
                  <a:fillRect/>
                </a:stretch>
              </p:blipFill>
              <p:spPr>
                <a:xfrm>
                  <a:off x="9179744" y="5365002"/>
                  <a:ext cx="86040" cy="167400"/>
                </a:xfrm>
                <a:prstGeom prst="rect">
                  <a:avLst/>
                </a:prstGeom>
              </p:spPr>
            </p:pic>
          </mc:Fallback>
        </mc:AlternateContent>
        <mc:AlternateContent xmlns:mc="http://schemas.openxmlformats.org/markup-compatibility/2006">
          <mc:Choice xmlns:p14="http://schemas.microsoft.com/office/powerpoint/2010/main" Requires="p14">
            <p:contentPart p14:bwMode="auto" r:id="rId444">
              <p14:nvContentPartPr>
                <p14:cNvPr id="269" name="Ink 268">
                  <a:extLst>
                    <a:ext uri="{FF2B5EF4-FFF2-40B4-BE49-F238E27FC236}">
                      <a16:creationId xmlns:a16="http://schemas.microsoft.com/office/drawing/2014/main" id="{93E42C62-8E3D-4EB9-3B8F-A7C2BF9D09D7}"/>
                    </a:ext>
                  </a:extLst>
                </p14:cNvPr>
                <p14:cNvContentPartPr/>
                <p14:nvPr/>
              </p14:nvContentPartPr>
              <p14:xfrm>
                <a:off x="8631104" y="5592162"/>
                <a:ext cx="531000" cy="172800"/>
              </p14:xfrm>
            </p:contentPart>
          </mc:Choice>
          <mc:Fallback>
            <p:pic>
              <p:nvPicPr>
                <p:cNvPr id="269" name="Ink 268">
                  <a:extLst>
                    <a:ext uri="{FF2B5EF4-FFF2-40B4-BE49-F238E27FC236}">
                      <a16:creationId xmlns:a16="http://schemas.microsoft.com/office/drawing/2014/main" id="{93E42C62-8E3D-4EB9-3B8F-A7C2BF9D09D7}"/>
                    </a:ext>
                  </a:extLst>
                </p:cNvPr>
                <p:cNvPicPr/>
                <p:nvPr/>
              </p:nvPicPr>
              <p:blipFill>
                <a:blip r:embed="rId445"/>
                <a:stretch>
                  <a:fillRect/>
                </a:stretch>
              </p:blipFill>
              <p:spPr>
                <a:xfrm>
                  <a:off x="8622464" y="5583522"/>
                  <a:ext cx="548640" cy="190440"/>
                </a:xfrm>
                <a:prstGeom prst="rect">
                  <a:avLst/>
                </a:prstGeom>
              </p:spPr>
            </p:pic>
          </mc:Fallback>
        </mc:AlternateContent>
        <mc:AlternateContent xmlns:mc="http://schemas.openxmlformats.org/markup-compatibility/2006">
          <mc:Choice xmlns:p14="http://schemas.microsoft.com/office/powerpoint/2010/main" Requires="p14">
            <p:contentPart p14:bwMode="auto" r:id="rId446">
              <p14:nvContentPartPr>
                <p14:cNvPr id="270" name="Ink 269">
                  <a:extLst>
                    <a:ext uri="{FF2B5EF4-FFF2-40B4-BE49-F238E27FC236}">
                      <a16:creationId xmlns:a16="http://schemas.microsoft.com/office/drawing/2014/main" id="{CF2C3C16-EED0-1246-1366-1C77C7E21D0A}"/>
                    </a:ext>
                  </a:extLst>
                </p14:cNvPr>
                <p14:cNvContentPartPr/>
                <p14:nvPr/>
              </p14:nvContentPartPr>
              <p14:xfrm>
                <a:off x="9106664" y="5632122"/>
                <a:ext cx="97560" cy="167400"/>
              </p14:xfrm>
            </p:contentPart>
          </mc:Choice>
          <mc:Fallback>
            <p:pic>
              <p:nvPicPr>
                <p:cNvPr id="270" name="Ink 269">
                  <a:extLst>
                    <a:ext uri="{FF2B5EF4-FFF2-40B4-BE49-F238E27FC236}">
                      <a16:creationId xmlns:a16="http://schemas.microsoft.com/office/drawing/2014/main" id="{CF2C3C16-EED0-1246-1366-1C77C7E21D0A}"/>
                    </a:ext>
                  </a:extLst>
                </p:cNvPr>
                <p:cNvPicPr/>
                <p:nvPr/>
              </p:nvPicPr>
              <p:blipFill>
                <a:blip r:embed="rId447"/>
                <a:stretch>
                  <a:fillRect/>
                </a:stretch>
              </p:blipFill>
              <p:spPr>
                <a:xfrm>
                  <a:off x="9098024" y="5623122"/>
                  <a:ext cx="115200" cy="185040"/>
                </a:xfrm>
                <a:prstGeom prst="rect">
                  <a:avLst/>
                </a:prstGeom>
              </p:spPr>
            </p:pic>
          </mc:Fallback>
        </mc:AlternateContent>
        <mc:AlternateContent xmlns:mc="http://schemas.openxmlformats.org/markup-compatibility/2006">
          <mc:Choice xmlns:p14="http://schemas.microsoft.com/office/powerpoint/2010/main" Requires="p14">
            <p:contentPart p14:bwMode="auto" r:id="rId448">
              <p14:nvContentPartPr>
                <p14:cNvPr id="271" name="Ink 270">
                  <a:extLst>
                    <a:ext uri="{FF2B5EF4-FFF2-40B4-BE49-F238E27FC236}">
                      <a16:creationId xmlns:a16="http://schemas.microsoft.com/office/drawing/2014/main" id="{1B2A590A-81DF-0FCA-EE13-1AEACFE1F650}"/>
                    </a:ext>
                  </a:extLst>
                </p14:cNvPr>
                <p14:cNvContentPartPr/>
                <p14:nvPr/>
              </p14:nvContentPartPr>
              <p14:xfrm>
                <a:off x="9249944" y="4891602"/>
                <a:ext cx="316080" cy="146160"/>
              </p14:xfrm>
            </p:contentPart>
          </mc:Choice>
          <mc:Fallback>
            <p:pic>
              <p:nvPicPr>
                <p:cNvPr id="271" name="Ink 270">
                  <a:extLst>
                    <a:ext uri="{FF2B5EF4-FFF2-40B4-BE49-F238E27FC236}">
                      <a16:creationId xmlns:a16="http://schemas.microsoft.com/office/drawing/2014/main" id="{1B2A590A-81DF-0FCA-EE13-1AEACFE1F650}"/>
                    </a:ext>
                  </a:extLst>
                </p:cNvPr>
                <p:cNvPicPr/>
                <p:nvPr/>
              </p:nvPicPr>
              <p:blipFill>
                <a:blip r:embed="rId449"/>
                <a:stretch>
                  <a:fillRect/>
                </a:stretch>
              </p:blipFill>
              <p:spPr>
                <a:xfrm>
                  <a:off x="9241304" y="4882602"/>
                  <a:ext cx="333720" cy="163800"/>
                </a:xfrm>
                <a:prstGeom prst="rect">
                  <a:avLst/>
                </a:prstGeom>
              </p:spPr>
            </p:pic>
          </mc:Fallback>
        </mc:AlternateContent>
        <mc:AlternateContent xmlns:mc="http://schemas.openxmlformats.org/markup-compatibility/2006">
          <mc:Choice xmlns:p14="http://schemas.microsoft.com/office/powerpoint/2010/main" Requires="p14">
            <p:contentPart p14:bwMode="auto" r:id="rId450">
              <p14:nvContentPartPr>
                <p14:cNvPr id="272" name="Ink 271">
                  <a:extLst>
                    <a:ext uri="{FF2B5EF4-FFF2-40B4-BE49-F238E27FC236}">
                      <a16:creationId xmlns:a16="http://schemas.microsoft.com/office/drawing/2014/main" id="{A629FCAE-4620-B43A-A0B8-69FBAC578636}"/>
                    </a:ext>
                  </a:extLst>
                </p14:cNvPr>
                <p14:cNvContentPartPr/>
                <p14:nvPr/>
              </p14:nvContentPartPr>
              <p14:xfrm>
                <a:off x="9315824" y="4979082"/>
                <a:ext cx="294840" cy="271080"/>
              </p14:xfrm>
            </p:contentPart>
          </mc:Choice>
          <mc:Fallback>
            <p:pic>
              <p:nvPicPr>
                <p:cNvPr id="272" name="Ink 271">
                  <a:extLst>
                    <a:ext uri="{FF2B5EF4-FFF2-40B4-BE49-F238E27FC236}">
                      <a16:creationId xmlns:a16="http://schemas.microsoft.com/office/drawing/2014/main" id="{A629FCAE-4620-B43A-A0B8-69FBAC578636}"/>
                    </a:ext>
                  </a:extLst>
                </p:cNvPr>
                <p:cNvPicPr/>
                <p:nvPr/>
              </p:nvPicPr>
              <p:blipFill>
                <a:blip r:embed="rId451"/>
                <a:stretch>
                  <a:fillRect/>
                </a:stretch>
              </p:blipFill>
              <p:spPr>
                <a:xfrm>
                  <a:off x="9306824" y="4970082"/>
                  <a:ext cx="312480" cy="288720"/>
                </a:xfrm>
                <a:prstGeom prst="rect">
                  <a:avLst/>
                </a:prstGeom>
              </p:spPr>
            </p:pic>
          </mc:Fallback>
        </mc:AlternateContent>
        <mc:AlternateContent xmlns:mc="http://schemas.openxmlformats.org/markup-compatibility/2006">
          <mc:Choice xmlns:p14="http://schemas.microsoft.com/office/powerpoint/2010/main" Requires="p14">
            <p:contentPart p14:bwMode="auto" r:id="rId452">
              <p14:nvContentPartPr>
                <p14:cNvPr id="273" name="Ink 272">
                  <a:extLst>
                    <a:ext uri="{FF2B5EF4-FFF2-40B4-BE49-F238E27FC236}">
                      <a16:creationId xmlns:a16="http://schemas.microsoft.com/office/drawing/2014/main" id="{3ECE3E85-7737-0106-A9DE-1B196ED25438}"/>
                    </a:ext>
                  </a:extLst>
                </p14:cNvPr>
                <p14:cNvContentPartPr/>
                <p14:nvPr/>
              </p14:nvContentPartPr>
              <p14:xfrm>
                <a:off x="9456584" y="5367522"/>
                <a:ext cx="198360" cy="87840"/>
              </p14:xfrm>
            </p:contentPart>
          </mc:Choice>
          <mc:Fallback>
            <p:pic>
              <p:nvPicPr>
                <p:cNvPr id="273" name="Ink 272">
                  <a:extLst>
                    <a:ext uri="{FF2B5EF4-FFF2-40B4-BE49-F238E27FC236}">
                      <a16:creationId xmlns:a16="http://schemas.microsoft.com/office/drawing/2014/main" id="{3ECE3E85-7737-0106-A9DE-1B196ED25438}"/>
                    </a:ext>
                  </a:extLst>
                </p:cNvPr>
                <p:cNvPicPr/>
                <p:nvPr/>
              </p:nvPicPr>
              <p:blipFill>
                <a:blip r:embed="rId453"/>
                <a:stretch>
                  <a:fillRect/>
                </a:stretch>
              </p:blipFill>
              <p:spPr>
                <a:xfrm>
                  <a:off x="9447944" y="5358522"/>
                  <a:ext cx="216000" cy="105480"/>
                </a:xfrm>
                <a:prstGeom prst="rect">
                  <a:avLst/>
                </a:prstGeom>
              </p:spPr>
            </p:pic>
          </mc:Fallback>
        </mc:AlternateContent>
        <mc:AlternateContent xmlns:mc="http://schemas.openxmlformats.org/markup-compatibility/2006">
          <mc:Choice xmlns:p14="http://schemas.microsoft.com/office/powerpoint/2010/main" Requires="p14">
            <p:contentPart p14:bwMode="auto" r:id="rId454">
              <p14:nvContentPartPr>
                <p14:cNvPr id="274" name="Ink 273">
                  <a:extLst>
                    <a:ext uri="{FF2B5EF4-FFF2-40B4-BE49-F238E27FC236}">
                      <a16:creationId xmlns:a16="http://schemas.microsoft.com/office/drawing/2014/main" id="{DEAA3364-D194-F283-AD97-76F287F7F08C}"/>
                    </a:ext>
                  </a:extLst>
                </p14:cNvPr>
                <p14:cNvContentPartPr/>
                <p14:nvPr/>
              </p14:nvContentPartPr>
              <p14:xfrm>
                <a:off x="9485384" y="5419722"/>
                <a:ext cx="174960" cy="158400"/>
              </p14:xfrm>
            </p:contentPart>
          </mc:Choice>
          <mc:Fallback>
            <p:pic>
              <p:nvPicPr>
                <p:cNvPr id="274" name="Ink 273">
                  <a:extLst>
                    <a:ext uri="{FF2B5EF4-FFF2-40B4-BE49-F238E27FC236}">
                      <a16:creationId xmlns:a16="http://schemas.microsoft.com/office/drawing/2014/main" id="{DEAA3364-D194-F283-AD97-76F287F7F08C}"/>
                    </a:ext>
                  </a:extLst>
                </p:cNvPr>
                <p:cNvPicPr/>
                <p:nvPr/>
              </p:nvPicPr>
              <p:blipFill>
                <a:blip r:embed="rId455"/>
                <a:stretch>
                  <a:fillRect/>
                </a:stretch>
              </p:blipFill>
              <p:spPr>
                <a:xfrm>
                  <a:off x="9476744" y="5410722"/>
                  <a:ext cx="192600" cy="176040"/>
                </a:xfrm>
                <a:prstGeom prst="rect">
                  <a:avLst/>
                </a:prstGeom>
              </p:spPr>
            </p:pic>
          </mc:Fallback>
        </mc:AlternateContent>
        <mc:AlternateContent xmlns:mc="http://schemas.openxmlformats.org/markup-compatibility/2006">
          <mc:Choice xmlns:p14="http://schemas.microsoft.com/office/powerpoint/2010/main" Requires="p14">
            <p:contentPart p14:bwMode="auto" r:id="rId456">
              <p14:nvContentPartPr>
                <p14:cNvPr id="275" name="Ink 274">
                  <a:extLst>
                    <a:ext uri="{FF2B5EF4-FFF2-40B4-BE49-F238E27FC236}">
                      <a16:creationId xmlns:a16="http://schemas.microsoft.com/office/drawing/2014/main" id="{ECBA1B82-8D95-03AE-8A88-F2B7E5A8B1F0}"/>
                    </a:ext>
                  </a:extLst>
                </p14:cNvPr>
                <p14:cNvContentPartPr/>
                <p14:nvPr/>
              </p14:nvContentPartPr>
              <p14:xfrm>
                <a:off x="9332024" y="5720682"/>
                <a:ext cx="217440" cy="130680"/>
              </p14:xfrm>
            </p:contentPart>
          </mc:Choice>
          <mc:Fallback>
            <p:pic>
              <p:nvPicPr>
                <p:cNvPr id="275" name="Ink 274">
                  <a:extLst>
                    <a:ext uri="{FF2B5EF4-FFF2-40B4-BE49-F238E27FC236}">
                      <a16:creationId xmlns:a16="http://schemas.microsoft.com/office/drawing/2014/main" id="{ECBA1B82-8D95-03AE-8A88-F2B7E5A8B1F0}"/>
                    </a:ext>
                  </a:extLst>
                </p:cNvPr>
                <p:cNvPicPr/>
                <p:nvPr/>
              </p:nvPicPr>
              <p:blipFill>
                <a:blip r:embed="rId457"/>
                <a:stretch>
                  <a:fillRect/>
                </a:stretch>
              </p:blipFill>
              <p:spPr>
                <a:xfrm>
                  <a:off x="9323024" y="5711682"/>
                  <a:ext cx="235080" cy="148320"/>
                </a:xfrm>
                <a:prstGeom prst="rect">
                  <a:avLst/>
                </a:prstGeom>
              </p:spPr>
            </p:pic>
          </mc:Fallback>
        </mc:AlternateContent>
        <mc:AlternateContent xmlns:mc="http://schemas.openxmlformats.org/markup-compatibility/2006">
          <mc:Choice xmlns:p14="http://schemas.microsoft.com/office/powerpoint/2010/main" Requires="p14">
            <p:contentPart p14:bwMode="auto" r:id="rId458">
              <p14:nvContentPartPr>
                <p14:cNvPr id="276" name="Ink 275">
                  <a:extLst>
                    <a:ext uri="{FF2B5EF4-FFF2-40B4-BE49-F238E27FC236}">
                      <a16:creationId xmlns:a16="http://schemas.microsoft.com/office/drawing/2014/main" id="{36A9FBF1-5840-ADD9-DE3B-5B1F34948901}"/>
                    </a:ext>
                  </a:extLst>
                </p14:cNvPr>
                <p14:cNvContentPartPr/>
                <p14:nvPr/>
              </p14:nvContentPartPr>
              <p14:xfrm>
                <a:off x="9257864" y="5771082"/>
                <a:ext cx="257760" cy="293040"/>
              </p14:xfrm>
            </p:contentPart>
          </mc:Choice>
          <mc:Fallback>
            <p:pic>
              <p:nvPicPr>
                <p:cNvPr id="276" name="Ink 275">
                  <a:extLst>
                    <a:ext uri="{FF2B5EF4-FFF2-40B4-BE49-F238E27FC236}">
                      <a16:creationId xmlns:a16="http://schemas.microsoft.com/office/drawing/2014/main" id="{36A9FBF1-5840-ADD9-DE3B-5B1F34948901}"/>
                    </a:ext>
                  </a:extLst>
                </p:cNvPr>
                <p:cNvPicPr/>
                <p:nvPr/>
              </p:nvPicPr>
              <p:blipFill>
                <a:blip r:embed="rId459"/>
                <a:stretch>
                  <a:fillRect/>
                </a:stretch>
              </p:blipFill>
              <p:spPr>
                <a:xfrm>
                  <a:off x="9248864" y="5762082"/>
                  <a:ext cx="275400" cy="310680"/>
                </a:xfrm>
                <a:prstGeom prst="rect">
                  <a:avLst/>
                </a:prstGeom>
              </p:spPr>
            </p:pic>
          </mc:Fallback>
        </mc:AlternateContent>
      </p:grpSp>
    </p:spTree>
    <p:extLst>
      <p:ext uri="{BB962C8B-B14F-4D97-AF65-F5344CB8AC3E}">
        <p14:creationId xmlns:p14="http://schemas.microsoft.com/office/powerpoint/2010/main" val="1595297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57"/>
        <p:cNvGrpSpPr/>
        <p:nvPr/>
      </p:nvGrpSpPr>
      <p:grpSpPr>
        <a:xfrm>
          <a:off x="0" y="0"/>
          <a:ext cx="0" cy="0"/>
          <a:chOff x="0" y="0"/>
          <a:chExt cx="0" cy="0"/>
        </a:xfrm>
      </p:grpSpPr>
      <p:sp>
        <p:nvSpPr>
          <p:cNvPr id="1659" name="Google Shape;1659;p85"/>
          <p:cNvSpPr txBox="1"/>
          <p:nvPr/>
        </p:nvSpPr>
        <p:spPr>
          <a:xfrm>
            <a:off x="224979" y="788088"/>
            <a:ext cx="11806237" cy="427809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dirty="0">
                <a:solidFill>
                  <a:schemeClr val="dk1"/>
                </a:solidFill>
                <a:latin typeface="Calibri"/>
                <a:ea typeface="Calibri"/>
                <a:cs typeface="Calibri"/>
                <a:sym typeface="Calibri"/>
              </a:rPr>
              <a:t>A determination modifies instance of business object based on trigger condition. Trigger condition can be modify operations such as create, update, and delete and modified field. There are 2 types of determination</a:t>
            </a:r>
            <a:endParaRPr dirty="0"/>
          </a:p>
          <a:p>
            <a:pPr marL="285750" marR="0" lvl="0" indent="-285750" algn="l" rtl="0">
              <a:spcBef>
                <a:spcPts val="0"/>
              </a:spcBef>
              <a:spcAft>
                <a:spcPts val="0"/>
              </a:spcAft>
              <a:buClr>
                <a:schemeClr val="dk1"/>
              </a:buClr>
              <a:buSzPts val="1600"/>
              <a:buFont typeface="Arial"/>
              <a:buChar char="•"/>
            </a:pPr>
            <a:r>
              <a:rPr lang="en-US" sz="1600" dirty="0">
                <a:solidFill>
                  <a:schemeClr val="dk1"/>
                </a:solidFill>
                <a:latin typeface="Calibri"/>
                <a:ea typeface="Calibri"/>
                <a:cs typeface="Calibri"/>
                <a:sym typeface="Calibri"/>
              </a:rPr>
              <a:t>on modify – will be triggered before save whenever trigger condition is met e.g. when I change booking fee</a:t>
            </a:r>
            <a:endParaRPr dirty="0"/>
          </a:p>
          <a:p>
            <a:pPr marL="285750" marR="0" lvl="0" indent="-285750" algn="l" rtl="0">
              <a:spcBef>
                <a:spcPts val="0"/>
              </a:spcBef>
              <a:spcAft>
                <a:spcPts val="0"/>
              </a:spcAft>
              <a:buClr>
                <a:schemeClr val="dk1"/>
              </a:buClr>
              <a:buSzPts val="1600"/>
              <a:buFont typeface="Arial"/>
              <a:buChar char="•"/>
            </a:pPr>
            <a:r>
              <a:rPr lang="en-US" sz="1600" dirty="0">
                <a:solidFill>
                  <a:schemeClr val="dk1"/>
                </a:solidFill>
                <a:latin typeface="Calibri"/>
                <a:ea typeface="Calibri"/>
                <a:cs typeface="Calibri"/>
                <a:sym typeface="Calibri"/>
              </a:rPr>
              <a:t>on save – will always trigger at the time of save</a:t>
            </a:r>
            <a:endParaRPr dirty="0"/>
          </a:p>
          <a:p>
            <a:pPr marL="285750" marR="0" lvl="0" indent="-184150" algn="l" rtl="0">
              <a:spcBef>
                <a:spcPts val="0"/>
              </a:spcBef>
              <a:spcAft>
                <a:spcPts val="0"/>
              </a:spcAft>
              <a:buClr>
                <a:schemeClr val="dk1"/>
              </a:buClr>
              <a:buSzPts val="1600"/>
              <a:buFont typeface="Arial"/>
              <a:buNone/>
            </a:pPr>
            <a:endParaRPr sz="16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600" b="1" dirty="0">
                <a:solidFill>
                  <a:schemeClr val="dk1"/>
                </a:solidFill>
                <a:latin typeface="Calibri"/>
                <a:ea typeface="Calibri"/>
                <a:cs typeface="Calibri"/>
                <a:sym typeface="Calibri"/>
              </a:rPr>
              <a:t>Steps</a:t>
            </a:r>
            <a:endParaRPr dirty="0"/>
          </a:p>
          <a:p>
            <a:pPr marL="342900" marR="0" lvl="0" indent="-342900" algn="l" rtl="0">
              <a:spcBef>
                <a:spcPts val="0"/>
              </a:spcBef>
              <a:spcAft>
                <a:spcPts val="0"/>
              </a:spcAft>
              <a:buClr>
                <a:schemeClr val="dk1"/>
              </a:buClr>
              <a:buSzPts val="1600"/>
              <a:buFont typeface="Calibri"/>
              <a:buAutoNum type="arabicPeriod"/>
            </a:pPr>
            <a:r>
              <a:rPr lang="en-US" sz="1600" dirty="0">
                <a:solidFill>
                  <a:schemeClr val="dk1"/>
                </a:solidFill>
                <a:latin typeface="Calibri"/>
                <a:ea typeface="Calibri"/>
                <a:cs typeface="Calibri"/>
                <a:sym typeface="Calibri"/>
              </a:rPr>
              <a:t>Add the code for defining the determination in behavior definition, we want to do it in reusable way</a:t>
            </a:r>
            <a:endParaRPr dirty="0"/>
          </a:p>
          <a:p>
            <a:pPr marL="342900" marR="0" lvl="0" indent="-342900" algn="l" rtl="0">
              <a:spcBef>
                <a:spcPts val="0"/>
              </a:spcBef>
              <a:spcAft>
                <a:spcPts val="0"/>
              </a:spcAft>
              <a:buClr>
                <a:schemeClr val="dk1"/>
              </a:buClr>
              <a:buSzPts val="1600"/>
              <a:buFont typeface="Calibri"/>
              <a:buAutoNum type="arabicPeriod"/>
            </a:pPr>
            <a:r>
              <a:rPr lang="en-US" sz="1600" dirty="0">
                <a:solidFill>
                  <a:schemeClr val="dk1"/>
                </a:solidFill>
                <a:latin typeface="Calibri"/>
                <a:ea typeface="Calibri"/>
                <a:cs typeface="Calibri"/>
                <a:sym typeface="Calibri"/>
              </a:rPr>
              <a:t>Use quick fix to generate the code for determination</a:t>
            </a:r>
            <a:endParaRPr dirty="0"/>
          </a:p>
          <a:p>
            <a:pPr marL="952393" marR="0" lvl="1" indent="-342900" algn="l" rtl="0">
              <a:spcBef>
                <a:spcPts val="0"/>
              </a:spcBef>
              <a:spcAft>
                <a:spcPts val="0"/>
              </a:spcAft>
              <a:buClr>
                <a:schemeClr val="dk1"/>
              </a:buClr>
              <a:buSzPts val="1600"/>
              <a:buFont typeface="Calibri"/>
              <a:buAutoNum type="arabicPeriod"/>
            </a:pPr>
            <a:r>
              <a:rPr lang="en-US" sz="1600" b="0" i="0" u="none" strike="noStrike" cap="none" dirty="0">
                <a:solidFill>
                  <a:schemeClr val="dk1"/>
                </a:solidFill>
                <a:latin typeface="Calibri"/>
                <a:ea typeface="Calibri"/>
                <a:cs typeface="Calibri"/>
                <a:sym typeface="Calibri"/>
              </a:rPr>
              <a:t>Define a structure where we can store all the booking fees and currency code</a:t>
            </a:r>
            <a:endParaRPr dirty="0"/>
          </a:p>
          <a:p>
            <a:pPr marL="952393" marR="0" lvl="1" indent="-342900" algn="l" rtl="0">
              <a:spcBef>
                <a:spcPts val="0"/>
              </a:spcBef>
              <a:spcAft>
                <a:spcPts val="0"/>
              </a:spcAft>
              <a:buClr>
                <a:schemeClr val="dk1"/>
              </a:buClr>
              <a:buSzPts val="1600"/>
              <a:buFont typeface="Calibri"/>
              <a:buAutoNum type="arabicPeriod"/>
            </a:pPr>
            <a:r>
              <a:rPr lang="en-US" sz="1600" b="0" i="0" u="none" strike="noStrike" cap="none" dirty="0">
                <a:solidFill>
                  <a:schemeClr val="dk1"/>
                </a:solidFill>
                <a:latin typeface="Calibri"/>
                <a:ea typeface="Calibri"/>
                <a:cs typeface="Calibri"/>
                <a:sym typeface="Calibri"/>
              </a:rPr>
              <a:t>Read all travel instances, subsequent bookings using EML</a:t>
            </a:r>
            <a:endParaRPr dirty="0"/>
          </a:p>
          <a:p>
            <a:pPr marL="952393" marR="0" lvl="1" indent="-342900" algn="l" rtl="0">
              <a:spcBef>
                <a:spcPts val="0"/>
              </a:spcBef>
              <a:spcAft>
                <a:spcPts val="0"/>
              </a:spcAft>
              <a:buClr>
                <a:schemeClr val="dk1"/>
              </a:buClr>
              <a:buSzPts val="1600"/>
              <a:buFont typeface="Calibri"/>
              <a:buAutoNum type="arabicPeriod"/>
            </a:pPr>
            <a:r>
              <a:rPr lang="en-US" sz="1600" b="0" i="0" u="none" strike="noStrike" cap="none" dirty="0">
                <a:solidFill>
                  <a:schemeClr val="dk1"/>
                </a:solidFill>
                <a:latin typeface="Calibri"/>
                <a:ea typeface="Calibri"/>
                <a:cs typeface="Calibri"/>
                <a:sym typeface="Calibri"/>
              </a:rPr>
              <a:t>Total all booking and supplement amounts which are in common currency</a:t>
            </a:r>
            <a:endParaRPr dirty="0"/>
          </a:p>
          <a:p>
            <a:pPr marL="952393" marR="0" lvl="1" indent="-342900" algn="l" rtl="0">
              <a:spcBef>
                <a:spcPts val="0"/>
              </a:spcBef>
              <a:spcAft>
                <a:spcPts val="0"/>
              </a:spcAft>
              <a:buClr>
                <a:schemeClr val="dk1"/>
              </a:buClr>
              <a:buSzPts val="1600"/>
              <a:buFont typeface="Calibri"/>
              <a:buAutoNum type="arabicPeriod"/>
            </a:pPr>
            <a:r>
              <a:rPr lang="en-US" sz="1600" b="0" i="0" u="none" strike="noStrike" cap="none" dirty="0">
                <a:solidFill>
                  <a:schemeClr val="dk1"/>
                </a:solidFill>
                <a:latin typeface="Calibri"/>
                <a:ea typeface="Calibri"/>
                <a:cs typeface="Calibri"/>
                <a:sym typeface="Calibri"/>
              </a:rPr>
              <a:t>Delete the values w/o any currency</a:t>
            </a:r>
            <a:endParaRPr dirty="0"/>
          </a:p>
          <a:p>
            <a:pPr marL="952393" marR="0" lvl="1" indent="-342900" algn="l" rtl="0">
              <a:spcBef>
                <a:spcPts val="0"/>
              </a:spcBef>
              <a:spcAft>
                <a:spcPts val="0"/>
              </a:spcAft>
              <a:buClr>
                <a:schemeClr val="dk1"/>
              </a:buClr>
              <a:buSzPts val="1600"/>
              <a:buFont typeface="Calibri"/>
              <a:buAutoNum type="arabicPeriod"/>
            </a:pPr>
            <a:r>
              <a:rPr lang="en-US" sz="1600" b="0" i="0" u="none" strike="noStrike" cap="none" dirty="0">
                <a:solidFill>
                  <a:schemeClr val="dk1"/>
                </a:solidFill>
                <a:latin typeface="Calibri"/>
                <a:ea typeface="Calibri"/>
                <a:cs typeface="Calibri"/>
                <a:sym typeface="Calibri"/>
              </a:rPr>
              <a:t>Loop at all amounts and compare with target currency</a:t>
            </a:r>
            <a:endParaRPr dirty="0"/>
          </a:p>
          <a:p>
            <a:pPr marL="952393" marR="0" lvl="1" indent="-342900" algn="l" rtl="0">
              <a:spcBef>
                <a:spcPts val="0"/>
              </a:spcBef>
              <a:spcAft>
                <a:spcPts val="0"/>
              </a:spcAft>
              <a:buClr>
                <a:schemeClr val="dk1"/>
              </a:buClr>
              <a:buSzPts val="1600"/>
              <a:buFont typeface="Calibri"/>
              <a:buAutoNum type="arabicPeriod"/>
            </a:pPr>
            <a:r>
              <a:rPr lang="en-US" sz="1600" b="0" i="0" u="none" strike="noStrike" cap="none" dirty="0">
                <a:solidFill>
                  <a:schemeClr val="dk1"/>
                </a:solidFill>
                <a:latin typeface="Calibri"/>
                <a:ea typeface="Calibri"/>
                <a:cs typeface="Calibri"/>
                <a:sym typeface="Calibri"/>
              </a:rPr>
              <a:t>Perform currency conversion</a:t>
            </a:r>
            <a:endParaRPr dirty="0"/>
          </a:p>
          <a:p>
            <a:pPr marL="952393" marR="0" lvl="1" indent="-342900" algn="l" rtl="0">
              <a:spcBef>
                <a:spcPts val="0"/>
              </a:spcBef>
              <a:spcAft>
                <a:spcPts val="0"/>
              </a:spcAft>
              <a:buClr>
                <a:schemeClr val="dk1"/>
              </a:buClr>
              <a:buSzPts val="1600"/>
              <a:buFont typeface="Calibri"/>
              <a:buAutoNum type="arabicPeriod"/>
            </a:pPr>
            <a:r>
              <a:rPr lang="en-US" sz="1600" b="0" i="0" u="none" strike="noStrike" cap="none" dirty="0">
                <a:solidFill>
                  <a:schemeClr val="dk1"/>
                </a:solidFill>
                <a:latin typeface="Calibri"/>
                <a:ea typeface="Calibri"/>
                <a:cs typeface="Calibri"/>
                <a:sym typeface="Calibri"/>
              </a:rPr>
              <a:t>Put back the total amount</a:t>
            </a:r>
            <a:endParaRPr dirty="0"/>
          </a:p>
          <a:p>
            <a:pPr marL="952393" marR="0" lvl="1" indent="-342900" algn="l" rtl="0">
              <a:spcBef>
                <a:spcPts val="0"/>
              </a:spcBef>
              <a:spcAft>
                <a:spcPts val="0"/>
              </a:spcAft>
              <a:buClr>
                <a:schemeClr val="dk1"/>
              </a:buClr>
              <a:buSzPts val="1600"/>
              <a:buFont typeface="Calibri"/>
              <a:buAutoNum type="arabicPeriod"/>
            </a:pPr>
            <a:r>
              <a:rPr lang="en-US" sz="1600" b="0" i="0" u="none" strike="noStrike" cap="none" dirty="0">
                <a:solidFill>
                  <a:schemeClr val="dk1"/>
                </a:solidFill>
                <a:latin typeface="Calibri"/>
                <a:ea typeface="Calibri"/>
                <a:cs typeface="Calibri"/>
                <a:sym typeface="Calibri"/>
              </a:rPr>
              <a:t>Return the total amount in </a:t>
            </a:r>
            <a:r>
              <a:rPr lang="en-US" sz="1600" b="1" i="0" u="none" strike="noStrike" cap="none" dirty="0">
                <a:solidFill>
                  <a:schemeClr val="dk1"/>
                </a:solidFill>
                <a:latin typeface="Calibri"/>
                <a:ea typeface="Calibri"/>
                <a:cs typeface="Calibri"/>
                <a:sym typeface="Calibri"/>
              </a:rPr>
              <a:t>mapped</a:t>
            </a:r>
            <a:r>
              <a:rPr lang="en-US" sz="1600" b="0" i="0" u="none" strike="noStrike" cap="none" dirty="0">
                <a:solidFill>
                  <a:schemeClr val="dk1"/>
                </a:solidFill>
                <a:latin typeface="Calibri"/>
                <a:ea typeface="Calibri"/>
                <a:cs typeface="Calibri"/>
                <a:sym typeface="Calibri"/>
              </a:rPr>
              <a:t> so the RAP will modify this data to DB</a:t>
            </a:r>
            <a:endParaRPr dirty="0"/>
          </a:p>
          <a:p>
            <a:pPr marL="952393" marR="0" lvl="1" indent="-241300" algn="l" rtl="0">
              <a:spcBef>
                <a:spcPts val="0"/>
              </a:spcBef>
              <a:spcAft>
                <a:spcPts val="0"/>
              </a:spcAft>
              <a:buClr>
                <a:schemeClr val="dk1"/>
              </a:buClr>
              <a:buSzPts val="1600"/>
              <a:buFont typeface="Calibri"/>
              <a:buNone/>
            </a:pPr>
            <a:endParaRPr sz="1600" b="0" i="0" u="none" strike="noStrike" cap="none" dirty="0">
              <a:solidFill>
                <a:schemeClr val="dk1"/>
              </a:solidFill>
              <a:latin typeface="Calibri"/>
              <a:ea typeface="Calibri"/>
              <a:cs typeface="Calibri"/>
              <a:sym typeface="Calibri"/>
            </a:endParaRPr>
          </a:p>
        </p:txBody>
      </p:sp>
      <p:sp>
        <p:nvSpPr>
          <p:cNvPr id="1660" name="Google Shape;1660;p85"/>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Determination</a:t>
            </a:r>
            <a:endParaRPr sz="3599" dirty="0">
              <a:solidFill>
                <a:srgbClr val="FFC000"/>
              </a:solidFill>
              <a:latin typeface="Cooper Black" panose="0208090404030B020404" pitchFamily="18" charset="0"/>
              <a:ea typeface="Corben"/>
              <a:cs typeface="Corben"/>
              <a:sym typeface="Corben"/>
            </a:endParaRPr>
          </a:p>
        </p:txBody>
      </p:sp>
      <p:pic>
        <p:nvPicPr>
          <p:cNvPr id="7"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8"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a:defRPr/>
            </a:pPr>
            <a:r>
              <a:rPr lang="en-US" sz="1600" dirty="0">
                <a:solidFill>
                  <a:srgbClr val="75C042"/>
                </a:solidFill>
                <a:latin typeface="Cambria" panose="02040503050406030204" pitchFamily="18" charset="0"/>
                <a:ea typeface="Cambria" panose="02040503050406030204" pitchFamily="18" charset="0"/>
                <a:cs typeface="Corben"/>
                <a:sym typeface="Corben"/>
              </a:rPr>
              <a:t>www.anubhavtrainings.com</a:t>
            </a:r>
            <a:endParaRPr sz="1600" dirty="0">
              <a:solidFill>
                <a:srgbClr val="75C042"/>
              </a:solidFill>
              <a:latin typeface="Cambria" panose="02040503050406030204" pitchFamily="18" charset="0"/>
              <a:ea typeface="Cambria" panose="02040503050406030204" pitchFamily="18" charset="0"/>
              <a:cs typeface="Corben"/>
              <a:sym typeface="Corben"/>
            </a:endParaRPr>
          </a:p>
        </p:txBody>
      </p:sp>
    </p:spTree>
    <p:extLst>
      <p:ext uri="{BB962C8B-B14F-4D97-AF65-F5344CB8AC3E}">
        <p14:creationId xmlns:p14="http://schemas.microsoft.com/office/powerpoint/2010/main" val="33772033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659">
                                            <p:txEl>
                                              <p:pRg st="0" end="0"/>
                                            </p:txEl>
                                          </p:spTgt>
                                        </p:tgtEl>
                                        <p:attrNameLst>
                                          <p:attrName>style.visibility</p:attrName>
                                        </p:attrNameLst>
                                      </p:cBhvr>
                                      <p:to>
                                        <p:strVal val="visible"/>
                                      </p:to>
                                    </p:set>
                                    <p:animEffect transition="in" filter="fade">
                                      <p:cBhvr>
                                        <p:cTn id="7" dur="1000"/>
                                        <p:tgtEl>
                                          <p:spTgt spid="1659">
                                            <p:txEl>
                                              <p:pRg st="0" end="0"/>
                                            </p:txEl>
                                          </p:spTgt>
                                        </p:tgtEl>
                                      </p:cBhvr>
                                    </p:animEffect>
                                    <p:anim calcmode="lin" valueType="num">
                                      <p:cBhvr>
                                        <p:cTn id="8" dur="1000" fill="hold"/>
                                        <p:tgtEl>
                                          <p:spTgt spid="1659">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659">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659">
                                            <p:txEl>
                                              <p:pRg st="1" end="1"/>
                                            </p:txEl>
                                          </p:spTgt>
                                        </p:tgtEl>
                                        <p:attrNameLst>
                                          <p:attrName>style.visibility</p:attrName>
                                        </p:attrNameLst>
                                      </p:cBhvr>
                                      <p:to>
                                        <p:strVal val="visible"/>
                                      </p:to>
                                    </p:set>
                                    <p:animEffect transition="in" filter="fade">
                                      <p:cBhvr>
                                        <p:cTn id="12" dur="1000"/>
                                        <p:tgtEl>
                                          <p:spTgt spid="1659">
                                            <p:txEl>
                                              <p:pRg st="1" end="1"/>
                                            </p:txEl>
                                          </p:spTgt>
                                        </p:tgtEl>
                                      </p:cBhvr>
                                    </p:animEffect>
                                    <p:anim calcmode="lin" valueType="num">
                                      <p:cBhvr>
                                        <p:cTn id="13" dur="1000" fill="hold"/>
                                        <p:tgtEl>
                                          <p:spTgt spid="1659">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1659">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659">
                                            <p:txEl>
                                              <p:pRg st="2" end="2"/>
                                            </p:txEl>
                                          </p:spTgt>
                                        </p:tgtEl>
                                        <p:attrNameLst>
                                          <p:attrName>style.visibility</p:attrName>
                                        </p:attrNameLst>
                                      </p:cBhvr>
                                      <p:to>
                                        <p:strVal val="visible"/>
                                      </p:to>
                                    </p:set>
                                    <p:animEffect transition="in" filter="fade">
                                      <p:cBhvr>
                                        <p:cTn id="17" dur="1000"/>
                                        <p:tgtEl>
                                          <p:spTgt spid="1659">
                                            <p:txEl>
                                              <p:pRg st="2" end="2"/>
                                            </p:txEl>
                                          </p:spTgt>
                                        </p:tgtEl>
                                      </p:cBhvr>
                                    </p:animEffect>
                                    <p:anim calcmode="lin" valueType="num">
                                      <p:cBhvr>
                                        <p:cTn id="18" dur="1000" fill="hold"/>
                                        <p:tgtEl>
                                          <p:spTgt spid="1659">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1659">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1659">
                                            <p:txEl>
                                              <p:pRg st="4" end="4"/>
                                            </p:txEl>
                                          </p:spTgt>
                                        </p:tgtEl>
                                        <p:attrNameLst>
                                          <p:attrName>style.visibility</p:attrName>
                                        </p:attrNameLst>
                                      </p:cBhvr>
                                      <p:to>
                                        <p:strVal val="visible"/>
                                      </p:to>
                                    </p:set>
                                    <p:animEffect transition="in" filter="fade">
                                      <p:cBhvr>
                                        <p:cTn id="24" dur="1000"/>
                                        <p:tgtEl>
                                          <p:spTgt spid="1659">
                                            <p:txEl>
                                              <p:pRg st="4" end="4"/>
                                            </p:txEl>
                                          </p:spTgt>
                                        </p:tgtEl>
                                      </p:cBhvr>
                                    </p:animEffect>
                                    <p:anim calcmode="lin" valueType="num">
                                      <p:cBhvr>
                                        <p:cTn id="25" dur="1000" fill="hold"/>
                                        <p:tgtEl>
                                          <p:spTgt spid="1659">
                                            <p:txEl>
                                              <p:pRg st="4" end="4"/>
                                            </p:txEl>
                                          </p:spTgt>
                                        </p:tgtEl>
                                        <p:attrNameLst>
                                          <p:attrName>ppt_x</p:attrName>
                                        </p:attrNameLst>
                                      </p:cBhvr>
                                      <p:tavLst>
                                        <p:tav tm="0">
                                          <p:val>
                                            <p:strVal val="#ppt_x"/>
                                          </p:val>
                                        </p:tav>
                                        <p:tav tm="100000">
                                          <p:val>
                                            <p:strVal val="#ppt_x"/>
                                          </p:val>
                                        </p:tav>
                                      </p:tavLst>
                                    </p:anim>
                                    <p:anim calcmode="lin" valueType="num">
                                      <p:cBhvr>
                                        <p:cTn id="26" dur="1000" fill="hold"/>
                                        <p:tgtEl>
                                          <p:spTgt spid="1659">
                                            <p:txEl>
                                              <p:pRg st="4" end="4"/>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1659">
                                            <p:txEl>
                                              <p:pRg st="5" end="5"/>
                                            </p:txEl>
                                          </p:spTgt>
                                        </p:tgtEl>
                                        <p:attrNameLst>
                                          <p:attrName>style.visibility</p:attrName>
                                        </p:attrNameLst>
                                      </p:cBhvr>
                                      <p:to>
                                        <p:strVal val="visible"/>
                                      </p:to>
                                    </p:set>
                                    <p:animEffect transition="in" filter="fade">
                                      <p:cBhvr>
                                        <p:cTn id="29" dur="1000"/>
                                        <p:tgtEl>
                                          <p:spTgt spid="1659">
                                            <p:txEl>
                                              <p:pRg st="5" end="5"/>
                                            </p:txEl>
                                          </p:spTgt>
                                        </p:tgtEl>
                                      </p:cBhvr>
                                    </p:animEffect>
                                    <p:anim calcmode="lin" valueType="num">
                                      <p:cBhvr>
                                        <p:cTn id="30" dur="1000" fill="hold"/>
                                        <p:tgtEl>
                                          <p:spTgt spid="1659">
                                            <p:txEl>
                                              <p:pRg st="5" end="5"/>
                                            </p:txEl>
                                          </p:spTgt>
                                        </p:tgtEl>
                                        <p:attrNameLst>
                                          <p:attrName>ppt_x</p:attrName>
                                        </p:attrNameLst>
                                      </p:cBhvr>
                                      <p:tavLst>
                                        <p:tav tm="0">
                                          <p:val>
                                            <p:strVal val="#ppt_x"/>
                                          </p:val>
                                        </p:tav>
                                        <p:tav tm="100000">
                                          <p:val>
                                            <p:strVal val="#ppt_x"/>
                                          </p:val>
                                        </p:tav>
                                      </p:tavLst>
                                    </p:anim>
                                    <p:anim calcmode="lin" valueType="num">
                                      <p:cBhvr>
                                        <p:cTn id="31" dur="1000" fill="hold"/>
                                        <p:tgtEl>
                                          <p:spTgt spid="1659">
                                            <p:txEl>
                                              <p:pRg st="5" end="5"/>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1659">
                                            <p:txEl>
                                              <p:pRg st="6" end="6"/>
                                            </p:txEl>
                                          </p:spTgt>
                                        </p:tgtEl>
                                        <p:attrNameLst>
                                          <p:attrName>style.visibility</p:attrName>
                                        </p:attrNameLst>
                                      </p:cBhvr>
                                      <p:to>
                                        <p:strVal val="visible"/>
                                      </p:to>
                                    </p:set>
                                    <p:animEffect transition="in" filter="fade">
                                      <p:cBhvr>
                                        <p:cTn id="34" dur="1000"/>
                                        <p:tgtEl>
                                          <p:spTgt spid="1659">
                                            <p:txEl>
                                              <p:pRg st="6" end="6"/>
                                            </p:txEl>
                                          </p:spTgt>
                                        </p:tgtEl>
                                      </p:cBhvr>
                                    </p:animEffect>
                                    <p:anim calcmode="lin" valueType="num">
                                      <p:cBhvr>
                                        <p:cTn id="35" dur="1000" fill="hold"/>
                                        <p:tgtEl>
                                          <p:spTgt spid="1659">
                                            <p:txEl>
                                              <p:pRg st="6" end="6"/>
                                            </p:txEl>
                                          </p:spTgt>
                                        </p:tgtEl>
                                        <p:attrNameLst>
                                          <p:attrName>ppt_x</p:attrName>
                                        </p:attrNameLst>
                                      </p:cBhvr>
                                      <p:tavLst>
                                        <p:tav tm="0">
                                          <p:val>
                                            <p:strVal val="#ppt_x"/>
                                          </p:val>
                                        </p:tav>
                                        <p:tav tm="100000">
                                          <p:val>
                                            <p:strVal val="#ppt_x"/>
                                          </p:val>
                                        </p:tav>
                                      </p:tavLst>
                                    </p:anim>
                                    <p:anim calcmode="lin" valueType="num">
                                      <p:cBhvr>
                                        <p:cTn id="36" dur="1000" fill="hold"/>
                                        <p:tgtEl>
                                          <p:spTgt spid="1659">
                                            <p:txEl>
                                              <p:pRg st="6" end="6"/>
                                            </p:txEl>
                                          </p:spTgt>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1659">
                                            <p:txEl>
                                              <p:pRg st="7" end="7"/>
                                            </p:txEl>
                                          </p:spTgt>
                                        </p:tgtEl>
                                        <p:attrNameLst>
                                          <p:attrName>style.visibility</p:attrName>
                                        </p:attrNameLst>
                                      </p:cBhvr>
                                      <p:to>
                                        <p:strVal val="visible"/>
                                      </p:to>
                                    </p:set>
                                    <p:animEffect transition="in" filter="fade">
                                      <p:cBhvr>
                                        <p:cTn id="39" dur="1000"/>
                                        <p:tgtEl>
                                          <p:spTgt spid="1659">
                                            <p:txEl>
                                              <p:pRg st="7" end="7"/>
                                            </p:txEl>
                                          </p:spTgt>
                                        </p:tgtEl>
                                      </p:cBhvr>
                                    </p:animEffect>
                                    <p:anim calcmode="lin" valueType="num">
                                      <p:cBhvr>
                                        <p:cTn id="40" dur="1000" fill="hold"/>
                                        <p:tgtEl>
                                          <p:spTgt spid="1659">
                                            <p:txEl>
                                              <p:pRg st="7" end="7"/>
                                            </p:txEl>
                                          </p:spTgt>
                                        </p:tgtEl>
                                        <p:attrNameLst>
                                          <p:attrName>ppt_x</p:attrName>
                                        </p:attrNameLst>
                                      </p:cBhvr>
                                      <p:tavLst>
                                        <p:tav tm="0">
                                          <p:val>
                                            <p:strVal val="#ppt_x"/>
                                          </p:val>
                                        </p:tav>
                                        <p:tav tm="100000">
                                          <p:val>
                                            <p:strVal val="#ppt_x"/>
                                          </p:val>
                                        </p:tav>
                                      </p:tavLst>
                                    </p:anim>
                                    <p:anim calcmode="lin" valueType="num">
                                      <p:cBhvr>
                                        <p:cTn id="41" dur="1000" fill="hold"/>
                                        <p:tgtEl>
                                          <p:spTgt spid="1659">
                                            <p:txEl>
                                              <p:pRg st="7" end="7"/>
                                            </p:txEl>
                                          </p:spTgt>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1659">
                                            <p:txEl>
                                              <p:pRg st="8" end="8"/>
                                            </p:txEl>
                                          </p:spTgt>
                                        </p:tgtEl>
                                        <p:attrNameLst>
                                          <p:attrName>style.visibility</p:attrName>
                                        </p:attrNameLst>
                                      </p:cBhvr>
                                      <p:to>
                                        <p:strVal val="visible"/>
                                      </p:to>
                                    </p:set>
                                    <p:animEffect transition="in" filter="fade">
                                      <p:cBhvr>
                                        <p:cTn id="44" dur="1000"/>
                                        <p:tgtEl>
                                          <p:spTgt spid="1659">
                                            <p:txEl>
                                              <p:pRg st="8" end="8"/>
                                            </p:txEl>
                                          </p:spTgt>
                                        </p:tgtEl>
                                      </p:cBhvr>
                                    </p:animEffect>
                                    <p:anim calcmode="lin" valueType="num">
                                      <p:cBhvr>
                                        <p:cTn id="45" dur="1000" fill="hold"/>
                                        <p:tgtEl>
                                          <p:spTgt spid="1659">
                                            <p:txEl>
                                              <p:pRg st="8" end="8"/>
                                            </p:txEl>
                                          </p:spTgt>
                                        </p:tgtEl>
                                        <p:attrNameLst>
                                          <p:attrName>ppt_x</p:attrName>
                                        </p:attrNameLst>
                                      </p:cBhvr>
                                      <p:tavLst>
                                        <p:tav tm="0">
                                          <p:val>
                                            <p:strVal val="#ppt_x"/>
                                          </p:val>
                                        </p:tav>
                                        <p:tav tm="100000">
                                          <p:val>
                                            <p:strVal val="#ppt_x"/>
                                          </p:val>
                                        </p:tav>
                                      </p:tavLst>
                                    </p:anim>
                                    <p:anim calcmode="lin" valueType="num">
                                      <p:cBhvr>
                                        <p:cTn id="46" dur="1000" fill="hold"/>
                                        <p:tgtEl>
                                          <p:spTgt spid="1659">
                                            <p:txEl>
                                              <p:pRg st="8" end="8"/>
                                            </p:txEl>
                                          </p:spTgt>
                                        </p:tgtEl>
                                        <p:attrNameLst>
                                          <p:attrName>ppt_y</p:attrName>
                                        </p:attrNameLst>
                                      </p:cBhvr>
                                      <p:tavLst>
                                        <p:tav tm="0">
                                          <p:val>
                                            <p:strVal val="#ppt_y+.1"/>
                                          </p:val>
                                        </p:tav>
                                        <p:tav tm="100000">
                                          <p:val>
                                            <p:strVal val="#ppt_y"/>
                                          </p:val>
                                        </p:tav>
                                      </p:tavLst>
                                    </p:anim>
                                  </p:childTnLst>
                                </p:cTn>
                              </p:par>
                              <p:par>
                                <p:cTn id="47" presetID="42" presetClass="entr" presetSubtype="0" fill="hold" nodeType="withEffect">
                                  <p:stCondLst>
                                    <p:cond delay="0"/>
                                  </p:stCondLst>
                                  <p:childTnLst>
                                    <p:set>
                                      <p:cBhvr>
                                        <p:cTn id="48" dur="1" fill="hold">
                                          <p:stCondLst>
                                            <p:cond delay="0"/>
                                          </p:stCondLst>
                                        </p:cTn>
                                        <p:tgtEl>
                                          <p:spTgt spid="1659">
                                            <p:txEl>
                                              <p:pRg st="9" end="9"/>
                                            </p:txEl>
                                          </p:spTgt>
                                        </p:tgtEl>
                                        <p:attrNameLst>
                                          <p:attrName>style.visibility</p:attrName>
                                        </p:attrNameLst>
                                      </p:cBhvr>
                                      <p:to>
                                        <p:strVal val="visible"/>
                                      </p:to>
                                    </p:set>
                                    <p:animEffect transition="in" filter="fade">
                                      <p:cBhvr>
                                        <p:cTn id="49" dur="1000"/>
                                        <p:tgtEl>
                                          <p:spTgt spid="1659">
                                            <p:txEl>
                                              <p:pRg st="9" end="9"/>
                                            </p:txEl>
                                          </p:spTgt>
                                        </p:tgtEl>
                                      </p:cBhvr>
                                    </p:animEffect>
                                    <p:anim calcmode="lin" valueType="num">
                                      <p:cBhvr>
                                        <p:cTn id="50" dur="1000" fill="hold"/>
                                        <p:tgtEl>
                                          <p:spTgt spid="1659">
                                            <p:txEl>
                                              <p:pRg st="9" end="9"/>
                                            </p:txEl>
                                          </p:spTgt>
                                        </p:tgtEl>
                                        <p:attrNameLst>
                                          <p:attrName>ppt_x</p:attrName>
                                        </p:attrNameLst>
                                      </p:cBhvr>
                                      <p:tavLst>
                                        <p:tav tm="0">
                                          <p:val>
                                            <p:strVal val="#ppt_x"/>
                                          </p:val>
                                        </p:tav>
                                        <p:tav tm="100000">
                                          <p:val>
                                            <p:strVal val="#ppt_x"/>
                                          </p:val>
                                        </p:tav>
                                      </p:tavLst>
                                    </p:anim>
                                    <p:anim calcmode="lin" valueType="num">
                                      <p:cBhvr>
                                        <p:cTn id="51" dur="1000" fill="hold"/>
                                        <p:tgtEl>
                                          <p:spTgt spid="1659">
                                            <p:txEl>
                                              <p:pRg st="9" end="9"/>
                                            </p:txEl>
                                          </p:spTgt>
                                        </p:tgtEl>
                                        <p:attrNameLst>
                                          <p:attrName>ppt_y</p:attrName>
                                        </p:attrNameLst>
                                      </p:cBhvr>
                                      <p:tavLst>
                                        <p:tav tm="0">
                                          <p:val>
                                            <p:strVal val="#ppt_y+.1"/>
                                          </p:val>
                                        </p:tav>
                                        <p:tav tm="100000">
                                          <p:val>
                                            <p:strVal val="#ppt_y"/>
                                          </p:val>
                                        </p:tav>
                                      </p:tavLst>
                                    </p:anim>
                                  </p:childTnLst>
                                </p:cTn>
                              </p:par>
                              <p:par>
                                <p:cTn id="52" presetID="42" presetClass="entr" presetSubtype="0" fill="hold" nodeType="withEffect">
                                  <p:stCondLst>
                                    <p:cond delay="0"/>
                                  </p:stCondLst>
                                  <p:childTnLst>
                                    <p:set>
                                      <p:cBhvr>
                                        <p:cTn id="53" dur="1" fill="hold">
                                          <p:stCondLst>
                                            <p:cond delay="0"/>
                                          </p:stCondLst>
                                        </p:cTn>
                                        <p:tgtEl>
                                          <p:spTgt spid="1659">
                                            <p:txEl>
                                              <p:pRg st="10" end="10"/>
                                            </p:txEl>
                                          </p:spTgt>
                                        </p:tgtEl>
                                        <p:attrNameLst>
                                          <p:attrName>style.visibility</p:attrName>
                                        </p:attrNameLst>
                                      </p:cBhvr>
                                      <p:to>
                                        <p:strVal val="visible"/>
                                      </p:to>
                                    </p:set>
                                    <p:animEffect transition="in" filter="fade">
                                      <p:cBhvr>
                                        <p:cTn id="54" dur="1000"/>
                                        <p:tgtEl>
                                          <p:spTgt spid="1659">
                                            <p:txEl>
                                              <p:pRg st="10" end="10"/>
                                            </p:txEl>
                                          </p:spTgt>
                                        </p:tgtEl>
                                      </p:cBhvr>
                                    </p:animEffect>
                                    <p:anim calcmode="lin" valueType="num">
                                      <p:cBhvr>
                                        <p:cTn id="55" dur="1000" fill="hold"/>
                                        <p:tgtEl>
                                          <p:spTgt spid="1659">
                                            <p:txEl>
                                              <p:pRg st="10" end="10"/>
                                            </p:txEl>
                                          </p:spTgt>
                                        </p:tgtEl>
                                        <p:attrNameLst>
                                          <p:attrName>ppt_x</p:attrName>
                                        </p:attrNameLst>
                                      </p:cBhvr>
                                      <p:tavLst>
                                        <p:tav tm="0">
                                          <p:val>
                                            <p:strVal val="#ppt_x"/>
                                          </p:val>
                                        </p:tav>
                                        <p:tav tm="100000">
                                          <p:val>
                                            <p:strVal val="#ppt_x"/>
                                          </p:val>
                                        </p:tav>
                                      </p:tavLst>
                                    </p:anim>
                                    <p:anim calcmode="lin" valueType="num">
                                      <p:cBhvr>
                                        <p:cTn id="56" dur="1000" fill="hold"/>
                                        <p:tgtEl>
                                          <p:spTgt spid="1659">
                                            <p:txEl>
                                              <p:pRg st="10" end="10"/>
                                            </p:txEl>
                                          </p:spTgt>
                                        </p:tgtEl>
                                        <p:attrNameLst>
                                          <p:attrName>ppt_y</p:attrName>
                                        </p:attrNameLst>
                                      </p:cBhvr>
                                      <p:tavLst>
                                        <p:tav tm="0">
                                          <p:val>
                                            <p:strVal val="#ppt_y+.1"/>
                                          </p:val>
                                        </p:tav>
                                        <p:tav tm="100000">
                                          <p:val>
                                            <p:strVal val="#ppt_y"/>
                                          </p:val>
                                        </p:tav>
                                      </p:tavLst>
                                    </p:anim>
                                  </p:childTnLst>
                                </p:cTn>
                              </p:par>
                              <p:par>
                                <p:cTn id="57" presetID="42" presetClass="entr" presetSubtype="0" fill="hold" nodeType="withEffect">
                                  <p:stCondLst>
                                    <p:cond delay="0"/>
                                  </p:stCondLst>
                                  <p:childTnLst>
                                    <p:set>
                                      <p:cBhvr>
                                        <p:cTn id="58" dur="1" fill="hold">
                                          <p:stCondLst>
                                            <p:cond delay="0"/>
                                          </p:stCondLst>
                                        </p:cTn>
                                        <p:tgtEl>
                                          <p:spTgt spid="1659">
                                            <p:txEl>
                                              <p:pRg st="11" end="11"/>
                                            </p:txEl>
                                          </p:spTgt>
                                        </p:tgtEl>
                                        <p:attrNameLst>
                                          <p:attrName>style.visibility</p:attrName>
                                        </p:attrNameLst>
                                      </p:cBhvr>
                                      <p:to>
                                        <p:strVal val="visible"/>
                                      </p:to>
                                    </p:set>
                                    <p:animEffect transition="in" filter="fade">
                                      <p:cBhvr>
                                        <p:cTn id="59" dur="1000"/>
                                        <p:tgtEl>
                                          <p:spTgt spid="1659">
                                            <p:txEl>
                                              <p:pRg st="11" end="11"/>
                                            </p:txEl>
                                          </p:spTgt>
                                        </p:tgtEl>
                                      </p:cBhvr>
                                    </p:animEffect>
                                    <p:anim calcmode="lin" valueType="num">
                                      <p:cBhvr>
                                        <p:cTn id="60" dur="1000" fill="hold"/>
                                        <p:tgtEl>
                                          <p:spTgt spid="1659">
                                            <p:txEl>
                                              <p:pRg st="11" end="11"/>
                                            </p:txEl>
                                          </p:spTgt>
                                        </p:tgtEl>
                                        <p:attrNameLst>
                                          <p:attrName>ppt_x</p:attrName>
                                        </p:attrNameLst>
                                      </p:cBhvr>
                                      <p:tavLst>
                                        <p:tav tm="0">
                                          <p:val>
                                            <p:strVal val="#ppt_x"/>
                                          </p:val>
                                        </p:tav>
                                        <p:tav tm="100000">
                                          <p:val>
                                            <p:strVal val="#ppt_x"/>
                                          </p:val>
                                        </p:tav>
                                      </p:tavLst>
                                    </p:anim>
                                    <p:anim calcmode="lin" valueType="num">
                                      <p:cBhvr>
                                        <p:cTn id="61" dur="1000" fill="hold"/>
                                        <p:tgtEl>
                                          <p:spTgt spid="1659">
                                            <p:txEl>
                                              <p:pRg st="11" end="11"/>
                                            </p:txEl>
                                          </p:spTgt>
                                        </p:tgtEl>
                                        <p:attrNameLst>
                                          <p:attrName>ppt_y</p:attrName>
                                        </p:attrNameLst>
                                      </p:cBhvr>
                                      <p:tavLst>
                                        <p:tav tm="0">
                                          <p:val>
                                            <p:strVal val="#ppt_y+.1"/>
                                          </p:val>
                                        </p:tav>
                                        <p:tav tm="100000">
                                          <p:val>
                                            <p:strVal val="#ppt_y"/>
                                          </p:val>
                                        </p:tav>
                                      </p:tavLst>
                                    </p:anim>
                                  </p:childTnLst>
                                </p:cTn>
                              </p:par>
                              <p:par>
                                <p:cTn id="62" presetID="42" presetClass="entr" presetSubtype="0" fill="hold" nodeType="withEffect">
                                  <p:stCondLst>
                                    <p:cond delay="0"/>
                                  </p:stCondLst>
                                  <p:childTnLst>
                                    <p:set>
                                      <p:cBhvr>
                                        <p:cTn id="63" dur="1" fill="hold">
                                          <p:stCondLst>
                                            <p:cond delay="0"/>
                                          </p:stCondLst>
                                        </p:cTn>
                                        <p:tgtEl>
                                          <p:spTgt spid="1659">
                                            <p:txEl>
                                              <p:pRg st="12" end="12"/>
                                            </p:txEl>
                                          </p:spTgt>
                                        </p:tgtEl>
                                        <p:attrNameLst>
                                          <p:attrName>style.visibility</p:attrName>
                                        </p:attrNameLst>
                                      </p:cBhvr>
                                      <p:to>
                                        <p:strVal val="visible"/>
                                      </p:to>
                                    </p:set>
                                    <p:animEffect transition="in" filter="fade">
                                      <p:cBhvr>
                                        <p:cTn id="64" dur="1000"/>
                                        <p:tgtEl>
                                          <p:spTgt spid="1659">
                                            <p:txEl>
                                              <p:pRg st="12" end="12"/>
                                            </p:txEl>
                                          </p:spTgt>
                                        </p:tgtEl>
                                      </p:cBhvr>
                                    </p:animEffect>
                                    <p:anim calcmode="lin" valueType="num">
                                      <p:cBhvr>
                                        <p:cTn id="65" dur="1000" fill="hold"/>
                                        <p:tgtEl>
                                          <p:spTgt spid="1659">
                                            <p:txEl>
                                              <p:pRg st="12" end="12"/>
                                            </p:txEl>
                                          </p:spTgt>
                                        </p:tgtEl>
                                        <p:attrNameLst>
                                          <p:attrName>ppt_x</p:attrName>
                                        </p:attrNameLst>
                                      </p:cBhvr>
                                      <p:tavLst>
                                        <p:tav tm="0">
                                          <p:val>
                                            <p:strVal val="#ppt_x"/>
                                          </p:val>
                                        </p:tav>
                                        <p:tav tm="100000">
                                          <p:val>
                                            <p:strVal val="#ppt_x"/>
                                          </p:val>
                                        </p:tav>
                                      </p:tavLst>
                                    </p:anim>
                                    <p:anim calcmode="lin" valueType="num">
                                      <p:cBhvr>
                                        <p:cTn id="66" dur="1000" fill="hold"/>
                                        <p:tgtEl>
                                          <p:spTgt spid="1659">
                                            <p:txEl>
                                              <p:pRg st="12" end="12"/>
                                            </p:txEl>
                                          </p:spTgt>
                                        </p:tgtEl>
                                        <p:attrNameLst>
                                          <p:attrName>ppt_y</p:attrName>
                                        </p:attrNameLst>
                                      </p:cBhvr>
                                      <p:tavLst>
                                        <p:tav tm="0">
                                          <p:val>
                                            <p:strVal val="#ppt_y+.1"/>
                                          </p:val>
                                        </p:tav>
                                        <p:tav tm="100000">
                                          <p:val>
                                            <p:strVal val="#ppt_y"/>
                                          </p:val>
                                        </p:tav>
                                      </p:tavLst>
                                    </p:anim>
                                  </p:childTnLst>
                                </p:cTn>
                              </p:par>
                              <p:par>
                                <p:cTn id="67" presetID="42" presetClass="entr" presetSubtype="0" fill="hold" nodeType="withEffect">
                                  <p:stCondLst>
                                    <p:cond delay="0"/>
                                  </p:stCondLst>
                                  <p:childTnLst>
                                    <p:set>
                                      <p:cBhvr>
                                        <p:cTn id="68" dur="1" fill="hold">
                                          <p:stCondLst>
                                            <p:cond delay="0"/>
                                          </p:stCondLst>
                                        </p:cTn>
                                        <p:tgtEl>
                                          <p:spTgt spid="1659">
                                            <p:txEl>
                                              <p:pRg st="13" end="13"/>
                                            </p:txEl>
                                          </p:spTgt>
                                        </p:tgtEl>
                                        <p:attrNameLst>
                                          <p:attrName>style.visibility</p:attrName>
                                        </p:attrNameLst>
                                      </p:cBhvr>
                                      <p:to>
                                        <p:strVal val="visible"/>
                                      </p:to>
                                    </p:set>
                                    <p:animEffect transition="in" filter="fade">
                                      <p:cBhvr>
                                        <p:cTn id="69" dur="1000"/>
                                        <p:tgtEl>
                                          <p:spTgt spid="1659">
                                            <p:txEl>
                                              <p:pRg st="13" end="13"/>
                                            </p:txEl>
                                          </p:spTgt>
                                        </p:tgtEl>
                                      </p:cBhvr>
                                    </p:animEffect>
                                    <p:anim calcmode="lin" valueType="num">
                                      <p:cBhvr>
                                        <p:cTn id="70" dur="1000" fill="hold"/>
                                        <p:tgtEl>
                                          <p:spTgt spid="1659">
                                            <p:txEl>
                                              <p:pRg st="13" end="13"/>
                                            </p:txEl>
                                          </p:spTgt>
                                        </p:tgtEl>
                                        <p:attrNameLst>
                                          <p:attrName>ppt_x</p:attrName>
                                        </p:attrNameLst>
                                      </p:cBhvr>
                                      <p:tavLst>
                                        <p:tav tm="0">
                                          <p:val>
                                            <p:strVal val="#ppt_x"/>
                                          </p:val>
                                        </p:tav>
                                        <p:tav tm="100000">
                                          <p:val>
                                            <p:strVal val="#ppt_x"/>
                                          </p:val>
                                        </p:tav>
                                      </p:tavLst>
                                    </p:anim>
                                    <p:anim calcmode="lin" valueType="num">
                                      <p:cBhvr>
                                        <p:cTn id="71" dur="1000" fill="hold"/>
                                        <p:tgtEl>
                                          <p:spTgt spid="1659">
                                            <p:txEl>
                                              <p:pRg st="13" end="13"/>
                                            </p:txEl>
                                          </p:spTgt>
                                        </p:tgtEl>
                                        <p:attrNameLst>
                                          <p:attrName>ppt_y</p:attrName>
                                        </p:attrNameLst>
                                      </p:cBhvr>
                                      <p:tavLst>
                                        <p:tav tm="0">
                                          <p:val>
                                            <p:strVal val="#ppt_y+.1"/>
                                          </p:val>
                                        </p:tav>
                                        <p:tav tm="100000">
                                          <p:val>
                                            <p:strVal val="#ppt_y"/>
                                          </p:val>
                                        </p:tav>
                                      </p:tavLst>
                                    </p:anim>
                                  </p:childTnLst>
                                </p:cTn>
                              </p:par>
                              <p:par>
                                <p:cTn id="72" presetID="42" presetClass="entr" presetSubtype="0" fill="hold" nodeType="withEffect">
                                  <p:stCondLst>
                                    <p:cond delay="0"/>
                                  </p:stCondLst>
                                  <p:childTnLst>
                                    <p:set>
                                      <p:cBhvr>
                                        <p:cTn id="73" dur="1" fill="hold">
                                          <p:stCondLst>
                                            <p:cond delay="0"/>
                                          </p:stCondLst>
                                        </p:cTn>
                                        <p:tgtEl>
                                          <p:spTgt spid="1659">
                                            <p:txEl>
                                              <p:pRg st="14" end="14"/>
                                            </p:txEl>
                                          </p:spTgt>
                                        </p:tgtEl>
                                        <p:attrNameLst>
                                          <p:attrName>style.visibility</p:attrName>
                                        </p:attrNameLst>
                                      </p:cBhvr>
                                      <p:to>
                                        <p:strVal val="visible"/>
                                      </p:to>
                                    </p:set>
                                    <p:animEffect transition="in" filter="fade">
                                      <p:cBhvr>
                                        <p:cTn id="74" dur="1000"/>
                                        <p:tgtEl>
                                          <p:spTgt spid="1659">
                                            <p:txEl>
                                              <p:pRg st="14" end="14"/>
                                            </p:txEl>
                                          </p:spTgt>
                                        </p:tgtEl>
                                      </p:cBhvr>
                                    </p:animEffect>
                                    <p:anim calcmode="lin" valueType="num">
                                      <p:cBhvr>
                                        <p:cTn id="75" dur="1000" fill="hold"/>
                                        <p:tgtEl>
                                          <p:spTgt spid="1659">
                                            <p:txEl>
                                              <p:pRg st="14" end="14"/>
                                            </p:txEl>
                                          </p:spTgt>
                                        </p:tgtEl>
                                        <p:attrNameLst>
                                          <p:attrName>ppt_x</p:attrName>
                                        </p:attrNameLst>
                                      </p:cBhvr>
                                      <p:tavLst>
                                        <p:tav tm="0">
                                          <p:val>
                                            <p:strVal val="#ppt_x"/>
                                          </p:val>
                                        </p:tav>
                                        <p:tav tm="100000">
                                          <p:val>
                                            <p:strVal val="#ppt_x"/>
                                          </p:val>
                                        </p:tav>
                                      </p:tavLst>
                                    </p:anim>
                                    <p:anim calcmode="lin" valueType="num">
                                      <p:cBhvr>
                                        <p:cTn id="76" dur="1000" fill="hold"/>
                                        <p:tgtEl>
                                          <p:spTgt spid="1659">
                                            <p:txEl>
                                              <p:pRg st="14" end="1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BB0BAE-F023-4B67-BE79-3E1A8ACA9361}"/>
              </a:ext>
            </a:extLst>
          </p:cNvPr>
          <p:cNvSpPr txBox="1"/>
          <p:nvPr/>
        </p:nvSpPr>
        <p:spPr>
          <a:xfrm>
            <a:off x="1260763" y="3440863"/>
            <a:ext cx="5583381" cy="923330"/>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6000" b="1" i="0" u="none" strike="noStrike" kern="0" cap="none" spc="0" normalizeH="0" baseline="0" noProof="0" dirty="0">
                <a:ln>
                  <a:noFill/>
                </a:ln>
                <a:solidFill>
                  <a:srgbClr val="75C042"/>
                </a:solidFill>
                <a:effectLst/>
                <a:uLnTx/>
                <a:uFillTx/>
                <a:latin typeface="Arial"/>
                <a:cs typeface="Arial"/>
                <a:sym typeface="Arial"/>
              </a:rPr>
              <a:t>Thank</a:t>
            </a:r>
            <a:r>
              <a:rPr kumimoji="0" lang="en-IN" sz="6000" b="1" i="0" u="none" strike="noStrike" kern="0" cap="none" spc="0" normalizeH="0" baseline="0" noProof="0" dirty="0">
                <a:ln>
                  <a:noFill/>
                </a:ln>
                <a:solidFill>
                  <a:srgbClr val="BDBDBD"/>
                </a:solidFill>
                <a:effectLst/>
                <a:uLnTx/>
                <a:uFillTx/>
                <a:latin typeface="Arial"/>
                <a:cs typeface="Arial"/>
                <a:sym typeface="Arial"/>
              </a:rPr>
              <a:t> </a:t>
            </a:r>
            <a:r>
              <a:rPr kumimoji="0" lang="en-IN" sz="6000" b="1" i="0" u="none" strike="noStrike" kern="0" cap="none" spc="0" normalizeH="0" baseline="0" noProof="0" dirty="0">
                <a:ln>
                  <a:noFill/>
                </a:ln>
                <a:solidFill>
                  <a:srgbClr val="98C536"/>
                </a:solidFill>
                <a:effectLst/>
                <a:uLnTx/>
                <a:uFillTx/>
                <a:latin typeface="Segoe UI Light" panose="020B0502040204020203" pitchFamily="34" charset="0"/>
                <a:cs typeface="Segoe UI Light" panose="020B0502040204020203" pitchFamily="34" charset="0"/>
                <a:sym typeface="Arial"/>
              </a:rPr>
              <a:t>You</a:t>
            </a:r>
            <a:endParaRPr kumimoji="0" lang="en-IN" sz="6000" b="0" i="0" u="none" strike="noStrike" kern="0" cap="none" spc="0" normalizeH="0" baseline="0" noProof="0" dirty="0">
              <a:ln>
                <a:noFill/>
              </a:ln>
              <a:solidFill>
                <a:srgbClr val="98C536"/>
              </a:solidFill>
              <a:effectLst/>
              <a:uLnTx/>
              <a:uFillTx/>
              <a:latin typeface="Segoe UI Light" panose="020B0502040204020203" pitchFamily="34" charset="0"/>
              <a:cs typeface="Segoe UI Light" panose="020B0502040204020203" pitchFamily="34" charset="0"/>
              <a:sym typeface="Arial"/>
            </a:endParaRPr>
          </a:p>
        </p:txBody>
      </p:sp>
      <p:sp>
        <p:nvSpPr>
          <p:cNvPr id="3" name="TextBox 2">
            <a:extLst>
              <a:ext uri="{FF2B5EF4-FFF2-40B4-BE49-F238E27FC236}">
                <a16:creationId xmlns:a16="http://schemas.microsoft.com/office/drawing/2014/main" id="{CCD57203-1FF5-432E-8E3E-4DFC442AA54C}"/>
              </a:ext>
            </a:extLst>
          </p:cNvPr>
          <p:cNvSpPr txBox="1"/>
          <p:nvPr/>
        </p:nvSpPr>
        <p:spPr>
          <a:xfrm>
            <a:off x="1260763" y="4581128"/>
            <a:ext cx="5583381" cy="830997"/>
          </a:xfrm>
          <a:prstGeom prst="rect">
            <a:avLst/>
          </a:prstGeom>
          <a:noFill/>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5400" b="1" i="0" u="none" strike="noStrike" kern="0" cap="none" spc="0" normalizeH="0" baseline="0" noProof="0" dirty="0">
                <a:ln>
                  <a:noFill/>
                </a:ln>
                <a:solidFill>
                  <a:srgbClr val="98C536"/>
                </a:solidFill>
                <a:effectLst/>
                <a:uLnTx/>
                <a:uFillTx/>
                <a:latin typeface="Segoe UI" panose="020B0502040204020203" pitchFamily="34" charset="0"/>
                <a:ea typeface="Calibri Light" charset="0"/>
                <a:cs typeface="Segoe UI" panose="020B0502040204020203" pitchFamily="34" charset="0"/>
                <a:sym typeface="Arial"/>
              </a:rPr>
              <a:t>End of </a:t>
            </a:r>
            <a:r>
              <a:rPr kumimoji="0" lang="en-US" sz="5400" b="1" i="0" u="none" strike="noStrike" kern="0" cap="none" spc="0" normalizeH="0" baseline="0" noProof="0" dirty="0">
                <a:ln>
                  <a:noFill/>
                </a:ln>
                <a:solidFill>
                  <a:srgbClr val="75C042"/>
                </a:solidFill>
                <a:effectLst/>
                <a:uLnTx/>
                <a:uFillTx/>
                <a:latin typeface="Segoe UI" panose="020B0502040204020203" pitchFamily="34" charset="0"/>
                <a:ea typeface="Calibri Light" charset="0"/>
                <a:cs typeface="Segoe UI" panose="020B0502040204020203" pitchFamily="34" charset="0"/>
                <a:sym typeface="Arial"/>
              </a:rPr>
              <a:t>Day </a:t>
            </a:r>
            <a:r>
              <a:rPr lang="en-US" sz="5400" b="1">
                <a:solidFill>
                  <a:srgbClr val="75C042"/>
                </a:solidFill>
                <a:latin typeface="Segoe UI" panose="020B0502040204020203" pitchFamily="34" charset="0"/>
                <a:ea typeface="Calibri Light" charset="0"/>
                <a:cs typeface="Segoe UI" panose="020B0502040204020203" pitchFamily="34" charset="0"/>
              </a:rPr>
              <a:t>24</a:t>
            </a:r>
            <a:endParaRPr kumimoji="0" lang="en-US" sz="5400" b="1" i="0" u="none" strike="noStrike" kern="0" cap="none" spc="0" normalizeH="0" baseline="0" noProof="0" dirty="0">
              <a:ln>
                <a:noFill/>
              </a:ln>
              <a:solidFill>
                <a:srgbClr val="75C042"/>
              </a:solidFill>
              <a:effectLst/>
              <a:uLnTx/>
              <a:uFillTx/>
              <a:latin typeface="Segoe UI" panose="020B0502040204020203" pitchFamily="34" charset="0"/>
              <a:ea typeface="Calibri Light" charset="0"/>
              <a:cs typeface="Segoe UI" panose="020B0502040204020203" pitchFamily="34" charset="0"/>
              <a:sym typeface="Arial"/>
            </a:endParaRPr>
          </a:p>
        </p:txBody>
      </p:sp>
      <p:grpSp>
        <p:nvGrpSpPr>
          <p:cNvPr id="4" name="Group 3">
            <a:extLst>
              <a:ext uri="{FF2B5EF4-FFF2-40B4-BE49-F238E27FC236}">
                <a16:creationId xmlns:a16="http://schemas.microsoft.com/office/drawing/2014/main" id="{E98CF33A-90E6-4EA2-B3D7-0B26F42FF079}"/>
              </a:ext>
            </a:extLst>
          </p:cNvPr>
          <p:cNvGrpSpPr/>
          <p:nvPr/>
        </p:nvGrpSpPr>
        <p:grpSpPr>
          <a:xfrm>
            <a:off x="1260763" y="5662865"/>
            <a:ext cx="1311594" cy="371301"/>
            <a:chOff x="1162522" y="5662865"/>
            <a:chExt cx="1311594" cy="371301"/>
          </a:xfrm>
        </p:grpSpPr>
        <p:sp>
          <p:nvSpPr>
            <p:cNvPr id="5" name="Oval 4">
              <a:extLst>
                <a:ext uri="{FF2B5EF4-FFF2-40B4-BE49-F238E27FC236}">
                  <a16:creationId xmlns:a16="http://schemas.microsoft.com/office/drawing/2014/main" id="{C21818D1-4413-4BFC-80DF-9BAF80F237AF}"/>
                </a:ext>
              </a:extLst>
            </p:cNvPr>
            <p:cNvSpPr/>
            <p:nvPr/>
          </p:nvSpPr>
          <p:spPr>
            <a:xfrm>
              <a:off x="1162522"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6" name="Shape">
              <a:hlinkClick r:id="rId2"/>
              <a:extLst>
                <a:ext uri="{FF2B5EF4-FFF2-40B4-BE49-F238E27FC236}">
                  <a16:creationId xmlns:a16="http://schemas.microsoft.com/office/drawing/2014/main" id="{EDFC2025-1ECF-4924-AE38-C781400903DF}"/>
                </a:ext>
              </a:extLst>
            </p:cNvPr>
            <p:cNvSpPr/>
            <p:nvPr/>
          </p:nvSpPr>
          <p:spPr>
            <a:xfrm>
              <a:off x="1296648" y="5763560"/>
              <a:ext cx="85868" cy="184254"/>
            </a:xfrm>
            <a:custGeom>
              <a:avLst/>
              <a:gdLst/>
              <a:ahLst/>
              <a:cxnLst>
                <a:cxn ang="0">
                  <a:pos x="wd2" y="hd2"/>
                </a:cxn>
                <a:cxn ang="5400000">
                  <a:pos x="wd2" y="hd2"/>
                </a:cxn>
                <a:cxn ang="10800000">
                  <a:pos x="wd2" y="hd2"/>
                </a:cxn>
                <a:cxn ang="16200000">
                  <a:pos x="wd2" y="hd2"/>
                </a:cxn>
              </a:cxnLst>
              <a:rect l="0" t="0" r="r" b="b"/>
              <a:pathLst>
                <a:path w="21600" h="21600" extrusionOk="0">
                  <a:moveTo>
                    <a:pt x="14372" y="7078"/>
                  </a:moveTo>
                  <a:lnTo>
                    <a:pt x="14372" y="5216"/>
                  </a:lnTo>
                  <a:cubicBezTo>
                    <a:pt x="14372" y="4937"/>
                    <a:pt x="14400" y="4721"/>
                    <a:pt x="14456" y="4568"/>
                  </a:cubicBezTo>
                  <a:cubicBezTo>
                    <a:pt x="14512" y="4415"/>
                    <a:pt x="14639" y="4264"/>
                    <a:pt x="14836" y="4115"/>
                  </a:cubicBezTo>
                  <a:cubicBezTo>
                    <a:pt x="15033" y="3967"/>
                    <a:pt x="15352" y="3864"/>
                    <a:pt x="15793" y="3808"/>
                  </a:cubicBezTo>
                  <a:cubicBezTo>
                    <a:pt x="16233" y="3751"/>
                    <a:pt x="16819" y="3722"/>
                    <a:pt x="17551" y="3722"/>
                  </a:cubicBezTo>
                  <a:lnTo>
                    <a:pt x="21544" y="3722"/>
                  </a:lnTo>
                  <a:lnTo>
                    <a:pt x="21544" y="0"/>
                  </a:lnTo>
                  <a:lnTo>
                    <a:pt x="15160" y="0"/>
                  </a:lnTo>
                  <a:cubicBezTo>
                    <a:pt x="11466" y="0"/>
                    <a:pt x="8813" y="409"/>
                    <a:pt x="7200" y="1225"/>
                  </a:cubicBezTo>
                  <a:cubicBezTo>
                    <a:pt x="5588" y="2042"/>
                    <a:pt x="4782" y="3246"/>
                    <a:pt x="4782" y="4836"/>
                  </a:cubicBezTo>
                  <a:lnTo>
                    <a:pt x="4782" y="7077"/>
                  </a:lnTo>
                  <a:lnTo>
                    <a:pt x="0" y="7077"/>
                  </a:lnTo>
                  <a:lnTo>
                    <a:pt x="0" y="10800"/>
                  </a:lnTo>
                  <a:lnTo>
                    <a:pt x="4781" y="10800"/>
                  </a:lnTo>
                  <a:lnTo>
                    <a:pt x="4781" y="21600"/>
                  </a:lnTo>
                  <a:lnTo>
                    <a:pt x="14372" y="21600"/>
                  </a:lnTo>
                  <a:lnTo>
                    <a:pt x="14372" y="10800"/>
                  </a:lnTo>
                  <a:lnTo>
                    <a:pt x="20756" y="10800"/>
                  </a:lnTo>
                  <a:lnTo>
                    <a:pt x="21600" y="7078"/>
                  </a:lnTo>
                  <a:cubicBezTo>
                    <a:pt x="21600" y="7078"/>
                    <a:pt x="14372" y="7078"/>
                    <a:pt x="14372" y="7078"/>
                  </a:cubicBezTo>
                  <a:close/>
                </a:path>
              </a:pathLst>
            </a:custGeom>
            <a:solidFill>
              <a:schemeClr val="bg1"/>
            </a:solidFill>
            <a:ln w="12700">
              <a:miter lim="400000"/>
            </a:ln>
          </p:spPr>
          <p:txBody>
            <a:bodyPr lIns="38100" tIns="38100" rIns="38100" bIns="3810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Arial"/>
                <a:cs typeface="Arial"/>
                <a:sym typeface="Arial"/>
              </a:endParaRPr>
            </a:p>
          </p:txBody>
        </p:sp>
        <p:sp>
          <p:nvSpPr>
            <p:cNvPr id="7" name="Oval 6">
              <a:extLst>
                <a:ext uri="{FF2B5EF4-FFF2-40B4-BE49-F238E27FC236}">
                  <a16:creationId xmlns:a16="http://schemas.microsoft.com/office/drawing/2014/main" id="{5C594A17-950B-4231-AA93-6E8DB90F8098}"/>
                </a:ext>
              </a:extLst>
            </p:cNvPr>
            <p:cNvSpPr/>
            <p:nvPr/>
          </p:nvSpPr>
          <p:spPr>
            <a:xfrm>
              <a:off x="1632668"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8" name="Shape">
              <a:hlinkClick r:id="rId3"/>
              <a:extLst>
                <a:ext uri="{FF2B5EF4-FFF2-40B4-BE49-F238E27FC236}">
                  <a16:creationId xmlns:a16="http://schemas.microsoft.com/office/drawing/2014/main" id="{C70A3C55-CE25-4C0F-9537-824AEA080D1D}"/>
                </a:ext>
              </a:extLst>
            </p:cNvPr>
            <p:cNvSpPr/>
            <p:nvPr/>
          </p:nvSpPr>
          <p:spPr>
            <a:xfrm>
              <a:off x="1716213" y="5774232"/>
              <a:ext cx="200503" cy="162908"/>
            </a:xfrm>
            <a:custGeom>
              <a:avLst/>
              <a:gdLst/>
              <a:ahLst/>
              <a:cxnLst>
                <a:cxn ang="0">
                  <a:pos x="wd2" y="hd2"/>
                </a:cxn>
                <a:cxn ang="5400000">
                  <a:pos x="wd2" y="hd2"/>
                </a:cxn>
                <a:cxn ang="10800000">
                  <a:pos x="wd2" y="hd2"/>
                </a:cxn>
                <a:cxn ang="16200000">
                  <a:pos x="wd2" y="hd2"/>
                </a:cxn>
              </a:cxnLst>
              <a:rect l="0" t="0" r="r" b="b"/>
              <a:pathLst>
                <a:path w="21600" h="21600" extrusionOk="0">
                  <a:moveTo>
                    <a:pt x="21600" y="2557"/>
                  </a:moveTo>
                  <a:cubicBezTo>
                    <a:pt x="20797" y="2991"/>
                    <a:pt x="19941" y="3278"/>
                    <a:pt x="19048" y="3418"/>
                  </a:cubicBezTo>
                  <a:cubicBezTo>
                    <a:pt x="19966" y="2743"/>
                    <a:pt x="20667" y="1683"/>
                    <a:pt x="20997" y="405"/>
                  </a:cubicBezTo>
                  <a:cubicBezTo>
                    <a:pt x="20141" y="1034"/>
                    <a:pt x="19196" y="1477"/>
                    <a:pt x="18188" y="1725"/>
                  </a:cubicBezTo>
                  <a:cubicBezTo>
                    <a:pt x="17376" y="660"/>
                    <a:pt x="16217" y="0"/>
                    <a:pt x="14954" y="0"/>
                  </a:cubicBezTo>
                  <a:cubicBezTo>
                    <a:pt x="12502" y="0"/>
                    <a:pt x="10529" y="2449"/>
                    <a:pt x="10529" y="5451"/>
                  </a:cubicBezTo>
                  <a:cubicBezTo>
                    <a:pt x="10529" y="5883"/>
                    <a:pt x="10558" y="6299"/>
                    <a:pt x="10631" y="6694"/>
                  </a:cubicBezTo>
                  <a:cubicBezTo>
                    <a:pt x="6950" y="6473"/>
                    <a:pt x="3692" y="4302"/>
                    <a:pt x="1504" y="994"/>
                  </a:cubicBezTo>
                  <a:cubicBezTo>
                    <a:pt x="1122" y="1809"/>
                    <a:pt x="898" y="2743"/>
                    <a:pt x="898" y="3748"/>
                  </a:cubicBezTo>
                  <a:cubicBezTo>
                    <a:pt x="898" y="5636"/>
                    <a:pt x="1687" y="7309"/>
                    <a:pt x="2865" y="8278"/>
                  </a:cubicBezTo>
                  <a:cubicBezTo>
                    <a:pt x="2153" y="8261"/>
                    <a:pt x="1455" y="8007"/>
                    <a:pt x="864" y="7606"/>
                  </a:cubicBezTo>
                  <a:cubicBezTo>
                    <a:pt x="864" y="7623"/>
                    <a:pt x="864" y="7645"/>
                    <a:pt x="864" y="7666"/>
                  </a:cubicBezTo>
                  <a:cubicBezTo>
                    <a:pt x="864" y="10315"/>
                    <a:pt x="2399" y="12515"/>
                    <a:pt x="4412" y="13022"/>
                  </a:cubicBezTo>
                  <a:cubicBezTo>
                    <a:pt x="4051" y="13143"/>
                    <a:pt x="3658" y="13201"/>
                    <a:pt x="3251" y="13201"/>
                  </a:cubicBezTo>
                  <a:cubicBezTo>
                    <a:pt x="2967" y="13201"/>
                    <a:pt x="2681" y="13181"/>
                    <a:pt x="2412" y="13108"/>
                  </a:cubicBezTo>
                  <a:cubicBezTo>
                    <a:pt x="2986" y="15266"/>
                    <a:pt x="4614" y="16853"/>
                    <a:pt x="6550" y="16905"/>
                  </a:cubicBezTo>
                  <a:cubicBezTo>
                    <a:pt x="5044" y="18355"/>
                    <a:pt x="3131" y="19229"/>
                    <a:pt x="1060" y="19229"/>
                  </a:cubicBezTo>
                  <a:cubicBezTo>
                    <a:pt x="697" y="19229"/>
                    <a:pt x="348" y="19209"/>
                    <a:pt x="0" y="19154"/>
                  </a:cubicBezTo>
                  <a:cubicBezTo>
                    <a:pt x="1962" y="20711"/>
                    <a:pt x="4286" y="21600"/>
                    <a:pt x="6793" y="21600"/>
                  </a:cubicBezTo>
                  <a:cubicBezTo>
                    <a:pt x="14942" y="21600"/>
                    <a:pt x="19397" y="13292"/>
                    <a:pt x="19397" y="6091"/>
                  </a:cubicBezTo>
                  <a:cubicBezTo>
                    <a:pt x="19397" y="5850"/>
                    <a:pt x="19390" y="5618"/>
                    <a:pt x="19380" y="5387"/>
                  </a:cubicBezTo>
                  <a:cubicBezTo>
                    <a:pt x="20259" y="4619"/>
                    <a:pt x="20998" y="3660"/>
                    <a:pt x="21600" y="2557"/>
                  </a:cubicBezTo>
                  <a:cubicBezTo>
                    <a:pt x="21600" y="2557"/>
                    <a:pt x="21600" y="2557"/>
                    <a:pt x="21600" y="2557"/>
                  </a:cubicBezTo>
                  <a:close/>
                </a:path>
              </a:pathLst>
            </a:custGeom>
            <a:solidFill>
              <a:schemeClr val="bg1"/>
            </a:solidFill>
            <a:ln w="12700">
              <a:miter lim="400000"/>
            </a:ln>
          </p:spPr>
          <p:txBody>
            <a:bodyPr lIns="38100" tIns="38100" rIns="38100" bIns="3810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Arial"/>
                <a:cs typeface="Arial"/>
                <a:sym typeface="Arial"/>
              </a:endParaRPr>
            </a:p>
          </p:txBody>
        </p:sp>
        <p:sp>
          <p:nvSpPr>
            <p:cNvPr id="9" name="Oval 8">
              <a:extLst>
                <a:ext uri="{FF2B5EF4-FFF2-40B4-BE49-F238E27FC236}">
                  <a16:creationId xmlns:a16="http://schemas.microsoft.com/office/drawing/2014/main" id="{AF389CA4-9215-4DA8-BFFA-FA4329B49979}"/>
                </a:ext>
              </a:extLst>
            </p:cNvPr>
            <p:cNvSpPr/>
            <p:nvPr/>
          </p:nvSpPr>
          <p:spPr>
            <a:xfrm>
              <a:off x="2102815"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0" name="Shape">
              <a:hlinkClick r:id="rId4"/>
              <a:extLst>
                <a:ext uri="{FF2B5EF4-FFF2-40B4-BE49-F238E27FC236}">
                  <a16:creationId xmlns:a16="http://schemas.microsoft.com/office/drawing/2014/main" id="{F0CB12D6-F0DA-4BB6-B2C7-4BE43A29C51F}"/>
                </a:ext>
              </a:extLst>
            </p:cNvPr>
            <p:cNvSpPr/>
            <p:nvPr/>
          </p:nvSpPr>
          <p:spPr>
            <a:xfrm>
              <a:off x="2189003" y="5751342"/>
              <a:ext cx="202748" cy="202749"/>
            </a:xfrm>
            <a:custGeom>
              <a:avLst/>
              <a:gdLst/>
              <a:ahLst/>
              <a:cxnLst>
                <a:cxn ang="0">
                  <a:pos x="wd2" y="hd2"/>
                </a:cxn>
                <a:cxn ang="5400000">
                  <a:pos x="wd2" y="hd2"/>
                </a:cxn>
                <a:cxn ang="10800000">
                  <a:pos x="wd2" y="hd2"/>
                </a:cxn>
                <a:cxn ang="16200000">
                  <a:pos x="wd2" y="hd2"/>
                </a:cxn>
              </a:cxnLst>
              <a:rect l="0" t="0" r="r" b="b"/>
              <a:pathLst>
                <a:path w="21600" h="21600" extrusionOk="0">
                  <a:moveTo>
                    <a:pt x="19427" y="11280"/>
                  </a:moveTo>
                  <a:cubicBezTo>
                    <a:pt x="17712" y="10975"/>
                    <a:pt x="15821" y="11022"/>
                    <a:pt x="13768" y="11419"/>
                  </a:cubicBezTo>
                  <a:cubicBezTo>
                    <a:pt x="13571" y="10725"/>
                    <a:pt x="13362" y="10071"/>
                    <a:pt x="13146" y="9456"/>
                  </a:cubicBezTo>
                  <a:cubicBezTo>
                    <a:pt x="15173" y="8681"/>
                    <a:pt x="16814" y="7539"/>
                    <a:pt x="18018" y="6057"/>
                  </a:cubicBezTo>
                  <a:cubicBezTo>
                    <a:pt x="18916" y="7419"/>
                    <a:pt x="19440" y="9050"/>
                    <a:pt x="19440" y="10800"/>
                  </a:cubicBezTo>
                  <a:cubicBezTo>
                    <a:pt x="19440" y="10961"/>
                    <a:pt x="19435" y="11121"/>
                    <a:pt x="19427" y="11280"/>
                  </a:cubicBezTo>
                  <a:cubicBezTo>
                    <a:pt x="19427" y="11280"/>
                    <a:pt x="19427" y="11280"/>
                    <a:pt x="19427" y="11280"/>
                  </a:cubicBezTo>
                  <a:close/>
                  <a:moveTo>
                    <a:pt x="15025" y="18334"/>
                  </a:moveTo>
                  <a:cubicBezTo>
                    <a:pt x="14873" y="16593"/>
                    <a:pt x="14617" y="14987"/>
                    <a:pt x="14296" y="13522"/>
                  </a:cubicBezTo>
                  <a:cubicBezTo>
                    <a:pt x="15886" y="13225"/>
                    <a:pt x="17507" y="13137"/>
                    <a:pt x="19038" y="13406"/>
                  </a:cubicBezTo>
                  <a:cubicBezTo>
                    <a:pt x="18371" y="15511"/>
                    <a:pt x="16918" y="17268"/>
                    <a:pt x="15025" y="18334"/>
                  </a:cubicBezTo>
                  <a:cubicBezTo>
                    <a:pt x="15025" y="18334"/>
                    <a:pt x="15025" y="18334"/>
                    <a:pt x="15025" y="18334"/>
                  </a:cubicBezTo>
                  <a:close/>
                  <a:moveTo>
                    <a:pt x="10800" y="19440"/>
                  </a:moveTo>
                  <a:cubicBezTo>
                    <a:pt x="8577" y="19440"/>
                    <a:pt x="6548" y="18596"/>
                    <a:pt x="5015" y="17212"/>
                  </a:cubicBezTo>
                  <a:cubicBezTo>
                    <a:pt x="6456" y="16365"/>
                    <a:pt x="9162" y="14922"/>
                    <a:pt x="12199" y="14029"/>
                  </a:cubicBezTo>
                  <a:cubicBezTo>
                    <a:pt x="12538" y="15587"/>
                    <a:pt x="12795" y="17303"/>
                    <a:pt x="12924" y="19176"/>
                  </a:cubicBezTo>
                  <a:cubicBezTo>
                    <a:pt x="12244" y="19348"/>
                    <a:pt x="11533" y="19440"/>
                    <a:pt x="10800" y="19440"/>
                  </a:cubicBezTo>
                  <a:cubicBezTo>
                    <a:pt x="10800" y="19440"/>
                    <a:pt x="10800" y="19440"/>
                    <a:pt x="10800" y="19440"/>
                  </a:cubicBezTo>
                  <a:close/>
                  <a:moveTo>
                    <a:pt x="2160" y="10800"/>
                  </a:moveTo>
                  <a:cubicBezTo>
                    <a:pt x="2160" y="10677"/>
                    <a:pt x="2163" y="10555"/>
                    <a:pt x="2168" y="10434"/>
                  </a:cubicBezTo>
                  <a:cubicBezTo>
                    <a:pt x="3029" y="10541"/>
                    <a:pt x="4305" y="10658"/>
                    <a:pt x="5793" y="10658"/>
                  </a:cubicBezTo>
                  <a:cubicBezTo>
                    <a:pt x="6514" y="10658"/>
                    <a:pt x="7284" y="10631"/>
                    <a:pt x="8081" y="10562"/>
                  </a:cubicBezTo>
                  <a:cubicBezTo>
                    <a:pt x="9142" y="10470"/>
                    <a:pt x="10142" y="10310"/>
                    <a:pt x="11081" y="10088"/>
                  </a:cubicBezTo>
                  <a:cubicBezTo>
                    <a:pt x="11287" y="10669"/>
                    <a:pt x="11485" y="11281"/>
                    <a:pt x="11671" y="11928"/>
                  </a:cubicBezTo>
                  <a:cubicBezTo>
                    <a:pt x="10698" y="12211"/>
                    <a:pt x="9693" y="12565"/>
                    <a:pt x="8656" y="12990"/>
                  </a:cubicBezTo>
                  <a:cubicBezTo>
                    <a:pt x="6423" y="13906"/>
                    <a:pt x="4601" y="14931"/>
                    <a:pt x="3585" y="15547"/>
                  </a:cubicBezTo>
                  <a:cubicBezTo>
                    <a:pt x="2685" y="14184"/>
                    <a:pt x="2160" y="12552"/>
                    <a:pt x="2160" y="10800"/>
                  </a:cubicBezTo>
                  <a:cubicBezTo>
                    <a:pt x="2160" y="10800"/>
                    <a:pt x="2160" y="10800"/>
                    <a:pt x="2160" y="10800"/>
                  </a:cubicBezTo>
                  <a:close/>
                  <a:moveTo>
                    <a:pt x="7253" y="2922"/>
                  </a:moveTo>
                  <a:cubicBezTo>
                    <a:pt x="7897" y="3727"/>
                    <a:pt x="9119" y="5437"/>
                    <a:pt x="10273" y="8054"/>
                  </a:cubicBezTo>
                  <a:cubicBezTo>
                    <a:pt x="7243" y="8704"/>
                    <a:pt x="4136" y="8489"/>
                    <a:pt x="2530" y="8298"/>
                  </a:cubicBezTo>
                  <a:cubicBezTo>
                    <a:pt x="3257" y="5901"/>
                    <a:pt x="4998" y="3941"/>
                    <a:pt x="7253" y="2922"/>
                  </a:cubicBezTo>
                  <a:cubicBezTo>
                    <a:pt x="7253" y="2922"/>
                    <a:pt x="7253" y="2922"/>
                    <a:pt x="7253" y="2922"/>
                  </a:cubicBezTo>
                  <a:close/>
                  <a:moveTo>
                    <a:pt x="10800" y="2160"/>
                  </a:moveTo>
                  <a:cubicBezTo>
                    <a:pt x="13021" y="2160"/>
                    <a:pt x="15049" y="3003"/>
                    <a:pt x="16581" y="4385"/>
                  </a:cubicBezTo>
                  <a:cubicBezTo>
                    <a:pt x="15509" y="5855"/>
                    <a:pt x="14008" y="6822"/>
                    <a:pt x="12365" y="7445"/>
                  </a:cubicBezTo>
                  <a:cubicBezTo>
                    <a:pt x="12091" y="6806"/>
                    <a:pt x="11817" y="6226"/>
                    <a:pt x="11555" y="5709"/>
                  </a:cubicBezTo>
                  <a:cubicBezTo>
                    <a:pt x="10795" y="4211"/>
                    <a:pt x="10048" y="3064"/>
                    <a:pt x="9466" y="2263"/>
                  </a:cubicBezTo>
                  <a:cubicBezTo>
                    <a:pt x="9901" y="2195"/>
                    <a:pt x="10346" y="2160"/>
                    <a:pt x="10800" y="2160"/>
                  </a:cubicBezTo>
                  <a:cubicBezTo>
                    <a:pt x="10800" y="2160"/>
                    <a:pt x="10800" y="2160"/>
                    <a:pt x="10800" y="2160"/>
                  </a:cubicBezTo>
                  <a:close/>
                  <a:moveTo>
                    <a:pt x="18834" y="3590"/>
                  </a:moveTo>
                  <a:lnTo>
                    <a:pt x="18682" y="3425"/>
                  </a:lnTo>
                  <a:cubicBezTo>
                    <a:pt x="16710" y="1318"/>
                    <a:pt x="13906" y="0"/>
                    <a:pt x="10800" y="0"/>
                  </a:cubicBezTo>
                  <a:cubicBezTo>
                    <a:pt x="9564" y="0"/>
                    <a:pt x="8376" y="209"/>
                    <a:pt x="7269" y="593"/>
                  </a:cubicBezTo>
                  <a:lnTo>
                    <a:pt x="7157" y="633"/>
                  </a:lnTo>
                  <a:cubicBezTo>
                    <a:pt x="3542" y="1932"/>
                    <a:pt x="814" y="5108"/>
                    <a:pt x="154" y="8980"/>
                  </a:cubicBezTo>
                  <a:cubicBezTo>
                    <a:pt x="153" y="8984"/>
                    <a:pt x="152" y="8988"/>
                    <a:pt x="152" y="8991"/>
                  </a:cubicBezTo>
                  <a:cubicBezTo>
                    <a:pt x="149" y="9004"/>
                    <a:pt x="148" y="9016"/>
                    <a:pt x="146" y="9028"/>
                  </a:cubicBezTo>
                  <a:cubicBezTo>
                    <a:pt x="51" y="9605"/>
                    <a:pt x="0" y="10197"/>
                    <a:pt x="0" y="10800"/>
                  </a:cubicBezTo>
                  <a:cubicBezTo>
                    <a:pt x="0" y="13375"/>
                    <a:pt x="906" y="15741"/>
                    <a:pt x="2416" y="17599"/>
                  </a:cubicBezTo>
                  <a:cubicBezTo>
                    <a:pt x="2417" y="17600"/>
                    <a:pt x="2541" y="17751"/>
                    <a:pt x="2541" y="17751"/>
                  </a:cubicBezTo>
                  <a:cubicBezTo>
                    <a:pt x="4524" y="20103"/>
                    <a:pt x="7490" y="21600"/>
                    <a:pt x="10800" y="21600"/>
                  </a:cubicBezTo>
                  <a:cubicBezTo>
                    <a:pt x="12051" y="21600"/>
                    <a:pt x="13252" y="21385"/>
                    <a:pt x="14370" y="20993"/>
                  </a:cubicBezTo>
                  <a:cubicBezTo>
                    <a:pt x="14400" y="20983"/>
                    <a:pt x="14429" y="20974"/>
                    <a:pt x="14457" y="20962"/>
                  </a:cubicBezTo>
                  <a:cubicBezTo>
                    <a:pt x="18004" y="19681"/>
                    <a:pt x="20694" y="16594"/>
                    <a:pt x="21411" y="12816"/>
                  </a:cubicBezTo>
                  <a:cubicBezTo>
                    <a:pt x="21412" y="12806"/>
                    <a:pt x="21414" y="12797"/>
                    <a:pt x="21416" y="12788"/>
                  </a:cubicBezTo>
                  <a:cubicBezTo>
                    <a:pt x="21536" y="12143"/>
                    <a:pt x="21600" y="11479"/>
                    <a:pt x="21600" y="10800"/>
                  </a:cubicBezTo>
                  <a:cubicBezTo>
                    <a:pt x="21600" y="8032"/>
                    <a:pt x="20553" y="5503"/>
                    <a:pt x="18834" y="3590"/>
                  </a:cubicBezTo>
                  <a:cubicBezTo>
                    <a:pt x="18834" y="3590"/>
                    <a:pt x="18834" y="3590"/>
                    <a:pt x="18834" y="3590"/>
                  </a:cubicBezTo>
                  <a:close/>
                </a:path>
              </a:pathLst>
            </a:custGeom>
            <a:solidFill>
              <a:schemeClr val="bg1"/>
            </a:solidFill>
            <a:ln w="12700">
              <a:miter lim="400000"/>
            </a:ln>
          </p:spPr>
          <p:txBody>
            <a:bodyPr lIns="38100" tIns="38100" rIns="38100" bIns="3810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Arial"/>
                <a:cs typeface="Arial"/>
                <a:sym typeface="Arial"/>
              </a:endParaRPr>
            </a:p>
          </p:txBody>
        </p:sp>
      </p:grpSp>
      <p:sp>
        <p:nvSpPr>
          <p:cNvPr id="11" name="Rectangle 10">
            <a:extLst>
              <a:ext uri="{FF2B5EF4-FFF2-40B4-BE49-F238E27FC236}">
                <a16:creationId xmlns:a16="http://schemas.microsoft.com/office/drawing/2014/main" id="{DE739AA3-A794-9F54-6A5A-CA2C7ED598BB}"/>
              </a:ext>
            </a:extLst>
          </p:cNvPr>
          <p:cNvSpPr/>
          <p:nvPr/>
        </p:nvSpPr>
        <p:spPr>
          <a:xfrm>
            <a:off x="1300694" y="2272374"/>
            <a:ext cx="5297771" cy="98634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1" i="0" u="none" strike="noStrike" kern="0" cap="none" spc="0" normalizeH="0" baseline="0" noProof="0" dirty="0">
                <a:ln>
                  <a:noFill/>
                </a:ln>
                <a:solidFill>
                  <a:srgbClr val="000000"/>
                </a:solidFill>
                <a:effectLst/>
                <a:uLnTx/>
                <a:uFillTx/>
                <a:latin typeface="Arial"/>
                <a:ea typeface="+mn-ea"/>
                <a:cs typeface="+mn-cs"/>
                <a:sym typeface="Arial"/>
              </a:rPr>
              <a:t>www.anubhavtrainings.com</a:t>
            </a:r>
          </a:p>
        </p:txBody>
      </p:sp>
      <p:sp>
        <p:nvSpPr>
          <p:cNvPr id="12" name="Right Triangle 11"/>
          <p:cNvSpPr/>
          <p:nvPr/>
        </p:nvSpPr>
        <p:spPr>
          <a:xfrm rot="19603165">
            <a:off x="394348" y="-1369124"/>
            <a:ext cx="4191287" cy="2738247"/>
          </a:xfrm>
          <a:prstGeom prst="r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solidFill>
                  <a:srgbClr val="00B050"/>
                </a:solidFill>
              </a:ln>
              <a:solidFill>
                <a:srgbClr val="00B050"/>
              </a:solidFill>
              <a:effectLst/>
              <a:uLnTx/>
              <a:uFillTx/>
              <a:latin typeface="Arial"/>
              <a:ea typeface="+mn-ea"/>
              <a:cs typeface="+mn-cs"/>
              <a:sym typeface="Arial"/>
            </a:endParaRPr>
          </a:p>
        </p:txBody>
      </p:sp>
      <p:sp>
        <p:nvSpPr>
          <p:cNvPr id="13" name="Right Triangle 12"/>
          <p:cNvSpPr/>
          <p:nvPr/>
        </p:nvSpPr>
        <p:spPr>
          <a:xfrm rot="16200000">
            <a:off x="6874209" y="1545491"/>
            <a:ext cx="4718460" cy="5910772"/>
          </a:xfrm>
          <a:prstGeom prst="r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solidFill>
                  <a:srgbClr val="00B050"/>
                </a:solidFill>
              </a:ln>
              <a:solidFill>
                <a:srgbClr val="00B050"/>
              </a:solidFill>
              <a:effectLst/>
              <a:uLnTx/>
              <a:uFillTx/>
              <a:latin typeface="Arial"/>
              <a:ea typeface="+mn-ea"/>
              <a:cs typeface="+mn-cs"/>
              <a:sym typeface="Arial"/>
            </a:endParaRPr>
          </a:p>
        </p:txBody>
      </p:sp>
      <p:sp>
        <p:nvSpPr>
          <p:cNvPr id="14" name="Minus 13"/>
          <p:cNvSpPr/>
          <p:nvPr/>
        </p:nvSpPr>
        <p:spPr>
          <a:xfrm rot="19276189">
            <a:off x="4275114" y="4157244"/>
            <a:ext cx="9864485" cy="472198"/>
          </a:xfrm>
          <a:prstGeom prst="mathMinus">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5"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Corben"/>
              <a:sym typeface="Corben"/>
            </a:endParaRPr>
          </a:p>
        </p:txBody>
      </p:sp>
      <p:pic>
        <p:nvPicPr>
          <p:cNvPr id="16"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7610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barn(inVertical)">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barn(inVertical)">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barn(inVertical)">
                                      <p:cBhvr>
                                        <p:cTn id="2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11"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ight Triangle 6">
            <a:extLst>
              <a:ext uri="{FF2B5EF4-FFF2-40B4-BE49-F238E27FC236}">
                <a16:creationId xmlns:a16="http://schemas.microsoft.com/office/drawing/2014/main" id="{EAF14BF4-9A45-8B4E-AA65-A815CC72E5A3}"/>
              </a:ext>
            </a:extLst>
          </p:cNvPr>
          <p:cNvSpPr/>
          <p:nvPr/>
        </p:nvSpPr>
        <p:spPr>
          <a:xfrm flipH="1">
            <a:off x="3029488" y="2339447"/>
            <a:ext cx="9159332" cy="4517660"/>
          </a:xfrm>
          <a:prstGeom prst="rtTriangle">
            <a:avLst/>
          </a:prstGeom>
          <a:solidFill>
            <a:srgbClr val="18A7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 name="Picture Placeholder 1">
            <a:extLst>
              <a:ext uri="{FF2B5EF4-FFF2-40B4-BE49-F238E27FC236}">
                <a16:creationId xmlns:a16="http://schemas.microsoft.com/office/drawing/2014/main" id="{5901FB9E-D5D8-0E42-9064-309ADD0ECF57}"/>
              </a:ext>
            </a:extLst>
          </p:cNvPr>
          <p:cNvSpPr>
            <a:spLocks noGrp="1"/>
          </p:cNvSpPr>
          <p:nvPr>
            <p:ph type="pic" sz="quarter" idx="14"/>
          </p:nvPr>
        </p:nvSpPr>
        <p:spPr>
          <a:xfrm>
            <a:off x="-1" y="892"/>
            <a:ext cx="12188825" cy="4876667"/>
          </a:xfrm>
        </p:spPr>
        <p:txBody>
          <a:bodyPr/>
          <a:lstStyle/>
          <a:p>
            <a:endParaRPr lang="en-US"/>
          </a:p>
        </p:txBody>
      </p:sp>
      <p:pic>
        <p:nvPicPr>
          <p:cNvPr id="4" name="Picture 3">
            <a:extLst>
              <a:ext uri="{FF2B5EF4-FFF2-40B4-BE49-F238E27FC236}">
                <a16:creationId xmlns:a16="http://schemas.microsoft.com/office/drawing/2014/main" id="{520F6EAF-BDD9-FA40-9881-470C78C023CA}"/>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586" y="892"/>
            <a:ext cx="12185652" cy="4876667"/>
          </a:xfrm>
          <a:prstGeom prst="rect">
            <a:avLst/>
          </a:prstGeom>
        </p:spPr>
      </p:pic>
      <p:sp>
        <p:nvSpPr>
          <p:cNvPr id="20" name="Rectangle 19">
            <a:extLst>
              <a:ext uri="{FF2B5EF4-FFF2-40B4-BE49-F238E27FC236}">
                <a16:creationId xmlns:a16="http://schemas.microsoft.com/office/drawing/2014/main" id="{7D8E97E7-E23C-4E4A-A0AF-1C43E32D5148}"/>
              </a:ext>
            </a:extLst>
          </p:cNvPr>
          <p:cNvSpPr/>
          <p:nvPr/>
        </p:nvSpPr>
        <p:spPr>
          <a:xfrm>
            <a:off x="3175" y="-9395"/>
            <a:ext cx="12184064" cy="4886954"/>
          </a:xfrm>
          <a:prstGeom prst="rect">
            <a:avLst/>
          </a:prstGeom>
          <a:gradFill>
            <a:gsLst>
              <a:gs pos="89000">
                <a:schemeClr val="accent4">
                  <a:lumMod val="75000"/>
                  <a:alpha val="96000"/>
                </a:schemeClr>
              </a:gs>
              <a:gs pos="29000">
                <a:schemeClr val="tx2">
                  <a:alpha val="84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943"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35" name="Rectangle 34">
            <a:extLst>
              <a:ext uri="{FF2B5EF4-FFF2-40B4-BE49-F238E27FC236}">
                <a16:creationId xmlns:a16="http://schemas.microsoft.com/office/drawing/2014/main" id="{F6FFC3F4-1A5C-6446-9CE3-98CE002CFF5F}"/>
              </a:ext>
            </a:extLst>
          </p:cNvPr>
          <p:cNvSpPr/>
          <p:nvPr/>
        </p:nvSpPr>
        <p:spPr>
          <a:xfrm>
            <a:off x="350568" y="5992010"/>
            <a:ext cx="3553364" cy="646163"/>
          </a:xfrm>
          <a:prstGeom prst="rect">
            <a:avLst/>
          </a:prstGeom>
        </p:spPr>
        <p:txBody>
          <a:bodyPr wrap="square">
            <a:sp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US" sz="1799" b="1" i="0" u="none" strike="noStrike" kern="1200" cap="none" spc="0" normalizeH="0" baseline="0" noProof="0" dirty="0">
                <a:ln>
                  <a:noFill/>
                </a:ln>
                <a:solidFill>
                  <a:srgbClr val="44546A"/>
                </a:solidFill>
                <a:effectLst/>
                <a:uLnTx/>
                <a:uFillTx/>
                <a:latin typeface="Arial" panose="020B0604020202020204" pitchFamily="34" charset="0"/>
                <a:ea typeface="+mn-ea"/>
                <a:cs typeface="Arial" panose="020B0604020202020204" pitchFamily="34" charset="0"/>
              </a:rPr>
              <a:t>Contact us today!</a:t>
            </a:r>
          </a:p>
          <a:p>
            <a:pPr marL="0" marR="0" lvl="0" indent="0" algn="l" defTabSz="913943" rtl="0" eaLnBrk="1" fontAlgn="auto" latinLnBrk="0" hangingPunct="1">
              <a:lnSpc>
                <a:spcPct val="100000"/>
              </a:lnSpc>
              <a:spcBef>
                <a:spcPts val="0"/>
              </a:spcBef>
              <a:spcAft>
                <a:spcPts val="0"/>
              </a:spcAft>
              <a:buClrTx/>
              <a:buSzTx/>
              <a:buFontTx/>
              <a:buNone/>
              <a:tabLst/>
              <a:defRPr/>
            </a:pPr>
            <a:r>
              <a:rPr kumimoji="0" lang="en-US" sz="1799" b="0" i="0" u="none" strike="noStrike" kern="1200" cap="none" spc="0" normalizeH="0" baseline="0" noProof="0" dirty="0">
                <a:ln>
                  <a:noFill/>
                </a:ln>
                <a:solidFill>
                  <a:srgbClr val="44546A"/>
                </a:solidFill>
                <a:effectLst/>
                <a:uLnTx/>
                <a:uFillTx/>
                <a:latin typeface="Arial" panose="020B0604020202020204"/>
                <a:ea typeface="+mn-ea"/>
                <a:cs typeface="+mn-cs"/>
              </a:rPr>
              <a:t>https://anubhavtrainings.com</a:t>
            </a:r>
          </a:p>
        </p:txBody>
      </p:sp>
      <p:sp>
        <p:nvSpPr>
          <p:cNvPr id="6" name="Rectangle 5">
            <a:extLst>
              <a:ext uri="{FF2B5EF4-FFF2-40B4-BE49-F238E27FC236}">
                <a16:creationId xmlns:a16="http://schemas.microsoft.com/office/drawing/2014/main" id="{7A91E6F4-0EB3-3446-B962-79A0A253F3F7}"/>
              </a:ext>
            </a:extLst>
          </p:cNvPr>
          <p:cNvSpPr/>
          <p:nvPr/>
        </p:nvSpPr>
        <p:spPr>
          <a:xfrm>
            <a:off x="8178219" y="2926031"/>
            <a:ext cx="3229442" cy="276927"/>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50" normalizeH="0" baseline="0" noProof="0" dirty="0">
                <a:ln>
                  <a:noFill/>
                </a:ln>
                <a:solidFill>
                  <a:srgbClr val="FFFFFF">
                    <a:lumMod val="95000"/>
                  </a:srgbClr>
                </a:solidFill>
                <a:effectLst/>
                <a:uLnTx/>
                <a:uFillTx/>
                <a:latin typeface="Arial" panose="020B0604020202020204" pitchFamily="34" charset="0"/>
                <a:ea typeface="+mn-ea"/>
                <a:cs typeface="Arial" panose="020B0604020202020204" pitchFamily="34" charset="0"/>
              </a:rPr>
              <a:t>We build the workforce of the future.</a:t>
            </a:r>
            <a:endParaRPr kumimoji="0" lang="en-US" sz="1200" b="0" i="0" u="none" strike="noStrike" kern="1200" cap="none" spc="50" normalizeH="0" baseline="0" noProof="0" dirty="0">
              <a:ln>
                <a:noFill/>
              </a:ln>
              <a:solidFill>
                <a:srgbClr val="FFFFFF">
                  <a:lumMod val="95000"/>
                </a:srgbClr>
              </a:solidFill>
              <a:effectLst/>
              <a:uLnTx/>
              <a:uFillTx/>
              <a:latin typeface="Arial" panose="020B0604020202020204" pitchFamily="34" charset="0"/>
              <a:ea typeface="+mn-ea"/>
              <a:cs typeface="Arial" panose="020B0604020202020204" pitchFamily="34" charset="0"/>
            </a:endParaRPr>
          </a:p>
        </p:txBody>
      </p:sp>
      <p:sp>
        <p:nvSpPr>
          <p:cNvPr id="40" name="Rectangle 39">
            <a:extLst>
              <a:ext uri="{FF2B5EF4-FFF2-40B4-BE49-F238E27FC236}">
                <a16:creationId xmlns:a16="http://schemas.microsoft.com/office/drawing/2014/main" id="{89EED0AA-D6A0-854A-9888-8400B6D1FE48}"/>
              </a:ext>
            </a:extLst>
          </p:cNvPr>
          <p:cNvSpPr/>
          <p:nvPr/>
        </p:nvSpPr>
        <p:spPr>
          <a:xfrm>
            <a:off x="1221676" y="3113856"/>
            <a:ext cx="1801447" cy="646163"/>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srgbClr val="FFFFFF"/>
                </a:solidFill>
                <a:effectLst/>
                <a:uLnTx/>
                <a:uFillTx/>
                <a:latin typeface="Arial" panose="020B0604020202020204"/>
                <a:ea typeface="+mn-ea"/>
                <a:cs typeface="+mn-cs"/>
              </a:rPr>
              <a:t>250+ </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Corporate Clients</a:t>
            </a:r>
          </a:p>
        </p:txBody>
      </p:sp>
      <p:sp>
        <p:nvSpPr>
          <p:cNvPr id="49" name="Rectangle 48">
            <a:extLst>
              <a:ext uri="{FF2B5EF4-FFF2-40B4-BE49-F238E27FC236}">
                <a16:creationId xmlns:a16="http://schemas.microsoft.com/office/drawing/2014/main" id="{DFBD6F02-53D0-BF4D-BF2A-4BD3E0AC1D30}"/>
              </a:ext>
            </a:extLst>
          </p:cNvPr>
          <p:cNvSpPr/>
          <p:nvPr/>
        </p:nvSpPr>
        <p:spPr>
          <a:xfrm>
            <a:off x="2825143" y="3113856"/>
            <a:ext cx="1801447" cy="646163"/>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srgbClr val="FFFFFF"/>
                </a:solidFill>
                <a:effectLst/>
                <a:uLnTx/>
                <a:uFillTx/>
                <a:latin typeface="Arial" panose="020B0604020202020204"/>
                <a:ea typeface="+mn-ea"/>
                <a:cs typeface="+mn-cs"/>
              </a:rPr>
              <a:t>30,000+</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Learners Trained</a:t>
            </a:r>
          </a:p>
        </p:txBody>
      </p:sp>
      <p:sp>
        <p:nvSpPr>
          <p:cNvPr id="75" name="Rectangle 74">
            <a:extLst>
              <a:ext uri="{FF2B5EF4-FFF2-40B4-BE49-F238E27FC236}">
                <a16:creationId xmlns:a16="http://schemas.microsoft.com/office/drawing/2014/main" id="{B3EFFD71-D9A6-F843-8D97-4553654A0BAE}"/>
              </a:ext>
            </a:extLst>
          </p:cNvPr>
          <p:cNvSpPr/>
          <p:nvPr/>
        </p:nvSpPr>
        <p:spPr>
          <a:xfrm>
            <a:off x="4495429" y="3111497"/>
            <a:ext cx="1801447" cy="646163"/>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srgbClr val="FFFFFF"/>
                </a:solidFill>
                <a:effectLst/>
                <a:uLnTx/>
                <a:uFillTx/>
                <a:latin typeface="Arial" panose="020B0604020202020204"/>
                <a:ea typeface="+mn-ea"/>
                <a:cs typeface="+mn-cs"/>
              </a:rPr>
              <a:t>25000+ </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Learners Placed</a:t>
            </a:r>
          </a:p>
        </p:txBody>
      </p:sp>
      <p:pic>
        <p:nvPicPr>
          <p:cNvPr id="9" name="Picture 8">
            <a:extLst>
              <a:ext uri="{FF2B5EF4-FFF2-40B4-BE49-F238E27FC236}">
                <a16:creationId xmlns:a16="http://schemas.microsoft.com/office/drawing/2014/main" id="{6BBB1580-5754-8F41-9AD0-21D8AE6FD293}"/>
              </a:ext>
            </a:extLst>
          </p:cNvPr>
          <p:cNvPicPr>
            <a:picLocks noChangeAspect="1"/>
          </p:cNvPicPr>
          <p:nvPr/>
        </p:nvPicPr>
        <p:blipFill>
          <a:blip r:embed="rId4" cstate="email">
            <a:lum bright="70000" contrast="-70000"/>
            <a:extLst>
              <a:ext uri="{28A0092B-C50C-407E-A947-70E740481C1C}">
                <a14:useLocalDpi xmlns:a14="http://schemas.microsoft.com/office/drawing/2010/main"/>
              </a:ext>
            </a:extLst>
          </a:blip>
          <a:stretch>
            <a:fillRect/>
          </a:stretch>
        </p:blipFill>
        <p:spPr>
          <a:xfrm>
            <a:off x="1783127" y="2279841"/>
            <a:ext cx="640059" cy="640059"/>
          </a:xfrm>
          <a:prstGeom prst="rect">
            <a:avLst/>
          </a:prstGeom>
        </p:spPr>
      </p:pic>
      <p:pic>
        <p:nvPicPr>
          <p:cNvPr id="11" name="Picture 10">
            <a:extLst>
              <a:ext uri="{FF2B5EF4-FFF2-40B4-BE49-F238E27FC236}">
                <a16:creationId xmlns:a16="http://schemas.microsoft.com/office/drawing/2014/main" id="{465C330F-D3B3-C54E-A760-411AF08F9062}"/>
              </a:ext>
            </a:extLst>
          </p:cNvPr>
          <p:cNvPicPr>
            <a:picLocks noChangeAspect="1"/>
          </p:cNvPicPr>
          <p:nvPr/>
        </p:nvPicPr>
        <p:blipFill>
          <a:blip r:embed="rId5" cstate="email">
            <a:lum bright="70000" contrast="-70000"/>
            <a:extLst>
              <a:ext uri="{28A0092B-C50C-407E-A947-70E740481C1C}">
                <a14:useLocalDpi xmlns:a14="http://schemas.microsoft.com/office/drawing/2010/main"/>
              </a:ext>
            </a:extLst>
          </a:blip>
          <a:stretch>
            <a:fillRect/>
          </a:stretch>
        </p:blipFill>
        <p:spPr>
          <a:xfrm>
            <a:off x="3405530" y="2272765"/>
            <a:ext cx="671928" cy="671928"/>
          </a:xfrm>
          <a:prstGeom prst="rect">
            <a:avLst/>
          </a:prstGeom>
        </p:spPr>
      </p:pic>
      <p:sp>
        <p:nvSpPr>
          <p:cNvPr id="48" name="Rectangle 47"/>
          <p:cNvSpPr/>
          <p:nvPr/>
        </p:nvSpPr>
        <p:spPr>
          <a:xfrm>
            <a:off x="632520" y="692233"/>
            <a:ext cx="6570959" cy="1138476"/>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We’re committed to empower you to be</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a:t>
            </a:r>
            <a:r>
              <a:rPr kumimoji="0" lang="en-US" sz="2799" b="1" i="0" u="none" strike="noStrike" kern="1200" cap="none" spc="0" normalizeH="0" baseline="0" noProof="0" dirty="0">
                <a:ln>
                  <a:noFill/>
                </a:ln>
                <a:solidFill>
                  <a:srgbClr val="2AC6D1">
                    <a:lumMod val="40000"/>
                    <a:lumOff val="60000"/>
                  </a:srgbClr>
                </a:solidFill>
                <a:effectLst/>
                <a:uLnTx/>
                <a:uFillTx/>
                <a:latin typeface="Arial" panose="020B0604020202020204" pitchFamily="34" charset="0"/>
                <a:ea typeface="+mn-ea"/>
                <a:cs typeface="Arial" panose="020B0604020202020204" pitchFamily="34" charset="0"/>
              </a:rPr>
              <a:t>#FutureReady </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through powerful training solutions.</a:t>
            </a:r>
          </a:p>
        </p:txBody>
      </p:sp>
      <p:sp>
        <p:nvSpPr>
          <p:cNvPr id="54" name="Rectangle 53">
            <a:extLst>
              <a:ext uri="{FF2B5EF4-FFF2-40B4-BE49-F238E27FC236}">
                <a16:creationId xmlns:a16="http://schemas.microsoft.com/office/drawing/2014/main" id="{29B88429-5E3E-E649-B2EC-6D73DF20380B}"/>
              </a:ext>
            </a:extLst>
          </p:cNvPr>
          <p:cNvSpPr/>
          <p:nvPr/>
        </p:nvSpPr>
        <p:spPr>
          <a:xfrm>
            <a:off x="350569" y="4998498"/>
            <a:ext cx="3900557" cy="892320"/>
          </a:xfrm>
          <a:prstGeom prst="rect">
            <a:avLst/>
          </a:prstGeom>
        </p:spPr>
        <p:txBody>
          <a:bodyPr wrap="square">
            <a:spAutoFit/>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100" normalizeH="0" baseline="0" noProof="0" dirty="0">
                <a:ln>
                  <a:noFill/>
                </a:ln>
                <a:solidFill>
                  <a:srgbClr val="F97700"/>
                </a:solidFill>
                <a:effectLst/>
                <a:uLnTx/>
                <a:uFillTx/>
                <a:latin typeface="Arial" panose="020B0604020202020204"/>
                <a:ea typeface="+mn-ea"/>
                <a:cs typeface="+mn-cs"/>
              </a:rPr>
              <a:t>FREE WEBINARS </a:t>
            </a:r>
          </a:p>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dirty="0">
                <a:ln>
                  <a:noFill/>
                </a:ln>
                <a:solidFill>
                  <a:srgbClr val="F97700"/>
                </a:solidFill>
                <a:effectLst/>
                <a:uLnTx/>
                <a:uFillTx/>
                <a:latin typeface="Arial" panose="020B0604020202020204"/>
                <a:ea typeface="+mn-ea"/>
                <a:cs typeface="+mn-cs"/>
              </a:rPr>
              <a:t>Sign up for free webinars with industry experts every fortnight!</a:t>
            </a:r>
          </a:p>
        </p:txBody>
      </p:sp>
      <p:pic>
        <p:nvPicPr>
          <p:cNvPr id="56" name="Picture 55">
            <a:extLst>
              <a:ext uri="{FF2B5EF4-FFF2-40B4-BE49-F238E27FC236}">
                <a16:creationId xmlns:a16="http://schemas.microsoft.com/office/drawing/2014/main" id="{A2992D5F-5E6B-654B-9458-11A35BA426B5}"/>
              </a:ext>
            </a:extLst>
          </p:cNvPr>
          <p:cNvPicPr>
            <a:picLocks noChangeAspect="1"/>
          </p:cNvPicPr>
          <p:nvPr/>
        </p:nvPicPr>
        <p:blipFill>
          <a:blip r:embed="rId6" cstate="email">
            <a:lum bright="70000" contrast="-70000"/>
            <a:extLst>
              <a:ext uri="{28A0092B-C50C-407E-A947-70E740481C1C}">
                <a14:useLocalDpi xmlns:a14="http://schemas.microsoft.com/office/drawing/2010/main"/>
              </a:ext>
            </a:extLst>
          </a:blip>
          <a:stretch>
            <a:fillRect/>
          </a:stretch>
        </p:blipFill>
        <p:spPr>
          <a:xfrm>
            <a:off x="4951451" y="2194693"/>
            <a:ext cx="851865" cy="851865"/>
          </a:xfrm>
          <a:prstGeom prst="rect">
            <a:avLst/>
          </a:prstGeom>
        </p:spPr>
      </p:pic>
      <p:grpSp>
        <p:nvGrpSpPr>
          <p:cNvPr id="8" name="Group 13">
            <a:extLst>
              <a:ext uri="{FF2B5EF4-FFF2-40B4-BE49-F238E27FC236}">
                <a16:creationId xmlns:a16="http://schemas.microsoft.com/office/drawing/2014/main" id="{C4CE162D-F9BF-9140-A233-D39001B36CFD}"/>
              </a:ext>
            </a:extLst>
          </p:cNvPr>
          <p:cNvGrpSpPr/>
          <p:nvPr/>
        </p:nvGrpSpPr>
        <p:grpSpPr>
          <a:xfrm>
            <a:off x="6517598" y="3369121"/>
            <a:ext cx="5611184" cy="3380860"/>
            <a:chOff x="4482563" y="4980191"/>
            <a:chExt cx="3128574" cy="1841396"/>
          </a:xfrm>
        </p:grpSpPr>
        <p:pic>
          <p:nvPicPr>
            <p:cNvPr id="19" name="Picture 18">
              <a:extLst>
                <a:ext uri="{FF2B5EF4-FFF2-40B4-BE49-F238E27FC236}">
                  <a16:creationId xmlns:a16="http://schemas.microsoft.com/office/drawing/2014/main" id="{62C3C8DA-341B-5A4B-82D2-EE674B9C2DAF}"/>
                </a:ext>
              </a:extLst>
            </p:cNvPr>
            <p:cNvPicPr>
              <a:picLocks noChangeAspect="1"/>
            </p:cNvPicPr>
            <p:nvPr/>
          </p:nvPicPr>
          <p:blipFill>
            <a:blip r:embed="rId7"/>
            <a:stretch>
              <a:fillRect/>
            </a:stretch>
          </p:blipFill>
          <p:spPr>
            <a:xfrm>
              <a:off x="4482563" y="4980191"/>
              <a:ext cx="3128574" cy="1841396"/>
            </a:xfrm>
            <a:prstGeom prst="rect">
              <a:avLst/>
            </a:prstGeom>
          </p:spPr>
        </p:pic>
        <p:pic>
          <p:nvPicPr>
            <p:cNvPr id="13" name="Picture 12">
              <a:extLst>
                <a:ext uri="{FF2B5EF4-FFF2-40B4-BE49-F238E27FC236}">
                  <a16:creationId xmlns:a16="http://schemas.microsoft.com/office/drawing/2014/main" id="{3F68CD41-8EF3-B443-924E-319DE8B16892}"/>
                </a:ext>
              </a:extLst>
            </p:cNvPr>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a:off x="4906220" y="5127342"/>
              <a:ext cx="2275190" cy="1498325"/>
            </a:xfrm>
            <a:prstGeom prst="rect">
              <a:avLst/>
            </a:prstGeom>
          </p:spPr>
        </p:pic>
      </p:grpSp>
      <p:sp>
        <p:nvSpPr>
          <p:cNvPr id="3" name="Rectangle 2">
            <a:extLst>
              <a:ext uri="{FF2B5EF4-FFF2-40B4-BE49-F238E27FC236}">
                <a16:creationId xmlns:a16="http://schemas.microsoft.com/office/drawing/2014/main" id="{34C82462-A6A9-9F40-B874-C2786492A285}"/>
              </a:ext>
            </a:extLst>
          </p:cNvPr>
          <p:cNvSpPr/>
          <p:nvPr/>
        </p:nvSpPr>
        <p:spPr>
          <a:xfrm>
            <a:off x="4492569" y="5574754"/>
            <a:ext cx="2196235" cy="5473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3" name="Rectangle 22">
            <a:extLst>
              <a:ext uri="{FF2B5EF4-FFF2-40B4-BE49-F238E27FC236}">
                <a16:creationId xmlns:a16="http://schemas.microsoft.com/office/drawing/2014/main" id="{B7D41E04-1B35-BD4F-8B37-C6CC88C6B995}"/>
              </a:ext>
            </a:extLst>
          </p:cNvPr>
          <p:cNvSpPr/>
          <p:nvPr/>
        </p:nvSpPr>
        <p:spPr>
          <a:xfrm>
            <a:off x="4399734" y="5490332"/>
            <a:ext cx="2196235" cy="547351"/>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5" name="Rectangle 4">
            <a:extLst>
              <a:ext uri="{FF2B5EF4-FFF2-40B4-BE49-F238E27FC236}">
                <a16:creationId xmlns:a16="http://schemas.microsoft.com/office/drawing/2014/main" id="{6AA9D7C5-0368-6645-B73F-D51BF9C01567}"/>
              </a:ext>
            </a:extLst>
          </p:cNvPr>
          <p:cNvSpPr/>
          <p:nvPr/>
        </p:nvSpPr>
        <p:spPr>
          <a:xfrm>
            <a:off x="4802969" y="5590298"/>
            <a:ext cx="1466686" cy="369236"/>
          </a:xfrm>
          <a:prstGeom prst="rect">
            <a:avLst/>
          </a:prstGeom>
        </p:spPr>
        <p:txBody>
          <a:bodyPr wrap="none">
            <a:spAutoFit/>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1799" b="1" i="0" u="none" strike="noStrike" kern="1200" cap="none" spc="0" normalizeH="0" baseline="0" noProof="0" dirty="0">
                <a:ln>
                  <a:noFill/>
                </a:ln>
                <a:solidFill>
                  <a:srgbClr val="44546A"/>
                </a:solidFill>
                <a:effectLst/>
                <a:uLnTx/>
                <a:uFillTx/>
                <a:latin typeface="Arial" panose="020B0604020202020204"/>
                <a:ea typeface="+mn-ea"/>
                <a:cs typeface="+mn-cs"/>
              </a:rPr>
              <a:t>Enroll Now!</a:t>
            </a:r>
            <a:endParaRPr kumimoji="0" lang="en-US" sz="1799" b="1" i="0" u="none" strike="noStrike" kern="1200" cap="none" spc="0" normalizeH="0" baseline="0" noProof="0" dirty="0">
              <a:ln>
                <a:noFill/>
              </a:ln>
              <a:solidFill>
                <a:srgbClr val="000000"/>
              </a:solidFill>
              <a:effectLst/>
              <a:uLnTx/>
              <a:uFillTx/>
              <a:latin typeface="Arial" panose="020B0604020202020204"/>
              <a:ea typeface="+mn-ea"/>
              <a:cs typeface="+mn-cs"/>
            </a:endParaRPr>
          </a:p>
        </p:txBody>
      </p:sp>
      <p:pic>
        <p:nvPicPr>
          <p:cNvPr id="24" name="Picture 4">
            <a:extLst>
              <a:ext uri="{FF2B5EF4-FFF2-40B4-BE49-F238E27FC236}">
                <a16:creationId xmlns:a16="http://schemas.microsoft.com/office/drawing/2014/main" id="{42A5B84E-0F13-E020-C1B3-A338EB41685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482236" y="444130"/>
            <a:ext cx="2323495" cy="22949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56029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SlideModel - Sustainablity Strategy">
      <a:dk1>
        <a:srgbClr val="433835"/>
      </a:dk1>
      <a:lt1>
        <a:srgbClr val="FFFFFF"/>
      </a:lt1>
      <a:dk2>
        <a:srgbClr val="070707"/>
      </a:dk2>
      <a:lt2>
        <a:srgbClr val="FFFFFF"/>
      </a:lt2>
      <a:accent1>
        <a:srgbClr val="75C042"/>
      </a:accent1>
      <a:accent2>
        <a:srgbClr val="F0F6FB"/>
      </a:accent2>
      <a:accent3>
        <a:srgbClr val="243769"/>
      </a:accent3>
      <a:accent4>
        <a:srgbClr val="8FBBE1"/>
      </a:accent4>
      <a:accent5>
        <a:srgbClr val="E3F2D9"/>
      </a:accent5>
      <a:accent6>
        <a:srgbClr val="002060"/>
      </a:accent6>
      <a:hlink>
        <a:srgbClr val="FCD7DB"/>
      </a:hlink>
      <a:folHlink>
        <a:srgbClr val="F0E9E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_Office Theme">
  <a:themeElements>
    <a:clrScheme name="Custom 76">
      <a:dk1>
        <a:srgbClr val="000000"/>
      </a:dk1>
      <a:lt1>
        <a:srgbClr val="FFFFFF"/>
      </a:lt1>
      <a:dk2>
        <a:srgbClr val="1F497D"/>
      </a:dk2>
      <a:lt2>
        <a:srgbClr val="EEECE1"/>
      </a:lt2>
      <a:accent1>
        <a:srgbClr val="BDBDBD"/>
      </a:accent1>
      <a:accent2>
        <a:srgbClr val="98C536"/>
      </a:accent2>
      <a:accent3>
        <a:srgbClr val="6D6D6D"/>
      </a:accent3>
      <a:accent4>
        <a:srgbClr val="1767AC"/>
      </a:accent4>
      <a:accent5>
        <a:srgbClr val="E5E6E8"/>
      </a:accent5>
      <a:accent6>
        <a:srgbClr val="99C274"/>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3_Office Theme">
  <a:themeElements>
    <a:clrScheme name="Custom 618">
      <a:dk1>
        <a:sysClr val="windowText" lastClr="000000"/>
      </a:dk1>
      <a:lt1>
        <a:sysClr val="window" lastClr="FFFFFF"/>
      </a:lt1>
      <a:dk2>
        <a:srgbClr val="1F497D"/>
      </a:dk2>
      <a:lt2>
        <a:srgbClr val="EEECE1"/>
      </a:lt2>
      <a:accent1>
        <a:srgbClr val="151C2B"/>
      </a:accent1>
      <a:accent2>
        <a:srgbClr val="CAC4F7"/>
      </a:accent2>
      <a:accent3>
        <a:srgbClr val="1C21E4"/>
      </a:accent3>
      <a:accent4>
        <a:srgbClr val="5FB7A2"/>
      </a:accent4>
      <a:accent5>
        <a:srgbClr val="3081AC"/>
      </a:accent5>
      <a:accent6>
        <a:srgbClr val="A5A5A5"/>
      </a:accent6>
      <a:hlink>
        <a:srgbClr val="0000FF"/>
      </a:hlink>
      <a:folHlink>
        <a:srgbClr val="800080"/>
      </a:folHlink>
    </a:clrScheme>
    <a:fontScheme name="Custom 2">
      <a:majorFont>
        <a:latin typeface="Calibri"/>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4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2333</TotalTime>
  <Words>826</Words>
  <Application>Microsoft Office PowerPoint</Application>
  <PresentationFormat>Custom</PresentationFormat>
  <Paragraphs>103</Paragraphs>
  <Slides>10</Slides>
  <Notes>5</Notes>
  <HiddenSlides>0</HiddenSlides>
  <MMClips>0</MMClips>
  <ScaleCrop>false</ScaleCrop>
  <HeadingPairs>
    <vt:vector size="6" baseType="variant">
      <vt:variant>
        <vt:lpstr>Fonts Used</vt:lpstr>
      </vt:variant>
      <vt:variant>
        <vt:i4>11</vt:i4>
      </vt:variant>
      <vt:variant>
        <vt:lpstr>Theme</vt:lpstr>
      </vt:variant>
      <vt:variant>
        <vt:i4>4</vt:i4>
      </vt:variant>
      <vt:variant>
        <vt:lpstr>Slide Titles</vt:lpstr>
      </vt:variant>
      <vt:variant>
        <vt:i4>10</vt:i4>
      </vt:variant>
    </vt:vector>
  </HeadingPairs>
  <TitlesOfParts>
    <vt:vector size="25" baseType="lpstr">
      <vt:lpstr>Arial</vt:lpstr>
      <vt:lpstr>Corben</vt:lpstr>
      <vt:lpstr>Quattrocento Sans</vt:lpstr>
      <vt:lpstr>Calibri</vt:lpstr>
      <vt:lpstr>Segoe UI Black</vt:lpstr>
      <vt:lpstr>Cooper Black</vt:lpstr>
      <vt:lpstr>Arial Black</vt:lpstr>
      <vt:lpstr>Open Sans</vt:lpstr>
      <vt:lpstr>Segoe UI</vt:lpstr>
      <vt:lpstr>Cambria</vt:lpstr>
      <vt:lpstr>Segoe UI Light</vt:lpstr>
      <vt:lpstr>Office Theme</vt:lpstr>
      <vt:lpstr>2_Office Theme</vt:lpstr>
      <vt:lpstr>3_Office Theme</vt:lpstr>
      <vt:lpstr>4_Office Theme</vt:lpstr>
      <vt:lpstr>SAP BTP ABAP  on Cloud / RAP  Training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ABAP ON CLOUD  RESTFUL APPLICATION  PROGRAMMING EMBEDDED STEAMPUNK TRAINING</dc:title>
  <dc:creator>anurag</dc:creator>
  <cp:lastModifiedBy>Anubhav Oberoy</cp:lastModifiedBy>
  <cp:revision>93</cp:revision>
  <dcterms:created xsi:type="dcterms:W3CDTF">2023-10-03T21:33:12Z</dcterms:created>
  <dcterms:modified xsi:type="dcterms:W3CDTF">2026-02-20T06:50:12Z</dcterms:modified>
</cp:coreProperties>
</file>