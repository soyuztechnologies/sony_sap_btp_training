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6" r:id="rId2"/>
    <p:sldId id="4122" r:id="rId3"/>
    <p:sldId id="277" r:id="rId4"/>
    <p:sldId id="4826" r:id="rId5"/>
    <p:sldId id="4813" r:id="rId6"/>
    <p:sldId id="4827" r:id="rId7"/>
    <p:sldId id="4828" r:id="rId8"/>
    <p:sldId id="4814" r:id="rId9"/>
    <p:sldId id="4733" r:id="rId10"/>
    <p:sldId id="4734" r:id="rId11"/>
    <p:sldId id="4759" r:id="rId12"/>
    <p:sldId id="4749" r:id="rId13"/>
    <p:sldId id="4817" r:id="rId14"/>
    <p:sldId id="4818" r:id="rId15"/>
    <p:sldId id="4825" r:id="rId16"/>
    <p:sldId id="4746" r:id="rId17"/>
    <p:sldId id="4750" r:id="rId18"/>
    <p:sldId id="4751" r:id="rId19"/>
    <p:sldId id="4758" r:id="rId20"/>
    <p:sldId id="4819" r:id="rId21"/>
    <p:sldId id="4820" r:id="rId22"/>
    <p:sldId id="4821" r:id="rId23"/>
    <p:sldId id="4822" r:id="rId24"/>
    <p:sldId id="282" r:id="rId25"/>
    <p:sldId id="280" r:id="rId26"/>
    <p:sldId id="4711" r:id="rId2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29.558"/>
    </inkml:context>
    <inkml:brush xml:id="br0">
      <inkml:brushProperty name="width" value="0.05" units="cm"/>
      <inkml:brushProperty name="height" value="0.05" units="cm"/>
      <inkml:brushProperty name="color" value="#FFFFFF"/>
    </inkml:brush>
  </inkml:definitions>
  <inkml:trace contextRef="#ctx0" brushRef="#br0">696 97 24575,'-2'0'0,"0"0"0,0 0 0,1 0 0,-1-1 0,0 1 0,0-1 0,0 1 0,0-1 0,1 0 0,-1 0 0,0 0 0,1 0 0,-1 0 0,0 0 0,1 0 0,0-1 0,-3-1 0,-19-31 0,21 29 0,-1-1 0,0 1 0,-1 0 0,1 1 0,-8-9 0,9 12 0,1 0 0,-1 0 0,1 0 0,-1 0 0,1 0 0,-1 1 0,0-1 0,1 0 0,-1 1 0,0-1 0,0 1 0,1 0 0,-1 0 0,0-1 0,0 1 0,0 0 0,1 0 0,-1 1 0,0-1 0,0 0 0,0 1 0,1-1 0,-3 2 0,-3 0 0,1 1 0,-1 1 0,1-1 0,0 1 0,0 0 0,1 0 0,-1 1 0,1 0 0,-7 7 0,-5 8 0,-17 27 0,5-1 0,2 1 0,2 2 0,3 0 0,-20 62 0,-46 214 0,14 76 0,-33 132 0,102-514-455,-1-1 0,-10 21 0,4-16-6371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29.728"/>
    </inkml:context>
    <inkml:brush xml:id="br0">
      <inkml:brushProperty name="width" value="0.05" units="cm"/>
      <inkml:brushProperty name="height" value="0.05" units="cm"/>
      <inkml:brushProperty name="color" value="#FFFFFF"/>
    </inkml:brush>
  </inkml:definitions>
  <inkml:trace contextRef="#ctx0" brushRef="#br0">8 140 24575,'-3'-3'0,"-1"-4"0,6 0 0,9-3 0,8 1 0,13-1 0,9-2 0,11-2 0,7-1 0,9 1 0,5 1 0,-2-1 0,-12 3-8191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29.943"/>
    </inkml:context>
    <inkml:brush xml:id="br0">
      <inkml:brushProperty name="width" value="0.05" units="cm"/>
      <inkml:brushProperty name="height" value="0.05" units="cm"/>
      <inkml:brushProperty name="color" value="#FFFFFF"/>
    </inkml:brush>
  </inkml:definitions>
  <inkml:trace contextRef="#ctx0" brushRef="#br0">0 1 24575,'0'3'0,"3"1"0,4-1 0,4 3 0,5 3 0,4 3 0,4 6 0,4 5 0,3 5 0,2 3 0,-2 3 0,-2 1 0,-1-2 0,-5-1 0,-4-3 0,-4-4 0,-6-5-8191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0.114"/>
    </inkml:context>
    <inkml:brush xml:id="br0">
      <inkml:brushProperty name="width" value="0.05" units="cm"/>
      <inkml:brushProperty name="height" value="0.05" units="cm"/>
      <inkml:brushProperty name="color" value="#FFFFFF"/>
    </inkml:brush>
  </inkml:definitions>
  <inkml:trace contextRef="#ctx0" brushRef="#br0">255 1 24575,'3'0'0,"0"6"0,-2 8 0,-5 7 0,-4 9 0,-8 9 0,-6 9 0,-8 5 0,-6 6 0,-1 1 0,-2-3 0,1-2 0,6-12-8191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0.532"/>
    </inkml:context>
    <inkml:brush xml:id="br0">
      <inkml:brushProperty name="width" value="0.05" units="cm"/>
      <inkml:brushProperty name="height" value="0.05" units="cm"/>
      <inkml:brushProperty name="color" value="#FFFFFF"/>
    </inkml:brush>
  </inkml:definitions>
  <inkml:trace contextRef="#ctx0" brushRef="#br0">310 100 24575,'1'-5'0,"-1"-1"0,1 1 0,0 0 0,4-8 0,-4 10 0,0 1 0,0-1 0,0 1 0,0-1 0,-1 1 0,1-1 0,-1 0 0,1 1 0,-1-1 0,0 0 0,0 1 0,0-1 0,0 0 0,-1 1 0,1-1 0,-1 0 0,1 1 0,-1-1 0,0 1 0,0-1 0,-2-2 0,3 5 0,-1-1 0,1 1 0,0-1 0,-1 1 0,1-1 0,-1 1 0,1 0 0,-1-1 0,1 1 0,-1 0 0,1 0 0,-1-1 0,1 1 0,-1 0 0,0 0 0,1 0 0,-1 0 0,1 0 0,-1 0 0,0-1 0,1 1 0,-1 1 0,1-1 0,-1 0 0,1 0 0,-1 0 0,0 0 0,1 0 0,-1 0 0,1 1 0,-1-1 0,1 0 0,-1 0 0,1 1 0,-1-1 0,1 0 0,-1 1 0,1-1 0,-1 1 0,-17 19 0,-12 25 0,3 0 0,1 2 0,-23 59 0,-41 157 0,74-207 0,2 0 0,-8 78 0,20-117 0,1-1 0,1 1 0,0 0 0,1-1 0,1 1 0,0-1 0,1 0 0,1 0 0,1 0 0,0 0 0,1-1 0,1 1 0,9 14 0,-10-21 19,0-1 0,1 0 0,0 0 0,0-1 0,1 1 0,0-2 0,0 1 0,1-1 0,0-1 0,0 1 0,0-1 0,1-1 0,-1 0 0,1 0 0,0-1 0,0 0 0,16 2 0,-12-3-162,1-1 1,0 0 0,0-1 0,-1-1-1,1 0 1,0-1 0,0 0 0,-1-1 0,0-1-1,0 0 1,24-12 0,-3-2-6684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1.359"/>
    </inkml:context>
    <inkml:brush xml:id="br0">
      <inkml:brushProperty name="width" value="0.05" units="cm"/>
      <inkml:brushProperty name="height" value="0.05" units="cm"/>
      <inkml:brushProperty name="color" value="#FFFFFF"/>
    </inkml:brush>
  </inkml:definitions>
  <inkml:trace contextRef="#ctx0" brushRef="#br0">111 277 24575,'0'0'0,"0"-1"0,1 0 0,-1 1 0,0-1 0,0 0 0,0 0 0,0 1 0,-1-1 0,1 0 0,0 0 0,0 1 0,0-1 0,0 0 0,-1 1 0,1-1 0,0 0 0,-1 1 0,1-1 0,-1 0 0,1 1 0,0-1 0,-1 1 0,0-2 0,0 3 0,0-1 0,1 0 0,-1 1 0,1-1 0,-1 1 0,1-1 0,-1 1 0,1-1 0,-1 1 0,1-1 0,0 1 0,-1-1 0,1 1 0,0 0 0,-1-1 0,1 1 0,0 0 0,0-1 0,0 1 0,-1 0 0,1-1 0,0 1 0,0 0 0,0-1 0,0 1 0,0 1 0,-5 53 0,4 104 0,3-80 0,-2 111 0,0-749 0,0 550 0,0-19 0,4-32 0,-3 52 0,0 1 0,1-1 0,0 1 0,0-1 0,1 1 0,0 0 0,0 0 0,0 0 0,5-7 0,-6 12 0,-1 0 0,1 1 0,-1-1 0,1 0 0,0 1 0,0-1 0,-1 1 0,1-1 0,0 1 0,0 0 0,0 0 0,1 0 0,-1 0 0,0 0 0,0 0 0,0 1 0,1-1 0,-1 1 0,0-1 0,1 1 0,-1 0 0,0 0 0,1 0 0,-1 0 0,0 1 0,1-1 0,-1 1 0,0-1 0,1 1 0,-1 0 0,0 0 0,0 0 0,0 0 0,0 0 0,0 0 0,2 2 0,2 1 0,0 0 0,0 1 0,0 0 0,-1 0 0,0 0 0,0 1 0,-1-1 0,1 1 0,-1 0 0,6 11 0,-7-9 13,0 0 1,0 0-1,-1 1 0,0-1 0,0 0 0,-1 1 0,0-1 0,-1 1 0,1-1 1,-2 1-1,1-1 0,-3 13 0,0-9 6,-1 0 0,0-1 0,0 0 0,-1 0 0,0 0 0,-1 0 0,0-1 0,-9 12 0,2-6-175,-1-1 1,-1 0 0,0-1 0,0-1 0,-1 0 0,-1-1 0,0 0-1,-1-2 1,0 0 0,-23 8 0,13-8-6671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1.591"/>
    </inkml:context>
    <inkml:brush xml:id="br0">
      <inkml:brushProperty name="width" value="0.05" units="cm"/>
      <inkml:brushProperty name="height" value="0.05" units="cm"/>
      <inkml:brushProperty name="color" value="#FFFFFF"/>
    </inkml:brush>
  </inkml:definitions>
  <inkml:trace contextRef="#ctx0" brushRef="#br0">1 6 24575,'25'-3'0,"-23"2"0,0 1 0,0-1 0,0 1 0,0 0 0,0-1 0,0 1 0,0 0 0,0 0 0,0 0 0,0 0 0,0 1 0,0-1 0,0 1 0,0-1 0,0 1 0,0-1 0,0 1 0,-1 0 0,1 0 0,0 0 0,0 0 0,-1 0 0,1 1 0,-1-1 0,1 0 0,-1 1 0,1-1 0,-1 1 0,0-1 0,2 4 0,3 5 0,-1 0 0,1 1 0,-2-1 0,0 1 0,0 1 0,3 14 0,9 75 0,-10-62 0,3 39-682,0 98-1,-9-148-6143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1.808"/>
    </inkml:context>
    <inkml:brush xml:id="br0">
      <inkml:brushProperty name="width" value="0.05" units="cm"/>
      <inkml:brushProperty name="height" value="0.05" units="cm"/>
      <inkml:brushProperty name="color" value="#FFFFFF"/>
    </inkml:brush>
  </inkml:definitions>
  <inkml:trace contextRef="#ctx0" brushRef="#br0">51 1 24575,'0'3'0,"0"4"0,0 3 0,0 7 0,-3 3 0,-1 4 0,-2 3 0,-1 1 0,-2 1 0,1 2 0,1 2 0,3 0 0,1-5-8191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2.324"/>
    </inkml:context>
    <inkml:brush xml:id="br0">
      <inkml:brushProperty name="width" value="0.05" units="cm"/>
      <inkml:brushProperty name="height" value="0.05" units="cm"/>
      <inkml:brushProperty name="color" value="#FFFFFF"/>
    </inkml:brush>
  </inkml:definitions>
  <inkml:trace contextRef="#ctx0" brushRef="#br0">154 421 24575,'-30'25'0,"23"-20"0,0 1 0,0-1 0,1 1 0,0 0 0,-9 12 0,8-7 0,0 0 0,1 1 0,0 0 0,1 0 0,1 0 0,-1 1 0,-1 13 0,-1 11 0,-1 42 0,5-41 0,-9 41 0,23-193 0,-6 44 0,10-154 0,10-96 0,-24 318 0,0-9 0,1 0 0,0 0 0,1 0 0,6-19 0,-8 29 0,0-1 0,0 0 0,-1 0 0,1 1 0,0-1 0,0 1 0,1-1 0,-1 1 0,0-1 0,0 1 0,1 0 0,-1-1 0,1 1 0,-1 0 0,1 0 0,0 0 0,-1 0 0,1 0 0,0 0 0,-1 1 0,1-1 0,0 1 0,0-1 0,0 1 0,0 0 0,0-1 0,0 1 0,-1 0 0,1 0 0,0 1 0,0-1 0,0 0 0,0 0 0,0 1 0,3 1 0,4 1 0,0 2 0,0-1 0,0 1 0,-1 1 0,1 0 0,-1 0 0,-1 0 0,9 9 0,6 8 0,24 33 0,-36-42 0,0 0 0,-1 0 0,0 1 0,-1 0 0,11 30 0,-17-39 0,0 0 0,-1-1 0,0 1 0,0 0 0,0-1 0,-1 1 0,0 0 0,0 0 0,0 0 0,-1-1 0,0 1 0,0 0 0,0-1 0,-1 1 0,0-1 0,0 1 0,0-1 0,-1 0 0,0 0 0,0 0 0,-4 5 0,-1-1 31,0 0 0,0-1 0,-1-1 0,0 0 0,-1 0 0,0 0 0,0-1 0,0-1 1,0 0-1,-15 5 0,9-4-275,-1-1 0,0-1 0,0 0 0,0-2 1,0 1-1,-22-1 0,10-4-6582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2.808"/>
    </inkml:context>
    <inkml:brush xml:id="br0">
      <inkml:brushProperty name="width" value="0.05" units="cm"/>
      <inkml:brushProperty name="height" value="0.05" units="cm"/>
      <inkml:brushProperty name="color" value="#FFFFFF"/>
    </inkml:brush>
  </inkml:definitions>
  <inkml:trace contextRef="#ctx0" brushRef="#br0">101 163 24575,'-2'-2'0,"1"0"0,-1 0 0,0-1 0,1 1 0,0 0 0,-1-1 0,1 1 0,0-1 0,0 1 0,0-1 0,1 1 0,-1-1 0,1 0 0,-1 1 0,1-1 0,0 0 0,0 1 0,0-1 0,0 0 0,1 0 0,-1 1 0,1-1 0,1-5 0,0 4 0,-1-1 0,1 1 0,1-1 0,-1 1 0,0 0 0,1 0 0,0 0 0,0 0 0,1 1 0,-1-1 0,1 1 0,4-4 0,1 1 0,1 1 0,0 0 0,-1 0 0,1 1 0,1 1 0,-1 0 0,1 0 0,14-1 0,-18 3 0,0 0 0,0 0 0,0 1 0,0 0 0,0 0 0,0 1 0,0 0 0,0 0 0,0 1 0,-1-1 0,1 2 0,0-1 0,11 7 0,-15-7 0,0 0 0,0 1 0,-1-1 0,1 1 0,0 0 0,-1 0 0,0 0 0,0 0 0,0 0 0,0 0 0,0 1 0,-1-1 0,1 1 0,-1-1 0,0 1 0,0-1 0,0 1 0,-1 0 0,1 0 0,-1-1 0,0 1 0,0 0 0,0 0 0,0-1 0,-1 1 0,0 0 0,-1 5 0,-2 5 0,-1-1 0,0 1 0,0-1 0,-2-1 0,1 1 0,-10 11 0,-14 16 0,-2-1 0,-2-1 0,-1-2 0,-1-2 0,-71 51 0,99-79 0,4-4 0,0 1 0,1-1 0,-1 1 0,1 0 0,-1 0 0,1 0 0,0 0 0,0 1 0,1-1 0,-1 1 0,1 0 0,-4 6 0,6-9 0,0 0 0,0-1 0,0 1 0,0 0 0,0 0 0,0-1 0,1 1 0,-1 0 0,0-1 0,0 1 0,1 0 0,-1-1 0,0 1 0,1-1 0,-1 1 0,0 0 0,1-1 0,-1 1 0,1-1 0,-1 1 0,1-1 0,-1 1 0,1-1 0,-1 0 0,1 1 0,0-1 0,-1 0 0,1 1 0,0-1 0,-1 0 0,1 0 0,0 1 0,-1-1 0,1 0 0,0 0 0,-1 0 0,1 0 0,0 0 0,-1 0 0,1 0 0,1 0 0,34-2 0,-33 2 0,72-11-382,86-24 0,-140 30-219,16-4-6225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3.022"/>
    </inkml:context>
    <inkml:brush xml:id="br0">
      <inkml:brushProperty name="width" value="0.05" units="cm"/>
      <inkml:brushProperty name="height" value="0.05" units="cm"/>
      <inkml:brushProperty name="color" value="#FFFFFF"/>
    </inkml:brush>
  </inkml:definitions>
  <inkml:trace contextRef="#ctx0" brushRef="#br0">1 0 24575,'0'3'0,"3"1"0,4 0 0,4-1 0,-1-1-8191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3.181"/>
    </inkml:context>
    <inkml:brush xml:id="br0">
      <inkml:brushProperty name="width" value="0.05" units="cm"/>
      <inkml:brushProperty name="height" value="0.05" units="cm"/>
      <inkml:brushProperty name="color" value="#FFFFFF"/>
    </inkml:brush>
  </inkml:definitions>
  <inkml:trace contextRef="#ctx0" brushRef="#br0">8 4 24575,'-3'0'0,"-1"-3"0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3.352"/>
    </inkml:context>
    <inkml:brush xml:id="br0">
      <inkml:brushProperty name="width" value="0.05" units="cm"/>
      <inkml:brushProperty name="height" value="0.05" units="cm"/>
      <inkml:brushProperty name="color" value="#FFFFFF"/>
    </inkml:brush>
  </inkml:definitions>
  <inkml:trace contextRef="#ctx0" brushRef="#br0">0 8 24575,'3'0'0,"4"0"0,4-3 0,0-1-8191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3.854"/>
    </inkml:context>
    <inkml:brush xml:id="br0">
      <inkml:brushProperty name="width" value="0.05" units="cm"/>
      <inkml:brushProperty name="height" value="0.05" units="cm"/>
      <inkml:brushProperty name="color" value="#FFFFFF"/>
    </inkml:brush>
  </inkml:definitions>
  <inkml:trace contextRef="#ctx0" brushRef="#br0">57 144 24575,'0'-3'0,"-1"-1"0,0 1 0,-1-1 0,1 1 0,-1 0 0,1-1 0,-1 1 0,0 0 0,-4-5 0,-3-4 0,5 4 0,0 0 0,0 0 0,0 0 0,1-1 0,0 1 0,1-1 0,0 0 0,-1-9 0,3 18 0,0-1 0,0 1 0,-1 0 0,1 0 0,0-1 0,0 1 0,0 0 0,0 0 0,0-1 0,0 1 0,0 0 0,0-1 0,0 1 0,0 0 0,1 0 0,-1-1 0,0 1 0,0 0 0,0 0 0,0-1 0,0 1 0,0 0 0,0 0 0,1 0 0,-1-1 0,0 1 0,0 0 0,0 0 0,1 0 0,-1-1 0,0 1 0,0 0 0,0 0 0,1 0 0,-1 0 0,0 0 0,0 0 0,1-1 0,-1 1 0,0 0 0,0 0 0,1 0 0,-1 0 0,0 0 0,1 0 0,-1 0 0,0 0 0,0 0 0,1 0 0,-1 0 0,0 0 0,0 1 0,1-1 0,-1 0 0,15 10 0,36 46 0,-1 3 0,70 110 0,-79-109 0,47 98 0,-78-140 0,-2 1 0,-1 1 0,0-1 0,-1 1 0,-1 0 0,-1 1 0,-1-1 0,-1 1 0,-1 0 0,-1 23 0,-2-31 20,0-1 0,-1 1 0,0 0 1,-1-1-1,-1 0 0,0 0 0,0 0 0,-1-1 0,-1 0 0,0 0 0,0 0 0,-1-1 0,0 0 0,-1-1 0,0 0 0,-13 10 1,-5 2-363,-2-1 1,0-2 0,-1-1-1,-58 24 1,11-10-6485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4.554"/>
    </inkml:context>
    <inkml:brush xml:id="br0">
      <inkml:brushProperty name="width" value="0.05" units="cm"/>
      <inkml:brushProperty name="height" value="0.05" units="cm"/>
      <inkml:brushProperty name="color" value="#FFFFFF"/>
    </inkml:brush>
  </inkml:definitions>
  <inkml:trace contextRef="#ctx0" brushRef="#br0">1 3 24575,'0'-3'0,"3"5"0,4 8 0,0 9 0,3 9 0,2 9 0,2 7 0,-1 8 0,0 7 0,-2 6 0,-1 2 0,0 0 0,-4-3 0,-1-3 0,-3-7 0,-1-12-8191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4.900"/>
    </inkml:context>
    <inkml:brush xml:id="br0">
      <inkml:brushProperty name="width" value="0.05" units="cm"/>
      <inkml:brushProperty name="height" value="0.05" units="cm"/>
      <inkml:brushProperty name="color" value="#FFFFFF"/>
    </inkml:brush>
  </inkml:definitions>
  <inkml:trace contextRef="#ctx0" brushRef="#br0">14 0 24575,'-1'0'0,"0"1"0,1-1 0,-1 0 0,0 1 0,0-1 0,1 1 0,-1-1 0,0 1 0,1-1 0,-1 1 0,0-1 0,1 1 0,-1 0 0,1-1 0,-1 1 0,1 0 0,-1 0 0,1-1 0,0 1 0,-1 0 0,1 0 0,0 0 0,0-1 0,-1 1 0,1 0 0,0 0 0,0 0 0,0 0 0,0 0 0,0 0 0,1 28 0,1-22 0,-1-1 0,2 0 0,-1 1 0,1-1 0,0 0 0,0 0 0,0 0 0,1-1 0,0 1 0,0-1 0,0 0 0,1 0 0,0 0 0,0-1 0,0 0 0,1 0 0,-1 0 0,1 0 0,0-1 0,0 0 0,0 0 0,0-1 0,1 0 0,-1 0 0,0 0 0,1-1 0,0 0 0,-1 0 0,1 0 0,0-1 0,0 0 0,-1-1 0,1 1 0,0-1 0,-1-1 0,1 1 0,7-4 0,46-19 0,-56 22 0,0-1 0,0 1 0,0-1 0,0 1 0,0-1 0,-1 0 0,1 0 0,-1-1 0,0 1 0,0-1 0,4-5 0,-7 8-25,0 1 0,0 0-1,0-1 1,0 1 0,0-1 0,0 1-1,0 0 1,0-1 0,0 1-1,0 0 1,-1-1 0,1 1 0,0 0-1,0-1 1,0 1 0,0 0-1,-1-1 1,1 1 0,0 0 0,0-1-1,0 1 1,-1 0 0,1 0-1,0-1 1,-1 1 0,1 0 0,0 0-1,-1 0 1,1-1 0,0 1-1,-1 0 1,1 0 0,0 0 0,-1 0-1,1 0 1,0 0 0,-1 0 0,1 0-1,0 0 1,-1 0 0,1 0-1,-1 0 1,1 0 0,0 0 0,-1 0-1,1 0 1,0 0 0,-1 0-1,1 0 1,0 1 0,-1-1 0,1 0-1,-1 1 1,-7 2-6801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5.267"/>
    </inkml:context>
    <inkml:brush xml:id="br0">
      <inkml:brushProperty name="width" value="0.05" units="cm"/>
      <inkml:brushProperty name="height" value="0.05" units="cm"/>
      <inkml:brushProperty name="color" value="#FFFFFF"/>
    </inkml:brush>
  </inkml:definitions>
  <inkml:trace contextRef="#ctx0" brushRef="#br0">1 1 24575,'0'3'0,"0"3"0,0 5 0,0 6 0,3 5 0,1 3 0,0 3 0,-1 2 0,-1 2 0,2-1 0,1 0 0,-1-3 0,-1-5-8191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5.439"/>
    </inkml:context>
    <inkml:brush xml:id="br0">
      <inkml:brushProperty name="width" value="0.05" units="cm"/>
      <inkml:brushProperty name="height" value="0.05" units="cm"/>
      <inkml:brushProperty name="color" value="#FFFFFF"/>
    </inkml:brush>
  </inkml:definitions>
  <inkml:trace contextRef="#ctx0" brushRef="#br0">40 8 24575,'-2'-3'0,"-5"-1"0,-4 4 0,0 4 0,2 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5.862"/>
    </inkml:context>
    <inkml:brush xml:id="br0">
      <inkml:brushProperty name="width" value="0.05" units="cm"/>
      <inkml:brushProperty name="height" value="0.05" units="cm"/>
      <inkml:brushProperty name="color" value="#FFFFFF"/>
    </inkml:brush>
  </inkml:definitions>
  <inkml:trace contextRef="#ctx0" brushRef="#br0">1 77 24575,'0'6'0,"1"-1"0,-1 0 0,2 0 0,-1 1 0,0-1 0,1 0 0,0 0 0,4 7 0,26 40 0,-11-19 0,-21-33 0,1 1 0,-1 0 0,0-1 0,0 1 0,1 0 0,-1-1 0,0 1 0,1 0 0,-1-1 0,0 1 0,1-1 0,-1 1 0,1-1 0,-1 1 0,1-1 0,0 1 0,-1-1 0,1 1 0,-1-1 0,1 0 0,0 1 0,-1-1 0,1 0 0,0 0 0,-1 0 0,1 1 0,0-1 0,-1 0 0,1 0 0,0 0 0,0 0 0,-1 0 0,1 0 0,0 0 0,-1 0 0,1 0 0,0-1 0,0 1 0,-1 0 0,1 0 0,0-1 0,-1 1 0,1 0 0,-1-1 0,1 1 0,0-1 0,-1 1 0,1-1 0,-1 1 0,1-2 0,4-3 0,-2 0 0,1 0 0,0-1 0,4-9 0,-4 6 0,13-20 0,25-33 0,-33 50 0,0 1 0,0 1 0,1-1 0,1 2 0,18-14 0,-28 22 0,1-1 0,-1 1 0,1 1 0,0-1 0,0 0 0,-1 0 0,1 1 0,0-1 0,0 0 0,0 1 0,-1 0 0,1 0 0,0-1 0,0 1 0,0 0 0,0 0 0,0 1 0,0-1 0,0 0 0,2 1 0,-2 0 0,1 1 0,-1-1 0,0 1 0,0-1 0,0 1 0,0-1 0,0 1 0,0 0 0,0 0 0,0 0 0,-1 0 0,3 5 0,3 5 0,-1 1 0,-1 0 0,0 0 0,4 19 0,-7-25 0,39 146-1365,-34-130-5461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6.280"/>
    </inkml:context>
    <inkml:brush xml:id="br0">
      <inkml:brushProperty name="width" value="0.05" units="cm"/>
      <inkml:brushProperty name="height" value="0.05" units="cm"/>
      <inkml:brushProperty name="color" value="#FFFFFF"/>
    </inkml:brush>
  </inkml:definitions>
  <inkml:trace contextRef="#ctx0" brushRef="#br0">36 191 24575,'0'30'0,"3"112"0,-1-121 0,1-1 0,0 1 0,2-1 0,13 38 0,-34-102 0,2-1 0,3 0 0,1-1 0,2 0 0,-3-81 0,11 115 0,1 1 0,0-1 0,1 0 0,0 1 0,0 0 0,1-1 0,6-11 0,-8 20 0,0 0 0,0 1 0,0-1 0,1 1 0,-1-1 0,1 1 0,-1 0 0,1-1 0,0 1 0,0 0 0,0 0 0,0 0 0,0 1 0,1-1 0,-1 0 0,1 1 0,-1 0 0,1-1 0,-1 1 0,1 0 0,0 0 0,-1 1 0,1-1 0,0 0 0,0 1 0,0 0 0,0 0 0,-1-1 0,1 2 0,0-1 0,0 0 0,0 1 0,0-1 0,3 2 0,0 0 0,0 1 0,1 0 0,-1 0 0,0 0 0,0 1 0,-1 0 0,1 0 0,-1 1 0,0-1 0,0 1 0,0 0 0,4 8 0,-3-5 0,0 0 0,-1 0 0,0 0 0,-1 1 0,0 0 0,0 0 0,-1 0 0,3 13 0,-6-19-54,0 1-1,0-1 0,0 1 1,0-1-1,-1 1 1,1-1-1,-1 1 0,0-1 1,0 0-1,0 1 1,0-1-1,-1 0 0,1 0 1,-1 0-1,0 0 0,0 0 1,0 0-1,0 0 1,-1-1-1,1 1 0,-1-1 1,0 0-1,1 1 1,-6 2-1,-13 9-6771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9.087"/>
    </inkml:context>
    <inkml:brush xml:id="br0">
      <inkml:brushProperty name="width" value="0.05" units="cm"/>
      <inkml:brushProperty name="height" value="0.05" units="cm"/>
      <inkml:brushProperty name="color" value="#FFFFFF"/>
    </inkml:brush>
  </inkml:definitions>
  <inkml:trace contextRef="#ctx0" brushRef="#br0">106 54 24575,'0'-9'0,"0"6"0,1 1 0,-1-1 0,0 1 0,0-1 0,0 1 0,0-1 0,0 1 0,-1-1 0,1 1 0,-1 0 0,1-1 0,-1 1 0,0-1 0,0 1 0,0 0 0,-2-3 0,3 5 0,-1 0 0,1 0 0,0 0 0,-1 0 0,1-1 0,-1 1 0,1 0 0,0 0 0,-1 0 0,1 0 0,-1 0 0,1 0 0,0 0 0,-1 0 0,1 1 0,-1-1 0,1 0 0,0 0 0,-1 0 0,1 0 0,0 0 0,-1 1 0,1-1 0,-1 0 0,1 0 0,0 1 0,0-1 0,-1 0 0,1 0 0,0 1 0,-1-1 0,1 0 0,0 1 0,-10 14 0,9-14 0,-11 23 0,2 1 0,0-1 0,1 1 0,1 1 0,-6 43 0,8-34 0,3 0 0,0 1 0,5 60 0,0-79 57,0-1 0,1 1 0,1-1 0,0 0 0,9 21 0,-9-29-200,0 0 1,0 0 0,0-1 0,1 0-1,0 0 1,0 0 0,1-1 0,0 1 0,0-1-1,0-1 1,15 11 0,5-2-6684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9.521"/>
    </inkml:context>
    <inkml:brush xml:id="br0">
      <inkml:brushProperty name="width" value="0.05" units="cm"/>
      <inkml:brushProperty name="height" value="0.05" units="cm"/>
      <inkml:brushProperty name="color" value="#FFFFFF"/>
    </inkml:brush>
  </inkml:definitions>
  <inkml:trace contextRef="#ctx0" brushRef="#br0">75 76 24575,'0'-5'0,"-3"-38"0,3 41 0,0 1 0,0 0 0,0 0 0,0 0 0,-1 0 0,1-1 0,0 1 0,-1 0 0,1 0 0,-1 0 0,1 0 0,-1 0 0,0 0 0,1 0 0,-1 0 0,0 0 0,0 0 0,1 0 0,-1 0 0,0 1 0,0-1 0,0 0 0,0 1 0,0-1 0,0 0 0,0 1 0,0-1 0,-1 1 0,0-1 0,1 2 0,-1-1 0,1 0 0,0 1 0,-1-1 0,1 1 0,0-1 0,0 1 0,0-1 0,-1 1 0,1 0 0,0 0 0,0 0 0,0 0 0,0 0 0,0 0 0,0 0 0,1 0 0,-1 0 0,0 0 0,0 0 0,1 0 0,-2 2 0,-10 30 0,8-16 0,0 1 0,2-1 0,0 1 0,1-1 0,0 1 0,2-1 0,0 1 0,5 22 0,-5-37 16,0-1-1,0 1 1,0 0-1,0-1 1,0 1-1,1-1 1,-1 1-1,1-1 1,0 0-1,-1 0 1,1 1-1,0-1 1,0 0-1,1-1 1,-1 1-1,0 0 1,1-1 0,-1 1-1,1-1 1,-1 0-1,6 2 1,-1-1-230,0-1 1,0 1 0,0-2-1,0 1 1,0-1 0,0 0-1,12-1 1,5-3-6613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39.893"/>
    </inkml:context>
    <inkml:brush xml:id="br0">
      <inkml:brushProperty name="width" value="0.05" units="cm"/>
      <inkml:brushProperty name="height" value="0.05" units="cm"/>
      <inkml:brushProperty name="color" value="#FFFFFF"/>
    </inkml:brush>
  </inkml:definitions>
  <inkml:trace contextRef="#ctx0" brushRef="#br0">49 149 24575,'-2'-17'0,"0"0"0,-1 0 0,-1 0 0,-1 0 0,-8-21 0,0 15 0,13 22 0,0 1 0,0 0 0,0 0 0,-1 0 0,1 0 0,0 0 0,0 0 0,0 0 0,0 0 0,0 0 0,0-1 0,0 1 0,0 0 0,-1 0 0,1 0 0,0 0 0,0 0 0,0 0 0,0 0 0,0 0 0,0 0 0,0 0 0,-1 0 0,1 0 0,0 0 0,0 0 0,0 0 0,0 0 0,0 0 0,-1 0 0,1 0 0,0 0 0,0 0 0,0 0 0,0 0 0,0 0 0,0 0 0,0 0 0,-1 0 0,1 1 0,0-1 0,0 0 0,0 0 0,0 0 0,0 0 0,0 0 0,0 0 0,-2 16 0,26 182 0,2 32 0,-26-228 0,4 30 0,-4-31 0,0-1 0,0 0 0,0 0 0,0 1 0,0-1 0,0 0 0,0 0 0,0 1 0,1-1 0,-1 0 0,0 0 0,0 0 0,0 1 0,1-1 0,-1 0 0,0 0 0,0 0 0,0 0 0,1 1 0,-1-1 0,0 0 0,0 0 0,1 0 0,-1 0 0,0 0 0,0 0 0,1 0 0,-1 0 0,0 0 0,0 0 0,1 0 0,-1 0 0,1 0 0,12-12 0,25-52 0,-22 36 0,21-28 0,-31 48 0,0 1 0,0 0 0,0 1 0,1-1 0,0 1 0,1 1 0,-1-1 0,12-5 0,-17 10 0,-1 0 0,1 0 0,0 0 0,0 0 0,-1 0 0,1 1 0,0-1 0,0 1 0,0-1 0,-1 1 0,1 0 0,0 0 0,0 0 0,0 0 0,0 0 0,0 0 0,0 0 0,0 1 0,-1-1 0,1 1 0,0-1 0,0 1 0,-1 0 0,1 0 0,0 0 0,-1 0 0,1 0 0,0 0 0,-1 0 0,0 0 0,1 1 0,-1-1 0,0 0 0,1 1 0,-1-1 0,0 1 0,0-1 0,0 1 0,1 3 0,3 7 0,-1 0 0,0 1 0,-1-1 0,3 25 0,-1-11 0,-4-20-105,0 0 0,0 1 0,1-1 0,0 0 0,0 0 0,0 0 0,1 0 0,0 0 0,0-1 0,1 1 0,-1-1 0,8 8 0,5-1-6721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0.297"/>
    </inkml:context>
    <inkml:brush xml:id="br0">
      <inkml:brushProperty name="width" value="0.05" units="cm"/>
      <inkml:brushProperty name="height" value="0.05" units="cm"/>
      <inkml:brushProperty name="color" value="#FFFFFF"/>
    </inkml:brush>
  </inkml:definitions>
  <inkml:trace contextRef="#ctx0" brushRef="#br0">102 187 24575,'23'-43'0,"-14"26"0,0 0 0,7-23 0,-13 33 0,-2 0 0,1 0 0,-1-1 0,1-12 0,-2 19 0,0 0 0,0 0 0,0 0 0,0 0 0,-1 0 0,1 0 0,0 0 0,0 0 0,-1 0 0,1 0 0,0 0 0,-1 0 0,1 0 0,-1 0 0,0 0 0,1 0 0,-2-1 0,1 2 0,0 0 0,1-1 0,-1 1 0,0 0 0,0 0 0,0 0 0,0 0 0,0 0 0,0 0 0,1 0 0,-1 0 0,0 0 0,0 0 0,0 0 0,0 0 0,0 1 0,1-1 0,-1 0 0,0 1 0,0-1 0,1 1 0,-1-1 0,0 1 0,0-1 0,0 2 0,-8 4 0,1 1 0,1 0 0,-1 0 0,1 0 0,0 1 0,1 1 0,-9 14 0,-33 67 0,46-86 0,-2 3 0,1 0 0,0 1 0,0-1 0,1 1 0,0 0 0,0-1 0,0 11 0,2-17 0,0 0 0,0 1 0,0-1 0,0 0 0,0 1 0,1-1 0,-1 0 0,0 0 0,1 1 0,-1-1 0,1 0 0,-1 0 0,1 1 0,0-1 0,-1 0 0,1 0 0,0 0 0,0 0 0,1 1 0,0-1 0,0 0 0,0 0 0,0 0 0,0-1 0,0 1 0,0-1 0,-1 1 0,1-1 0,0 0 0,0 0 0,0 0 0,0 0 0,0 0 0,0 0 0,0 0 0,0-1 0,3 0 0,4-2 0,0 1 0,-1-2 0,1 1 0,-1-1 0,0 0 0,0-1 0,-1 0 0,1 0 0,-1-1 0,7-7 0,9-9 0,29-40 0,-28 33 0,-23 28 0,0-1 0,1 0 0,-1 1 0,0 0 0,1-1 0,0 1 0,-1 0 0,1-1 0,0 1 0,-1 0 0,1 0 0,0 0 0,0 1 0,3-2 0,-4 2 0,0 0 0,0 0 0,0 1 0,0-1 0,0 0 0,0 1 0,-1-1 0,1 1 0,0-1 0,0 1 0,0-1 0,0 1 0,-1-1 0,1 1 0,0 0 0,-1 0 0,1-1 0,0 1 0,-1 0 0,1 0 0,-1 0 0,1-1 0,-1 1 0,1 0 0,-1 0 0,0 0 0,0 0 0,1 0 0,-1 0 0,0 0 0,0 2 0,3 10 82,-1 0 0,-1 0-1,0 18 1,3 25-1774,0-39-5134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0.824"/>
    </inkml:context>
    <inkml:brush xml:id="br0">
      <inkml:brushProperty name="width" value="0.05" units="cm"/>
      <inkml:brushProperty name="height" value="0.05" units="cm"/>
      <inkml:brushProperty name="color" value="#FFFFFF"/>
    </inkml:brush>
  </inkml:definitions>
  <inkml:trace contextRef="#ctx0" brushRef="#br0">0 86 24575,'9'-22'0,"-8"18"0,0 0 0,0 0 0,1 0 0,0 0 0,0 0 0,0 1 0,0-1 0,1 0 0,-1 1 0,1 0 0,4-5 0,-6 8 0,-1 0 0,1 0 0,-1-1 0,1 1 0,-1 0 0,1 0 0,-1 0 0,1 0 0,0 0 0,-1 0 0,1 0 0,-1 0 0,1 0 0,-1 0 0,1 1 0,-1-1 0,1 0 0,-1 0 0,1 0 0,-1 1 0,1-1 0,-1 0 0,1 0 0,-1 1 0,1-1 0,-1 1 0,1-1 0,-1 0 0,0 1 0,1-1 0,-1 1 0,0-1 0,1 1 0,-1-1 0,0 1 0,0-1 0,0 1 0,1-1 0,-1 1 0,0 0 0,8 23 0,5 45 0,-10-44 0,2 1 0,16 48 0,-20-71 0,0-1 0,0 1 0,0 0 0,0 0 0,1-1 0,0 1 0,-1-1 0,1 1 0,0-1 0,0 0 0,0 0 0,1 0 0,-1 0 0,0 0 0,1 0 0,-1-1 0,1 1 0,0-1 0,4 2 0,-3-2 0,0 0 0,0-1 0,0 0 0,0 0 0,0 0 0,0 0 0,0 0 0,1-1 0,-1 0 0,0 0 0,0 0 0,-1 0 0,8-4 0,21-10 0,-1-1 0,0-2 0,-2-1 0,53-45 0,-72 56 0,-1-1 0,-1-1 0,0 0 0,13-19 0,-19 26 0,0 0 0,-1-1 0,1 1 0,-1-1 0,0 1 0,0-1 0,0 0 0,0 1 0,0-6 0,-1 7 0,0 1 0,0-1 0,0 0 0,-1 1 0,1-1 0,0 0 0,-1 1 0,0-1 0,1 1 0,-1-1 0,0 1 0,1-1 0,-1 1 0,0-1 0,0 1 0,0 0 0,-1 0 0,1-1 0,0 1 0,0 0 0,-3-1 0,2 1 0,0-1 0,0 1 0,0 0 0,0 1 0,0-1 0,-1 0 0,1 1 0,0-1 0,-1 1 0,1 0 0,0 0 0,-1 0 0,1 0 0,0 0 0,-1 0 0,1 1 0,0-1 0,0 1 0,-1-1 0,1 1 0,0 0 0,0 0 0,0 0 0,0 0 0,0 1 0,0-1 0,0 0 0,-3 4 0,-1 0 0,1 0 0,-1 0 0,1 0 0,1 1 0,-1 0 0,1 0 0,-7 14 0,6-9 0,1 1 0,0 0 0,0 0 0,1 0 0,1 1 0,0-1 0,1 1 0,0-1 0,1 1 0,1-1 0,0 1 0,3 15 0,5 12 0,2 0 0,22 53 0,2 8 0,-35-101 2,1 1-67,-1 0 0,1 0 0,-1 0 0,0 0-1,1 0 1,-1 0 0,0 0 0,0 0 0,0 0 0,0 0 0,0 0 0,0 1 0,0-1 0,0 0-1,0 0 1,-1 0 0,1 0 0,0 0 0,-1 0 0,0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1.041"/>
    </inkml:context>
    <inkml:brush xml:id="br0">
      <inkml:brushProperty name="width" value="0.05" units="cm"/>
      <inkml:brushProperty name="height" value="0.05" units="cm"/>
      <inkml:brushProperty name="color" value="#FFFFFF"/>
    </inkml:brush>
  </inkml:definitions>
  <inkml:trace contextRef="#ctx0" brushRef="#br0">1 0 24575,'3'0'0,"1"3"0,0 4 0,-1 4 0,-1 5 0,-1 7 0,0 2 0,-1 2 0,0 4 0,0 1 0,0-1 0,0-4 0,0-2 0,0-3 0,0-6-8191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1.198"/>
    </inkml:context>
    <inkml:brush xml:id="br0">
      <inkml:brushProperty name="width" value="0.05" units="cm"/>
      <inkml:brushProperty name="height" value="0.05" units="cm"/>
      <inkml:brushProperty name="color" value="#FFFFFF"/>
    </inkml:brush>
  </inkml:definitions>
  <inkml:trace contextRef="#ctx0" brushRef="#br0">0 30 24575,'0'-3'0,"0"-4"0,0-3 0,0 2 0,0 6 0,0 6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1.786"/>
    </inkml:context>
    <inkml:brush xml:id="br0">
      <inkml:brushProperty name="width" value="0.05" units="cm"/>
      <inkml:brushProperty name="height" value="0.05" units="cm"/>
      <inkml:brushProperty name="color" value="#FFFFFF"/>
    </inkml:brush>
  </inkml:definitions>
  <inkml:trace contextRef="#ctx0" brushRef="#br0">38 1 24575,'-2'0'0,"-1"0"0,1-1 0,0 2 0,0-1 0,-1 0 0,1 0 0,0 1 0,0-1 0,0 1 0,0 0 0,-4 1 0,5-1 0,0 0 0,0 0 0,1 1 0,-1-1 0,0 0 0,1 0 0,-1 0 0,1 1 0,-1-1 0,1 0 0,0 1 0,-1-1 0,1 1 0,0-1 0,0 0 0,0 1 0,0-1 0,0 0 0,1 1 0,-1-1 0,0 2 0,9 66 0,3 67 0,-14-106 0,2-12 0,8-39 0,2-11 0,23-63 0,-28 84 0,0 0 0,0 1 0,1 0 0,0 0 0,1 1 0,11-13 0,-16 20 0,-1 0 0,1 0 0,0 0 0,0 0 0,0 0 0,0 1 0,0-1 0,1 1 0,-1-1 0,0 1 0,1 0 0,-1 0 0,1 0 0,0 0 0,-1 1 0,1-1 0,-1 0 0,1 1 0,0 0 0,-1 0 0,1 0 0,0 0 0,0 0 0,-1 0 0,1 1 0,0 0 0,-1-1 0,1 1 0,-1 0 0,1 0 0,-1 0 0,1 0 0,-1 1 0,0-1 0,0 1 0,1-1 0,2 4 0,2 2 0,-1 0 0,0 1 0,0 0 0,0 0 0,-1 0 0,0 0 0,-1 1 0,0 0 0,4 11 0,5 27 0,-10-32 0,1-1 0,1 1 0,0-1 0,9 16 0,-13-29-105,0 1 0,0-1 0,0 1 0,0-1 0,1 1 0,-1-1 0,0 0 0,1 1 0,-1-1 0,1 0 0,0 0 0,2 1 0,7 2-6721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2.097"/>
    </inkml:context>
    <inkml:brush xml:id="br0">
      <inkml:brushProperty name="width" value="0.05" units="cm"/>
      <inkml:brushProperty name="height" value="0.05" units="cm"/>
      <inkml:brushProperty name="color" value="#FFFFFF"/>
    </inkml:brush>
  </inkml:definitions>
  <inkml:trace contextRef="#ctx0" brushRef="#br0">22 97 24575,'5'-6'0,"1"0"0,-1 0 0,0-1 0,6-10 0,-9 15 0,-1 0 0,0 0 0,0 0 0,0-1 0,0 1 0,0 0 0,0-1 0,-1 1 0,1 0 0,-1-1 0,0 1 0,1-1 0,-1 1 0,0-1 0,-1 1 0,1-1 0,0 1 0,-1-4 0,1 6 0,-1 0 0,1-1 0,0 1 0,0 0 0,0-1 0,0 1 0,0 0 0,0-1 0,-1 1 0,1 0 0,0 0 0,0-1 0,0 1 0,-1 0 0,1 0 0,0-1 0,0 1 0,-1 0 0,1 0 0,0 0 0,-1-1 0,1 1 0,0 0 0,-1 0 0,1 0 0,0 0 0,-1 0 0,1 0 0,0 0 0,-1 0 0,1 0 0,0 0 0,-1 0 0,1 0 0,0 0 0,-1 0 0,-11 10 0,-5 18 0,12-17 0,1 1 0,1-1 0,0 1 0,0-1 0,1 1 0,0 0 0,1 0 0,1 13 0,2 15 0,7 43 0,0 8 0,-8-70-1365,0-4-5461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2.331"/>
    </inkml:context>
    <inkml:brush xml:id="br0">
      <inkml:brushProperty name="width" value="0.05" units="cm"/>
      <inkml:brushProperty name="height" value="0.05" units="cm"/>
      <inkml:brushProperty name="color" value="#FFFFFF"/>
    </inkml:brush>
  </inkml:definitions>
  <inkml:trace contextRef="#ctx0" brushRef="#br0">121 13 24575,'2'-2'0,"-1"1"0,0 0 0,1 0 0,-1 0 0,1 0 0,-1 0 0,1 0 0,-1 1 0,1-1 0,0 0 0,-1 1 0,1 0 0,0-1 0,0 1 0,-1 0 0,1 0 0,0-1 0,0 1 0,-1 1 0,1-1 0,0 0 0,0 0 0,-1 1 0,1-1 0,0 1 0,-1-1 0,1 1 0,0 0 0,-1 0 0,1 0 0,-1 0 0,0 0 0,2 1 0,2 2 0,-1-1 0,1 1 0,-1 0 0,0 1 0,-1-1 0,1 1 0,-1 0 0,6 9 0,6 21 0,-2 0 0,-1 1 0,-2 0 0,-1 1 0,-2 0 0,-1 0 0,-2 1 0,-1 60 0,-3-89 0,-1 0 0,0 1 0,0-1 0,0 0 0,-1 0 0,-1 0 0,0 0 0,0-1 0,0 1 0,-1-1 0,0 1 0,-1-1 0,0-1 0,0 1 0,-1-1 0,0 0 0,0 0 0,-1 0 0,1-1 0,-1 0 0,-1 0 0,1-1 0,-1 0 0,-12 6 0,-1-2-341,0-2 0,-1 0-1,-31 6 1,-4-3-6485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3.699"/>
    </inkml:context>
    <inkml:brush xml:id="br0">
      <inkml:brushProperty name="width" value="0.05" units="cm"/>
      <inkml:brushProperty name="height" value="0.05" units="cm"/>
      <inkml:brushProperty name="color" value="#FFFFFF"/>
    </inkml:brush>
  </inkml:definitions>
  <inkml:trace contextRef="#ctx0" brushRef="#br0">160 337 24575,'6'-49'0,"1"11"0,-7 35 0,4-35 0,-2-1 0,-2 1 0,-5-52 0,4 86 0,0 1 0,1-1 0,-2 1 0,1 0 0,0-1 0,-1 1 0,1 0 0,-1 0 0,-3-4 0,5 6 0,-1 1 0,1 0 0,0-1 0,0 1 0,-1 0 0,1-1 0,-1 1 0,1 0 0,0 0 0,-1-1 0,1 1 0,-1 0 0,1 0 0,0 0 0,-1-1 0,1 1 0,-1 0 0,1 0 0,-1 0 0,1 0 0,-1 0 0,1 0 0,-1 0 0,1 0 0,0 0 0,-1 0 0,1 0 0,-1 1 0,0-1 0,-1 1 0,1 0 0,0 0 0,1 0 0,-1 0 0,0 0 0,0 0 0,0 1 0,1-1 0,-1 0 0,0 0 0,1 1 0,-1-1 0,1 0 0,-1 2 0,-1 4 0,1 0 0,0 0 0,0 0 0,1 0 0,0 0 0,0 0 0,1 0 0,0 0 0,0 0 0,0 0 0,1 0 0,0 0 0,6 12 0,2 5 0,2-1 0,20 31 0,22 20 0,-35-50 0,-1 1 0,27 51 0,-43-72 0,0-1 0,-1 1 0,1 0 0,-1 0 0,0 0 0,0 0 0,0 0 0,-1 1 0,1-1 0,-1 0 0,0 0 0,0 0 0,-1 0 0,1 1 0,-1-1 0,0 0 0,-2 6 0,1-6 0,-1 1 0,0-1 0,1 1 0,-1-1 0,-1 0 0,1-1 0,-1 1 0,1 0 0,-1-1 0,0 0 0,0 0 0,-1 0 0,1 0 0,-5 2 0,-11 4 0,-1-1 0,1 0 0,-1-1 0,0-2 0,-1 0 0,1-1 0,-1-1 0,0-1 0,-31-1 0,51-2 0,0 1 0,0 0 0,-1-1 0,1 1 0,0-1 0,0 0 0,0 0 0,0 0 0,0 0 0,0 0 0,0 0 0,1 0 0,-1-1 0,0 1 0,1-1 0,-4-2 0,5 3 0,-1 1 0,1-1 0,0 0 0,-1 1 0,1-1 0,0 0 0,0 1 0,-1-1 0,1 0 0,0 1 0,0-1 0,0 0 0,0 1 0,0-1 0,0 0 0,0 0 0,0 1 0,0-1 0,0 0 0,0 1 0,1-2 0,-1 1 0,1 0 0,0 0 0,-1 0 0,1 0 0,0 0 0,0 0 0,0 1 0,0-1 0,-1 0 0,1 0 0,1 1 0,-1-1 0,0 0 0,0 1 0,0-1 0,2 0 0,2 0 11,-1-1 0,1 1-1,-1 0 1,1 0 0,0 0-1,0 1 1,-1-1 0,1 1-1,0 0 1,0 1 0,0-1-1,-1 1 1,1 0 0,0 0-1,5 3 1,-3-1 6,0 0 0,-1 1 0,1 0 0,-1 0 0,0 1 0,0-1 0,0 1 0,-1 1 1,6 5-1,-2 1-188,0 0 0,0 1 1,-1 0-1,-1 0 0,0 1 1,-1 0-1,0 0 0,-1 0 1,3 17-1,-3-8-6655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4.403"/>
    </inkml:context>
    <inkml:brush xml:id="br0">
      <inkml:brushProperty name="width" value="0.05" units="cm"/>
      <inkml:brushProperty name="height" value="0.05" units="cm"/>
      <inkml:brushProperty name="color" value="#FFFFFF"/>
    </inkml:brush>
  </inkml:definitions>
  <inkml:trace contextRef="#ctx0" brushRef="#br0">27 126 24575,'-1'0'0,"-1"0"0,1-1 0,0 1 0,0-1 0,0 1 0,0-1 0,0 1 0,0-1 0,0 0 0,0 1 0,0-1 0,0 0 0,1 0 0,-1 0 0,0 0 0,0 0 0,1 0 0,-1 0 0,1 0 0,-1 0 0,1 0 0,-1 0 0,0-2 0,0 0 0,0 0 0,0 0 0,0 0 0,0-1 0,1 1 0,-1 0 0,1-5 0,0 6 0,1-1 0,-1 1 0,1-1 0,-1 0 0,1 1 0,0 0 0,0-1 0,0 1 0,0-1 0,0 1 0,1 0 0,-1 0 0,1 0 0,-1 0 0,1 0 0,4-3 0,-3 2 0,1 0 0,0 1 0,0 0 0,0 0 0,0 0 0,0 1 0,0-1 0,0 1 0,6-1 0,0 0 0,0 1 0,0 1 0,0 0 0,0 0 0,0 1 0,-1 0 0,1 0 0,13 5 0,-3 1 0,-2 0 0,1 2 0,-1 0 0,0 1 0,0 1 0,-2 1 0,1 0 0,22 23 0,-19-15 0,-1 1 0,-2 1 0,0 0 0,-1 1 0,22 43 0,-33-57 0,-2-1 0,1 1 0,-1 0 0,0 0 0,-1 0 0,0 1 0,0-1 0,-1 0 0,-1 1 0,0 14 0,0-20 0,-1 0 0,1 0 0,-1 0 0,0 0 0,0-1 0,-1 1 0,1 0 0,-1-1 0,0 1 0,0-1 0,0 1 0,0-1 0,-1 0 0,1 0 0,-1 0 0,0 0 0,0-1 0,0 1 0,0-1 0,0 1 0,0-1 0,-1 0 0,1-1 0,-1 1 0,0 0 0,1-1 0,-7 2 0,5-2 0,-1 0 0,1 0 0,0 0 0,-1-1 0,1 0 0,0 0 0,-1 0 0,1-1 0,0 1 0,-1-1 0,1-1 0,0 1 0,0-1 0,0 0 0,0 0 0,0 0 0,0-1 0,1 1 0,-1-1 0,1-1 0,0 1 0,-1 0 0,-4-7 0,4 4 0,-1 0 0,2-1 0,-1 1 0,0-1 0,1 0 0,1-1 0,-1 1 0,1-1 0,0 0 0,1 1 0,0-1 0,0 0 0,1-1 0,-1-13 0,3 5 0,0 1 0,1 0 0,1 0 0,0 0 0,1 0 0,1 1 0,0 0 0,2-1 0,11-20 0,-11 23 0,1 0 0,1 0 0,0 0 0,0 1 0,1 1 0,1 0 0,0 0 0,1 1 0,0 0 0,15-9 0,-19 15-273,1 0 0,-1 0 0,1 0 0,16-3 0,1 2-6553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4.856"/>
    </inkml:context>
    <inkml:brush xml:id="br0">
      <inkml:brushProperty name="width" value="0.05" units="cm"/>
      <inkml:brushProperty name="height" value="0.05" units="cm"/>
      <inkml:brushProperty name="color" value="#FFFFFF"/>
    </inkml:brush>
  </inkml:definitions>
  <inkml:trace contextRef="#ctx0" brushRef="#br0">15 185 24575,'-1'1'0,"-1"1"0,1 0 0,0-1 0,-1 1 0,1 0 0,0 0 0,0 0 0,0 0 0,1 0 0,-1 0 0,0 1 0,1-1 0,-1 0 0,1 0 0,0 0 0,0 1 0,0-1 0,0 0 0,0 0 0,0 0 0,1 1 0,-1-1 0,1 0 0,-1 0 0,1 0 0,1 3 0,-1-2 0,1 0 0,-1 0 0,1 0 0,0-1 0,0 1 0,0 0 0,0-1 0,1 0 0,-1 1 0,0-1 0,1 0 0,0 0 0,-1 0 0,1-1 0,0 1 0,0-1 0,4 2 0,3-1 0,1 0 0,-1-1 0,1-1 0,0 1 0,-1-2 0,1 1 0,0-1 0,-1-1 0,1 0 0,-1-1 0,0 0 0,0 0 0,0-1 0,0 0 0,0-1 0,-1 0 0,0-1 0,17-12 0,-22 13 0,0 0 0,0 0 0,-1-1 0,0 1 0,0-1 0,0 1 0,0-1 0,-1 0 0,0 0 0,0-1 0,-1 1 0,0 0 0,1-8 0,-1 2 0,0 0 0,-1 0 0,0 1 0,-1-1 0,-1 0 0,-3-15 0,5 24 0,-1 1 0,1-1 0,-1 1 0,0 0 0,0-1 0,0 1 0,0 0 0,0 0 0,-1 0 0,1 0 0,-1 0 0,1 0 0,-1 0 0,0 0 0,0 0 0,0 1 0,0-1 0,0 1 0,0-1 0,0 1 0,0 0 0,0 0 0,-1 0 0,-3-1 0,3 2 0,0-1 0,0 2 0,0-1 0,0 0 0,0 0 0,1 1 0,-1 0 0,0 0 0,0-1 0,1 1 0,-1 1 0,0-1 0,1 0 0,-1 1 0,1-1 0,-1 1 0,1 0 0,0 0 0,0 0 0,0 0 0,-2 3 0,-7 7 0,2 1 0,0 0 0,0 1 0,1 0 0,1 0 0,0 1 0,-6 19 0,10-23 0,0 0 0,0-1 0,1 1 0,0 0 0,1 0 0,0 0 0,1 1 0,0-1 0,1 0 0,0 0 0,4 15 0,-3-20 0,0-1 0,0 1 0,0-1 0,1 1 0,0-1 0,0 0 0,1 0 0,-1 0 0,1 0 0,0-1 0,0 1 0,1-1 0,-1 0 0,1-1 0,0 1 0,0-1 0,0 0 0,1 0 0,-1 0 0,1-1 0,-1 1 0,1-2 0,0 1 0,0-1 0,0 1 0,9-1 0,-1 0 0,1-1 0,-1 0 0,0-1 0,0-1 0,0 0 0,0-1 0,0 0 0,0-1 0,-1-1 0,17-7 0,-12 2-151,0 0-1,-1-1 0,0-1 0,0 0 1,-2-1-1,1-1 0,-2-1 1,25-30-1,-8 1-6674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5.007"/>
    </inkml:context>
    <inkml:brush xml:id="br0">
      <inkml:brushProperty name="width" value="0.05" units="cm"/>
      <inkml:brushProperty name="height" value="0.05" units="cm"/>
      <inkml:brushProperty name="color" value="#FFFFFF"/>
    </inkml:brush>
  </inkml:definitions>
  <inkml:trace contextRef="#ctx0" brushRef="#br0">120 260 24575,'-1'-30'0,"-1"-1"0,-6-31 0,6 47 0,-1 1 0,-1 0 0,-1 0 0,0 0 0,0 1 0,-10-17 0,14 29 0,0-1 0,0 0 0,0 1 0,0-1 0,0 1 0,0 0 0,0-1 0,-1 1 0,1 0 0,0 0 0,-1-1 0,1 1 0,-1 0 0,1 0 0,-1 1 0,-2-2 0,3 2 0,0 0 0,0 0 0,1 0 0,-1 0 0,0 0 0,0 0 0,0 1 0,1-1 0,-1 0 0,0 0 0,0 1 0,1-1 0,-1 0 0,0 1 0,0-1 0,1 1 0,-1-1 0,1 1 0,-1 0 0,0-1 0,1 1 0,-1-1 0,1 1 0,-1 1 0,-2 4 0,-1 0 0,2 0 0,-1 1 0,1-1 0,0 1 0,0 0 0,0 6 0,-2 17 53,2 0-1,1 1 1,1-1 0,7 51-1,32 122-157,-4-24-1418,-31-154-5303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5.447"/>
    </inkml:context>
    <inkml:brush xml:id="br0">
      <inkml:brushProperty name="width" value="0.05" units="cm"/>
      <inkml:brushProperty name="height" value="0.05" units="cm"/>
      <inkml:brushProperty name="color" value="#FFFFFF"/>
    </inkml:brush>
  </inkml:definitions>
  <inkml:trace contextRef="#ctx0" brushRef="#br0">9 133 24575,'-2'-2'0,"1"0"0,0 0 0,1 1 0,-1-1 0,0 0 0,1 0 0,-1 0 0,1 0 0,-1 0 0,1 0 0,0 0 0,0 0 0,0 0 0,0 0 0,0 0 0,0 0 0,0 0 0,1 0 0,-1 0 0,2-2 0,-1 3 0,0-1 0,0 0 0,1 1 0,-1-1 0,1 1 0,-1-1 0,1 1 0,-1 0 0,1 0 0,0-1 0,0 1 0,-1 0 0,1 1 0,0-1 0,4-1 0,7-1 0,0 1 0,1 0 0,-1 1 0,23 1 0,-30 0 0,55 1 0,71-1 0,-117-2 0,0 0 0,0 0 0,0-1 0,0-1 0,0-1 0,20-9 0,-18 4 0,-16 9 0,-1 1 0,1 0 0,-1-1 0,1 1 0,-1 0 0,0-1 0,1 1 0,-1-1 0,1 1 0,-1-1 0,0 1 0,1-1 0,-1 1 0,0-1 0,0 1 0,0-1 0,1 1 0,-1-1 0,0 1 0,0-1 0,0 1 0,0-1 0,0 0 0,0 1 0,0-1 0,0 1 0,0-1 0,0 1 0,0-1 0,-1 0 0,1 0 0,0 1 0,0 0 0,-1 0 0,1-1 0,0 1 0,-1 0 0,1 0 0,0 0 0,-1 0 0,1-1 0,-1 1 0,1 0 0,0 0 0,-1 0 0,1 0 0,0 0 0,-1 0 0,1 0 0,-1 0 0,1 0 0,0 0 0,-1 0 0,1 0 0,-1 0 0,1 0 0,0 1 0,-1-1 0,1 0 0,0 0 0,-1 0 0,1 0 0,0 1 0,-1-1 0,1 0 0,0 0 0,0 1 0,-1-1 0,1 1 0,-13 11 0,7-3 0,0 1 0,0 0 0,1 0 0,0 1 0,1-1 0,0 1 0,1 0 0,0 0 0,-2 16 0,2-9 0,2 1 0,0-1 0,1 0 0,0 0 0,5 22 0,-5-35 0,1-1 0,0 1 0,0-1 0,0 0 0,1 0 0,0 1 0,0-1 0,0 0 0,0 0 0,0-1 0,1 1 0,-1 0 0,1-1 0,0 1 0,0-1 0,1 0 0,-1 0 0,1-1 0,-1 1 0,1 0 0,0-1 0,0 0 0,0 0 0,0 0 0,0-1 0,0 1 0,1-1 0,-1 0 0,1 0 0,-1-1 0,1 1 0,-1-1 0,1 0 0,-1 0 0,0-1 0,1 1 0,-1-1 0,1 0 0,-1 0 0,5-2 0,2-1 0,0 0 0,0-1 0,0 0 0,-1-1 0,0 0 0,0-1 0,-1 0 0,0 0 0,0-1 0,0 0 0,-1-1 0,0 0 0,-1 0 0,7-11 0,-9 11 0,1 0 0,-1-1 0,0 1 0,-1-1 0,0 0 0,-1-1 0,0 1 0,0 0 0,-1-1 0,0 0 0,-1 0 0,-1 1 0,0-1 0,0 0 0,-3-16 0,3 23-124,-1 1 0,0 0 0,0 0 0,0 0 0,-1 0 0,1 0-1,-1 0 1,1 0 0,-1 0 0,-4-4 0,-6-3-6702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6.348"/>
    </inkml:context>
    <inkml:brush xml:id="br0">
      <inkml:brushProperty name="width" value="0.05" units="cm"/>
      <inkml:brushProperty name="height" value="0.05" units="cm"/>
      <inkml:brushProperty name="color" value="#FFFFFF"/>
    </inkml:brush>
  </inkml:definitions>
  <inkml:trace contextRef="#ctx0" brushRef="#br0">0 109 24575,'1'-2'0,"-1"0"0,1 1 0,-1-1 0,1 0 0,0 0 0,-1 1 0,1-1 0,0 0 0,0 1 0,0-1 0,0 1 0,0-1 0,1 1 0,-1 0 0,0-1 0,1 1 0,-1 0 0,3-2 0,-1 1 0,1 0 0,-1 0 0,1 0 0,0 0 0,-1 1 0,1-1 0,5 0 0,-4 1 0,1 1 0,-1 0 0,0 1 0,0-1 0,0 1 0,1 0 0,-1 0 0,0 1 0,0-1 0,-1 1 0,1 0 0,0 1 0,-1-1 0,1 1 0,-1 0 0,0 0 0,0 0 0,0 1 0,6 5 0,5 7 0,-1 1 0,0 0 0,13 23 0,-20-31 0,-1 1 0,0-1 0,-1 1 0,0 1 0,-1-1 0,0 1 0,-1-1 0,4 16 0,-9-17 0,-4-13 0,-4-13 0,7 7 0,0 0 0,2 1 0,-1-1 0,1-1 0,0 1 0,1 0 0,0 0 0,1 0 0,0 0 0,1 0 0,0 0 0,0 0 0,1 1 0,0-1 0,1 1 0,0 0 0,8-14 0,-8 16 0,0 1 0,1-1 0,-1 1 0,2 0 0,-1 0 0,1 0 0,-1 0 0,2 1 0,-1 0 0,1 1 0,-1-1 0,1 1 0,0 0 0,1 1 0,-1 0 0,0 0 0,1 1 0,0 0 0,0 0 0,0 0 0,0 1 0,10 0 0,-10 1 0,1 0 0,-1 1 0,1 0 0,-1 0 0,0 1 0,15 4 0,-18-3 0,0-1 0,0 1 0,-1 0 0,1 0 0,0 1 0,-1-1 0,0 1 0,0 0 0,0 0 0,-1 0 0,5 7 0,0 0 0,0 2 0,-1-1 0,-1 1 0,0 0 0,0 1 0,-1-1 0,-1 1 0,0 0 0,1 17 0,-4-24 0,0-1 0,0 1 0,-1 0 0,0 0 0,-1 0 0,1-1 0,-1 1 0,-1 0 0,1 0 0,-1-1 0,0 1 0,-1-1 0,0 0 0,0 0 0,0 0 0,0 0 0,-1 0 0,0-1 0,0 1 0,-1-1 0,-5 5 0,-2-2 0,13-16 0,17-23 0,-14 24 0,119-228 0,-120 230 0,0-1 0,0 1 0,0 0 0,0 0 0,1 1 0,0-1 0,5-4 0,-9 8 0,1 1 0,0-1 0,-1 1 0,1-1 0,0 1 0,-1 0 0,1-1 0,0 1 0,-1 0 0,1-1 0,0 1 0,0 0 0,0 0 0,-1 0 0,1 0 0,0 0 0,0 0 0,0 0 0,-1 0 0,1 0 0,0 0 0,0 0 0,0 1 0,1 0 0,-1-1 0,0 2 0,1-1 0,-1 0 0,0 0 0,0 0 0,0 0 0,0 1 0,0-1 0,0 0 0,0 1 0,-1-1 0,1 1 0,0-1 0,-1 1 0,1 2 0,26 89 0,-21-66 0,1 1 0,2-1 0,1-1 0,1 1 0,15 24 0,-24-46-44,1-1 0,0 0 0,1 0 0,-1 0 0,1 0 0,0-1 0,0 1 0,0-1 0,0 0 0,0 0 0,1-1 0,-1 1 0,1-1 0,0 0 0,0 0 0,0-1 0,0 1 0,0-1-1,0 0 1,0 0 0,0-1 0,1 0 0,-1 0 0,0 0 0,0 0 0,0-1 0,0 0 0,1 0 0,-1 0 0,8-4 0,10-3-6782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7.298"/>
    </inkml:context>
    <inkml:brush xml:id="br0">
      <inkml:brushProperty name="width" value="0.05" units="cm"/>
      <inkml:brushProperty name="height" value="0.05" units="cm"/>
      <inkml:brushProperty name="color" value="#FFFFFF"/>
    </inkml:brush>
  </inkml:definitions>
  <inkml:trace contextRef="#ctx0" brushRef="#br0">91 119 24575,'-29'1'0,"15"-1"0,0 0 0,-20-2 0,47-3 0,13 0 0,616-41-625,-423 36 504,-43 2 121,321-26 0,-482 32-95,31-6-1051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8.449"/>
    </inkml:context>
    <inkml:brush xml:id="br0">
      <inkml:brushProperty name="width" value="0.05" units="cm"/>
      <inkml:brushProperty name="height" value="0.05" units="cm"/>
      <inkml:brushProperty name="color" value="#FFFFFF"/>
    </inkml:brush>
  </inkml:definitions>
  <inkml:trace contextRef="#ctx0" brushRef="#br0">460 27 24575,'0'-1'0,"1"0"0,-1 0 0,0-1 0,0 1 0,-1 0 0,1 0 0,0 0 0,0-1 0,0 1 0,-1 0 0,1 0 0,-1 0 0,1 0 0,-1 0 0,1 0 0,-1 0 0,0 0 0,1 0 0,-1 0 0,-1-1 0,1 1 0,0 1 0,0 0 0,0-1 0,0 1 0,1 0 0,-1 0 0,0 0 0,0 0 0,0 0 0,0 0 0,0 0 0,0 0 0,0 0 0,0 0 0,0 0 0,0 1 0,0-1 0,0 0 0,-1 1 0,-7 4 0,1 0 0,-1 1 0,1 0 0,-7 7 0,3-3 0,-306 193 0,313-200 0,-1 0 0,1 0 0,0 0 0,0 0 0,0 1 0,0 0 0,-5 5 0,9-8 0,0 0 0,1 0 0,-1 0 0,1 0 0,-1 0 0,0 1 0,1-1 0,0 0 0,-1 0 0,1 0 0,0 0 0,-1 1 0,1-1 0,0 0 0,0 0 0,0 1 0,0-1 0,0 0 0,1 0 0,-1 1 0,0-1 0,1 0 0,-1 0 0,0 0 0,1 1 0,-1-1 0,1 0 0,0 0 0,-1 0 0,1 0 0,0 0 0,0 0 0,0 0 0,-1 0 0,1-1 0,2 3 0,11 8 0,1 0 0,0-1 0,0 0 0,1-1 0,21 8 0,1 2 0,16 10 123,157 90-1611,-194-108-5338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8.734"/>
    </inkml:context>
    <inkml:brush xml:id="br0">
      <inkml:brushProperty name="width" value="0.05" units="cm"/>
      <inkml:brushProperty name="height" value="0.05" units="cm"/>
      <inkml:brushProperty name="color" value="#FFFFFF"/>
    </inkml:brush>
  </inkml:definitions>
  <inkml:trace contextRef="#ctx0" brushRef="#br0">34 20 24575,'-21'-12'0,"9"5"0,19 8 0,56 16 0,1-2 0,1-4 0,65 4 0,-97-11 0,573 33 294,-203-17-1953,-376-18-5167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49.698"/>
    </inkml:context>
    <inkml:brush xml:id="br0">
      <inkml:brushProperty name="width" value="0.05" units="cm"/>
      <inkml:brushProperty name="height" value="0.05" units="cm"/>
      <inkml:brushProperty name="color" value="#FFFFFF"/>
    </inkml:brush>
  </inkml:definitions>
  <inkml:trace contextRef="#ctx0" brushRef="#br0">311 143 24575,'11'-13'0,"1"-1"0,-2 1 0,0-2 0,-1 1 0,10-20 0,-19 33 0,1 0 0,-1 1 0,0-1 0,1 0 0,-1 0 0,0 0 0,1 0 0,-1 0 0,0 0 0,0 0 0,0 0 0,0 0 0,0 0 0,0 0 0,0 0 0,0 0 0,0 0 0,-1 0 0,1 0 0,0 0 0,-1 0 0,1 0 0,0 1 0,-1-1 0,1 0 0,-1 0 0,0-1 0,-1 1 0,0 0 0,1 0 0,-1-1 0,0 1 0,0 1 0,0-1 0,0 0 0,0 0 0,0 1 0,0-1 0,0 1 0,-3-1 0,-5 0 0,0 1 0,0 0 0,0 0 0,-14 3 0,3 2 0,1 0 0,0 1 0,1 1 0,-1 1 0,1 1 0,0 0 0,1 1 0,1 2 0,-1-1 0,2 2 0,-20 18 0,32-27 0,-1 1 0,1 0 0,0 1 0,1-1 0,-1 1 0,1 0 0,0 0 0,0 0 0,1 0 0,-1 0 0,2 0 0,-1 1 0,1-1 0,0 1 0,-1 11 0,2-13 0,1 1 0,0-1 0,-1 0 0,2 0 0,-1 0 0,1 0 0,-1 0 0,2 0 0,-1 0 0,0 0 0,1-1 0,0 1 0,0-1 0,0 0 0,0 0 0,1 0 0,0 0 0,0-1 0,0 1 0,5 2 0,3 2 0,1 0 0,0-2 0,0 1 0,0-2 0,21 7 0,70 11 0,-78-18 0,-21-4 0,-6 1 0,-10 2 0,-20 1 0,8-2 0,0 1 0,0 0 0,1 2 0,-24 9 0,38-12 0,0 1 0,1 0 0,-1 0 0,1 0 0,0 1 0,-9 9 0,13-11 0,0 0 0,0 1 0,0 0 0,0-1 0,0 1 0,1 0 0,0 0 0,0 1 0,0-1 0,0 0 0,1 1 0,-2 7 0,2-8 0,1-1 0,-1 1 0,1 0 0,0 0 0,1 0 0,-1 0 0,1-1 0,-1 1 0,1 0 0,0-1 0,0 1 0,1 0 0,-1-1 0,4 5 0,-1-1 0,0-2 0,0 1 0,1-1 0,0 1 0,0-1 0,0 0 0,8 5 0,2 0 0,0-1 0,1 0 0,0-1 0,0-1 0,25 8 0,-12-7 0,1 0 0,0-2 0,1-1 0,-1-2 0,46 0 0,-57-4 0,0 0 0,-1-1 0,1-1 0,-1-1 0,0-1 0,0 0 0,0-1 0,-1-1 0,0-1 0,20-12 0,-32 17 0,-1 0 0,1 0 0,-1 0 0,0-1 0,0 1 0,0-1 0,-1 0 0,1 0 0,-1-1 0,0 1 0,0-1 0,-1 1 0,1-1 0,2-10 0,-3 11 0,-2-1 0,1 0 0,0 0 0,-1 0 0,0 0 0,0 0 0,-1 1 0,1-1 0,-1 0 0,0 0 0,0 0 0,-1 1 0,1-1 0,-1 0 0,0 1 0,-3-6 0,-24-42 0,86 114 0,-38-38 0,-7-9 0,-1-1 0,2 0 0,23 22 0,-35-35 0,0-1 0,0 1 0,0 0 0,1 0 0,-1 0 0,0-1 0,0 1 0,0-1 0,1 1 0,-1-1 0,0 1 0,1-1 0,-1 0 0,0 0 0,1 0 0,1 1 0,-3-2 0,1 1 0,-1 0 0,1 0 0,0-1 0,-1 1 0,1 0 0,-1-1 0,1 1 0,-1 0 0,1-1 0,-1 1 0,0-1 0,1 1 0,-1-1 0,1 1 0,-1-1 0,0 1 0,1-1 0,-1 1 0,0-1 0,0 1 0,1-1 0,-1 0 0,0 0 0,1-3 0,-1 0 0,1 0 0,-1 0 0,0 0 0,0 0 0,-1-1 0,1 1 0,-3-6 0,0-3 0,-1 0 0,0 0 0,-1 0 0,0 1 0,-1 0 0,-1 0 0,0 0 0,0 1 0,-17-18 0,23 28 0,0 0 0,0 0 0,0 0 0,0 0 0,0 0 0,0 0 0,0 1 0,-1-1 0,1 1 0,0-1 0,0 1 0,-1-1 0,1 1 0,-1-1 0,1 1 0,0 0 0,-1 0 0,1 0 0,0 0 0,-1 0 0,-2 0 0,2 1 0,0 0 0,0 0 0,-1 0 0,1 0 0,0 1 0,0-1 0,0 0 0,1 1 0,-1-1 0,0 1 0,0 0 0,-1 1 0,-4 8 0,-1 0 0,2 0 0,-11 23 0,14-27 0,-9 19 171,-13 40 0,22-58-342,1 0 0,0 0 1,1 0-1,0 0 0,0 0 1,1 0-1,0 0 0,0 0 1,3 16-1,4-3-6655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0.134"/>
    </inkml:context>
    <inkml:brush xml:id="br0">
      <inkml:brushProperty name="width" value="0.05" units="cm"/>
      <inkml:brushProperty name="height" value="0.05" units="cm"/>
      <inkml:brushProperty name="color" value="#FFFFFF"/>
    </inkml:brush>
  </inkml:definitions>
  <inkml:trace contextRef="#ctx0" brushRef="#br0">0 158 24575,'6'45'0,"2"0"0,1-1 0,3 0 0,19 48 0,-30-89 0,1 0 0,0 1 0,0-1 0,0 0 0,0 0 0,0 0 0,1 0 0,4 3 0,-7-5 0,0-1 0,0 0 0,1 0 0,-1 0 0,0 1 0,0-1 0,1 0 0,-1 0 0,0 0 0,1 0 0,-1 0 0,0 0 0,1 1 0,-1-1 0,0 0 0,1 0 0,-1 0 0,0 0 0,1 0 0,-1 0 0,0 0 0,1 0 0,-1-1 0,0 1 0,1 0 0,-1 0 0,0 0 0,0 0 0,1 0 0,-1 0 0,0-1 0,1 1 0,-1 0 0,1-2 0,0 1 0,0-1 0,-1 1 0,1-1 0,-1 1 0,1-1 0,-1 1 0,0-1 0,0 1 0,0-1 0,1 1 0,-2-4 0,0-26 0,-3 0 0,0 0 0,-17-58 0,5 24 0,10 41 0,-8-47 0,13 66 0,1-1 0,-1 1 0,1 0 0,0 0 0,1 0 0,-1 0 0,1-1 0,0 1 0,0 0 0,4-8 0,-4 11 0,0 0 0,0 0 0,1 0 0,-1 0 0,0 1 0,1-1 0,-1 0 0,1 1 0,0 0 0,-1-1 0,1 1 0,0 0 0,0 0 0,0 0 0,0 0 0,0 0 0,4-1 0,-2 1 0,1 0 0,-1 1 0,1-1 0,-1 1 0,1 0 0,0 0 0,-1 1 0,6 0 0,1 2 0,-1 0 0,1 0 0,-1 1 0,0 0 0,-1 1 0,16 9 0,-16-8 0,-1 0 0,0 1 0,-1-1 0,1 1 0,-1 1 0,-1 0 0,1 0 0,-1 0 0,9 18 0,-13-22 0,-1-1 0,1 2 0,-1-1 0,0 0 0,0 0 0,0 0 0,0 0 0,-1 1 0,1-1 0,-1 0 0,-1 1 0,1-1 0,0 0 0,-1 0 0,0 1 0,0-1 0,0 0 0,-1 0 0,1 0 0,-1 0 0,0 0 0,0-1 0,0 1 0,-1 0 0,-4 5 0,0-2-170,0 0-1,-1 0 0,0-1 1,0 0-1,0-1 0,-1 1 1,-9 3-1,-7 3-6655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0.271"/>
    </inkml:context>
    <inkml:brush xml:id="br0">
      <inkml:brushProperty name="width" value="0.05" units="cm"/>
      <inkml:brushProperty name="height" value="0.05" units="cm"/>
      <inkml:brushProperty name="color" value="#FFFFFF"/>
    </inkml:brush>
  </inkml:definitions>
  <inkml:trace contextRef="#ctx0" brushRef="#br0">1 1 24575,'2'3'0,"5"0"0,1 4 0,-4 0 0,-3 2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5.312"/>
    </inkml:context>
    <inkml:brush xml:id="br0">
      <inkml:brushProperty name="width" value="0.05" units="cm"/>
      <inkml:brushProperty name="height" value="0.05" units="cm"/>
      <inkml:brushProperty name="color" value="#FFFFFF"/>
    </inkml:brush>
  </inkml:definitions>
  <inkml:trace contextRef="#ctx0" brushRef="#br0">8 87 24575,'0'0'0,"-1"0"0,1 0 0,0 0 0,0 0 0,-1 0 0,1 0 0,0 0 0,-1 0 0,1 0 0,0-1 0,-1 1 0,1 0 0,0 0 0,0 0 0,-1 0 0,1 0 0,0-1 0,0 1 0,-1 0 0,1 0 0,0-1 0,0 1 0,0 0 0,-1 0 0,1-1 0,0 1 0,0 0 0,0 0 0,0-1 0,0 1 0,-1 0 0,1-1 0,0 1 0,2-15 0,11-10 0,-9 21 0,0 0 0,0 0 0,0 1 0,1 0 0,-1 0 0,1 0 0,0 0 0,0 1 0,0 0 0,0 0 0,1 0 0,-1 1 0,0-1 0,1 1 0,-1 0 0,1 1 0,9 0 0,-6 0 0,0 1 0,0 0 0,0 0 0,0 1 0,0 1 0,-1-1 0,1 1 0,-1 1 0,0 0 0,9 5 0,-15-8 0,0 0 0,0 0 0,0 0 0,0 0 0,0 0 0,0 1 0,-1-1 0,1 1 0,0 0 0,-1-1 0,1 1 0,-1 0 0,0 0 0,0 0 0,0 0 0,1 0 0,-2 0 0,1 0 0,0 0 0,0 0 0,-1 0 0,1 1 0,-1-1 0,0 0 0,0 0 0,1 1 0,-1-1 0,-1 0 0,1 0 0,0 1 0,-1-1 0,1 0 0,-1 0 0,1 0 0,-1 1 0,0-1 0,0 0 0,0 0 0,0 0 0,-2 1 0,-5 9 0,-1-1 0,-1-1 0,1 0 0,-1 0 0,-15 10 0,14-11 0,3-2 0,1 0 0,0 1 0,0 0 0,1 0 0,0 0 0,1 1 0,-7 12 0,11-18 0,-1-1 0,2 1 0,-1 0 0,0 0 0,0-1 0,1 1 0,-1 0 0,1 0 0,0 0 0,0-1 0,0 1 0,0 0 0,1 4 0,0-5 0,0 0 0,0 0 0,0 0 0,0 0 0,0 0 0,1 0 0,-1-1 0,0 1 0,1-1 0,-1 1 0,1-1 0,0 1 0,-1-1 0,1 0 0,0 0 0,0 0 0,0 0 0,0 0 0,0 0 0,3 1 0,9 1 0,0-1 0,1 0 0,0 0 0,-1-1 0,1-1 0,23-3 0,-29 2 0,-51 52 0,39-47 0,1 0 0,0 0 0,0 0 0,1 0 0,-1 1 0,1-1 0,0 0 0,0 1 0,1-1 0,-1 1 0,1-1 0,0 1 0,0 0 0,1-1 0,1 9 0,2 5 0,2 0 0,12 29 0,1 4 0,-17-42 0,0-1 0,0 1 0,-1-1 0,0 1 0,0 0 0,-1-1 0,0 1 0,-1 0 0,0-1 0,0 1 0,-1 0 0,-4 12 0,4-16 0,0-1 0,0 1 0,-1-1 0,1 1 0,-1-1 0,0 0 0,0 0 0,-1 0 0,1 0 0,-1 0 0,0-1 0,0 0 0,0 0 0,0 0 0,-1 0 0,1-1 0,-1 1 0,1-1 0,-1 0 0,0-1 0,0 1 0,-8 1 0,10-3-30,0 0 0,0 1-1,0-1 1,0-1 0,0 1-1,0 0 1,0-1 0,0 1-1,0-1 1,0 0 0,0 0-1,0 0 1,0 0 0,0-1-1,1 1 1,-1-1-1,1 0 1,-1 1 0,1-1-1,-1 0 1,1-1 0,0 1-1,0 0 1,0-1 0,1 1-1,-1-1 1,0 1 0,1-1-1,0 0 1,-1 0 0,1 1-1,0-1 1,0 0 0,1 0-1,-1 0 1,1 0 0,0 0-1,-1 0 1,1-1 0,0 1-1,1 0 1,-1 0 0,1 0-1,1-5 1,2-5-6796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6.295"/>
    </inkml:context>
    <inkml:brush xml:id="br0">
      <inkml:brushProperty name="width" value="0.05" units="cm"/>
      <inkml:brushProperty name="height" value="0.05" units="cm"/>
      <inkml:brushProperty name="color" value="#FFFFFF"/>
    </inkml:brush>
  </inkml:definitions>
  <inkml:trace contextRef="#ctx0" brushRef="#br0">6 112 24575,'0'0'0,"0"0"0,-1 0 0,1 0 0,0 0 0,0 0 0,0 0 0,0 0 0,-1 0 0,1 0 0,0 0 0,0 0 0,0 0 0,0 0 0,-1 0 0,1 0 0,0 0 0,0 0 0,0 0 0,0 0 0,-1 0 0,1 0 0,0 0 0,0-1 0,0 1 0,0 0 0,0 0 0,-1 0 0,1 0 0,0 0 0,0 0 0,0 0 0,0-1 0,0 1 0,0 0 0,0 0 0,0 0 0,0 0 0,-1-1 0,1 1 0,0 0 0,0 0 0,0 0 0,0 0 0,0-1 0,0 1 0,0 0 0,7-9 0,11-6 0,-8 11 0,1-1 0,-1 2 0,1-1 0,-1 1 0,1 1 0,0 0 0,0 1 0,0 0 0,0 0 0,0 1 0,0 1 0,0 0 0,0 0 0,0 1 0,21 7 0,-12-3 0,0 2 0,-1 0 0,1 1 0,-2 1 0,1 1 0,-1 0 0,22 19 0,-27-18 0,-1 0 0,0 1 0,-1 0 0,0 0 0,-1 1 0,0 1 0,-1 0 0,8 18 0,-14-25 0,0 1 0,0-1 0,0 1 0,-1 0 0,-1 0 0,1 0 0,-1 14 0,-1-17 0,-1 0 0,1 0 0,-1-1 0,0 1 0,-1 0 0,1-1 0,-1 1 0,0-1 0,-1 1 0,1-1 0,-1 0 0,-6 8 0,6-10 0,1 1 0,-1-1 0,-1 0 0,1 0 0,0-1 0,-1 1 0,1-1 0,-1 1 0,0-1 0,0 0 0,0-1 0,0 1 0,0 0 0,0-1 0,0 0 0,0 0 0,-1-1 0,1 1 0,-5-1 0,6 0 0,0 0 0,0 0 0,0-1 0,0 1 0,0-1 0,0 0 0,1 0 0,-1 0 0,0 0 0,1 0 0,-1 0 0,1-1 0,-1 0 0,1 1 0,0-1 0,-1 0 0,1 0 0,0 0 0,0 0 0,0-1 0,1 1 0,-1 0 0,1-1 0,-1 1 0,1-1 0,0 0 0,0 1 0,0-1 0,-1-4 0,1 0 0,0 0 0,0 0 0,1 0 0,0 0 0,0 0 0,1 0 0,0 0 0,0 0 0,1 0 0,0 0 0,0 1 0,0-1 0,7-11 0,3-5 0,1 0 0,22-27 0,-13 21 86,2 0-1,1 2 0,48-41 1,-59 56-257,1 1 0,0 0 1,1 1-1,0 1 0,0 1 1,1 0-1,0 1 0,1 1 1,22-6-1,-12 8-6655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6.697"/>
    </inkml:context>
    <inkml:brush xml:id="br0">
      <inkml:brushProperty name="width" value="0.05" units="cm"/>
      <inkml:brushProperty name="height" value="0.05" units="cm"/>
      <inkml:brushProperty name="color" value="#FFFFFF"/>
    </inkml:brush>
  </inkml:definitions>
  <inkml:trace contextRef="#ctx0" brushRef="#br0">11 98 24575,'-5'16'0,"4"-15"0,0 0 0,1 0 0,-1-1 0,1 1 0,0 0 0,-1 0 0,1 0 0,0 0 0,-1 0 0,1 0 0,0 0 0,0 0 0,0 0 0,0 0 0,0 0 0,0 0 0,0 0 0,0 0 0,0 0 0,1 0 0,-1 0 0,0 0 0,1-1 0,-1 1 0,0 0 0,1 0 0,0 2 0,2-1 0,-1 0 0,0 1 0,1-1 0,0 0 0,-1 0 0,1 0 0,0-1 0,0 1 0,0 0 0,0-1 0,0 0 0,0 0 0,1 0 0,-1 0 0,0-1 0,0 1 0,5-1 0,10 2 0,-1-2 0,18-2 0,-29 2 0,10-1 0,-1 0 0,0-2 0,0 0 0,0 0 0,22-9 0,-31 9 0,-1 1 0,0 0 0,0-1 0,0 0 0,0 0 0,0-1 0,-1 1 0,1-1 0,-1 0 0,0 0 0,0-1 0,0 1 0,-1-1 0,0 1 0,0-1 0,0 0 0,4-10 0,-6 13 0,0 0 0,-1 0 0,1 0 0,-1 0 0,1 0 0,-1 0 0,0 0 0,0 0 0,0 0 0,0-1 0,0 1 0,-1 0 0,1 0 0,0 0 0,-1 0 0,1 0 0,-1 0 0,0 1 0,0-1 0,0 0 0,0 0 0,0 0 0,0 1 0,0-1 0,-1 0 0,1 1 0,-1-1 0,1 1 0,-1 0 0,1-1 0,-1 1 0,0 0 0,0 0 0,1 0 0,-1 0 0,0 0 0,0 1 0,0-1 0,0 1 0,0-1 0,0 1 0,0 0 0,0-1 0,0 1 0,0 0 0,0 0 0,0 1 0,0-1 0,0 0 0,0 1 0,0-1 0,0 1 0,0 0 0,0-1 0,0 1 0,0 0 0,0 0 0,0 0 0,-1 2 0,-5 3 0,1 0 0,0 1 0,1 0 0,-1 0 0,2 0 0,-1 1 0,1 0 0,0 0 0,0 0 0,-5 16 0,3-7 0,1 1 0,0 0 0,2 1 0,-4 26 0,7-38 0,0 1 0,1 0 0,0-1 0,1 1 0,-1 0 0,1-1 0,1 1 0,-1-1 0,2 1 0,-1-1 0,7 14 0,-6-16 0,0 0 0,1 0 0,0 0 0,0 0 0,0 0 0,0-1 0,1 0 0,0 0 0,0 0 0,0 0 0,0-1 0,1 0 0,-1 0 0,1 0 0,7 1 0,26 7-1365,-1-4-5461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7.166"/>
    </inkml:context>
    <inkml:brush xml:id="br0">
      <inkml:brushProperty name="width" value="0.05" units="cm"/>
      <inkml:brushProperty name="height" value="0.05" units="cm"/>
      <inkml:brushProperty name="color" value="#FFFFFF"/>
    </inkml:brush>
  </inkml:definitions>
  <inkml:trace contextRef="#ctx0" brushRef="#br0">73 397 24575,'-32'-54'0,"23"40"0,1 1 0,0-1 0,-6-17 0,14 31 0,0 0 0,0-1 0,0 1 0,0 0 0,0 0 0,-1 0 0,1 0 0,0 0 0,0 0 0,0-1 0,0 1 0,0 0 0,0 0 0,0 0 0,0 0 0,0 0 0,0-1 0,0 1 0,0 0 0,0 0 0,0 0 0,0 0 0,0 0 0,0-1 0,0 1 0,0 0 0,0 0 0,0 0 0,0 0 0,0-1 0,0 1 0,0 0 0,0 0 0,0 0 0,0 0 0,0 0 0,1 0 0,-1-1 0,0 1 0,0 0 0,0 0 0,0 0 0,0 0 0,0 0 0,0 0 0,1 0 0,-1 0 0,0 0 0,0-1 0,0 1 0,1 0 0,8 5 0,11 12 0,9 13 0,-20-20 0,0 0 0,1-1 0,0 0 0,0 0 0,13 7 0,-19-17 0,-4-9 0,-5-17 0,2 13 0,-3-112 0,5 88 0,-1 0 0,-11-66 0,12 102 0,1 1 0,0 0 0,0-1 0,-1 1 0,1-1 0,-1 1 0,1 0 0,-1-1 0,0 1 0,1 0 0,-1 0 0,0 0 0,-2-2 0,3 3 0,0 0 0,0 0 0,-1-1 0,1 1 0,0 0 0,-1 0 0,1 0 0,0 0 0,-1 1 0,1-1 0,0 0 0,-1 0 0,1 0 0,0 0 0,-1 0 0,1 0 0,0 0 0,0 0 0,-1 1 0,1-1 0,0 0 0,0 0 0,-1 0 0,1 1 0,0-1 0,0 0 0,-1 0 0,1 1 0,0-1 0,0 0 0,0 1 0,0-1 0,0 0 0,-1 1 0,-1 4 0,0-1 0,0 1 0,1 0 0,-1 0 0,1 0 0,-1 5 0,-9 166 0,8-92 0,-3 300 0,9-358-1365,0-6-5461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7.588"/>
    </inkml:context>
    <inkml:brush xml:id="br0">
      <inkml:brushProperty name="width" value="0.05" units="cm"/>
      <inkml:brushProperty name="height" value="0.05" units="cm"/>
      <inkml:brushProperty name="color" value="#FFFFFF"/>
    </inkml:brush>
  </inkml:definitions>
  <inkml:trace contextRef="#ctx0" brushRef="#br0">0 134 24575,'1'-5'0,"-1"1"0,1-1 0,0 0 0,1 1 0,-1-1 0,1 0 0,0 1 0,0 0 0,0-1 0,1 1 0,-1 0 0,1 0 0,0 0 0,0 1 0,0-1 0,1 1 0,-1-1 0,1 1 0,0 0 0,0 1 0,0-1 0,0 1 0,7-3 0,-1 0 0,0 1 0,0 0 0,0 0 0,1 1 0,-1 0 0,1 1 0,0 1 0,0 0 0,14 0 0,-23 1 0,-1 0 0,1 0 0,-1 0 0,1 0 0,-1 0 0,1 1 0,-1-1 0,1 0 0,-1 1 0,1-1 0,-1 1 0,0 0 0,1-1 0,-1 1 0,0 0 0,0 0 0,1 0 0,-1 0 0,0 0 0,0 0 0,0 0 0,0 1 0,0-1 0,-1 0 0,1 0 0,0 1 0,0-1 0,-1 0 0,1 1 0,-1-1 0,1 1 0,-1-1 0,0 3 0,1 4 0,-1 0 0,0 0 0,-1 0 0,0-1 0,-2 12 0,-1 5 0,1 4 0,1-1 0,3 30 0,0-45 0,0-1 0,1 0 0,0 0 0,1 0 0,0 0 0,1 0 0,9 19 0,-12-28 0,0 0 0,1 0 0,-1 0 0,0 0 0,0-1 0,1 1 0,-1 0 0,1-1 0,0 1 0,0-1 0,-1 1 0,1-1 0,0 0 0,0 0 0,0 0 0,0 0 0,0 0 0,0 0 0,1 0 0,1 0 0,-1-1 0,1 0 0,-1 0 0,0 0 0,1-1 0,-1 1 0,0-1 0,1 0 0,-1 0 0,0 0 0,0 0 0,0 0 0,4-3 0,4-3 0,1-1 0,-1 0 0,0-1 0,-1-1 0,13-13 0,-13 11 0,0 0 0,-1-1 0,-1 0 0,0 0 0,-1-1 0,0 0 0,7-21 0,-11 25 0,0 0 0,-1-1 0,1 1 0,-2 0 0,0-1 0,0 0 0,-1 1 0,0-1 0,-1 1 0,0-1 0,-4-18 0,-2 13-1365,-1 4-5461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7.866"/>
    </inkml:context>
    <inkml:brush xml:id="br0">
      <inkml:brushProperty name="width" value="0.05" units="cm"/>
      <inkml:brushProperty name="height" value="0.05" units="cm"/>
      <inkml:brushProperty name="color" value="#FFFFFF"/>
    </inkml:brush>
  </inkml:definitions>
  <inkml:trace contextRef="#ctx0" brushRef="#br0">1 41 24575,'-1'-2'0,"1"1"0,0-1 0,0 0 0,1 1 0,-1-1 0,0 0 0,1 1 0,-1-1 0,1 1 0,-1-1 0,1 1 0,0-1 0,-1 1 0,1-1 0,0 1 0,0-1 0,0 1 0,0 0 0,0 0 0,0-1 0,1 1 0,-1 0 0,0 0 0,1 0 0,-1 1 0,3-3 0,-2 3 0,0-1 0,0 1 0,0 0 0,0-1 0,0 1 0,0 0 0,0 0 0,0 0 0,0 1 0,0-1 0,0 0 0,0 1 0,0-1 0,0 1 0,0 0 0,0 0 0,0 0 0,0 0 0,-1 0 0,1 0 0,2 2 0,7 6 0,-1 1 0,-1 0 0,1 1 0,-2 0 0,0 0 0,0 1 0,-1 0 0,0 0 0,6 18 0,-5-10 0,-1-1 0,-1 1 0,-1 0 0,-1 1 0,2 33 0,-7-84-455,2-1 0,6-43 0,1 40-6371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8.285"/>
    </inkml:context>
    <inkml:brush xml:id="br0">
      <inkml:brushProperty name="width" value="0.05" units="cm"/>
      <inkml:brushProperty name="height" value="0.05" units="cm"/>
      <inkml:brushProperty name="color" value="#FFFFFF"/>
    </inkml:brush>
  </inkml:definitions>
  <inkml:trace contextRef="#ctx0" brushRef="#br0">0 38 24575,'1'2'0,"0"-1"0,-1 1 0,1-1 0,0 0 0,0 1 0,1-1 0,-1 0 0,0 0 0,0 0 0,1 0 0,-1 0 0,0 0 0,1 0 0,-1 0 0,2 0 0,8 7 0,-4-1 0,0 1 0,-1 0 0,0 0 0,-1 0 0,0 1 0,0 0 0,-1 0 0,0 0 0,0 1 0,2 12 0,-1-1 0,-1-1 0,-1 1 0,1 39 0,29-124 0,-25 48 0,8-17 0,36-55 0,-47 80 0,1 0 0,0 0 0,1 1 0,0 0 0,0 0 0,0 1 0,1 0 0,0 0 0,0 0 0,0 1 0,17-7 0,-22 11 0,1 0 0,0-1 0,0 1 0,0 1 0,0-1 0,0 1 0,0-1 0,0 1 0,1 0 0,-1 1 0,0-1 0,0 1 0,0-1 0,0 1 0,0 1 0,-1-1 0,1 0 0,0 1 0,0 0 0,-1 0 0,1 0 0,-1 0 0,0 0 0,1 1 0,-1 0 0,0 0 0,0-1 0,-1 2 0,1-1 0,-1 0 0,4 7 0,5 9 0,-2-1 0,0 2 0,-1-1 0,9 38 0,-16-52 0,10 32-1365,-2-4-5461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9.014"/>
    </inkml:context>
    <inkml:brush xml:id="br0">
      <inkml:brushProperty name="width" value="0.05" units="cm"/>
      <inkml:brushProperty name="height" value="0.05" units="cm"/>
      <inkml:brushProperty name="color" value="#FFFFFF"/>
    </inkml:brush>
  </inkml:definitions>
  <inkml:trace contextRef="#ctx0" brushRef="#br0">398 76 24575,'2'0'0,"0"0"0,-1 0 0,1 0 0,0-1 0,0 1 0,-1-1 0,1 1 0,0-1 0,-1 1 0,1-1 0,0 0 0,-1 0 0,1 0 0,-1 0 0,1 0 0,-1 0 0,0 0 0,1 0 0,-1-1 0,0 1 0,0 0 0,0-1 0,0 1 0,0-1 0,1-2 0,-2 3 0,1-1 0,-1 1 0,0 0 0,0 0 0,0-1 0,0 1 0,0 0 0,0 0 0,0 0 0,0-1 0,0 1 0,-1 0 0,1 0 0,0 0 0,-1 0 0,1-1 0,-1 1 0,1 0 0,-1 0 0,0 0 0,1 0 0,-1 0 0,0 0 0,0 0 0,0 1 0,0-1 0,0 0 0,0 0 0,0 1 0,0-1 0,0 0 0,0 1 0,0-1 0,0 1 0,0-1 0,0 1 0,-3-1 0,-16-3 0,0 0 0,-1 2 0,1 0 0,-1 1 0,0 1 0,1 1 0,-31 5 0,29-3 0,0 2 0,0 0 0,-32 12 0,47-14 0,1-1 0,-1 1 0,1 0 0,0 1 0,0 0 0,0 0 0,0 0 0,0 0 0,1 1 0,0 0 0,0 0 0,1 1 0,-1-1 0,1 1 0,-4 7 0,6-9 0,1 0 0,0 1 0,0-1 0,0 1 0,0-1 0,1 1 0,0-1 0,0 1 0,0 0 0,0-1 0,1 1 0,0-1 0,0 1 0,0-1 0,0 0 0,1 1 0,2 5 0,5 8 0,1-1 0,21 29 0,-11-17 0,-9-14 0,14 23 0,30 60 0,-48-84 0,-1 1 0,-1 0 0,0 0 0,-1 1 0,-1 0 0,0-1 0,0 32 0,-4 25 0,0 33 0,1-102 9,1 1 0,-1-1 0,1 1 0,-1-1 0,1 0 0,0 1 0,1-1 0,-1 0 0,0 1 0,1-1 0,0 0 0,0 0 0,0 0 0,0-1 0,0 1 0,0 0 0,1-1 0,5 5 0,-4-4 6,1 0 1,0-1-1,1 1 1,-1-1-1,0 0 1,1-1 0,-1 1-1,1-1 1,0 0-1,9 0 1,5-1-301,0-1 1,0 0-1,0-2 1,0 0-1,27-9 1,-12 1-6542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7:59.841"/>
    </inkml:context>
    <inkml:brush xml:id="br0">
      <inkml:brushProperty name="width" value="0.05" units="cm"/>
      <inkml:brushProperty name="height" value="0.05" units="cm"/>
      <inkml:brushProperty name="color" value="#FFFFFF"/>
    </inkml:brush>
  </inkml:definitions>
  <inkml:trace contextRef="#ctx0" brushRef="#br0">0 18 24575,'4'-3'0,"3"-1"0,6 0 0,5 1 0,7 1 0,6 1 0,7 0 0,8 1 0,8 0 0,7 0 0,5 0 0,3 1 0,-10-1-8191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0.085"/>
    </inkml:context>
    <inkml:brush xml:id="br0">
      <inkml:brushProperty name="width" value="0.05" units="cm"/>
      <inkml:brushProperty name="height" value="0.05" units="cm"/>
      <inkml:brushProperty name="color" value="#FFFFFF"/>
    </inkml:brush>
  </inkml:definitions>
  <inkml:trace contextRef="#ctx0" brushRef="#br0">0 33 24575,'3'0'0,"4"0"0,3 0 0,4 0 0,2 0 0,4-3 0,4-1 0,5 0 0,3 1 0,5 0 0,2-1 0,3 0 0,4 0 0,-7 1-8191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0.238"/>
    </inkml:context>
    <inkml:brush xml:id="br0">
      <inkml:brushProperty name="width" value="0.05" units="cm"/>
      <inkml:brushProperty name="height" value="0.05" units="cm"/>
      <inkml:brushProperty name="color" value="#FFFFFF"/>
    </inkml:brush>
  </inkml:definitions>
  <inkml:trace contextRef="#ctx0" brushRef="#br0">0 1 24575,'3'2'0,"4"2"0,4 0 0,2-1 0,3-1 0,4-4 0,5-1 0,7 0 0,-2 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0.392"/>
    </inkml:context>
    <inkml:brush xml:id="br0">
      <inkml:brushProperty name="width" value="0.05" units="cm"/>
      <inkml:brushProperty name="height" value="0.05" units="cm"/>
      <inkml:brushProperty name="color" value="#FFFFFF"/>
    </inkml:brush>
  </inkml:definitions>
  <inkml:trace contextRef="#ctx0" brushRef="#br0">1 8 24575,'3'0'0,"7"0"0,7 0 0,8 0 0,4 0 0,7 0 0,6 0 0,5 0 0,3 0 0,2-3 0,-8-1-8191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1.040"/>
    </inkml:context>
    <inkml:brush xml:id="br0">
      <inkml:brushProperty name="width" value="0.05" units="cm"/>
      <inkml:brushProperty name="height" value="0.05" units="cm"/>
      <inkml:brushProperty name="color" value="#FFFFFF"/>
    </inkml:brush>
  </inkml:definitions>
  <inkml:trace contextRef="#ctx0" brushRef="#br0">37 92 24575,'-1'-1'0,"-4"-4"0,0 0 0,0 0 0,1 0 0,0-1 0,-5-8 0,8 13 0,1 0 0,-1 0 0,1 0 0,0 0 0,-1 0 0,1 0 0,0 0 0,0 0 0,-1-1 0,1 1 0,0 0 0,0 0 0,0 0 0,0 0 0,1 0 0,-1 0 0,0 0 0,0 0 0,1 0 0,-1 0 0,0 0 0,1 0 0,-1 0 0,1 0 0,0 0 0,-1 0 0,1 0 0,0 0 0,-1 0 0,1 1 0,0-1 0,0 0 0,0 0 0,0 1 0,-1-1 0,1 1 0,0-1 0,0 1 0,0-1 0,0 1 0,1 0 0,-1-1 0,1 1 0,13-4 0,1 1 0,-1 0 0,1 2 0,-1-1 0,1 2 0,24 2 0,-5-1 0,65-1 0,101 3 0,-199-3 0,0 0 0,0 0 0,-1 1 0,1-1 0,0 1 0,-1-1 0,1 1 0,0 0 0,-1-1 0,1 1 0,-1 0 0,1 0 0,-1 0 0,0 0 0,1 0 0,-1 0 0,0 1 0,0-1 0,1 0 0,-1 1 0,0-1 0,-1 1 0,1-1 0,0 1 0,0-1 0,-1 1 0,1 0 0,-1-1 0,1 1 0,-1 0 0,1 2 0,0 7 0,-1 0 0,0-1 0,0 1 0,-3 13 0,1 2 0,1 268 0,2-278 0,1 0 0,1 0 0,0 0 0,1 0 0,0-1 0,2 1 0,0-1 0,0-1 0,2 1 0,-1-1 0,17 21 0,-22-31 0,1-1 0,-1 0 0,0 0 0,0 1 0,0 0 0,-1-1 0,1 1 0,-1 0 0,1 5 0,-2-8 0,0 1 0,0-1 0,0 1 0,0-1 0,-1 1 0,1-1 0,0 1 0,-1-1 0,0 0 0,1 1 0,-1-1 0,0 1 0,1-1 0,-1 0 0,0 0 0,0 1 0,0-1 0,0 0 0,0 0 0,-1 0 0,1 0 0,0 0 0,0-1 0,-1 1 0,1 0 0,0 0 0,-2 0 0,-10 4-273,0 0 0,0 0 0,0-1 0,-20 3 0,-21 2-6553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5.205"/>
    </inkml:context>
    <inkml:brush xml:id="br0">
      <inkml:brushProperty name="width" value="0.05" units="cm"/>
      <inkml:brushProperty name="height" value="0.05" units="cm"/>
      <inkml:brushProperty name="color" value="#FFFFFF"/>
    </inkml:brush>
  </inkml:definitions>
  <inkml:trace contextRef="#ctx0" brushRef="#br0">45 258 24575,'1'-25'0,"7"-35"0,-5 45 0,-1 1 0,0-1 0,-1 0 0,-1 0 0,0 0 0,-1 0 0,-4-19 0,4 32 0,0-1 0,1 1 0,-2 0 0,1-1 0,0 1 0,0 0 0,-1 0 0,1 0 0,-1 0 0,0 0 0,1 0 0,-5-2 0,6 3 0,-1 1 0,0-1 0,1 1 0,-1-1 0,0 1 0,0 0 0,1 0 0,-1-1 0,0 1 0,0 0 0,1 0 0,-1 0 0,0 0 0,0-1 0,0 1 0,1 0 0,-1 1 0,0-1 0,0 0 0,0 0 0,1 0 0,-1 0 0,0 1 0,0-1 0,1 0 0,-1 1 0,0-1 0,0 0 0,1 1 0,-1-1 0,1 1 0,-1-1 0,0 1 0,1 0 0,-1-1 0,1 1 0,-1-1 0,1 1 0,-1 0 0,1-1 0,0 1 0,-1 0 0,1 1 0,-1 1 0,0 0 0,0 0 0,0-1 0,1 1 0,-1 0 0,1 0 0,0 0 0,0 0 0,0 0 0,0 0 0,1 0 0,-1 0 0,1 0 0,0 0 0,1 4 0,2 4 0,0 0 0,11 17 0,7 4 0,1 0 0,1-2 0,55 54 0,27 32 0,-101-110 0,-1-1 0,0 1 0,0 0 0,-1 1 0,1-1 0,-1 0 0,-1 1 0,1 0 0,2 12 0,-5-16 0,0 0 0,0 0 0,0 0 0,0 0 0,0 0 0,-1 0 0,1 0 0,-1-1 0,0 1 0,0 0 0,0 0 0,0-1 0,0 1 0,0 0 0,-1-1 0,0 1 0,1-1 0,-1 0 0,0 1 0,0-1 0,0 0 0,0 0 0,-1-1 0,1 1 0,0 0 0,-4 1 0,-8 5 0,0-1 0,0-1 0,-1 0 0,-30 8 0,-64 6 0,104-20 0,1 0 0,-1 0 0,0 0 0,0 0 0,0 0 0,0-1 0,-6-2 0,10 3 0,1 0 0,-1 0 0,0-1 0,1 1 0,-1 0 0,0-1 0,1 1 0,-1-1 0,0 1 0,1 0 0,-1-1 0,1 0 0,-1 1 0,1-1 0,-1 1 0,1-1 0,-1 1 0,1-1 0,-1 0 0,1 1 0,-1-2 0,1 1 0,1 0 0,-1 0 0,0 0 0,0-1 0,0 1 0,0 0 0,1 0 0,-1 0 0,1 0 0,-1 0 0,1 0 0,-1 0 0,1 0 0,-1 0 0,1 0 0,0 1 0,-1-1 0,1 0 0,2-1 0,3-4 0,1 0 0,0 1 0,0 0 0,1 0 0,0 1 0,0 0 0,0 0 0,0 1 0,0 0 0,1 0 0,0 1 0,16-3 0,-18 4 0,0 1 0,1-1 0,-1 1 0,0 0 0,0 0 0,1 1 0,-1 0 0,0 1 0,0-1 0,0 1 0,0 1 0,0-1 0,-1 1 0,1 0 0,-1 1 0,8 5 0,-10-6 0,0 1 0,-1 0 0,1 0 0,-1 0 0,0 0 0,0 1 0,-1-1 0,1 1 0,-1 0 0,0 0 0,0 0 0,-1 0 0,1 0 0,-1 0 0,0 0 0,0 1 0,-1-1 0,0 0 0,0 8 0,-2 9 0,-1 1 0,0-1 0,-9 28 0,3-14 0,7-27 0,0 1 0,0 0 0,1 0 0,1 17 0,0-24 0,0 0 0,0 0 0,1-1 0,0 1 0,-1 0 0,1-1 0,0 1 0,0-1 0,1 1 0,-1-1 0,0 1 0,1-1 0,0 0 0,-1 1 0,1-1 0,0 0 0,0 0 0,0-1 0,0 1 0,1 0 0,3 2 0,13 4 0,0-1 0,0-1 0,0-1 0,1-1 0,0 0 0,30 1 0,-31-3 0,12 1-1365,-4-1-5461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5.749"/>
    </inkml:context>
    <inkml:brush xml:id="br0">
      <inkml:brushProperty name="width" value="0.05" units="cm"/>
      <inkml:brushProperty name="height" value="0.05" units="cm"/>
      <inkml:brushProperty name="color" value="#FFFFFF"/>
    </inkml:brush>
  </inkml:definitions>
  <inkml:trace contextRef="#ctx0" brushRef="#br0">8 18 24575,'-3'0'0,"-1"-3"0,3-1 0,5 0 0,4 1 0,5 1 0,5 1 0,9 0 0,5 1 0,7 0 0,2 0 0,3 0 0,3 0 0,-1 1 0,-1-1 0,-4 0 0,-2 0 0,-8 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6.358"/>
    </inkml:context>
    <inkml:brush xml:id="br0">
      <inkml:brushProperty name="width" value="0.05" units="cm"/>
      <inkml:brushProperty name="height" value="0.05" units="cm"/>
      <inkml:brushProperty name="color" value="#FFFFFF"/>
    </inkml:brush>
  </inkml:definitions>
  <inkml:trace contextRef="#ctx0" brushRef="#br0">0 0 24575,'3'0'0,"4"3"0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6.544"/>
    </inkml:context>
    <inkml:brush xml:id="br0">
      <inkml:brushProperty name="width" value="0.05" units="cm"/>
      <inkml:brushProperty name="height" value="0.05" units="cm"/>
      <inkml:brushProperty name="color" value="#FFFFFF"/>
    </inkml:brush>
  </inkml:definitions>
  <inkml:trace contextRef="#ctx0" brushRef="#br0">0 0 24575,'0'3'0,"3"1"0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6.014"/>
    </inkml:context>
    <inkml:brush xml:id="br0">
      <inkml:brushProperty name="width" value="0.05" units="cm"/>
      <inkml:brushProperty name="height" value="0.05" units="cm"/>
      <inkml:brushProperty name="color" value="#FFFFFF"/>
    </inkml:brush>
  </inkml:definitions>
  <inkml:trace contextRef="#ctx0" brushRef="#br0">9 55 24575,'-3'-3'0,"-1"-4"0,3-4 0,5 1 0,4 1 0,10 2 0,11 3 0,9 2 0,10 1 0,12 1 0,7 3 0,5 1 0,-2 4 0,-1-1 0,-6 2 0,-13-1-8191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6.869"/>
    </inkml:context>
    <inkml:brush xml:id="br0">
      <inkml:brushProperty name="width" value="0.05" units="cm"/>
      <inkml:brushProperty name="height" value="0.05" units="cm"/>
      <inkml:brushProperty name="color" value="#FFFFFF"/>
    </inkml:brush>
  </inkml:definitions>
  <inkml:trace contextRef="#ctx0" brushRef="#br0">35 0 24575,'3'0'0,"4"0"0,1 3 0,-1 4 0,-2 4 0,-1 3 0,-5 4 0,-5 9 0,-4 6 0,-4 5 0,-5 6 0,0-5-8191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7.492"/>
    </inkml:context>
    <inkml:brush xml:id="br0">
      <inkml:brushProperty name="width" value="0.05" units="cm"/>
      <inkml:brushProperty name="height" value="0.05" units="cm"/>
      <inkml:brushProperty name="color" value="#FFFFFF"/>
    </inkml:brush>
  </inkml:definitions>
  <inkml:trace contextRef="#ctx0" brushRef="#br0">5 1 24575,'-3'0'0,"2"0"0,4 0 0,5 0 0,6 0 0,1 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8.007"/>
    </inkml:context>
    <inkml:brush xml:id="br0">
      <inkml:brushProperty name="width" value="0.05" units="cm"/>
      <inkml:brushProperty name="height" value="0.05" units="cm"/>
      <inkml:brushProperty name="color" value="#FFFFFF"/>
    </inkml:brush>
  </inkml:definitions>
  <inkml:trace contextRef="#ctx0" brushRef="#br0">4 0 24575,'-3'0'0,"3"0"0,0 3 0,3 4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7.603"/>
    </inkml:context>
    <inkml:brush xml:id="br0">
      <inkml:brushProperty name="width" value="0.05" units="cm"/>
      <inkml:brushProperty name="height" value="0.05" units="cm"/>
      <inkml:brushProperty name="color" value="#FFFFFF"/>
    </inkml:brush>
  </inkml:definitions>
  <inkml:trace contextRef="#ctx0" brushRef="#br0">1 0 24575,'6'0'0,"5"0"0,0 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8.284"/>
    </inkml:context>
    <inkml:brush xml:id="br0">
      <inkml:brushProperty name="width" value="0.05" units="cm"/>
      <inkml:brushProperty name="height" value="0.05" units="cm"/>
      <inkml:brushProperty name="color" value="#FFFFFF"/>
    </inkml:brush>
  </inkml:definitions>
  <inkml:trace contextRef="#ctx0" brushRef="#br0">0 0 24575,'0'3'0,"0"4"0,3 4 0,4 2 0,1 3 0,-1 1 0,1 1 0,-1 0 0,-1 0 0,-2-3-8191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8.784"/>
    </inkml:context>
    <inkml:brush xml:id="br0">
      <inkml:brushProperty name="width" value="0.05" units="cm"/>
      <inkml:brushProperty name="height" value="0.05" units="cm"/>
      <inkml:brushProperty name="color" value="#FFFFFF"/>
    </inkml:brush>
  </inkml:definitions>
  <inkml:trace contextRef="#ctx0" brushRef="#br0">4 1 24575,'-3'0'0,"2"0"0,4 0 0,5 0 0,4 0 0,5 0 0,3 0 0,8 3 0,4 1 0,3-1 0,4 0 0,1 0 0,4-2 0,-4 0 0,-2-1 0,-5 0 0,-5 0 0,-8 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9.325"/>
    </inkml:context>
    <inkml:brush xml:id="br0">
      <inkml:brushProperty name="width" value="0.05" units="cm"/>
      <inkml:brushProperty name="height" value="0.05" units="cm"/>
      <inkml:brushProperty name="color" value="#FFFFFF"/>
    </inkml:brush>
  </inkml:definitions>
  <inkml:trace contextRef="#ctx0" brushRef="#br0">37 28 24575,'-24'-9'0,"23"9"0,0 0 0,1 0 0,-1-1 0,1 1 0,-1 0 0,1 0 0,-1 0 0,1-1 0,-1 1 0,1 0 0,-1-1 0,1 1 0,-1 0 0,1-1 0,-1 1 0,1-1 0,-1 1 0,1-1 0,0 1 0,-1-1 0,1 1 0,0-1 0,0 1 0,-1-1 0,1 1 0,0-1 0,0 0 0,0 1 0,0-1 0,0 1 0,0-1 0,0 0 0,0 1 0,0-1 0,0 0 0,1 0 0,0 1 0,0 0 0,0-1 0,0 1 0,0 0 0,0 0 0,0-1 0,0 1 0,0 0 0,1 0 0,-1 0 0,0 0 0,0 1 0,0-1 0,0 0 0,0 0 0,0 1 0,0-1 0,1 1 0,23 9 0,-24-10 0,2 2 0,0-1 0,-1 1 0,1-1 0,-1 1 0,1 0 0,-1 0 0,0 0 0,1 0 0,-1 0 0,0 0 0,0 1 0,-1-1 0,1 1 0,0-1 0,-1 1 0,0 0 0,1-1 0,-1 1 0,0 0 0,-1 0 0,1 0 0,0 0 0,-1 0 0,0 0 0,1 6 0,-2 5 0,-1-1 0,0 1 0,0 0 0,-8 20 0,0 6 0,-19 83-1365,22-96-5461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0.087"/>
    </inkml:context>
    <inkml:brush xml:id="br0">
      <inkml:brushProperty name="width" value="0.05" units="cm"/>
      <inkml:brushProperty name="height" value="0.05" units="cm"/>
      <inkml:brushProperty name="color" value="#FFFFFF"/>
    </inkml:brush>
  </inkml:definitions>
  <inkml:trace contextRef="#ctx0" brushRef="#br0">32 0 24575,'-3'0'0,"-4"0"0,-3 0 0,-1 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0.304"/>
    </inkml:context>
    <inkml:brush xml:id="br0">
      <inkml:brushProperty name="width" value="0.05" units="cm"/>
      <inkml:brushProperty name="height" value="0.05" units="cm"/>
      <inkml:brushProperty name="color" value="#FFFFFF"/>
    </inkml:brush>
  </inkml:definitions>
  <inkml:trace contextRef="#ctx0" brushRef="#br0">1 12 24575,'0'3'0,"3"1"0,4-1 0,9 0 0,9 0 0,8-2 0,11 0 0,9-1 0,8 0 0,5 0 0,4-3 0,-2-1 0,-4 0 0,-6 0 0,-10-1 0,-11 0 0,-11 0-8191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0.724"/>
    </inkml:context>
    <inkml:brush xml:id="br0">
      <inkml:brushProperty name="width" value="0.05" units="cm"/>
      <inkml:brushProperty name="height" value="0.05" units="cm"/>
      <inkml:brushProperty name="color" value="#FFFFFF"/>
    </inkml:brush>
  </inkml:definitions>
  <inkml:trace contextRef="#ctx0" brushRef="#br0">26 34 24575,'-3'-3'0,"-3"-4"0,-2-4 0,1 3 0,5 3 0,3 5 0,3 6 0,2 8 0,0 1-8191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0.912"/>
    </inkml:context>
    <inkml:brush xml:id="br0">
      <inkml:brushProperty name="width" value="0.05" units="cm"/>
      <inkml:brushProperty name="height" value="0.05" units="cm"/>
      <inkml:brushProperty name="color" value="#FFFFFF"/>
    </inkml:brush>
  </inkml:definitions>
  <inkml:trace contextRef="#ctx0" brushRef="#br0">0 0 24575,'0'3'0,"0"-2"0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1.457"/>
    </inkml:context>
    <inkml:brush xml:id="br0">
      <inkml:brushProperty name="width" value="0.05" units="cm"/>
      <inkml:brushProperty name="height" value="0.05" units="cm"/>
      <inkml:brushProperty name="color" value="#FFFFFF"/>
    </inkml:brush>
  </inkml:definitions>
  <inkml:trace contextRef="#ctx0" brushRef="#br0">8 7 24575,'-3'0'0,"0"3"0,2 1 0,5 0 0,4-1 0,8 0 0,6-2 0,5 0 0,8-1 0,5 0 0,7-3 0,2-1 0,3 0 0,1 0 0,-2 2 0,-4-2 0,-11-1-8191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1.922"/>
    </inkml:context>
    <inkml:brush xml:id="br0">
      <inkml:brushProperty name="width" value="0.05" units="cm"/>
      <inkml:brushProperty name="height" value="0.05" units="cm"/>
      <inkml:brushProperty name="color" value="#FFFFFF"/>
    </inkml:brush>
  </inkml:definitions>
  <inkml:trace contextRef="#ctx0" brushRef="#br0">18 1 24575,'0'3'0,"0"4"0,0 3 0,0 7 0,0 6 0,0 7 0,-3 6 0,-4 5 0,-1-5-8191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2.876"/>
    </inkml:context>
    <inkml:brush xml:id="br0">
      <inkml:brushProperty name="width" value="0.05" units="cm"/>
      <inkml:brushProperty name="height" value="0.05" units="cm"/>
      <inkml:brushProperty name="color" value="#FFFFFF"/>
    </inkml:brush>
  </inkml:definitions>
  <inkml:trace contextRef="#ctx0" brushRef="#br0">0 176 24575,'2'-9'0,"0"-1"0,0 1 0,1 0 0,0 1 0,1-1 0,6-12 0,-6 15 0,0-1 0,1 1 0,-1-1 0,1 1 0,1 1 0,-1-1 0,1 1 0,0 0 0,0 0 0,1 1 0,0-1 0,-1 2 0,1-1 0,0 1 0,1 0 0,10-3 0,-6 2 0,1 1 0,0 1 0,0 0 0,0 0 0,0 1 0,0 1 0,0 0 0,1 1 0,12 2 0,-23-2 0,0-1 0,0 1 0,0 0 0,-1 0 0,1 0 0,0 0 0,0 1 0,-1-1 0,1 1 0,-1-1 0,1 1 0,-1 0 0,0 0 0,0 0 0,0 0 0,0 0 0,2 4 0,-3-5 0,0 1 0,0 0 0,-1 0 0,1 0 0,-1-1 0,1 1 0,-1 0 0,0 0 0,0 0 0,0 0 0,0 0 0,0 0 0,0 0 0,0 0 0,-1 0 0,1-1 0,-1 1 0,1 0 0,-1 0 0,0 0 0,0-1 0,1 1 0,-1 0 0,-1-1 0,1 1 0,0-1 0,-2 3 0,-13 11 0,0-1 0,0 0 0,-1-1 0,-1-1 0,-36 19 0,28-16 0,18-11 0,0 1 0,0 1 0,0 0 0,-13 12 0,20-17 0,0 0 0,0 0 0,0 0 0,0 0 0,1 0 0,-1 0 0,0 0 0,1 0 0,-1 0 0,1 0 0,-1 1 0,1-1 0,-1 0 0,1 0 0,0 1 0,0-1 0,-1 0 0,1 0 0,0 1 0,0-1 0,0 0 0,0 0 0,1 1 0,-1-1 0,0 0 0,1 0 0,-1 1 0,0-1 0,1 0 0,-1 0 0,1 0 0,0 0 0,-1 0 0,1 0 0,0 0 0,0 0 0,0 0 0,0 0 0,-1 0 0,1 0 0,0 0 0,1-1 0,-1 1 0,0 0 0,0-1 0,0 1 0,2 0 0,9 5 0,0-1 0,0 0 0,1 0 0,-1-1 0,1-1 0,23 3 0,81 2 0,-100-8 0,8 1 0,2 1 0,-1-2 0,50-5 0,-63 1 0,-13 4 0,0 0 0,1 0 0,-1 0 0,0 0 0,0 0 0,0 0 0,0 0 0,0 0 0,0 0 0,0 0 0,0 0 0,0 0 0,0 0 0,0 0 0,0 0 0,0 0 0,0 0 0,0 0 0,0-1 0,0 1 0,0 0 0,1 0 0,-1 0 0,0 0 0,0 0 0,0 0 0,0 0 0,0 0 0,0 0 0,0 0 0,0 0 0,0 0 0,0 0 0,0 0 0,0 0 0,0-1 0,0 1 0,0 0 0,0 0 0,0 0 0,0 0 0,0 0 0,0 0 0,0 0 0,0 0 0,0 0 0,-1 0 0,1 0 0,0 0 0,0 0 0,0 0 0,0 0 0,0 0 0,0 0 0,0-1 0,0 1 0,0 0 0,0 0 0,0 0 0,0 0 0,0 0 0,0 0 0,0 0 0,0 0 0,0 0 0,0 0 0,-1 0 0,1 0 0,0 0 0,-21 0 0,13 2 0,1-1 0,0 1 0,0 1 0,1-1 0,-1 1 0,0 0 0,1 1 0,0 0 0,0 0 0,0 0 0,0 1 0,-6 6 0,9-8 0,1 0 0,-1 0 0,1 0 0,0 0 0,0 0 0,1 0 0,-1 1 0,1-1 0,-1 1 0,1-1 0,0 1 0,0-1 0,1 1 0,-1 0 0,1-1 0,0 1 0,0 0 0,0 0 0,0-1 0,0 1 0,1 0 0,0-1 0,0 1 0,0 0 0,3 5 0,12 25 0,2-1 0,34 46 0,-34-54 0,0 1 0,-2 1 0,-2 0 0,18 44 0,-31-69 0,0-1 0,0 1 0,-1 0 0,1 0 0,-1 0 0,1 1 0,-1-1 0,0 0 0,0 0 0,1 0 0,-2 0 0,1 0 0,0 0 0,0 0 0,-1 0 0,1 0 0,-1 0 0,1 0 0,-1 0 0,0 0 0,0 0 0,0 0 0,0 0 0,0-1 0,0 1 0,-1 0 0,1-1 0,0 1 0,-1-1 0,0 1 0,1-1 0,-1 0 0,0 0 0,1 1 0,-1-1 0,0 0 0,-2 0 0,-6 2 0,0 0 0,0-1 0,-1 0 0,1-1 0,0 0 0,-15 0 0,-129-8-1365,74 0-5461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2.718"/>
    </inkml:context>
    <inkml:brush xml:id="br0">
      <inkml:brushProperty name="width" value="0.05" units="cm"/>
      <inkml:brushProperty name="height" value="0.05" units="cm"/>
      <inkml:brushProperty name="color" value="#FFFFFF"/>
    </inkml:brush>
  </inkml:definitions>
  <inkml:trace contextRef="#ctx0" brushRef="#br0">24 160 24575,'-1'0'0,"0"0"0,0 0 0,0 0 0,-1 0 0,1 0 0,0 0 0,0-1 0,0 1 0,0 0 0,0-1 0,-1 1 0,1-1 0,0 1 0,0-1 0,0 0 0,-1 0 0,2 0 0,-1 1 0,1-1 0,0 1 0,-1-1 0,1 1 0,0-1 0,0 1 0,-1-1 0,1 0 0,0 1 0,0-1 0,0 0 0,0 1 0,0-1 0,0 1 0,0-1 0,0 0 0,0 1 0,0-1 0,0 0 0,0 0 0,1-1 0,0 0 0,0 0 0,0 0 0,0 0 0,0 0 0,0 0 0,1 0 0,-1 1 0,1-1 0,-1 0 0,1 1 0,0-1 0,-1 1 0,1 0 0,0 0 0,2-2 0,7-1 0,0 0 0,0 1 0,0 0 0,1 1 0,-1 0 0,1 0 0,-1 1 0,1 1 0,0 0 0,-1 1 0,17 3 0,-2 0 0,0 2 0,-1 1 0,49 20 0,-53-18 0,-1 2 0,0 0 0,-1 1 0,0 1 0,26 24 0,-36-29 0,1 2 0,-1-1 0,-1 1 0,0 0 0,0 1 0,-1 0 0,-1 0 0,1 1 0,-2 0 0,0 0 0,4 13 0,-8-21 0,0-1 0,-1 1 0,1-1 0,-1 1 0,0 0 0,0 0 0,0-1 0,0 1 0,-1 0 0,1-1 0,-1 1 0,0-1 0,0 1 0,-1-1 0,1 1 0,-1-1 0,1 0 0,-1 1 0,-4 4 0,3-4 0,-1-1 0,1 1 0,-1-1 0,0 0 0,0 0 0,0 0 0,-1-1 0,1 1 0,-1-1 0,1 0 0,-1 0 0,0-1 0,1 1 0,-7 0 0,9-1 0,0-1 0,0 1 0,0-1 0,0 0 0,0 1 0,-1-1 0,1 0 0,0 0 0,0 0 0,0-1 0,0 1 0,0 0 0,0-1 0,0 0 0,0 1 0,0-1 0,0 0 0,0 0 0,0 0 0,0 0 0,1 0 0,-1-1 0,0 1 0,1 0 0,-1-1 0,1 1 0,-1-1 0,1 0 0,0 1 0,0-1 0,0 0 0,0 0 0,0 0 0,0 0 0,0 0 0,0 0 0,1 0 0,-1-2 0,0-3 0,0 1 0,1-1 0,0 0 0,0 1 0,0-1 0,1 1 0,0-1 0,0 1 0,1-1 0,0 1 0,3-8 0,8-14 0,1 1 0,1 0 0,1 1 0,2 1 0,0 1 0,2 0 0,0 1 0,2 2 0,0 0 0,2 1 0,0 1 0,34-20 0,-45 32-341,1 1 0,0 0-1,23-6 1,-5 4-6485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3.322"/>
    </inkml:context>
    <inkml:brush xml:id="br0">
      <inkml:brushProperty name="width" value="0.05" units="cm"/>
      <inkml:brushProperty name="height" value="0.05" units="cm"/>
      <inkml:brushProperty name="color" value="#FFFFFF"/>
    </inkml:brush>
  </inkml:definitions>
  <inkml:trace contextRef="#ctx0" brushRef="#br0">41 420 24575,'-1'0'0,"-1"0"0,0 0 0,1 0 0,-1 0 0,0 1 0,1-1 0,-1 1 0,1-1 0,-1 1 0,0-1 0,1 1 0,-1 0 0,1-1 0,0 1 0,-1 0 0,1 0 0,-1 0 0,1 0 0,0 1 0,0-1 0,0 0 0,0 0 0,0 1 0,0-1 0,0 1 0,0-1 0,0 1 0,1-1 0,-1 1 0,1-1 0,-1 1 0,1 0 0,0-1 0,-1 1 0,1 0 0,0-1 0,0 1 0,0 0 0,0-1 0,0 1 0,1 0 0,-1-1 0,0 1 0,1-1 0,-1 1 0,1 0 0,0-1 0,0 1 0,-1-1 0,1 0 0,0 1 0,0-1 0,0 0 0,0 1 0,1-1 0,-1 0 0,0 0 0,0 0 0,1 0 0,-1 0 0,1 0 0,2 1 0,3 1 0,0 0 0,0 0 0,0-1 0,0 0 0,1-1 0,-1 0 0,1 0 0,-1 0 0,1-1 0,-1 0 0,10-1 0,-6-1 0,-1 0 0,1 0 0,-1-1 0,0 0 0,0-1 0,0 0 0,-1 0 0,10-6 0,-13 6 0,1-1 0,-1 1 0,0-1 0,-1 0 0,1 0 0,-1-1 0,0 1 0,0-1 0,-1 0 0,0-1 0,5-7 0,-7 9 0,0 0 0,0 0 0,-1 0 0,0-1 0,1 1 0,-2 0 0,1 0 0,-1-1 0,1 1 0,-2-1 0,1 1 0,0 0 0,-1 0 0,0-1 0,0 1 0,-4-10 0,3 11 0,0 1 0,0-1 0,0 0 0,0 1 0,0-1 0,-1 1 0,1 0 0,-1 0 0,0 0 0,0 0 0,0 1 0,0-1 0,-1 1 0,1 0 0,-1 0 0,1 0 0,-1 0 0,0 0 0,-7-1 0,7 2 0,1 0 0,0 1 0,-1-1 0,1 1 0,0 0 0,-1 0 0,1 0 0,0 1 0,-1-1 0,1 1 0,0 0 0,-1 0 0,1 0 0,0 0 0,0 0 0,0 1 0,0-1 0,0 1 0,0 0 0,1 0 0,-1 0 0,1 0 0,-1 1 0,-3 4 0,-1 3 0,1 0 0,0 1 0,0 0 0,1 0 0,1 1 0,0-1 0,0 1 0,2 0 0,-1 0 0,1 0 0,1 0 0,0 0 0,1 1 0,0-1 0,1 0 0,0 0 0,1 1 0,0-1 0,1 0 0,0-1 0,8 17 0,-8-22 0,0 0 0,0-1 0,1 1 0,0-1 0,0 0 0,1-1 0,-1 1 0,1-1 0,0 1 0,0-1 0,1-1 0,-1 1 0,1-1 0,0 0 0,0 0 0,0-1 0,0 0 0,0 0 0,0 0 0,1-1 0,-1 0 0,1 0 0,-1 0 0,1-1 0,-1 0 0,1 0 0,-1-1 0,8-1 0,0-1 0,0 0 0,0-1 0,-1-1 0,0 0 0,0 0 0,0-2 0,-1 1 0,0-2 0,0 0 0,-1 0 0,0-1 0,12-11 0,-11 6 0,-1 0 0,0 0 0,-1-1 0,0-1 0,-1 1 0,-1-1 0,-1-1 0,0 0 0,-1 0 0,-1 0 0,0 0 0,4-36 0,-7 26 0,0-1 0,-2 1 0,-1 0 0,-2-1 0,0 1 0,-2 0 0,-15-50 0,20 75 0,-1-1 0,0 1 0,0-1 0,0 1 0,-1 0 0,1-1 0,0 1 0,-1 0 0,-1-2 0,2 4 0,1 0 0,0 0 0,0-1 0,0 1 0,0 0 0,-1 0 0,1 0 0,0 0 0,0 0 0,0 0 0,0 0 0,-1 0 0,1 0 0,0 0 0,0-1 0,0 1 0,-1 0 0,1 0 0,0 0 0,0 0 0,0 0 0,-1 0 0,1 1 0,0-1 0,0 0 0,-1 0 0,1 0 0,0 0 0,0 0 0,0 0 0,0 0 0,-1 0 0,1 0 0,0 1 0,0-1 0,-1 0 0,-4 16 0,1 22 0,2 1 0,3 54 0,14 79 0,-14-167 0,38 311 0,-35-285-1365,1-8-5461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3.744"/>
    </inkml:context>
    <inkml:brush xml:id="br0">
      <inkml:brushProperty name="width" value="0.05" units="cm"/>
      <inkml:brushProperty name="height" value="0.05" units="cm"/>
      <inkml:brushProperty name="color" value="#FFFFFF"/>
    </inkml:brush>
  </inkml:definitions>
  <inkml:trace contextRef="#ctx0" brushRef="#br0">1 221 24575,'0'-13'0,"0"7"0,0 0 0,0 0 0,0 0 0,1 0 0,2-10 0,-2 14 0,-1 1 0,1-1 0,0 1 0,0-1 0,0 1 0,0-1 0,0 1 0,0-1 0,0 1 0,0 0 0,1 0 0,-1-1 0,0 1 0,1 0 0,-1 0 0,1 1 0,-1-1 0,1 0 0,-1 0 0,1 1 0,0-1 0,0 1 0,-1-1 0,3 1 0,59-6 0,-46 5 0,-1-1 0,28-5 0,-40 6 0,7-1 0,0-1 0,0-1 0,0 1 0,0-2 0,19-10 0,-30 15 0,0-1 0,0 1 0,1 0 0,-1 0 0,0-1 0,0 1 0,1 0 0,-1 0 0,0-1 0,0 1 0,1 0 0,-1 0 0,0 0 0,1 0 0,-1-1 0,0 1 0,0 0 0,1 0 0,-1 0 0,0 0 0,1 0 0,-1 0 0,0 0 0,1 0 0,-1 0 0,0 0 0,1 0 0,-1 0 0,0 0 0,1 0 0,-1 0 0,0 0 0,1 1 0,-1-1 0,0 0 0,0 0 0,1 0 0,-1 0 0,0 1 0,1-1 0,-1 0 0,0 0 0,0 0 0,0 1 0,1-1 0,-1 0 0,0 1 0,0-1 0,0 0 0,0 0 0,1 1 0,-1-1 0,0 0 0,0 1 0,0-1 0,0 0 0,0 1 0,0-1 0,0 0 0,0 1 0,0-1 0,0 0 0,0 1 0,0-1 0,0 0 0,0 1 0,-5 28 0,4-22 0,-4 17 0,2 1 0,-1 37 0,3-55 0,1-1 0,1 1 0,-1-1 0,1 0 0,1 1 0,-1-1 0,1 0 0,0 0 0,0 0 0,0 0 0,1 0 0,0-1 0,0 1 0,1-1 0,5 7 0,-6-9 0,0-1 0,0 0 0,0 1 0,0-1 0,0-1 0,1 1 0,-1 0 0,1-1 0,-1 0 0,1 0 0,0 0 0,-1 0 0,1 0 0,0-1 0,-1 1 0,1-1 0,0 0 0,0-1 0,-1 1 0,1 0 0,0-1 0,0 0 0,-1 0 0,1 0 0,5-3 0,0 0 0,1 0 0,-1-1 0,-1 0 0,1-1 0,-1 0 0,0 0 0,0-1 0,9-9 0,-6 2 0,-1 1 0,0-1 0,-1-1 0,0 1 0,-2-1 0,1-1 0,-2 0 0,0 0 0,-1 0 0,-1-1 0,0 1 0,-1-1 0,1-32 0,-4 45-136,0 1-1,0 0 1,-1 0-1,1-1 1,-1 1-1,0 0 1,0 0-1,0 0 0,-3-6 1,-4-3-6690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04.445"/>
    </inkml:context>
    <inkml:brush xml:id="br0">
      <inkml:brushProperty name="width" value="0.05" units="cm"/>
      <inkml:brushProperty name="height" value="0.05" units="cm"/>
      <inkml:brushProperty name="color" value="#FFFFFF"/>
    </inkml:brush>
  </inkml:definitions>
  <inkml:trace contextRef="#ctx0" brushRef="#br0">1 121 24575,'0'-1'0,"0"0"0,0 0 0,1 1 0,-1-1 0,1 0 0,-1 0 0,1 1 0,-1-1 0,1 0 0,-1 1 0,1-1 0,-1 1 0,1-1 0,0 0 0,-1 1 0,1-1 0,0 1 0,0 0 0,-1-1 0,1 1 0,0 0 0,0-1 0,0 1 0,-1 0 0,1 0 0,0 0 0,0 0 0,0-1 0,0 1 0,1 1 0,27-1 0,-23 2 0,0 1 0,0-1 0,0 1 0,-1 0 0,1 1 0,-1-1 0,0 1 0,1 0 0,-2 1 0,1-1 0,0 1 0,-1 0 0,7 10 0,-2-1 0,0 1 0,-1-1 0,0 1 0,6 20 0,-13-33 0,10 36 0,-11-36 0,1-1 0,-1 0 0,0 0 0,0 1 0,1-1 0,-1 0 0,0 1 0,0-1 0,0 0 0,0 1 0,0-1 0,-1 0 0,1 1 0,0-1 0,-1 0 0,1 1 0,-1-1 0,1 0 0,-1 0 0,0 0 0,1 1 0,-1-1 0,0 0 0,-1 1 0,1-2 0,0 1 0,0-1 0,0 0 0,-1 0 0,1 0 0,0 0 0,0 0 0,0 0 0,0 0 0,0 0 0,-1 0 0,1-1 0,0 1 0,0 0 0,0-1 0,0 1 0,0-1 0,0 1 0,0-1 0,0 1 0,0-1 0,0 0 0,0 0 0,0 1 0,-1-3 0,-20-22 0,18 17 0,0 0 0,0 0 0,1-1 0,0 1 0,1-1 0,0 0 0,0 1 0,1-1 0,0 0 0,0 0 0,1 0 0,0 0 0,1 0 0,0 0 0,0 0 0,1 0 0,5-14 0,-5 16 0,0 1 0,1-1 0,0 1 0,1-1 0,-1 1 0,1 0 0,0 0 0,1 1 0,0-1 0,6-5 0,-8 8 0,1 0 0,0 0 0,0 1 0,0-1 0,1 1 0,-1 0 0,0 0 0,1 0 0,-1 1 0,1 0 0,0 0 0,-1 0 0,1 0 0,0 1 0,0 0 0,5 0 0,11 3 0,0 2 0,0 0 0,-1 1 0,34 15 0,-51-20 0,2 2 0,0 0 0,0 0 0,-1 0 0,1 1 0,-1-1 0,0 1 0,0 0 0,0 0 0,-1 0 0,1 1 0,-1-1 0,0 1 0,-1 0 0,1 0 0,-1 0 0,4 10 0,-1 2 0,0 0 0,-1-1 0,-1 1 0,1 20 0,-3-46 0,-1-1 0,2 0 0,-1 1 0,1-1 0,1 1 0,-1-1 0,2 1 0,-1 0 0,1 0 0,1 1 0,-1-1 0,1 1 0,12-14 0,-9 11 0,1 0 0,0 1 0,1 0 0,0 1 0,1 0 0,0 0 0,0 1 0,1 1 0,21-11 0,-28 16 10,0 0 0,0 0 0,-1 1 0,1 0 0,0 0 0,0 0 1,0 0-1,0 1 0,1 0 0,-1 0 0,0 1 0,0-1 0,0 1 0,0 0 0,0 0 0,9 4 0,-8-2 5,1 1 1,-1 0-1,0 0 1,0 0-1,0 1 1,-1 0 0,0 0-1,0 0 1,0 1-1,6 9 1,1 5-260,-1 0 0,-1 0 0,0 1 0,-2 0 1,-1 1-1,8 34 0,-11-33-6582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3.698"/>
    </inkml:context>
    <inkml:brush xml:id="br0">
      <inkml:brushProperty name="width" value="0.05" units="cm"/>
      <inkml:brushProperty name="height" value="0.05" units="cm"/>
      <inkml:brushProperty name="color" value="#FFFFFF"/>
    </inkml:brush>
  </inkml:definitions>
  <inkml:trace contextRef="#ctx0" brushRef="#br0">344 25 24575,'13'-20'0,"-11"16"0,-7 15 0,-43 108-90,-57 215 1,42-69-844,11 2 0,12 2 0,11 1 0,13 2 0,32 486 0,1-586 933,7-2 0,75 272 0,-65-331 0,4-3 0,6 0 0,4-3 0,116 185 0,-27-101-403,-7-31-1608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08:14.322"/>
    </inkml:context>
    <inkml:brush xml:id="br0">
      <inkml:brushProperty name="width" value="0.05" units="cm"/>
      <inkml:brushProperty name="height" value="0.05" units="cm"/>
      <inkml:brushProperty name="color" value="#FFFFFF"/>
    </inkml:brush>
  </inkml:definitions>
  <inkml:trace contextRef="#ctx0" brushRef="#br0">325 0 24575,'-6'3'0,"-11"7"0,-11 8 0,-7 12 0,-6 16 0,-6 18 0,0 19 0,5 22 0,10 17 0,9 16 0,16 13-799,14 10 799,18 3 0,20-1 0,16-6 0,20-8 0,12-12 0,-8-30-7392</inkml:trace>
</inkml:ink>
</file>

<file path=ppt/ink/ink8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02T06:14:07.027"/>
    </inkml:context>
    <inkml:brush xml:id="br0">
      <inkml:brushProperty name="width" value="0.05292" units="cm"/>
      <inkml:brushProperty name="height" value="0.05292" units="cm"/>
      <inkml:brushProperty name="color" value="#FFFF00"/>
    </inkml:brush>
  </inkml:definitions>
  <inkml:trace contextRef="#ctx0" brushRef="#br0">20196 6956 0,'-40'0'15,"27"0"1,-67 14 0,67-1-1,-93 53 1,67-26 0,-27 79-1,39-40 1,1 93-1,52-132 1,67 79 0,-54-106-1,147 0 1,-134-26 0,134-133-1,-160 107 1,14-160-1,-40 147 1,-66-107 15,39 132-31,-65-12 16,78 25 0,-12 14-16,-14 0 15,14 14 1,13-1-16,13 0 0</inkml:trace>
  <inkml:trace contextRef="#ctx0" brushRef="#br0" timeOffset="466.28">20130 7671 0,'0'-14'32,"13"28"-1,-13-1-15,0 79-1,0-52 1,13 106-1,-13-94 1,0-25-16,0 79 16,0-80-1,0 40 1,13-79 0</inkml:trace>
  <inkml:trace contextRef="#ctx0" brushRef="#br0" timeOffset="732.91">20130 7895 0,'0'0'0,"0"-13"15,-14 13-15,1-13 16,0 13-1,-40 0 1,27 0 0,-67 40-1,66-27 1,1 0-16,-40 27 16,66-27-1</inkml:trace>
  <inkml:trace contextRef="#ctx0" brushRef="#br0" timeOffset="1003.02">20011 8028 0,'-14'13'0,"28"-26"0,-41 26 15,-26 40 1,40-53 0,-53 66-1,53-53 1,-1 0-16,-25 14 16,39-14-1,-14 0 1,28-13-1</inkml:trace>
  <inkml:trace contextRef="#ctx0" brushRef="#br0" timeOffset="1310.51">20143 7948 0,'0'0'15,"-13"-13"1,52 26 15,-26 1-15,106 25-1,-105-26 1,39 27 0,-53-27-1,-14-13-15</inkml:trace>
  <inkml:trace contextRef="#ctx0" brushRef="#br0" timeOffset="1503.1">20182 8160 0,'0'0'0,"0"13"15,27 0 1,-1 1 0,1-14-16,79 13 31,-93-13-16</inkml:trace>
  <inkml:trace contextRef="#ctx0" brushRef="#br0" timeOffset="2074.89">21042 7829 0,'0'0'0,"-79"0"16,66-13-16,52 0 31,265 0 0,-211 13-15,343 0 0,-330 0-1,212-14 1,-265 14-1,-27-13-15,14 13 16,-54-13 0,-52 0-1,27 13 1</inkml:trace>
  <inkml:trace contextRef="#ctx0" brushRef="#br0" timeOffset="2366.05">22285 7604 0,'0'0'0,"-26"-13"16,39 26 15,0-13-15,1 14-16,118 52 31,-106-26-15,-39 52-1,-132 1 17,131-93-32,-12 13 15</inkml:trace>
  <inkml:trace contextRef="#ctx0" brushRef="#br0" timeOffset="3155.18">23502 7181 0,'0'27'47,"0"-14"-32,0 93 1,0-67 0,0-12-16,-13 79 15,0-67 1,-1 67-1,14-79 1,0-14-16,14 0 16</inkml:trace>
  <inkml:trace contextRef="#ctx0" brushRef="#br0" timeOffset="3983.93">23529 7168 0,'-14'-13'0,"-12"0"16,39-1 15,14 14-16,118-26 1,-92 26 0,304-26-1,-238 12 1,463 1 0,-423 0-1,13 13-15,0 0 16,0 0-16,-14 0 0,14-13 15,450 13 1,-490 0-16,397 13 31,-463-13-15,106 26 0,-145-26 15,-41 0 0,14 14 16,14-14-31,-14 13-1,0 13 16,0 1-15,0 26 0,0-1-1,0 41 1,-14-27 0,1 0-1,-13 106 1,12-79 15,1-80-15,13 0-16,0 14 15,0-54 17,0 14-17,0 0-15</inkml:trace>
  <inkml:trace contextRef="#ctx0" brushRef="#br0" timeOffset="6645.39">24785 7287 0,'0'0'0,"13"-26"16,-13 12-16,0 1 15,-53 0 1,-79 39 15,106-26-15,-54 67 0,67-54-1,26 66 1,27-52-1,-27-14-15,14 0 16,-1 0-16,1 0 16,-1 1-16,14 12 15,-40-13 1,-119 14 15,52-14-15,41-13-16,13 0 15,-14 0-15,14 0 0,0 0 16</inkml:trace>
  <inkml:trace contextRef="#ctx0" brushRef="#br0" timeOffset="7044.77">24930 7393 0,'0'0'0,"27"-13"0,-14-1 16,-26 1 15,-40 66 1,40 0-17,13-27 1,13 41-1,53-41 17,14-52-1,-54-54 0,-105-12 0,39 92 1</inkml:trace>
  <inkml:trace contextRef="#ctx0" brushRef="#br0" timeOffset="7665.37">25208 7380 0,'0'-14'31,"13"28"-15,-13 25-1,0 1 1,0 53-1,-13-80 1,13 0-16,0 13 16,13-39 15,14-40-15,-14 27-1,27-80 1,-27 80-1,27-40 1,-27 105 15,0-12-15,-13 65 0,0-79-1,27 54 1,12-67 15,-12-67 0,-14 15-15,0-1 0,0 0-1,1 40 1,-1 26 15,-13 0-15</inkml:trace>
  <inkml:trace contextRef="#ctx0" brushRef="#br0" timeOffset="8192.92">25605 7327 0,'0'0'0,"0"-13"31,0 52 1,13-26-17,27 27 1,-27-27-1,27 1 1,-27-14 0,27-27-1,-27 27 1,0-13-16,0-40 31,1 40-31,-14-14 16,-27 67 15,14-27-15,-14 80-1,27-80 1,-26 80 15,26-41 0,13-25-15,0-27 31</inkml:trace>
  <inkml:trace contextRef="#ctx0" brushRef="#br0" timeOffset="10761.12">25195 6216 0,'-13'0'32,"-14"0"46,14 0-63,-27 0 1,-26 40 15,53-27-31,13 0 16,-26 27-1,26 79 17,0-93-17,39 40 1,27-26 15,-39-27-15,-14-13-16,53 13 15,-13-13 1,13-26 0,-26 0-1,0-14 1,13-79 15,-53 106-15,-27-67-1,-13 14 17,14 53-17,13 13 1,-27-13 0,-26 26 15,53 0-16</inkml:trace>
  <inkml:trace contextRef="#ctx0" brushRef="#br0" timeOffset="11248.3">25129 6639 0,'13'-13'16,"-13"0"15,-26 13 1,-14 53-1,27-40-31,-40 53 31,13 53 0,53-53 1,54-26-1,-54-40-31</inkml:trace>
  <inkml:trace contextRef="#ctx0" brushRef="#br0" timeOffset="11608.07">25367 6639 0,'0'-13'31,"13"26"0,27 40 0,13 26 1,-40 40-1,-53-39 0,27-67-15</inkml:trace>
  <inkml:trace contextRef="#ctx0" brushRef="#br0" timeOffset="14153.75">24997 6335 0,'-14'0'31,"-12"0"16,-14 0-32,-13 0 17,40 0-17,-53 0 1,53 0 0,-27 0-1,27 0 1,-14 0-1,27-13 17,0-1-1,0-12 0,0-14 0,0 1 1,14 39-17,-14-40 1,13 27 0,0 0-1,0 13 1,1-14-1,-1 14 1,26 0 0,-25 0-1,25 0 1,27 0 15,-52 0-15,-1 0-16,13 0 15,1 0 1,-1 0 0,-12 0-1,-28-13 95,14 0-95,0-14 1,-13 27 0,13-39-1,0-1 16,13-13 1,-13 40-17,27-27 1,12 1 15,-25 25-15,12 1-1,14 0 17,-1 39-1,1 27 0,-13-13 0,-27 0 1,0-27-32,0 27 31,0-1 0,-14-12 0,14-14-31,0 0 32,0 14-1,27-27 0,-1-27 0,14 14 1,-27 0-1,27 13 0,39 13 0,1 13 1,-54-26-32,27 14 31,-40-14-31,14 13 31,-14-13-31,0 13 16,-13 13 15,0 1 0,-13-1 1,0-12-1,-1-14 0,-25 0 0,25 0-15,-65 0 0,66 0-1,-27 0 1,-13 0-1,40 0 1,-27 0 0,27-14 15</inkml:trace>
  <inkml:trace contextRef="#ctx0" brushRef="#br0" timeOffset="22486.05">21135 6070 0,'0'0'0,"0"27"15,0-14 1,0 40-1,0-27 1,0 54 0,0-14-1,-14 66 1,14-105 0,-13 92-1,13-93 1,-13 67-1,0-80 1,13 53 0,0-53-16,0 14 31,0-14 0,39-13 0,-25 0-15,78 0 0,-65 0-1,-1 0-15,93 0 16,-92 0 0,12 0-16,67 0 15,-53 0 1,40-13-1,-80 13 1,40 0 0,-40 0 15,-26-14 0,0 14-15</inkml:trace>
  <inkml:trace contextRef="#ctx0" brushRef="#br0" timeOffset="23566.25">21135 6004 0,'0'0'0,"13"0"47,132 14-16,-105-14-15,172 13 0,-173-13-1,147 0 1,-134 0 0,15 0 15,-67 13 0,0 27 0,13 39 1,-13 53-1,0-105-31,-13 65 31,-1 27 0,1-13 1,13-40-1,-13 0 0,13-39 0,0-14 1,-13-13-1,-40 0 0,-53 26 0,53-12-15</inkml:trace>
  <inkml:trace contextRef="#ctx0" brushRef="#br0" timeOffset="24715.83">21426 6282 0,'0'-13'16,"0"0"15,-40 39 0,14 53 0,26-52-31,0 26 32,92-27-1,-26-66 0,-26-39 0,-80 13 1,27 53-32</inkml:trace>
  <inkml:trace contextRef="#ctx0" brushRef="#br0" timeOffset="25719.31">21280 5819 0,'40'-40'31,"-27"40"-15,0-52 0,-13 38-1,-26-25 1,-14 25-1,-26 54 17,53-13-17,0-14-15,-14 53 16,27-40 0,0 41-1,0-54 1,40 0-1,-27-13 1,0-13-16,40-27 16,-40 14-1,27-54 1,-40 67 0,13-27-1,-13 80 16,0-14-15,0 1-16,14 26 16,-1-13-1,13-14 1,1-26 0,12-26-1</inkml:trace>
  <inkml:trace contextRef="#ctx0" brushRef="#br0" timeOffset="26147.37">21492 5674 0,'0'0'0,"0"-14"15,0 41 48,0 13-48,13 12 1,0-25 0,-13-14-16,40 40 15,0-66 16,-27 13-15,27-80 0,-27 54-1,-13 13-15,13-53 16,-13 52 0,13-25-1,-13 52 32</inkml:trace>
  <inkml:trace contextRef="#ctx0" brushRef="#br0" timeOffset="26385.19">21822 5568 0,'0'-13'15,"0"-1"-15,-13 14 16,0-26 0,13 52 15,0 14-15,0-13-16,0 78 15,0-39 1,0-26-16,-13 26 15</inkml:trace>
  <inkml:trace contextRef="#ctx0" brushRef="#br0" timeOffset="26939.43">21770 5727 0,'0'0'0,"0"-14"16,13 14 15,13 0-15,40-13 15,-39 0-15,-14-14-1,13-39 16,-26 53-31,0 0 16,0 26 0,0 80 15,0 12 0,0-78-31,0-14 16,0 27 15,27-80 0,39-26 1,-13 40-1,-53 39-31,13 0 15,0 27 1,-13-27-16,14 53 31,-1-66-15</inkml:trace>
  <inkml:trace contextRef="#ctx0" brushRef="#br0" timeOffset="27098.39">22246 5740 0,'0'0'0,"13"-13"31,-13 26-15</inkml:trace>
  <inkml:trace contextRef="#ctx0" brushRef="#br0" timeOffset="27860.63">22232 5753 0,'-13'0'32,"26"0"-32,-26 13 93,40 0-61,12-26-1,-12-40 0,-40-13 0,-27 40 1,27 26-32,-14 79 31,27 27 0,66-40 0,-39-66-31,52-13 32,-52 0-32</inkml:trace>
  <inkml:trace contextRef="#ctx0" brushRef="#br0" timeOffset="32108.24">4034 1839 0,'-27'0'16,"14"0"-1,26 0 1,14 0-1,-14 0-15,80 0 16,-54 0 0,80-14-1,-79 1 1,-27 13 0,-66 27-1</inkml:trace>
  <inkml:trace contextRef="#ctx0" brushRef="#br0" timeOffset="32266.13">4034 1918 0,'-13'13'15,"26"-26"-15,-13 39 16,26-26-16,-12 0 16,91-13-1,67-13 16,-145 26-31</inkml:trace>
  <inkml:trace contextRef="#ctx0" brushRef="#br0" timeOffset="32465.88">4126 2024 0,'0'0'0,"14"0"31,12 0-15,40-14-1,106 1 17,-106 13-32</inkml:trace>
  <inkml:trace contextRef="#ctx0" brushRef="#br0" timeOffset="33811.25">16876 1852 0,'0'0'0,"-13"0"31,26 0 0,40 0 0,66-13 1,-93 13-32,54 0 31,-67 0-31</inkml:trace>
  <inkml:trace contextRef="#ctx0" brushRef="#br0" timeOffset="34028.12">16902 1984 0,'0'0'0,"27"13"32,-14-13-17,67 0 16,-28 0-31,-25 0 0,-14 0 16,14 0-16</inkml:trace>
  <inkml:trace contextRef="#ctx0" brushRef="#br0" timeOffset="69811.3">9258 5462 0,'40'-13'32,"-27"-14"-32,119-65 31,-105 79-15,105-40-1,-106 40 1,67-1-1,-80 14 1,14 0 0</inkml:trace>
  <inkml:trace contextRef="#ctx0" brushRef="#br0" timeOffset="70393.82">11242 5370 0,'0'-14'47,"13"14"-31,66-39 0,-52 39-1,-1-14-15,67 1 16,-67 0-1,14 13 1</inkml:trace>
  <inkml:trace contextRef="#ctx0" brushRef="#br0" timeOffset="71047.06">12697 5409 0,'0'0'0,"0"-13"16,0 0-1,39-14 1,-25 14-16,12 0 16,93-27-1,-92 27 1,65-27-1,-52 27 17</inkml:trace>
  <inkml:trace contextRef="#ctx0" brushRef="#br0" timeOffset="71547.27">14284 5422 0,'13'-13'16,"0"0"-1,93-13 1,-27-1 0,14 14-1,119-27 16,-186 27-31,0 13 0,1-13 16,13 13 15</inkml:trace>
  <inkml:trace contextRef="#ctx0" brushRef="#br0" timeOffset="72067.21">15831 5383 0,'0'0'0,"13"-13"16,67-14-1,-41 14 1,1 13-16,106-27 16,-93 14-1,118-13 1</inkml:trace>
  <inkml:trace contextRef="#ctx0" brushRef="#br0" timeOffset="86355.27">27748 6771 0,'-14'0'16,"1"0"31,40 0 0,-1 0-32,172 0 1,-118 0 0,303-13-1,-184 13 1,52-13-1,0 0 17,-238 13-17,1 0 17</inkml:trace>
  <inkml:trace contextRef="#ctx0" brushRef="#br0" timeOffset="86700.32">29030 6639 0,'0'0'0,"-13"0"16,0 0-1,26 0 1,0 0 0,14 0-16,118 40 15,-105-27 1,79 40-1,-106-40 1,-39 40 0,-1-40-1,1 0-15,-93 14 16,79-14-16</inkml:trace>
  <inkml:trace contextRef="#ctx0" brushRef="#br0" timeOffset="88671.28">29705 6269 0,'0'0'0,"26"0"31,-26 26 1,14 1-32,-14 78 31,0-65-31,13 132 31,-13-145-31,0 131 31,-13-78 1,13-28-1,0-38 0,26-14 16,146 0-16,278 0 1,356 66-1,-210-13 0,-213-40 0,-251-13 1,-118 0-1,-28-13 31</inkml:trace>
  <inkml:trace contextRef="#ctx0" brushRef="#br0" timeOffset="89721.43">30340 6308 0,'0'-13'32,"0"26"61,13 67-61,-13-67-32,0 106 31,0-40 0,13-39 0,-13-13 1,0-41-17</inkml:trace>
  <inkml:trace contextRef="#ctx0" brushRef="#br0" timeOffset="90140.13">30366 6295 0,'0'13'16,"80"-13"15,78 14 0,-52-1 1,-93-13-17,1 0 1</inkml:trace>
  <inkml:trace contextRef="#ctx0" brushRef="#br0" timeOffset="91179.35">31014 6322 0,'14'0'31,"-1"0"-15,0 0-16,93 13 15,-80-13 1,93 0 0,-92 0-1,12 0 1,-39-13-1,-13 13 1,-26 0 15,25 0 1,14 13 30,0 0-46,14 0-16,-14 53 15,13 40 17,-13-79-17,0 39 1,0-53-1,0 40 1,13-40 15</inkml:trace>
  <inkml:trace contextRef="#ctx0" brushRef="#br0" timeOffset="91653.19">31609 6322 0,'0'13'15,"0"0"1,0 0-16,0 27 16,14-14-1,-14 67 1,0 0 15,0-67-15,0-13-16,0 14 15,13-27 1</inkml:trace>
  <inkml:trace contextRef="#ctx0" brushRef="#br0" timeOffset="91983.02">31636 6335 0,'0'0'0,"0"0"32,13 0-17,80 13 1,92-13 15,-119 13-15,13-13-1,-39 0 17</inkml:trace>
  <inkml:trace contextRef="#ctx0" brushRef="#br0" timeOffset="94214.27">30168 5356 0,'0'0'16,"13"-13"0,-26 0 15,-66 26 0,65-13-31,-12 13 16,-14 40-1,53 66 17,133-66-1,-1-40-15</inkml:trace>
  <inkml:trace contextRef="#ctx0" brushRef="#br0" timeOffset="94550.28">30551 5343 0,'-13'-13'31,"-53"13"0,40 13-31,-41 53 32,67 27-1,80-27 0,39-66 0</inkml:trace>
  <inkml:trace contextRef="#ctx0" brushRef="#br0" timeOffset="94713.27">30499 5475 0,'-14'0'32,"67"0"-1,-26-13-31,78 0 16</inkml:trace>
  <inkml:trace contextRef="#ctx0" brushRef="#br0" timeOffset="95108.18">30789 5396 0,'0'0'0,"-26"0"31,-14 26 1,27 54-1,53-27 0,39-40 0,-52-13-31,39-40 32,-66-39-1,-106 26 0,53 53-31</inkml:trace>
  <inkml:trace contextRef="#ctx0" brushRef="#br0" timeOffset="96277.23">31900 5370 0,'27'-14'31,"-14"1"0,-92 26 0,-27 27 1,93-40-32,0 26 31,105 27 0,14 0 0,-80-26 1,-131-14-1,-14-13 0,105 0-31</inkml:trace>
  <inkml:trace contextRef="#ctx0" brushRef="#br0" timeOffset="96732.04">32006 5489 0,'0'0'0,"-53"13"16,93-13 31,26 0-16,-53-13-15,14-14-1,-14 14 1,-13-27 0,-13 27-1,-14 0 1,-12 39 15,39-13-15,-14 1-16,14 25 15,0-12-15,14-14 16,25 27 0,-12-40-16,26 13 15</inkml:trace>
  <inkml:trace contextRef="#ctx0" brushRef="#br0" timeOffset="97114.03">32191 5396 0,'0'0'31,"40"40"0,0-1-15,-27-12-1,0-1 17,-26-13-17,0-13 1,13-13-1,0-26 1,53-28 15,-40 54-15,27-13 0,-27 26-1,0 39 1</inkml:trace>
  <inkml:trace contextRef="#ctx0" brushRef="#br0" timeOffset="97545.27">32403 5409 0,'0'0'0,"13"-13"16,0 53 15,1 26 0,-14-40-15,0 1-1,13-14 17,0-26-17,0-27 1,27-39 15,-27 65-15,0-12-1,-13 66 17,14-27-32</inkml:trace>
  <inkml:trace contextRef="#ctx0" brushRef="#br0" timeOffset="97741.45">32628 5528 0,'0'0'16</inkml:trace>
  <inkml:trace contextRef="#ctx0" brushRef="#br0" timeOffset="152601.82">13847 6626 0,'-26'-13'16,"13"13"78,-1 0-63,1 0 0,40 0 16,-14 0-31,93 0-1,-40 0 1,53 0 0,-93 0-1,27-14 1</inkml:trace>
  <inkml:trace contextRef="#ctx0" brushRef="#br0" timeOffset="152949.29">13913 6732 0,'0'0'16,"14"0"-1,39 13 17,-40-13-17,66 0 1,-26-13-1,-26 13 1,-1 0-16,0 0 0,-12-14 0,-1 14 16,13 0-1,-39 0 1</inkml:trace>
  <inkml:trace contextRef="#ctx0" brushRef="#br0" timeOffset="155596.29">25936 5660 0,'0'0'0,"0"-13"32,13 13-1,13 13 0,-12 1-15,52 65-1,-53-66-15,66 93 32,-52-53-17,-1 0 1,1-53 15</inkml:trace>
  <inkml:trace contextRef="#ctx0" brushRef="#br0" timeOffset="155910.4">26200 5594 0,'-13'0'16,"-14"14"-1,-52 78 17,-13 27-1,12 0 0,67-79-15,0-14-1,26-26-15</inkml:trace>
  <inkml:trace contextRef="#ctx0" brushRef="#br0" timeOffset="156384.22">26584 5608 0,'26'-40'31,"-52"80"-31,39-80 31,-119 53 1,14 66-1,118 27 0,0-93-15,1 14-16,79 13 15,-14 13 17,-92-40-17,-53 13 1,-105-13 15,65-52 0</inkml:trace>
  <inkml:trace contextRef="#ctx0" brushRef="#br0" timeOffset="156794.99">26782 5660 0,'0'0'16,"13"0"0,1 27 15,-14 13-15,0-14-16,0 0 0,0 1 15,0 26 1,52 53 15,54-120 0,-13-105 1,-93 80-32,13-1 15,-13 14-15,0-14 0,0 13 16,-13 1-16,0-14 15,-27 40 17,40 14-32</inkml:trace>
  <inkml:trace contextRef="#ctx0" brushRef="#br0" timeOffset="157279.28">27219 5674 0,'0'0'16,"0"26"31,0 80-16,-14 0 0,1-80 0,13-79 1,40-79-1,-27 66-16,53-40 17,-53 106-32,67 53 31,-41 66 0,-12 0 0,-40-40 1</inkml:trace>
  <inkml:trace contextRef="#ctx0" brushRef="#br0" timeOffset="157495.82">27351 5766 0,'0'0'31,"-27"0"-31,80 0 31,-26 0-31,92-13 16</inkml:trace>
  <inkml:trace contextRef="#ctx0" brushRef="#br0" timeOffset="157737.38">27655 5700 0,'0'-13'16,"-13"26"15,13 0-31,0 93 31,0-13 1,0-54-1</inkml:trace>
  <inkml:trace contextRef="#ctx0" brushRef="#br0" timeOffset="158000.71">27668 5740 0,'0'0'32,"-13"-106"-32,0 40 31,13 53-31,53 13 31,52 39 0,-12 107 1,-93-107-32,0 41 31,-13-14-16</inkml:trace>
  <inkml:trace contextRef="#ctx0" brushRef="#br0" timeOffset="158197.1">27708 5779 0,'-40'-13'31,"80"26"-31,-14-39 31,14 39-31,66 0 16</inkml:trace>
  <inkml:trace contextRef="#ctx0" brushRef="#br0" timeOffset="161964.81">1931 7195 0,'0'-14'0,"13"14"140,14 0-124,-1 0-16,1 14 16,197-14-1,-157-14-15,171 1 31,-146 13-15,-26-13 0,-53 13-1</inkml:trace>
  <inkml:trace contextRef="#ctx0" brushRef="#br0" timeOffset="163879.19">2420 7790 0,'-13'0'16,"0"0"15,26 0 1,146 0-1,-106 0-31,13 0 15,264 0 1,1-14 15,-291 14-15,-14-13-16,27 13 16</inkml:trace>
  <inkml:trace contextRef="#ctx0" brushRef="#br0" timeOffset="164400.29">4827 7790 0,'0'0'15,"-13"13"1,0-13-16,79 13 31,13-13-15,199 13 15,-27-26 0,-198 0 0</inkml:trace>
  <inkml:trace contextRef="#ctx0" brushRef="#br0" timeOffset="164997.01">7420 7829 0,'-14'-13'31,"67"0"16,238 0-16,-79-1 1,-172 14-1,-67 0-31</inkml:trace>
  <inkml:trace contextRef="#ctx0" brushRef="#br0" timeOffset="208437.25">3492 10686 0,'0'-13'47,"13"13"0,-13 13-32,13-13-15,0 0 0,0 0 16,14 13-16,105 0 16,-79-13-1,238 13 1,-212-13 0,226 0 15,-173-13-16,-119 13 17,0 0-17,1 0-15</inkml:trace>
  <inkml:trace contextRef="#ctx0" brushRef="#br0" timeOffset="209027.16">6970 10884 0,'40'0'15,"-80"0"-15,172 0 16,-79 0-16,13 0 0,0 0 16,146 0-1,-146 0 1,159 0 0,-199 0 15</inkml:trace>
  <inkml:trace contextRef="#ctx0" brushRef="#br0" timeOffset="210332.27">10541 10858 0,'-13'0'15,"39"0"32,106 0-15,-79 0-32,146 0 31,-54 0 0,-264 0 0,-198 0 1,132 0-1,304 0 0,-53 0-31,264 0 31</inkml:trace>
  <inkml:trace contextRef="#ctx0" brushRef="#br0" timeOffset="211091.48">12631 10858 0,'26'0'31,"172"0"1,-26-13-1,-211 13 0,12 0-31,-158 0 31,145 0 1,54 13-32</inkml:trace>
  <inkml:trace contextRef="#ctx0" brushRef="#br0" timeOffset="211721.26">14786 10858 0,'0'0'0,"106"0"31,251-13 0,0-14 1,-317 27-32,26-13 31</inkml:trace>
  <inkml:trace contextRef="#ctx0" brushRef="#br0" timeOffset="212435.88">18516 10831 0,'0'0'0,"212"0"31,290-26 0,-79-1 0,-370 14-31,0 0 32</inkml:trace>
  <inkml:trace contextRef="#ctx0" brushRef="#br0" timeOffset="-200783.78">3981 11823 0,'26'13'93,"1"-13"-77,118 14 0,-92-14-1,304 0 1,-277 0-1,118 0 1,-119 0 15</inkml:trace>
  <inkml:trace contextRef="#ctx0" brushRef="#br0" timeOffset="-199761.14">6044 11955 0,'0'0'0,"-13"0"16,39 0 47,120 0-32,-93 0-31,238 0 31,-106 0 0,-119 0 1</inkml:trace>
  <inkml:trace contextRef="#ctx0" brushRef="#br0" timeOffset="-199062.89">8041 11969 0,'0'0'15,"-26"-14"1,-14 14 15,80 0 16,79 14-31,132-1 15,-92-13 0,-146 0-31,0 0 31</inkml:trace>
  <inkml:trace contextRef="#ctx0" brushRef="#br0" timeOffset="-189618.4">6507 11069 0,'13'-13'125,"-13"0"-109,14-14-1,-1 14 17,-13 40 15,0-14-32,0 66 1,0-26-1,13 13 1,-13-53 0,0 14-16,0 13 15,0 12 17,13-38-1,-13-1-16</inkml:trace>
  <inkml:trace contextRef="#ctx0" brushRef="#br0" timeOffset="-189263.77">6507 11334 0,'13'13'110,"14"0"-95,26 27 17,-40-40-17,0 0-15,0 13 0</inkml:trace>
  <inkml:trace contextRef="#ctx0" brushRef="#br0" timeOffset="-188896.2">6692 11334 0,'-13'13'63,"0"-13"-48,-40 26 1,0 1 15,40-14-15,26-13 46</inkml:trace>
  <inkml:trace contextRef="#ctx0" brushRef="#br0" timeOffset="-187059.47">8173 11016 0,'0'-13'31,"0"53"32,0-27-47,14 66-1,-1 27 16,-13-53 1,0-40-17,0 1-15</inkml:trace>
  <inkml:trace contextRef="#ctx0" brushRef="#br0" timeOffset="-186691.18">8173 11268 0,'0'13'79,"14"27"-48,-1-40-16,0 26 1,-13-13 0,27-13-1</inkml:trace>
  <inkml:trace contextRef="#ctx0" brushRef="#br0" timeOffset="-186349.58">8332 11294 0,'-26'27'94,"13"-14"-94,-1 0 16,1 0 15,13 0-31,-13-13 31</inkml:trace>
  <inkml:trace contextRef="#ctx0" brushRef="#br0" timeOffset="-184339.74">9086 11572 0,'0'-40'32,"13"27"-1,-13 39-16,-26 27 32,13 0-31,13-40 0,0-26 30,26-106-14,-13 80-32,53-133 31,1 105 0,-41 186 0,-13 27 1,-13-120-32</inkml:trace>
  <inkml:trace contextRef="#ctx0" brushRef="#br0" timeOffset="-184151.5">9126 11506 0,'0'0'16,"-27"0"-1,93 0 17,27 0-17</inkml:trace>
  <inkml:trace contextRef="#ctx0" brushRef="#br0" timeOffset="-183659.69">9562 11479 0,'0'-13'31,"-13"-13"1,0 26-32,-27 13 15,0 53 17,27-26-1,26-54 0,1 14-15,12-66-1,-13 40 1,14-93 0,-27 92-1,13 1-15,-13-14 16,-13 120 15,13-41-15,-13 67-1,13-79 1,0-1-16</inkml:trace>
  <inkml:trace contextRef="#ctx0" brushRef="#br0" timeOffset="-182808.52">9602 11426 0,'0'0'0,"0"-13"31,0 26 0,0 1-15,13 52-1,-13-53 1,0 13 0,0-12 15,0-28-16,40-25 1,-27 26 0,-13-14-16,26-26 15,-12 40 1,-1 13-16,0-13 16,-13 52 15,0-25-16,0 25 1,0-25 0,13-1-1,1-26 17,-1-1-17,13-39 1,14 27 15,-27 66 0,-13-27-15,0 0-16,0 40 31,13-27-15,14-52 15,-27 13-15,40-53-1,-40 52 1,0 1-16,13 0 0,-13 0 16,0-1-16,0 41 31,0-1-16,0 41 1,13-15 15,0-38-15</inkml:trace>
  <inkml:trace contextRef="#ctx0" brushRef="#br0" timeOffset="-182263.68">10038 11426 0,'14'0'31,"-1"14"0,0-1-15,-13 13 0,0-12-1,0-1 1,13-26 31,0-14-32,27-13 1,-13 27 0,-1 53 15,-13-27-15,-13 14-1,13 12-15</inkml:trace>
  <inkml:trace contextRef="#ctx0" brushRef="#br0" timeOffset="-175508.74">4087 12550 0,'13'-991'47,"80"1982"-16,131-977 0,67-1 1,-66 13-1,-185-26 0,-27 0-15</inkml:trace>
  <inkml:trace contextRef="#ctx0" brushRef="#br0" timeOffset="-174726.14">6414 12590 0,'40'0'32,"119"0"-1,172 0 0,-54 13 0,-237-13-31,-14 0 16,27 0 0,-39 0 15</inkml:trace>
  <inkml:trace contextRef="#ctx0" brushRef="#br0" timeOffset="-173983.53">9827 12524 0,'0'0'31,"39"13"31,160 0-30,-146-13-32,224-13 31,-118 13 0,-159-13-15,13 13-1</inkml:trace>
  <inkml:trace contextRef="#ctx0" brushRef="#br0" timeOffset="-172790.73">14323 12484 0,'0'0'16,"-26"-13"0,-14 13 15,106 0 0,-26 0-31,238 27 31,-14-14 1,-184 0-1</inkml:trace>
  <inkml:trace contextRef="#ctx0" brushRef="#br0" timeOffset="-172126.31">16440 12564 0,'52'0'31,"94"13"-16,224 13 17,-105-26-1,-212-13 0,-67 13-15</inkml:trace>
  <inkml:trace contextRef="#ctx0" brushRef="#br0" timeOffset="-171045.63">18569 12484 0,'13'0'15,"172"27"17,119-14-1,-251 0-16,80-13 1,-120 0 0,0 13-1,-26-13 1,0-13 0</inkml:trace>
  <inkml:trace contextRef="#ctx0" brushRef="#br0" timeOffset="-170690.68">19614 12643 0,'0'0'0,"66"-13"16,106 13 0,-119-13-1</inkml:trace>
  <inkml:trace contextRef="#ctx0" brushRef="#br0" timeOffset="-162777.45">19548 11572 0,'0'0'0,"0"-27"15,0 1 17,0 13-1,0 119 63,13 13-63,-13-27 0,0-79-31</inkml:trace>
  <inkml:trace contextRef="#ctx0" brushRef="#br0" timeOffset="-162273.7">19481 11770 0,'0'13'32,"0"-26"-32,14 66 31,25-13 0,41-27 0,-27-13 1,-14-40-1,-39 14 0,-13 26 16,-27 40-16,1-14 1,12 0-17</inkml:trace>
  <inkml:trace contextRef="#ctx0" brushRef="#br0" timeOffset="-156189.27">2063 13132 0,'0'0'15,"-13"-13"16,0 13 1,0 0-1,13 13-15,13-13-1,159 14 16,-133-14-31,28 0 0,-15 0 16,1 0-16,119 0 16,-132 0-1,0 0-15,39 0 16,-53 0-16,1-14 31,-27 28 16,13-14-31</inkml:trace>
  <inkml:trace contextRef="#ctx0" brushRef="#br0" timeOffset="-155156.41">3941 13159 0,'0'0'0,"-13"0"15,0 0 16,39 0 16,54 0-31,105 0 15,-146-13-15,-12 13-16,39 0 15,-13 0 17,-40 0 93,0 0 15,1 0-108,-1 0-32</inkml:trace>
  <inkml:trace contextRef="#ctx0" brushRef="#br0" timeOffset="-154405.17">6163 13172 0,'13'0'62,"106"0"-30,159 13-1,26-13 0,-211 0 0</inkml:trace>
  <inkml:trace contextRef="#ctx0" brushRef="#br0" timeOffset="-153668.7">9734 13119 0,'0'0'0,"13"0"32,120 0-1,290 13 0,-344-13-15,199 0-1,-225 0 1,39 0 0,-78 0-1,-41-13 1,14 13 0</inkml:trace>
  <inkml:trace contextRef="#ctx0" brushRef="#br0" timeOffset="-141843.54">25870 6771 0,'0'-13'15,"0"0"1,0 0 15,0-1 0,13 14 48,13 14-64,40 12 1,-39-26-1,79 53 1,-80-27 0,0-12-16,14 12 0,-13 14 15,78 105 1,-91-92 0,65 159-1,-66-159 1,53 251-1,-39-26 17,-27-120-17,-66 199 1,39-264 0,-105 264-1,92-278 1,-118 199-1,118-225 1,-79 145 0,92-158-1,-39 92 1,53-105 15,13-41 63,0-25-63,0 26-15,0-27-1,-13 27 1,13-14 0,0 14 15,0 0 0,-13-1 0,-1 28 16,1 52-15,0 0-1,13-53-16,13 14 1,-13-14 0,53-13-1,-40 0 1,67-13 0,-54 13 15,-13 0-16</inkml:trace>
  <inkml:trace contextRef="#ctx0" brushRef="#br0" timeOffset="-141187.54">25116 9363 0,'0'0'16,"-14"-13"-16,1 13 0,-53-13 16,53 13-1,-80 53 1,80-27 0,-13 1-16,-1 52 15,27-53 1,40 67-1,-14-66 1,146 39 0,-132-66-1,119-40 1,-133 27 0,53-93-1,-65 79-15,-28-118 31,-78 105 1,65 40-17,-39 27-15</inkml:trace>
  <inkml:trace contextRef="#ctx0" brushRef="#br0" timeOffset="-140664.75">25023 9826 0,'0'0'31,"-13"27"-15,0-14 0,-27 53-1,27-53 1,-27 53 0,27-52-1,13-1 1,0 0-1,53 13 1,0-12 0,171 25 15,-197-39-15,79 0-1,-80-66 16,-26 40-31,0 13 16,-13-67 0,-27-12 15,27 78-15</inkml:trace>
  <inkml:trace contextRef="#ctx0" brushRef="#br0" timeOffset="-139546.27">25235 9218 0,'-40'-13'32,"-79"39"-1,53 27 0,106 0 0,-14-53-31,80 13 32,-53-53-1,-80-12 0,-65 38 0,65 14-31</inkml:trace>
  <inkml:trace contextRef="#ctx0" brushRef="#br0" timeOffset="-138372.66">25684 9972 0,'0'-14'31,"0"28"-31,-13-54 31,26 40 0,1 53 1,-14-27-32,0 54 31,0-41 0,13-52 0,53-79 1,40-41-1,-40 94 0,-66 105 0,-27 13 1,27-66-32,14 1 31,52-41 0,26-39 0,-39 79 1,-53 0-32,0 80 31,13-67-16</inkml:trace>
  <inkml:trace contextRef="#ctx0" brushRef="#br0" timeOffset="-137959.33">26319 9945 0,'0'0'0,"13"-79"31,-52 92 1,-1 40-1,27-40-31,0 14 31,26-27 0,27-40 1,-1 14-1,-26 39-31,1 40 31,-14-27-31,-14 53 31,1-52-15,-26-1 0</inkml:trace>
  <inkml:trace contextRef="#ctx0" brushRef="#br0" timeOffset="-137597.1">26478 9826 0,'53'27'31,"-106"-54"-31,119 120 31,-66-67-31,-13 40 31,-27-39 1,67-80-1,52-66 0,-13 79 0,-66 106-15</inkml:trace>
  <inkml:trace contextRef="#ctx0" brushRef="#br0" timeOffset="-133759.25">26478 9522 0,'26'-13'93,"-12"0"-77,25-14 0,80-65 15,-105 65-31,12 1 16,53-67-1,67-79 16,-14-26 1,-53 39-1,-26 14 0,-39 105-31,25-105 31,41-80 1,-41 53-1,-26-13 0,-13 13 0,-13 13 1,13 119-32,-13-65 31,-13-67 0,12 145-15,1-12-16,-79-107 31,65 120-31,1-1 16,-67-79 15,80 93-31,-14 0 16,-26-27-1,40 27-15,-106-40 31,-13 0 1,39 40-1,27 0 0,27 0 0,12 13 1,1 0-1,12 0 0</inkml:trace>
  <inkml:trace contextRef="#ctx0" brushRef="#br0" timeOffset="-133368.17">26663 6467 0,'0'0'16,"-13"0"15,-53 0 1,13 13-17,26-13-15,-26 14 16,-13 39 15,66-40-31,0 0 0,0 13 31,93 27 1,-80-39-32,0-1 15,14-13-15,-14 13 16,0 0-16,14 0 15</inkml:trace>
  <inkml:trace contextRef="#ctx0" brushRef="#br0" timeOffset="-126872.15">24587 6639 0,'0'0'0,"-14"-13"32,1 0 46,0-14-47,0 27-31,-14-26 16,-65-14 15,78 40-15,-105-26-1,93 26 1,-120-27-1,120 27 1,-14 0-16,-65-13 16,65 13-1,-172 0 1,173 0 0,-133 0-1,119 0 1,-159 13-1,146 0 1,-199 14 0,199-14-1,-264 27 1,12-1 15,252-25-15,-198 39-1,198-40 1,-159 53 0,172-53-1,-146 53 1,147-39 0,-120 52-1,132-66 1,-13 14-16,-79 52 15,52-26 1,-65 66 0,118-106-1,-92 80 1,106-80 0,-13 0-16,-14 14 15,40-14-15,-26 13 31,52-52 79,-26 13-95</inkml:trace>
  <inkml:trace contextRef="#ctx0" brushRef="#br0" timeOffset="-126372.81">20540 7128 0,'0'0'0,"13"-26"31,0 26-15,-13-13 0,0 39 31,-13-13-32,0 40 1,-1-26-1,1-14-15,0 40 16,0-27 0,-1-12-16,1 25 15,13-12 1,0-14 0,13 0 15,1-13-16,-1 0-15,40 0 16,-27 0 0,40 0-1,-39 0 1,12 13 0,-39 1-1,40-1 1,-40 0-1</inkml:trace>
  <inkml:trace contextRef="#ctx0" brushRef="#br0" timeOffset="-107215.11">3267 13780 0,'-13'0'63,"-14"0"-32,14 0-31,-14 0 31,27 14 0,40-14-15,383-14 15,331-12 1,13 13-1,-634 13-31,197 0 31,-237 0-15</inkml:trace>
  <inkml:trace contextRef="#ctx0" brushRef="#br0" timeOffset="-106775.41">3121 13966 0,'80'0'31,"-27"0"-31,409-14 31,821 1 1,-198 0-1,-464 13 0</inkml:trace>
  <inkml:trace contextRef="#ctx0" brushRef="#br0" timeOffset="-104369.3">21875 5330 0,'0'0'32,"-66"-53"-32,-66 0 31,92 53-31,-158 40 31,145-14-31,-198 133 31,198-119-31,-212 277 32,146 66-17,146-52 16,-1-278-15,146 159 15,-119-160-31,212 120 32,-199-132-32,291 66 31,13-133-16,-26-145 32,-80-92-15,-224 211-32,92-211 15,-105 197 1,-1-223-1,-39 223 1,-185-237 0,-120 119 15,252 172-15,-185-66-1,198 79 1,-93 0-1</inkml:trace>
  <inkml:trace contextRef="#ctx0" brushRef="#br0" timeOffset="-103707.86">19852 6070 0,'0'0'0,"-13"0"16,26 14-1,40-1 1,92 0-1,-79-13 1,-13 0-16,185-13 16</inkml:trace>
  <inkml:trace contextRef="#ctx0" brushRef="#br0" timeOffset="-103489.71">20368 5951 0,'-14'-26'16,"28"26"-1,12 0 1,1 40 0,-27 92-1,-225 132 16</inkml:trace>
  <inkml:trace contextRef="#ctx0" brushRef="#br0" timeOffset="-96203.49">11983 13688 0,'0'0'0,"-14"0"31,28 0 1,91 26-17,-52-26 1,265 27 15,-94-14-15</inkml:trace>
  <inkml:trace contextRef="#ctx0" brushRef="#br0" timeOffset="-95918.11">12234 13992 0,'0'0'0,"13"0"16,40 0 0,-27 0-1,14-13-15,0 13 16,-1-13-16,14 13 0,66-14 15,-66 1-15,225 13 32,-238 0-17,52 13 1,-79-13 0</inkml:trace>
  <inkml:trace contextRef="#ctx0" brushRef="#br0" timeOffset="-95103.64">15805 13727 0,'0'0'0,"0"14"31,119-41 1,-66 27-32,13-13 15,185 0 1,-158 13-16,198 0 31,-146-13 0,-132 13-15</inkml:trace>
  <inkml:trace contextRef="#ctx0" brushRef="#br0" timeOffset="-94690.67">17921 13794 0,'-66'-14'31,"132"28"-31,-172-41 32,146 27-17,158 0 17,-145 0-32,0 0 15,304 0 16,-159 13 1,-92 1-17</inkml:trace>
  <inkml:trace contextRef="#ctx0" brushRef="#br0" timeOffset="-94162.5">21148 13780 0,'0'0'31,"66"0"-31,185 0 31,173 14 1,-54-14-1,-317 0-31,53 0 16</inkml:trace>
  <inkml:trace contextRef="#ctx0" brushRef="#br0" timeOffset="-74340.75">4126 16161 0,'0'0'0,"-52"0"31,38 13-31,-39-13 32,159 0-1,-53-13-31,278-27 31,-225 27-31,343-40 31,-184 27-15,-159 12 0,13-12 15,-146 26 0,14 0-31</inkml:trace>
  <inkml:trace contextRef="#ctx0" brushRef="#br0" timeOffset="-74030.99">5436 15843 0,'0'0'0,"-40"-13"31,27 13-31,53 13 47,92 27-16,-66 13 0,-172 119 1,-39-80-32</inkml:trace>
  <inkml:trace contextRef="#ctx0" brushRef="#br0" timeOffset="-72041.85">6824 17311 0,'0'-13'62,"14"0"-30,-14 39-1,0 173 0,0-146-15,-14-1-16,14 239 31,0-264-31,0 13 16,0-14-1,14-13-15</inkml:trace>
  <inkml:trace contextRef="#ctx0" brushRef="#br0" timeOffset="-71608.51">6811 17325 0,'0'0'0,"-13"13"31,0 0-31,-27 53 31,0 40 16</inkml:trace>
  <inkml:trace contextRef="#ctx0" brushRef="#br0" timeOffset="-71350.7">6864 17311 0,'13'0'0,"-26"0"0,53 0 32,-27 14-17,0-1-15,1 0 0,-1 0 16,26 14-1,1 65 1</inkml:trace>
  <inkml:trace contextRef="#ctx0" brushRef="#br0" timeOffset="-69383.35">1799 15195 0,'0'0'16,"53"40"15,-40-13-31,13-14 16,40 40-1,67 145 17,-107-158-17,67 65 1,-14-65 15,-13-172 0,-39-119 1,-41 52-1,14 186-31,0 0 16,0 39 15</inkml:trace>
  <inkml:trace contextRef="#ctx0" brushRef="#br0" timeOffset="-69139.6">2566 15407 0,'0'0'0,"0"53"31,26 26 1,27 53-1,-40-105 0</inkml:trace>
  <inkml:trace contextRef="#ctx0" brushRef="#br0" timeOffset="-69003.77">2645 15182 0,'-13'-13'16,"26"26"-16,-53-53 31,27 67-15</inkml:trace>
  <inkml:trace contextRef="#ctx0" brushRef="#br0" timeOffset="-68079.41">2751 15539 0,'0'0'0,"-27"-13"16,41 13 15,-1 0-15,53 0 15,-39 0-31,12-13 31,-12-53 1,-27 39-32,-40-39 31,-13 66-15,53 13-1,-13 14-15,0 65 16,26 14 31,53-79-16,-40-41-31,41-39 31,-28-105 0,-26 65 1,1 146-1,12 40-15,-26-67-1,40 14 16,26-93-15,-13-53 15,-53 80-15,26-1 15,-12 27-31,-1 13 0,-13 1 16,13-1-16,27 53 15,-27-53 1,40 14 15,-40-27-31,40-80 32,-53-105-1,-27 159-31,-78-1 15,52 54 1</inkml:trace>
  <inkml:trace contextRef="#ctx0" brushRef="#br0" timeOffset="-66795.24">2486 16346 0,'0'-13'0,"0"26"0,0-53 16,-13 1 15,13 25 79,13-25-79,-13 25-16,0 1-15,-26 0 16,13 0 0,0 13-16,-80 39 15,-13 28 1,-13 105 15,119-120-15,146 15 15,-107-67-15,67-27-1,-93 1 1,-39 26 0,13 0-1,-93 53 1,40 52 15,79-65-15,13-27-16,67-13 15,92-66 17</inkml:trace>
  <inkml:trace contextRef="#ctx0" brushRef="#br0" timeOffset="-66337.36">2883 16359 0,'0'-13'0,"0"26"0,13-79 31,-26 53-31,-13-14 31,-40 54 0,66-1-31,-53 93 32,79-39-1,54-107 0,-41-26-15,-26 27-16,27-173 31,-40 160-15,0-1-16,-26-39 15,-1 118 17,27-12-17,13 13-15,-13-1 0,67 133 31,-28-119-15,-26-26-16,14-14 16,-1-13-16</inkml:trace>
  <inkml:trace contextRef="#ctx0" brushRef="#br0" timeOffset="-66178.54">3108 16148 0,'-13'13'0,"26"-26"0,-26 52 16,13-12-16,0-1 0,0 80 31,26-53-15</inkml:trace>
  <inkml:trace contextRef="#ctx0" brushRef="#br0" timeOffset="-66038.52">3161 15949 0,'0'0'0,"-13"0"16,-1 53 0</inkml:trace>
  <inkml:trace contextRef="#ctx0" brushRef="#br0" timeOffset="-65786.94">3346 16029 0,'13'-27'31,"-26"54"-31,26-1 31,-13 0-31,0 1 0,0 13 16,14 118 15,-1-131-31,-13-14 16,26 27 0</inkml:trace>
  <inkml:trace contextRef="#ctx0" brushRef="#br0" timeOffset="-65638.76">3373 16108 0,'0'0'0,"-14"-27"31,28 27-31,65-26 31,-39 13-31</inkml:trace>
  <inkml:trace contextRef="#ctx0" brushRef="#br0" timeOffset="-65031.82">2513 17139 0,'0'0'0,"0"-26"16,13 26 15,14 66 1,12 80-1,-12-41 0,-27-158 0,0-158 1,13-40-1,53 171 0,-53 93-31,67 133 31,-67-106-31,79 145 32,-65-146-32</inkml:trace>
  <inkml:trace contextRef="#ctx0" brushRef="#br0" timeOffset="-64491.18">2764 17153 0,'-26'0'16,"52"0"-16,-39 0 31,39-14-31,67-52 31,26-13 1,-93 79-32,1 0 31,26 132 0,0 0 0,-27-65-15,-52-107 15,-1 27-15,-12-106 15,12-40 0,27 146-31,66-27 16,-39 40 15,79 93 1,-106 12-1,-40-52-16</inkml:trace>
  <inkml:trace contextRef="#ctx0" brushRef="#br0" timeOffset="-64044.71">3320 16994 0,'0'0'0,"0"26"31,0-12-31,0-1 0,0 0 16,13 53 15,0 0 0,0-39 0,-26-27-31,0 0 0,-14-53 32,-25-93-1,38 107-31,14-80 16,14 105-1,-1 1-15,79 0 16,27 92 15,-105-65-15,-28 65-1,1-66 1,-13 0-16</inkml:trace>
  <inkml:trace contextRef="#ctx0" brushRef="#br0" timeOffset="-62930.19">3478 16862 0,'0'0'0,"53"0"15,-40 0 1,27 26 0,-27-13-1,27 14 1,-40-14-1,-13 0 1,0-13 15,13-13-15,0 0-16,53-67 16,26 1 15,-79 66-16,13 13 1,-26 13 0,0 40-1,-1-40 1,14 14-16,0 12 16,14-25-1,25 12 1,14-52 15,-40 12-15,-13 1-16,0-40 15,0 40 1,-13 0-16,-13-40 16,13 40-1,-1 13 1,28 0 15,25-27 0,-26 14 1,1 39 14,-1-12-30,40 39 0,-40-40-1,27 13 1,-27-26 0,0-13-1,-13 0-15,13-40 31,-13 13-15,0 1 0,0 25-1,14 41 1,-14-14 0,13 13-1,-13-12-15,40-1 31,-27-26-15,26-27 0,-12 0-1,-14-52 1,-13 79 0,-13-14-16,-27 27 15,14 13 1,-14 67-1,106 12 17,-39-92-17,-1 0-15,40-26 16</inkml:trace>
  <inkml:trace contextRef="#ctx0" brushRef="#br0" timeOffset="-56540.56">16770 17444 0,'0'0'0,"-13"-27"16,13 14 0,-26-14 15,26 94 0,0-41-15,0 14-16,0 13 0,-14-1 15,-12 187 1,26-187 0</inkml:trace>
  <inkml:trace contextRef="#ctx0" brushRef="#br0" timeOffset="-46193.76">17617 17470 0,'-14'0'16,"14"13"0,27 0-1,26 1 1,-27-1-1,1-13-15,145 0 16,-133-13 0,133-14-1</inkml:trace>
  <inkml:trace contextRef="#ctx0" brushRef="#br0" timeOffset="-46012.84">17551 17721 0,'-27'14'15,"54"-28"-15,-14 28 16,40-14-16,449-67 31</inkml:trace>
  <inkml:trace contextRef="#ctx0" brushRef="#br0" timeOffset="-40655.43">28184 16306 0,'0'27'31,"0"-54"-31,-26 93 32,105-66 15,331 0-16,-278 0-31,516 27 31,-463-14-31,450 27 16,-503-40-1,239 13 1,-332-13 0,1 0-16,-27 0 15,1 0 1,-14-13 62,0 0-62</inkml:trace>
  <inkml:trace contextRef="#ctx0" brushRef="#br0" timeOffset="-40332.14">30856 16227 0,'0'0'0,"-27"0"16,-39-40-1,40 27 1,-27 0-1,39 13 1,54 26 31,-27-13-31,67 80-1,-67-53 1,13 132-1,-26-106 1,-172 119 0</inkml:trace>
  <inkml:trace contextRef="#ctx0" brushRef="#br0" timeOffset="-32618.26">11255 14614 0,'13'-40'31,"-26"80"-31,-53-120 31,40 67-31,-146-14 32,-199 27-1,279 0-31,-371 27 31,331-14-31,-662 40 31,-145 13 1,-13 40-1,-14 66 0,781-119-31,-569 145 31,582-145-31,-648 225 32,212 13-1,185 66 0,251-93-15,106 186 15,317-93 0,-159-291-31,609 225 32,-515-238-17,224 53-15,568 39 31,874-39 1,-14-80-1,265-65 0,-1666 12-31,12 14 16,2368-119 15,-357-27 0,0 0 1,-172-12-1,-145-15 0,-1746 147-31,1031-107 31,40-158 1,-939-66-1,-502-40 0,-80 330-31,-371-277 31,253 265-31,-663-265 32,583 277-32,-1177-263 31,-358 65 0,-343 40 0,-318 119 1,1931 119-32,-1494 66 31,1521-26-31,-966 118 15</inkml:trace>
  <inkml:trace contextRef="#ctx0" brushRef="#br0" timeOffset="-31009.57">25327 13860 0,'0'-27'31,"13"80"1,93 106-1,13 26 0,-105-172-31,12 14 16</inkml:trace>
  <inkml:trace contextRef="#ctx0" brushRef="#br0" timeOffset="-30791.46">25658 13860 0,'0'0'31,"0"0"-31,-13 13 0,-14 40 15,-26 13-15,27-26 16,-14-1-16,14 1 16,-14 0-16,14-1 0,-67 67 47,93-93-47</inkml:trace>
  <inkml:trace contextRef="#ctx0" brushRef="#br0" timeOffset="-30402.7">26094 13913 0,'27'-27'15,"-54"54"-15,54-67 16,-27 0-1,-13 27 1,-54 26 0,41-13-1,-67 66 1,80-52 0,13 12-16,13 27 15,1-27 1,-1-12-16,93 78 15,-93-79 1,0 67 0,-39-67-1,-93 40 1,79-40 0,14-13-16,-14 0 15</inkml:trace>
  <inkml:trace contextRef="#ctx0" brushRef="#br0" timeOffset="-30163.59">26518 14071 0,'0'0'0,"-80"14"16,67-14-1,53 0 1,-14 0 0,146 0-1,-132 0 1,52-14 0</inkml:trace>
  <inkml:trace contextRef="#ctx0" brushRef="#br0" timeOffset="-29713.38">27205 13873 0,'0'0'0,"0"-13"16,-13-1-1,26-12 1,-66 13 15,27 13-15,0 13-16,-67 27 15,93-27 1,26 80 0,1-67-1,92 53 1,-93-52 0,-12-14-16,-14 40 15,-27-27 1,-92 14-1,26-40 17</inkml:trace>
  <inkml:trace contextRef="#ctx0" brushRef="#br0" timeOffset="-29330.34">27536 14018 0,'0'0'0,"-93"0"32,80 0-17,-13 0 1,39 0-16,93 14 31,66-28 0,-93-65 1,-79 53-32,-26 12 15,-54-25 1,41 39-16,-147 66 31,147 0-15,78 132 15,133-145-15</inkml:trace>
  <inkml:trace contextRef="#ctx0" brushRef="#br0" timeOffset="-28853.55">28184 13952 0,'0'0'16,"13"-13"-1,-13 0-15,13-40 31,-26 26-15,-93 54 15,-52 118 1,144 1-1,200-93 0</inkml:trace>
  <inkml:trace contextRef="#ctx0" brushRef="#br0" timeOffset="-28507.18">28435 13913 0,'-26'-27'31,"52"54"-31,-79-54 32,27 93-1,-1 67 0,80-54 0,66-106 1,-26-92-1,-80-13 0,-13 119-31,0 0 16</inkml:trace>
  <inkml:trace contextRef="#ctx0" brushRef="#br0" timeOffset="-27998.66">28845 13846 0,'-26'-13'31,"52"26"-31,-12 27 32,-1-27-32,26 80 31,-12 0 0,-54-80 0,14-79 1,26 52-32,93-118 31,0 79 0,-80 119 0,-12 67 1,-14-107-32,13 40 31,0-53-31</inkml:trace>
  <inkml:trace contextRef="#ctx0" brushRef="#br0" timeOffset="-27816.15">29388 13516 0,'13'-66'31,"-26"132"-31,-14-106 32,27 67-17</inkml:trace>
  <inkml:trace contextRef="#ctx0" brushRef="#br0" timeOffset="-27515.08">29599 13661 0,'0'0'0,"-26"14"31,26 38 1,-14 160-1,-25-40 0,39-146-31</inkml:trace>
  <inkml:trace contextRef="#ctx0" brushRef="#br0" timeOffset="-26837.27">29454 13979 0,'0'0'31,"-27"-27"-31,80 27 31,93 0 0,-27-26 1,-80-1-17,14-39 16,-66 93 1,0 52-1,39-26 0,106-40 0,-52-66 1,-67 14-1,-92 197 0,-14 318 0,67-224 1,-120-345-1,120 40-15,-14-304 15,53 317-31,14 14 15,131 39 17</inkml:trace>
  <inkml:trace contextRef="#ctx0" brushRef="#br0" timeOffset="-26629.24">30366 14190 0,'-13'14'16,"13"-1"15</inkml:trace>
  <inkml:trace contextRef="#ctx0" brushRef="#br0" timeOffset="-26298.25">30591 13979 0,'0'0'16,"-40"13"0,40 0-1,27 93 1,-27-66 0,13 171 15,-13-158-31,-13-13 0,-93 66 15,-119-146 17,186 13-17</inkml:trace>
  <inkml:trace contextRef="#ctx0" brushRef="#br0" timeOffset="-26148.61">30604 13635 0,'0'0'0,"-13"13"15,-13 27 17,26-27-17</inkml:trace>
  <inkml:trace contextRef="#ctx0" brushRef="#br0" timeOffset="-25716.2">30856 13939 0,'0'-13'31,"-14"13"0,-12 26 1,13-12-17,13 38 1,0-38-1,13 12-15,27 53 32,-1 40-17,-39-105 1,-39 25 0,25-25-1,-39-28 1,40 14-1,13-53 1,13 27 0</inkml:trace>
  <inkml:trace contextRef="#ctx0" brushRef="#br0" timeOffset="-24869.3">31147 13966 0,'26'0'0,"-52"0"0,26 13 31,-27 0-15,14 0-16,-40 27 16,40-27-1,13 14-15,-13 39 16,13-53 0,13 40-1,-13-40 1,66 13-1,-53-26 1,80-39 0,-80 26-16,40-67 31,-53 54-15,0 13-16,-27-40 15,1 26 1,13 27-16,-27 0 15,27 13 1,-14 27 0,27-27-1,0 1 1,53-1 15,-40-13-31,40-27 31,-13 14-15,-27 0-16,1 13 16,-1 0-1,-13 26 1,13-12 0,0 65-1,14 0 16,-27-66-15,13 1-16,0-1 16,0-13-1,-13 13-15,27-26 16,-14 0 0,80-80-1,-67 67 1,80-93-1,-93 105 1,0 14-16,-13 14 16,0-1-1,-13 13-15,0 67 16,0-27 0,26 13-1,0-65 1,14-14-16</inkml:trace>
  <inkml:trace contextRef="#ctx0" brushRef="#br0" timeOffset="-24453.33">26954 14812 0,'0'0'15,"93"13"1,12-13-16,28 0 16,250-40-1,808-39 1,-848 66 0,980-14-1,-1045 27-15,449 67 31,-581-67-15,-265-40 0</inkml:trace>
  <inkml:trace contextRef="#ctx0" brushRef="#br0" timeOffset="-4526.01">21426 8755 0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2.892"/>
    </inkml:context>
    <inkml:brush xml:id="br0">
      <inkml:brushProperty name="width" value="0.05" units="cm"/>
      <inkml:brushProperty name="height" value="0.05" units="cm"/>
      <inkml:brushProperty name="color" value="#FFFFFF"/>
    </inkml:brush>
  </inkml:definitions>
  <inkml:trace contextRef="#ctx0" brushRef="#br0">0 127 24575,'12'-9'0,"-1"0"0,1 1 0,1 1 0,22-10 0,-34 16 0,0 0 0,0 1 0,0-1 0,0 1 0,0-1 0,0 1 0,0-1 0,0 1 0,0 0 0,0-1 0,0 1 0,0 0 0,0 0 0,1 0 0,-1 0 0,0 0 0,0 0 0,0 0 0,0 0 0,0 1 0,0-1 0,0 0 0,0 1 0,0-1 0,0 1 0,0-1 0,0 1 0,0-1 0,0 1 0,0 0 0,0-1 0,0 1 0,0 0 0,-1 0 0,1-1 0,0 1 0,-1 0 0,1 0 0,-1 0 0,1 0 0,-1 0 0,1 0 0,-1 0 0,1 0 0,-1 0 0,0 0 0,1 2 0,0 8 0,0-1 0,0 0 0,-1 1 0,-1 14 0,1-5 0,1 7 0,1 0 0,2 0 0,1-1 0,10 35 0,-10-46 0,0 0 0,1 0 0,0-1 0,2 0 0,-1 0 0,2-1 0,0 0 0,18 21 0,-22-29 0,-1-1 0,1 0 0,0 0 0,0 0 0,1 0 0,-1-1 0,1 0 0,0 0 0,0 0 0,0-1 0,0 0 0,0 0 0,0-1 0,1 0 0,-1 0 0,0 0 0,1-1 0,-1 1 0,1-2 0,-1 1 0,1-1 0,-1 0 0,0 0 0,1-1 0,-1 1 0,0-2 0,8-3 0,1-1 0,0-2 0,0 0 0,-1 0 0,-1-1 0,0-1 0,0 0 0,-1-1 0,0-1 0,13-18 0,-10 10 0,0-1 0,-2 0 0,0-1 0,16-45 0,-23 53 0,-1 0 0,-1 0 0,-1-1 0,0 0 0,-1 0 0,0 0 0,-2 0 0,0 0 0,-2-18 0,2 30-68,-1 1 0,0-1-1,0 0 1,0 1 0,0-1 0,0 1-1,-1-1 1,1 1 0,-1 0 0,0 0-1,0 0 1,0 0 0,-1 0 0,1 0-1,-1 0 1,1 0 0,-1 1-1,0 0 1,-5-4 0,-10-2-6758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3.328"/>
    </inkml:context>
    <inkml:brush xml:id="br0">
      <inkml:brushProperty name="width" value="0.05" units="cm"/>
      <inkml:brushProperty name="height" value="0.05" units="cm"/>
      <inkml:brushProperty name="color" value="#FFFFFF"/>
    </inkml:brush>
  </inkml:definitions>
  <inkml:trace contextRef="#ctx0" brushRef="#br0">492 177 24575,'2'-2'0,"-1"0"0,1 0 0,-1 0 0,1 0 0,-1 0 0,0 0 0,0 0 0,0-1 0,-1 1 0,1 0 0,0-1 0,-1 1 0,1 0 0,-1-1 0,0 1 0,0-1 0,0 1 0,0 0 0,0-1 0,-1 1 0,1-1 0,-1 1 0,1 0 0,-1-1 0,0 1 0,0 0 0,-1-3 0,-1 0 0,0-1 0,-1 1 0,1 0 0,-1 0 0,0 0 0,-1 0 0,1 1 0,-1 0 0,-6-5 0,-2 1 0,0 1 0,0 0 0,0 1 0,-1 0 0,0 1 0,0 1 0,-1 0 0,-28-3 0,20 5 0,0 0 0,1 2 0,-1 1 0,1 0 0,-29 7 0,42-6 0,-1 0 0,1 1 0,-1 0 0,1 1 0,0 0 0,1 0 0,-1 1 0,1 0 0,0 1 0,-9 7 0,14-10 0,0-1 0,1 1 0,-1 0 0,1 0 0,-1 0 0,1 0 0,0 0 0,1 0 0,-1 1 0,0-1 0,1 1 0,0-1 0,0 1 0,0 0 0,0-1 0,0 1 0,1 0 0,0 0 0,0-1 0,0 1 0,0 0 0,0 0 0,1 0 0,0-1 0,0 1 0,0 0 0,0-1 0,0 1 0,3 3 0,1 3 0,1-1 0,0 0 0,0 0 0,1 0 0,1-1 0,-1 0 0,1-1 0,0 0 0,11 7 0,15 9 0,39 19 0,-58-34 0,207 101 0,-214-104 0,-1 0 0,1 0 0,-1 0 0,0 1 0,7 8 0,-12-12 0,-1 0 0,0 0 0,1 0 0,-1 0 0,0-1 0,0 2 0,0-1 0,0 0 0,0 0 0,0 0 0,0 4 0,-1-5 0,0 0 0,0 1 0,0-1 0,0 0 0,0 0 0,-1 0 0,1 0 0,0 0 0,-1 0 0,1 0 0,-1 0 0,1 0 0,-1 0 0,1 0 0,-1 0 0,0 0 0,0 0 0,1 0 0,-1 0 0,0 0 0,0-1 0,0 1 0,0 0 0,-1 0 0,-5 3 0,1-1 0,-1 0 0,0 0 0,0-1 0,0 1 0,0-2 0,-1 1 0,-6 0 0,-64 2 0,59-4 0,-199 0-1365,165 0-5461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5.071"/>
    </inkml:context>
    <inkml:brush xml:id="br0">
      <inkml:brushProperty name="width" value="0.05" units="cm"/>
      <inkml:brushProperty name="height" value="0.05" units="cm"/>
      <inkml:brushProperty name="color" value="#FFFFFF"/>
    </inkml:brush>
  </inkml:definitions>
  <inkml:trace contextRef="#ctx0" brushRef="#br0">385 894 24575,'-1'0'0,"1"0"0,-1 1 0,0-1 0,1 0 0,-1 0 0,1 0 0,-1 1 0,0-1 0,1 0 0,-1 1 0,1-1 0,-1 1 0,1-1 0,0 0 0,-1 1 0,1-1 0,-1 1 0,1-1 0,0 1 0,-1-1 0,1 1 0,0 0 0,-1-1 0,1 1 0,0-1 0,0 1 0,0 0 0,0-1 0,0 1 0,-1-1 0,1 2 0,0 22 0,8 92 0,-4 1 0,-6 0 0,-23 163 0,-142 475-376,8-59 42,159-691 334,-12 64 0,-6 126 0,18-175 0,0 0 0,2 0 0,0-1 0,1 1 0,1-1 0,1 1 0,0-1 0,2 0 0,0-1 0,1 0 0,13 21 0,-12-26 35,0-1 1,1 0-1,1 0 1,0-1-1,1-1 1,0 0-1,0-1 1,1 0-1,26 13 1,-2-4 82,1-2 1,63 18-1,20-3-781,200 25 0,133-13-1034,-358-36 1614,1764 125-7361,-1342-97 5710,4125 245-2326,-1641-153 4011,1-106 59,-1667-64 449,-10-71 177,-743 28 225,-15-49 1098,-488 109-1447,-2-2 0,78-40-1,-127 53-131,-1-2 0,0 0 0,-1-2 0,0-1 0,-2-1 0,0-1 0,-2-1 0,22-27 0,-35 36-333,0 0-1,-1-1 0,-1 0 1,0-1-1,-1 1 0,0-2 1,-2 1-1,0-1 0,4-22 1,-6 16-43,-1 1-1,-1-1 1,-1 0 0,-1 0-1,-1 0 1,-6-29 0,-2 10-13,-1 1 1,-28-64-1,-45-70 318,-183-292 1296,-23 11-1794,78 125 263,-39-82 821,29-14 0,187 348-895,-124-238 0,139 284 0,-2 0 0,-2 2 0,0 0 0,-2 2 0,-1 1 0,-2 1 0,-32-24 0,23 25-11,-2 2 1,-1 2 0,-1 1-1,0 2 1,-2 2-1,-62-15 1,-2 7-57,-170-18-1,-414 5-1247,-5 49-1354,-347 40 808,0 22-530,332-23 1698,-6159 288-1020,5529-318 1662,4-55 1305,924 9 94,-124-6 1594,1 24-1321,228 26 1264,266-13-2339,1 3-1,0 1 1,0 2 0,1 2-1,-44 19 1,67-24-466,0 1-1,1 1 1,0 0 0,1 2 0,0-1 0,1 2-1,0 0 1,1 1 0,1 0 0,0 1 0,1 1-1,-14 22 1,24-34-80,0 1 0,1-1 0,-1 1 0,1-1 0,0 1 0,0 0 0,0-1 0,1 1 0,0 0 0,-1 0 0,2 0 0,-1-1 0,1 1 0,1 8 0,0-3 0,-2-6 0,0-1 0,0 1 0,0 0 0,0-1 0,-1 1 0,0-1 0,1 1 0,-1-1 0,0 1 0,-1-1 0,1 0 0,-1 0 0,1 1 0,-1-1 0,0 0 0,0 0 0,0-1 0,-4 4 0,-5 6 0,-1-1 0,-25 18 0,2-1 0,19-14-273,1 1 0,1 1 0,0 0 0,-18 29 0,18-21-6553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6.360"/>
    </inkml:context>
    <inkml:brush xml:id="br0">
      <inkml:brushProperty name="width" value="0.05" units="cm"/>
      <inkml:brushProperty name="height" value="0.05" units="cm"/>
      <inkml:brushProperty name="color" value="#FFFFFF"/>
    </inkml:brush>
  </inkml:definitions>
  <inkml:trace contextRef="#ctx0" brushRef="#br0">540 173 24575,'5'-4'0,"-1"0"0,0-1 0,0 0 0,0 0 0,-1 0 0,1 0 0,-1-1 0,0 1 0,-1-1 0,4-11 0,-5 15 0,-1-1 0,1 0 0,-1 0 0,0 1 0,0-1 0,0 0 0,0 0 0,0 1 0,-1-1 0,1 0 0,-1 0 0,0 1 0,1-1 0,-1 1 0,-1-1 0,1 1 0,0-1 0,-1 1 0,1-1 0,-1 1 0,1 0 0,-1 0 0,0 0 0,0 0 0,0 0 0,-4-2 0,-2-1 0,-1 0 0,0 0 0,0 1 0,0 1 0,0-1 0,-1 2 0,1-1 0,-1 1 0,0 0 0,0 1 0,1 0 0,-1 1 0,0 0 0,0 1 0,-17 2 0,3 2 0,-1 0 0,1 1 0,1 2 0,0 0 0,-27 14 0,33-13 0,1 0 0,0 1 0,1 1 0,0 0 0,1 1 0,0 1 0,0 0 0,2 1 0,0 1 0,0 0 0,-16 29 0,23-35 0,0 0 0,1 1 0,0 0 0,0-1 0,1 1 0,1 0 0,0 0 0,0 1 0,1-1 0,0 0 0,1 1 0,0-1 0,0 0 0,1 1 0,1-1 0,0 0 0,0 0 0,1 0 0,0 0 0,1 0 0,0-1 0,10 18 0,-5-15 0,0 0 0,1 0 0,0-1 0,1 0 0,0 0 0,1-2 0,0 1 0,0-1 0,1-1 0,0-1 0,1 1 0,0-2 0,27 9 0,-3-4 0,0-1 0,0-3 0,1-1 0,49 1 0,-13-4 0,-1-4 0,86-11 0,-112 5 0,0-2 0,0-2 0,-1-2 0,59-25 0,-90 31 0,-1 0 0,0-1 0,0-1 0,-1 0 0,0-1 0,-1 0 0,0-1 0,-1-1 0,18-21 0,-24 26 0,-1-1 0,0 0 0,0-1 0,-1 1 0,0-1 0,0 0 0,-1 0 0,0 0 0,-1 0 0,0 0 0,0-1 0,-1 1 0,0-1 0,-1 1 0,0-1 0,0 0 0,-1 1 0,-3-13 0,2 15 0,1 0 0,-2 0 0,1 0 0,-1 0 0,0 1 0,0-1 0,-1 1 0,0 0 0,0 0 0,0 0 0,-1 0 0,0 1 0,0 0 0,-7-6 0,8 8 0,-1 0 0,1 0 0,-1 0 0,0 1 0,0 0 0,0 0 0,0 0 0,0 0 0,-1 1 0,1 0 0,0 0 0,-1 1 0,1-1 0,0 1 0,-1 0 0,1 1 0,-1-1 0,1 1 0,-9 2 0,2 1 0,1 0 0,0 1 0,0 0 0,0 1 0,1 0 0,0 1 0,0 0 0,0 0 0,1 1 0,0 0 0,-11 15 0,14-17 0,1 0 0,1 1 0,-1-1 0,1 1 0,0 0 0,1 0 0,0 1 0,0-1 0,0 1 0,1-1 0,0 1 0,1 0 0,0 0 0,0 0 0,0 0 0,1 0 0,1 0 0,1 11 0,-2-16 0,1 1 0,0-1 0,0 1 0,0-1 0,1 1 0,-1-1 0,1 0 0,0 0 0,-1 1 0,2-2 0,-1 1 0,0 0 0,0 0 0,1-1 0,0 1 0,4 3 0,-3-4 0,1 0 0,-1 1 0,1-2 0,-1 1 0,1 0 0,-1-1 0,1 0 0,0 0 0,0 0 0,0-1 0,5 0 0,4 0 0,0-2 0,0 0 0,0 0 0,0-1 0,0-1 0,0 0 0,18-9 0,-16 5 0,-1-1 0,0 0 0,0-1 0,0-1 0,-2 0 0,1-1 0,-1-1 0,-1 0 0,17-24 0,-16 25 0,-13 12 0,0 0 0,1 0 0,-1 0 0,0 0 0,0-1 0,0 1 0,1 0 0,-1 0 0,0 0 0,0 0 0,0 0 0,1 0 0,-1 0 0,0 0 0,0 0 0,1 0 0,-1 0 0,0 1 0,0-1 0,0 0 0,1 0 0,-1 0 0,0 0 0,0 0 0,0 0 0,1 0 0,-1 1 0,0-1 0,0 0 0,0 0 0,0 0 0,1 0 0,-1 1 0,0-1 0,1 3 0,0 0 0,0 0 0,0 0 0,-1 0 0,1 0 0,-1 6 0,1 1 0,1 5 0,0 1 0,1-1 0,1 1 0,0-1 0,10 23 0,-11-33 0,-1 0 0,1 0 0,0 0 0,0-1 0,0 1 0,1-1 0,-1 0 0,1 0 0,0 0 0,1-1 0,-1 1 0,0-1 0,1 0 0,0 0 0,0-1 0,0 1 0,0-1 0,0 0 0,8 2 0,-3-3 0,-1 0 0,1 0 0,0-1 0,0 0 0,0-1 0,0 0 0,0 0 0,0-1 0,0 0 0,0-1 0,-1 0 0,0-1 0,1 0 0,-1 0 0,-1-1 0,11-7 0,6-5 0,-1-2 0,-1 0 0,-1-1 0,21-26 0,-42 45 0,1-2 0,1 0 0,0 0 0,0 0 0,0 1 0,6-5 0,-9 7 0,0 0 0,1 0 0,-1 0 0,0 0 0,1-1 0,-1 1 0,0 0 0,1 0 0,-1 0 0,0 0 0,1 0 0,-1 0 0,1 0 0,-1 0 0,0 0 0,1 0 0,-1 0 0,0 0 0,1 0 0,-1 1 0,0-1 0,1 0 0,-1 0 0,0 0 0,0 0 0,1 0 0,-1 1 0,1 0 0,0 0 0,-1 0 0,1 0 0,-1 0 0,1 0 0,-1 0 0,0 0 0,1 0 0,-1 0 0,0 0 0,0 0 0,1 0 0,-1 2 0,2 114 0,-3-79 0,7 72 0,11-27 0,46 139 0,-61-212 0,-9-25 0,-12-28 0,-10-35 0,2-2 0,5 0 0,3-1 0,-14-127 0,32 194 0,0 1 0,1-1 0,1 1 0,0-1 0,0 0 0,2 1 0,5-20 0,-6 28 0,0-1 0,1 0 0,-1 1 0,1-1 0,1 1 0,-1 0 0,1 0 0,0 0 0,0 1 0,0-1 0,0 1 0,1 0 0,0 1 0,0-1 0,0 1 0,0-1 0,1 2 0,9-5 0,1 2 0,-1 1 0,1 0 0,0 1 0,0 1 0,0 1 0,0 0 0,26 2 0,-5 3 0,0 1 0,42 11 0,-61-11 0,1 1 0,-1 0 0,19 10 0,-32-14 0,-1 0 0,1 1 0,-1-1 0,1 1 0,-1 0 0,0 0 0,-1 1 0,1-1 0,0 1 0,-1 0 0,0 0 0,0 0 0,0 0 0,0 1 0,-1-1 0,4 9 0,-5-10 0,-1 0 0,0 1 0,0-1 0,0 0 0,0 0 0,0 0 0,-1 0 0,1 0 0,-1 0 0,0 1 0,0-1 0,0-1 0,-1 1 0,1 0 0,-1 0 0,1 0 0,-1-1 0,0 1 0,0-1 0,0 1 0,0-1 0,0 0 0,-1 0 0,1 0 0,-4 2 0,-7 5 0,-1 0 0,1-1 0,-24 10 0,-4 0-682,-75 20-1,70-26-6143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7.277"/>
    </inkml:context>
    <inkml:brush xml:id="br0">
      <inkml:brushProperty name="width" value="0.05" units="cm"/>
      <inkml:brushProperty name="height" value="0.05" units="cm"/>
      <inkml:brushProperty name="color" value="#FFFFFF"/>
    </inkml:brush>
  </inkml:definitions>
  <inkml:trace contextRef="#ctx0" brushRef="#br0">441 396 24575,'3'-4'0,"-1"0"0,0 0 0,0 0 0,-1 0 0,1-1 0,-1 1 0,0 0 0,0-1 0,-1 1 0,1-1 0,-1 1 0,0-9 0,0 2 0,1 4 0,1-36 0,-2-50 0,-1 81 0,0 0 0,-1 1 0,0-1 0,-1 1 0,0 0 0,-1 0 0,0 0 0,0 0 0,-10-15 0,12 22 0,-1 0 0,0 1 0,1-1 0,-1 1 0,0 0 0,-1 0 0,1 0 0,-1 0 0,1 1 0,-1-1 0,0 1 0,0 0 0,0 0 0,0 0 0,0 1 0,0 0 0,-7-2 0,5 2 0,-1 1 0,1 0 0,-1 0 0,1 1 0,0 0 0,-1 0 0,1 0 0,0 1 0,0 0 0,-12 5 0,-1 2 0,1 2 0,0 0 0,1 1 0,0 1 0,1 1 0,-19 20 0,19-17 0,0 1 0,2 0 0,0 1 0,1 1 0,2 0 0,-13 27 0,20-38 0,0 0 0,1 0 0,0 1 0,0-1 0,1 1 0,0 0 0,1 0 0,0 0 0,1 0 0,0-1 0,0 1 0,1 0 0,0 0 0,1 0 0,0 0 0,1-1 0,4 13 0,-4-18 0,-1 1 0,1 0 0,0-1 0,0 1 0,0-1 0,1 0 0,-1 0 0,1 0 0,0-1 0,0 1 0,1-1 0,-1 0 0,1 0 0,6 3 0,-3-3 0,-1 0 0,1-1 0,0 0 0,0 0 0,0-1 0,0 0 0,0 0 0,0-1 0,8 0 0,-3-1 0,0-1 0,0 0 0,0-1 0,0 0 0,0-1 0,-1-1 0,1 1 0,-1-2 0,-1 0 0,1 0 0,16-13 0,-19 11 0,0 0 0,0-1 0,-1 0 0,0-1 0,-1 1 0,0-1 0,-1-1 0,1 1 0,5-15 0,-3 0 0,-1 0 0,-1-1 0,5-29 0,-6 30 0,-1 20 0,1 15 0,0 11 0,-1-2 0,1 1 0,1-1 0,0 0 0,20 35 0,-25-51 0,0 0 0,0 0 0,0 0 0,1 0 0,-1 0 0,1 0 0,0-1 0,0 1 0,-1-1 0,2 0 0,-1 0 0,0 0 0,0 0 0,1 0 0,-1-1 0,1 1 0,-1-1 0,1 0 0,-1 0 0,1-1 0,0 1 0,0-1 0,-1 1 0,1-1 0,0 0 0,0-1 0,-1 1 0,1-1 0,0 0 0,-1 1 0,1-2 0,0 1 0,5-3 0,11-6 0,0-1 0,0-1 0,20-17 0,-15 11 0,-24 17 0,0 0 0,1 0 0,-1 0 0,0 0 0,0 0 0,1 1 0,-1-1 0,0 0 0,1 1 0,-1-1 0,0 1 0,1 0 0,-1-1 0,1 1 0,-1 0 0,1 0 0,-1 0 0,1 0 0,-1 0 0,0 0 0,1 1 0,-1-1 0,3 1 0,-2 1 0,0-1 0,0 1 0,0-1 0,-1 1 0,1 0 0,-1-1 0,1 1 0,-1 0 0,0 0 0,0 0 0,0 0 0,0 1 0,0-1 0,1 4 0,6 25 0,-1 0 0,-1 1 0,2 48 0,-2-20 0,5 50 0,20 128 0,-30-233 0,-1 0 0,1 0 0,1 1 0,-1-1 0,1 0 0,0 0 0,0 0 0,3 5 0,-5-10 0,0 0 0,0 0 0,0 0 0,0 1 0,0-1 0,0 0 0,0 0 0,0 0 0,0 0 0,0 0 0,0 0 0,0 0 0,0 0 0,0 0 0,0 1 0,0-1 0,1 0 0,-1 0 0,0 0 0,0 0 0,0 0 0,0 0 0,0 0 0,0 0 0,0 0 0,0 0 0,0 0 0,0 0 0,0 0 0,1 0 0,-1 0 0,0 0 0,0 0 0,0 0 0,0 0 0,0 0 0,0 0 0,0 0 0,0 0 0,1 0 0,-1 0 0,0 0 0,0 0 0,0 0 0,0 0 0,0 0 0,0 0 0,0 0 0,0 0 0,0 0 0,0 0 0,1 0 0,-1 0 0,0 0 0,0 0 0,0-1 0,0 1 0,0 0 0,0 0 0,0 0 0,0 0 0,0 0 0,0 0 0,0 0 0,0 0 0,0 0 0,0-1 0,1-11 0,-3-16 0,-63-281 0,38 202 0,-24-207 0,50 301 0,0 0 0,1 0 0,1 0 0,0 0 0,4-18 0,-5 28 0,1 0 0,0 0 0,0 0 0,0 0 0,1 0 0,-1 0 0,1 0 0,0 0 0,-1 0 0,1 1 0,1-1 0,-1 1 0,0-1 0,0 1 0,1 0 0,-1 0 0,1 0 0,0 0 0,0 1 0,0-1 0,0 1 0,0 0 0,0-1 0,0 1 0,0 1 0,6-2 0,3 1 0,0 1 0,-1 0 0,1 1 0,0 0 0,0 1 0,-1 0 0,1 0 0,20 9 0,3 3 0,47 26 0,-74-36 0,1 1 0,-1 0 0,0 0 0,-1 1 0,13 11 0,-18-15 0,0 0 0,-1 0 0,1 0 0,-1 0 0,1 1 0,-1-1 0,0 0 0,0 1 0,0-1 0,0 0 0,0 1 0,0-1 0,-1 1 0,1 0 0,-1-1 0,0 1 0,0-1 0,0 1 0,0 0 0,0-1 0,0 1 0,-1-1 0,1 1 0,-1 0 0,-1 3 0,-3 3-87,0-1-1,-1 0 1,0 0-1,0 0 0,0-1 1,-1 0-1,0 0 1,-1-1-1,-10 8 1,12-10-403,-14 13-6336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7.712"/>
    </inkml:context>
    <inkml:brush xml:id="br0">
      <inkml:brushProperty name="width" value="0.05" units="cm"/>
      <inkml:brushProperty name="height" value="0.05" units="cm"/>
      <inkml:brushProperty name="color" value="#FFFFFF"/>
    </inkml:brush>
  </inkml:definitions>
  <inkml:trace contextRef="#ctx0" brushRef="#br0">1 195 24575,'1'0'0,"0"1"0,0-1 0,0 1 0,0-1 0,0 1 0,0-1 0,0 1 0,0 0 0,0 0 0,-1-1 0,1 1 0,0 0 0,0 0 0,-1 0 0,1 0 0,0 0 0,-1 0 0,1 0 0,-1 0 0,0 0 0,1 0 0,0 2 0,7 26 0,-2 8 0,-2 1 0,-2 0 0,-3 63 0,-1-60 0,2 1 0,10 77 0,26 5 0,-33-116 0,-13-44 0,2 0 0,2 0 0,1 0 0,1-38 0,4 6 0,10-85 0,-5 111 0,20-76 0,-20 100 0,1 1 0,1 0 0,0 0 0,1 0 0,1 1 0,18-26 0,-23 38 0,-1-1 0,0 2 0,1-1 0,0 0 0,0 1 0,0-1 0,1 1 0,-1 0 0,1 1 0,-1-1 0,1 1 0,0 0 0,0 0 0,6-1 0,-6 2 0,-1 1 0,1-1 0,0 1 0,-1 0 0,1 1 0,-1-1 0,1 1 0,-1 0 0,1 0 0,-1 0 0,0 1 0,1-1 0,-1 1 0,0 0 0,0 0 0,6 5 0,0 1 0,-1-1 0,-1 1 0,1 1 0,-1-1 0,-1 1 0,0 1 0,0-1 0,-1 1 0,0 1 0,-1-1 0,0 1 0,0 0 0,-1 0 0,-1 0 0,0 0 0,0 1 0,-1 0 0,-1-1 0,0 1 0,-1 0 0,0 0 0,-1 12 0,-1-18 0,1-1 0,-1 0 0,0 0 0,0 0 0,0 0 0,0-1 0,-1 1 0,0-1 0,0 1 0,0-1 0,-1 0 0,0 0 0,1 0 0,-1-1 0,-1 1 0,1-1 0,0 0 0,-1 0 0,1-1 0,-1 1 0,0-1 0,0 0 0,-7 2 0,-5 1 0,0-1 0,0 0 0,-1-1 0,0-1 0,-31 0 0,-16-5-1365,5-4-5461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1.075"/>
    </inkml:context>
    <inkml:brush xml:id="br0">
      <inkml:brushProperty name="width" value="0.05" units="cm"/>
      <inkml:brushProperty name="height" value="0.05" units="cm"/>
      <inkml:brushProperty name="color" value="#FFFFFF"/>
    </inkml:brush>
  </inkml:definitions>
  <inkml:trace contextRef="#ctx0" brushRef="#br0">35 0 24575,'-3'4'0,"-1"0"0,1 0 0,1 1 0,-1-1 0,0 1 0,1-1 0,0 1 0,0 0 0,0 0 0,1 0 0,0 0 0,-2 10 0,1 6 0,1 38 0,1-50 0,5 94 0,21 111 0,-3-27 0,-15-100-273,-4 0 0,-3 1 0,-5-1 0,-16 95 0,10-129-6553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1.545"/>
    </inkml:context>
    <inkml:brush xml:id="br0">
      <inkml:brushProperty name="width" value="0.05" units="cm"/>
      <inkml:brushProperty name="height" value="0.05" units="cm"/>
      <inkml:brushProperty name="color" value="#FFFFFF"/>
    </inkml:brush>
  </inkml:definitions>
  <inkml:trace contextRef="#ctx0" brushRef="#br0">1 8 24575,'0'0'0,"0"0"0,0-1 0,0 1 0,0 0 0,0 0 0,0-1 0,-1 1 0,1 0 0,0 0 0,0 0 0,0-1 0,1 1 0,-1 0 0,0 0 0,0-1 0,0 1 0,0 0 0,0 0 0,0 0 0,0-1 0,0 1 0,0 0 0,0 0 0,1 0 0,-1-1 0,0 1 0,0 0 0,0 0 0,0 0 0,1 0 0,-1-1 0,0 1 0,0 0 0,0 0 0,1 0 0,-1 0 0,0 0 0,0 0 0,0 0 0,1 0 0,-1-1 0,10 8 0,6 15 0,40 101 0,-36-76 0,27 48 0,-38-80 0,0 0 0,1 0 0,1-1 0,0-1 0,16 15 0,-24-24 0,1-1 0,-1 0 0,1 0 0,0-1 0,0 1 0,0-1 0,0 0 0,0 0 0,0 0 0,0-1 0,1 1 0,-1-1 0,1 0 0,-1 0 0,1-1 0,0 1 0,-1-1 0,1 0 0,-1 0 0,1-1 0,0 1 0,-1-1 0,1 0 0,-1-1 0,5-1 0,3-2 0,-2-1 0,1-1 0,-1 0 0,0-1 0,0 1 0,0-2 0,-2 1 0,1-2 0,9-11 0,9-17 0,25-43 0,-47 72 0,23-42 320,-10 20-533,-14 24-316,-5 11-414,-6 13-5883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1.857"/>
    </inkml:context>
    <inkml:brush xml:id="br0">
      <inkml:brushProperty name="width" value="0.05" units="cm"/>
      <inkml:brushProperty name="height" value="0.05" units="cm"/>
      <inkml:brushProperty name="color" value="#FFFFFF"/>
    </inkml:brush>
  </inkml:definitions>
  <inkml:trace contextRef="#ctx0" brushRef="#br0">0 74 24575,'3'-3'0,"4"-7"0,0-4 0,-3-4 0,-9 2 0,-3 4-8191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2.246"/>
    </inkml:context>
    <inkml:brush xml:id="br0">
      <inkml:brushProperty name="width" value="0.05" units="cm"/>
      <inkml:brushProperty name="height" value="0.05" units="cm"/>
      <inkml:brushProperty name="color" value="#FFFFFF"/>
    </inkml:brush>
  </inkml:definitions>
  <inkml:trace contextRef="#ctx0" brushRef="#br0">1537 1 24575,'-271'53'-223,"-635"132"-1240,858-174 1443,-90 22 202,112-25-141,1 1 1,1 1-1,-30 16 1,51-24-42,0-1 0,0 1 0,0-1 0,1 1 0,-1 0 0,0 0 0,1 0 0,-1 1 0,1-1 0,0 0 0,0 1 0,0 0 0,0-1 0,0 1 0,1 0 0,-1 0 0,1 0 0,0 0 0,-2 5 0,4-5 0,-1-1 0,0 1 0,1 0 0,0 0 0,-1 0 0,1-1 0,0 1 0,0 0 0,1-1 0,-1 1 0,1-1 0,-1 1 0,1-1 0,0 1 0,-1-1 0,1 0 0,1 0 0,-1 0 0,0 0 0,0-1 0,1 1 0,3 1 0,24 16 0,0-3 0,2 0 0,0-2 0,35 10 0,360 102-531,16-32-1773,656 65-2458,12-87 2890,-187-73 1931,-8-76-953,-537 15 721,-263 36 414,130-46-1,-110 17 142,-120 47-118,0 0 1,-1-2-1,0 0 0,0 0 0,20-20 1,-32 27-200,1 0 1,-1-1-1,0 0 1,-1 1-1,1-1 1,0 0 0,-1 0-1,0-1 1,0 1-1,0 0 1,-1-1-1,2-6 1,-2 7 46,-1 1-1,0 0 1,0-1-1,0 1 1,0 0 0,-1-1-1,0 1 1,1 0 0,-1 0-1,0-1 1,0 1-1,-1 0 1,1 0 0,-3-4-1,-3-1 14,1 0-1,-2 0 0,1 0 1,-1 1-1,0 0 0,-1 1 1,1 0-1,-1 0 0,-1 1 1,-12-6-1,-16-6-125,-2 1 0,-50-13 0,-97-13 129,-455-46-120,-12 44-1845,-1036-7-1400,4 101 2073,1465-35 4570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2.724"/>
    </inkml:context>
    <inkml:brush xml:id="br0">
      <inkml:brushProperty name="width" value="0.05" units="cm"/>
      <inkml:brushProperty name="height" value="0.05" units="cm"/>
      <inkml:brushProperty name="color" value="#FFFFFF"/>
    </inkml:brush>
  </inkml:definitions>
  <inkml:trace contextRef="#ctx0" brushRef="#br0">504 1 24575,'-1'9'0,"0"1"0,-1 0 0,0-1 0,0 1 0,-6 11 0,-3 16 0,-117 560-435,37-154 158,30-184 277,-48 230 0,31 5 0,78-493 4,-10 158-58,10-139 161,1-1 0,1 1 1,0 0-1,2-1 0,11 39 1,-11-50-98,-1 1 1,1-1 0,1 0-1,0 0 1,0 0 0,1-1 0,-1 1-1,2-2 1,-1 1 0,15 11-1,-9-9-5,0-2-1,0 1 1,1-2-1,0 0 0,0 0 1,20 5-1,12-1-11,1-1-1,0-3 1,63 1-1,-104-6 8,515 6-1400,3-21-1018,-329 7 1801,1413-57-4018,-3-60 3067,-1537 117 1515,273-33 457,-12-26 1191,-301 58-954,0 0 1,-1-2-1,42-21 1,-60 26-447,0 0-1,0 0 1,-1-1 0,0 0 0,0 0 0,7-10 0,-10 12-65,-1-1 0,0 1 1,0-1-1,-1 0 1,1 0-1,-1 0 0,0 0 1,0 0-1,-1 0 0,0-1 1,2-8-1,-3 6-56,0 0 1,0-1-1,-1 1 0,-2-14 0,-12-30-5438</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3.002"/>
    </inkml:context>
    <inkml:brush xml:id="br0">
      <inkml:brushProperty name="width" value="0.05" units="cm"/>
      <inkml:brushProperty name="height" value="0.05" units="cm"/>
      <inkml:brushProperty name="color" value="#FFFFFF"/>
    </inkml:brush>
  </inkml:definitions>
  <inkml:trace contextRef="#ctx0" brushRef="#br0">244 186 24575,'-9'-60'0,"8"46"0,0 1 0,-1 0 0,-1 0 0,0 0 0,0 0 0,-2 0 0,-6-14 0,11 26 0,0 1 0,0 0 0,-1-1 0,1 1 0,0 0 0,0-1 0,0 1 0,0 0 0,0 0 0,-1-1 0,1 1 0,0 0 0,0 0 0,-1 0 0,1-1 0,0 1 0,0 0 0,-1 0 0,1 0 0,0 0 0,0-1 0,-1 1 0,1 0 0,0 0 0,-1 0 0,1 0 0,0 0 0,-1 0 0,1 0 0,0 0 0,-1 0 0,1 0 0,0 0 0,0 0 0,-1 0 0,0 0 0,-7 12 0,-2 22 0,10-33 0,-60 344 7,41-212-134,-68 612-528,76 6 708,12-729-150,0 13-190,1 1 0,2-1 0,16 69 0,-11-82-5937</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37.628"/>
    </inkml:context>
    <inkml:brush xml:id="br0">
      <inkml:brushProperty name="width" value="0.05" units="cm"/>
      <inkml:brushProperty name="height" value="0.05" units="cm"/>
      <inkml:brushProperty name="color" value="#FFFFFF"/>
    </inkml:brush>
  </inkml:definitions>
  <inkml:trace contextRef="#ctx0" brushRef="#br0">829 166 24575,'-5'0'0,"0"1"0,0-1 0,0 2 0,1-1 0,-1 0 0,0 1 0,1 0 0,-1 0 0,1 0 0,-1 1 0,1-1 0,-4 4 0,0-1 0,1 0 0,-1-1 0,-10 4 0,-87 29 0,19-7 0,-92 44 0,151-60 0,0 1 0,1 1 0,1 2 0,1 0 0,0 1 0,1 2 0,-26 30 0,34-32 0,0 1 0,2 0 0,0 1 0,1 1 0,2 0 0,0 0 0,1 1 0,1 0 0,2 1 0,0 0 0,1 0 0,2 0 0,0 0 0,2 1 0,0-1 0,4 30 0,0-30 0,0 0 0,2-1 0,0 0 0,2 1 0,1-2 0,0 1 0,2-1 0,0-1 0,2 0 0,0 0 0,2-1 0,0 0 0,1-2 0,0 0 0,2 0 0,29 24 0,-26-28 0,1 0 0,0-1 0,0-1 0,1-1 0,1-1 0,0-1 0,0-1 0,1-1 0,0-2 0,0 0 0,0-1 0,1-1 0,0-1 0,-1-2 0,1 0 0,43-7 0,-33 1 0,-1-2 0,0-1 0,0-2 0,-1-1 0,0-1 0,-1-2 0,0-1 0,-2-2 0,0-1 0,-1-1 0,31-28 0,-31 21 0,-1-2 0,-1-1 0,-1-1 0,-2-2 0,-1 0 0,-1-1 0,-2-1 0,-2-1 0,-1-1 0,17-57 0,-22 52 0,-1 0 0,-3-1 0,-1 0 0,-3-1 0,-1 1 0,-2-1 0,-2 0 0,-2 1 0,-13-68 0,12 89 0,-2 0 0,0 0 0,-2 1 0,0-1 0,-2 2 0,0-1 0,-16-23 0,19 34 0,0 1 0,-1 0 0,0 0 0,0 0 0,-1 1 0,-1 0 0,1 1 0,-1 0 0,0 0 0,-1 1 0,1 1 0,-1 0 0,0 0 0,-1 1 0,-14-4 0,6 4-227,1 1-1,-1 1 1,0 1-1,0 0 1,-28 4-1,10 2-6598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38.112"/>
    </inkml:context>
    <inkml:brush xml:id="br0">
      <inkml:brushProperty name="width" value="0.05" units="cm"/>
      <inkml:brushProperty name="height" value="0.05" units="cm"/>
      <inkml:brushProperty name="color" value="#FFFFFF"/>
    </inkml:brush>
  </inkml:definitions>
  <inkml:trace contextRef="#ctx0" brushRef="#br0">439 55 24575,'-1'-3'0,"1"0"0,-2 1 0,1-1 0,0 1 0,0-1 0,-1 1 0,1-1 0,-1 1 0,0 0 0,-2-2 0,-5-8 0,9 11 0,-1 0 0,1 0 0,-1 0 0,1 1 0,-1-1 0,0 0 0,1 0 0,-1 1 0,0-1 0,1 0 0,-1 1 0,0-1 0,0 1 0,0-1 0,1 1 0,-1-1 0,0 1 0,0 0 0,0-1 0,0 1 0,0 0 0,0 0 0,-2-1 0,2 1 0,0 1 0,-1-1 0,1 1 0,0-1 0,-1 1 0,1-1 0,0 1 0,-1 0 0,1-1 0,0 1 0,0 0 0,0 0 0,0 0 0,-2 2 0,-4 6 0,0 0 0,1 0 0,-8 17 0,6-13 0,-173 303 0,152-256 0,2 2 0,2 0 0,-22 96 0,39-123 0,3 0 0,0 1 0,3-1 0,0 1 0,3 0 0,1 0 0,1-1 0,2 1 0,18 62 0,-21-89 57,2 0 0,-1-1 0,1 1 0,0-1 0,9 13 0,-11-18-152,0 0 0,0 0 0,1-1 0,-1 1 1,1-1-1,-1 0 0,1 0 0,0 0 0,0 0 0,0 0 1,0 0-1,0-1 0,0 0 0,1 0 0,-1 1 1,0-2-1,8 2 0,11-1-6731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38.500"/>
    </inkml:context>
    <inkml:brush xml:id="br0">
      <inkml:brushProperty name="width" value="0.05" units="cm"/>
      <inkml:brushProperty name="height" value="0.05" units="cm"/>
      <inkml:brushProperty name="color" value="#FFFFFF"/>
    </inkml:brush>
  </inkml:definitions>
  <inkml:trace contextRef="#ctx0" brushRef="#br0">33 14 24575,'-3'0'0,"0"-1"0,1 1 0,-1-1 0,1 0 0,-1 0 0,1 0 0,-1 0 0,1 0 0,0-1 0,-3-1 0,3 2 0,7 7 0,3 2 0,20 24 0,-2 2 0,-1 0 0,-1 2 0,-2 0 0,-2 2 0,-2 0 0,19 55 0,-21-47 0,-3 1 0,-2 0 0,-1 1 0,-3 0 0,-2 1 0,-2 57 0,-3-82-151,-2 0-1,-1 0 0,0 0 0,-2 0 1,-1-1-1,0 1 0,-2-1 1,-14 28-1,15-39-6674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38.823"/>
    </inkml:context>
    <inkml:brush xml:id="br0">
      <inkml:brushProperty name="width" value="0.05" units="cm"/>
      <inkml:brushProperty name="height" value="0.05" units="cm"/>
      <inkml:brushProperty name="color" value="#FFFFFF"/>
    </inkml:brush>
  </inkml:definitions>
  <inkml:trace contextRef="#ctx0" brushRef="#br0">35 0 24575,'-2'1'0,"-1"-1"0,1 1 0,-1 0 0,1-1 0,-1 1 0,1 0 0,0 0 0,-1 1 0,1-1 0,-2 2 0,3-3 0,1 0 0,0 1 0,-1-1 0,1 0 0,-1 1 0,1-1 0,0 0 0,-1 1 0,1-1 0,0 1 0,0-1 0,-1 1 0,1-1 0,0 0 0,0 1 0,0-1 0,-1 1 0,1-1 0,0 1 0,0-1 0,0 2 0,0-2 0,1 1 0,-1-1 0,0 1 0,1-1 0,-1 1 0,0-1 0,1 1 0,-1-1 0,1 0 0,-1 1 0,1-1 0,-1 0 0,1 1 0,-1-1 0,1 0 0,0 0 0,-1 1 0,1-1 0,-1 0 0,1 0 0,0 0 0,-1 0 0,2 0 0,22 4 0,1-1 0,-1-1 0,39-3 0,-18 0 0,779 0 0,-811 1 0,59-3 0,-59-1-1365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8.565"/>
    </inkml:context>
    <inkml:brush xml:id="br0">
      <inkml:brushProperty name="width" value="0.05" units="cm"/>
      <inkml:brushProperty name="height" value="0.05" units="cm"/>
      <inkml:brushProperty name="color" value="#FFFFFF"/>
    </inkml:brush>
  </inkml:definitions>
  <inkml:trace contextRef="#ctx0" brushRef="#br0">1 21 24575,'-1'-1'0,"1"0"0,0 0 0,0 0 0,0 0 0,0 0 0,0 0 0,0 0 0,0 0 0,1 0 0,-1 0 0,0 0 0,0 1 0,1-1 0,-1 0 0,0 0 0,1 0 0,-1 0 0,1 0 0,-1 1 0,1-1 0,0-1 0,0 3 0,0-1 0,-1 1 0,1 0 0,0-1 0,-1 1 0,1 0 0,-1-1 0,1 1 0,-1 0 0,1 0 0,-1-1 0,0 1 0,1 0 0,-1 0 0,0 0 0,0 0 0,1-1 0,-1 1 0,0 0 0,0 0 0,0 0 0,0 0 0,0 0 0,-1 0 0,11 178 0,-1-9 0,21 58 0,-22-189 0,1 0 0,2-1 0,27 65 0,-35-97 0,0 1 0,1-1 0,-1 0 0,1 0 0,1 0 0,-1-1 0,1 1 0,0-1 0,0 0 0,1 0 0,-1-1 0,1 0 0,0 0 0,0 0 0,0-1 0,1 1 0,-1-2 0,1 1 0,0-1 0,0 0 0,0 0 0,0-1 0,0 0 0,0 0 0,0 0 0,0-1 0,0-1 0,1 1 0,-1-1 0,7-2 0,18-3 0,-2-1 0,1-2 0,29-13 0,89-45 0,-81 35 0,-12 6 0,28-13 0,96-31 0,-154 62 0,1 0 0,0 2 0,0 1 0,0 2 0,1 0 0,-1 2 0,1 1 0,32 3 0,-45 0 0,1 0 0,-1 1 0,0 0 0,0 1 0,-1 1 0,1 0 0,-1 1 0,-1 0 0,1 1 0,-1 1 0,13 11 0,-10-5 0,-1 1 0,0 0 0,-1 0 0,-1 1 0,-1 1 0,0 0 0,10 24 0,-3-1 0,-2 1 0,19 71 0,8 83 0,-38-163 0,6 34 0,3 0 0,36 98 0,2-51 336,-6-16-2037,-39-80-5125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8.877"/>
    </inkml:context>
    <inkml:brush xml:id="br0">
      <inkml:brushProperty name="width" value="0.05" units="cm"/>
      <inkml:brushProperty name="height" value="0.05" units="cm"/>
      <inkml:brushProperty name="color" value="#FFFFFF"/>
    </inkml:brush>
  </inkml:definitions>
  <inkml:trace contextRef="#ctx0" brushRef="#br0">1 21 24575,'67'51'0,"-56"-42"0,1 0 0,0-1 0,0-1 0,1 0 0,0 0 0,16 5 0,-24-10 0,0-1 0,0 1 0,0-1 0,1 0 0,-1 0 0,0-1 0,1 0 0,-1 0 0,0 0 0,1 0 0,-1-1 0,0 0 0,1 0 0,-1 0 0,0-1 0,0 0 0,0 0 0,0 0 0,7-4 0,0-4 0,0 0 0,-1 0 0,0-1 0,12-16 0,18-18 0,-41 44 7,1 0 0,-1 1 0,1-1 0,0 1-1,-1-1 1,1 1 0,0-1 0,-1 1 0,1 0 0,0-1-1,-1 1 1,1 0 0,0 0 0,0-1 0,-1 1 0,1 0-1,0 0 1,0 0 0,-1 0 0,1 0 0,0 0 0,0 0-1,0 0 1,-1 0 0,1 0 0,0 0 0,0 1 0,-1-1-1,1 0 1,0 0 0,0 1 0,-1-1 0,1 1 0,0-1-1,-1 1 1,1-1 0,-1 1 0,1-1 0,-1 1 0,1-1-1,-1 1 1,1 0 0,0 0 0,3 5-90,-1 0-1,1 0 1,-2 1 0,4 8-1,2 2-1165,5 6-5577</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13.306"/>
    </inkml:context>
    <inkml:brush xml:id="br0">
      <inkml:brushProperty name="width" value="0.05" units="cm"/>
      <inkml:brushProperty name="height" value="0.05" units="cm"/>
      <inkml:brushProperty name="color" value="#FFFFFF"/>
    </inkml:brush>
  </inkml:definitions>
  <inkml:trace contextRef="#ctx0" brushRef="#br0">2432 3810 24575,'3'-3'0,"0"0"0,0 0 0,0 0 0,-1 0 0,1 0 0,-1 0 0,0-1 0,0 1 0,0-1 0,0 0 0,-1 1 0,1-1 0,-1 0 0,0 0 0,0 0 0,0 0 0,0-6 0,1-5 0,0 0 0,1 0 0,1 0 0,1 1 0,8-20 0,40-69 0,-3 7 0,-25 34-69,-2-1 1,-4-1-1,-2-1 0,-3 0 0,-3-1 1,4-84-1,-12 57-27,-4 1-1,-5 0 1,-3 0 0,-22-91 0,10 94-47,-4 1 0,-3 1 0,-5 2 1,-3 1-1,-80-135 0,52 119-71,-5 2 0,-4 4 0,-163-164 0,91 125 117,-6 7 1,-5 6-1,-246-144 1,187 144-33,-6 10 0,-313-110 0,380 168 1256,195 65 1450,25 10-4198,-33-11-5205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13.602"/>
    </inkml:context>
    <inkml:brush xml:id="br0">
      <inkml:brushProperty name="width" value="0.05" units="cm"/>
      <inkml:brushProperty name="height" value="0.05" units="cm"/>
      <inkml:brushProperty name="color" value="#FFFFFF"/>
    </inkml:brush>
  </inkml:definitions>
  <inkml:trace contextRef="#ctx0" brushRef="#br0">496 116 24575,'-2'-6'0,"-1"0"0,1 0 0,1-1 0,-1 1 0,1-1 0,-1-10 0,2 10 0,-1 0 0,0 0 0,-1 0 0,-2-9 0,3 15 0,1 0 0,-1 0 0,1 0 0,-1 0 0,0 0 0,1 0 0,-1 0 0,0 0 0,0 1 0,1-1 0,-1 0 0,0 0 0,0 1 0,0-1 0,0 1 0,0-1 0,0 1 0,0-1 0,0 1 0,0 0 0,0-1 0,0 1 0,0 0 0,-1 0 0,1 0 0,0 0 0,0 0 0,0 0 0,0 0 0,0 0 0,0 0 0,0 0 0,-1 1 0,1-1 0,-2 1 0,-4 2 0,-1 0 0,1 0 0,-14 9 0,15-8 0,-103 65 0,-26 14 0,91-59 0,-51 30 0,95-54 0,-1 0 0,1 1 0,-1-1 0,1 1 0,-1-1 0,1 1 0,-1-1 0,1 1 0,0-1 0,-1 1 0,1 0 0,0-1 0,-1 1 0,1-1 0,0 1 0,0 0 0,0-1 0,-1 1 0,1 0 0,0-1 0,0 1 0,0 0 0,0-1 0,0 1 0,0 0 0,1-1 0,-1 1 0,0 0 0,0-1 0,0 1 0,1 0 0,-1-1 0,0 1 0,1-1 0,-1 1 0,0 0 0,1-1 0,-1 1 0,1-1 0,-1 1 0,1-1 0,-1 0 0,1 1 0,-1-1 0,2 1 0,30 23 0,-25-20 0,196 149-1365,-159-117-5461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39.747"/>
    </inkml:context>
    <inkml:brush xml:id="br0">
      <inkml:brushProperty name="width" value="0.05" units="cm"/>
      <inkml:brushProperty name="height" value="0.05" units="cm"/>
      <inkml:brushProperty name="color" value="#FFFFFF"/>
    </inkml:brush>
  </inkml:definitions>
  <inkml:trace contextRef="#ctx0" brushRef="#br0">529 333 24575,'-9'-9'0,"1"1"0,-1-1 0,-1 2 0,1-1 0,-1 1 0,-1 1 0,-14-8 0,17 11 0,0 0 0,1 1 0,-1 0 0,0 0 0,0 1 0,-1 0 0,1 1 0,0-1 0,0 1 0,0 1 0,0 0 0,-9 2 0,3 0 0,-1 2 0,1 0 0,-1 0 0,1 1 0,1 1 0,0 1 0,0 0 0,0 0 0,1 1 0,0 1 0,1 0 0,0 0 0,0 1 0,-15 23 0,10-12 0,1 0 0,2 2 0,0-1 0,1 2 0,2-1 0,0 2 0,-8 40 0,14-50 0,1 0 0,1 0 0,1 0 0,0 1 0,2-1 0,-1 0 0,2 1 0,0-1 0,1 0 0,1 0 0,0 0 0,1-1 0,10 23 0,-6-21 0,1 0 0,0-1 0,1 0 0,1-1 0,0 0 0,1-1 0,1 0 0,0-1 0,1-1 0,0 0 0,20 11 0,-6-6 0,1-2 0,1-1 0,0-1 0,1-2 0,0-1 0,62 11 0,-46-14 0,0-3 0,0-1 0,0-3 0,60-7 0,-79 4 0,1-2 0,-1-1 0,-1-1 0,1-2 0,-1-1 0,-1-1 0,0-1 0,0-2 0,28-19 0,-38 21 0,0 0 0,-1-1 0,-1-1 0,0-1 0,-1 0 0,-1-1 0,0 0 0,-1-1 0,-1-1 0,-1 1 0,0-2 0,-1 1 0,12-40 0,-15 33 0,-1-1 0,-1 1 0,-1-1 0,-1 0 0,-2 0 0,0 0 0,-2 0 0,0 0 0,-2 1 0,-1-1 0,-2 1 0,0 0 0,-16-36 0,10 31 0,-1 1 0,-2 0 0,-1 1 0,-1 1 0,-2 1 0,0 0 0,-2 2 0,-1 0 0,0 2 0,-37-27 0,43 36 69,-1 2-1,-1 0 0,0 1 0,-35-13 1,41 19-259,1 0 0,-1 1 1,0 0-1,0 1 0,0 1 1,0 0-1,-1 1 1,-22 2-1,-11 7-6636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0.135"/>
    </inkml:context>
    <inkml:brush xml:id="br0">
      <inkml:brushProperty name="width" value="0.05" units="cm"/>
      <inkml:brushProperty name="height" value="0.05" units="cm"/>
      <inkml:brushProperty name="color" value="#FFFFFF"/>
    </inkml:brush>
  </inkml:definitions>
  <inkml:trace contextRef="#ctx0" brushRef="#br0">269 4 24575,'5'-3'0,"-8"10"0,-8 11 0,-36 49 0,-69 130 0,100-163 0,1 1 0,1 1 0,2 0 0,2 1 0,1 0 0,-4 45 0,8-34 0,3 90 0,2-125 0,2 0 0,-1 1 0,2-1 0,-1 0 0,2 0 0,0 0 0,0-1 0,2 1 0,-1-1 0,1 0 0,14 19 0,-18-28-85,1 0 0,0 0-1,0 0 1,1 0 0,-1-1-1,1 1 1,-1-1 0,1 0-1,0 0 1,-1 0 0,1-1-1,0 1 1,0-1 0,1 0-1,5 1 1,13 1-6741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0.429"/>
    </inkml:context>
    <inkml:brush xml:id="br0">
      <inkml:brushProperty name="width" value="0.05" units="cm"/>
      <inkml:brushProperty name="height" value="0.05" units="cm"/>
      <inkml:brushProperty name="color" value="#FFFFFF"/>
    </inkml:brush>
  </inkml:definitions>
  <inkml:trace contextRef="#ctx0" brushRef="#br0">0 0 24575,'16'20'0,"-1"0"0,0 1 0,12 26 0,-8-14 0,22 33 0,-4 2 0,-3 1 0,-3 2 0,-3 1 0,25 101 0,-51-166 4,20 104 332,-20-95-677,-1 0 0,0 0 0,-1 0 0,-4 31 0,-3-15-6485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0.723"/>
    </inkml:context>
    <inkml:brush xml:id="br0">
      <inkml:brushProperty name="width" value="0.05" units="cm"/>
      <inkml:brushProperty name="height" value="0.05" units="cm"/>
      <inkml:brushProperty name="color" value="#FFFFFF"/>
    </inkml:brush>
  </inkml:definitions>
  <inkml:trace contextRef="#ctx0" brushRef="#br0">117 53 24575,'-13'4'0,"0"0"0,-19 2 0,28-6 0,0 1 0,1-1 0,-1 1 0,0-1 0,0-1 0,1 1 0,-1 0 0,0-1 0,1 0 0,-1 0 0,0 0 0,-6-3 0,10 4 0,-1 0 0,1 0 0,0 0 0,0 0 0,0-1 0,-1 1 0,1 0 0,0 0 0,0 0 0,0 0 0,-1-1 0,1 1 0,0 0 0,0 0 0,0 0 0,0-1 0,0 1 0,0 0 0,0 0 0,-1 0 0,1-1 0,0 1 0,0 0 0,0 0 0,0-1 0,0 1 0,0 0 0,0 0 0,0-1 0,0 1 0,0 0 0,0 0 0,0-1 0,1 1 0,-1 0 0,0 0 0,0-1 0,9-6 0,15-3 0,18 0 0,1 3 0,58-4 0,92 5 0,-136 6 0,675 31 0,-467-14 0,-241-15 117,-13-1-329,0 0 0,1 0 1,-1-1-1,0-1 0,0 0 1,15-3-1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9.786"/>
    </inkml:context>
    <inkml:brush xml:id="br0">
      <inkml:brushProperty name="width" value="0.05" units="cm"/>
      <inkml:brushProperty name="height" value="0.05" units="cm"/>
      <inkml:brushProperty name="color" value="#FFFFFF"/>
    </inkml:brush>
  </inkml:definitions>
  <inkml:trace contextRef="#ctx0" brushRef="#br0">1678 28 24575,'0'0'0,"0"0"0,0 0 0,-1 0 0,1 0 0,0 0 0,0 0 0,0 0 0,0 0 0,-1 0 0,1 0 0,0 0 0,0 0 0,0 0 0,0 0 0,-1 0 0,1 0 0,0 0 0,0 0 0,0 0 0,0 0 0,0 0 0,-1 0 0,1-1 0,0 1 0,0 0 0,0 0 0,0 0 0,0 0 0,0 0 0,-1 0 0,1 0 0,0-1 0,0 1 0,0 0 0,0 0 0,0 0 0,0 0 0,0 0 0,0-1 0,0 1 0,0 0 0,0 0 0,5-7 0,11-4 0,-14 10 0,0 0 0,0 0 0,-1 0 0,1 1 0,0-1 0,0 0 0,0 1 0,0 0 0,0-1 0,0 1 0,0 0 0,0 0 0,0 0 0,0 0 0,0 1 0,0-1 0,0 0 0,0 1 0,0-1 0,0 1 0,-1 0 0,1 0 0,0 0 0,0-1 0,-1 2 0,1-1 0,0 0 0,-1 0 0,1 0 0,-1 1 0,0-1 0,1 1 0,-1-1 0,0 1 0,0 0 0,0-1 0,0 1 0,0 0 0,0 0 0,0 3 0,4 8 0,-1 0 0,-1 0 0,0 0 0,2 23 0,11 196 0,-16-203 0,-2 0 0,0 0 0,-2-1 0,-1 1 0,-2-1 0,-10 29 0,15-51 0,-1 0 0,1 0 0,-1 0 0,0 0 0,-1-1 0,1 1 0,-1-1 0,0 0 0,-1 0 0,1-1 0,-1 1 0,0-1 0,0 0 0,-10 6 0,8-6 0,0-1 0,-1-1 0,1 1 0,-1-1 0,0-1 0,0 1 0,0-1 0,1-1 0,-1 1 0,0-1 0,-14-2 0,-53-9 0,-88-25 0,42 7 0,-2 4 0,-2 4 0,-129-3 0,204 23 0,-1 3 0,1 1 0,-51 12 0,68-8 0,-1 1 0,1 2 0,1 2 0,0 0 0,-40 24 0,52-25 0,1 1 0,1 1 0,0 1 0,0 1 0,2 0 0,-1 1 0,-14 21 0,21-24 0,1 0 0,0 1 0,1 0 0,0 1 0,2 0 0,-1 0 0,2 0 0,0 1 0,1 0 0,-4 25 0,6-11 0,1-1 0,2 1 0,0-1 0,10 51 0,37 115 0,-9-44 0,-30-110 101,-2-2-590,2-1 1,27 72-1,-27-92-6337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0.095"/>
    </inkml:context>
    <inkml:brush xml:id="br0">
      <inkml:brushProperty name="width" value="0.05" units="cm"/>
      <inkml:brushProperty name="height" value="0.05" units="cm"/>
      <inkml:brushProperty name="color" value="#FFFFFF"/>
    </inkml:brush>
  </inkml:definitions>
  <inkml:trace contextRef="#ctx0" brushRef="#br0">29 1 24575,'-1'0'0,"0"0"0,-1 0 0,1 1 0,0-1 0,0 0 0,-1 1 0,1 0 0,0-1 0,0 1 0,0-1 0,-1 1 0,1 0 0,0 0 0,0 0 0,0 0 0,0 0 0,0 0 0,1 0 0,-1 0 0,0 0 0,0 0 0,1 0 0,-1 1 0,1-1 0,-1 0 0,1 0 0,-1 1 0,1-1 0,0 0 0,0 1 0,0-1 0,-1 2 0,1 1 0,0-1 0,-1 0 0,1 1 0,0-1 0,1 1 0,-1-1 0,1 0 0,-1 1 0,1-1 0,0 0 0,3 7 0,1-4 0,0 1 0,0-1 0,0 0 0,1 0 0,0 0 0,0-1 0,1 0 0,-1 0 0,1 0 0,0-1 0,0 0 0,1-1 0,10 4 0,-2-1 0,1-2 0,0 0 0,0 0 0,0-2 0,23 1 0,-32-2 0,0-1 0,0 0 0,0-1 0,0 1 0,0-2 0,0 1 0,-1-1 0,1 0 0,0-1 0,-1 1 0,1-1 0,-1-1 0,0 0 0,0 0 0,0 0 0,-1-1 0,0 0 0,0 0 0,0 0 0,0-1 0,-1 0 0,9-13 0,-9 11 0,-2 4 0,0-1 0,0 1 0,1-1 0,-1 1 0,8-7 0,-10 11 0,-1 0 0,1-1 0,-1 1 0,1 0 0,-1-1 0,1 1 0,-1 0 0,0 0 0,1 0 0,-1 0 0,1-1 0,-1 1 0,1 0 0,0 0 0,-1 0 0,1 0 0,-1 0 0,1 0 0,-1 0 0,1 0 0,-1 1 0,1-1 0,-1 0 0,1 0 0,-1 0 0,1 1 0,0 0 0,0 0 0,0 0 0,0 0 0,0 1 0,0-1 0,0 0 0,0 1 0,-1-1 0,1 0 0,0 1 0,-1-1 0,1 1 0,-1 2 0,7 44-1365,-6-22-5461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17.881"/>
    </inkml:context>
    <inkml:brush xml:id="br0">
      <inkml:brushProperty name="width" value="0.05" units="cm"/>
      <inkml:brushProperty name="height" value="0.05" units="cm"/>
      <inkml:brushProperty name="color" value="#FFFFFF"/>
    </inkml:brush>
  </inkml:definitions>
  <inkml:trace contextRef="#ctx0" brushRef="#br0">463 3560 24575,'-4'0'0,"1"-1"0,-1 0 0,1 1 0,-1-1 0,1 0 0,-1-1 0,1 1 0,0 0 0,0-1 0,-1 0 0,-4-4 0,-33-29 0,23 18 0,-11-9 0,1-1 0,1-1 0,1-2 0,2-1 0,1-1 0,2 0 0,0-2 0,-17-41 0,15 19-41,2 0-1,2-1 0,3-1 0,2-1 1,3 0-1,2 0 0,4-1 0,3-120 1,6 115-1,4 0 0,3 0 0,2 1 1,3 0-1,3 2 0,2 0 1,4 1-1,35-65 0,-6 33-245,4 3 1,4 2-1,104-115 0,256-205-181,-223 241 389,8 9 1,7 9-1,5 10 0,7 9 0,285-119 1,-459 227 904,-46 23-999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18.206"/>
    </inkml:context>
    <inkml:brush xml:id="br0">
      <inkml:brushProperty name="width" value="0.05" units="cm"/>
      <inkml:brushProperty name="height" value="0.05" units="cm"/>
      <inkml:brushProperty name="color" value="#FFFFFF"/>
    </inkml:brush>
  </inkml:definitions>
  <inkml:trace contextRef="#ctx0" brushRef="#br0">34 16 24575,'-3'0'0,"1"0"0,0 0 0,0 0 0,0-1 0,0 1 0,0-1 0,0 1 0,0-1 0,0 0 0,0 0 0,0 1 0,0-2 0,0 1 0,-2-2 0,4 3 0,0 0 0,0 0 0,0 0 0,0 0 0,0 0 0,0 0 0,0-1 0,0 1 0,0 0 0,0 0 0,0 0 0,0 0 0,0 0 0,0 0 0,0-1 0,0 1 0,0 0 0,0 0 0,0 0 0,0 0 0,0 0 0,0-1 0,0 1 0,0 0 0,0 0 0,0 0 0,0 0 0,1 0 0,-1 0 0,0 0 0,0-1 0,0 1 0,0 0 0,0 0 0,0 0 0,0 0 0,1 0 0,-1 0 0,0 0 0,0 0 0,0 0 0,0 0 0,0 0 0,0 0 0,1 0 0,-1 0 0,0 0 0,0 0 0,0 0 0,0 0 0,0 0 0,1 0 0,-1 0 0,0 0 0,0 0 0,0 0 0,0 0 0,0 0 0,0 0 0,1 0 0,-1 0 0,0 0 0,0 0 0,11 1 0,156 42 0,-78-18 0,-7-6 0,78 25 0,-155-43 0,-1 1 0,0-1 0,0 1 0,0 0 0,0 1 0,0-1 0,-1 1 0,1-1 0,4 6 0,-7-7 0,0 0 0,0 1 0,0-1 0,0 0 0,-1 1 0,1-1 0,-1 1 0,1-1 0,-1 1 0,1-1 0,-1 1 0,0-1 0,1 1 0,-1-1 0,0 1 0,0-1 0,0 1 0,-1 0 0,1-1 0,0 1 0,-1-1 0,1 1 0,0-1 0,-1 1 0,0-1 0,1 0 0,-1 1 0,0-1 0,0 0 0,-1 2 0,-5 6 0,-1 0 0,0 0 0,-1-1 0,0 0 0,0-1 0,-1 0 0,0-1 0,-20 11 0,8-5 0,-46 28-1365,1-3-5461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2.029"/>
    </inkml:context>
    <inkml:brush xml:id="br0">
      <inkml:brushProperty name="width" value="0.05" units="cm"/>
      <inkml:brushProperty name="height" value="0.05" units="cm"/>
      <inkml:brushProperty name="color" value="#FFFFFF"/>
    </inkml:brush>
  </inkml:definitions>
  <inkml:trace contextRef="#ctx0" brushRef="#br0">2593 332 24575,'3'-7'0,"-1"1"0,0-1 0,0 0 0,0 1 0,-1-1 0,0 0 0,0 0 0,-1 0 0,-1-13 0,-2-6 0,-8-35 0,-1-3 0,10 45 0,2 13 0,-1 0 0,1-1 0,-1 1 0,0 0 0,-1 0 0,-3-8 0,4 12 0,0 0 0,0 0 0,0 0 0,-1 1 0,1-1 0,-1 0 0,1 1 0,-1-1 0,0 1 0,1-1 0,-1 1 0,0 0 0,0 0 0,0 0 0,0 0 0,0 0 0,0 0 0,0 1 0,-1-1 0,1 1 0,0-1 0,-4 1 0,-17-1 0,0 1 0,0 0 0,0 2 0,1 1 0,-30 7 0,9-2 0,-86 15-96,-982 157-2923,255-86 2265,816-91 754,-1-2 0,-42-4 0,46-5-721,20-2-2880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2.309"/>
    </inkml:context>
    <inkml:brush xml:id="br0">
      <inkml:brushProperty name="width" value="0.05" units="cm"/>
      <inkml:brushProperty name="height" value="0.05" units="cm"/>
      <inkml:brushProperty name="color" value="#FFFFFF"/>
    </inkml:brush>
  </inkml:definitions>
  <inkml:trace contextRef="#ctx0" brushRef="#br0">470 1 24575,'-2'0'0,"-39"-1"0,-1 2 0,1 2 0,-72 14 0,102-14 0,1 0 0,-1 0 0,0 1 0,1 0 0,0 1 0,0 0 0,0 1 0,1 0 0,0 1 0,0-1 0,1 2 0,-1-1 0,2 1 0,-1 1 0,1-1 0,0 1 0,1 0 0,0 1 0,-6 11 0,2 7 0,0 0 0,2 1 0,1 0 0,1 0 0,1 1 0,0 35 0,5-53 25,1 0-1,0 0 0,1 0 1,0-1-1,1 1 1,0-1-1,1 0 0,0 1 1,1-2-1,0 1 0,1 0 1,0-1-1,14 18 1,4 1-594,2 0 0,55 47 0,-35-37-6257</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2.884"/>
    </inkml:context>
    <inkml:brush xml:id="br0">
      <inkml:brushProperty name="width" value="0.05" units="cm"/>
      <inkml:brushProperty name="height" value="0.05" units="cm"/>
      <inkml:brushProperty name="color" value="#FFFFFF"/>
    </inkml:brush>
  </inkml:definitions>
  <inkml:trace contextRef="#ctx0" brushRef="#br0">243 666 24575,'1'0'0,"-1"0"0,0 0 0,1 1 0,-1-1 0,1 0 0,-1 0 0,1 1 0,-1-1 0,0 0 0,1 1 0,-1-1 0,0 0 0,1 1 0,-1-1 0,0 1 0,1-1 0,-1 0 0,0 1 0,0-1 0,0 1 0,1-1 0,-1 1 0,0-1 0,0 1 0,0-1 0,0 1 0,0-1 0,0 1 0,0-1 0,0 1 0,0-1 0,0 1 0,0-1 0,0 0 0,0 1 0,-1 0 0,-2 21 0,2-20 0,-14 50 0,-44 94 0,19-49 0,-54 163 0,84-238 0,4-19 0,1-15 0,-3-43 0,3 0 0,1 0 0,6-77 0,30-165 0,26-3 0,-45 253 0,2 1 0,3 0 0,1 2 0,30-53 0,-44 89 0,0-1 0,1 1 0,0 0 0,1 1 0,0-1 0,0 1 0,0 1 0,1-1 0,15-9 0,-19 14 0,0 0 0,1 0 0,-1 0 0,1 0 0,0 1 0,0 0 0,-1 0 0,1 0 0,0 1 0,0-1 0,0 1 0,0 0 0,0 0 0,0 1 0,0 0 0,-1 0 0,1 0 0,0 0 0,0 1 0,-1 0 0,7 3 0,-1 1 0,-1 0 0,0 0 0,0 1 0,-1 0 0,0 1 0,0 0 0,-1 0 0,0 1 0,0 0 0,-1 0 0,0 1 0,-1 0 0,0-1 0,0 2 0,4 15 0,-4-10 0,0 0 0,-2 0 0,0 0 0,-1 0 0,0 1 0,-1-1 0,-1 1 0,-1-1 0,-5 32 0,1-31 0,0 1 0,-2-1 0,0 0 0,-1-1 0,0 0 0,-2 0 0,0-1 0,0 0 0,-2-1 0,0 0 0,-18 16 0,-15 11 0,-2-2 0,-53 33 0,84-62 0,10-7 0,0 1 0,0 0 0,0 0 0,0 1 0,-6 6 0,12-10 0,-1 0 0,0 0 0,0 0 0,1 0 0,-1 0 0,0 0 0,1 0 0,-1 1 0,1-1 0,-1 0 0,1 0 0,0 1 0,0-1 0,-1 0 0,1 0 0,0 1 0,0-1 0,0 0 0,0 1 0,1-1 0,-1 0 0,0 0 0,0 1 0,1-1 0,-1 0 0,1 0 0,-1 0 0,1 1 0,-1-1 0,1 0 0,0 0 0,0 0 0,-1 0 0,3 1 0,12 14 0,1-1 0,28 21 0,-3-2 0,0 2 0,-3 2 0,-1 2 0,46 64 0,-64-79-1365,-3-6-5461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3.227"/>
    </inkml:context>
    <inkml:brush xml:id="br0">
      <inkml:brushProperty name="width" value="0.05" units="cm"/>
      <inkml:brushProperty name="height" value="0.05" units="cm"/>
      <inkml:brushProperty name="color" value="#FFFFFF"/>
    </inkml:brush>
  </inkml:definitions>
  <inkml:trace contextRef="#ctx0" brushRef="#br0">157 213 24575,'6'-70'0,"-3"58"0,-1-1 0,-1 1 0,0-1 0,-1 0 0,-1 1 0,1-1 0,-2 1 0,-3-14 0,5 26 0,0-1 0,0 0 0,0 0 0,0 1 0,-1-1 0,1 0 0,0 0 0,0 1 0,-1-1 0,1 0 0,-1 1 0,1-1 0,-1 0 0,1 1 0,-1-1 0,1 1 0,-1-1 0,1 1 0,-1-1 0,0 1 0,1-1 0,-1 1 0,0-1 0,1 1 0,-1 0 0,0 0 0,0-1 0,1 1 0,-1 0 0,0 0 0,0 0 0,0 0 0,1 0 0,-1 0 0,0 0 0,0 0 0,1 0 0,-1 0 0,0 0 0,0 0 0,0 1 0,1-1 0,-1 0 0,0 1 0,1-1 0,-1 0 0,0 1 0,1-1 0,-1 1 0,0 0 0,-4 2 0,1 1 0,0 0 0,0 0 0,0 1 0,-6 8 0,-2 6 0,0 2 0,1 0 0,2 0 0,0 1 0,-11 44 0,11-27 0,2 0 0,-4 68 0,10-96 0,1-1 0,1 0 0,-1 1 0,2-1 0,-1 0 0,1 0 0,1 1 0,6 14 0,-8-22 0,1 0 0,-1 0 0,1 0 0,0 0 0,0-1 0,0 1 0,0-1 0,0 1 0,1-1 0,-1 0 0,1 0 0,-1 0 0,1 0 0,0 0 0,0-1 0,0 1 0,0-1 0,0 0 0,0 0 0,0 0 0,0 0 0,0 0 0,1-1 0,-1 1 0,0-1 0,0 0 0,1 0 0,-1 0 0,0-1 0,6 0 0,0-2 0,-1 1 0,1-1 0,-1-1 0,0 1 0,0-1 0,0-1 0,-1 1 0,1-2 0,-1 1 0,0-1 0,0 0 0,-1 0 0,0 0 0,0-1 0,6-10 0,-1 1 0,0 0 0,-2-1 0,0 0 0,-1-1 0,0 1 0,4-21 0,-8 25 0,-1 0 0,-1 0 0,0 0 0,-1 0 0,0 0 0,-1 0 0,-3-26 0,2 35 0,0 0 0,0 1 0,0-1 0,0 0 0,-1 1 0,1-1 0,-1 0 0,0 1 0,0 0 0,0 0 0,-1-1 0,1 1 0,-4-3 0,3 4 0,0 0 0,1 1 0,-1-1 0,0 0 0,0 1 0,0 0 0,0 0 0,0 0 0,-1 0 0,1 1 0,0-1 0,0 1 0,-1-1 0,1 1 0,0 0 0,0 1 0,-1-1 0,-3 1 0,-2 1 0,0 0 0,-1 1 0,1 0 0,1 1 0,-1 0 0,0 0 0,1 1 0,0 0 0,0 0 0,0 1 0,1 0 0,0 0 0,0 1 0,1 0 0,-1 0 0,1 1 0,1-1 0,0 1 0,0 0 0,-6 13 0,10-18-97,1 0-1,-1-1 1,0 1-1,1 0 1,0-1-1,-1 1 1,1 0-1,0 0 1,1-1-1,-1 1 1,0 0-1,1 0 0,1 3 1,4 8-6729</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3.413"/>
    </inkml:context>
    <inkml:brush xml:id="br0">
      <inkml:brushProperty name="width" value="0.05" units="cm"/>
      <inkml:brushProperty name="height" value="0.05" units="cm"/>
      <inkml:brushProperty name="color" value="#FFFFFF"/>
    </inkml:brush>
  </inkml:definitions>
  <inkml:trace contextRef="#ctx0" brushRef="#br0">83 186 24575,'3'-9'0,"3"-11"0,5-12 0,0-7 0,1-1 0,-5 8 0,-6 18 0,-6 22 0,-6 20 0,-3 20 0,-2 17 0,-2 13 0,2 10 0,1 5 0,3-2 0,1-1 0,2-7 0,3-17-8191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3.783"/>
    </inkml:context>
    <inkml:brush xml:id="br0">
      <inkml:brushProperty name="width" value="0.05" units="cm"/>
      <inkml:brushProperty name="height" value="0.05" units="cm"/>
      <inkml:brushProperty name="color" value="#FFFFFF"/>
    </inkml:brush>
  </inkml:definitions>
  <inkml:trace contextRef="#ctx0" brushRef="#br0">145 308 24575,'2'-2'0,"0"0"0,0 0 0,1 0 0,-1 0 0,1 1 0,-1-1 0,1 1 0,0-1 0,5-1 0,-8 3 0,1 0 0,-1 0 0,1 0 0,0 0 0,-1 0 0,1 0 0,-1 0 0,1 0 0,-1 0 0,1 0 0,0 0 0,-1 0 0,1 0 0,-1 1 0,1-1 0,-1 0 0,1 0 0,-1 1 0,1-1 0,-1 0 0,1 1 0,0 0 0,0 0 0,-1 0 0,1 0 0,-1 0 0,1 0 0,-1 0 0,0 0 0,1 0 0,-1 1 0,0-1 0,0 0 0,0 0 0,1 0 0,-1 0 0,-1 2 0,-3 39 0,2-36 0,1 1 0,0-1 0,0 1 0,0-1 0,1 1 0,0 0 0,1-1 0,-1 1 0,1-1 0,1 1 0,3 10 0,-5-16 0,1 0 0,-1 1 0,1-1 0,0 0 0,0 0 0,0 0 0,0 0 0,-1 0 0,1 0 0,0 0 0,1 0 0,-1-1 0,0 1 0,0 0 0,0-1 0,0 1 0,1-1 0,-1 1 0,0-1 0,1 1 0,-1-1 0,0 0 0,3 1 0,0-2 0,-1 1 0,0 0 0,1-1 0,-1 0 0,1 1 0,-1-1 0,0-1 0,0 1 0,5-2 0,2-4 0,1 1 0,-1-1 0,0-1 0,11-10 0,-4 1 0,0-1 0,-2-1 0,-1 0 0,0-1 0,15-29 0,-21 33 0,-1 1 0,0-2 0,-2 1 0,1 0 0,-2-1 0,0 0 0,-1 0 0,0-21 0,-2 33 0,-1 0 0,-1 0 0,1 0 0,-1 0 0,0 0 0,0 0 0,0 0 0,-1 0 0,1 1 0,-1-1 0,-4-7 0,4 10 0,1 0 0,-1 0 0,0 0 0,0 0 0,0 0 0,0 0 0,0 1 0,0-1 0,0 1 0,-1-1 0,1 1 0,-1 0 0,1 0 0,-1 0 0,1 0 0,-1 0 0,1 1 0,-1-1 0,0 1 0,1-1 0,-1 1 0,0 0 0,-2 1 0,-4 0 0,0 0 0,0 1 0,0 0 0,0 1 0,1 0 0,-1 0 0,1 1 0,0 0 0,0 0 0,0 1 0,-10 8 0,-3 3 0,2 1 0,-32 36 0,29-27 38,1 2 0,1 0 0,2 1 0,1 1 0,1 1 0,1 1 0,2 0 0,-15 58 0,20-61-194,2 1 1,2-1 0,0 1 0,2 0 0,1 0 0,2 0 0,1 0-1,1 0 1,1 0 0,11 37 0,1-18-6671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4.109"/>
    </inkml:context>
    <inkml:brush xml:id="br0">
      <inkml:brushProperty name="width" value="0.05" units="cm"/>
      <inkml:brushProperty name="height" value="0.05" units="cm"/>
      <inkml:brushProperty name="color" value="#FFFFFF"/>
    </inkml:brush>
  </inkml:definitions>
  <inkml:trace contextRef="#ctx0" brushRef="#br0">248 171 24575,'10'-20'0,"21"-46"0,-29 61 0,0 0 0,-1-1 0,0 1 0,1 0 0,-2-1 0,1 1 0,-1-1 0,1 1 0,-2-1 0,0-7 0,1 12 0,0 0 0,0 0 0,-1 0 0,1 1 0,0-1 0,-1 0 0,1 0 0,-1 0 0,1 1 0,-1-1 0,1 0 0,-1 1 0,1-1 0,-1 0 0,0 1 0,1-1 0,-1 1 0,0-1 0,0 1 0,1-1 0,-1 1 0,0 0 0,0-1 0,0 1 0,0 0 0,1-1 0,-1 1 0,0 0 0,0 0 0,0 0 0,0 0 0,0 0 0,0 0 0,0 0 0,1 0 0,-1 0 0,0 1 0,0-1 0,0 0 0,-1 1 0,-4 1 0,0 0 0,1 1 0,-1-1 0,-9 7 0,-5 5 0,-1 1 0,2 0 0,0 2 0,1 0 0,1 1 0,1 1 0,0 0 0,1 1 0,-16 31 0,25-40 0,0 1 0,1 0 0,1 1 0,0-1 0,0 1 0,1-1 0,1 1 0,-1 22 0,3-26 0,0 0 0,1 1 0,0-1 0,1 0 0,0 0 0,0 0 0,1 0 0,0-1 0,1 1 0,0-1 0,0 0 0,1 0 0,7 10 0,-5-10 34,0 0 1,0 0-1,1-1 0,0 0 0,0 0 0,0-1 0,1 0 0,0-1 0,17 8 1,-9-6-377,0-1 1,0-1 0,0 0-1,33 4 1,13-4-6485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5.319"/>
    </inkml:context>
    <inkml:brush xml:id="br0">
      <inkml:brushProperty name="width" value="0.05" units="cm"/>
      <inkml:brushProperty name="height" value="0.05" units="cm"/>
      <inkml:brushProperty name="color" value="#FFFFFF"/>
    </inkml:brush>
  </inkml:definitions>
  <inkml:trace contextRef="#ctx0" brushRef="#br0">177 360 24575,'-12'0'0,"0"1"0,0 0 0,1 1 0,-1 0 0,0 1 0,1 0 0,0 1 0,0 0 0,-11 6 0,20-8 0,0 0 0,0-1 0,0 1 0,1 0 0,-1 0 0,0 0 0,1 0 0,-1 0 0,1 1 0,0-1 0,0 0 0,0 1 0,0-1 0,-1 4 0,-8 41 0,7-28 0,1-14 0,-9 65 0,10-65 0,1 0 0,0 1 0,0-1 0,0 0 0,1 0 0,-1 1 0,1-1 0,1 0 0,-1 0 0,1 0 0,2 5 0,-2-8 0,0 0 0,0 1 0,0-1 0,1 0 0,-1 0 0,0 0 0,1 0 0,0-1 0,-1 1 0,1-1 0,0 1 0,0-1 0,0 0 0,0 0 0,0 0 0,0-1 0,0 1 0,0-1 0,0 0 0,5 0 0,5 1 0,1-2 0,-1 1 0,19-5 0,-19 2 0,0 0 0,-1-1 0,0 0 0,0-1 0,0-1 0,0 1 0,-1-2 0,0 0 0,0 0 0,15-14 0,-21 16 0,0 0 0,0 0 0,0 0 0,-1-1 0,1 0 0,-1 0 0,-1 0 0,1-1 0,-1 1 0,0-1 0,-1 1 0,0-1 0,0 0 0,0 0 0,-1 0 0,0-1 0,0 1 0,0 0 0,-1 0 0,-1-11 0,0 15 0,1-1 0,-1 0 0,0 1 0,0-1 0,0 1 0,-1-1 0,1 1 0,-1-1 0,0 1 0,0 0 0,0 0 0,0 0 0,0 0 0,-1 0 0,0 1 0,1-1 0,-1 1 0,0-1 0,0 1 0,0 0 0,0 0 0,-1 1 0,1-1 0,0 1 0,-1-1 0,1 1 0,-1 0 0,-4-1 0,3 2 0,1-1 0,-1 1 0,0 0 0,1 0 0,-1 0 0,0 1 0,1 0 0,-1-1 0,0 2 0,1-1 0,-1 0 0,1 1 0,0 0 0,0 0 0,-1 0 0,1 1 0,0 0 0,1-1 0,-1 1 0,1 0 0,-1 1 0,-2 3 0,5-6 0,-1 0 0,1 0 0,0 0 0,0 0 0,0 0 0,1 1 0,-1-1 0,0 0 0,0 1 0,1-1 0,-1 1 0,1-1 0,-1 1 0,1-1 0,0 1 0,-1-1 0,1 1 0,0-1 0,0 1 0,0-1 0,0 1 0,0 0 0,1-1 0,-1 1 0,0-1 0,1 1 0,-1-1 0,1 1 0,-1-1 0,1 0 0,0 1 0,0-1 0,-1 0 0,1 1 0,0-1 0,0 0 0,0 0 0,0 0 0,1 0 0,-1 0 0,0 0 0,0 0 0,1 0 0,-1 0 0,0-1 0,3 1 0,3 3 0,1 0 0,1-1 0,-1 0 0,0-1 0,1 0 0,16 2 0,3-4 0,0 0 0,0-2 0,0 0 0,51-13 0,-42 7 0,-35 8 0,-1-1 0,0 1 0,0 0 0,1-1 0,-1 1 0,0 0 0,0 0 0,1 0 0,-1 0 0,0 0 0,1 0 0,-1 0 0,0 1 0,0-1 0,1 0 0,-1 1 0,0-1 0,0 1 0,0-1 0,1 1 0,-1-1 0,0 1 0,0 0 0,0 0 0,0 0 0,0-1 0,0 1 0,-1 0 0,1 0 0,0 0 0,0 0 0,0 2 0,1 2 0,-1 0 0,0 0 0,0 0 0,-1 0 0,1 0 0,-1 0 0,-1 6 0,1-6 0,0-1 0,0 1 0,0 0 0,0 0 0,1-1 0,0 1 0,0 0 0,2 5 0,0-6 0,0-1 0,-1 1 0,1-1 0,0 0 0,1-1 0,-1 1 0,0 0 0,1-1 0,-1 0 0,1 0 0,0 0 0,0 0 0,0 0 0,0-1 0,0 0 0,0 0 0,0 0 0,1 0 0,-1-1 0,5 1 0,8 0 0,-1-1 0,0 0 0,33-6 0,-39 4 0,0-1 0,0 0 0,0-1 0,0 0 0,0-1 0,-1 0 0,0 0 0,0-1 0,0 0 0,-1 0 0,0-1 0,0 0 0,-1-1 0,0 0 0,0 0 0,-1 0 0,0-1 0,0 0 0,-1 0 0,0 0 0,-1-1 0,0 0 0,0 0 0,-1 0 0,0 0 0,-1 0 0,0-1 0,0-14 0,-2 22 0,0 1 0,0-1 0,0 0 0,0 1 0,-1-1 0,1 1 0,-1-1 0,0 0 0,1 1 0,-3-4 0,3 6 0,0 0 0,0-1 0,0 1 0,-1 0 0,1 0 0,0-1 0,0 1 0,0 0 0,-1 0 0,1 0 0,0-1 0,0 1 0,0 0 0,-1 0 0,1 0 0,0 0 0,0 0 0,-1 0 0,1-1 0,0 1 0,-1 0 0,1 0 0,0 0 0,0 0 0,-1 0 0,1 0 0,0 0 0,-1 0 0,1 0 0,0 0 0,0 0 0,-1 0 0,1 1 0,-1-1 0,0 1 0,0 0 0,0 0 0,0 0 0,0 0 0,0 0 0,0 0 0,0 0 0,1 0 0,-1 1 0,0-1 0,0 2 0,-4 8 0,1 0 0,-1 1 0,2-1 0,0 1 0,0 0 0,1 0 0,1 0 0,0 0 0,0 1 0,1-1 0,1 0 0,0 0 0,4 17 0,-5-27 0,1-1 0,-1 1 0,1-1 0,-1 0 0,1 1 0,-1-1 0,1 0 0,0 1 0,0-1 0,0 0 0,0 0 0,-1 0 0,1 0 0,1 0 0,-1 0 0,0 0 0,0 0 0,0 0 0,0 0 0,1-1 0,-1 1 0,2 0 0,-1 0 0,0-1 0,0 0 0,0 0 0,0 0 0,0-1 0,0 1 0,0 0 0,0-1 0,0 1 0,0-1 0,-1 1 0,1-1 0,0 0 0,3-2 0,5-4 0,0-1 0,0 0 0,0 0 0,9-12 0,-14 14 0,28-28 0,-13 12 0,1 1 0,32-25 0,-52 45 0,0 1 0,0-1 0,-1 0 0,1 1 0,0-1 0,0 1 0,0-1 0,-1 1 0,1 0 0,0-1 0,0 1 0,0 0 0,0-1 0,0 1 0,0 0 0,0 0 0,0 0 0,0 0 0,0 0 0,1 0 0,-1 1 0,-1-1 0,1 0 0,-1 1 0,1-1 0,-1 1 0,0-1 0,1 1 0,-1-1 0,1 1 0,-1-1 0,0 1 0,0 0 0,1-1 0,-1 1 0,0-1 0,0 1 0,0 0 0,1-1 0,-1 1 0,0-1 0,0 1 0,0 1 0,0 3 0,-1 1 0,1 0 0,-1 0 0,-3 11 0,-13 34 0,-5 14 0,20-59 0,1 1 0,0-1 0,0 0 0,0 1 0,1-1 0,0 1 0,0-1 0,2 7 0,-2-11 0,1 0 0,-1-1 0,1 1 0,-1 0 0,1 0 0,0-1 0,0 1 0,0 0 0,0-1 0,0 1 0,0-1 0,0 1 0,0-1 0,1 0 0,-1 1 0,1-1 0,-1 0 0,1 0 0,-1 0 0,3 1 0,-1 0 0,1-1 0,0 0 0,-1 0 0,1-1 0,0 1 0,-1-1 0,1 1 0,0-1 0,6-1 0,2 0 0,1-1 0,-1-1 0,0 0 0,0-1 0,13-6 0,-9 2 0,-1 0 0,0-1 0,-1-1 0,1-1 0,-2 0 0,20-20 0,-3-1 0,36-53 0,-42 51 0,-2-1 0,27-56 0,-38 67 0,-1-1 0,-1-1 0,-1 0 0,7-49 0,-14 70 0,0 0 0,-1 0 0,0 0 0,0 0 0,-1 0 0,1 0 0,-1 0 0,0 0 0,-2-7 0,2 11 0,0 0 0,1 0 0,-1-1 0,0 1 0,1 0 0,-1 0 0,0 0 0,0 0 0,0 0 0,0 0 0,0 0 0,0 0 0,-1 0 0,1 0 0,0 0 0,0 1 0,-1-1 0,1 0 0,0 1 0,-1 0 0,1-1 0,0 1 0,-1 0 0,1-1 0,-1 1 0,1 0 0,0 0 0,-1 0 0,1 0 0,-1 0 0,1 1 0,0-1 0,-1 0 0,1 1 0,-3 0 0,-3 2 0,1 0 0,-1 0 0,1 1 0,0 0 0,0 0 0,0 1 0,0-1 0,1 1 0,0 0 0,0 1 0,0-1 0,1 1 0,-7 11 0,-3 5 0,2 2 0,-15 34 0,16-28-124,1 0 0,1 1 0,2 0 0,1 1 0,1-1 0,2 1-1,1 0 1,1 0 0,2 0 0,10 59 0,-4-49-6702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5.911"/>
    </inkml:context>
    <inkml:brush xml:id="br0">
      <inkml:brushProperty name="width" value="0.05" units="cm"/>
      <inkml:brushProperty name="height" value="0.05" units="cm"/>
      <inkml:brushProperty name="color" value="#FFFFFF"/>
    </inkml:brush>
  </inkml:definitions>
  <inkml:trace contextRef="#ctx0" brushRef="#br0">0 179 24575,'1'-12'0,"1"1"0,1-1 0,-1 1 0,2 0 0,0 0 0,0 1 0,1-1 0,11-18 0,-13 24 0,1 0 0,0 1 0,-1-1 0,1 1 0,1 0 0,-1 1 0,1-1 0,-1 1 0,1 0 0,0 0 0,0 0 0,0 1 0,1-1 0,-1 1 0,0 1 0,1-1 0,0 1 0,-1 0 0,1 0 0,0 0 0,-1 1 0,1 0 0,0 0 0,0 1 0,-1-1 0,1 1 0,0 0 0,-1 1 0,1 0 0,-1-1 0,1 2 0,-1-1 0,0 1 0,0-1 0,0 1 0,-1 1 0,8 5 0,-8-5 0,-1-1 0,1 1 0,-1 0 0,0 0 0,0 0 0,-1 1 0,1-1 0,-1 0 0,0 1 0,0 0 0,-1 0 0,2 6 0,-2-8 0,0 0 0,-1 0 0,0 0 0,1 0 0,-1 0 0,-1 0 0,1 0 0,0 1 0,-1-1 0,1 0 0,-1 0 0,0 0 0,0 0 0,0 0 0,-1-1 0,1 1 0,-1 0 0,1 0 0,-1-1 0,-4 5 0,1-2 0,-12 12 0,15-14 0,12-8 0,7-6 0,-1-2 0,0 0 0,26-29 0,9-7 0,-49 47 0,-1 1 0,0 0 0,0 0 0,0 0 0,1 0 0,-1 0 0,1 1 0,-1-1 0,0 0 0,1 1 0,-1-1 0,1 1 0,0-1 0,-1 1 0,1 0 0,-1 0 0,1-1 0,2 1 0,-3 1 0,0-1 0,0 1 0,0-1 0,1 1 0,-1-1 0,0 1 0,0 0 0,0-1 0,0 1 0,0 0 0,-1 0 0,1 0 0,0 0 0,0 0 0,0 0 0,-1 0 0,1 0 0,0 2 0,3 7 0,-1-1 0,0 1 0,0 0 0,1 19 0,0-10 0,15 69 0,23 132 0,-38-183 0,0 0 0,-3 0 0,-6 71 0,5-103 0,-1 0 0,0 0 0,0 0 0,0 0 0,-1-1 0,1 1 0,-1 0 0,0-1 0,-1 0 0,1 1 0,-6 6 0,6-9 0,0-1 0,0 1 0,1-1 0,-1 1 0,0-1 0,0 0 0,-1 0 0,1 0 0,0 0 0,0 0 0,0 0 0,-1-1 0,1 1 0,0-1 0,-1 0 0,1 1 0,0-1 0,-1 0 0,1-1 0,0 1 0,-1 0 0,1-1 0,0 1 0,0-1 0,-1 1 0,-3-3 0,-2-1 0,-1 0 0,1 0 0,0-1 0,1-1 0,-1 1 0,1-1 0,0 0 0,0-1 0,1 1 0,0-2 0,0 1 0,1 0 0,0-1 0,0 0 0,-7-17 0,4 6 0,1 1 0,1-2 0,0 1 0,1 0 0,2-1 0,-3-29 0,5 36-72,1 0 1,0-1-1,0 1 0,1 0 0,1-1 0,1 1 0,0 0 0,0 0 1,1 0-1,1 1 0,0 0 0,1-1 0,0 2 0,0-1 0,2 1 1,-1 0-1,2 0 0,10-11 0,8-1-6754</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6.143"/>
    </inkml:context>
    <inkml:brush xml:id="br0">
      <inkml:brushProperty name="width" value="0.05" units="cm"/>
      <inkml:brushProperty name="height" value="0.05" units="cm"/>
      <inkml:brushProperty name="color" value="#FFFFFF"/>
    </inkml:brush>
  </inkml:definitions>
  <inkml:trace contextRef="#ctx0" brushRef="#br0">34 36 24575,'-3'-3'0,"-4"-1"0,-3 0 0,2 1 0,3-2 0,5 0 0,9 1 0,5 0 0,7 2 0,-1 1-8191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6.282"/>
    </inkml:context>
    <inkml:brush xml:id="br0">
      <inkml:brushProperty name="width" value="0.05" units="cm"/>
      <inkml:brushProperty name="height" value="0.05" units="cm"/>
      <inkml:brushProperty name="color" value="#FFFFFF"/>
    </inkml:brush>
  </inkml:definitions>
  <inkml:trace contextRef="#ctx0" brushRef="#br0">15 1 24575,'-3'3'0,"-4"1"0,2 0 0,5-1 0,6-1 0,4-1 0,7 0 0,6-1 0,5 0 0,-2 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6.919"/>
    </inkml:context>
    <inkml:brush xml:id="br0">
      <inkml:brushProperty name="width" value="0.05" units="cm"/>
      <inkml:brushProperty name="height" value="0.05" units="cm"/>
      <inkml:brushProperty name="color" value="#FFFFFF"/>
    </inkml:brush>
  </inkml:definitions>
  <inkml:trace contextRef="#ctx0" brushRef="#br0">148 31 24575,'1'0'0,"1"-1"0,-1 1 0,1-1 0,-1 0 0,1 1 0,-1-1 0,0 0 0,1 0 0,-1 0 0,0 0 0,0 0 0,0 0 0,0 0 0,0-1 0,0 1 0,0 0 0,0-1 0,0 1 0,-1 0 0,1-1 0,0 1 0,-1-1 0,1 1 0,0-3 0,-2 3 0,1 1 0,0 0 0,-1 0 0,1 0 0,-1 0 0,1 0 0,0 0 0,-1 0 0,1 0 0,-1 0 0,1 0 0,0 0 0,-1 0 0,1 0 0,-1 0 0,1 0 0,0 0 0,-1 0 0,1 0 0,-1 0 0,1 1 0,0-1 0,-1 0 0,1 0 0,0 0 0,-1 1 0,1-1 0,0 0 0,0 1 0,-1-1 0,1 0 0,0 1 0,0-1 0,-1 1 0,-12 12 0,-5 9 0,1 0 0,2 1 0,0 1 0,2 1 0,0 0 0,2 1 0,1 0 0,1 0 0,1 1 0,1 0 0,-5 47 0,12-64 0,-1 0 0,1 0 0,1-1 0,0 1 0,0 0 0,1-1 0,0 1 0,1-1 0,0 1 0,1-1 0,7 15 0,-8-19 0,0-1 0,0 0 0,0 0 0,1 0 0,0-1 0,-1 1 0,1-1 0,0 0 0,1 0 0,-1 0 0,0-1 0,1 1 0,0-1 0,-1 0 0,1 0 0,0-1 0,0 1 0,0-1 0,0 0 0,0-1 0,0 1 0,1-1 0,8-1 0,3 0 0,-2-2 0,1 0 0,0-1 0,0 0 0,-1-1 0,0-1 0,0-1 0,-1 0 0,1 0 0,17-14 0,-5 1 0,-1 0 0,-2-2 0,0 0 0,23-29 0,-29 29 0,-1 0 0,19-33 0,-30 46 0,-1 0 0,-1-1 0,0 0 0,0 0 0,-1 0 0,0 0 0,-1 0 0,0-1 0,1-12 0,-3 20 14,0 1 0,0 0-1,0 0 1,0-1 0,-1 1-1,1 0 1,-1 0-1,1 0 1,-1-1 0,0 1-1,0 0 1,0 0 0,0 0-1,0 0 1,0 0 0,0 0-1,-1 1 1,1-1 0,-1 0-1,0 1 1,1-1 0,-1 1-1,0 0 1,-2-2 0,-1 1-185,0 0 0,0 0 1,0 0-1,0 1 0,0 0 1,0 0-1,0 0 0,0 1 1,-7 0-1,-11 0-6655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17.230"/>
    </inkml:context>
    <inkml:brush xml:id="br0">
      <inkml:brushProperty name="width" value="0.05" units="cm"/>
      <inkml:brushProperty name="height" value="0.05" units="cm"/>
      <inkml:brushProperty name="color" value="#FFFFFF"/>
    </inkml:brush>
  </inkml:definitions>
  <inkml:trace contextRef="#ctx0" brushRef="#br0">217 121 24575,'7'-29'0,"-6"26"0,0 0 0,0 0 0,0 0 0,0 0 0,-1 0 0,1 0 0,-1 0 0,0 0 0,0 0 0,0-6 0,-1 7 0,0-1 0,1 0 0,-1 1 0,0-1 0,0 1 0,-1-1 0,1 1 0,0-1 0,-1 1 0,1 0 0,-1-1 0,0 1 0,0 0 0,0 0 0,0 1 0,0-1 0,0 0 0,-1 1 0,1-1 0,-1 1 0,1 0 0,-1-1 0,1 1 0,-1 0 0,0 1 0,1-1 0,-1 0 0,0 1 0,1 0 0,-1 0 0,0-1 0,0 2 0,0-1 0,1 0 0,-6 1 0,5 0 0,0 0 0,-1-1 0,1 1 0,0 0 0,0 1 0,0-1 0,0 1 0,0-1 0,0 1 0,0 0 0,0 0 0,1 0 0,-1 0 0,1 1 0,0-1 0,-1 1 0,1-1 0,0 1 0,0 0 0,1 0 0,-1 0 0,1 0 0,-1 0 0,1 0 0,0 0 0,0 0 0,0 1 0,1-1 0,-1 6 0,1 1 0,1-1 0,0 1 0,1-1 0,0 0 0,0 0 0,1 0 0,0 0 0,1 0 0,0-1 0,6 9 0,9 14 0,29 36 0,-21-31 0,5 6 0,-17-24 0,-1 0 0,-1 1 0,-1 1 0,13 26 0,-24-44 0,-1 0 0,1 0 0,0 0 0,0 0 0,-1 1 0,1-1 0,-1 0 0,0 1 0,0-1 0,0 0 0,0 0 0,0 1 0,0-1 0,0 0 0,-1 1 0,1-1 0,-1 0 0,0 0 0,0 0 0,-2 4 0,1-3 0,0-1 0,0 1 0,0-1 0,-1 0 0,1 0 0,-1 0 0,0 0 0,1 0 0,-1-1 0,0 1 0,0-1 0,0 0 0,-4 1 0,-8 2 0,-1 0 0,0-2 0,0 0 0,-30-1 0,-39-4-1365,0-3-5461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4.150"/>
    </inkml:context>
    <inkml:brush xml:id="br0">
      <inkml:brushProperty name="width" value="0.05" units="cm"/>
      <inkml:brushProperty name="height" value="0.05" units="cm"/>
      <inkml:brushProperty name="color" value="#FFFFFF"/>
    </inkml:brush>
  </inkml:definitions>
  <inkml:trace contextRef="#ctx0" brushRef="#br0">675 682 24575,'1'-3'0,"0"0"0,1 0 0,-1 1 0,1-1 0,0 0 0,0 1 0,0 0 0,0-1 0,0 1 0,0 0 0,4-3 0,-4 5 0,-1 0 0,0-1 0,0 1 0,0 0 0,0-1 0,0 1 0,0 0 0,1 0 0,-1 0 0,0 0 0,0 0 0,0 0 0,0 1 0,1-1 0,-1 0 0,0 1 0,0-1 0,0 0 0,0 1 0,0-1 0,0 1 0,0 0 0,0-1 0,0 1 0,0 0 0,0 0 0,0-1 0,-1 1 0,1 0 0,0 0 0,-1 0 0,1 0 0,0 0 0,0 2 0,4 4 0,-1 1 0,0 0 0,0-1 0,-1 1 0,0 1 0,0-1 0,2 10 0,7 66 0,-10-67 0,16 370-439,-28 3-424,-31 205-603,9-170 1517,24-299-255,10 140 0,0-228 151,2-1 0,2 0 1,1 0-1,2-1 0,1 0 0,2 0 0,2-1 1,24 45-1,-27-62 29,1 0 0,0-1-1,1-1 1,1 0 0,1-1 0,0 0 0,1-2 0,19 14 0,-11-12 21,0-1 0,0-1 1,1-1-1,1-1 0,38 10 0,-15-8 1,0-3 0,63 5 0,100-4-186,272-21-202,4-21-150,-197 11-717,3211-143-2136,-1967 86 2296,-1482 74 1333,330-32 1631,-289 22-53,184-51 0,-248 55-1340,-1-2 0,0 0 1,-1-2-1,0-1 1,44-31-1,-62 38-356,0-1 0,-1 0 1,-1 0-1,1 0 0,-1-1 0,-1-1 1,0 1-1,0-1 0,-1-1 0,0 1 1,0-1-1,-1 0 0,-1 0 0,0 0 1,-1-1-1,0 1 0,3-22 0,-6 13-118,0 0 0,-1 0 0,-1 0 0,-1 1 0,-1-1 0,0 1 0,-2 0 0,0 0 0,-1 0 0,-1 1 0,-11-19 0,-17-24 0,-75-98 0,106 152 0,-302-427-426,231 310 213,-101-220 1,-79-375 212,241 669 0,-77-233 0,74 238 0,-1 2 0,-2 0 0,-3 2 0,-33-47 0,42 69 19,-1 0 0,0 2 0,-2-1 0,0 2 0,-1 1 0,-40-26 0,30 25 39,-1 1 1,0 1-1,-1 2 1,-47-12-1,20 10 89,-100-9-1,-59 10-13,-660 9-2587,705 5 1995,-1683 67-2829,3 67 549,1368-95 2776,-959 66 747,1401-104-667,-133 10 3667,141-5-1543,33-7-2203,1 0-1,0 0 0,-1 1 0,1-1 0,0 0 0,0 0 0,-1 0 0,1 0 0,0 0 0,0 1 0,0-1 1,-1 0-1,1 0 0,0 1 0,0-1 0,0 0 0,-1 0 0,1 0 0,0 1 0,0-1 0,0 0 1,0 1-1,0-1 0,0 0 0,0 0 0,0 1 0,0-1 0,0 0 0,0 1 0,0-1 0,0 0 0,0 1 1,1 0 0,-1 0-1,1 0 1,0 0 0,-1 0-1,1-1 1,0 1-1,0 0 1,-1-1 0,1 1-1,0 0 1,0-1 0,0 1-1,1-1 1,26 20-1178,-16-10-5686</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4.538"/>
    </inkml:context>
    <inkml:brush xml:id="br0">
      <inkml:brushProperty name="width" value="0.05" units="cm"/>
      <inkml:brushProperty name="height" value="0.05" units="cm"/>
      <inkml:brushProperty name="color" value="#FFFFFF"/>
    </inkml:brush>
  </inkml:definitions>
  <inkml:trace contextRef="#ctx0" brushRef="#br0">1 312 24575,'1'1'0,"-1"0"0,1-1 0,0 1 0,-1 0 0,1 0 0,0-1 0,0 1 0,0 0 0,0-1 0,0 1 0,-1-1 0,1 1 0,0-1 0,0 0 0,0 1 0,0-1 0,1 0 0,-1 0 0,0 0 0,0 0 0,0 1 0,0-2 0,1 1 0,1 1 0,38 1 0,1 0 0,0-3 0,60-9 0,-26 3 0,1475-102-5098,2 25-1446,-1212 66 6215,1995-78-552,-2245 94 1082,352 8 1888,-373 4-1041,-54-3 866,-16-7-1889,0 0-1,1 1 1,-1-1-1,0 0 1,0 0 0,0 0-1,0 0 1,0 0-1,0 1 1,0-1-1,0 0 1,0 0 0,0 0-1,0 1 1,0-1-1,0 0 1,0 0-1,0 0 1,0 0 0,0 1-1,0-1 1,0 0-1,0 0 1,0 0-1,0 0 1,0 1 0,0-1-1,0 0 1,0 0-1,0 0 1,-1 0-1,1 1 1,0-1 0,0 0-1,0 0 1,0 0-1,0 0 1,0 0-1,-1 0 1,1 0 0,0 1-1,-25 9 28,-22 1-1727</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4.956"/>
    </inkml:context>
    <inkml:brush xml:id="br0">
      <inkml:brushProperty name="width" value="0.05" units="cm"/>
      <inkml:brushProperty name="height" value="0.05" units="cm"/>
      <inkml:brushProperty name="color" value="#FFFFFF"/>
    </inkml:brush>
  </inkml:definitions>
  <inkml:trace contextRef="#ctx0" brushRef="#br0">1 226 24575,'97'-5'0,"102"-17"0,-88 7 0,1311-99-4774,2 73-854,1041 24 2394,-627 9 3063,-1540 5 2383,-231 2 384,-51 3-1688,-18-1 112,-28 3 967,-42 2-1961,-14 1-3159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5.361"/>
    </inkml:context>
    <inkml:brush xml:id="br0">
      <inkml:brushProperty name="width" value="0.05" units="cm"/>
      <inkml:brushProperty name="height" value="0.05" units="cm"/>
      <inkml:brushProperty name="color" value="#FFFFFF"/>
    </inkml:brush>
  </inkml:definitions>
  <inkml:trace contextRef="#ctx0" brushRef="#br0">193 288 24575,'-57'25'0,"41"-19"0,-1 1 0,1 1 0,0 1 0,1 0 0,0 1 0,-15 13 0,20-8 0,9-14 0,1-1 0,0 1 0,0-1 0,0 1 0,0-1 0,0 1 0,0-1 0,0 1 0,0-1 0,1 1 0,-1-1 0,0 1 0,0-1 0,0 1 0,0-1 0,1 1 0,-1-1 0,0 1 0,0-1 0,1 0 0,-1 1 0,1 0 0,1 0 0,0 0 0,0 1 0,0-1 0,1 0 0,-1 0 0,0 0 0,1 0 0,-1-1 0,1 1 0,-1-1 0,1 1 0,2-1 0,33 2 0,0-1 0,0-3 0,44-6 0,-18 2 0,121-12-256,1212-98-7200,601 9 1902,5 33 4623,-971 37 674,-763 27 573,-187 6 251,293-19 3204,-341 18-2847,-34 5-909,0 0 1,0 0-1,0 0 1,0 0-1,0-1 1,0 1-1,-1 0 1,1 0-1,0 0 1,0 0-1,0 0 1,0 0-1,0 0 1,0 0-1,0 0 1,0 0-1,0 0 1,0 0-1,0-1 1,0 1-1,0 0 0,0 0 1,0 0-1,0 0 1,0 0-1,0 0 1,1 0-1,-1 0 1,0 0-1,0 0 1,0 0-1,0 0 1,0-1-1,0 1 1,0 0-1,0 0 1,0 0-1,0 0 1,0 0-1,0 0 1,0 0-1,0 0 1,0 0-1,0 0 1,0 0-1,1 0 1,-1 0-1,0 0 1,0 0-1,0 0 1,0 0-1,0 0 1,0 0-1,0 0 1,0 0-1,0 0 1,0 0-1,0 0 1,1 0-1,-1 0 1,-18-3 1927,-46-2-1775,-17 0-2539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5.920"/>
    </inkml:context>
    <inkml:brush xml:id="br0">
      <inkml:brushProperty name="width" value="0.05" units="cm"/>
      <inkml:brushProperty name="height" value="0.05" units="cm"/>
      <inkml:brushProperty name="color" value="#FFFFFF"/>
    </inkml:brush>
  </inkml:definitions>
  <inkml:trace contextRef="#ctx0" brushRef="#br0">1 60 24575,'0'-3'0,"0"0"0,0-1 0,1 1 0,0 0 0,-1 0 0,1 0 0,0 0 0,0 0 0,1 0 0,-1 1 0,1-1 0,-1 0 0,1 0 0,0 1 0,3-4 0,-4 5 0,0 0 0,1 0 0,-1 0 0,0 0 0,0 1 0,0-1 0,0 0 0,1 1 0,-1-1 0,0 1 0,0 0 0,1-1 0,-1 1 0,0 0 0,1 0 0,-1 0 0,0 0 0,1 0 0,-1 0 0,1 0 0,-1 0 0,0 0 0,1 1 0,-1-1 0,0 0 0,0 1 0,1 0 0,-1-1 0,0 1 0,0-1 0,0 1 0,0 0 0,0 0 0,0 0 0,0 0 0,0 0 0,2 2 0,3 4 0,0 0 0,-1 1 0,0 0 0,0 0 0,0 1 0,-1-1 0,5 17 0,16 69 0,14 172-231,-23 7-242,-12-191 330,60 1958-2028,-64-2022 2201,3 68 700,1-72-1592</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6.310"/>
    </inkml:context>
    <inkml:brush xml:id="br0">
      <inkml:brushProperty name="width" value="0.05" units="cm"/>
      <inkml:brushProperty name="height" value="0.05" units="cm"/>
      <inkml:brushProperty name="color" value="#FFFFFF"/>
    </inkml:brush>
  </inkml:definitions>
  <inkml:trace contextRef="#ctx0" brushRef="#br0">0 0 24575,'26'509'-1,"-13"-344"-174,85 767-782,50-5 1035,-56-328-78,-90-581 47,5 29-126,-6-44 155,-1 0 0,1 0 0,0 0 0,0-1 0,1 1 0,-1 0 0,0 0 0,1-1 0,0 1-1,-1 0 1,4 2 0,-5-5-118,0 0-1,0 0 1,1 0-1,-1 1 1,0-1-1,0 0 1,1 0-1,-1 0 1,0 0 0,1 1-1,-1-1 1,0 0-1,1 0 1,-1 0-1,0 0 1,1 0-1,-1 0 1,0 0-1,1 0 1,-1 0-1,0 0 1,1 0-1,-1 0 1,0 0-1,1-1 1,-1 1-1,1 0 1,8-8-6784</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6.700"/>
    </inkml:context>
    <inkml:brush xml:id="br0">
      <inkml:brushProperty name="width" value="0.05" units="cm"/>
      <inkml:brushProperty name="height" value="0.05" units="cm"/>
      <inkml:brushProperty name="color" value="#FFFFFF"/>
    </inkml:brush>
  </inkml:definitions>
  <inkml:trace contextRef="#ctx0" brushRef="#br0">1 1 24575,'3'4'0,"0"-1"0,0 1 0,-1 0 0,1 0 0,-1 0 0,0 0 0,0 1 0,0-1 0,1 6 0,8 44 0,-11-52 0,28 287-254,-23 3-260,-4-215 379,30 955-1665,-8-746 1479,95 451-1,-104-674 469,-2-5 1115,36 102 1,-47-157-1332,0 0 0,0 0 0,0 0-1,1 0 1,0 0 0,-1 0 0,1 0 0,0-1 0,4 5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8.989"/>
    </inkml:context>
    <inkml:brush xml:id="br0">
      <inkml:brushProperty name="width" value="0.05" units="cm"/>
      <inkml:brushProperty name="height" value="0.05" units="cm"/>
      <inkml:brushProperty name="color" value="#FFFFFF"/>
    </inkml:brush>
  </inkml:definitions>
  <inkml:trace contextRef="#ctx0" brushRef="#br0">117 99 24575,'33'1'0,"40"8"0,-36-4 0,-37-5 0,0 0 0,0 0 0,0 0 0,0 0 0,1 0 0,-1 0 0,0 0 0,0 0 0,0 0 0,0 0 0,0 0 0,1 0 0,-1 0 0,0 0 0,0 0 0,0 0 0,0 0 0,0 0 0,1 1 0,-1-1 0,0 0 0,0 0 0,0 0 0,0 0 0,0 0 0,0 0 0,0 0 0,0 1 0,1-1 0,-1 0 0,0 0 0,0 0 0,0 0 0,0 0 0,0 1 0,0-1 0,0 0 0,0 0 0,0 0 0,0 0 0,0 1 0,0-1 0,0 0 0,0 0 0,0 0 0,-7 9 0,-17 12 0,16-14 0,-17 15 0,1 2 0,2 1 0,0 0 0,-33 53 0,44-60 0,0 0 0,2 1 0,0 0 0,1 1 0,1 0 0,1 0 0,1 0 0,-5 40 0,9-52 0,1 1 0,0-1 0,1 0 0,0 1 0,0-1 0,0 0 0,1 0 0,5 14 0,-5-17 0,1-1 0,-1 1 0,1-1 0,-1 0 0,1 0 0,0 0 0,1-1 0,-1 1 0,1-1 0,-1 1 0,1-1 0,0 0 0,0-1 0,0 1 0,1-1 0,4 3 0,4-1 0,0 0 0,0-1 0,0 0 0,0-1 0,0-1 0,0 0 0,1 0 0,-1-2 0,0 1 0,24-5 0,2-4 0,0 0 0,48-20 0,-31 8 0,55-29 0,-89 38 0,-1 0 0,0-2 0,0 0 0,-2-2 0,23-20 0,-37 30 0,0 0 0,0 0 0,0 0 0,-1-1 0,0 1 0,0-1 0,-1 0 0,0 0 0,0 0 0,0-1 0,-1 1 0,0-1 0,1-9 0,-3 13 0,0 0 0,0-1 0,0 1 0,0 0 0,-1 0 0,1 0 0,-1 0 0,0 0 0,-1 0 0,1 0 0,0 1 0,-1-1 0,0 0 0,0 1 0,0-1 0,-1 1 0,1-1 0,-1 1 0,1 0 0,-1 0 0,0 1 0,-1-1 0,1 0 0,0 1 0,-1 0 0,-3-2 0,6 3 0,1 1 0,-1 0 0,0-1 0,0 1 0,0 0 0,0 0 0,0-1 0,0 1 0,1 0 0,-1 0 0,0 0 0,0 0 0,0 0 0,0 0 0,0 1 0,0-1 0,1 0 0,-1 0 0,0 1 0,0-1 0,0 0 0,0 1 0,1-1 0,-1 1 0,0-1 0,1 1 0,-1-1 0,0 1 0,1 0 0,-1-1 0,0 1 0,1 0 0,-1-1 0,1 1 0,-1 0 0,1 0 0,0 0 0,-1-1 0,1 1 0,0 0 0,0 0 0,-1 1 0,0 0 0,1 0 0,-1 0 0,1 0 0,-1 0 0,1 0 0,0 0 0,0 0 0,0 0 0,0-1 0,0 1 0,0 0 0,0 0 0,1 0 0,-1 0 0,1 0 0,-1 0 0,1 0 0,1 2 0,-2-4 0,0 1 0,0-1 0,0 0 0,0 0 0,0 0 0,1 0 0,-1 0 0,0 0 0,0 0 0,0 1 0,0-1 0,0 0 0,0 0 0,0 0 0,1 0 0,-1 0 0,0 0 0,0 0 0,0 0 0,0 0 0,0 0 0,1 0 0,-1 0 0,0 0 0,0 0 0,0 0 0,0 0 0,0 0 0,1 0 0,-1 0 0,0 0 0,0 0 0,0 0 0,0 0 0,0 0 0,1 0 0,-1 0 0,0 0 0,0 0 0,0 0 0,0 0 0,0 0 0,0-1 0,1 1 0,2-9 0,0-10 0,-4 7 0,-11-186 0,12 181 0,-1 1 0,-1-1 0,0 0 0,-6-17 0,4 89 0,6 49 0,6 0 0,3 0 0,31 122 0,-10-111-1365,-25-93-5461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59.717"/>
    </inkml:context>
    <inkml:brush xml:id="br0">
      <inkml:brushProperty name="width" value="0.05" units="cm"/>
      <inkml:brushProperty name="height" value="0.05" units="cm"/>
      <inkml:brushProperty name="color" value="#FFFFFF"/>
    </inkml:brush>
  </inkml:definitions>
  <inkml:trace contextRef="#ctx0" brushRef="#br0">19 459 24575,'-4'-11'0,"0"-1"0,1 0 0,1 0 0,0 0 0,0 0 0,1 0 0,1 0 0,1-14 0,-1-1 0,-1 10 0,1 0 0,1 0 0,0 0 0,1 1 0,1-1 0,8-24 0,-9 35 0,0 1 0,0-1 0,1 1 0,0 0 0,0 0 0,0 0 0,1 1 0,0-1 0,0 1 0,0-1 0,0 1 0,0 1 0,1-1 0,0 1 0,0-1 0,0 2 0,0-1 0,0 0 0,1 1 0,-1 0 0,1 0 0,7-1 0,7-1 0,-1 1 0,1 1 0,0 1 0,0 1 0,38 4 0,-48-3 0,0 0 0,0 1 0,0 1 0,-1 0 0,1 0 0,-1 1 0,1 0 0,-1 0 0,-1 1 0,1 0 0,-1 1 0,1 0 0,9 10 0,-14-12 0,-1 0 0,0 0 0,0 0 0,0 0 0,-1 1 0,0-1 0,1 1 0,-2 0 0,1 0 0,0-1 0,-1 1 0,0 0 0,0 1 0,0-1 0,-1 0 0,0 0 0,0 0 0,0 0 0,-1 0 0,1 0 0,-1 0 0,0 0 0,-1 0 0,1 0 0,-1 0 0,0 0 0,-3 4 0,1-1 0,0-2 0,0 1 0,-1 0 0,0-1 0,0 0 0,-1 0 0,0 0 0,0-1 0,0 0 0,0 0 0,-1-1 0,0 1 0,0-1 0,0-1 0,0 0 0,-15 5 0,21-7 0,0-1 0,-1 1 0,1-1 0,-1 0 0,1 0 0,-1 1 0,1-1 0,-1 0 0,1 0 0,-1-1 0,1 1 0,-1 0 0,1 0 0,-1-1 0,1 1 0,-1-1 0,1 1 0,-3-2 0,3 1 0,1 0 0,-1 1 0,0-1 0,0 0 0,1 0 0,-1 0 0,1 0 0,-1 0 0,1 0 0,-1 0 0,1 0 0,0 0 0,-1 0 0,1 0 0,0-1 0,0 1 0,0 0 0,0 0 0,0-1 0,0-4 0,1 1 0,0-1 0,0 1 0,1-1 0,0 1 0,-1 0 0,2 0 0,3-8 0,7-7 0,0-1 0,2 2 0,0 0 0,1 1 0,0 0 0,2 2 0,0 0 0,1 1 0,1 0 0,0 2 0,28-14 0,-45 25 0,1 0 0,0 1 0,0-1 0,0 1 0,-1 0 0,1 0 0,0 1 0,8-1 0,-11 1 0,0 0 0,0 0 0,0 1 0,0-1 0,1 0 0,-1 1 0,0-1 0,0 1 0,0-1 0,0 1 0,0 0 0,0-1 0,0 1 0,0 0 0,0 0 0,0-1 0,0 1 0,-1 0 0,1 0 0,0 0 0,-1 0 0,1 0 0,0 0 0,-1 0 0,0 1 0,1-1 0,-1 0 0,1 0 0,-1 0 0,0 0 0,0 1 0,0 1 0,1 2 0,0 6 0,1-1 0,0 0 0,0 1 0,1-1 0,7 17 0,-9-24 0,1-1 0,-1 1 0,1-1 0,0 1 0,0-1 0,0 0 0,0 1 0,1-1 0,-1 0 0,1-1 0,-1 1 0,1 0 0,-1-1 0,1 1 0,0-1 0,0 0 0,0 0 0,0 0 0,-1 0 0,1-1 0,0 1 0,1-1 0,-1 0 0,5 0 0,5 0 0,0-2 0,0 1 0,-1-2 0,1 0 0,-1 0 0,0-1 0,0 0 0,13-8 0,-9 4 0,0 0 0,-1-2 0,0 0 0,-1-1 0,17-15 0,-26 20 0,1 0 0,-1 1 0,0-2 0,-1 1 0,5-9 0,-8 13 0,0 0 0,0 0 0,0 0 0,0 0 0,0 0 0,-1-1 0,1 1 0,-1 0 0,1 0 0,-1-1 0,0 1 0,0 0 0,0 0 0,0-1 0,0 1 0,-1 0 0,1-1 0,-1 1 0,1 0 0,-1 0 0,-1-3 0,1 4 0,1 1 0,0-1 0,0 1 0,0-1 0,0 1 0,0 0 0,0-1 0,-1 1 0,1-1 0,0 1 0,0 0 0,-1-1 0,1 1 0,0 0 0,-1-1 0,1 1 0,0 0 0,-1-1 0,1 1 0,0 0 0,-1 0 0,1-1 0,-1 1 0,1 0 0,0 0 0,-1 0 0,1 0 0,-1-1 0,1 1 0,-1 0 0,1 0 0,0 0 0,-1 0 0,1 0 0,-1 0 0,1 0 0,-1 0 0,1 1 0,-1-1 0,1 0 0,0 0 0,-1 0 0,1 0 0,-1 0 0,1 1 0,0-1 0,-1 0 0,1 0 0,-1 1 0,1-1 0,0 0 0,0 1 0,-1-1 0,1 0 0,0 1 0,-1-1 0,1 1 0,0-1 0,0 0 0,0 1 0,-1-1 0,1 1 0,0 0 0,-2 2 0,1 1 0,0-1 0,0 1 0,0 0 0,0-1 0,0 7 0,2 9 0,1 1 0,1-1 0,1 1 0,1-1 0,14 36 0,-5-14 0,20 63 0,-11-40 0,17 79 0,-39-137 0,0 0 0,0-1 0,-1 1 0,0 0 0,0 0 0,-1 8 0,1-12 0,0-1 0,0 0 0,-1 0 0,1 0 0,0 0 0,-1 0 0,1 0 0,-1 0 0,1 0 0,-1 0 0,0 0 0,1 0 0,-1 0 0,0 0 0,0-1 0,1 1 0,-1 0 0,0 0 0,0-1 0,0 1 0,0-1 0,0 1 0,0-1 0,0 1 0,0-1 0,0 1 0,0-1 0,-1 0 0,1 0 0,0 1 0,0-1 0,0 0 0,0 0 0,0 0 0,0 0 0,-1-1 0,1 1 0,-2-1 0,-4 0 0,-1-2 0,0 1 0,1-1 0,0-1 0,-1 1 0,1-1 0,0 0 0,1-1 0,-1 0 0,1 0 0,-8-9 0,-8-8 0,-27-38 0,37 44 0,0 0 0,2-1 0,0 0 0,1-1 0,1 0 0,-11-32 0,17 43 0,1-1 0,-1 0 0,1 1 0,1-1 0,-1 0 0,1 0 0,1 1 0,2-15 0,-2 17 0,0 0 0,1 0 0,0 0 0,0 0 0,0 1 0,1-1 0,0 1 0,0-1 0,0 1 0,0 0 0,0 0 0,1 0 0,0 0 0,5-3 0,-1 1-195,1 1 0,-1 0 0,1 0 0,1 1 0,-1 0 0,18-4 0,15-2-6631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0.295"/>
    </inkml:context>
    <inkml:brush xml:id="br0">
      <inkml:brushProperty name="width" value="0.05" units="cm"/>
      <inkml:brushProperty name="height" value="0.05" units="cm"/>
      <inkml:brushProperty name="color" value="#FFFFFF"/>
    </inkml:brush>
  </inkml:definitions>
  <inkml:trace contextRef="#ctx0" brushRef="#br0">12 98 24575,'-2'-5'0,"0"1"0,1 0 0,-1-1 0,1 1 0,0-1 0,0 0 0,1 1 0,-1-9 0,1 11 0,0-1 0,0 1 0,0-1 0,1 1 0,-1-1 0,1 1 0,-1 0 0,1-1 0,0 1 0,0-1 0,0 1 0,0 0 0,1 0 0,-1 0 0,0 0 0,1 0 0,2-2 0,-4 3 0,0 1 0,1-1 0,-1 1 0,1 0 0,-1-1 0,1 1 0,-1 0 0,1-1 0,-1 1 0,1 0 0,-1 0 0,1 0 0,-1-1 0,1 1 0,-1 0 0,1 0 0,0 0 0,-1 0 0,1 0 0,-1 0 0,1 0 0,-1 0 0,1 0 0,0 0 0,-1 0 0,1 1 0,-1-1 0,2 0 0,-1 1 0,0 0 0,0 0 0,0 0 0,0 0 0,0 1 0,0-1 0,0 0 0,0 0 0,0 0 0,0 1 0,0 1 0,11 37 0,-7 5-60,-1 1 0,-5 70 0,0-66-1125,1-21-5641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0.750"/>
    </inkml:context>
    <inkml:brush xml:id="br0">
      <inkml:brushProperty name="width" value="0.05" units="cm"/>
      <inkml:brushProperty name="height" value="0.05" units="cm"/>
      <inkml:brushProperty name="color" value="#FFFFFF"/>
    </inkml:brush>
  </inkml:definitions>
  <inkml:trace contextRef="#ctx0" brushRef="#br0">1 186 24575,'7'-15'0,"-4"7"0,0 1 0,1-1 0,0 1 0,0 0 0,1 0 0,-1 1 0,2-1 0,7-7 0,-13 14 0,0 0 0,0 0 0,0-1 0,1 1 0,-1 0 0,0 0 0,0 0 0,1 0 0,-1-1 0,0 1 0,1 0 0,-1 0 0,0 0 0,0 0 0,1 0 0,-1 0 0,0 0 0,1 0 0,-1 0 0,0 0 0,1 0 0,-1 0 0,0 0 0,0 0 0,1 0 0,-1 0 0,0 1 0,1-1 0,-1 0 0,0 0 0,0 0 0,1 0 0,-1 1 0,5 10 0,-2 18 0,-2-27 0,-1 45 0,-1-32 0,0-1 0,1 0 0,1 1 0,1-1 0,0 0 0,1 0 0,6 19 0,-9-33 0,0 1 0,0-1 0,0 0 0,0 1 0,0-1 0,0 0 0,0 1 0,0-1 0,1 0 0,-1 1 0,0-1 0,0 0 0,0 1 0,0-1 0,1 0 0,-1 0 0,0 1 0,0-1 0,1 0 0,-1 0 0,0 1 0,0-1 0,1 0 0,-1 0 0,0 0 0,1 0 0,-1 0 0,0 1 0,0-1 0,1 0 0,-1 0 0,0 0 0,1 0 0,-1 0 0,0 0 0,1 0 0,-1 0 0,1 0 0,6-13 0,2-29 0,-8 39 0,1-13 0,1-2 0,1-1 0,6-18 0,-9 33 0,1 0 0,-1-1 0,1 2 0,0-1 0,0 0 0,0 0 0,1 1 0,-1-1 0,1 1 0,0 0 0,0-1 0,0 2 0,0-1 0,7-4 0,-8 6 0,1 0 0,-1 1 0,0-1 0,1 1 0,-1 0 0,0 0 0,1-1 0,-1 2 0,0-1 0,1 0 0,-1 0 0,0 1 0,1-1 0,-1 1 0,0 0 0,0 0 0,1 0 0,-1 0 0,0 0 0,0 0 0,0 0 0,0 1 0,0-1 0,2 3 0,6 5 0,0 0 0,16 19 0,-9-7 0,-8-9 0,0-1 0,0-1 0,1 1 0,21 15 0,-28-24 0,1 0 0,-1 0 0,1 0 0,0 0 0,0-1 0,-1 1 0,1-1 0,0 0 0,0 0 0,0-1 0,0 1 0,0-1 0,0 0 0,0 0 0,0 0 0,0 0 0,0-1 0,0 0 0,0 0 0,0 0 0,7-3 0,-3 1 0,-1-1 0,0 0 0,0-1 0,0 0 0,-1 0 0,0 0 0,0-1 0,0 1 0,0-1 0,-1-1 0,0 1 0,0-1 0,-1 0 0,5-11 0,-4 9 0,-1-1 0,0 0 0,-1 0 0,0 0 0,-1 0 0,0 0 0,-1 0 0,0 0 0,0-1 0,-1 1 0,-2-13 0,2 21-65,0-1 0,0 0 0,-1 0 0,1 0 0,-1 1 0,0-1 0,0 0 0,0 1 0,0-1 0,-1 1 0,1-1 0,0 1 0,-1-1 0,0 1 0,0 0 0,0 0 0,0 0 0,0 0 0,0 0 0,-4-2 0,-8-1-6761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1.119"/>
    </inkml:context>
    <inkml:brush xml:id="br0">
      <inkml:brushProperty name="width" value="0.05" units="cm"/>
      <inkml:brushProperty name="height" value="0.05" units="cm"/>
      <inkml:brushProperty name="color" value="#FFFFFF"/>
    </inkml:brush>
  </inkml:definitions>
  <inkml:trace contextRef="#ctx0" brushRef="#br0">30 87 24575,'-4'-5'0,"1"0"0,-1 0 0,2-1 0,-1 1 0,0-1 0,1 0 0,0 0 0,1 0 0,-1 0 0,1 0 0,0 0 0,0-7 0,1 13 0,0 0 0,0 0 0,0 0 0,0 0 0,0 0 0,0-1 0,0 1 0,0 0 0,0 0 0,0 0 0,0 0 0,0 0 0,0-1 0,0 1 0,0 0 0,0 0 0,0 0 0,0 0 0,0-1 0,0 1 0,0 0 0,0 0 0,0 0 0,0 0 0,0-1 0,0 1 0,0 0 0,0 0 0,0 0 0,0 0 0,1 0 0,-1 0 0,0-1 0,0 1 0,0 0 0,0 0 0,0 0 0,0 0 0,1 0 0,-1 0 0,0 0 0,0 0 0,0 0 0,0-1 0,0 1 0,1 0 0,-1 0 0,0 0 0,0 0 0,6 9 0,4 18 0,-5 15-90,-2 0 0,-2-1 0,-2 1 0,-7 53 0,5-54-825,0-9-5911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1.566"/>
    </inkml:context>
    <inkml:brush xml:id="br0">
      <inkml:brushProperty name="width" value="0.05" units="cm"/>
      <inkml:brushProperty name="height" value="0.05" units="cm"/>
      <inkml:brushProperty name="color" value="#FFFFFF"/>
    </inkml:brush>
  </inkml:definitions>
  <inkml:trace contextRef="#ctx0" brushRef="#br0">1 164 24575,'26'-88'0,"-26"88"0,-1 0 0,1 0 0,0-1 0,0 1 0,0 0 0,0 0 0,0 0 0,0 0 0,1-1 0,-1 1 0,0 0 0,0 0 0,0 0 0,0-1 0,0 1 0,0 0 0,0 0 0,0 0 0,0 0 0,0 0 0,0-1 0,1 1 0,-1 0 0,0 0 0,0 0 0,0 0 0,0 0 0,0 0 0,1-1 0,-1 1 0,0 0 0,0 0 0,0 0 0,0 0 0,1 0 0,-1 0 0,0 0 0,0 0 0,0 0 0,1 0 0,-1 0 0,0 0 0,0 0 0,0 0 0,1 0 0,2 10 0,-2 19 0,-2 191 0,3-245 0,2 0 0,0 1 0,2-1 0,14-41 0,-12 42 0,-8 21 0,4-10 0,0 0 0,0 0 0,1 0 0,1 0 0,0 1 0,1 0 0,0 0 0,10-12 0,-16 23 0,0 0 0,0 0 0,0 0 0,0 0 0,-1 0 0,1 1 0,0-1 0,0 0 0,1 0 0,-1 1 0,0-1 0,0 1 0,0-1 0,0 1 0,0-1 0,1 1 0,-1 0 0,0 0 0,0 0 0,1-1 0,-1 1 0,0 0 0,1 0 0,-1 1 0,2-1 0,-2 1 0,1 0 0,0 0 0,-1 0 0,1 0 0,-1 1 0,0-1 0,1 0 0,-1 1 0,0-1 0,0 1 0,0-1 0,0 1 0,0 0 0,2 3 0,1 8 0,1-1 0,-2 2 0,4 20 0,-6-29 0,9 69 0,-9-54 0,1 1 0,1-1 0,1 1 0,1-1 0,1 0 0,8 20 0,-13-38 0,0 0 0,1 1 0,-1-1 0,0 0 0,1 1 0,0-1 0,-1 0 0,1 0 0,0 0 0,0 0 0,0-1 0,0 1 0,0 0 0,1-1 0,-1 0 0,0 1 0,1-1 0,-1 0 0,1 0 0,-1 0 0,1-1 0,0 1 0,-1-1 0,1 1 0,0-1 0,-1 0 0,1 0 0,0 0 0,-1 0 0,1-1 0,0 1 0,-1-1 0,1 1 0,0-1 0,-1 0 0,1 0 0,-1 0 0,5-3 0,2-1 0,0-1 0,0 0 0,-1 0 0,0-1 0,0 0 0,-1 0 0,0-1 0,12-15 0,-6 3 114,0 0 0,16-41 0,-25 53-270,-1-1 1,0 0 0,0 0 0,-1 0 0,0 0 0,-1 0 0,0-1-1,0 1 1,-1 0 0,-2-12 0,-1 6-6671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2.188"/>
    </inkml:context>
    <inkml:brush xml:id="br0">
      <inkml:brushProperty name="width" value="0.05" units="cm"/>
      <inkml:brushProperty name="height" value="0.05" units="cm"/>
      <inkml:brushProperty name="color" value="#FFFFFF"/>
    </inkml:brush>
  </inkml:definitions>
  <inkml:trace contextRef="#ctx0" brushRef="#br0">122 62 24575,'0'-3'0,"0"0"0,-1 0 0,1 0 0,-1 0 0,0 0 0,0 0 0,0 0 0,0 0 0,-1 0 0,1 1 0,-1-1 0,0 0 0,1 1 0,-1-1 0,0 1 0,-1 0 0,-3-4 0,4 5 0,1 0 0,0 0 0,0 1 0,0-1 0,0 0 0,-1 1 0,1-1 0,0 1 0,0-1 0,-1 1 0,1 0 0,0-1 0,-1 1 0,1 0 0,0 0 0,-1 0 0,1 0 0,-1 0 0,1 0 0,0 1 0,-1-1 0,1 0 0,0 1 0,-1-1 0,1 1 0,0-1 0,0 1 0,0 0 0,-1-1 0,1 1 0,0 0 0,0 0 0,0 0 0,0 0 0,0 0 0,0 0 0,1 0 0,-1 0 0,0 0 0,0 0 0,0 2 0,-5 9 0,0 0 0,1 0 0,0 1 0,1-1 0,1 1 0,-4 25 0,2-3 0,2 48 0,3-72 0,0 1 0,1-1 0,1 0 0,0 0 0,0 0 0,1 0 0,0 0 0,1 0 0,9 18 0,-11-26 0,0 1 0,0-1 0,1 0 0,-1 0 0,1 0 0,0 0 0,0 0 0,0 0 0,0-1 0,0 0 0,0 1 0,1-1 0,-1 0 0,1-1 0,0 1 0,0-1 0,-1 1 0,1-1 0,0 0 0,0 0 0,0-1 0,0 1 0,0-1 0,0 0 0,0 0 0,0-1 0,0 1 0,0-1 0,0 1 0,7-4 0,-1 1 29,1-1-1,-1-1 1,0 1-1,-1-2 0,1 1 1,-1-1-1,0-1 1,0 0-1,-1 0 1,0-1-1,9-10 1,-6 4-273,0 0 0,-1-1 0,0 0 0,-1-1 1,-1 0-1,7-18 0,-6 10-6582</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2.403"/>
    </inkml:context>
    <inkml:brush xml:id="br0">
      <inkml:brushProperty name="width" value="0.05" units="cm"/>
      <inkml:brushProperty name="height" value="0.05" units="cm"/>
      <inkml:brushProperty name="color" value="#FFFFFF"/>
    </inkml:brush>
  </inkml:definitions>
  <inkml:trace contextRef="#ctx0" brushRef="#br0">0 69 24575,'3'0'0,"4"0"0,4-3 0,2-4 0,3-4 0,-2-2 0,0 0 0,-2 0 0,-7 5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2.744"/>
    </inkml:context>
    <inkml:brush xml:id="br0">
      <inkml:brushProperty name="width" value="0.05" units="cm"/>
      <inkml:brushProperty name="height" value="0.05" units="cm"/>
      <inkml:brushProperty name="color" value="#FFFFFF"/>
    </inkml:brush>
  </inkml:definitions>
  <inkml:trace contextRef="#ctx0" brushRef="#br0">99 14 24575,'0'0'0,"1"-1"0,-1 1 0,0 0 0,0 0 0,0 0 0,1 0 0,-1-1 0,0 1 0,0 0 0,0 0 0,0 0 0,0-1 0,1 1 0,-1 0 0,0 0 0,0 0 0,0-1 0,0 1 0,0 0 0,0 0 0,0-1 0,0 1 0,0 0 0,0 0 0,0-1 0,0 1 0,0 0 0,0 0 0,0-1 0,0 1 0,0 0 0,0 0 0,0-1 0,0 1 0,0 0 0,0 0 0,-1-1 0,-9-3 0,-15 4 0,22 0 0,-1 1 0,1 0 0,0 0 0,-1 1 0,1-1 0,0 1 0,0 0 0,0-1 0,0 1 0,1 0 0,-1 1 0,0-1 0,1 0 0,-1 1 0,1 0 0,0-1 0,0 1 0,0 0 0,0 0 0,1 0 0,-1 0 0,1 1 0,-1-1 0,1 0 0,0 1 0,0 3 0,0-2 0,1 1 0,0-1 0,0 1 0,0-1 0,1 1 0,0-1 0,0 0 0,0 1 0,1-1 0,-1 0 0,1 0 0,1 0 0,-1 0 0,1 0 0,6 9 0,31 30 0,-33-37 0,1 1 0,-1-1 0,-1 1 0,1 0 0,-1 0 0,-1 1 0,0 0 0,7 15 0,-11-22 11,-1 0 1,0 0-1,1 0 0,-1 0 0,0 0 1,0 1-1,-1-1 0,1 0 0,0 0 0,-1 0 1,1 0-1,-1 0 0,1 0 0,-1 0 0,0 0 1,0-1-1,0 1 0,0 0 0,0 0 1,-1-1-1,1 1 0,0-1 0,-1 1 0,1-1 1,-1 1-1,0-1 0,1 0 0,-3 2 0,-7 3-214,1 1 0,-1-2 0,-19 8 0,15-6-675,-12 5-5948</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3.132"/>
    </inkml:context>
    <inkml:brush xml:id="br0">
      <inkml:brushProperty name="width" value="0.05" units="cm"/>
      <inkml:brushProperty name="height" value="0.05" units="cm"/>
      <inkml:brushProperty name="color" value="#FFFFFF"/>
    </inkml:brush>
  </inkml:definitions>
  <inkml:trace contextRef="#ctx0" brushRef="#br0">45 81 24575,'-1'0'0,"0"0"0,0 0 0,0 1 0,-1-1 0,1 0 0,0 1 0,0 0 0,0-1 0,0 1 0,0-1 0,0 1 0,0 0 0,0 0 0,0 0 0,0 0 0,0 0 0,0 0 0,0 0 0,1 0 0,-1 0 0,1 0 0,-1 0 0,0 0 0,1 0 0,-1 2 0,-9 34 0,8-30 0,0 3 0,0 0 0,0 0 0,1 0 0,0 0 0,1 0 0,0 0 0,1 0 0,0 0 0,2 11 0,-2-16 0,1-1 0,-1 1 0,1-1 0,0 0 0,0 0 0,1 0 0,-1 0 0,1 0 0,0 0 0,0-1 0,0 0 0,0 1 0,1-1 0,-1 0 0,1 0 0,0-1 0,0 1 0,0-1 0,0 0 0,0 0 0,9 3 0,-2-3 0,-1 0 0,0 0 0,1-1 0,-1 0 0,1-1 0,-1 0 0,1-1 0,-1 0 0,1-1 0,-1 0 0,0 0 0,0-1 0,18-8 0,-10 3 0,-1 0 0,-1-1 0,1-1 0,-2 0 0,1-1 0,25-25 0,-34 29 31,0-1 0,-1 0 0,0 0 0,0 0 0,-1-1 0,0 1 0,-1-1 0,0 0 1,0-1-1,3-11 0,-6 17-106,0-1 1,0 0 0,0 0 0,-1 0 0,0 0-1,0 1 1,0-1 0,0 0 0,-1 0 0,0 0-1,0 0 1,0 1 0,-1-1 0,1 0 0,-1 1-1,0 0 1,0-1 0,-1 1 0,1 0 0,-1 0-1,0 0 1,-5-5 0,-7-4-6752</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3.425"/>
    </inkml:context>
    <inkml:brush xml:id="br0">
      <inkml:brushProperty name="width" value="0.05" units="cm"/>
      <inkml:brushProperty name="height" value="0.05" units="cm"/>
      <inkml:brushProperty name="color" value="#FFFFFF"/>
    </inkml:brush>
  </inkml:definitions>
  <inkml:trace contextRef="#ctx0" brushRef="#br0">141 27 24575,'1'0'0,"0"0"0,0-1 0,0 1 0,0 0 0,0-1 0,0 1 0,0 0 0,0-1 0,0 1 0,-1-1 0,1 0 0,0 1 0,0-1 0,0 0 0,-1 1 0,1-1 0,0 0 0,-1 0 0,1 0 0,-1 1 0,1-2 0,0 1 0,-1 1 0,0 0 0,0-1 0,0 1 0,0 0 0,0-1 0,1 1 0,-1 0 0,0-1 0,0 1 0,0-1 0,0 1 0,0 0 0,0-1 0,0 1 0,0 0 0,0-1 0,0 1 0,0 0 0,0-1 0,-1 1 0,1-1 0,0 1 0,0 0 0,0-1 0,0 1 0,-1 0 0,1 0 0,0-1 0,0 1 0,-1 0 0,1-1 0,0 1 0,0 0 0,-1 0 0,1 0 0,0-1 0,-1 1 0,1 0 0,0 0 0,-1 0 0,1 0 0,0 0 0,-1-1 0,1 1 0,0 0 0,-1 0 0,1 0 0,0 0 0,-1 0 0,1 0 0,-1 0 0,1 0 0,0 0 0,-1 0 0,1 1 0,-1-1 0,-4 1 0,-1 0 0,0 0 0,1 1 0,-1 0 0,1 0 0,-1 0 0,1 1 0,0 0 0,0 0 0,0 0 0,0 0 0,1 1 0,-1 0 0,-6 7 0,4-3 0,0 0 0,1 0 0,-1 1 0,1 0 0,1 0 0,0 0 0,-5 13 0,8-17 0,1 0 0,-1 0 0,1 0 0,0 0 0,0 1 0,1-1 0,0 0 0,0 1 0,0-1 0,0 0 0,1 0 0,0 1 0,0-1 0,0 0 0,1 0 0,-1 0 0,1 0 0,0 0 0,1-1 0,-1 1 0,6 6 0,5 4 0,0 0 0,1-1 0,0-1 0,27 19 0,-24-19 0,-1 0 0,29 31 0,-43-42 0,0-1 0,-1 1 0,1 0 0,-1 0 0,0 1 0,0-1 0,0 0 0,0 0 0,0 0 0,0 1 0,0-1 0,-1 1 0,1-1 0,-1 0 0,0 1 0,1-1 0,-1 1 0,0-1 0,-1 1 0,1 2 0,-1-3 0,0 1 0,-1-1 0,1 0 0,0 1 0,-1-1 0,1 0 0,-1 0 0,0 0 0,0 0 0,0 0 0,0 0 0,0 0 0,0-1 0,0 1 0,-1-1 0,1 0 0,0 1 0,-6 0 0,-11 5-341,0-1 0,-1-1-1,-33 4 1,-13-1-6485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4.186"/>
    </inkml:context>
    <inkml:brush xml:id="br0">
      <inkml:brushProperty name="width" value="0.05" units="cm"/>
      <inkml:brushProperty name="height" value="0.05" units="cm"/>
      <inkml:brushProperty name="color" value="#FFFFFF"/>
    </inkml:brush>
  </inkml:definitions>
  <inkml:trace contextRef="#ctx0" brushRef="#br0">526 187 24575,'-1'-9'0,"1"0"0,-1 1 0,0-1 0,0 0 0,-1 0 0,-1 1 0,1-1 0,-1 1 0,-1 0 0,0 0 0,0 0 0,0 0 0,-10-12 0,10 15 0,-1 0 0,0 1 0,0-1 0,0 1 0,-1 0 0,1 0 0,-1 0 0,0 1 0,0 0 0,0 0 0,0 1 0,-1-1 0,1 1 0,-1 1 0,1-1 0,-1 1 0,0 0 0,-9 1 0,-7 1 0,1 1 0,0 2 0,0 0 0,0 1 0,0 1 0,1 1 0,0 1 0,1 1 0,-1 1 0,2 0 0,-1 2 0,-23 18 0,37-25 0,0 0 0,1 0 0,-1 1 0,1 0 0,0 0 0,1 1 0,-1-1 0,1 1 0,0 0 0,-3 10 0,5-14 0,1 0 0,0 0 0,1 1 0,-1-1 0,1 1 0,-1-1 0,1 0 0,0 1 0,0-1 0,1 0 0,-1 1 0,1-1 0,-1 1 0,1-1 0,0 0 0,0 0 0,1 0 0,-1 0 0,1 1 0,-1-2 0,1 1 0,0 0 0,0 0 0,0-1 0,1 1 0,2 2 0,3 1 0,1 1 0,0-1 0,1 0 0,0-1 0,0 0 0,0-1 0,0 0 0,15 4 0,-10-4 0,0 1 0,-1 1 0,17 10 0,-29-16 0,-1 1 0,0 0 0,1-1 0,-1 1 0,0 0 0,0 0 0,0 0 0,0 0 0,1 0 0,-1 1 0,-1-1 0,1 0 0,0 0 0,0 1 0,0-1 0,-1 0 0,1 1 0,-1-1 0,1 1 0,-1-1 0,1 1 0,-1-1 0,0 1 0,0-1 0,0 1 0,0-1 0,0 1 0,0-1 0,0 1 0,0-1 0,-1 1 0,1-1 0,-1 1 0,1-1 0,-1 1 0,1-1 0,-2 3 0,-4 4 0,1 0 0,-1-1 0,0 1 0,0-1 0,-8 6 0,2-1 0,8-8 0,-60 67 0,56-61 0,1 0 0,0 1 0,0 0 0,1 0 0,-7 17 0,12-25 9,0 0-1,1-1 1,-1 1-1,0 0 1,1 0-1,-1 0 1,1 0 0,0 0-1,0 0 1,0 0-1,1 0 1,-1 0-1,1-1 1,-1 1-1,1 0 1,0 0-1,0 0 1,0-1-1,3 6 1,-1-4 6,0 0 1,1 0-1,-1-1 1,1 1-1,0-1 1,0 0 0,0 0-1,0-1 1,0 1-1,9 3 1,6 1-358,0-1 1,0 0 0,1-2-1,31 4 1,2-3-6485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05.129"/>
    </inkml:context>
    <inkml:brush xml:id="br0">
      <inkml:brushProperty name="width" value="0.05" units="cm"/>
      <inkml:brushProperty name="height" value="0.05" units="cm"/>
      <inkml:brushProperty name="color" value="#FFFFFF"/>
    </inkml:brush>
  </inkml:definitions>
  <inkml:trace contextRef="#ctx0" brushRef="#br0">48 316 24575,'-17'-29'0,"-6"-14"0,21 40 0,1 0 0,0 0 0,0 0 0,0 0 0,1 0 0,-1 0 0,1 0 0,-1-1 0,1 1 0,0 0 0,1-6 0,0 8 0,-1 0 0,1-1 0,-1 1 0,1 0 0,-1 0 0,1 0 0,0 0 0,0 0 0,0 0 0,-1 0 0,1 0 0,0 0 0,0 0 0,0 0 0,1 1 0,-1-1 0,0 0 0,0 1 0,0-1 0,0 1 0,1-1 0,-1 1 0,0 0 0,0-1 0,1 1 0,-1 0 0,0 0 0,1 0 0,-1 0 0,0 0 0,0 0 0,1 0 0,-1 1 0,3 0 0,2 0 0,1 0 0,-1 1 0,1 0 0,-1 0 0,10 5 0,-5-1 0,-1 1 0,0 0 0,0 1 0,-1-1 0,0 2 0,0-1 0,-1 2 0,0-1 0,11 18 0,-15-20 0,1 0 0,-1 1 0,-1 0 0,1-1 0,-1 1 0,-1 1 0,1-1 0,-2 0 0,1 0 0,-1 1 0,0-1 0,-1 1 0,1-1 0,-3 16 0,0-19 0,1 0 0,-1-1 0,0 1 0,0-1 0,0 1 0,-1-1 0,-3 5 0,6-8 0,-1 0 0,1 0 0,-1 0 0,1 0 0,-1 0 0,0 0 0,0-1 0,1 1 0,-1 0 0,0 0 0,0-1 0,0 1 0,1 0 0,-1-1 0,0 1 0,0-1 0,0 1 0,0-1 0,0 0 0,0 1 0,0-1 0,0 0 0,-1 0 0,1 0 0,0 0 0,0 0 0,0 0 0,0 0 0,0 0 0,0 0 0,0 0 0,0 0 0,0-1 0,0 1 0,0-1 0,0 1 0,0 0 0,0-1 0,-1 0 0,1-1 0,0 1 0,0 0 0,0-1 0,0 1 0,0-1 0,0 1 0,0-1 0,1 0 0,-1 1 0,1-1 0,-1 0 0,1 1 0,0-1 0,0 0 0,-1 0 0,1 1 0,0-1 0,1 0 0,-1 0 0,0 1 0,1-4 0,12-37 0,-13 41 0,53-123 0,-42 101 0,2 0 0,0 0 0,19-22 0,-29 41 0,0 0 0,0 0 0,1 1 0,-1 0 0,6-4 0,-9 6 0,1 1 0,-1 0 0,1-1 0,-1 1 0,1 0 0,-1-1 0,1 1 0,0 0 0,-1 0 0,1 0 0,-1-1 0,1 1 0,0 0 0,-1 0 0,1 0 0,0 0 0,-1 0 0,1 0 0,0 0 0,-1 0 0,1 0 0,-1 1 0,1-1 0,0 0 0,-1 0 0,1 0 0,-1 1 0,1-1 0,0 0 0,-1 1 0,1-1 0,-1 1 0,1-1 0,-1 0 0,0 1 0,1-1 0,-1 1 0,1-1 0,-1 1 0,0-1 0,1 1 0,-1 0 0,0-1 0,0 1 0,1-1 0,-1 1 0,0 0 0,0-1 0,0 2 0,2 7 0,0 1 0,0 0 0,-1 0 0,-1 0 0,0 0 0,0 0 0,-2 10 0,1-9 0,0 1 0,1-1 0,0 1 0,4 20 0,-4-31 0,0 0 0,0 1 0,1-1 0,-1 0 0,0 0 0,1 1 0,-1-1 0,1 0 0,0 0 0,-1 0 0,1 1 0,0-1 0,-1 0 0,1 0 0,0 0 0,0 0 0,0-1 0,0 1 0,0 0 0,2 1 0,-2-2 0,0 0 0,0 0 0,0 0 0,0 0 0,0 0 0,0 0 0,0 0 0,0 0 0,0 0 0,0-1 0,0 1 0,0 0 0,0-1 0,0 1 0,0-1 0,0 1 0,0-1 0,-1 1 0,1-1 0,1 0 0,5-6 0,1-1 0,-1 1 0,-1-1 0,7-10 0,-7 10 0,14-19 0,-10 11 0,2 1 0,-1 0 0,2 1 0,19-17 0,-32 30 0,1 1 0,0-1 0,-1 1 0,1-1 0,0 1 0,-1-1 0,1 1 0,0 0 0,0-1 0,-1 1 0,1 0 0,0-1 0,0 1 0,0 0 0,-1 0 0,1 0 0,0 0 0,0 0 0,0 0 0,0 0 0,-1 0 0,1 0 0,0 0 0,0 1 0,1-1 0,-1 1 0,0 0 0,0 0 0,0 0 0,0 0 0,0 0 0,0 0 0,0 0 0,-1 0 0,1 0 0,0 1 0,-1-1 0,1 0 0,-1 0 0,1 2 0,2 6 0,-1 0 0,-1 0 0,1 14 0,-2-22 0,1 73 0,-2-52 0,1 0 0,1 0 0,6 32 0,-7-52 0,0 0 0,0 0 0,1 0 0,-1 0 0,1 0 0,0 0 0,-1-1 0,1 1 0,0 0 0,0 0 0,0-1 0,0 1 0,1 0 0,-1-1 0,0 1 0,1-1 0,-1 0 0,1 1 0,-1-1 0,1 0 0,3 2 0,-3-3 0,0 1 0,0-1 0,0 0 0,0 0 0,0 0 0,1 0 0,-1 0 0,0-1 0,0 1 0,0-1 0,0 1 0,0-1 0,0 0 0,0 1 0,0-1 0,-1 0 0,3-2 0,5-3 0,-1 0 0,1-1 0,-2 0 0,1 0 0,-1-1 0,12-16 0,-12 14 0,-1-1 0,8-22 0,8-13 0,-19 46 0,-1 7 0,-1 10 0,-3 49 0,0-39 0,2 1 0,5 48 0,-5-75 0,0 0 0,0 0 0,0 0 0,0 0 0,0 0 0,1 0 0,-1-1 0,0 1 0,1 0 0,-1 0 0,1 0 0,-1 0 0,0-1 0,1 1 0,0 0 0,0 1 0,-1-2 0,1 0 0,-1 0 0,0 0 0,1 0 0,-1-1 0,0 1 0,1 0 0,-1 0 0,0 0 0,1 0 0,-1 0 0,0 0 0,1-1 0,-1 1 0,0 0 0,0 0 0,1 0 0,-1-1 0,0 1 0,0 0 0,0 0 0,1-1 0,-1 1 0,0 0 0,0-1 0,0 1 0,0 0 0,1-1 0,10-32 0,-5-19 0,-2 0 0,-5-84 0,0 7 0,1 121 0,0 1 0,1-1 0,0 1 0,0-1 0,1 1 0,0 0 0,5-12 0,-6 16 0,1 1 0,-1-1 0,1 1 0,0-1 0,0 1 0,0 0 0,0 0 0,0-1 0,1 1 0,-1 1 0,0-1 0,1 0 0,0 1 0,-1-1 0,1 1 0,0 0 0,0 0 0,0 0 0,0 0 0,0 0 0,5 0 0,5 1 0,0 0 0,0 0 0,0 1 0,0 1 0,0 0 0,0 1 0,0 1 0,0 0 0,-1 0 0,0 1 0,0 1 0,0 0 0,-1 1 0,0 0 0,20 17 0,-29-23 0,-1 0 0,1 1 0,-1-1 0,0 1 0,1-1 0,-1 1 0,0 0 0,0-1 0,0 1 0,0 0 0,-1 0 0,1 0 0,0 0 0,-1 0 0,1 0 0,-1 0 0,0 0 0,0 0 0,0 0 0,0 0 0,0 0 0,0 0 0,0 0 0,0 0 0,-1-1 0,1 1 0,-1 0 0,0 0 0,1 0 0,-1 0 0,0 0 0,0-1 0,0 1 0,-2 1 0,-2 3 0,0-1 0,0 1 0,-1-2 0,1 1 0,-1 0 0,0-1 0,-1 0 0,-9 4 0,-16 6 86,0-1-1,-1-2 0,-56 12 1,-104 8-1793,84-18-5119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1.091"/>
    </inkml:context>
    <inkml:brush xml:id="br0">
      <inkml:brushProperty name="width" value="0.05" units="cm"/>
      <inkml:brushProperty name="height" value="0.05" units="cm"/>
      <inkml:brushProperty name="color" value="#FFFFFF"/>
    </inkml:brush>
  </inkml:definitions>
  <inkml:trace contextRef="#ctx0" brushRef="#br0">2230 170 24575,'-1'-1'0,"1"-1"0,0 0 0,-1 0 0,0 1 0,1-1 0,-1 0 0,0 0 0,0 1 0,0-1 0,0 1 0,0-1 0,0 1 0,0-1 0,-3-1 0,-22-19 0,21 17 0,-14-8 0,0 1 0,-1 0 0,0 1 0,-1 1 0,0 1 0,0 1 0,-1 1 0,-39-7 0,10 5 0,1 3 0,-97 1 0,52 9-157,1 4 1,0 4-1,-99 27 0,61-4-156,-193 80-1,232-75 316,-171 101 0,216-110-12,1 2 0,2 2 0,1 2 0,-75 84 0,105-104-9,0 1 1,1 1-1,0 0 1,2 1-1,1 0 0,0 1 1,-10 32-1,16-40 14,1-1-1,1 1 1,0 0-1,0 0 1,2 0 0,-1 1-1,2-1 1,-1 0 0,2 0-1,0 0 1,0 0 0,2 0-1,-1-1 1,8 17-1,-3-12 10,2-1-1,0 0 1,0 0-1,2-1 1,0 0-1,1-1 1,0 0-1,1-1 1,0-1-1,1 0 1,25 15-1,-2-5-55,2-1 0,0-2 0,81 25 0,-25-17-257,1-4 1,1-4-1,137 7 0,304-25-255,-374-13-295,251-52-1,-305 39 829,-2-5 1,0-5-1,115-56 0,-167 65-155,-2-3 0,-2-3-1,0-2 1,60-51 0,-88 62 226,0 0 0,-2-2 0,35-48 0,-45 53-10,-1 1-1,-1-1 1,-1-1 0,-1 0-1,0 0 1,6-31 0,-11 38-30,-2 0 0,1-1 0,-2 1 0,0-1 0,-1 0 0,-1 1 0,0-1 0,0 0 0,-2 1 0,0 0 0,0-1 0,-12-25 0,8 24 0,-1 1 0,-1 0 0,0 1 0,-1 0 0,0 1 0,-1-1 0,-1 2 0,0 0 0,-1 0 0,-26-17 0,6 7 0,-2 3 1,-1 0 0,0 2-1,-1 2 1,-1 2-1,-46-11 1,-9 4 143,-140-12-1,75 22-270,-1 7 0,-247 27 0,276-8-2074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1.916"/>
    </inkml:context>
    <inkml:brush xml:id="br0">
      <inkml:brushProperty name="width" value="0.05" units="cm"/>
      <inkml:brushProperty name="height" value="0.05" units="cm"/>
      <inkml:brushProperty name="color" value="#FFFFFF"/>
    </inkml:brush>
  </inkml:definitions>
  <inkml:trace contextRef="#ctx0" brushRef="#br0">88 771 24575,'0'-3'0,"-1"0"0,-1 0 0,1 0 0,0 0 0,-1 0 0,1 0 0,-1 0 0,0 0 0,0 0 0,0 1 0,-1-1 0,-3-2 0,-2-5 0,4 6 0,2 0 0,-1 0 0,0 0 0,-1 1 0,1 0 0,-8-6 0,11 9 0,0-1 0,-1 1 0,1 0 0,-1 0 0,1-1 0,-1 1 0,1 0 0,-1 0 0,1 0 0,0 0 0,-1 0 0,1 0 0,-1 0 0,1 0 0,-1 0 0,1 0 0,-1 0 0,1 0 0,-1 0 0,1 0 0,-1 0 0,1 0 0,-1 1 0,1-1 0,0 0 0,-1 1 0,0 0 0,0 0 0,0 0 0,0 0 0,1 0 0,-1 0 0,0 0 0,1 1 0,-1-1 0,1 0 0,-1 1 0,1-1 0,0 0 0,-1 1 0,1 0 0,-2 23 0,1 0 0,1-1 0,6 49 0,-2-33 0,-1 5 0,21 464 0,-23-532 0,13-404 0,11 76 0,27 3 0,-43 309 0,25-71 0,-30 98 0,2 0 0,-1 1 0,1 0 0,1 0 0,0 0 0,0 1 0,1 0 0,1 0 0,18-15 0,-24 21 0,2 1 0,-1 1 0,0-1 0,0 0 0,1 1 0,0 0 0,-1 0 0,1 1 0,0-1 0,0 1 0,0 0 0,0 0 0,0 0 0,0 1 0,0 0 0,0 0 0,0 0 0,0 1 0,0 0 0,0-1 0,0 2 0,-1-1 0,1 1 0,0-1 0,0 1 0,-1 1 0,1-1 0,6 5 0,0 1 0,-1 1 0,1 0 0,-1 0 0,-1 1 0,0 1 0,-1-1 0,0 1 0,0 1 0,9 19 0,-8-12 0,-1 1 0,0 0 0,-2 1 0,0-1 0,-2 1 0,0 0 0,-1 1 0,-1-1 0,-1 0 0,-1 1 0,-1-1 0,-1 1 0,-1-1 0,-1 0 0,0 0 0,-2 0 0,0-1 0,-2 0 0,0 0 0,-1-1 0,-1 0 0,-1 0 0,0-1 0,-1-1 0,-1 0 0,-1 0 0,-1-1 0,0-1 0,-24 18 0,21-18 0,-2-1 0,1-1 0,-2-1 0,0-1 0,0-1 0,-1 0 0,0-2 0,-1 0 0,1-2 0,-34 5 0,63-11 0,0 1 0,0-1 0,0 2 0,0-1 0,0 0 0,7 4 0,45 17 0,-43-15 0,-1 1 0,0 1 0,0 0 0,0 2 0,-1-1 0,-1 1 0,17 18 0,3 9 0,34 50 0,-6-7 0,-45-62-682,23 20-1,-16-18-6143</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2.683"/>
    </inkml:context>
    <inkml:brush xml:id="br0">
      <inkml:brushProperty name="width" value="0.05" units="cm"/>
      <inkml:brushProperty name="height" value="0.05" units="cm"/>
      <inkml:brushProperty name="color" value="#FFFFFF"/>
    </inkml:brush>
  </inkml:definitions>
  <inkml:trace contextRef="#ctx0" brushRef="#br0">236 211 24575,'-1'-4'0,"-1"0"0,1 0 0,-1 0 0,0 0 0,0 1 0,0-1 0,-1 1 0,1-1 0,-1 1 0,0 0 0,0 0 0,0 0 0,0 0 0,0 0 0,-1 1 0,1 0 0,-1-1 0,0 1 0,-5-1 0,6 2 0,0 0 0,0 0 0,-1 1 0,1-1 0,0 1 0,-1 0 0,1 0 0,0 0 0,-1 1 0,1-1 0,0 1 0,0 0 0,-1-1 0,1 2 0,0-1 0,0 0 0,0 1 0,0-1 0,0 1 0,0 0 0,1 0 0,-1 0 0,1 0 0,-5 5 0,-4 7 0,0 0 0,2 0 0,-1 1 0,2 0 0,0 1 0,1 0 0,1 0 0,0 1 0,1 0 0,1 0 0,0 0 0,1 0 0,1 0 0,1 34 0,2-38 0,1 0 0,0 0 0,1-1 0,1 1 0,0-1 0,0 0 0,1 0 0,8 13 0,-11-20 0,1 0 0,1 0 0,-1 0 0,0-1 0,1 1 0,0-1 0,0 0 0,1 0 0,-1 0 0,1-1 0,-1 1 0,1-1 0,0 0 0,1-1 0,-1 1 0,0-1 0,1 0 0,-1 0 0,1-1 0,7 2 0,-9-3 0,0 1 0,-1-1 0,1 0 0,0-1 0,0 1 0,0-1 0,-1 0 0,1 1 0,0-2 0,-1 1 0,1 0 0,-1-1 0,1 1 0,-1-1 0,0 0 0,4-3 0,-4 2 0,1-1 0,-1 0 0,1 1 0,-1-1 0,0-1 0,-1 1 0,1 0 0,-1-1 0,1 1 0,1-9 0,0-2 0,0 1 0,-2-1 0,0 1 0,-1-1 0,0 0 0,-1 0 0,-2-18 0,-2 12 0,0 1 0,-2 0 0,0 0 0,-1 0 0,-1 1 0,-1 0 0,-20-31 0,0-6 0,28 55 0,0 0 0,1-1 0,-1 1 0,1 0 0,-1-1 0,1 1 0,0-1 0,-1 1 0,1 0 0,0-1 0,0 1 0,0-1 0,0 1 0,1-1 0,-1 1 0,0 0 0,0-1 0,1 1 0,-1-1 0,1 1 0,-1 0 0,1-1 0,0 1 0,0 0 0,-1 0 0,1 0 0,0-1 0,0 1 0,0 0 0,0 0 0,0 0 0,0 1 0,1-1 0,-1 0 0,0 0 0,0 0 0,1 1 0,1-1 0,8-4 0,0 0 0,0 1 0,22-4 0,-11 2 0,52-21 0,109-54 0,-182 80 0,0 0 0,1 1 0,-1-1 0,1 0 0,-1 1 0,1-1 0,-1 1 0,1 0 0,0-1 0,-1 1 0,1 0 0,3 0 0,-5 0 0,0 0 0,1 1 0,-1-1 0,0 0 0,1 0 0,-1 0 0,0 1 0,0-1 0,1 0 0,-1 1 0,0-1 0,0 0 0,1 0 0,-1 1 0,0-1 0,0 0 0,0 1 0,0-1 0,0 0 0,0 1 0,1-1 0,-1 1 0,0-1 0,0 0 0,0 1 0,0-1 0,0 0 0,0 1 0,0-1 0,0 0 0,-1 1 0,1-1 0,0 1 0,-2 6 0,0 0 0,-1-1 0,0 1 0,-5 8 0,-19 33 0,2-5 0,-20 50 0,39-79 0,1 0 0,0 1 0,1-1 0,1 1 0,0 0 0,1 0 0,1 0 0,0 16 0,1-27 0,1 0 0,-1 0 0,1 1 0,-1-1 0,1 0 0,0 0 0,1 0 0,-1 0 0,1 0 0,0 0 0,0-1 0,0 1 0,0 0 0,0-1 0,1 0 0,0 1 0,3 2 0,-2-3 0,-1-1 0,1 1 0,1-1 0,-1 0 0,0 0 0,0 0 0,1-1 0,-1 0 0,1 0 0,0 0 0,-1 0 0,1 0 0,0-1 0,-1 0 0,7-1 0,-3 1 0,1-1 0,-1 0 0,0-1 0,1 0 0,-1 0 0,0-1 0,0 0 0,-1 0 0,1-1 0,-1 0 0,0 0 0,1-1 0,-2 0 0,1 0 0,-1-1 0,11-11 0,1-5 0,-1-2 0,-1 0 0,21-41 0,7-11 0,-44 75 0,1 0 0,-1 0 0,1 1 0,0-1 0,-1 0 0,1 0 0,0 0 0,0 0 0,-1 1 0,1-1 0,0 0 0,0 1 0,0-1 0,0 1 0,2-2 0,-3 2 0,0 1 0,1-1 0,-1 0 0,0 0 0,1 0 0,-1 0 0,0 0 0,1 0 0,-1 1 0,0-1 0,1 0 0,-1 0 0,0 0 0,0 1 0,1-1 0,-1 0 0,0 1 0,0-1 0,0 0 0,1 0 0,-1 1 0,0-1 0,0 0 0,0 1 0,0-1 0,0 0 0,1 1 0,-1-1 0,0 1 0,3 35 0,-5 18 0,2 32 0,0-77 0,1-1 0,0 1 0,1-1 0,0 1 0,1-1 0,-1 0 0,7 13 0,-7-19 0,-1 1 0,0-1 0,1 1 0,0-1 0,-1 0 0,1 0 0,0 0 0,0 0 0,0 0 0,0 0 0,1-1 0,-1 1 0,0-1 0,1 1 0,-1-1 0,1 0 0,-1 0 0,1 0 0,3 1 0,-2-2 0,0 0 0,0 1 0,0-1 0,0-1 0,0 1 0,0-1 0,0 1 0,0-1 0,0-1 0,0 1 0,7-4 0,-1 1 0,-1-2 0,0 1 0,-1-2 0,1 1 0,-1-1 0,0 0 0,-1 0 0,1-1 0,7-12 0,-6 5 0,0 0 0,-2 0 0,0-1 0,-1 0 0,0 0 0,5-27 0,-6 14 0,0 0 0,0-58 0,-6 74 0,1 0 0,-4-20 0,4 31 0,-1 0 0,1 0 0,0 0 0,-1 0 0,0 0 0,1 0 0,-1 0 0,0 0 0,0 0 0,0 0 0,0 0 0,0 0 0,0 1 0,-1-1 0,1 1 0,0-1 0,-1 1 0,0-1 0,1 1 0,-1 0 0,0 0 0,1-1 0,-1 1 0,-2 0 0,-10 2-1365,3 6-5461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3.113"/>
    </inkml:context>
    <inkml:brush xml:id="br0">
      <inkml:brushProperty name="width" value="0.05" units="cm"/>
      <inkml:brushProperty name="height" value="0.05" units="cm"/>
      <inkml:brushProperty name="color" value="#FFFFFF"/>
    </inkml:brush>
  </inkml:definitions>
  <inkml:trace contextRef="#ctx0" brushRef="#br0">1 981 24575,'0'1'0,"0"1"0,0 0 0,0 0 0,0 0 0,0 0 0,1 0 0,-1 0 0,1-1 0,0 1 0,-1 0 0,1 0 0,0-1 0,0 1 0,0 0 0,0-1 0,0 1 0,0-1 0,1 0 0,-1 1 0,0-1 0,1 0 0,-1 0 0,1 1 0,-1-1 0,1 0 0,0-1 0,-1 1 0,1 0 0,3 1 0,-1-2 0,-1 1 0,1-1 0,-1 1 0,1-1 0,-1 0 0,1 0 0,-1-1 0,1 1 0,-1-1 0,0 1 0,1-1 0,-1 0 0,0 0 0,1-1 0,4-2 0,1-2 0,1-1 0,-2 0 0,1-1 0,-1 0 0,0 0 0,-1 0 0,12-18 0,-1-1 0,19-43 0,-16 26 0,-3-2 0,-2 0 0,17-78 0,-20 55 0,8-134 0,-20 174 0,-1-1 0,0 0 0,-3 0 0,0 0 0,-2 1 0,-16-53 0,19 76 0,0 0 0,-1 0 0,0 1 0,-6-10 0,9 15 0,-1-1 0,1 0 0,-1 0 0,1 0 0,-1 1 0,0-1 0,1 0 0,-1 1 0,0-1 0,1 1 0,-1-1 0,0 1 0,0-1 0,1 1 0,-1-1 0,0 1 0,0 0 0,0 0 0,0-1 0,0 1 0,0 0 0,1 0 0,-1 0 0,0 0 0,0 0 0,0 0 0,0 0 0,0 0 0,0 0 0,0 0 0,0 1 0,1-1 0,-1 0 0,0 1 0,0-1 0,0 0 0,0 1 0,1-1 0,-1 1 0,0-1 0,-1 2 0,-1 2 0,0-1 0,-1 1 0,1 0 0,1 1 0,-1-1 0,1 0 0,-1 1 0,1-1 0,0 1 0,-1 7 0,-11 55 0,11-49 0,-10 72 0,-3 173 0,31 93 0,14-119-1365,-18-188-5461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4.295"/>
    </inkml:context>
    <inkml:brush xml:id="br0">
      <inkml:brushProperty name="width" value="0.05" units="cm"/>
      <inkml:brushProperty name="height" value="0.05" units="cm"/>
      <inkml:brushProperty name="color" value="#FFFFFF"/>
    </inkml:brush>
  </inkml:definitions>
  <inkml:trace contextRef="#ctx0" brushRef="#br0">1 869 24575,'0'0'0,"1"-1"0,-1 0 0,1 1 0,0-1 0,-1 0 0,1 1 0,-1-1 0,1 1 0,0-1 0,0 1 0,-1-1 0,1 1 0,0 0 0,0-1 0,-1 1 0,1 0 0,0 0 0,0-1 0,0 1 0,0 0 0,-1 0 0,1 0 0,0 0 0,0 0 0,0 0 0,0 0 0,0 0 0,0 1 0,0 0 0,-1 1 0,1-1 0,-1 0 0,1 0 0,-1 0 0,1 0 0,-1 0 0,0 0 0,0 1 0,1-1 0,-1 0 0,0 0 0,0 0 0,0 1 0,0-1 0,-1 0 0,1 0 0,-1 2 0,-6 30 0,4-22 0,1 0 0,0-1 0,0 1 0,1 0 0,0 19 0,2-28 0,-1 0 0,0 0 0,1 0 0,-1 0 0,1-1 0,0 1 0,-1 0 0,1 0 0,0 0 0,0-1 0,0 1 0,0 0 0,1-1 0,-1 1 0,2 1 0,-1-1 0,0-1 0,1 0 0,-1 0 0,0 0 0,0 0 0,1 0 0,-1 0 0,1-1 0,-1 1 0,0-1 0,1 0 0,-1 1 0,1-1 0,-1 0 0,4-1 0,4 0 0,1-1 0,-1 0 0,0-1 0,0 0 0,0 0 0,-1-1 0,1-1 0,-1 0 0,0 0 0,0 0 0,0-1 0,-1-1 0,0 1 0,0-1 0,8-10 0,-4 3 0,0 0 0,-1-1 0,0 0 0,-1-1 0,-1 0 0,-1-1 0,12-30 0,-17 35 0,0 0 0,0 0 0,-1 0 0,0 0 0,-1 0 0,-1 0 0,0-17 0,-1 25 0,1-1 0,-1 0 0,0 1 0,0-1 0,0 0 0,0 1 0,-1-1 0,0 1 0,0 0 0,0 0 0,0 0 0,-1 0 0,0 0 0,0 0 0,0 0 0,0 1 0,0 0 0,-1-1 0,1 1 0,-1 0 0,-7-4 0,8 6 0,0 0 0,-1-1 0,1 1 0,0 0 0,-1 1 0,1-1 0,0 1 0,-1-1 0,1 1 0,-1 0 0,1 0 0,0 1 0,-1-1 0,-5 2 0,3 0 0,0 0 0,1 0 0,-1 1 0,0 0 0,1 0 0,-1 0 0,-6 6 0,0 1 0,2 0 0,-1 1 0,1 0 0,1 1 0,0-1 0,-7 15 0,5-6 0,1 0 0,1 0 0,0 1 0,2 1 0,-7 35 0,11-45 0,1 1 0,0 0 0,1 0 0,1 0 0,0 0 0,1 0 0,0 0 0,1 0 0,1 0 0,0 0 0,4 12 0,-4-19 0,-1-1 0,1 0 0,0 0 0,0 0 0,0 0 0,0 0 0,1-1 0,0 1 0,0-1 0,0 0 0,1 0 0,0-1 0,-1 1 0,1-1 0,0 0 0,0 0 0,1-1 0,-1 1 0,1-1 0,-1 0 0,1-1 0,0 1 0,-1-1 0,1 0 0,0-1 0,0 0 0,0 0 0,0 0 0,-1 0 0,1-1 0,0 0 0,0 0 0,7-3 0,7-3 0,-2 0 0,1-1 0,-1-2 0,0 0 0,-1 0 0,0-2 0,-1 0 0,0-1 0,-1 0 0,0-1 0,-1-1 0,14-19 0,-10 9 0,0-1 0,-2 0 0,-1-1 0,-1-1 0,-1 0 0,-2-1 0,11-39 0,-22 66 0,3-5 0,-1 0 0,0 0 0,0-1 0,-1 1 0,0-1 0,-1 1 0,0-1 0,0 1 0,0-1 0,-1 1 0,-3-14 0,4 20 0,0 0 0,0 0 0,0 0 0,-1 1 0,1-1 0,0 0 0,-1 0 0,1 0 0,-1 1 0,1-1 0,-1 0 0,1 1 0,-1-1 0,1 0 0,-1 1 0,0-1 0,1 1 0,-1-1 0,0 1 0,1-1 0,-1 1 0,0-1 0,0 1 0,0 0 0,1-1 0,-1 1 0,0 0 0,0 0 0,0 0 0,0 0 0,0 0 0,1 0 0,-1 0 0,0 0 0,0 0 0,0 0 0,0 0 0,0 0 0,1 1 0,-1-1 0,0 0 0,0 1 0,0-1 0,1 0 0,-1 1 0,0-1 0,1 1 0,-1-1 0,0 1 0,1 0 0,-1-1 0,0 1 0,0 0 0,-2 3 0,-1 0 0,1 0 0,-1 0 0,1 0 0,0 1 0,1-1 0,-4 7 0,1 6 0,0-1 0,1 1 0,1 0 0,1 0 0,-1 26 0,3-6 0,6 55 0,-5-84 0,1 1 0,0 0 0,0 0 0,0 0 0,1-1 0,1 0 0,4 10 0,-7-16 0,0 0 0,0-1 0,0 1 0,1 0 0,-1 0 0,0-1 0,1 1 0,0 0 0,-1-1 0,1 0 0,0 1 0,0-1 0,-1 0 0,1 0 0,0 0 0,0 0 0,0 0 0,0-1 0,0 1 0,1-1 0,-1 1 0,0-1 0,0 0 0,0 1 0,0-1 0,1 0 0,-1-1 0,0 1 0,0 0 0,0-1 0,0 1 0,1-1 0,-1 1 0,2-2 0,3-2 0,-1 1 0,1-1 0,-1 0 0,0-1 0,0 1 0,0-1 0,-1 0 0,0-1 0,5-6 0,39-58 0,-41 57 0,103-179 0,-100 177 0,-11 15 0,0 1 0,0-1 0,0 0 0,0 0 0,0 0 0,0 0 0,0 0 0,0 0 0,0 0 0,0 0 0,0 0 0,0 0 0,0 0 0,0 1 0,0-1 0,0 0 0,0 0 0,0 0 0,0 0 0,0 0 0,0 0 0,0 0 0,0 0 0,0 0 0,0 0 0,0 0 0,0 0 0,0 0 0,1 0 0,-1 0 0,0 1 0,0-1 0,0 0 0,0 0 0,0 0 0,0 0 0,0 0 0,0 0 0,0 0 0,0 0 0,0 0 0,0 0 0,0 0 0,1 0 0,-1 0 0,0 0 0,0 0 0,0 0 0,0 0 0,0 0 0,0 0 0,0 0 0,0 0 0,0 0 0,0 0 0,0 0 0,1 0 0,-1-1 0,0 1 0,0 0 0,0 0 0,0 0 0,0 0 0,0 0 0,0 0 0,0 0 0,0 0 0,-7 29 0,5-24 0,-36 121 0,34-109 0,1-1 0,1 1 0,0 0 0,1 0 0,2 30 0,0-43 0,-1-1 0,1 1 0,-1-1 0,1 0 0,0 1 0,0-1 0,0 0 0,1 0 0,-1 0 0,1 0 0,0 0 0,0 0 0,0 0 0,0-1 0,0 1 0,1 0 0,-1-1 0,1 0 0,2 3 0,-1-4 0,-1 1 0,1-1 0,0 1 0,-1-1 0,1 0 0,0-1 0,0 1 0,-1 0 0,1-1 0,0 0 0,0 0 0,0 0 0,0-1 0,0 1 0,-1-1 0,7-2 0,6-2 0,0-1 0,-1 0 0,1-2 0,-2 0 0,1 0 0,-1-2 0,0 0 0,-1 0 0,14-14 0,-2-2 0,0 0 0,-1-2 0,22-36 0,-36 51 0,-1-1 0,0 0 0,-2-1 0,1 0 0,-2 0 0,0 0 0,6-27 0,-11 40 0,-1 1 0,1-1 0,-1 0 0,0 0 0,0 0 0,0 1 0,0-1 0,0 0 0,0 0 0,-1 1 0,1-1 0,-1 0 0,1 0 0,-1 1 0,1-1 0,-1 1 0,0-1 0,-2-2 0,2 3 0,0 0 0,0 0 0,0 1 0,0-1 0,0 0 0,0 1 0,-1-1 0,1 1 0,0-1 0,0 1 0,-1 0 0,1-1 0,0 1 0,-1 0 0,1 0 0,0 0 0,-1 0 0,1 0 0,-2 1 0,-4 0 0,1 1 0,-1 0 0,1 0 0,0 0 0,-1 1 0,1 0 0,0 1 0,-6 4 0,1 0 0,0 0 0,1 1 0,0 1 0,0 0 0,1 0 0,0 1 0,1 0 0,1 1 0,-1 0 0,2 0 0,-9 22 0,12-28 0,1 1 0,0-1 0,1 0 0,0 1 0,0-1 0,0 1 0,1-1 0,0 1 0,0 0 0,0-1 0,1 1 0,0-1 0,0 1 0,1-1 0,0 0 0,0 1 0,0-1 0,1 0 0,0 0 0,0-1 0,1 1 0,-1-1 0,1 1 0,1-1 0,-1 0 0,7 5 0,-3-3 0,1 1 0,1-2 0,-1 0 0,1 0 0,0-1 0,0 0 0,1 0 0,0-1 0,-1-1 0,1 0 0,1 0 0,-1-1 0,0 0 0,0-1 0,1-1 0,-1 0 0,1 0 0,-1-1 0,0 0 0,1-1 0,13-4 0,-9 1 0,0 0 0,0-1 0,-1-1 0,0 0 0,-1-1 0,1-1 0,-1 0 0,-1-1 0,0 0 0,0-1 0,-1-1 0,-1 0 0,0 0 0,10-16 0,-6 4 0,-2 0 0,0-2 0,-2 1 0,0-2 0,-2 1 0,-1-1 0,5-35 0,0-20 0,2-96 0,-11-84 0,-4 255 0,0-1 0,-1 1 0,0 0 0,-1 0 0,-2-7 0,4 13 0,0 0 0,-1 0 0,1 0 0,0 1 0,-1-1 0,1 0 0,-1 0 0,0 0 0,1 1 0,-1-1 0,1 0 0,-1 1 0,0-1 0,0 1 0,1-1 0,-1 1 0,0-1 0,-2 0 0,2 1 0,0 0 0,0 0 0,0 0 0,0 0 0,-1 0 0,1 0 0,0 0 0,0 1 0,0-1 0,0 0 0,0 1 0,0-1 0,0 1 0,0 0 0,0-1 0,0 1 0,0-1 0,0 1 0,-1 1 0,-7 6 0,1 0 0,1 1 0,-1 0 0,1 0 0,1 0 0,-6 12 0,-30 65 0,26-48 43,2 1 0,1 0-1,3 1 1,1 0 0,1 1-1,3 0 1,-1 73 0,7-82-199,2-1 1,0 0 0,2 0 0,1 0 0,2 0 0,1-1 0,1 0-1,2-1 1,1-1 0,29 49 0,-13-34-6671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4.794"/>
    </inkml:context>
    <inkml:brush xml:id="br0">
      <inkml:brushProperty name="width" value="0.05" units="cm"/>
      <inkml:brushProperty name="height" value="0.05" units="cm"/>
      <inkml:brushProperty name="color" value="#FFFFFF"/>
    </inkml:brush>
  </inkml:definitions>
  <inkml:trace contextRef="#ctx0" brushRef="#br0">356 226 24575,'2'-11'0,"0"0"0,0 0 0,1 1 0,0-1 0,1 0 0,0 1 0,9-16 0,5-15 0,-16 36 0,0 0 0,0 0 0,-1 0 0,0 0 0,1 0 0,-2-1 0,1-9 0,-1 13 0,0 1 0,-1-1 0,1 1 0,0-1 0,-1 1 0,0-1 0,1 1 0,-1 0 0,0-1 0,0 1 0,0 0 0,0 0 0,0 0 0,0-1 0,0 1 0,0 0 0,0 0 0,0 0 0,-1 1 0,1-1 0,0 0 0,-1 0 0,1 1 0,0-1 0,-1 1 0,1-1 0,-1 1 0,1 0 0,-1-1 0,1 1 0,-4 0 0,-7-1 0,0 1 0,-1 0 0,1 1 0,0 0 0,0 1 0,0 0 0,0 1 0,-15 6 0,-90 40 0,96-39 0,2 0 0,-23 16 0,37-23 0,0 1 0,0 0 0,1 0 0,-1 0 0,1 1 0,0-1 0,0 1 0,0 0 0,1 0 0,0 0 0,0 1 0,-5 10 0,8-13 0,-1 0 0,1 0 0,0 1 0,-1-1 0,1 0 0,1 1 0,-1-1 0,0 0 0,1 0 0,0 1 0,0-1 0,0 0 0,0 0 0,0 0 0,0 0 0,1 0 0,0 0 0,-1-1 0,1 1 0,0 0 0,0-1 0,3 3 0,6 5 0,0 0 0,0 0 0,20 11 0,101 53 0,-95-56 0,0 2 0,46 33 0,-79-50 0,0 1 0,0-1 0,0 1 0,0 0 0,0 0 0,-1 0 0,6 9 0,-8-11 0,-1-1 0,1 1 0,-1-1 0,1 1 0,-1-1 0,1 0 0,-1 1 0,0-1 0,0 1 0,0 0 0,0-1 0,0 1 0,0-1 0,0 1 0,0-1 0,-1 1 0,1-1 0,0 1 0,-1-1 0,0 0 0,1 1 0,-1-1 0,0 0 0,1 1 0,-1-1 0,0 0 0,0 0 0,0 1 0,0-1 0,0 0 0,-3 1 0,-2 3 0,0-1 0,0 0 0,-1-1 0,0 1 0,1-1 0,-1 0 0,-9 2 0,-55 10 0,47-11 0,9-1 40,3 1-196,-1-1 0,1-1 0,-1-1 0,1 0-1,-1 0 1,0-1 0,0-1 0,-20-3 0,16-2-6670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5.120"/>
    </inkml:context>
    <inkml:brush xml:id="br0">
      <inkml:brushProperty name="width" value="0.05" units="cm"/>
      <inkml:brushProperty name="height" value="0.05" units="cm"/>
      <inkml:brushProperty name="color" value="#FFFFFF"/>
    </inkml:brush>
  </inkml:definitions>
  <inkml:trace contextRef="#ctx0" brushRef="#br0">0 263 24575,'27'-1'0,"32"-6"0,-42 4 0,0 1 0,-1 1 0,1 0 0,0 1 0,33 4 0,-24 1 0,0-3 0,0 0 0,0-1 0,1-2 0,-1 0 0,0-2 0,0-1 0,0-1 0,0-1 0,-1-1 0,0-2 0,0 0 0,-1-2 0,-1 0 0,35-23 0,-48 27 0,0-1 0,0 0 0,16-17 0,-23 21 0,0 1 0,0-1 0,0 1 0,0-1 0,-1 0 0,0 0 0,0 0 0,0-1 0,-1 1 0,1 0 0,-1-1 0,0 1 0,1-9 0,-2 12 0,0-1 0,0 0 0,0 1 0,0-1 0,-1 1 0,1-1 0,0 0 0,-1 1 0,0-1 0,1 1 0,-1-1 0,0 1 0,1 0 0,-1-1 0,0 1 0,0 0 0,0-1 0,0 1 0,-1 0 0,-1-2 0,0 1 0,0 0 0,-1 0 0,1 1 0,0 0 0,-1-1 0,1 1 0,-1 0 0,1 0 0,-5 0 0,-4 0 0,-1 0 0,1 1 0,0 1 0,-19 2 0,11 1 0,1 0 0,0 2 0,0 0 0,1 1 0,0 0 0,0 2 0,-32 21 0,41-25 0,1 1 0,1 0 0,-1 0 0,1 1 0,0 0 0,1 0 0,-1 1 0,1 0 0,1 0 0,0 0 0,0 1 0,0 0 0,1 0 0,1 0 0,-1 0 0,1 0 0,-2 18 0,4-22 17,1 0-1,0 1 0,0-1 0,1 1 1,-1-1-1,1 0 0,1 1 0,-1-1 1,1 0-1,-1 0 0,2 0 0,-1 0 1,0 0-1,1-1 0,0 1 0,0-1 1,0 1-1,1-1 0,-1 0 0,9 6 1,-3-3-207,0 0 0,0-1 1,1 0-1,0-1 0,0 0 1,0-1-1,1 0 1,20 5-1,11 0-6636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5.341"/>
    </inkml:context>
    <inkml:brush xml:id="br0">
      <inkml:brushProperty name="width" value="0.05" units="cm"/>
      <inkml:brushProperty name="height" value="0.05" units="cm"/>
      <inkml:brushProperty name="color" value="#FFFFFF"/>
    </inkml:brush>
  </inkml:definitions>
  <inkml:trace contextRef="#ctx0" brushRef="#br0">229 50 24575,'0'-2'0,"0"1"0,0-1 0,0 0 0,-1 0 0,1 1 0,-1-1 0,1 0 0,-1 1 0,1-1 0,-1 0 0,0 1 0,0-1 0,0 1 0,0-1 0,0 1 0,0-1 0,0 1 0,0 0 0,-2-2 0,0 1 0,0 1 0,1-1 0,-1 0 0,0 1 0,-1-1 0,1 1 0,0 0 0,0 0 0,-6 0 0,1-1 0,0 2 0,-1-1 0,1 1 0,-1 1 0,1-1 0,0 1 0,-12 4 0,14-4 0,1 1 0,0 0 0,0 0 0,0 1 0,0-1 0,0 1 0,1 1 0,-1-1 0,1 0 0,0 1 0,0 0 0,0 0 0,0 0 0,1 0 0,0 1 0,-3 5 0,2-3 0,0 1 0,1-1 0,1 1 0,-1-1 0,1 1 0,0 0 0,1 0 0,0 0 0,0 1 0,1 10 0,1-8 0,0-1 0,0 0 0,1 1 0,0-1 0,1 0 0,0 0 0,1-1 0,5 12 0,-6-15 0,1 0 0,0 0 0,0 0 0,0 0 0,1 0 0,0-1 0,0 0 0,0 0 0,1 0 0,-1-1 0,12 7 0,-6-6-227,0 0-1,0-1 1,0-1-1,0 0 1,16 2-1,15 1-6598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35.498"/>
    </inkml:context>
    <inkml:brush xml:id="br0">
      <inkml:brushProperty name="width" value="0.05" units="cm"/>
      <inkml:brushProperty name="height" value="0.05" units="cm"/>
      <inkml:brushProperty name="color" value="#FFFFFF"/>
    </inkml:brush>
  </inkml:definitions>
  <inkml:trace contextRef="#ctx0" brushRef="#br0">31 12 24575,'0'-3'0,"-3"-1"0,-4 0 0,-4 4 0,3 4 0,6 3 0,6-1 0,3 2 0,2-1 0,-2-1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34.586"/>
    </inkml:context>
    <inkml:brush xml:id="br0">
      <inkml:brushProperty name="width" value="0.05" units="cm"/>
      <inkml:brushProperty name="height" value="0.05" units="cm"/>
      <inkml:brushProperty name="color" value="#FFFFFF"/>
    </inkml:brush>
  </inkml:definitions>
  <inkml:trace contextRef="#ctx0" brushRef="#br0">79 197 24575,'-6'-5'0,"-1"0"0,1 0 0,0-1 0,1 0 0,-1 0 0,1 0 0,0-1 0,1 0 0,0 0 0,0 0 0,0 0 0,1-1 0,0 1 0,0-1 0,1 0 0,0 0 0,-1-12 0,3 18 0,0 0 0,0 0 0,1 0 0,-1 0 0,1 0 0,-1 0 0,1 0 0,0 0 0,0 0 0,-1 0 0,1 0 0,1 0 0,-1 0 0,0 1 0,0-1 0,1 1 0,-1-1 0,1 1 0,-1-1 0,1 1 0,0 0 0,-1 0 0,1-1 0,0 1 0,0 1 0,0-1 0,2-1 0,6-1 0,-1 0 0,1 1 0,-1 0 0,17-1 0,37-1 10,0 3 0,1 3-1,98 15 1,186 58-204,-170-25 27,-2 8-1,182 88 0,-238-88 100,-2 6 1,-3 4-1,175 139 0,-237-163 49,53 57-1,-90-85 45,-2 1-1,0 1 0,-1 0 0,0 1 0,-2 0 1,0 1-1,11 30 0,-19-43 123,-1-1 1,-1 1-1,1 0 1,-1 1-1,1 12 1,-2-17-212,0-1-1,0 0 1,-1 0 0,1 0 0,0 1 0,-1-1 0,0 0-1,1 0 1,-1 0 0,0 0 0,0 0 0,0 0 0,0 0-1,0 0 1,-1-1 0,1 1 0,0 0 0,-1-1 0,1 1-1,-1-1 1,0 1 0,-3 1 0,-8 3-6762</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34.924"/>
    </inkml:context>
    <inkml:brush xml:id="br0">
      <inkml:brushProperty name="width" value="0.05" units="cm"/>
      <inkml:brushProperty name="height" value="0.05" units="cm"/>
      <inkml:brushProperty name="color" value="#FFFFFF"/>
    </inkml:brush>
  </inkml:definitions>
  <inkml:trace contextRef="#ctx0" brushRef="#br0">7 8 24575,'-1'0'0,"1"0"0,0 0 0,0 0 0,0 0 0,-1 1 0,1-1 0,0 0 0,0 0 0,0 0 0,0 0 0,-1 0 0,1 0 0,0 0 0,0 0 0,0-1 0,-1 1 0,1 0 0,0 0 0,0 0 0,0 0 0,-1 0 0,1 0 0,0 0 0,0 0 0,0 0 0,0 0 0,0-1 0,-1 1 0,1 0 0,0 0 0,0 0 0,0 0 0,0-1 0,0 1 0,0 0 0,0 0 0,0 0 0,-1 0 0,1-1 0,0 1 0,0 0 0,0 0 0,0 0 0,0-1 0,0 1 0,0 0 0,1-1 0,-1 1 0,0 0 0,1 0 0,-1-1 0,0 1 0,1 0 0,-1 0 0,0 0 0,1-1 0,-1 1 0,1 0 0,-1 0 0,0 0 0,1 0 0,-1 0 0,1 0 0,-1 0 0,1 0 0,-1 0 0,0 0 0,1 0 0,-1 0 0,1 0 0,-1 0 0,1 0 0,0 1 0,3 0 0,0 1 0,1 0 0,-1 1 0,0-1 0,0 0 0,0 1 0,0 0 0,0 0 0,-1 0 0,0 1 0,1-1 0,-1 1 0,0 0 0,4 7 0,3 7 0,0 0 0,7 21 0,-10-23 0,-2-3 0,-3-8 0,-1-1 0,1 0 0,-1 0 0,1 0 0,1 0 0,-1 0 0,0 0 0,1-1 0,0 1 0,6 5 0,-8-9 0,0 1 0,0-1 0,0 1 0,0-1 0,0 0 0,0 0 0,0 0 0,0 1 0,0-1 0,0 0 0,1 0 0,-1-1 0,0 1 0,0 0 0,0 0 0,0 0 0,0-1 0,0 1 0,0-1 0,0 1 0,0-1 0,0 1 0,0-1 0,0 1 0,0-1 0,0 0 0,1-1 0,25-27 0,-20 21 0,11-13 0,45-47 0,-57 63 0,1-1 0,-1 1 0,1 0 0,0 0 0,0 1 0,1 0 0,-1 0 0,13-3 0,-19 6 11,0 1-1,1 0 0,-1-1 1,0 1-1,1 0 0,-1 0 1,1 0-1,-1 0 0,1 0 1,-1 0-1,0 0 0,1 1 1,-1-1-1,0 0 0,1 1 1,-1-1-1,0 1 0,1 0 1,-1-1-1,0 1 0,0 0 1,1 0-1,-1-1 0,0 1 1,0 0-1,0 0 1,0 0-1,0 1 0,-1-1 1,1 0-1,0 0 0,1 3 1,0 1-255,0 1 0,0-1 0,0 1 0,-1 0 1,0 0-1,1 7 0,0 13-6582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36.110"/>
    </inkml:context>
    <inkml:brush xml:id="br0">
      <inkml:brushProperty name="width" value="0.05" units="cm"/>
      <inkml:brushProperty name="height" value="0.05" units="cm"/>
      <inkml:brushProperty name="color" value="#FFFFFF"/>
    </inkml:brush>
  </inkml:definitions>
  <inkml:trace contextRef="#ctx0" brushRef="#br0">3139 1511 24575,'0'0'0,"1"0"0,-1 0 0,1 0 0,-1 0 0,0-1 0,1 1 0,-1 0 0,0 0 0,1 0 0,-1 0 0,1-1 0,-1 1 0,0 0 0,0 0 0,1-1 0,-1 1 0,0 0 0,1-1 0,-1 1 0,0 0 0,0-1 0,0 1 0,1 0 0,-1-1 0,0 1 0,0 0 0,0-1 0,0 1 0,0-1 0,0 1 0,0 0 0,0-1 0,0 1 0,0-1 0,0 1 0,0 0 0,0-1 0,0 1 0,0-1 0,0 0 0,-5-19 0,4 18 0,-12-40 0,-1 0 0,-3 2 0,-1 0 0,-2 1 0,-1 0 0,-44-57 0,14 35-106,-4 2 0,-1 3 1,-3 2-1,-78-54 0,8 19-159,-164-84 0,108 78-209,-4 7 1,-3 9-1,-240-64 0,289 106 411,-2 6-1,-1 6 1,-1 7 0,0 6-1,-190 9 1,303 5 1169,-60 12-1,93-14-615,3-1-112,9-2 1,23-7-1868,-6 1-5337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36.391"/>
    </inkml:context>
    <inkml:brush xml:id="br0">
      <inkml:brushProperty name="width" value="0.05" units="cm"/>
      <inkml:brushProperty name="height" value="0.05" units="cm"/>
      <inkml:brushProperty name="color" value="#FFFFFF"/>
    </inkml:brush>
  </inkml:definitions>
  <inkml:trace contextRef="#ctx0" brushRef="#br0">255 47 24575,'2'-5'0,"-1"1"0,1-1 0,-1 1 0,1 0 0,1-1 0,-1 1 0,0 0 0,4-3 0,-4 3 0,-19 18 0,0 0 0,-1-2 0,0 0 0,-1-1 0,-25 11 0,20-11 0,0 2 0,-39 29 0,60-41 0,0 2 0,1-1 0,-1 0 0,1 0 0,0 1 0,0 0 0,0-1 0,0 1 0,0 0 0,0 0 0,1 0 0,-1 0 0,1 0 0,0 0 0,0 1 0,0-1 0,0 0 0,0 6 0,2-3 0,-1 0 0,1 0 0,0 0 0,1 0 0,-1 0 0,1-1 0,0 1 0,1-1 0,5 11 0,62 99-7,-46-79-1351,11 19-5468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1.381"/>
    </inkml:context>
    <inkml:brush xml:id="br0">
      <inkml:brushProperty name="width" value="0.05" units="cm"/>
      <inkml:brushProperty name="height" value="0.05" units="cm"/>
      <inkml:brushProperty name="color" value="#FFFFFF"/>
    </inkml:brush>
  </inkml:definitions>
  <inkml:trace contextRef="#ctx0" brushRef="#br0">8 5 24575,'-3'0'0,"-1"-3"0,4 2 0,0 7 0,2 5 0,0 8 0,-1 8 0,0 9 0,0 4 0,-1 5 0,0 2 0,0 4 0,0-3 0,0-2 0,0-10-8191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7:41.894"/>
    </inkml:context>
    <inkml:brush xml:id="br0">
      <inkml:brushProperty name="width" value="0.05" units="cm"/>
      <inkml:brushProperty name="height" value="0.05" units="cm"/>
      <inkml:brushProperty name="color" value="#FFFFFF"/>
    </inkml:brush>
  </inkml:definitions>
  <inkml:trace contextRef="#ctx0" brushRef="#br0">52 160 24575,'1'0'0,"-1"-1"0,0 1 0,1-1 0,-1 1 0,1-1 0,0 1 0,-1-1 0,1 1 0,-1 0 0,1-1 0,0 1 0,-1 0 0,1-1 0,0 1 0,-1 0 0,1 0 0,0 0 0,0-1 0,0 1 0,0 0 0,-1 1 0,1-1 0,-1 0 0,0 0 0,1 1 0,-1-1 0,0 0 0,1 0 0,-1 1 0,0-1 0,1 0 0,-1 1 0,0-1 0,0 1 0,0-1 0,1 0 0,-1 1 0,0-1 0,0 1 0,0-1 0,0 0 0,0 1 0,0 0 0,0 29 0,-19 68 0,-16 101 0,26-164 0,6-33 0,1-8 0,0-11 0,3-8 0,1 0 0,1 0 0,1 0 0,14-47 0,-13 58 0,0-1 0,2 0 0,-1 1 0,2 0 0,-1 1 0,2 0 0,0 0 0,1 0 0,11-11 0,-19 22 0,0 0 0,0 0 0,1 0 0,-1 0 0,1 0 0,-1 1 0,1-1 0,-1 1 0,1 0 0,0 0 0,0 0 0,-1 0 0,1 0 0,0 0 0,0 1 0,0 0 0,0-1 0,0 1 0,0 0 0,0 0 0,0 1 0,0-1 0,4 2 0,-3-1 0,1 1 0,-1 0 0,0 1 0,0-1 0,0 1 0,0 0 0,-1 0 0,1 0 0,-1 0 0,1 0 0,-1 1 0,0 0 0,-1 0 0,4 4 0,16 31 0,-14-23 0,2 0 0,-1 0 0,21 23 0,-27-35 0,-1-2 0,1 1 0,0 0 0,0-1 0,0 1 0,0-1 0,1 0 0,-1 0 0,1 0 0,-1 0 0,1-1 0,0 1 0,-1-1 0,1 0 0,0 0 0,0-1 0,0 1 0,0-1 0,0 1 0,0-1 0,0-1 0,5 0 0,-5 0 0,1-1 0,-1 0 0,0 0 0,0 0 0,0 0 0,0-1 0,0 1 0,0-1 0,-1 0 0,1 0 0,-1 0 0,0-1 0,0 1 0,0-1 0,-1 0 0,1 0 0,-1 0 0,0 0 0,0 0 0,3-9 0,0-1 0,0-1 0,-1 0 0,-1 0 0,0-1 0,0-15 0,-3 19 0,0-1 0,-1 0 0,0 0 0,-1 1 0,0-1 0,-1 1 0,-6-17 0,7 23 0,-1 0 0,1 0 0,-1 1 0,-1 0 0,1-1 0,-1 1 0,-7-7 0,9 9 0,-1 1 0,1 0 0,-1 0 0,0 0 0,0 0 0,0 0 0,0 1 0,-1-1 0,1 1 0,0 0 0,-1 0 0,1 0 0,-1 0 0,-4 0 0,6 1-105,-1 0 0,1 0 0,0 0 0,-1 1 0,1-1 0,-1 1 0,1-1 0,0 1 0,0 0 0,-1 0 0,1 0 0,-3 1 0,-7 7-6721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4.821"/>
    </inkml:context>
    <inkml:brush xml:id="br0">
      <inkml:brushProperty name="width" value="0.05" units="cm"/>
      <inkml:brushProperty name="height" value="0.05" units="cm"/>
      <inkml:brushProperty name="color" value="#FFFFFF"/>
    </inkml:brush>
  </inkml:definitions>
  <inkml:trace contextRef="#ctx0" brushRef="#br0">125 82 24575,'-46'-31'0,"25"14"0,15 11 0,-1 0 0,0 1 0,-15-9 0,22 13 0,-1 1 0,1 0 0,0 0 0,-1-1 0,1 1 0,-1 0 0,1 0 0,0 0 0,-1 0 0,1-1 0,0 1 0,-1 0 0,1 0 0,-1 0 0,1 0 0,0 0 0,-1 0 0,1 0 0,-1 0 0,1 0 0,0 0 0,-1 1 0,1-1 0,-1 0 0,1 0 0,0 0 0,-1 0 0,1 1 0,0-1 0,-1 0 0,1 0 0,0 0 0,-1 1 0,1-1 0,0 0 0,-1 1 0,1-1 0,0 0 0,0 1 0,0-1 0,-1 0 0,1 1 0,0-1 0,0 0 0,0 1 0,0-1 0,0 1 0,-1-1 0,1 0 0,0 1 0,0-1 0,0 1 0,0-1 0,0 0 0,0 1 0,1 0 0,3 29 0,-4-27 0,79 344 0,-39-178 0,-4-24-1365,-21-91-5461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5.347"/>
    </inkml:context>
    <inkml:brush xml:id="br0">
      <inkml:brushProperty name="width" value="0.05" units="cm"/>
      <inkml:brushProperty name="height" value="0.05" units="cm"/>
      <inkml:brushProperty name="color" value="#FFFFFF"/>
    </inkml:brush>
  </inkml:definitions>
  <inkml:trace contextRef="#ctx0" brushRef="#br0">26 969 24575,'-4'-18'0,"-4"-20"0,2-1 0,-1-46 0,6 73 0,2 1 0,0-1 0,0 0 0,1 0 0,0 1 0,1-1 0,0 1 0,1-1 0,0 1 0,1 1 0,10-18 0,-4 13 6,1 1-1,0 0 1,1 0 0,0 2-1,1-1 1,1 2 0,0 0-1,0 1 1,23-12-1,24-8-112,78-26-1,-118 47 41,501-154-1728,15 41 340,-93 46 1455,3 36 0,-366 38-152,114 12-1,-164-6 109,0 1 1,0 2-1,0 1 0,-1 1 1,0 2-1,40 20 0,-56-23 171,-1 1-1,0 0 1,0 1 0,-1 1-1,-1 0 1,1 1-1,-2 0 1,0 0-1,0 2 1,-1-1-1,-1 1 1,13 25-1,-10-10 179,0 1 0,-2 0 0,-1 0 0,-2 1-1,7 55 1,7 110-7,19 137 17,87 182-315,-102-426 0,-17-61 0,16 65 0,-22-82 0,0-1 0,-1 0 0,0 0 0,-1 1 0,-1-1 0,-2 19 0,3-26 0,-1-1 0,0 1 0,0 0 0,0 0 0,0-1 0,-1 1 0,1-1 0,-1 1 0,1-1 0,-1 0 0,0 1 0,0-1 0,0 0 0,0 0 0,-1-1 0,1 1 0,0 0 0,-1-1 0,1 1 0,-1-1 0,0 0 0,1 0 0,-1 0 0,0 0 0,-4 1 0,-6 0 0,-1 0 0,1-1 0,0-1 0,-19-1 0,-251-30 32,120 10-242,-47 3-439,-2 8 0,1 10 0,-228 28 0,249-2 659,0 7 1,3 9 0,-288 104 0,461-141-40,-146 60-238,138-55 299,0 1-1,1 2 1,0 0-1,-32 28 0,34-19-410,12-7-4563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5.907"/>
    </inkml:context>
    <inkml:brush xml:id="br0">
      <inkml:brushProperty name="width" value="0.05" units="cm"/>
      <inkml:brushProperty name="height" value="0.05" units="cm"/>
      <inkml:brushProperty name="color" value="#FFFFFF"/>
    </inkml:brush>
  </inkml:definitions>
  <inkml:trace contextRef="#ctx0" brushRef="#br0">174 739 24575,'-4'-29'0,"4"29"0,0 0 0,0-1 0,0 1 0,0 0 0,0-1 0,-1 1 0,1 0 0,0-1 0,0 1 0,0 0 0,-1 0 0,1-1 0,0 1 0,0 0 0,-1 0 0,1-1 0,0 1 0,-1 0 0,1 0 0,0 0 0,-1 0 0,1-1 0,0 1 0,-1 0 0,0 0 0,0 0 0,1 1 0,-1-1 0,0 0 0,0 0 0,1 1 0,-1-1 0,0 1 0,0-1 0,1 1 0,-1-1 0,0 1 0,1-1 0,-1 1 0,1 0 0,-1-1 0,0 2 0,-4 5 0,1 0 0,0 0 0,0 0 0,1 0 0,0 1 0,-4 11 0,-9 51 0,11-46 0,-1 22 0,6-36 0,-1-1 0,0 0 0,0 1 0,-1-1 0,0 0 0,-6 15 0,7-24 0,1 0 0,0 1 0,0-1 0,0 0 0,0 0 0,0 1 0,0-1 0,0 0 0,-1 0 0,1 1 0,0-1 0,0 0 0,0 0 0,-1 0 0,1 1 0,0-1 0,0 0 0,-1 0 0,1 0 0,0 0 0,0 0 0,-1 1 0,1-1 0,0 0 0,0 0 0,-1 0 0,1 0 0,0 0 0,-1 0 0,1 0 0,0 0 0,0 0 0,-1 0 0,1 0 0,0 0 0,-1 0 0,1 0 0,0 0 0,-1-1 0,-8-10 0,-2-19 0,-3-24 0,2-1 0,3-1 0,2 0 0,3 0 0,2 0 0,2-1 0,3 1 0,17-90 0,-15 120 0,2 1 0,1 0 0,1 0 0,1 1 0,1 0 0,1 0 0,1 2 0,25-34 0,-29 45 0,1 1 0,0-1 0,0 2 0,1-1 0,0 1 0,1 1 0,18-10 0,-20 13 0,0 1 0,0 0 0,0 0 0,1 1 0,-1 0 0,1 1 0,0 1 0,0-1 0,0 2 0,18 0 0,-18 1 0,-1 1 0,0 0 0,0 0 0,1 1 0,-2 0 0,1 1 0,0 0 0,-1 0 0,0 1 0,0 1 0,0-1 0,0 1 0,-1 1 0,0 0 0,-1 0 0,1 0 0,-1 1 0,-1 0 0,1 1 0,-2-1 0,1 1 0,-1 0 0,0 1 0,-1-1 0,0 1 0,-1 0 0,0 0 0,0 0 0,-1 0 0,0 0 0,-1 1 0,0-1 0,-1 0 0,0 1 0,-3 18 0,1-13 0,-2-1 0,0 0 0,-1 0 0,0-1 0,-1 1 0,-1-1 0,-9 14 0,3-7 0,-1-2 0,-1 0 0,-34 34 0,8-17 0,-2-1 0,-1-3 0,-60 33 0,-86 34 0,179-91 0,18-5 0,27-3 0,-22-1 0,23 3 57,0 1-1,1 1 0,-1 2 1,-1 2-1,45 16 1,162 75-1352,-214-87 886,19 9-6417</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6.250"/>
    </inkml:context>
    <inkml:brush xml:id="br0">
      <inkml:brushProperty name="width" value="0.05" units="cm"/>
      <inkml:brushProperty name="height" value="0.05" units="cm"/>
      <inkml:brushProperty name="color" value="#FFFFFF"/>
    </inkml:brush>
  </inkml:definitions>
  <inkml:trace contextRef="#ctx0" brushRef="#br0">263 59 24575,'-6'-6'0,"-1"0"0,-1 0 0,1 1 0,-1 0 0,0 0 0,0 1 0,0 0 0,-1 1 0,1-1 0,-1 2 0,0-1 0,0 1 0,0 1 0,-13-2 0,17 3 0,0 0 0,0 0 0,0 1 0,0-1 0,0 1 0,0 0 0,0 1 0,0-1 0,1 1 0,-1 0 0,0 0 0,1 0 0,0 0 0,-1 1 0,1 0 0,0 0 0,0 0 0,1 1 0,-1-1 0,1 1 0,-1 0 0,1 0 0,0 0 0,1 0 0,-1 0 0,1 1 0,-3 7 0,3-7 0,0 0 0,0 1 0,0-1 0,1 1 0,0 0 0,0-1 0,1 1 0,0 0 0,0-1 0,0 1 0,0 0 0,1 0 0,0-1 0,0 1 0,1-1 0,-1 1 0,1-1 0,1 1 0,-1-1 0,1 0 0,0 0 0,3 5 0,0-3 0,0-1 0,0 0 0,0 0 0,0 0 0,1-1 0,0 0 0,0 0 0,1-1 0,-1 1 0,1-2 0,0 1 0,0-1 0,0-1 0,11 3 0,-4-2 0,1 0 0,-1-2 0,0 1 0,0-2 0,1 0 0,-1-1 0,0-1 0,0 0 0,0-1 0,18-6 0,-27 8 0,-1-1 0,0 0 0,0-1 0,0 1 0,0-1 0,0 0 0,0 0 0,-1 0 0,0-1 0,1 0 0,-1 1 0,0-2 0,-1 1 0,1 0 0,-1-1 0,0 1 0,0-1 0,0 0 0,-1 0 0,0 0 0,0-1 0,0 1 0,-1 0 0,1-1 0,-1 1 0,0-1 0,-1 0 0,1 1 0,-1-1 0,-1-9 0,0 9 0,0 0 0,0 1 0,0-1 0,-1 0 0,0 1 0,0-1 0,0 1 0,-1 0 0,0 0 0,0-1 0,0 2 0,0-1 0,-1 0 0,0 1 0,0 0 0,0 0 0,-1 0 0,-8-6 0,9 7 0,0 1 0,0 0 0,0 0 0,0 0 0,-1 0 0,1 1 0,-1 0 0,0 0 0,1 0 0,-1 0 0,0 1 0,1 0 0,-1 0 0,0 0 0,0 0 0,1 1 0,-1-1 0,0 2 0,1-1 0,-1 0 0,1 1 0,0 0 0,-7 3 0,2 1-136,0 0-1,0 1 1,1 0-1,0 0 1,0 1-1,1 0 1,0 1-1,0-1 0,-8 16 1,2-3-6690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6.436"/>
    </inkml:context>
    <inkml:brush xml:id="br0">
      <inkml:brushProperty name="width" value="0.05" units="cm"/>
      <inkml:brushProperty name="height" value="0.05" units="cm"/>
      <inkml:brushProperty name="color" value="#FFFFFF"/>
    </inkml:brush>
  </inkml:definitions>
  <inkml:trace contextRef="#ctx0" brushRef="#br0">88 93 24575,'-3'-6'0,"-4"-8"0,0-8 0,-3 1 0,-2 3 0,1 8 0,-1 8 0,2 14 0,2 14 0,3 13 0,3 13 0,3 9 0,6 6 0,4 4 0,3-2 0,2-3 0,2-5 0,-3-12-8191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6.812"/>
    </inkml:context>
    <inkml:brush xml:id="br0">
      <inkml:brushProperty name="width" value="0.05" units="cm"/>
      <inkml:brushProperty name="height" value="0.05" units="cm"/>
      <inkml:brushProperty name="color" value="#FFFFFF"/>
    </inkml:brush>
  </inkml:definitions>
  <inkml:trace contextRef="#ctx0" brushRef="#br0">88 221 24575,'-3'0'0,"0"1"0,0-1 0,0 1 0,0 0 0,1 0 0,-1 0 0,0 0 0,1 1 0,-1-1 0,1 1 0,-1 0 0,1-1 0,0 1 0,-1 0 0,1 0 0,0 0 0,1 1 0,-1-1 0,0 0 0,0 1 0,1 0 0,0-1 0,-2 4 0,2-4 0,0-1 0,1 1 0,-1-1 0,1 1 0,-1 0 0,1-1 0,-1 1 0,1 0 0,0-1 0,0 1 0,0 0 0,0-1 0,0 1 0,0 0 0,1-1 0,-1 1 0,0 0 0,1-1 0,-1 1 0,1-1 0,0 1 0,-1 0 0,1-1 0,0 0 0,0 1 0,0-1 0,0 1 0,0-1 0,0 0 0,1 0 0,-1 0 0,0 0 0,1 0 0,-1 0 0,1 0 0,-1 0 0,1 0 0,-1-1 0,1 1 0,-1-1 0,3 1 0,4 1 0,0-1 0,-1 0 0,1 0 0,0-1 0,0 0 0,0 0 0,0-1 0,0 0 0,0-1 0,0 0 0,7-2 0,5-3 0,0-1 0,36-19 0,-45 20 0,0 0 0,0 0 0,-1-2 0,0 1 0,-1-1 0,1 0 0,-2-1 0,1 0 0,7-13 0,-13 19 0,-1 0 0,1-1 0,-1 1 0,1-1 0,-1 0 0,-1 0 0,1 0 0,-1 0 0,0 0 0,0 0 0,0 0 0,-1 0 0,1 0 0,-1 0 0,-1 0 0,1-1 0,-1 1 0,0 0 0,0 0 0,0 0 0,-1 0 0,1 0 0,-1 1 0,-1-1 0,-3-7 0,3 9 0,1 0 0,0 0 0,-1 0 0,1 0 0,-1 0 0,0 1 0,0 0 0,0-1 0,0 1 0,-1 0 0,1 0 0,0 1 0,-1-1 0,1 1 0,-1 0 0,-5-2 0,3 3 0,0-1 0,0 1 0,0 0 0,-1 0 0,1 0 0,0 1 0,0 0 0,0 0 0,-8 3 0,-1 2 0,0 0 0,1 1 0,0 0 0,0 1 0,0 1 0,-24 20 0,27-18 0,0 0 0,0 0 0,1 1 0,1 0 0,0 1 0,1 0 0,0 1 0,1-1 0,0 2 0,-8 26 0,13-34 0,0 0 0,1 0 0,-1 0 0,1 0 0,1 1 0,0-1 0,0 0 0,0 0 0,1 0 0,-1 0 0,2 0 0,-1 0 0,1 0 0,0 0 0,1 0 0,0 0 0,0-1 0,0 0 0,1 1 0,-1-1 0,2 0 0,-1-1 0,1 1 0,-1-1 0,10 7 0,-6-5-227,1-1-1,0 0 1,1 0-1,-1-1 1,17 5-1,11 3-6598</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7.902"/>
    </inkml:context>
    <inkml:brush xml:id="br0">
      <inkml:brushProperty name="width" value="0.05" units="cm"/>
      <inkml:brushProperty name="height" value="0.05" units="cm"/>
      <inkml:brushProperty name="color" value="#FFFFFF"/>
    </inkml:brush>
  </inkml:definitions>
  <inkml:trace contextRef="#ctx0" brushRef="#br0">0 24 24575,'0'-24'0,"0"25"0,0 2 0,2 51 0,2 0 0,13 60 0,32 106 0,-46-210 0,39 151-682,102 251-1,-128-374-6143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8:58.388"/>
    </inkml:context>
    <inkml:brush xml:id="br0">
      <inkml:brushProperty name="width" value="0.05" units="cm"/>
      <inkml:brushProperty name="height" value="0.05" units="cm"/>
      <inkml:brushProperty name="color" value="#FFFFFF"/>
    </inkml:brush>
  </inkml:definitions>
  <inkml:trace contextRef="#ctx0" brushRef="#br0">11 153 24575,'-1'0'0,"0"-1"0,0 0 0,0 1 0,1-1 0,-1 0 0,0 0 0,1 1 0,-1-1 0,1 0 0,-1 0 0,1 0 0,-1 0 0,1 0 0,-1 0 0,1 0 0,0 0 0,0 0 0,-1 0 0,1 0 0,0 0 0,0 0 0,0 0 0,0 0 0,0 0 0,0 0 0,1 0 0,-1 0 0,0 0 0,1-1 0,0 1 0,-1 1 0,1-1 0,0 0 0,0 1 0,-1-1 0,1 1 0,0 0 0,0-1 0,0 1 0,0 0 0,0-1 0,0 1 0,0 0 0,0 0 0,-1 0 0,1 0 0,0 0 0,0 0 0,0 0 0,0 0 0,0 0 0,0 0 0,0 1 0,0-1 0,0 0 0,0 0 0,0 1 0,-1-1 0,1 1 0,1 0 0,58 32 0,-35-18 0,1-1 0,32 12 0,-49-22 0,0-2 0,0 1 0,0-1 0,0-1 0,0 1 0,0-1 0,0-1 0,1 0 0,-1 0 0,0-1 0,11-2 0,-14 1 0,0 0 0,0 0 0,-1-1 0,1 1 0,-1-1 0,0 0 0,0-1 0,0 1 0,0-1 0,-1 0 0,1 0 0,-1 0 0,0-1 0,0 0 0,-1 1 0,0-1 0,1-1 0,-1 1 0,2-6 0,2-5 0,-1 0 0,-1 0 0,0-1 0,-1 0 0,2-23 0,-5 21 0,-8 28 0,-6 31 0,-24 94-1365,20-86-5461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0.317"/>
    </inkml:context>
    <inkml:brush xml:id="br0">
      <inkml:brushProperty name="width" value="0.05" units="cm"/>
      <inkml:brushProperty name="height" value="0.05" units="cm"/>
      <inkml:brushProperty name="color" value="#FFFFFF"/>
    </inkml:brush>
  </inkml:definitions>
  <inkml:trace contextRef="#ctx0" brushRef="#br0">301 703 24575,'24'-61'0,"-20"44"0,-1 1 0,-1-1 0,1-32 0,-3 44 0,0 0 0,-1 0 0,1 0 0,-1 1 0,0-1 0,0 0 0,0 0 0,-1 1 0,0-1 0,1 1 0,-2 0 0,1-1 0,0 1 0,-1 0 0,0 0 0,0 0 0,0 1 0,-6-6 0,7 8 0,0 0 0,0-1 0,0 1 0,0 0 0,-1 0 0,1 0 0,0 0 0,-1 0 0,1 1 0,-1-1 0,1 1 0,-1 0 0,1-1 0,-1 1 0,1 0 0,-1 1 0,-4 0 0,2 0 0,0 1 0,0-1 0,0 1 0,0 1 0,0-1 0,0 1 0,1-1 0,-5 5 0,-6 5 0,2 1 0,0 0 0,-21 28 0,16-17 0,1 1 0,1 1 0,2 0 0,-19 45 0,27-55 0,0 1 0,1 0 0,1 0 0,1 0 0,0 0 0,1 1 0,1-1 0,1 1 0,2 23 0,-1-36 0,-1 0 0,1-1 0,1 1 0,-1 0 0,1 0 0,0 0 0,0-1 0,0 1 0,0-1 0,1 1 0,0-1 0,0 0 0,0 0 0,0-1 0,1 1 0,-1 0 0,1-1 0,0 0 0,0 0 0,0 0 0,9 4 0,-6-5 0,-1 1 0,1-1 0,0-1 0,-1 1 0,1-1 0,0-1 0,0 1 0,0-1 0,0 0 0,0-1 0,0 1 0,0-1 0,0-1 0,-1 1 0,11-5 0,1-1 0,0-2 0,-1 0 0,0 0 0,0-2 0,-1 0 0,-1-1 0,0-1 0,0 0 0,-1-1 0,-1 0 0,17-24 0,-19 23 0,-1 0 0,0-1 0,-1-1 0,-1 1 0,-1-2 0,0 1 0,-1-1 0,-1 0 0,0 0 0,-2 0 0,0-1 0,1-19 0,-5 54 0,-1 12 0,3 41 0,-1-69 0,3 28 0,1-1 0,10 32 0,-13-53 0,1 0 0,0 0 0,0 0 0,1-1 0,-1 1 0,1-1 0,0 1 0,1-1 0,-1 0 0,1-1 0,0 1 0,0-1 0,1 1 0,-1-1 0,1 0 0,9 5 0,-12-8 0,1 0 0,0 1 0,0-1 0,0-1 0,0 1 0,0 0 0,0-1 0,1 0 0,-1 0 0,0 0 0,0 0 0,0 0 0,0 0 0,0-1 0,6-1 0,-4 0 0,0 0 0,0-1 0,-1 1 0,1-1 0,-1 0 0,1 0 0,-1 0 0,6-7 0,2-2 0,-1-2 0,-1 1 0,0-1 0,14-28 0,-9 11 0,-2-1 0,-1-1 0,-1 0 0,11-60 0,7-142 0,-28 217 0,7-125 0,-7 115 0,-2 0 0,-9-54 0,9 77 0,0 1 0,-1 0 0,1 0 0,-1-1 0,1 1 0,-5-6 0,6 9 0,-1 1 0,1-1 0,-1 0 0,1 1 0,-1-1 0,1 1 0,-1 0 0,1-1 0,-1 1 0,1-1 0,-1 1 0,1 0 0,-1-1 0,0 1 0,1 0 0,-1 0 0,1-1 0,-1 1 0,0 0 0,1 0 0,-1 0 0,0 0 0,1 0 0,-1 0 0,0 0 0,1 0 0,-1 0 0,0 0 0,1 0 0,-1 0 0,0 1 0,1-1 0,-1 0 0,0 0 0,1 1 0,-1-1 0,1 0 0,-1 1 0,1-1 0,-1 1 0,1-1 0,-1 1 0,1-1 0,-1 1 0,1-1 0,-1 1 0,1-1 0,0 1 0,-1 0 0,1 0 0,-6 8 0,1-1 0,0 1 0,0 0 0,1 1 0,0-1 0,1 1 0,-4 18 0,-10 78 0,14-87 0,-3 33 0,3 0 0,5 100 0,1-122 0,1-1 0,1 1 0,2-1 0,1-1 0,1 0 0,21 46 0,-27-67 0,1 0 0,0 0 0,1 0 0,0-1 0,0 0 0,0 0 0,1 0 0,0 0 0,0-1 0,12 8 0,-14-10 0,1-1 0,0 1 0,-1-2 0,1 1 0,0 0 0,0-1 0,0 0 0,0 0 0,1 0 0,-1-1 0,0 0 0,0 0 0,0 0 0,0 0 0,1-1 0,-1 0 0,9-3 0,30-15-1365,-4-4-5461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0.487"/>
    </inkml:context>
    <inkml:brush xml:id="br0">
      <inkml:brushProperty name="width" value="0.05" units="cm"/>
      <inkml:brushProperty name="height" value="0.05" units="cm"/>
      <inkml:brushProperty name="color" value="#FFFFFF"/>
    </inkml:brush>
  </inkml:definitions>
  <inkml:trace contextRef="#ctx0" brushRef="#br0">158 140 24575,'0'-22'0,"-1"-39"0,0 57 0,1 1 0,-1-1 0,1 1 0,-1-1 0,0 1 0,-1-1 0,1 1 0,0 0 0,-1 0 0,0 0 0,0-1 0,0 2 0,-3-5 0,5 7 0,-1-1 0,1 1 0,-1-1 0,0 0 0,1 1 0,-1 0 0,0-1 0,0 1 0,1-1 0,-1 1 0,0 0 0,0-1 0,1 1 0,-1 0 0,0 0 0,0 0 0,0 0 0,0 0 0,1 0 0,-1 0 0,0 0 0,0 0 0,0 0 0,-1 1 0,1-1 0,-1 1 0,0 0 0,1 0 0,-1 0 0,0 0 0,1 0 0,0 0 0,-1 1 0,1-1 0,-2 3 0,-3 3 0,1 1 0,1 0 0,-7 12 0,-3 13 49,2 1 0,1 0 0,2 0-1,1 1 1,1 0 0,-2 71 0,8-60-391,2 0 1,2 0 0,3 0-1,20 87 1,-14-92-6485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0.892"/>
    </inkml:context>
    <inkml:brush xml:id="br0">
      <inkml:brushProperty name="width" value="0.05" units="cm"/>
      <inkml:brushProperty name="height" value="0.05" units="cm"/>
      <inkml:brushProperty name="color" value="#FFFFFF"/>
    </inkml:brush>
  </inkml:definitions>
  <inkml:trace contextRef="#ctx0" brushRef="#br0">50 332 24575,'-2'0'0,"0"0"0,0 0 0,-1 0 0,1 0 0,0 0 0,0-1 0,0 1 0,0-1 0,-1 1 0,1-1 0,0 0 0,0 0 0,0 0 0,0 0 0,0 0 0,1-1 0,-1 1 0,0-1 0,1 1 0,-1-1 0,1 1 0,-2-3 0,2 2 0,0 1 0,1-1 0,0 0 0,-1 1 0,1-1 0,0 0 0,0 1 0,0-1 0,0 0 0,0 1 0,0-1 0,0 0 0,1 0 0,-1 1 0,1-1 0,-1 1 0,1-1 0,-1 0 0,1 1 0,0-1 0,0 1 0,0 0 0,0-1 0,0 1 0,0 0 0,0-1 0,0 1 0,1 0 0,1-1 0,12-11 0,0 1 0,1 1 0,0 0 0,27-13 0,74-28 0,-102 46 0,11-4 0,1 0 0,1 2 0,34-6 0,-50 12 0,-1 0 0,0 1 0,1 1 0,-1 0 0,1 0 0,-1 1 0,1 1 0,-1 0 0,0 0 0,21 8 0,-26-7 0,-1 0 0,0 0 0,0 0 0,0 1 0,0 0 0,0 0 0,-1 0 0,0 0 0,0 1 0,0 0 0,0 0 0,-1 0 0,0 0 0,0 0 0,0 1 0,0-1 0,-1 1 0,0 0 0,0-1 0,-1 1 0,0 0 0,0 0 0,0 8 0,0-3 0,-1-1 0,0 1 0,-1-1 0,0 1 0,0-1 0,-2 1 0,1-1 0,-1 0 0,0 0 0,-1 0 0,-1 0 0,-8 14 0,13-23 0,-1 1 0,0-1 0,0 1 0,0-1 0,0 0 0,0 0 0,0 0 0,-1 1 0,1-1 0,0 0 0,-1-1 0,1 1 0,0 0 0,-2 1 0,2-2 0,0 0 0,1 0 0,-1 0 0,0 0 0,1 0 0,-1 0 0,0 0 0,1 0 0,-1 0 0,0 0 0,1-1 0,-1 1 0,0 0 0,1 0 0,-1 0 0,1-1 0,-1 1 0,0 0 0,1-1 0,-1 1 0,1-1 0,-1 1 0,0-1 0,-1-2 0,0 0 0,1 1 0,-1-1 0,1 0 0,-1 0 0,1 0 0,0 0 0,0 0 0,0 0 0,1 0 0,-1 0 0,0-6 0,1-7 0,1 0 0,0 0 0,1 0 0,0 0 0,1 0 0,1 1 0,8-20 0,-3 11 0,1 1 0,1 1 0,27-42 0,-33 57 49,0 0 0,1 0 0,0 1-1,0 0 1,0 0 0,9-5 0,-13 9-131,1 0 1,-1 1 0,1-1 0,0 1-1,-1 0 1,1 0 0,0 0-1,0 0 1,0 0 0,0 0 0,0 1-1,0 0 1,0-1 0,0 1 0,0 0-1,0 0 1,1 1 0,-1-1 0,0 1-1,3 1 1,11 5-6745</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1.031"/>
    </inkml:context>
    <inkml:brush xml:id="br0">
      <inkml:brushProperty name="width" value="0.05" units="cm"/>
      <inkml:brushProperty name="height" value="0.05" units="cm"/>
      <inkml:brushProperty name="color" value="#FFFFFF"/>
    </inkml:brush>
  </inkml:definitions>
  <inkml:trace contextRef="#ctx0" brushRef="#br0">0 1 24575,'0'3'0,"0"4"0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3.235"/>
    </inkml:context>
    <inkml:brush xml:id="br0">
      <inkml:brushProperty name="width" value="0.05" units="cm"/>
      <inkml:brushProperty name="height" value="0.05" units="cm"/>
      <inkml:brushProperty name="color" value="#FFFFFF"/>
    </inkml:brush>
  </inkml:definitions>
  <inkml:trace contextRef="#ctx0" brushRef="#br0">171 288 24575,'21'-24'0,"-1"0"0,-1-1 0,-1 0 0,-2-2 0,17-33 0,-29 50 0,0 1 0,0-1 0,-1 0 0,3-14 0,-6 22 0,1 0 0,-1 0 0,0 0 0,0 0 0,0 0 0,0 1 0,0-1 0,-1 0 0,1 0 0,0 0 0,-1 0 0,1 0 0,-3-3 0,3 4 0,-1 1 0,0-1 0,0 0 0,0 0 0,0 1 0,1-1 0,-1 0 0,0 1 0,0-1 0,0 1 0,0-1 0,-1 1 0,1 0 0,0-1 0,0 1 0,0 0 0,0 0 0,0 0 0,0 0 0,0 0 0,-1 0 0,1 0 0,0 0 0,0 0 0,-2 1 0,-3 1 0,-1 0 0,1 0 0,-1 1 0,1 0 0,0 0 0,0 0 0,1 1 0,-1 0 0,1 0 0,-10 10 0,-3 4 0,-24 31 0,22-23 0,1 1 0,2 1 0,0 1 0,2 0 0,1 1 0,2 0 0,-10 35 0,17-47 0,2 1 0,-1 0 0,2 0 0,1 0 0,1 34 0,2-40 0,-1 1 0,2-1 0,0 0 0,1 0 0,0-1 0,0 1 0,2-1 0,12 24 0,-11-27-68,-1-1 0,1 0-1,0 0 1,1 0 0,0-1 0,0 0-1,0 0 1,1-1 0,0 0 0,1-1-1,-1 0 1,1 0 0,0-1 0,0-1-1,0 1 1,0-2 0,1 1-1,-1-1 1,14 0 0,32 2-6758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3.977"/>
    </inkml:context>
    <inkml:brush xml:id="br0">
      <inkml:brushProperty name="width" value="0.05" units="cm"/>
      <inkml:brushProperty name="height" value="0.05" units="cm"/>
      <inkml:brushProperty name="color" value="#FFFFFF"/>
    </inkml:brush>
  </inkml:definitions>
  <inkml:trace contextRef="#ctx0" brushRef="#br0">52 167 24575,'4'-12'0,"-1"11"0,-4 8 0,-17 61 0,-13 61 0,28-108 0,0 0 0,1 0 0,1 0 0,2 24 0,0-41 0,-1 0 0,1 0 0,-1-1 0,1 1 0,0-1 0,0 1 0,1 0 0,-1-1 0,1 0 0,-1 1 0,5 4 0,-5-7 0,0 1 0,1-1 0,-1 0 0,0 0 0,1 0 0,-1 0 0,1-1 0,-1 1 0,1 0 0,-1-1 0,1 1 0,0-1 0,-1 1 0,1-1 0,0 0 0,-1 1 0,1-1 0,0 0 0,-1 0 0,1-1 0,0 1 0,-1 0 0,1 0 0,0-1 0,-1 1 0,1-1 0,-1 1 0,3-2 0,3-2 0,1 0 0,0 0 0,-1-1 0,0 1 0,0-2 0,0 1 0,-1-1 0,0 0 0,10-13 0,0-2 0,25-44 0,-28 41 0,-1-1 0,-1 0 0,15-51 0,-22 61 0,-1-1 0,0 1 0,-1-1 0,-1 1 0,-1-1 0,0 0 0,0 1 0,-5-21 0,4 30 0,0 1 0,-1-1 0,0 1 0,0 0 0,0 0 0,0 0 0,-1 0 0,0 0 0,0 1 0,0-1 0,-8-7 0,9 10 0,0 1 0,0-1 0,0 1 0,0-1 0,0 1 0,-1 0 0,1 0 0,0 0 0,-1 0 0,1 0 0,-1 1 0,1-1 0,0 1 0,-1 0 0,0-1 0,1 1 0,-1 0 0,1 0 0,-1 1 0,1-1 0,-1 0 0,1 1 0,-1 0 0,1-1 0,0 1 0,-1 0 0,1 0 0,-3 2 0,-1 1-195,0 0 0,0 0 0,1 1 0,-1-1 0,1 2 0,-9 10 0,-3 7-6631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4.291"/>
    </inkml:context>
    <inkml:brush xml:id="br0">
      <inkml:brushProperty name="width" value="0.05" units="cm"/>
      <inkml:brushProperty name="height" value="0.05" units="cm"/>
      <inkml:brushProperty name="color" value="#FFFFFF"/>
    </inkml:brush>
  </inkml:definitions>
  <inkml:trace contextRef="#ctx0" brushRef="#br0">1 219 24575,'0'0'0,"0"-1"0,0 1 0,0-1 0,0 0 0,0 1 0,0-1 0,0 1 0,0-1 0,0 0 0,1 1 0,-1-1 0,0 1 0,0-1 0,1 1 0,-1-1 0,0 0 0,1 1 0,-1-1 0,1 1 0,-1 0 0,0-1 0,1 1 0,-1-1 0,2 0 0,-2 1 0,0 1 0,1-1 0,-1 0 0,1 0 0,-1 0 0,0 0 0,1 0 0,-1 0 0,0 1 0,1-1 0,-1 0 0,1 0 0,-1 0 0,0 1 0,0-1 0,1 0 0,-1 0 0,0 1 0,1-1 0,-1 0 0,0 1 0,0-1 0,0 0 0,1 1 0,-1-1 0,0 1 0,0-1 0,0 0 0,0 1 0,0-1 0,0 1 0,0-1 0,0 0 0,0 1 0,0-1 0,0 1 0,0-1 0,0 0 0,0 1 0,4 29 0,15 99 0,-15-111 0,1-1 0,1 1 0,0-1 0,1-1 0,13 21 0,-19-34 0,0-1 0,1 0 0,0 1 0,-1-1 0,1 0 0,0 0 0,0 0 0,0 0 0,0-1 0,1 1 0,-1 0 0,5 1 0,-6-2 0,0-1 0,0 0 0,1 0 0,-1 1 0,0-1 0,0 0 0,1 0 0,-1 0 0,0-1 0,0 1 0,1 0 0,-1 0 0,0-1 0,0 1 0,0 0 0,1-1 0,-1 1 0,0-1 0,0 0 0,0 1 0,0-1 0,0 0 0,0 0 0,0 1 0,0-1 0,-1 0 0,1 0 0,0 0 0,0 0 0,0-3 0,10-12 0,-2-1 0,0 0 0,-1-1 0,-1 0 0,-1 0 0,5-22 0,0-11 0,5-54 0,-7-78-1365,-9 154-5461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4.741"/>
    </inkml:context>
    <inkml:brush xml:id="br0">
      <inkml:brushProperty name="width" value="0.05" units="cm"/>
      <inkml:brushProperty name="height" value="0.05" units="cm"/>
      <inkml:brushProperty name="color" value="#FFFFFF"/>
    </inkml:brush>
  </inkml:definitions>
  <inkml:trace contextRef="#ctx0" brushRef="#br0">1 82 24575,'-1'0'0,"1"-1"0,0 0 0,0 0 0,0 0 0,0 0 0,0 1 0,0-1 0,0 0 0,0 0 0,1 0 0,-1 0 0,0 1 0,0-1 0,1 0 0,-1 0 0,0 1 0,1-1 0,-1 0 0,1 0 0,-1 1 0,1-1 0,0-1 0,0 2 0,0 0 0,-1 0 0,1 0 0,0 1 0,-1-1 0,1 0 0,0 0 0,-1 0 0,1 0 0,0 1 0,-1-1 0,1 0 0,-1 1 0,1-1 0,0 0 0,-1 1 0,1-1 0,-1 1 0,1-1 0,-1 1 0,1 0 0,24 33 0,-10-2 0,-2 0 0,-1 0 0,-1 1 0,-2 0 0,9 63 0,-13-79 0,-5-17 0,1 0 0,-1 0 0,0 0 0,0 0 0,0 0 0,0 0 0,1 0 0,-1 0 0,0 0 0,0 0 0,0 0 0,0 0 0,1 0 0,-1 0 0,0 0 0,0 0 0,0 0 0,0 0 0,0-1 0,1 1 0,-1 0 0,0 0 0,0 0 0,0 0 0,0 0 0,0 0 0,0 0 0,1-1 0,-1 1 0,0 0 0,0 0 0,0 0 0,0 0 0,0 0 0,0-1 0,0 1 0,0 0 0,0 0 0,0 0 0,0 0 0,0-1 0,0 1 0,0 0 0,0 0 0,9-34 0,-9 32 0,34-144 0,-26 114 0,2 1 0,23-47 0,-30 73 0,-1 0 0,1 1 0,0-1 0,0 1 0,1 0 0,-1 0 0,1 0 0,0 0 0,5-4 0,-8 8 0,0-1 0,0 0 0,0 1 0,0-1 0,0 1 0,0 0 0,0-1 0,0 1 0,1 0 0,-1-1 0,0 1 0,0 0 0,0 0 0,1 0 0,-1 0 0,0 0 0,0 0 0,2 1 0,-1 0 0,-1 0 0,1 0 0,0-1 0,-1 2 0,1-1 0,-1 0 0,0 0 0,1 0 0,-1 1 0,0-1 0,1 1 0,-1-1 0,0 1 0,0-1 0,1 3 0,23 57 0,0 1 0,-22-57 0,0 0 0,0 0 0,0-1 0,0 1 0,1-1 0,0 1 0,0-1 0,0-1 0,6 5 0,-8-6-44,-1-1 0,2 0 0,-1 0 0,0 0 0,0-1 0,0 1 0,0 0 0,0-1 0,1 1 0,-1-1 0,0 0 0,1 0 0,-1 0 0,0 0 0,0 0 0,1-1 0,-1 1 0,0 0-1,0-1 1,1 0 0,-1 0 0,0 1 0,0-1 0,0 0 0,0-1 0,0 1 0,0 0 0,-1-1 0,1 1 0,3-3 0,10-12-6782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5.662"/>
    </inkml:context>
    <inkml:brush xml:id="br0">
      <inkml:brushProperty name="width" value="0.05" units="cm"/>
      <inkml:brushProperty name="height" value="0.05" units="cm"/>
      <inkml:brushProperty name="color" value="#FFFFFF"/>
    </inkml:brush>
  </inkml:definitions>
  <inkml:trace contextRef="#ctx0" brushRef="#br0">85 298 24575,'0'-36'0,"-3"0"0,0 0 0,-2 0 0,-2 1 0,-14-43 0,20 74 0,0 1 0,-1-1 0,1 1 0,-1-1 0,0 1 0,0 0 0,0 0 0,-1 0 0,-4-5 0,7 7 0,0 1 0,-1 0 0,1 0 0,0 0 0,-1-1 0,1 1 0,0 0 0,0 0 0,-1 0 0,1 0 0,-1-1 0,1 1 0,0 0 0,-1 0 0,1 0 0,0 0 0,-1 0 0,1 0 0,0 0 0,-1 0 0,1 0 0,0 0 0,-1 0 0,1 1 0,0-1 0,-1 0 0,1 0 0,0 0 0,-1 0 0,1 0 0,0 1 0,-1-1 0,1 0 0,-1 1 0,0 0 0,0 1 0,0 0 0,1-1 0,-1 1 0,0 0 0,1 0 0,-1-1 0,1 1 0,-1 0 0,1 0 0,-1 3 0,0 18 0,0 0 0,1 1 0,1-1 0,8 43 0,29 91 0,37 70 0,-59-199 0,-8-22 0,-8-7 0,0 1 0,1-1 0,-1 1 0,0-1 0,1 1 0,-1-1 0,0 1 0,1-1 0,-1 1 0,0-1 0,0 0 0,0 1 0,0-1 0,0 1 0,0-1 0,0 1 0,0-1 0,0 0 0,0 1 0,0-1 0,0 1 0,0-2 0,-3-22 0,0-1 0,-2 1 0,-10-34 0,2 8 0,4 22 0,7 22 0,0-1 0,0 1 0,0-1 0,1 0 0,0 0 0,0 0 0,0-12 0,2 18 0,-1 0 0,0 0 0,1-1 0,-1 1 0,1 0 0,0 0 0,-1 0 0,1 0 0,0 0 0,0 0 0,-1 0 0,1 0 0,0 0 0,0 1 0,0-1 0,0 0 0,0 0 0,0 1 0,1-1 0,-1 1 0,0-1 0,0 1 0,0-1 0,0 1 0,1 0 0,-1 0 0,2-1 0,43-1 0,-27 2 0,3-2 0,-9 0 0,1 1 0,-1 0 0,1 1 0,19 2 0,-29-1 0,-1 0 0,1 0 0,-1 0 0,0 0 0,1 0 0,-1 0 0,0 1 0,0 0 0,0-1 0,0 1 0,0 0 0,-1 1 0,1-1 0,0 0 0,-1 1 0,0-1 0,0 1 0,0 0 0,0 0 0,0 0 0,0 0 0,1 5 0,1 3 0,-2 0 0,1 0 0,-1 1 0,-1-1 0,0 0 0,-1 1 0,0-1 0,-1 1 0,0-1 0,-1 0 0,0 1 0,-5 14 0,39-78 0,-16 26 0,-2 2 0,1 0 0,1 1 0,1 1 0,20-20 0,-35 40 0,0 0 0,0 0 0,0 1 0,0-1 0,0 1 0,1 0 0,-1-1 0,0 1 0,1 0 0,-1 0 0,1 1 0,2-2 0,-4 2 0,0 0 0,0 0 0,0 0 0,0 1 0,0-1 0,0 0 0,0 0 0,0 1 0,0-1 0,0 1 0,-1-1 0,1 1 0,0-1 0,0 1 0,-1-1 0,1 1 0,0-1 0,0 1 0,-1 0 0,1 0 0,-1-1 0,1 1 0,-1 0 0,1 0 0,-1 0 0,1 0 0,-1-1 0,0 1 0,1 0 0,-1 0 0,0 0 0,0 0 0,0 0 0,0 0 0,0 2 0,2 13 0,-2-12 0,0 1 0,1-1 0,-1 1 0,1-1 0,0 0 0,3 8 0,-3-11 0,-1-1 0,0 1 0,1 0 0,-1-1 0,0 1 0,1-1 0,-1 1 0,1-1 0,-1 1 0,1-1 0,-1 0 0,1 1 0,0-1 0,-1 0 0,1 1 0,-1-1 0,1 0 0,0 0 0,-1 1 0,2-1 0,-1 0 0,1 0 0,-1 0 0,1 0 0,-1-1 0,1 1 0,-1 0 0,0-1 0,1 1 0,-1-1 0,0 1 0,1-1 0,-1 0 0,2 0 0,7-7 0,-7 5 0,1 1 0,-1 0 0,0-1 0,1 1 0,-1 1 0,4-3 0,-6 4 0,0 0 0,-1 0 0,1 0 0,0 0 0,-1 0 0,1 0 0,0 0 0,-1 0 0,1 0 0,0 0 0,-1 0 0,1 0 0,0 0 0,-1 1 0,1-1 0,0 0 0,-1 0 0,1 1 0,-1-1 0,1 0 0,0 1 0,-1-1 0,1 1 0,-1-1 0,1 1 0,-1-1 0,0 1 0,1-1 0,-1 1 0,1 0 0,-1-1 0,0 1 0,0-1 0,1 1 0,-1 0 0,0-1 0,0 1 0,0 0 0,0-1 0,1 2 0,4 26 0,0 0 0,0 41 0,-1-18 0,6 63 0,44 520 0,-52-605 0,0-16 0,0 0 0,-2-1 0,1 1 0,-2 0 0,0-1 0,0 1 0,-5 20 0,6-33 0,0 1 0,0-1 0,0 1 0,0-1 0,-1 1 0,1-1 0,0 1 0,0-1 0,0 1 0,0-1 0,-1 1 0,1-1 0,0 1 0,0-1 0,-1 1 0,1-1 0,0 0 0,-1 1 0,1-1 0,0 1 0,-1-1 0,1 0 0,-1 0 0,1 1 0,-1-1 0,1 0 0,-1 0 0,1 1 0,0-1 0,-1 0 0,1 0 0,-1 0 0,0 0 0,1 0 0,-1 0 0,1 0 0,-1 0 0,1 0 0,-1 0 0,1 0 0,-1 0 0,1 0 0,-1 0 0,1 0 0,-1 0 0,1-1 0,-1 1 0,1 0 0,0 0 0,-1-1 0,1 1 0,-1 0 0,1-1 0,-1 1 0,1 0 0,-1-1 0,-2-2 0,1-1 0,-1 1 0,1 0 0,0-1 0,-4-7 0,-3-12 0,0 0 0,2-1 0,1 0 0,1 0 0,-3-27 0,-3-128 0,10 158 0,3-209 0,1 193 0,2 0 0,1 0 0,2 0 0,14-39 0,-3 37 342,-4 25-684,-15 14 293,1-1 1,-1 1-1,1 0 0,-1 0 0,1 0 1,0-1-1,-1 1 0,1 0 0,-1 0 1,1 0-1,0 0 0,-1 0 0,1 0 1,-1 0-1,1 1 0,-1-1 0,1 0 1,0 0-1,-1 0 0,1 1 0,-1-1 1,1 0-1,-1 0 0,1 1 0,-1-1 0,1 0 1,0 1-1,5 7-6777</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5.881"/>
    </inkml:context>
    <inkml:brush xml:id="br0">
      <inkml:brushProperty name="width" value="0.05" units="cm"/>
      <inkml:brushProperty name="height" value="0.05" units="cm"/>
      <inkml:brushProperty name="color" value="#FFFFFF"/>
    </inkml:brush>
  </inkml:definitions>
  <inkml:trace contextRef="#ctx0" brushRef="#br0">38 39 24575,'-3'0'0,"-4"0"0,-4 0 0,0-3 0,5-1 0,6 0 0,7-2 0,4 0 0,7-2 0,0 1-8191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6.007"/>
    </inkml:context>
    <inkml:brush xml:id="br0">
      <inkml:brushProperty name="width" value="0.05" units="cm"/>
      <inkml:brushProperty name="height" value="0.05" units="cm"/>
      <inkml:brushProperty name="color" value="#FFFFFF"/>
    </inkml:brush>
  </inkml:definitions>
  <inkml:trace contextRef="#ctx0" brushRef="#br0">16 12 24575,'-3'3'0,"-4"4"0,2 1 0,5-4 0,8-3 0,9-4 0,8-5 0,5-4 0,-3 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7.386"/>
    </inkml:context>
    <inkml:brush xml:id="br0">
      <inkml:brushProperty name="width" value="0.05" units="cm"/>
      <inkml:brushProperty name="height" value="0.05" units="cm"/>
      <inkml:brushProperty name="color" value="#FFFFFF"/>
    </inkml:brush>
  </inkml:definitions>
  <inkml:trace contextRef="#ctx0" brushRef="#br0">8 8 24575,'0'-3'0,"-3"-1"0,-1 3 0,4 5 0,0 7 0,5 9 0,4 5 0,3 6 0,3 3 0,-2 1 0,1 1 0,0 0 0,-2-5-8191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7.637"/>
    </inkml:context>
    <inkml:brush xml:id="br0">
      <inkml:brushProperty name="width" value="0.05" units="cm"/>
      <inkml:brushProperty name="height" value="0.05" units="cm"/>
      <inkml:brushProperty name="color" value="#FFFFFF"/>
    </inkml:brush>
  </inkml:definitions>
  <inkml:trace contextRef="#ctx0" brushRef="#br0">5 1 24575,'-3'0'0,"2"3"0,4 4 0,2 6 0,2 5 0,1 4 0,2 5 0,-1 4 0,0 5 0,0 3 0,-2-3 0,-3-1 0,-1-7-8191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7.886"/>
    </inkml:context>
    <inkml:brush xml:id="br0">
      <inkml:brushProperty name="width" value="0.05" units="cm"/>
      <inkml:brushProperty name="height" value="0.05" units="cm"/>
      <inkml:brushProperty name="color" value="#FFFFFF"/>
    </inkml:brush>
  </inkml:definitions>
  <inkml:trace contextRef="#ctx0" brushRef="#br0">0 4 24575,'0'-3'0,"0"2"0,3 1 0,1 4 0,3 1 0,0 2 0,2 4 0,2 2 0,3-1 0,-2 1 0,1 1 0,0 0 0,2 2 0,0 1 0,2 0 0,-3-3-8191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8.693"/>
    </inkml:context>
    <inkml:brush xml:id="br0">
      <inkml:brushProperty name="width" value="0.05" units="cm"/>
      <inkml:brushProperty name="height" value="0.05" units="cm"/>
      <inkml:brushProperty name="color" value="#FFFFFF"/>
    </inkml:brush>
  </inkml:definitions>
  <inkml:trace contextRef="#ctx0" brushRef="#br0">18 206 24575,'-2'-3'0,"0"0"0,0 0 0,0 0 0,1 0 0,0 0 0,-1 0 0,1 0 0,0-1 0,0-4 0,0 7 0,1-1 0,-1 0 0,1 0 0,0 1 0,-1-1 0,1 0 0,0 0 0,0 1 0,1-1 0,-1 0 0,0 0 0,1 1 0,-1-1 0,1 0 0,-1 0 0,1 1 0,0-1 0,1-2 0,-1 3 0,0 1 0,-1 0 0,1 0 0,0 0 0,0 0 0,0-1 0,-1 1 0,1 0 0,0 0 0,0 1 0,0-1 0,-1 0 0,1 0 0,0 0 0,0 0 0,-1 1 0,1-1 0,0 0 0,0 1 0,-1-1 0,1 0 0,0 1 0,-1-1 0,2 2 0,-1 2 0,-14-5 0,33 11 0,-1 1 0,25 17 0,20 13 0,-25-18 0,-2 0 0,1-2 0,74 29 0,-110-49 0,0 0 0,0-1 0,-1 1 0,2 0 0,-1-1 0,0 0 0,0 1 0,0-1 0,0 0 0,0 0 0,0 0 0,0-1 0,0 1 0,0 0 0,0-1 0,0 1 0,2-2 0,-3 1 0,0 0 0,0 0 0,0 0 0,0 0 0,0 0 0,-1 0 0,1-1 0,0 1 0,-1 0 0,1 0 0,-1-1 0,1 1 0,-1 0 0,0-1 0,1 1 0,-1 0 0,0-1 0,0 1 0,0 0 0,0-1 0,0 1 0,0-1 0,-1 1 0,1 0 0,-1-3 0,-49-229 0,42 204 0,-3-22 0,10 50 162,1 4 16,0 6-1620,0-9 1179,0 11-6563</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9.004"/>
    </inkml:context>
    <inkml:brush xml:id="br0">
      <inkml:brushProperty name="width" value="0.05" units="cm"/>
      <inkml:brushProperty name="height" value="0.05" units="cm"/>
      <inkml:brushProperty name="color" value="#FFFFFF"/>
    </inkml:brush>
  </inkml:definitions>
  <inkml:trace contextRef="#ctx0" brushRef="#br0">1 24 24575,'3'-3'0,"4"-1"0,1-3 0,2 0 0,2 4 0,-1 6 0,-2 4 0,0 5 0,1 7 0,0 4 0,0 6 0,2 3 0,2 2 0,-2 2 0,1 0 0,-3-6-8191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09.343"/>
    </inkml:context>
    <inkml:brush xml:id="br0">
      <inkml:brushProperty name="width" value="0.05" units="cm"/>
      <inkml:brushProperty name="height" value="0.05" units="cm"/>
      <inkml:brushProperty name="color" value="#FFFFFF"/>
    </inkml:brush>
  </inkml:definitions>
  <inkml:trace contextRef="#ctx0" brushRef="#br0">0 54 24575,'0'-6'0,"0"-4"0,0-5 0,3 2 0,1 5 0,3 7 0,3 9 0,3 10 0,-1 8 0,0 4 0,-1 7 0,-3-3-8191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54.850"/>
    </inkml:context>
    <inkml:brush xml:id="br0">
      <inkml:brushProperty name="width" value="0.05" units="cm"/>
      <inkml:brushProperty name="height" value="0.05" units="cm"/>
      <inkml:brushProperty name="color" value="#FFFFFF"/>
    </inkml:brush>
  </inkml:definitions>
  <inkml:trace contextRef="#ctx0" brushRef="#br0">0 459 24575,'3'0'0,"4"0"0,1-6 0,5-7 0,6-14 0,9-12 0,11-9 0,17-10 0,22-7 0,23-6 0,19-1 0,-10 13-8191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6:39:55.006"/>
    </inkml:context>
    <inkml:brush xml:id="br0">
      <inkml:brushProperty name="width" value="0.05" units="cm"/>
      <inkml:brushProperty name="height" value="0.05" units="cm"/>
      <inkml:brushProperty name="color" value="#FFFFFF"/>
    </inkml:brush>
  </inkml:definitions>
  <inkml:trace contextRef="#ctx0" brushRef="#br0">99 342 24575,'-15'8'0,"-10"7"0,-5 1 0,7-4 0,18-8 0,28-15 0,34-13 0,37-16 0,37-11 0,36-11 0,30-8-1934,21-4 1934,-27 9-6257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5:40.553"/>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6.681"/>
    </inkml:context>
    <inkml:brush xml:id="br0">
      <inkml:brushProperty name="width" value="0.05" units="cm"/>
      <inkml:brushProperty name="height" value="0.05" units="cm"/>
      <inkml:brushProperty name="color" value="#FFFFFF"/>
    </inkml:brush>
  </inkml:definitions>
  <inkml:trace contextRef="#ctx0" brushRef="#br0">437 125 24575,'10'-11'0,"-1"0"0,9-14 0,-15 21 0,0-1 0,-1 1 0,1-1 0,-1 0 0,0 0 0,0 0 0,-1 0 0,2-9 0,-3 12 0,0 1 0,0 0 0,-1 0 0,1 0 0,0 0 0,-1 0 0,1 0 0,0 0 0,-1 0 0,1 0 0,-1 0 0,0 0 0,1 0 0,-1 0 0,0 0 0,0 0 0,0 0 0,1 1 0,-1-1 0,0 0 0,0 1 0,0-1 0,0 1 0,0-1 0,0 1 0,0-1 0,0 1 0,-1 0 0,1-1 0,0 1 0,0 0 0,0 0 0,0 0 0,0 0 0,0 0 0,-2 0 0,-7 0 0,1 0 0,0 0 0,-11 3 0,20-3 0,-30 6 0,0 1 0,1 2 0,1 0 0,-1 3 0,2 0 0,-1 1 0,2 2 0,0 1 0,1 1 0,-25 21 0,41-30 0,0 0 0,1 1 0,0 0 0,0 0 0,1 0 0,0 1 0,0 1 0,1-1 0,-6 17 0,10-23 0,1 0 0,0-1 0,0 1 0,0 0 0,0 0 0,1 0 0,-1 0 0,1 0 0,0 0 0,0 0 0,1 0 0,-1 0 0,1 0 0,0-1 0,0 1 0,0 0 0,0 0 0,1-1 0,0 1 0,-1-1 0,1 1 0,1-1 0,-1 0 0,0 1 0,1-1 0,-1 0 0,1-1 0,0 1 0,0 0 0,0-1 0,1 0 0,3 2 0,7 4 31,1 0 0,0-2 0,0 0 0,1 0 0,0-1 0,-1-2 0,2 1 0,-1-2 1,0 0-1,25 0 0,4-3-600,0-2 0,68-13 0,-37 1-6257</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7.371"/>
    </inkml:context>
    <inkml:brush xml:id="br0">
      <inkml:brushProperty name="width" value="0.05" units="cm"/>
      <inkml:brushProperty name="height" value="0.05" units="cm"/>
      <inkml:brushProperty name="color" value="#FFFFFF"/>
    </inkml:brush>
  </inkml:definitions>
  <inkml:trace contextRef="#ctx0" brushRef="#br0">210 390 24575,'5'-1'0,"0"1"0,0-1 0,0-1 0,0 1 0,0-1 0,-1 0 0,1 0 0,0 0 0,-1-1 0,0 1 0,8-7 0,-2 2 0,-1-1 0,0-1 0,14-16 0,-21 24 0,-1 0 0,0 0 0,0 0 0,0-1 0,-1 1 0,1 0 0,0 0 0,0-1 0,-1 1 0,1-1 0,0 1 0,-1 0 0,1-1 0,-1 1 0,0-1 0,0 1 0,1-1 0,-1 1 0,0-1 0,0 1 0,0-1 0,-1 1 0,1-1 0,0 1 0,-1-1 0,1 1 0,-1-1 0,1 1 0,-1-1 0,1 1 0,-3-3 0,1 2 0,0 0 0,-1 0 0,1 1 0,-1-1 0,1 0 0,-1 1 0,0 0 0,1-1 0,-1 1 0,0 1 0,0-1 0,0 0 0,0 0 0,0 1 0,-5 0 0,-6-1 0,0 0 0,-1 1 0,1 1 0,-1 1 0,-15 3 0,23-3 0,-1 0 0,1 1 0,0 0 0,0 0 0,0 0 0,0 1 0,0 0 0,1 1 0,0 0 0,0-1 0,-7 8 0,4-2 0,-1 1 0,1 0 0,1 0 0,0 1 0,1 0 0,0 1 0,1-1 0,0 1 0,1 0 0,0 1 0,1-1 0,-4 25 0,8-35 0,0 1 0,0-1 0,0 0 0,0 1 0,0-1 0,1 0 0,-1 0 0,1 0 0,0 1 0,0-1 0,0 0 0,0 0 0,1 0 0,-1 0 0,1-1 0,0 1 0,0 0 0,0-1 0,0 1 0,0-1 0,0 1 0,1-1 0,-1 0 0,1 0 0,0 0 0,-1-1 0,1 1 0,0-1 0,0 1 0,0-1 0,6 2 0,-2-2 0,-1 1 0,1-1 0,0 0 0,-1-1 0,1 0 0,0 0 0,-1 0 0,1-1 0,0 0 0,-1 0 0,1-1 0,-1 0 0,0 0 0,12-5 0,-9 2 0,1-1 0,-1 1 0,-1-2 0,1 1 0,-1-1 0,0 0 0,0-1 0,-1 0 0,0 0 0,-1-1 0,0 0 0,0 0 0,-1 0 0,0-1 0,0 0 0,-1 1 0,0-2 0,2-13 0,77-368 0,-91 485 0,-17 187-1365,25-241-5461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7.760"/>
    </inkml:context>
    <inkml:brush xml:id="br0">
      <inkml:brushProperty name="width" value="0.05" units="cm"/>
      <inkml:brushProperty name="height" value="0.05" units="cm"/>
      <inkml:brushProperty name="color" value="#FFFFFF"/>
    </inkml:brush>
  </inkml:definitions>
  <inkml:trace contextRef="#ctx0" brushRef="#br0">204 141 24575,'2'-2'0,"-1"0"0,1 0 0,0 0 0,-1-1 0,0 1 0,1 0 0,-1-1 0,0 0 0,0 1 0,0-1 0,-1 1 0,1-1 0,-1 0 0,1 0 0,-1 1 0,0-1 0,0 0 0,0 0 0,-1 1 0,1-1 0,-2-5 0,1 4 0,0-1 0,0 1 0,-1-1 0,0 1 0,0-1 0,0 1 0,-1 0 0,1 0 0,-1 0 0,0 0 0,-6-5 0,7 6 0,-1 1 0,0 0 0,-1 0 0,1 0 0,0 0 0,-1 0 0,1 0 0,-1 1 0,1 0 0,-1 0 0,0 0 0,1 0 0,-1 0 0,0 1 0,0-1 0,0 1 0,0 0 0,1 1 0,-1-1 0,0 1 0,0-1 0,1 1 0,-1 0 0,0 0 0,1 1 0,-1-1 0,1 1 0,-1 0 0,1 0 0,0 0 0,0 0 0,0 0 0,-4 4 0,3-2 0,0-1 0,0 1 0,0 1 0,1-1 0,0 0 0,-1 1 0,1 0 0,1 0 0,-1 0 0,1 0 0,0 0 0,0 0 0,0 1 0,1-1 0,0 0 0,0 1 0,0 0 0,1-1 0,0 1 0,0-1 0,0 1 0,2 7 0,-1-8 0,0-1 0,1 1 0,0 0 0,0-1 0,0 1 0,1-1 0,-1 0 0,1 0 0,0 0 0,0 0 0,1 0 0,-1-1 0,6 6 0,3-1 0,-1-1 0,1 0 0,18 8 0,26 15 0,-55-30 0,0 1 0,0 0 0,0-1 0,0 1 0,-1-1 0,1 1 0,0 0 0,0 0 0,0 0 0,-1-1 0,1 1 0,0 0 0,-1 0 0,1 0 0,0 0 0,-1 0 0,1 0 0,-1 0 0,0 0 0,1 0 0,-1 1 0,0-1 0,0 1 0,0-1 0,0 0 0,-1 0 0,1 0 0,-1 0 0,0 0 0,1 0 0,-1 0 0,0 0 0,1 0 0,-1-1 0,0 1 0,0 0 0,0 0 0,0-1 0,1 1 0,-1-1 0,0 1 0,0-1 0,-2 1 0,-4 2 0,-2 0 0,1-1 0,0 0 0,-15 2 0,7-2-273,0-2 0,0 0 0,0 0 0,-25-5 0,20 1-6553</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8.324"/>
    </inkml:context>
    <inkml:brush xml:id="br0">
      <inkml:brushProperty name="width" value="0.05" units="cm"/>
      <inkml:brushProperty name="height" value="0.05" units="cm"/>
      <inkml:brushProperty name="color" value="#FFFFFF"/>
    </inkml:brush>
  </inkml:definitions>
  <inkml:trace contextRef="#ctx0" brushRef="#br0">403 441 24575,'-7'-8'0,"1"0"0,1 0 0,-1 0 0,-7-17 0,-2-4 0,11 22 0,-1-1 0,0 1 0,0 0 0,-1 1 0,1-1 0,-1 1 0,-1 0 0,-13-9 0,17 13 0,-1 0 0,1 1 0,-1-1 0,0 1 0,0 0 0,0 0 0,0 0 0,0 0 0,0 1 0,0 0 0,0 0 0,0 0 0,0 0 0,0 0 0,0 1 0,0 0 0,1 0 0,-1 0 0,0 0 0,0 0 0,-5 4 0,-2 1 0,0 0 0,0 1 0,1 1 0,0-1 0,0 2 0,-17 18 0,9-7 0,2 2 0,-19 29 0,29-42 0,1 1 0,0 1 0,0-1 0,1 1 0,1-1 0,-1 1 0,0 12 0,3-20 0,0 0 0,1 0 0,0 0 0,-1 0 0,1 0 0,0 0 0,1 0 0,-1 0 0,0 0 0,1 0 0,0 0 0,0 0 0,0 0 0,0 0 0,0-1 0,0 1 0,1 0 0,-1-1 0,1 1 0,0-1 0,0 1 0,0-1 0,0 0 0,0 0 0,0 0 0,1 0 0,-1 0 0,1-1 0,-1 1 0,6 2 0,1-1 0,1-1 0,-1 0 0,0 0 0,0-1 0,1 0 0,-1-1 0,1 0 0,-1-1 0,1 0 0,-1 0 0,0-1 0,0 0 0,0 0 0,12-5 0,2-3 0,-1 0 0,0-1 0,0-1 0,26-19 0,-31 18 0,-1 0 0,0-2 0,-1 0 0,-1 0 0,0-1 0,-1-1 0,-1-1 0,0 1 0,-1-2 0,-2 0 0,11-25 0,-10 15 0,-1 0 0,-1-1 0,-2 0 0,-1 0 0,-1-1 0,-1 1 0,-2-36 0,-2 60 0,2 2 0,-1 0 0,0 1 0,0-1 0,-1 1 0,1-1 0,-1 1 0,0-1 0,0 1 0,0-1 0,-2-3 0,3 7 0,0 0 0,0 0 0,0 0 0,0 0 0,0 0 0,0 0 0,0 0 0,-1 0 0,1 0 0,0 0 0,0 0 0,0 0 0,0 0 0,0-1 0,0 1 0,-1 0 0,1 0 0,0 0 0,0 0 0,0 0 0,0 0 0,0 0 0,0 0 0,-1 0 0,1 1 0,0-1 0,0 0 0,0 0 0,0 0 0,0 0 0,0 0 0,-1 0 0,1 0 0,0 0 0,0 0 0,0 0 0,0 0 0,0 0 0,0 0 0,0 1 0,0-1 0,0 0 0,-1 0 0,1 0 0,0 0 0,0 0 0,0 0 0,0 0 0,0 1 0,0-1 0,0 0 0,0 0 0,0 0 0,0 0 0,0 0 0,0 1 0,0-1 0,-5 13 0,1 1 0,0 0 0,1 0 0,1 1 0,0-1 0,1 1 0,0 15 0,0-6 0,-3 43 171,7 69 0,-1-108-456,1 1 1,2-1-1,1 0 1,1 0-1,11 28 1,-7-33-6542</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8.665"/>
    </inkml:context>
    <inkml:brush xml:id="br0">
      <inkml:brushProperty name="width" value="0.05" units="cm"/>
      <inkml:brushProperty name="height" value="0.05" units="cm"/>
      <inkml:brushProperty name="color" value="#FFFFFF"/>
    </inkml:brush>
  </inkml:definitions>
  <inkml:trace contextRef="#ctx0" brushRef="#br0">0 131 24575,'1'1'0,"0"1"0,-1-1 0,1 0 0,0 1 0,0-1 0,0 0 0,0 0 0,0 1 0,1-1 0,-1 0 0,0 0 0,1 0 0,-1 0 0,0-1 0,1 1 0,-1 0 0,1-1 0,-1 1 0,1-1 0,1 1 0,1 1 0,1-1 0,-1 1 0,1-1 0,-1 0 0,1-1 0,-1 1 0,9-1 0,-3-1 0,0-1 0,-1-1 0,1 0 0,0 0 0,-1 0 0,0-2 0,1 1 0,9-7 0,-15 8 0,1 0 0,-1 0 0,0-1 0,0 1 0,0-1 0,0 0 0,0 0 0,-1 0 0,0 0 0,0-1 0,0 1 0,-1-1 0,1 0 0,-1 0 0,0 0 0,0 0 0,1-6 0,-3 9 0,0 1 0,1-1 0,-1 1 0,0-1 0,0 1 0,0-1 0,0 1 0,0-1 0,0 1 0,-1-1 0,1 1 0,0-1 0,-1 1 0,1-1 0,-1 1 0,0 0 0,1-1 0,-1 1 0,0 0 0,0-1 0,0 1 0,0 0 0,0 0 0,0 0 0,0 0 0,0 0 0,0 0 0,0 0 0,-1 0 0,-1-1 0,1 2 0,0-1 0,0 1 0,0 0 0,0-1 0,0 1 0,0 0 0,0 0 0,0 0 0,0 0 0,0 1 0,0-1 0,0 1 0,0-1 0,0 1 0,0 0 0,0-1 0,0 1 0,0 0 0,0 0 0,1 0 0,-1 1 0,-1 0 0,-4 5 0,1-1 0,0 1 0,1 0 0,-1 0 0,2 0 0,-1 1 0,1 0 0,0 0 0,0 0 0,1 0 0,-4 15 0,5-13 0,-1 1 0,1-1 0,1 0 0,0 1 0,0-1 0,1 0 0,1 1 0,0-1 0,3 18 0,-3-23 23,1-1 0,0 0 0,-1 1-1,1-1 1,1 0 0,-1 0 0,0-1-1,1 1 1,0 0 0,0-1 0,0 0-1,0 0 1,1 1 0,4 1 0,-2-1-213,0 0 0,0-1 1,1 0-1,0 0 0,-1-1 1,1 0-1,0 0 1,8 1-1,14 1-6636</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9.070"/>
    </inkml:context>
    <inkml:brush xml:id="br0">
      <inkml:brushProperty name="width" value="0.05" units="cm"/>
      <inkml:brushProperty name="height" value="0.05" units="cm"/>
      <inkml:brushProperty name="color" value="#FFFFFF"/>
    </inkml:brush>
  </inkml:definitions>
  <inkml:trace contextRef="#ctx0" brushRef="#br0">88 161 24575,'0'-7'0,"0"0"0,-1 1 0,0-1 0,0 0 0,-3-7 0,4 13 0,0 1 0,-1-1 0,1 0 0,0 1 0,-1-1 0,1 0 0,0 0 0,-1 1 0,1-1 0,-1 1 0,1-1 0,-1 0 0,1 1 0,-1-1 0,0 1 0,1-1 0,-1 1 0,0-1 0,1 1 0,-1 0 0,-1-1 0,1 1 0,0 0 0,0 1 0,0-1 0,0 0 0,0 1 0,0-1 0,0 0 0,0 1 0,0-1 0,0 1 0,0 0 0,0-1 0,0 1 0,0 0 0,0 0 0,1-1 0,-1 1 0,0 0 0,1 0 0,-1 0 0,0 1 0,-4 5 0,1 0 0,0 0 0,1 1 0,0-1 0,0 1 0,0 0 0,-2 14 0,-7 61 0,12-73 0,-5 50 0,3 1 0,3 0 0,14 100 0,-12-274 0,-1 66 0,3 0 0,16-75 0,-14 92 0,2 0 0,1 1 0,1 0 0,2 0 0,16-27 0,-24 48 0,1 0 0,-1 0 0,1 1 0,1-1 0,-1 2 0,1-1 0,1 0 0,-1 1 0,15-9 0,-19 14 0,1-1 0,-1 0 0,0 1 0,1 0 0,-1 0 0,1 0 0,-1 0 0,1 0 0,0 1 0,-1 0 0,1 0 0,0 0 0,0 0 0,-1 0 0,1 1 0,-1-1 0,1 1 0,0 0 0,-1 0 0,1 1 0,-1-1 0,0 1 0,1-1 0,-1 1 0,0 0 0,0 0 0,0 1 0,2 2 0,0 0 0,0 0 0,-1 0 0,0 1 0,0 0 0,0 0 0,-1 0 0,0 0 0,0 1 0,-1-1 0,1 1 0,-1-1 0,-1 1 0,1 0 0,-1 0 0,-1 0 0,1 0 0,-1 0 0,0-1 0,-1 1 0,0 0 0,-2 13 0,1-13 0,1-1 0,-1 1 0,0-1 0,0 1 0,-1-1 0,0 0 0,0 0 0,0 0 0,-1 0 0,0-1 0,0 0 0,0 1 0,-1-1 0,0-1 0,0 1 0,0-1 0,0 0 0,-1 0 0,0 0 0,1-1 0,-2 0 0,-7 4 0,-6-3-1365,4-2-5461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9.269"/>
    </inkml:context>
    <inkml:brush xml:id="br0">
      <inkml:brushProperty name="width" value="0.05" units="cm"/>
      <inkml:brushProperty name="height" value="0.05" units="cm"/>
      <inkml:brushProperty name="color" value="#FFFFFF"/>
    </inkml:brush>
  </inkml:definitions>
  <inkml:trace contextRef="#ctx0" brushRef="#br0">0 1 24575,'3'0'0,"4"0"0,1 3 0,-2 4 0,2 3 0,0 7 0,1 6 0,-1 5 0,1 3 0,-1 6 0,-2 2 0,-1 4 0,0 3 0,0 2 0,-1 0 0,-1-9-8191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0.078"/>
    </inkml:context>
    <inkml:brush xml:id="br0">
      <inkml:brushProperty name="width" value="0.05" units="cm"/>
      <inkml:brushProperty name="height" value="0.05" units="cm"/>
      <inkml:brushProperty name="color" value="#FFFFFF"/>
    </inkml:brush>
  </inkml:definitions>
  <inkml:trace contextRef="#ctx0" brushRef="#br0">138 90 24575,'0'-1'0,"0"1"0,0-1 0,0 0 0,0 0 0,0 0 0,0 0 0,0 0 0,0 0 0,0 0 0,0 0 0,-1 0 0,1 0 0,0 0 0,-1 0 0,1 0 0,-1 1 0,1-1 0,-1 0 0,0 0 0,1 0 0,-1 1 0,0-1 0,1 0 0,-1 1 0,0-1 0,0 1 0,1-1 0,-1 1 0,-1-2 0,-1 2 0,1 0 0,0 0 0,0 0 0,0 0 0,0 0 0,0 0 0,-1 1 0,1-1 0,0 1 0,0-1 0,0 1 0,-3 1 0,-5 3 0,1 0 0,0 0 0,0 1 0,-13 11 0,19-14 0,0 0 0,-1 1 0,1-1 0,1 1 0,-1 0 0,1 0 0,-1 0 0,1 0 0,0 1 0,1-1 0,-1 0 0,1 1 0,0-1 0,0 1 0,0 0 0,0 5 0,1-8 0,0 1 0,0-1 0,1 1 0,-1-1 0,1 0 0,-1 1 0,1-1 0,0 1 0,0-1 0,0 0 0,0 0 0,0 0 0,1 1 0,-1-1 0,0 0 0,1-1 0,0 1 0,-1 0 0,1 0 0,0-1 0,0 1 0,0-1 0,0 1 0,0-1 0,1 0 0,-1 0 0,0 0 0,0 0 0,1 0 0,-1-1 0,1 1 0,2-1 0,2 1 0,1 0 0,0-1 0,-1 0 0,1-1 0,-1 1 0,1-2 0,-1 1 0,1-1 0,-1 0 0,0 0 0,0-1 0,0 0 0,13-8 0,-10 5 0,0 0 0,-1-1 0,0 0 0,0 0 0,-1-1 0,1 0 0,-2 0 0,12-17 0,-15 20 0,-1-1 0,-1 0 0,1 1 0,-1-1 0,0 0 0,0 0 0,-1 0 0,0-1 0,0 1 0,0 0 0,-1-9 0,0 13 0,0 0 0,0 0 0,0 0 0,-1 0 0,1-1 0,-1 1 0,1 0 0,-1 0 0,0 0 0,0 0 0,0 0 0,0 0 0,0 0 0,0 1 0,0-1 0,-1 0 0,1 0 0,-1 1 0,1-1 0,-1 1 0,0 0 0,1-1 0,-1 1 0,0 0 0,0 0 0,0 0 0,0 0 0,0 0 0,0 1 0,0-1 0,0 1 0,0-1 0,-1 1 0,-3-1 0,5 1 0,0 0 0,0 0 0,0-1 0,0 1 0,-1 0 0,1 0 0,0 0 0,0 0 0,0 1 0,0-1 0,0 0 0,0 0 0,0 1 0,0-1 0,0 0 0,-1 1 0,1-1 0,1 1 0,-1-1 0,0 1 0,0 0 0,0-1 0,0 1 0,0 0 0,0 0 0,1 0 0,-1-1 0,0 1 0,1 0 0,-1 0 0,1 0 0,-1 0 0,1 0 0,-1 0 0,1 0 0,0 0 0,-1 1 0,1-1 0,0 0 0,0 0 0,0 1 0,0 0 0,0 0 0,1 0 0,-1 0 0,1 0 0,-1 0 0,1-1 0,0 1 0,0 0 0,0 0 0,0-1 0,0 1 0,0-1 0,0 1 0,1-1 0,-1 1 0,0-1 0,1 0 0,-1 0 0,1 1 0,0-1 0,-1 0 0,1 0 0,3 1 0,5 1 0,0 0 0,1-1 0,0 0 0,-1 0 0,17-1 0,55-3 0,-71 1 0,4 0 0,0-1 0,0 0 0,0-1 0,-1-1 0,1 0 0,-1-1 0,0 0 0,24-14 0,-37 18 0,-1 1 0,1-1 0,-1 1 0,1 0 0,-1-1 0,1 1 0,-1-1 0,1 1 0,-1 0 0,1-1 0,0 1 0,-1 0 0,1 0 0,-1 0 0,1-1 0,0 1 0,-1 0 0,1 0 0,0 0 0,-1 0 0,1 0 0,0 0 0,-1 0 0,1 0 0,0 1 0,-1-1 0,1 0 0,0 0 0,-1 0 0,1 1 0,-1-1 0,1 0 0,-1 1 0,1-1 0,0 0 0,-1 1 0,1 0 0,0 1 0,0 1 0,-1-1 0,1 0 0,-1 1 0,1-1 0,-1 1 0,0-1 0,0 4 0,1 9 0,18 99 0,-9-64 0,7 97 0,-18 135 0,1-277 0,-1 1 0,1 0 0,-1 0 0,0-1 0,-1 1 0,1 0 0,-1-1 0,-1 1 0,-2 5 0,4-10 0,0 1 0,0-1 0,1 0 0,-1 0 0,0 0 0,0 0 0,0 0 0,0 0 0,-1-1 0,1 1 0,0 0 0,0 0 0,0-1 0,-1 1 0,1-1 0,0 1 0,-3 0 0,2-1 0,0 0 0,0 0 0,0-1 0,0 1 0,0 0 0,0-1 0,0 1 0,1-1 0,-1 1 0,0-1 0,0 0 0,0 0 0,0 0 0,1 0 0,-4-2 0,-2-3 0,0-1 0,0 1 0,1-1 0,-1-1 0,2 1 0,-1-1 0,1 0 0,0 0 0,1-1 0,-1 0 0,2 1 0,-1-1 0,2 0 0,-5-18 0,4 11 0,1 1 0,0-1 0,1 0 0,1 0 0,0 0 0,1 0 0,1 0 0,4-19 0,-4 28 0,0 0 0,0 0 0,0 0 0,1 0 0,0 0 0,0 0 0,1 1 0,0-1 0,0 1 0,1 0 0,0 0 0,0 1 0,0-1 0,0 1 0,1 0 0,0 1 0,0 0 0,0-1 0,1 2 0,-1-1 0,1 1 0,0 0 0,0 0 0,0 1 0,0 0 0,0 0 0,1 1 0,-1 0 0,0 0 0,1 1 0,-1 0 0,14 1 0,36 8-1365,-32-3-5461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0.398"/>
    </inkml:context>
    <inkml:brush xml:id="br0">
      <inkml:brushProperty name="width" value="0.05" units="cm"/>
      <inkml:brushProperty name="height" value="0.05" units="cm"/>
      <inkml:brushProperty name="color" value="#FFFFFF"/>
    </inkml:brush>
  </inkml:definitions>
  <inkml:trace contextRef="#ctx0" brushRef="#br0">5 0 24575,'-3'3'0,"2"1"0,4-1 0,8 0 0,7-1 0,7 0 0,5-2 0,4-2 0,4-2 0,-1 0 0,-6 1-8191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0.615"/>
    </inkml:context>
    <inkml:brush xml:id="br0">
      <inkml:brushProperty name="width" value="0.05" units="cm"/>
      <inkml:brushProperty name="height" value="0.05" units="cm"/>
      <inkml:brushProperty name="color" value="#FFFFFF"/>
    </inkml:brush>
  </inkml:definitions>
  <inkml:trace contextRef="#ctx0" brushRef="#br0">15 24 24575,'-3'0'0,"-4"0"0,2 0 0,5 0 0,6 0 0,4 0 0,6 0 0,5-3 0,3-1 0,1 0 0,-1-2 0,-4 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0.938"/>
    </inkml:context>
    <inkml:brush xml:id="br0">
      <inkml:brushProperty name="width" value="0.05" units="cm"/>
      <inkml:brushProperty name="height" value="0.05" units="cm"/>
      <inkml:brushProperty name="color" value="#FFFFFF"/>
    </inkml:brush>
  </inkml:definitions>
  <inkml:trace contextRef="#ctx0" brushRef="#br0">34 29 24575,'-8'-10'0,"-8"-7"0,15 17 0,1 0 0,0 0 0,0-1 0,0 1 0,0 0 0,0 0 0,0 0 0,0 0 0,0 0 0,0 0 0,0 0 0,-1 0 0,1 0 0,0 0 0,0 0 0,0 0 0,0 0 0,0 0 0,0 0 0,0 0 0,0 0 0,-1 0 0,1 0 0,0 0 0,0 0 0,0 0 0,0 0 0,0 0 0,0 0 0,0 0 0,0 0 0,-1 0 0,1 0 0,0 0 0,0 0 0,0 0 0,0 0 0,0 0 0,0 1 0,0-1 0,0 0 0,0 0 0,0 0 0,-1 0 0,1 0 0,0 0 0,0 0 0,0 0 0,0 0 0,0 1 0,2 12 0,6 29 79,-2-1 0,-2 1 0,-1 62-1,-18 123-693,6-133-450,6-51-5761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1.406"/>
    </inkml:context>
    <inkml:brush xml:id="br0">
      <inkml:brushProperty name="width" value="0.05" units="cm"/>
      <inkml:brushProperty name="height" value="0.05" units="cm"/>
      <inkml:brushProperty name="color" value="#FFFFFF"/>
    </inkml:brush>
  </inkml:definitions>
  <inkml:trace contextRef="#ctx0" brushRef="#br0">8 128 24575,'-4'-30'0,"3"27"0,0-1 0,0 1 0,1 0 0,-1-1 0,1 1 0,0-1 0,0 1 0,1-6 0,0 7 0,-1 1 0,1 0 0,0-1 0,-1 1 0,1 0 0,0 0 0,0 0 0,0 0 0,0 0 0,0 0 0,1 0 0,-1 0 0,0 0 0,0 0 0,0 0 0,1 1 0,-1-1 0,0 1 0,1-1 0,-1 1 0,1-1 0,-1 1 0,1 0 0,-1 0 0,3-1 0,23-2 0,0 1 0,44 3 0,16-1 0,-73-1 0,89-8 0,-87 7 0,0-1 0,0-1 0,0 0 0,18-9 0,-38 23 0,-1-1 0,0 0 0,-9 12 0,6-9 0,-3 6 0,-13 29 0,22-42 0,0 1 0,0-1 0,0 1 0,1-1 0,0 1 0,0 0 0,0 0 0,0 0 0,1-1 0,1 9 0,-1-12 0,0 0 0,1 0 0,-1-1 0,1 1 0,0-1 0,-1 1 0,1 0 0,0-1 0,0 0 0,0 1 0,0-1 0,0 1 0,0-1 0,0 0 0,1 0 0,-1 0 0,0 0 0,1 0 0,2 2 0,0-1 0,0-1 0,-1 1 0,1-1 0,0 0 0,1 0 0,-1 0 0,0-1 0,5 1 0,2-1 0,-1 0 0,1-1 0,0-1 0,0 1 0,17-6 0,-19 3 0,0 1 0,0-1 0,-1-1 0,1 0 0,-1 0 0,0 0 0,0-1 0,-1 0 0,8-8 0,-13 12 0,0 0 0,0 0 0,-1 0 0,1 0 0,0-1 0,-1 1 0,0 0 0,1-1 0,-1 1 0,0-1 0,0 1 0,0-1 0,-1 1 0,1-1 0,-1 0 0,1 0 0,-1 1 0,0-1 0,0 0 0,0 1 0,0-1 0,-1 0 0,1 0 0,-1 1 0,0-1 0,1 1 0,-1-1 0,0 1 0,-1-1 0,1 1 0,0-1 0,-1 1 0,1 0 0,-1 0 0,0 0 0,-2-3 0,-3-1-105,0 1 0,0 0 0,0 0 0,-1 0 0,0 1 0,0 0 0,0 1 0,0-1 0,-1 2 0,1-1 0,-1 1 0,-13-1 0,6 1-6721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3.640"/>
    </inkml:context>
    <inkml:brush xml:id="br0">
      <inkml:brushProperty name="width" value="0.05" units="cm"/>
      <inkml:brushProperty name="height" value="0.05" units="cm"/>
      <inkml:brushProperty name="color" value="#FFFFFF"/>
    </inkml:brush>
  </inkml:definitions>
  <inkml:trace contextRef="#ctx0" brushRef="#br0">183 10 24575,'-1'-1'0,"0"0"0,0 0 0,1 1 0,-1-1 0,0 0 0,0 0 0,0 1 0,0-1 0,0 1 0,0-1 0,0 1 0,0-1 0,-2 0 0,3 2 0,0 0 0,-1 0 0,1-1 0,0 1 0,0 0 0,-1 0 0,1 0 0,0 0 0,0 0 0,0-1 0,0 1 0,0 0 0,0 0 0,1 0 0,-1 0 0,0 0 0,0-1 0,0 1 0,1 0 0,0 1 0,11 40 0,2-1 0,27 54 0,-13-32 0,44 106-36,174 434-432,-177-408 295,52 233-1,-89-261-58,-7 1 0,5 237 0,-57 341-464,-46-84 696,0-1 0,43 1 0,33-526-103,31 200-1,-18-245 8,5 0 0,3-2 0,40 96 0,-12-66 33,122 201-1,100 91 78,-61-97-19,-163-234 5,-4 2 0,42 101 0,-66-129 0,-3 1 0,-2 1 0,-3 0 0,12 101 0,-20-60 0,-4 1 0,-17 166 0,-57 191 0,-33 54-325,5-34-225,25 6 260,35 273 290,34-520 0,-1-62 0,-8-1 0,-47 223 0,42-308 0,-4 0 0,-4-2 0,-3-1 0,-4-2 0,-3-1 0,-66 102 0,49-106 29,-2-2 0,-4-2 0,-2-3 0,-4-4 1,-2-2-1,-3-3 0,-3-3 0,-2-4 0,-93 48 0,170-101-29,-105 52 609,92-46-478,-1-2-1,1 1 1,-1-2-1,0 0 1,-27 3-1,39-6-145,-1 0 0,1 0 0,0 0-1,0 0 1,0 0 0,0 0 0,-1 0 0,1-1-1,0 1 1,0-1 0,0 0 0,0 0 0,0 1-1,0-1 1,0 0 0,0-1 0,1 1 0,-1 0-1,0 0 1,0-1 0,1 1 0,-1-1-1,1 0 1,0 1 0,-1-1 0,1 0 0,0 0-1,0 0 1,-2-4 0,-4-25-5286</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4.527"/>
    </inkml:context>
    <inkml:brush xml:id="br0">
      <inkml:brushProperty name="width" value="0.05" units="cm"/>
      <inkml:brushProperty name="height" value="0.05" units="cm"/>
      <inkml:brushProperty name="color" value="#FFFFFF"/>
    </inkml:brush>
  </inkml:definitions>
  <inkml:trace contextRef="#ctx0" brushRef="#br0">96 304 24575,'-6'-10'0,"-1"0"0,0 0 0,-14-14 0,-16-22 0,34 42 0,1 1 0,0-1 0,0 0 0,1 0 0,-1 0 0,1 0 0,0 0 0,0 0 0,0 0 0,0-1 0,0-3 0,2 5 0,-1 0 0,1 0 0,0 0 0,0 1 0,0-1 0,0 0 0,0 1 0,0-1 0,1 1 0,-1-1 0,1 1 0,0 0 0,0 0 0,-1 0 0,1 0 0,1 0 0,-1 0 0,0 0 0,0 0 0,1 1 0,-1 0 0,4-2 0,8-4 0,0 0 0,26-8 0,-36 14 0,42-13 13,0 2-1,64-8 1,101 2-201,-74 13-336,0 7 0,247 34-1,-212-5-253,295 94-1,148 121-366,-28 59 806,-276-120-235,306 237 0,-432-276 192,-5 9 0,267 297-1,-347-331 383,-5 4 0,-6 5 0,-6 3 0,-5 3 0,-7 4 0,73 203 0,15 180-250,-38 9-222,9 33 194,-94-426 305,7-1 1,6-2-1,84 165 0,-93-229 91,2-2 0,83 103 0,-84-124 92,3-2-1,2-1 1,97 74-1,-105-94 375,1-1-1,69 32 0,-80-45-92,0-1 0,1-1 0,0-2 0,0-1 0,32 4 0,-54-10-380,0 0 0,0-1 1,0 0-1,0-1 0,0 1 0,0-1 1,0 0-1,0-1 0,-1 0 1,10-3-1,-12 3-67,0 0 0,0-1 0,-1 1 0,1-1 1,-1 1-1,0-1 0,0 0 0,0 0 0,0 0 0,0-1 0,-1 1 0,1-1 0,-1 1 1,0-1-1,0 0 0,0 0 0,-1 0 0,2-4 0,3-23-1409,-2 2-5461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4.795"/>
    </inkml:context>
    <inkml:brush xml:id="br0">
      <inkml:brushProperty name="width" value="0.05" units="cm"/>
      <inkml:brushProperty name="height" value="0.05" units="cm"/>
      <inkml:brushProperty name="color" value="#FFFFFF"/>
    </inkml:brush>
  </inkml:definitions>
  <inkml:trace contextRef="#ctx0" brushRef="#br0">1 1 24575,'4'0'0,"0"1"0,1 0 0,-1 0 0,0 1 0,1-1 0,6 5 0,9 2 0,5-1 0,-16-5 0,0 0 0,0 1 0,-1 1 0,1-1 0,8 6 0,-14-7 0,-1 0 0,1 0 0,-1 0 0,0 0 0,0 0 0,1 1 0,-2-1 0,1 1 0,0 0 0,0-1 0,-1 1 0,1 0 0,-1 0 0,0 0 0,0 0 0,0 0 0,0 0 0,0 6 0,0 2 0,-1 0 0,0 0 0,0 0 0,-2 0 0,1 0 0,-4 11 0,-22 66 0,15-50 0,-3 5-455,-1-1 0,-37 71 0,41-93-6371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5.653"/>
    </inkml:context>
    <inkml:brush xml:id="br0">
      <inkml:brushProperty name="width" value="0.05" units="cm"/>
      <inkml:brushProperty name="height" value="0.05" units="cm"/>
      <inkml:brushProperty name="color" value="#FFFFFF"/>
    </inkml:brush>
  </inkml:definitions>
  <inkml:trace contextRef="#ctx0" brushRef="#br0">242 1727 24575,'0'-8'0,"0"-18"0,0 25 0,0 1 0,0-1 0,-1 0 0,1 0 0,0 0 0,0 0 0,-1 0 0,1 0 0,0 1 0,-1-1 0,1 0 0,-1 0 0,1 0 0,-1 1 0,1-1 0,-1 0 0,1 1 0,-1-1 0,0 0 0,1 1 0,-2-1 0,1 1 0,0 0 0,0 0 0,1 0 0,-1 1 0,0-1 0,0 0 0,0 1 0,1-1 0,-1 1 0,0-1 0,0 1 0,1-1 0,-1 1 0,1-1 0,-1 1 0,0-1 0,1 1 0,-1 0 0,1 0 0,-1-1 0,1 1 0,0 0 0,-1 0 0,1-1 0,0 1 0,-1 0 0,1 0 0,0 1 0,-1-1 0,-12 33 0,2 1 0,1 1 0,-7 43 0,7-30 0,-107 609-390,97-473 194,4 299 1,20-408 195,3 1 0,3-1 0,29 108 0,-23-129 0,2-1 0,3-1 0,2 0 0,3-2 0,42 64 0,-25-55-308,3-2 1,2-2-1,3-2 0,2-2 1,117 86-1,-58-61-557,3-5-1,168 78 1,-66-55-402,5-9 1,237 58 0,481 61-1091,-396-122 1864,4-24 0,1-24 0,743-47 0,-845-23 499,531-112 1,-669 78-61,-3-12-1,449-185 1,-563 182-229,-5-8 0,271-178 0,-357 199 295,-4-3 0,-2-4-1,-5-5 1,-2-4 0,126-162 0,-168 184 48,-2-2 0,-4-2 1,-2-1-1,-4-2 0,35-106 0,-49 115-32,-4-2 0,-2 0 0,-3-1 0,-3 0 0,-3 0-1,-6-123 1,-5 121-9,-3 1 0,-4 0 0,-2 1 0,-3 0 0,-40-95 0,24 85 32,-4 2-1,-3 1 0,-3 2 0,-56-68 1,28 52 32,-4 2 1,-131-112 0,92 103-27,-182-115 0,96 92-176,-4 9 0,-4 8-1,-329-105 1,150 88-617,-465-76 1,-655 1-179,-12 151 462,477 97 369,15 104 162,632-54 216,58 19-51,256-89 4,3 4 1,1 3-1,2 3 1,3 4 0,-73 63-1,105-77-89,2 2 0,2 1 1,2 2-1,1 2 0,2 1 0,2 1 0,2 1 0,3 2 0,-31 76 1,39-72 164,2 1 1,2 1-1,2 0 1,3 1-1,2 0 1,3 107-1,7-102 36,2 1 0,3-2 0,2 1-1,4-1 1,1-1 0,27 60 0,3-16-653</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6.614"/>
    </inkml:context>
    <inkml:brush xml:id="br0">
      <inkml:brushProperty name="width" value="0.05" units="cm"/>
      <inkml:brushProperty name="height" value="0.05" units="cm"/>
      <inkml:brushProperty name="color" value="#FFFFFF"/>
    </inkml:brush>
  </inkml:definitions>
  <inkml:trace contextRef="#ctx0" brushRef="#br0">1 579 24575,'8'-10'0,"8"-7"0,-10 18 0,-2 12 0,-2 192 0,-4-106 0,-8-154 0,7 13 0,3-1 0,1 1 0,2-1 0,2 1 0,11-49 0,0 28 0,2 1 0,46-103 0,-53 140 0,1 0 0,1 1 0,1 0 0,22-28 0,-31 46 0,0 0 0,1 0 0,-1 1 0,1-1 0,1 1 0,-1 1 0,1-1 0,-1 1 0,1 0 0,0 1 0,1-1 0,-1 1 0,0 1 0,1 0 0,0 0 0,0 0 0,-1 1 0,1 0 0,13 0 0,-6 3 0,1 0 0,-1 0 0,0 2 0,0 0 0,-1 0 0,1 1 0,-1 1 0,22 12 0,-19-8 0,-1 1 0,0 0 0,0 1 0,-1 1 0,0 0 0,16 20 0,-26-26 0,1 0 0,-1 0 0,0 1 0,-1 0 0,0-1 0,0 2 0,-1-1 0,0 0 0,3 13 0,-5-16 0,0 0 0,-1 1 0,1-1 0,-1 0 0,-1 1 0,1-1 0,-1 0 0,0 0 0,0 1 0,0-1 0,-1 0 0,1 0 0,-1 0 0,-1 0 0,1-1 0,-6 9 0,-2-1 0,0 0 0,-1 0 0,0-1 0,-1-1 0,0 0 0,-1 0 0,0-1 0,-28 13 0,-6 0 0,-67 22 0,57-22 0,105-21 0,-3-1 0,1 3 0,55 10 0,-92-11 0,24 5 0,45 15 0,-70-20 0,-1 1 0,0 0 0,0 1 0,0-1 0,0 1 0,0 1 0,-1-1 0,0 1 0,0 0 0,0 1 0,10 11 0,-15-15 0,1 1 0,-1-1 0,1 1 0,-1-1 0,0 1 0,0 0 0,0-1 0,0 1 0,-1 0 0,1 0 0,-1 0 0,0-1 0,0 1 0,1 0 0,-2 0 0,1 0 0,0 0 0,-2 4 0,1-3 0,-1 1 0,0-1 0,0 1 0,-1-1 0,1 0 0,-1 0 0,0 0 0,0-1 0,0 1 0,-5 3 0,-5 4 0,0 0 0,-2-1 0,1-1 0,-1-1 0,-17 8 0,12-7-170,-1-1-1,0-1 0,-1 0 1,0-2-1,1-1 0,-2 0 1,-38 0-1,21-6-6655</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6.956"/>
    </inkml:context>
    <inkml:brush xml:id="br0">
      <inkml:brushProperty name="width" value="0.05" units="cm"/>
      <inkml:brushProperty name="height" value="0.05" units="cm"/>
      <inkml:brushProperty name="color" value="#FFFFFF"/>
    </inkml:brush>
  </inkml:definitions>
  <inkml:trace contextRef="#ctx0" brushRef="#br0">1 183 24575,'3'-2'0,"0"-1"0,0 1 0,0 1 0,0-1 0,0 0 0,1 1 0,-1-1 0,1 1 0,-1 0 0,1 0 0,-1 1 0,1-1 0,0 1 0,4-1 0,9 1 0,33 5 0,-19-2 0,256 4 0,-217-10 0,0-2 0,73-17 0,-136 20 0,10-1 0,31-11 0,-44 13 0,-1-1 0,1 0 0,0 1 0,-1-1 0,1-1 0,-1 1 0,1 0 0,-1-1 0,0 0 0,0 0 0,0 0 0,0 0 0,2-4 0,-4 5 0,0 1 0,-1-1 0,1 1 0,-1-1 0,1 1 0,-1-1 0,0 1 0,0-1 0,1 1 0,-1-1 0,0 1 0,0-1 0,-1 1 0,1-1 0,0 1 0,0-1 0,-1 1 0,1-1 0,-1 1 0,0-1 0,1 1 0,-1-1 0,0 1 0,0 0 0,1-1 0,-1 1 0,0 0 0,0 0 0,-1 0 0,1 0 0,0 0 0,0 0 0,0 0 0,-1 0 0,1 0 0,-2 0 0,-6-4 0,1 0 0,-1 1 0,0 0 0,-13-3 0,8 2 0,-1 2 0,1 0 0,-1 0 0,1 2 0,-1 0 0,0 0 0,0 2 0,1-1 0,-1 2 0,0 0 0,1 1 0,-18 6 0,21-6 0,0 2 0,0-1 0,1 1 0,0 1 0,0 0 0,0 1 0,1-1 0,0 2 0,0-1 0,1 1 0,0 1 0,0 0 0,1 0 0,0 0 0,1 1 0,-7 12 0,4-1 0,1 0 0,1 0 0,1 1 0,0 0 0,2 0 0,1 1 0,0-1 0,2 28 0,1-6 0,3-2 0,2 1 0,13 59 0,-12-78-273,1 0 0,0-1 0,2 0 0,23 43 0,-10-31-6553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7.484"/>
    </inkml:context>
    <inkml:brush xml:id="br0">
      <inkml:brushProperty name="width" value="0.05" units="cm"/>
      <inkml:brushProperty name="height" value="0.05" units="cm"/>
      <inkml:brushProperty name="color" value="#FFFFFF"/>
    </inkml:brush>
  </inkml:definitions>
  <inkml:trace contextRef="#ctx0" brushRef="#br0">0 441 24575,'8'-16'0,"8"-16"0,-16 32 0,1 0 0,-1 0 0,0 0 0,0-1 0,0 1 0,1 0 0,-1 0 0,0 0 0,1 0 0,-1 0 0,0 0 0,0-1 0,1 1 0,-1 0 0,0 0 0,1 0 0,-1 0 0,0 0 0,0 0 0,1 0 0,-1 0 0,0 0 0,1 0 0,-1 0 0,0 0 0,0 1 0,1-1 0,-1 0 0,0 0 0,0 0 0,1 0 0,-1 0 0,0 1 0,0-1 0,1 0 0,-1 0 0,0 0 0,0 1 0,0-1 0,1 0 0,-1 0 0,0 1 0,0-1 0,0 0 0,0 0 0,0 1 0,1-1 0,-1 0 0,0 0 0,0 1 0,0-1 0,0 0 0,0 1 0,0-1 0,0 1 0,6 18 0,19 124 0,-12-67 0,31 109 0,-35-152 0,-7-24 0,0 1 0,1-1 0,0 0 0,0 0 0,1-1 0,9 17 0,-13-25 0,0 0 0,0 0 0,0 0 0,0 0 0,0 0 0,0 1 0,0-1 0,1 0 0,-1 0 0,0 0 0,0 0 0,0 0 0,0 0 0,0 0 0,0 0 0,0 0 0,0 1 0,0-1 0,0 0 0,0 0 0,1 0 0,-1 0 0,0 0 0,0 0 0,0 0 0,0 0 0,0 0 0,0 0 0,0 0 0,0 0 0,1 0 0,-1 0 0,0 0 0,0 0 0,0 0 0,0 0 0,0 0 0,0 0 0,0 0 0,1 0 0,-1 0 0,0 0 0,0 0 0,0 0 0,0 0 0,0 0 0,0 0 0,0 0 0,0-1 0,1 1 0,-1 0 0,0 0 0,1-9 0,-3-12 0,-5-32 0,-30-290 0,35 296 0,2 1 0,3-1 0,1 1 0,2 0 0,18-63 0,-20 95 0,1 0 0,0 0 0,1 0 0,0 0 0,2 1 0,16-24 0,-21 33 0,0 0 0,0 0 0,1 1 0,-1-1 0,1 1 0,0 0 0,0 0 0,1 0 0,-1 1 0,0 0 0,1-1 0,0 2 0,-1-1 0,1 0 0,0 1 0,0 0 0,0 0 0,0 0 0,0 1 0,0 0 0,0 0 0,0 0 0,0 0 0,7 2 0,-1 1 0,1 1 0,0 0 0,-1 1 0,0 0 0,0 1 0,-1 0 0,1 0 0,16 15 0,6 8 0,31 34 0,-61-59 0,23 23 0,27 37 0,-46-54 0,0 0 0,-1 1 0,0 0 0,0 0 0,-1 1 0,-1-1 0,5 20 0,-8-28 0,0-1 0,-1 1 0,0 0 0,1-1 0,-1 1 0,0 0 0,0-1 0,-1 1 0,1 0 0,-1-1 0,1 1 0,-1 0 0,0-1 0,0 1 0,0-1 0,0 1 0,0-1 0,0 0 0,-4 4 0,3-3 0,-1 0 0,0-1 0,-1 1 0,1-1 0,0 0 0,-1 0 0,1 0 0,-1 0 0,1-1 0,-1 0 0,0 1 0,-4 0 0,-9 0 0,0 1 0,-1-2 0,1 0 0,-33-3 0,9-2 0,1-2 0,-75-19 0,92 14 0,21 4 0,12-1 0,5 3-1365,0 1-5461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29.092"/>
    </inkml:context>
    <inkml:brush xml:id="br0">
      <inkml:brushProperty name="width" value="0.05" units="cm"/>
      <inkml:brushProperty name="height" value="0.05" units="cm"/>
      <inkml:brushProperty name="color" value="#FFFFFF"/>
    </inkml:brush>
  </inkml:definitions>
  <inkml:trace contextRef="#ctx0" brushRef="#br0">379 195 24575,'7'-4'0,"-1"2"0,-1-1 0,0 1 0,0-1 0,0-1 0,8-6 0,-12 9 0,-1 0 0,1 1 0,0-1 0,-1 0 0,1 0 0,-1 0 0,1 0 0,-1 0 0,0 1 0,1-1 0,-1 0 0,0 0 0,0 0 0,1 0 0,-1 0 0,0 0 0,0 0 0,0 0 0,0 0 0,0 0 0,0 0 0,-1 0 0,1 0 0,0 0 0,0 0 0,-1 0 0,1 0 0,-1 0 0,1 0 0,-1 0 0,1 0 0,-1 0 0,1 1 0,-1-1 0,0 0 0,0 0 0,1 1 0,-1-1 0,0 0 0,0 1 0,-1-1 0,-2-3 0,-1 1 0,0 1 0,0-1 0,0 0 0,0 1 0,0 0 0,0 0 0,-1 1 0,1 0 0,-1 0 0,1 0 0,-1 0 0,-9 1 0,3 0 0,1 1 0,-1 0 0,1 0 0,0 2 0,-21 5 0,15 0 0,0-1 0,0 2 0,1 1 0,0 0 0,0 0 0,1 2 0,1 0 0,0 1 0,1 0 0,0 1 0,-21 30 0,28-34 0,0 0 0,0 0 0,1 1 0,1-1 0,0 1 0,0 0 0,1 0 0,0 1 0,-1 11 0,3-14 0,1-1 0,0 0 0,1 0 0,-1 1 0,2-1 0,-1 0 0,1 0 0,0 0 0,1 0 0,0 0 0,0-1 0,1 1 0,7 11 0,-3-7 0,1-1 0,1-1 0,0 0 0,0 0 0,1 0 0,0-2 0,1 1 0,0-2 0,0 1 0,1-2 0,0 1 0,0-2 0,0 0 0,16 4 0,6 0 0,0-2 0,1-1 0,0-1 0,52-1 0,-51-4 0,0-2 0,1-2 0,-1-1 0,41-11 0,-61 11 0,1 0 0,-2-1 0,1-1 0,0 0 0,-1-1 0,-1-1 0,1-1 0,-2 0 0,1-1 0,20-20 0,-29 25 0,-1 0 0,0-1 0,-1 1 0,1-1 0,-1 0 0,-1 0 0,1 0 0,-1-1 0,-1 1 0,1-1 0,-1 1 0,0-1 0,-1 0 0,0 0 0,0 0 0,-1 0 0,0 0 0,0 0 0,-1 0 0,0 0 0,0 0 0,-1 0 0,0 0 0,0 1 0,-1-1 0,0 1 0,0 0 0,-1-1 0,0 1 0,0 1 0,-1-1 0,0 1 0,0 0 0,-9-9 0,13 14 0,-1 0 0,1 0 0,0 0 0,0 0 0,0 0 0,-1 1 0,1-1 0,0 0 0,-1 1 0,1-1 0,0 1 0,-1 0 0,1-1 0,-3 1 0,3 0 0,0 0 0,0 0 0,0 0 0,1 0 0,-1 1 0,0-1 0,0 0 0,1 1 0,-1-1 0,0 0 0,1 1 0,-1-1 0,0 1 0,1-1 0,-1 1 0,1-1 0,-1 1 0,0 0 0,0 0 0,0 2 0,-1 0 0,1 0 0,0 0 0,0 0 0,0 0 0,0 1 0,0-1 0,1 0 0,-1 0 0,1 1 0,0 3 0,4 36 0,2-1 0,2-1 0,14 47 0,-7-33 0,2 24 0,18 59 0,-35-138 0,0 1 0,0-1 0,0 1 0,0-1 0,0 1 0,0-1 0,0 1 0,0-1 0,0 1 0,0-1 0,0 0 0,1 1 0,-1-1 0,0 1 0,0-1 0,0 1 0,1-1 0,-1 0 0,0 1 0,1-1 0,-1 0 0,0 1 0,1-1 0,-1 0 0,0 0 0,1 1 0,-1-1 0,1 0 0,-1 0 0,1 1 0,3-15 0,-1-27 0,-3-88 0,6-138 0,-2 231 0,0 1 0,3-1 0,1 1 0,1 0 0,18-41 0,-23 66 0,1 0 0,0 1 0,0 0 0,1 0 0,1 0 0,-1 0 0,16-14 0,-19 20 0,1 0 0,-1 1 0,0-1 0,1 1 0,0 0 0,-1 0 0,1 0 0,0 0 0,0 1 0,0 0 0,0 0 0,0 0 0,0 0 0,1 0 0,-1 1 0,0 0 0,0 0 0,0 0 0,1 0 0,-1 1 0,0-1 0,8 3 0,-4 1 0,1 0 0,-1 0 0,-1 1 0,1-1 0,-1 2 0,0-1 0,0 1 0,0 0 0,-1 1 0,0-1 0,0 1 0,-1 1 0,0-1 0,0 1 0,0-1 0,-1 1 0,0 1 0,3 11 0,-3-9 0,0 1 0,-1 0 0,0 0 0,-1 0 0,-1 0 0,0 0 0,0 0 0,-1 1 0,0-1 0,-2 0 0,1 0 0,-1 0 0,-4 12 0,1-13 0,0 0 0,0-1 0,-1 0 0,0 0 0,-1-1 0,0 0 0,-1 0 0,0 0 0,0-1 0,-1-1 0,0 1 0,0-1 0,-1-1 0,0 1 0,0-2 0,-15 7 0,4-3 0,1-1 0,-2-1 0,1-1 0,-1 0 0,0-2 0,0-1 0,-36 1 0,34-8 0,19-1 0,13-4 0,8 2-76,0 0 0,0 2-1,1 0 1,0 0-1,0 2 1,26-3 0,-24 4-755,34-6-5995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34.443"/>
    </inkml:context>
    <inkml:brush xml:id="br0">
      <inkml:brushProperty name="width" value="0.05" units="cm"/>
      <inkml:brushProperty name="height" value="0.05" units="cm"/>
      <inkml:brushProperty name="color" value="#FFFFFF"/>
    </inkml:brush>
  </inkml:definitions>
  <inkml:trace contextRef="#ctx0" brushRef="#br0">703 156 24575,'-1'-9'0,"0"1"0,-1-1 0,0 1 0,0-1 0,-1 1 0,0-1 0,-1 1 0,0 0 0,0 1 0,-1-1 0,0 1 0,0 0 0,0 0 0,-1 0 0,-12-10 0,13 14 0,0 1 0,0-1 0,0 1 0,0 0 0,0 0 0,-1 0 0,1 1 0,-1 0 0,1 0 0,-1 1 0,1-1 0,-1 1 0,0 0 0,1 1 0,-1-1 0,1 1 0,-1 0 0,-8 3 0,-9 3 0,1 1 0,-42 22 0,31-11 0,1 1 0,0 1 0,2 2 0,0 1 0,2 1 0,1 1 0,0 2 0,2 1 0,2 0 0,1 2 0,-36 66 0,47-76 0,2 0 0,-8 27 0,15-42 0,0 1 0,1 0 0,0 0 0,0 0 0,0 0 0,1 1 0,0-1 0,0 0 0,0 0 0,1 0 0,2 8 0,-2-13 0,0 0 0,0 0 0,0 1 0,0-1 0,0 0 0,0 0 0,1 0 0,-1-1 0,0 1 0,1 0 0,0 0 0,-1-1 0,1 1 0,0-1 0,0 0 0,0 1 0,4 1 0,-2-2 0,0 1 0,0-1 0,0 0 0,0 0 0,0-1 0,1 1 0,-1-1 0,0 0 0,6-1 0,3-1 0,0 0 0,0-1 0,0 0 0,-1-1 0,17-8 0,1-3 0,-1-1 0,-1-1 0,-1-2 0,0-1 0,-1-1 0,-2-1 0,0-1 0,-1-1 0,26-35 0,-27 28 0,-1 0 0,-1-2 0,-2 0 0,-1-1 0,-2-1 0,-1-1 0,16-68 0,-36 146 0,-2 75 0,11-72 0,1 0 0,2-1 0,14 50 0,-14-70 0,2-1 0,1 1 0,0-1 0,2-1 0,0 0 0,2-1 0,18 25 0,-24-37-195,0-1 0,0-1 0,1 1 0,0-1 0,1-1 0,13 10 0,9-1-6631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34.844"/>
    </inkml:context>
    <inkml:brush xml:id="br0">
      <inkml:brushProperty name="width" value="0.05" units="cm"/>
      <inkml:brushProperty name="height" value="0.05" units="cm"/>
      <inkml:brushProperty name="color" value="#FFFFFF"/>
    </inkml:brush>
  </inkml:definitions>
  <inkml:trace contextRef="#ctx0" brushRef="#br0">121 271 24575,'0'-15'0,"0"5"0,0-1 0,0 1 0,-1 0 0,0-1 0,-1 1 0,-4-15 0,6 24 0,0 0 0,-1 0 0,1 1 0,0-1 0,0 0 0,-1 0 0,1 1 0,-1-1 0,1 0 0,0 1 0,-1-1 0,1 0 0,-1 1 0,0-1 0,1 0 0,-1 1 0,1-1 0,-1 1 0,0 0 0,0-1 0,0 0 0,0 1 0,1 0 0,-1 1 0,1-1 0,-1 0 0,1 0 0,-1 0 0,1 1 0,-1-1 0,1 0 0,-1 0 0,1 1 0,-1-1 0,1 0 0,-1 1 0,1-1 0,-1 1 0,1-1 0,0 1 0,-1-1 0,1 0 0,0 1 0,-1 0 0,-2 5 0,0 0 0,1 0 0,0 0 0,-2 8 0,-16 88 0,5 0 0,-3 108 0,10-90 0,3-69 0,-4 90 0,9-138 0,1 1 0,-1-1 0,1 1 0,-1-1 0,1 1 0,2 5 0,-3-9 0,0 0 0,1 1 0,-1-1 0,0 1 0,0-1 0,0 0 0,1 1 0,-1-1 0,0 0 0,0 1 0,1-1 0,-1 0 0,0 1 0,1-1 0,-1 0 0,1 0 0,-1 0 0,0 1 0,1-1 0,-1 0 0,0 0 0,1 0 0,0 1 0,0-2 0,-1 1 0,1 0 0,0 0 0,-1-1 0,1 1 0,0 0 0,-1-1 0,1 1 0,0-1 0,-1 1 0,1-1 0,-1 1 0,1-1 0,-1 1 0,1-1 0,-1 1 0,1-1 0,-1 0 0,1 0 0,4-10 0,0-1 0,-1 0 0,0 0 0,0 0 0,-2 0 0,1 0 0,0-23 0,-1 22 0,21-254 0,-14 131 0,33-167 0,-39 291 0,-2 3 0,1 0 0,0 0 0,0 0 0,1 0 0,0 0 0,1 0 0,0 1 0,0 0 0,7-9 0,-11 16 0,1 1 0,-1-1 0,0 1 0,1-1 0,-1 1 0,0-1 0,1 1 0,-1 0 0,1-1 0,-1 1 0,1 0 0,-1-1 0,1 1 0,-1 0 0,1 0 0,-1-1 0,1 1 0,-1 0 0,1 0 0,0 0 0,-1 0 0,1 0 0,-1 0 0,1 0 0,-1 0 0,1 0 0,0 0 0,-1 0 0,2 0 0,-1 1 0,-1 0 0,1-1 0,0 1 0,0 0 0,0 0 0,0 0 0,-1 0 0,1 0 0,0 0 0,-1 0 0,1 0 0,0 0 0,0 2 0,10 41 0,-10-41 0,5 33 69,-2 1-1,-1-1 0,-2 1 0,-4 44 1,2-61-240,-2 0 0,-1-1 1,0 1-1,-1 0 0,-2-1 1,0 0-1,0 0 0,-2-1 1,-12 20-1,1-11-6655</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35.262"/>
    </inkml:context>
    <inkml:brush xml:id="br0">
      <inkml:brushProperty name="width" value="0.05" units="cm"/>
      <inkml:brushProperty name="height" value="0.05" units="cm"/>
      <inkml:brushProperty name="color" value="#FFFFFF"/>
    </inkml:brush>
  </inkml:definitions>
  <inkml:trace contextRef="#ctx0" brushRef="#br0">1 222 24575,'2'1'0,"-1"-1"0,1 0 0,-1 1 0,1-1 0,-1 0 0,1 1 0,-1 0 0,1-1 0,-1 1 0,0 0 0,1 0 0,-1 0 0,0 0 0,0 0 0,0 0 0,1 0 0,-1 0 0,0 1 0,-1-1 0,1 0 0,0 1 0,0-1 0,0 0 0,-1 1 0,1-1 0,-1 1 0,1-1 0,-1 1 0,0-1 0,1 1 0,-1 0 0,0 2 0,1 8 0,0 0 0,-1-1 0,-2 16 0,2-22 0,-15 497 0,30-732 0,21-13 0,-25 176 0,-6 35 0,36-181 0,-40 208 0,0 1 0,1-1 0,0 1 0,0 0 0,0 0 0,5-8 0,-7 12 0,0 0 0,1-1 0,-1 1 0,1-1 0,-1 1 0,0 0 0,1-1 0,-1 1 0,1 0 0,-1-1 0,1 1 0,-1 0 0,1 0 0,-1 0 0,1-1 0,-1 1 0,1 0 0,-1 0 0,1 0 0,-1 0 0,1 0 0,-1 0 0,1 0 0,0 0 0,0 0 0,0 1 0,0 0 0,0-1 0,0 1 0,0 0 0,0-1 0,-1 1 0,1 0 0,0 0 0,0 0 0,-1 0 0,1 0 0,-1 0 0,1 0 0,-1 0 0,2 2 0,2 8 0,0 0 0,-1 1 0,0 0 0,0-1 0,-1 1 0,-1 0 0,0 13 0,-1 1 0,-1 1 0,-5 29 0,2-33-195,-1 0 0,-1 0 0,-1-1 0,0 0 0,-2-1 0,-17 32 0,6-21-6631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35.678"/>
    </inkml:context>
    <inkml:brush xml:id="br0">
      <inkml:brushProperty name="width" value="0.05" units="cm"/>
      <inkml:brushProperty name="height" value="0.05" units="cm"/>
      <inkml:brushProperty name="color" value="#FFFFFF"/>
    </inkml:brush>
  </inkml:definitions>
  <inkml:trace contextRef="#ctx0" brushRef="#br0">2300 220 24575,'-11'-6'0,"0"0"0,-1 0 0,1 1 0,-1 1 0,0 0 0,-21-4 0,-78-7 0,99 14 0,-76-5-135,0 4 1,-1 4-1,-120 18 0,64 4-350,-175 54 0,204-44-24,1 6 0,-190 95-1,251-106 505,1 2-1,2 2 1,1 3-1,2 1 0,1 3 1,3 2-1,-55 65 1,80-83-40,1 1 1,2 0-1,1 1 0,0 1 1,2 0-1,2 1 1,0 0-1,2 1 0,-11 56 1,17-61 25,0 1 1,2 0-1,1 0 1,1 0-1,1-1 1,1 1-1,1 0 1,2-1-1,0 0 1,1 0 0,2-1-1,15 32 1,-4-21-51,1 0 0,1-1-1,2-1 1,1-2 0,2 0 0,1-2 0,1-1 0,1-1 0,47 31 0,-12-15-103,2-3-1,1-4 1,141 53-1,-86-48 62,1-5-1,2-6 1,1-5 0,1-6 0,0-5-1,1-6 1,140-11 0,-188-1 116,-1-5 1,0-2 0,-1-4 0,-1-3 0,115-45 0,-151 46 1,0-1 0,-1-3 0,-1-1 0,-1-2 0,-2-1 0,0-2 1,-2-2-1,-1-1 0,-1-2 0,-2-1 0,28-40 0,-32 32-7,-2 0 0,-1-2 0,-3-1 0,-1 0 0,-3-2 0,-2 0 0,-1-1 0,-3 0 0,-2-1 0,-2 0 0,-3 0 0,-1-1 0,-2 1 0,-3-1 0,-13-78 0,7 82 0,-3 0 0,-1 1 0,-2 0 0,-3 1 0,-1 1 0,-2 0 0,-31-48 0,29 58 0,-2 0 0,-1 2 0,-1 1 0,-1 1 0,-2 1 0,-1 1 0,-1 2 0,-66-41 0,51 41-13,-1 2 0,-1 2 0,-1 2 0,-83-19 0,45 19-536,-163-13 1,24 21-563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2.213"/>
    </inkml:context>
    <inkml:brush xml:id="br0">
      <inkml:brushProperty name="width" value="0.05" units="cm"/>
      <inkml:brushProperty name="height" value="0.05" units="cm"/>
      <inkml:brushProperty name="color" value="#FFFFFF"/>
    </inkml:brush>
  </inkml:definitions>
  <inkml:trace contextRef="#ctx0" brushRef="#br0">69 3852 24575,'-1'-18'0,"-1"0"0,-1 0 0,-8-28 0,-1-5 0,0-37 0,0-138 0,9 145 0,6-860-1199,52 2 0,-21-167 564,-35 1052 1606,-2 0 0,-21-101 0,24 155-968,0 0 0,0 0-1,0 1 1,0-1 0,0 0-1,0 0 1,0 0 0,0 0-1,0 0 1,1 0 0,-1 0-1,0 0 1,0 0 0,0 0-1,0 0 1,0 0 0,0 0-1,0 0 1,0 0 0,0 0-1,0 0 1,0 0 0,0 0-1,0 0 1,0 0 0,0 0-1,0 0 1,0 0 0,1 0-1,-1 0 1,0 0 0,0 0-1,0 0 1,0 0 0,0 0-1,0 0 1,0-1 0,0 1-1,0 0 1,0 0 0,0 0-1,0 0 1,0 0 0,0 0-1,7 10 28,-6-8-32,-1 0 0,1 0 0,0 0 0,0 0 0,-1 1-1,1-1 1,-1 0 0,1 0 0,-1 0 0,0 0 0,0 0 0,0 1-1,-1 3 1,-27 73 2,-4 18 0,28-77 0,-2 32 0,5-37 0,0 0 0,-2 0 0,0 0 0,-5 15 0,6-30 0,1-9 0,-1-11 0,6-11 0,1 1 0,1 0 0,1 0 0,2 1 0,1 0 0,2 0 0,0 1 0,2 1 0,1 0 0,35-47 0,-47 69 0,1 0 0,0 1 0,0-1 0,1 1 0,-1 0 0,1 1 0,7-6 0,-10 8 0,0 0 0,0 1 0,0-1 0,0 0 0,0 0 0,0 1 0,0-1 0,0 1 0,0 0 0,0 0 0,0-1 0,0 1 0,0 1 0,0-1 0,0 0 0,0 0 0,0 1 0,0-1 0,0 1 0,0 0 0,0-1 0,0 1 0,0 0 0,3 3 0,2 1 39,0 1 0,-1 0 0,0 1 0,0-1 0,-1 1-1,1 0 1,7 15 0,27 61-590,-25-49-574,6 10-5701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4.699"/>
    </inkml:context>
    <inkml:brush xml:id="br0">
      <inkml:brushProperty name="width" value="0.05" units="cm"/>
      <inkml:brushProperty name="height" value="0.05" units="cm"/>
      <inkml:brushProperty name="color" value="#FFFFFF"/>
    </inkml:brush>
  </inkml:definitions>
  <inkml:trace contextRef="#ctx0" brushRef="#br0">623 36 24575,'-4'-29'0,"4"28"0,0 1 0,0 0 0,0-1 0,-1 1 0,1 0 0,0 0 0,0-1 0,0 1 0,-1 0 0,1-1 0,0 1 0,0 0 0,-1 0 0,1-1 0,0 1 0,0 0 0,-1 0 0,1 0 0,0-1 0,-1 1 0,1 0 0,0 0 0,-1 0 0,1 0 0,0 0 0,-1 0 0,0 0 0,0 0 0,0 1 0,0-1 0,0 0 0,1 1 0,-1-1 0,0 1 0,0-1 0,0 1 0,1-1 0,-1 1 0,0 0 0,1-1 0,-1 1 0,0 1 0,-84 117 0,29-38 0,-226 279 0,122-161 0,147-176 0,13-23 0,0 1 0,0-1 0,-1 1 0,1-1 0,0 1 0,0-1 0,0 0 0,-1 1 0,1-1 0,0 1 0,0-1 0,0 1 0,0-1 0,0 1 0,0-1 0,0 1 0,0-1 0,0 1 0,0-1 0,0 1 0,0-1 0,1 1 0,-1-1 0,0 1 0,0-1 0,0 1 0,1-1 0,-1 1 0,0-1 0,1 0 0,-1 1 0,0-1 0,1 0 0,-1 1 0,0-1 0,1 0 0,-1 1 0,1-1 0,-1 0 0,1 0 0,-1 1 0,0-1 0,1 0 0,-1 0 0,2 0 0,-1 0 0,0 0 0,1 0 0,-1 0 0,1-1 0,-1 1 0,1 0 0,-1-1 0,0 0 0,1 1 0,-1-1 0,3-1 0,-3 1 0,1 0 0,0 0 0,-1 0 0,1 0 0,0 1 0,0-1 0,0 0 0,-1 1 0,1 0 0,2-1 0,6 3 0,0 0 0,0 1 0,-1 0 0,1 0 0,-1 1 0,0 0 0,0 1 0,14 10 0,2-1 0,286 186 0,-138-55 0,-171-143 0,-1-1 0,1 0 0,-1 0 0,1 0 0,0 0 0,-1 0 0,1 0 0,0 0 0,0 0 0,0-1 0,0 1 0,-1-1 0,1 1 0,0-1 0,0 0 0,0 0 0,0 0 0,0 0 0,0 0 0,0 0 0,0 0 0,0-1 0,0 1 0,0-1 0,-1 1 0,1-1 0,0 0 0,0 0 0,-1 0 0,1 0 0,1-1 0,29-9 0,20 4 0,73-1 0,-77 7 0,1107-39 0,-1135 39 0,-14 0 0,1 0 0,-1 1 0,0 0 0,1 0 0,-1 1 0,9 1 0,-10-36 0,0 26 0,0 0 0,0-1 0,1 2 0,0-1 0,1 1 0,-1 0 0,2 0 0,10-8 0,5-5 0,225-229 0,-100 98 0,-110 115 0,-21 21 0,0-1 0,24-31 0,-39 44 0,0 1 0,-1-1 0,1 1 0,-1-1 0,1 0 0,-1 1 0,0-1 0,0 0 0,0 0 0,-1 0 0,1 0 0,-1 0 0,0 0 0,1 0 0,-1 0 0,-1 0 0,1 0 0,-1-4 0,0 3 0,-1-1 0,1 1 0,-1 0 0,0 0 0,-1 0 0,1 0 0,-1 0 0,0 0 0,0 1 0,-6-7 0,-4-1 0,0 1 0,-1 0 0,0 0 0,-1 2 0,-19-10 0,-31-10 0,-94-27 0,-73-6 0,214 56 0,10 4 0,1-1 0,0 0 0,0 0 0,0-1 0,0 0 0,1 0 0,-1 0 0,1-1 0,0 0 0,0-1 0,0 1 0,0-1 0,1 0 0,0 0 0,0-1 0,0 0 0,1 1 0,-1-2 0,1 1 0,-3-8 0,5 9 0,0 1 0,0 0 0,0 0 0,0 0 0,-1 0 0,1 1 0,-1-1 0,0 1 0,0 0 0,0-1 0,-1 1 0,1 0 0,-1 1 0,0-1 0,1 1 0,-1 0 0,0 0 0,-1 0 0,1 0 0,0 1 0,0-1 0,-1 1 0,1 0 0,-1 1 0,1-1 0,-1 1 0,-4 0 0,-49 2 0,-85 14 0,65-5 0,-118 10 0,-271 41 0,454-59 0,1 0 0,0 1 0,-23 11 0,7-2 0,-14 2-1365,28-11-5461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5.209"/>
    </inkml:context>
    <inkml:brush xml:id="br0">
      <inkml:brushProperty name="width" value="0.05" units="cm"/>
      <inkml:brushProperty name="height" value="0.05" units="cm"/>
      <inkml:brushProperty name="color" value="#FFFFFF"/>
    </inkml:brush>
  </inkml:definitions>
  <inkml:trace contextRef="#ctx0" brushRef="#br0">17 12 24575,'0'0'0,"0"-1"0,0 1 0,0 0 0,0-1 0,0 1 0,0-1 0,0 1 0,0-1 0,0 1 0,0 0 0,0-1 0,-1 1 0,1-1 0,0 1 0,0 0 0,0-1 0,-1 1 0,1-1 0,0 1 0,0 0 0,-1-1 0,1 1 0,0 0 0,0-1 0,-1 1 0,1 0 0,-1 0 0,1-1 0,0 1 0,-1 0 0,0 0 0,1 0 0,0 0 0,-1 0 0,1 1 0,-1-1 0,1 0 0,-1 0 0,1 1 0,0-1 0,-1 0 0,1 1 0,0-1 0,-1 0 0,1 1 0,0-1 0,0 0 0,-1 1 0,1-1 0,0 1 0,0-1 0,-1 1 0,1-1 0,0 0 0,0 1 0,0-1 0,0 1 0,0-1 0,0 1 0,0 0 0,-2 14 0,2-1 0,-1 1 0,2-1 0,0 1 0,4 17 0,0 15 0,-3 24 0,-3-47 0,2 0 0,1 1 0,0-1 0,2 0 0,8 28 0,-12-51 0,0 0 0,0-1 0,0 1 0,0-1 0,1 1 0,-1-1 0,0 1 0,0-1 0,1 1 0,-1 0 0,0-1 0,0 0 0,1 1 0,-1-1 0,1 1 0,-1-1 0,0 1 0,1-1 0,-1 0 0,1 1 0,-1-1 0,1 0 0,-1 1 0,1-1 0,-1 0 0,1 0 0,-1 0 0,1 1 0,0-1 0,-1 0 0,1 0 0,-1 0 0,1 0 0,-1 0 0,1 0 0,0 0 0,-1 0 0,1 0 0,-1 0 0,1-1 0,-1 1 0,1 0 0,0 0 0,-1 0 0,1-1 0,-1 1 0,1 0 0,-1-1 0,0 1 0,1 0 0,-1-1 0,1 1 0,-1-1 0,1 1 0,-1-1 0,25-31 0,-22 27 0,21-29 0,49-68 0,-63 90 0,0 1 0,0 1 0,1 0 0,0 0 0,1 1 0,16-10 0,-27 18 0,0 0 0,1 0 0,-1 0 0,1 1 0,-1-1 0,1 0 0,-1 1 0,1-1 0,-1 1 0,1-1 0,-1 1 0,1 0 0,0 0 0,-1 0 0,1 0 0,-1 0 0,1 0 0,0 0 0,-1 0 0,1 1 0,-1-1 0,1 0 0,-1 1 0,1 0 0,-1-1 0,1 1 0,1 1 0,0 1 0,-1-1 0,0 1 0,0 0 0,-1 0 0,1-1 0,0 1 0,-1 1 0,0-1 0,0 0 0,0 0 0,0 0 0,1 6 0,9 55 289,-6-33-1116,12 43 0,-8-46-5999</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5.630"/>
    </inkml:context>
    <inkml:brush xml:id="br0">
      <inkml:brushProperty name="width" value="0.05" units="cm"/>
      <inkml:brushProperty name="height" value="0.05" units="cm"/>
      <inkml:brushProperty name="color" value="#FFFFFF"/>
    </inkml:brush>
  </inkml:definitions>
  <inkml:trace contextRef="#ctx0" brushRef="#br0">142 314 24575,'0'-7'0,"0"-1"0,0 1 0,-1 0 0,0 0 0,-4-12 0,5 18 0,0-1 0,-1 1 0,1 0 0,-1-1 0,0 1 0,1 0 0,-1-1 0,0 1 0,0 0 0,0 0 0,0 0 0,0 0 0,0 0 0,0 0 0,0 0 0,0 0 0,-1 1 0,1-1 0,0 0 0,0 1 0,-1-1 0,1 1 0,0-1 0,-1 1 0,1 0 0,-1-1 0,1 1 0,0 0 0,-1 0 0,1 0 0,-1 0 0,1 0 0,-1 0 0,1 1 0,-3 0 0,1 0 0,0 0 0,0 0 0,0 1 0,0 0 0,1-1 0,-1 1 0,0 0 0,1 0 0,-1 1 0,1-1 0,0 0 0,0 1 0,0-1 0,0 1 0,-2 4 0,-3 5 0,1 0 0,-6 16 0,6-13 0,1 0 0,1 1 0,-4 20 0,7-31 0,1 0 0,-1 0 0,1 0 0,0 0 0,0 0 0,0 0 0,1 1 0,-1-1 0,1 0 0,1 0 0,-1-1 0,1 1 0,0 0 0,3 7 0,-3-10 0,-1-1 0,0 1 0,0-1 0,1 1 0,-1-1 0,1 0 0,-1 1 0,1-1 0,0 0 0,0 0 0,-1 0 0,1 0 0,0-1 0,0 1 0,0 0 0,0-1 0,0 1 0,0-1 0,0 0 0,0 1 0,0-1 0,0 0 0,0 0 0,0-1 0,0 1 0,0 0 0,0-1 0,0 1 0,0-1 0,-1 1 0,1-1 0,0 0 0,0 0 0,0 0 0,1-1 0,4-2 0,-1 0 0,1-1 0,-1 0 0,0 0 0,0 0 0,-1-1 0,9-11 0,-5 3 0,-1 0 0,0-1 0,-1 1 0,0-2 0,-2 1 0,7-26 0,13-98 0,-25 136 0,1-5 0,3-18 0,0 1 0,-2-1 0,-1 0 0,-3-27 0,-3 40 0,1 22 0,-1 25 0,1 23 0,6 103 0,0-141 0,0-1 0,2 1 0,0-1 0,0 0 0,2 0 0,0 0 0,2-1 0,0 0 0,14 24 0,-18-36-170,-1-1-1,1 1 0,-1-1 1,1 0-1,0 0 0,1-1 1,4 4-1,6 2-6655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5.784"/>
    </inkml:context>
    <inkml:brush xml:id="br0">
      <inkml:brushProperty name="width" value="0.05" units="cm"/>
      <inkml:brushProperty name="height" value="0.05" units="cm"/>
      <inkml:brushProperty name="color" value="#FFFFFF"/>
    </inkml:brush>
  </inkml:definitions>
  <inkml:trace contextRef="#ctx0" brushRef="#br0">0 47 24575,'0'-6'0,"0"-5"0,0-3 0,0 3 0,0 7 0,0 6 0,3 7 0,1 7 0,0 7 0,-1 3 0,2 2 0,1 3 0,1-1 0,0-6-8191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5.921"/>
    </inkml:context>
    <inkml:brush xml:id="br0">
      <inkml:brushProperty name="width" value="0.05" units="cm"/>
      <inkml:brushProperty name="height" value="0.05" units="cm"/>
      <inkml:brushProperty name="color" value="#FFFFFF"/>
    </inkml:brush>
  </inkml:definitions>
  <inkml:trace contextRef="#ctx0" brushRef="#br0">7 23 24575,'0'-3'0,"0"-7"0,0 1 0,0 8 0,0 8 0,-3 8 0,0 1-8191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7.042"/>
    </inkml:context>
    <inkml:brush xml:id="br0">
      <inkml:brushProperty name="width" value="0.05" units="cm"/>
      <inkml:brushProperty name="height" value="0.05" units="cm"/>
      <inkml:brushProperty name="color" value="#FFFFFF"/>
    </inkml:brush>
  </inkml:definitions>
  <inkml:trace contextRef="#ctx0" brushRef="#br0">56 2095 24575,'1'0'0,"0"0"0,0-1 0,0 1 0,-1-1 0,1 1 0,0-1 0,0 1 0,-1-1 0,1 1 0,0-1 0,-1 0 0,1 1 0,-1-1 0,1 0 0,-1 1 0,1-1 0,-1 0 0,1 0 0,-1 0 0,0 1 0,1-1 0,-1 0 0,0 0 0,0 0 0,0 0 0,0 0 0,0 0 0,0 1 0,0-1 0,0-1 0,0-30 0,-9-42 0,-12-175 0,17-743-521,7 526 355,-3 229 166,-3 214 107,2 23-100,1 0 0,0 0 0,0 1 0,-1-1 0,1 0 0,0 0 1,-1 0-1,1 0 0,0 0 0,0 0 0,-1 1 0,1-1 0,0 0 0,0 0 1,-1 0-1,1 1 0,0-1 0,0 0 0,0 0 0,-1 1 0,1-1 0,0 0 1,0 0-1,0 1 0,0-1 0,0 0 0,-1 1 0,1-1 0,0 0 0,0 1 1,0-1-1,0 1 0,-13 40 338,13-40-345,-5 22 0,4-16 0,0-1 0,-1 0 0,1 1 0,-4 6 0,5-13 0,0 0 0,0 0 0,0 1 0,0-1 0,0 0 0,0 0 0,0 1 0,0-1 0,1 0 0,-1 0 0,0 1 0,0-1 0,0 0 0,0 0 0,0 0 0,0 1 0,1-1 0,-1 0 0,0 0 0,0 0 0,0 0 0,1 1 0,-1-1 0,0 0 0,0 0 0,1 0 0,-1 0 0,0 0 0,0 0 0,1 0 0,-1 0 0,0 0 0,0 0 0,1 1 0,-1-1 0,0 0 0,0-1 0,1 1 0,-1 0 0,0 0 0,0 0 0,1 0 0,-1 0 0,0 0 0,20 0 0,-12-1 0,320 14 0,-81-2 0,33-5-167,373 19-435,-633-24 602,23 2 0,-40-3 0,0 1 0,0-1 0,0 1 0,-1 0 0,1 0 0,0 0 0,-1 0 0,1 0 0,-1 1 0,5 2 0,-7-4 8,1 1 0,-1-1 0,0 0 0,0 1 0,0-1 0,0 0 0,1 1 0,-1-1 0,0 0 0,0 1 0,0-1 0,0 0 0,0 1 0,0-1 0,0 0 0,0 1 0,0-1 0,0 0 0,0 1 0,0-1 0,0 1 0,0-1 0,0 0 0,0 1 1,-1-1-1,1 0 0,0 1 0,0-1 0,0 0 0,-1 0 0,1 1 0,0-1 0,0 0 0,0 0 0,-1 1 0,1-1 0,0 0 0,-1 0 0,1 1 0,0-1 0,-1 0 0,1 0 0,0 0 0,-1 0 0,1 0 0,0 0 0,-1 1 0,-17 6 376,6-4-725,-1-1 0,1-1-1,-18 1 1,8-1-6485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7.287"/>
    </inkml:context>
    <inkml:brush xml:id="br0">
      <inkml:brushProperty name="width" value="0.05" units="cm"/>
      <inkml:brushProperty name="height" value="0.05" units="cm"/>
      <inkml:brushProperty name="color" value="#FFFFFF"/>
    </inkml:brush>
  </inkml:definitions>
  <inkml:trace contextRef="#ctx0" brushRef="#br0">24 33 24575,'-1'-2'0,"1"0"0,-1 0 0,0 0 0,0 0 0,0 0 0,0 1 0,0-1 0,0 0 0,-1 0 0,1 1 0,0-1 0,-1 1 0,0-1 0,-1-1 0,-2-1 0,74 43 0,-26-12 0,-29-20 0,0 2 0,0-1 0,-1 2 0,0 0 0,0 1 0,-1 0 0,18 22 0,-28-30 9,0-1 0,-1 1-1,1-1 1,-1 1 0,0 0-1,0 0 1,0 0 0,0-1-1,0 1 1,-1 0 0,1 0-1,-1 0 1,0 0 0,0 0-1,0 0 1,0 0 0,-1 6-1,-1-5 9,1 0 0,-1 0-1,0 0 1,0 0-1,0 0 1,-1 0-1,1 0 1,-1-1-1,0 1 1,-6 5-1,-6 3-271,0 0-1,-1 0 0,-1-2 0,-23 12 0,29-17-168,-22 13-6402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8.004"/>
    </inkml:context>
    <inkml:brush xml:id="br0">
      <inkml:brushProperty name="width" value="0.05" units="cm"/>
      <inkml:brushProperty name="height" value="0.05" units="cm"/>
      <inkml:brushProperty name="color" value="#FFFFFF"/>
    </inkml:brush>
  </inkml:definitions>
  <inkml:trace contextRef="#ctx0" brushRef="#br0">1360 228 24575,'9'-5'0,"0"-1"0,-1 1 0,0-1 0,0-1 0,0 1 0,8-11 0,-12 12 0,0 1 0,0-1 0,-1 0 0,1 0 0,-1 0 0,-1 0 0,1 0 0,-1-1 0,0 1 0,0-1 0,0 0 0,1-6 0,-4 9 0,1 1 0,0-1 0,0 0 0,-1 1 0,1-1 0,-1 1 0,0-1 0,0 1 0,0 0 0,0-1 0,0 1 0,-1 0 0,1 0 0,-1 0 0,1-1 0,-1 2 0,0-1 0,0 0 0,0 0 0,0 1 0,0-1 0,0 1 0,-4-3 0,-2-1 0,-1 1 0,-1-1 0,1 1 0,-18-4 0,-6 0 0,0 3 0,0 0 0,0 2 0,-57 3 0,-133 21 0,71 3-155,1 7 0,1 6 0,-143 56-1,265-83 156,0 1 0,1 2 0,-31 19 0,55-31 0,0 1 0,1 0 0,-1 0 0,1 0 0,-1 0 0,1 0 0,0 0 0,0 1 0,0-1 0,0 1 0,0 0 0,1-1 0,-1 1 0,-1 5 0,3-6 0,0 0 0,0-1 0,0 1 0,0 0 0,0 0 0,1-1 0,-1 1 0,1 0 0,-1-1 0,1 1 0,0-1 0,0 1 0,-1-1 0,1 1 0,0-1 0,0 1 0,0-1 0,1 0 0,-1 1 0,0-1 0,0 0 0,1 0 0,-1 0 0,1 0 0,-1 0 0,1 0 0,3 1 0,14 7 87,0-1-1,1-1 0,0-1 0,0 0 1,28 3-1,264 34-580,6-25-154,257-11-541,-3-57-217,-546 46 1363,119-23-91,-128 22 166,1 0 0,-1-2 1,0 0-1,0 0 0,27-18 1,-41 23 20,1 0 0,-1-1 0,0 1 0,-1 0 0,1-1 0,0 0 0,-1 0 0,1 1 0,-1-1 0,0-1 0,0 1 0,0 0 0,0 0 0,-1-1 0,1 1 0,0-6 0,-1 6 18,-1 0 0,0 0 0,-1 0 0,1 0 0,0 0 0,-1 1 0,1-1 0,-1 0 0,0 0 0,0 1 0,0-1 0,-1 0 0,1 1 0,0-1 0,-1 1 0,0 0 0,1-1 0,-1 1 0,0 0 0,0 0 0,-5-3 0,-6-5 70,0 0 0,0 1 0,-2 0 1,1 1-1,-1 1 0,-20-7 0,-100-26 211,8 11-604,-1 6 0,-142-6 0,-261 23 28,286 23-1126,151-6-4491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8.451"/>
    </inkml:context>
    <inkml:brush xml:id="br0">
      <inkml:brushProperty name="width" value="0.05" units="cm"/>
      <inkml:brushProperty name="height" value="0.05" units="cm"/>
      <inkml:brushProperty name="color" value="#FFFFFF"/>
    </inkml:brush>
  </inkml:definitions>
  <inkml:trace contextRef="#ctx0" brushRef="#br0">243 1 24575,'-1'0'0,"0"0"0,-1 1 0,1-1 0,0 1 0,-1-1 0,1 1 0,0-1 0,-1 1 0,1 0 0,0 0 0,0-1 0,0 1 0,0 0 0,0 0 0,0 0 0,0 1 0,0-1 0,0 0 0,1 0 0,-1 0 0,0 0 0,1 1 0,-1-1 0,1 0 0,-1 1 0,1-1 0,-1 3 0,-6 38 0,4 71 0,-5 44 0,-4-79 0,-23 79 0,-33 73 0,-2 9 0,67-229 0,0-2 0,1 0 0,1 0 0,-1-1 0,0 10 0,2-16 0,0 0 0,0 0 0,0 1 0,0-1 0,0 0 0,0 0 0,1 0 0,-1 1 0,0-1 0,1 0 0,-1 0 0,0 0 0,1 0 0,0 1 0,-1-1 0,1 0 0,0 0 0,-1 0 0,1 0 0,0 0 0,0-1 0,0 1 0,0 0 0,0 0 0,0-1 0,0 1 0,0 0 0,0-1 0,0 1 0,0-1 0,0 1 0,2 0 0,14 1 0,1 0 0,-1-1 0,0-1 0,23-3 0,7 1 0,718-18-935,-662 18 423,620-14-695,0-23 839,-686 37 418,-20 1 58,1 0-1,0-1 1,-1-1-1,1 0 1,22-8-1,-39 10-67,-1 1-1,1 0 1,0 0 0,0 0-1,-1 0 1,1-1-1,0 1 1,-1 0-1,1-1 1,-1 1-1,1-1 1,0 1-1,-1 0 1,1-1-1,-1 1 1,1-1-1,-1 1 1,1-1-1,-1 0 1,0 1-1,1-1 1,-1 0-1,0 1 1,1-1-1,-1 0 1,0 1-1,0-1 1,1 0 0,-1-1-1,-1 1-78,1 0 1,-1 0-1,1 0 0,-1 0 0,0 0 0,0-1 1,1 1-1,-1 1 0,0-1 0,0 0 1,0 0-1,0 0 0,0 0 0,-2 0 1,-14-10-6431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48.699"/>
    </inkml:context>
    <inkml:brush xml:id="br0">
      <inkml:brushProperty name="width" value="0.05" units="cm"/>
      <inkml:brushProperty name="height" value="0.05" units="cm"/>
      <inkml:brushProperty name="color" value="#FFFFFF"/>
    </inkml:brush>
  </inkml:definitions>
  <inkml:trace contextRef="#ctx0" brushRef="#br0">98 63 24575,'-6'-18'0,"-4"-12"0,9 29 0,1 0 0,0 0 0,-1 0 0,1 0 0,0 1 0,-1-1 0,1 0 0,-1 0 0,0 1 0,1-1 0,-1 0 0,0 1 0,1-1 0,-1 1 0,0-1 0,1 1 0,-1-1 0,0 1 0,0 0 0,0-1 0,0 1 0,1 0 0,-1-1 0,-2 1 0,2 0 0,0 1 0,0-1 0,0 1 0,1-1 0,-1 1 0,0-1 0,0 1 0,0-1 0,0 1 0,1 0 0,-1-1 0,0 1 0,1 0 0,-1 0 0,1 0 0,-1 0 0,1-1 0,-1 1 0,1 0 0,-1 0 0,1 0 0,-1 2 0,-6 25 0,7-26 0,-10 65 0,-2 106 0,10-128 0,-1 243 323,-7 93-2011,7-342-5138</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0.019"/>
    </inkml:context>
    <inkml:brush xml:id="br0">
      <inkml:brushProperty name="width" value="0.05" units="cm"/>
      <inkml:brushProperty name="height" value="0.05" units="cm"/>
      <inkml:brushProperty name="color" value="#FFFFFF"/>
    </inkml:brush>
  </inkml:definitions>
  <inkml:trace contextRef="#ctx0" brushRef="#br0">114 114 24575,'-4'-11'0,"1"1"0,0-1 0,0 0 0,1 0 0,1-1 0,0 1 0,0-12 0,1 10 0,1 74 0,-3-1 0,-13 77 0,-32 134 0,31-184 0,9-58 0,4-21 0,1-1 0,1 1 0,-1 0 0,1 0 0,1 9 0,0-17 0,0 0 0,0 1 0,0-1 0,0 0 0,0 0 0,0 1 0,0-1 0,0 0 0,0 0 0,0 1 0,0-1 0,0 0 0,0 0 0,0 1 0,0-1 0,0 0 0,0 0 0,1 0 0,-1 1 0,0-1 0,0 0 0,0 0 0,0 0 0,1 1 0,-1-1 0,0 0 0,0 0 0,1 0 0,-1 0 0,0 0 0,0 0 0,0 1 0,1-1 0,-1 0 0,0 0 0,0 0 0,1 0 0,-1 0 0,0 0 0,0 0 0,1 0 0,-1 0 0,0 0 0,0 0 0,1 0 0,-1 0 0,0 0 0,0-1 0,1 1 0,-1 0 0,0 0 0,0 0 0,1 0 0,-1 0 0,0 0 0,0-1 0,0 1 0,1 0 0,-1 0 0,0 0 0,0-1 0,0 1 0,0 0 0,0 0 0,1-1 0,13-13 0,97-146 0,-77 105 0,3 2 0,47-51 0,-81 101 0,0 0 0,0 0 0,0 0 0,1 0 0,-1 0 0,1 1 0,-1 0 0,1 0 0,7-3 0,-9 4 0,-1 1 0,0 0 0,1 0 0,-1 0 0,0 0 0,1 0 0,-1 0 0,0 0 0,1 0 0,-1 0 0,0 1 0,1-1 0,-1 0 0,0 1 0,0-1 0,0 1 0,1 0 0,-1-1 0,0 1 0,0 0 0,0 0 0,0 0 0,0 0 0,0 0 0,0 0 0,0 0 0,0 0 0,-1 0 0,1 0 0,0 0 0,-1 0 0,1 1 0,0 1 0,7 18 0,-1 0 0,-1 0 0,6 36 0,0-1 0,-7-36 0,31 115 0,-28-112 0,1-1 0,0 0 0,22 36 0,-29-54 0,1-1 0,-1 1 0,1-1 0,-1 0 0,1 0 0,0 0 0,0 0 0,1 0 0,-1 0 0,1-1 0,-1 0 0,1 0 0,5 3 0,-7-5 0,1 1 0,-1-1 0,0 0 0,1 1 0,-1-1 0,1 0 0,-1 0 0,0-1 0,1 1 0,-1 0 0,0-1 0,1 1 0,-1-1 0,0 0 0,0 0 0,1 0 0,-1 0 0,0 0 0,0 0 0,0-1 0,0 1 0,0-1 0,-1 1 0,3-4 0,21-22 0,-2-2 0,-1 0 0,27-49 0,-14 23 0,-33 51 0,0 0 0,0 1 0,-1-1 0,1 0 0,-1 0 0,1 0 0,-1 0 0,-1-1 0,1 1 0,-1 0 0,1 0 0,-1-1 0,0 1 0,-1 0 0,1 0 0,-1 0 0,0-1 0,-2-5 0,1 3 0,-1 0 0,0 0 0,0 0 0,-1 1 0,0-1 0,0 1 0,-1 0 0,0 0 0,-10-9 0,14 14 0,0 0 0,-1-1 0,1 1 0,0 0 0,-1 0 0,1 0 0,-1 1 0,0-1 0,1 0 0,-1 0 0,0 1 0,1-1 0,-1 1 0,0 0 0,0-1 0,1 1 0,-1 0 0,0 0 0,0 0 0,1 0 0,-1 0 0,-3 1 0,2 0 0,0 1 0,0-1 0,0 1 0,0 0 0,0 0 0,0 0 0,1 0 0,-1 0 0,1 0 0,0 1 0,-4 3 0,-1 4 0,1 0 0,-1 0 0,2 1 0,-1 0 0,2 0 0,-5 11 0,5-6 0,1-1 0,0 0 0,0 1 0,1 19 0,2-29 0,0 0 0,0-1 0,0 1 0,1 0 0,0-1 0,0 1 0,0 0 0,1-1 0,0 0 0,0 1 0,1-1 0,-1 0 0,1 0 0,0 0 0,4 5 0,-4-8 0,-1 0 0,0 0 0,0-1 0,1 1 0,-1-1 0,1 1 0,-1-1 0,1 0 0,0 0 0,0 0 0,-1 0 0,1 0 0,0-1 0,0 1 0,0-1 0,0 0 0,0 0 0,0 0 0,0 0 0,-1 0 0,1-1 0,0 1 0,0-1 0,0 0 0,0 0 0,-1 0 0,6-3 0,0 0 0,0 0 0,0-1 0,-1 0 0,0 0 0,0-1 0,0 1 0,11-15 0,-6 4 0,-1 0 0,-1-1 0,0 0 0,-1 0 0,-1-1 0,-1-1 0,-1 1 0,0-1 0,4-26 0,-3 2 0,-2 0 0,-2 0 0,-3-51 0,0 87 0,0 0 0,0 0 0,0 0 0,-1-1 0,0 1 0,0 0 0,-1 0 0,0 0 0,0 1 0,-4-9 0,6 15 0,0-1 0,0 1 0,0 0 0,0 0 0,0-1 0,0 1 0,0 0 0,0 0 0,0-1 0,-1 1 0,1 0 0,0 0 0,0-1 0,0 1 0,0 0 0,-1 0 0,1 0 0,0-1 0,0 1 0,-1 0 0,1 0 0,0 0 0,0 0 0,-1 0 0,1 0 0,0-1 0,0 1 0,-1 0 0,1 0 0,0 0 0,0 0 0,-1 0 0,1 0 0,0 0 0,0 0 0,-1 0 0,1 0 0,0 0 0,-1 0 0,1 0 0,0 0 0,0 1 0,-1-1 0,1 0 0,0 0 0,0 0 0,-1 0 0,1 0 0,0 1 0,0-1 0,0 0 0,-1 0 0,1 0 0,0 1 0,0-1 0,0 0 0,0 0 0,-1 0 0,1 1 0,0-1 0,0 0 0,0 0 0,0 1 0,-6 18 0,1 31 0,2 0 0,3 0 0,1-1 0,15 87 0,-12-113 0,0-1 0,2 0 0,1 0 0,15 34 0,-19-48 0,1-1 0,-1 0 0,2 1 0,-1-2 0,1 1 0,0-1 0,1 1 0,-1-1 0,1-1 0,0 1 0,1-1 0,-1 0 0,1 0 0,0-1 0,0 0 0,10 4 0,-14-7 0,1 0 0,0 0 0,0 0 0,0-1 0,-1 0 0,1 1 0,0-1 0,0 0 0,0-1 0,0 1 0,0-1 0,0 1 0,-1-1 0,1-1 0,6-2 0,-4 1 0,-1 0 0,1 0 0,-1-1 0,0 0 0,0 0 0,0 0 0,-1-1 0,8-9 0,-2 0 0,-1-1 0,0 0 0,-1 0 0,-1-1 0,-1 0 0,6-20 0,-8 22 0,0 1 0,0 1 0,-1-1 0,2-23 0,-5 36 0,0-1 0,0 1 0,0 0 0,0 0 0,0 0 0,0 0 0,0 0 0,0-1 0,0 1 0,0 0 0,1 0 0,-1 0 0,0 0 0,0-1 0,0 1 0,0 0 0,0 0 0,0 0 0,0-1 0,0 1 0,0 0 0,-1 0 0,1 0 0,0 0 0,0-1 0,0 1 0,0 0 0,0 0 0,0 0 0,0 0 0,0 0 0,0-1 0,0 1 0,-1 0 0,1 0 0,0 0 0,0 0 0,0 0 0,0 0 0,0 0 0,0-1 0,-1 1 0,1 0 0,0 0 0,0 0 0,0 0 0,0 0 0,-1 0 0,1 0 0,-7 9 0,-5 18 0,5-7-341,2 0 0,0 0-1,-3 39 1,6-35-6485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0.142"/>
    </inkml:context>
    <inkml:brush xml:id="br0">
      <inkml:brushProperty name="width" value="0.05" units="cm"/>
      <inkml:brushProperty name="height" value="0.05" units="cm"/>
      <inkml:brushProperty name="color" value="#FFFFFF"/>
    </inkml:brush>
  </inkml:definitions>
  <inkml:trace contextRef="#ctx0" brushRef="#br0">23 46 24575,'0'-6'0,"0"-5"0,-3-3 0,-1 3 0,0 7 0,-2 10 0,0 4-8191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2.183"/>
    </inkml:context>
    <inkml:brush xml:id="br0">
      <inkml:brushProperty name="width" value="0.05" units="cm"/>
      <inkml:brushProperty name="height" value="0.05" units="cm"/>
      <inkml:brushProperty name="color" value="#FFFFFF"/>
    </inkml:brush>
  </inkml:definitions>
  <inkml:trace contextRef="#ctx0" brushRef="#br0">90 84 24575,'-29'-33'0,"20"22"0,0 1 0,0 1 0,-12-10 0,21 19 0,0-1 0,0 1 0,0 0 0,0 0 0,-1 0 0,1 0 0,0 0 0,0 0 0,0 0 0,-1-1 0,1 1 0,0 0 0,0 0 0,0 0 0,-1 0 0,1 0 0,0 0 0,0 0 0,0 0 0,-1 0 0,1 0 0,0 0 0,0 0 0,0 0 0,-1 0 0,1 0 0,0 0 0,0 0 0,0 1 0,-1-1 0,1 0 0,0 0 0,0 0 0,0 0 0,0 0 0,-1 0 0,1 0 0,0 1 0,-4 9 0,3 17 0,1-24 0,4 83 0,4 0 0,19 87 0,0-6 0,-26-155 0,-1-9 0,0 1 0,0-1 0,0 1 0,1-1 0,-1 0 0,1 1 0,0-1 0,0 0 0,0 1 0,1-1 0,-1 0 0,4 6 0,-4-9 0,-1 0 0,1 0 0,0 0 0,-1 0 0,1-1 0,0 1 0,-1 0 0,1 0 0,-1 0 0,1 0 0,0-1 0,-1 1 0,1 0 0,-1-1 0,1 1 0,-1 0 0,1-1 0,-1 1 0,1-1 0,-1 1 0,0 0 0,1-1 0,-1 1 0,1-1 0,-1 0 0,0 1 0,1-1 0,-1 1 0,0-1 0,0 1 0,1-2 0,9-20 0,24-66 0,29-66 0,-62 152 0,0 0 0,0 0 0,0 1 0,0-1 0,0 0 0,0 1 0,0-1 0,1 1 0,2-3 0,-4 4 0,0 0 0,0 0 0,1 0 0,-1-1 0,0 1 0,0 0 0,0 0 0,1 0 0,-1 0 0,0 0 0,0 0 0,1 0 0,-1 0 0,0 0 0,0 0 0,1 0 0,-1 0 0,0 0 0,0 1 0,1-1 0,-1 0 0,0 0 0,0 0 0,1 0 0,-1 0 0,0 0 0,0 1 0,0-1 0,1 0 0,-1 0 0,0 0 0,0 0 0,0 1 0,0-1 0,0 0 0,1 0 0,-1 0 0,0 1 0,0-1 0,0 1 0,1 3 0,1 1 0,-1 0 0,0 0 0,-1-1 0,1 1 0,-1 7 0,0 7 29,5 80 275,-3-86-587,0 0 0,1 0 0,0 0 0,1-1 0,9 20 0,-1-8-6543</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2.553"/>
    </inkml:context>
    <inkml:brush xml:id="br0">
      <inkml:brushProperty name="width" value="0.05" units="cm"/>
      <inkml:brushProperty name="height" value="0.05" units="cm"/>
      <inkml:brushProperty name="color" value="#FFFFFF"/>
    </inkml:brush>
  </inkml:definitions>
  <inkml:trace contextRef="#ctx0" brushRef="#br0">38 206 24575,'12'-19'0,"19"-27"0,-23 35 0,0 0 0,0 0 0,-1-1 0,-1 0 0,0-1 0,8-22 0,-14 33 0,1 1 0,-1-1 0,0 1 0,1-1 0,-1 0 0,0 1 0,0-1 0,0 1 0,0-1 0,0 1 0,-1-1 0,1 1 0,0-1 0,-1 1 0,0-2 0,0 2 0,1 0 0,-1 1 0,1-1 0,-1 0 0,1 1 0,-1-1 0,1 1 0,-1-1 0,0 1 0,0-1 0,1 1 0,-1-1 0,0 1 0,0 0 0,1-1 0,-1 1 0,0 0 0,0 0 0,0-1 0,-1 1 0,0 0 0,-1 0 0,0 1 0,0-1 0,0 0 0,0 1 0,0 0 0,0 0 0,1 0 0,-1 0 0,0 0 0,1 0 0,-1 1 0,1-1 0,-4 3 0,-1 2 0,0 1 0,1-1 0,0 1 0,0 1 0,0-1 0,1 1 0,0 0 0,1 0 0,-6 13 0,7-14 0,1 0 0,-1-1 0,1 1 0,1 0 0,-1 1 0,1-1 0,1 0 0,-1 0 0,1 0 0,0 0 0,1 1 0,2 12 0,-2-17 0,0-1 0,-1 0 0,1 0 0,0-1 0,0 1 0,0 0 0,0 0 0,0 0 0,0 0 0,1-1 0,-1 1 0,1-1 0,-1 1 0,1-1 0,-1 0 0,1 1 0,0-1 0,0 0 0,0 0 0,3 1 0,-1-1 0,-1 0 0,1 0 0,0-1 0,-1 1 0,1-1 0,0 0 0,0 0 0,-1-1 0,1 1 0,0-1 0,4-1 0,0 0 0,0-1 0,0 0 0,0 0 0,0-1 0,0 0 0,0-1 0,-1 0 0,0 0 0,10-10 0,-12 10 0,0-1 0,-1 0 0,0 0 0,0-1 0,-1 1 0,1-1 0,-1 0 0,-1 0 0,1 0 0,-1 0 0,-1 0 0,1 0 0,-1-1 0,0 1 0,-1-1 0,0-8 0,0 16 0,0-1 0,0 0 0,0 1 0,0-1 0,0 0 0,0 1 0,0-1 0,0 1 0,0-1 0,0 0 0,0 1 0,-1-1 0,1 0 0,0 1 0,0-1 0,-1 1 0,1-1 0,0 1 0,-1-1 0,1 1 0,-1-1 0,1 1 0,0-1 0,-1 1 0,1 0 0,-1-1 0,1 1 0,-2-1 0,1 1 0,0 0 0,0 0 0,0 1 0,0-1 0,0 0 0,1 1 0,-1-1 0,0 1 0,0-1 0,0 1 0,1-1 0,-1 1 0,0-1 0,1 1 0,-1 0 0,-1 1 0,-2 2 0,1 1 0,-1 0 0,1 0 0,0 0 0,-3 6 0,1 7-1365,1-2-5461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2.973"/>
    </inkml:context>
    <inkml:brush xml:id="br0">
      <inkml:brushProperty name="width" value="0.05" units="cm"/>
      <inkml:brushProperty name="height" value="0.05" units="cm"/>
      <inkml:brushProperty name="color" value="#FFFFFF"/>
    </inkml:brush>
  </inkml:definitions>
  <inkml:trace contextRef="#ctx0" brushRef="#br0">0 15 24575,'0'-3'0,"0"-4"0,0 3 0,0 4 0,0 8 0,3 6 0,1 7 0,3 5 0,0 4 0,2 3 0,2 2 0,0-2 0,0-1 0,2-2 0,-2-2 0,1-4 0,-3-7-8191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3.408"/>
    </inkml:context>
    <inkml:brush xml:id="br0">
      <inkml:brushProperty name="width" value="0.05" units="cm"/>
      <inkml:brushProperty name="height" value="0.05" units="cm"/>
      <inkml:brushProperty name="color" value="#FFFFFF"/>
    </inkml:brush>
  </inkml:definitions>
  <inkml:trace contextRef="#ctx0" brushRef="#br0">8 47 24575,'-1'-1'0,"0"0"0,1 0 0,-1 1 0,0-1 0,1 0 0,-1 0 0,1 0 0,-1 0 0,1 0 0,-1 0 0,1 0 0,0 0 0,0 0 0,-1 0 0,1 0 0,0 0 0,0 0 0,0 0 0,0 0 0,0 0 0,0 0 0,0 0 0,1 0 0,-1 0 0,0 0 0,0 0 0,1 0 0,-1 0 0,1 0 0,-1 1 0,1-1 0,-1 0 0,1 0 0,-1 0 0,1 0 0,0 1 0,0-1 0,0-1 0,0 1 0,1 0 0,-1 0 0,0 1 0,0-1 0,0 0 0,1 0 0,-1 1 0,0-1 0,1 0 0,-1 1 0,1 0 0,-1-1 0,1 1 0,-1 0 0,1 0 0,-1-1 0,1 1 0,-1 1 0,1-1 0,-1 0 0,1 0 0,-1 0 0,0 1 0,1-1 0,-1 1 0,3 0 0,-1 1 0,0 1 0,0-1 0,-1 1 0,1 0 0,0 0 0,-1 0 0,0 0 0,0 0 0,0 0 0,0 0 0,0 1 0,1 5 0,13 46 0,-14-48 0,19 121 0,-21-127 0,0 0 0,0 0 0,1 0 0,-1-1 0,0 1 0,0 0 0,1 0 0,-1 0 0,0-1 0,1 1 0,-1 0 0,0 0 0,1-1 0,-1 1 0,1 0 0,0-1 0,-1 1 0,2 0 0,-2-1 0,1 0 0,-1 0 0,1 0 0,-1 0 0,1 0 0,-1 0 0,0 0 0,1-1 0,-1 1 0,1 0 0,-1 0 0,0-1 0,1 1 0,-1 0 0,0 0 0,1-1 0,-1 1 0,0 0 0,0-1 0,1 1 0,-1-1 0,0 1 0,0 0 0,1-1 0,-1 0 0,16-39 0,-13 30 0,-1 6 0,7-21 0,2 0 0,20-33 0,-27 52 0,-1 1 0,1 0 0,0-1 0,0 1 0,1 0 0,0 1 0,-1-1 0,1 1 0,1 0 0,-1 0 0,1 1 0,-1 0 0,1 0 0,0 0 0,12-3 0,-16 5 0,1 1 0,-1 0 0,0 0 0,1 0 0,-1 0 0,1 1 0,-1-1 0,0 0 0,0 1 0,1 0 0,-1 0 0,0 0 0,0 0 0,0 0 0,0 0 0,0 0 0,0 0 0,0 1 0,0-1 0,0 1 0,-1 0 0,1-1 0,0 1 0,-1 0 0,0 0 0,1 0 0,-1 0 0,0 0 0,1 3 0,4 7 0,-1 1 0,0 0 0,6 22 0,-11-32 0,21 71-1365,-14-55-5461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3.828"/>
    </inkml:context>
    <inkml:brush xml:id="br0">
      <inkml:brushProperty name="width" value="0.05" units="cm"/>
      <inkml:brushProperty name="height" value="0.05" units="cm"/>
      <inkml:brushProperty name="color" value="#FFFFFF"/>
    </inkml:brush>
  </inkml:definitions>
  <inkml:trace contextRef="#ctx0" brushRef="#br0">131 163 24575,'8'-9'0,"-1"0"0,0 0 0,0 0 0,-1-1 0,-1 0 0,0 0 0,0-1 0,-1 0 0,0 1 0,-1-1 0,2-13 0,-4 23 0,-1 0 0,0 0 0,1-1 0,-1 1 0,0 0 0,0 0 0,0-1 0,0 1 0,0 0 0,0 0 0,-1-1 0,1 1 0,0 0 0,-1 0 0,1 0 0,0-1 0,-1 1 0,0 0 0,1 0 0,-2-2 0,1 3 0,1 0 0,-1-1 0,0 1 0,0 0 0,0-1 0,0 1 0,1 0 0,-1 0 0,0 0 0,0 0 0,0 0 0,0 0 0,0 0 0,1 0 0,-1 0 0,0 0 0,0 0 0,0 0 0,0 1 0,0-1 0,-1 1 0,-4 2 0,-1 0 0,1 1 0,0 0 0,0 0 0,-8 7 0,-3 7 0,0 0 0,1 1 0,1 0 0,0 2 0,-21 41 0,34-59 0,0 0 0,1 1 0,0-1 0,0 0 0,0 0 0,0 1 0,0-1 0,0 0 0,1 1 0,0 5 0,0-8 0,0 0 0,0 0 0,0 0 0,1 0 0,-1-1 0,0 1 0,0 0 0,1 0 0,-1 0 0,1-1 0,-1 1 0,1 0 0,-1-1 0,1 1 0,-1 0 0,1-1 0,0 1 0,1 0 0,-1 0 0,0 0 0,1-1 0,0 1 0,-1-1 0,1 1 0,-1-1 0,1 0 0,-1 0 0,1 0 0,0 0 0,-1 0 0,1 0 0,2 0 0,5-2 0,0 0 0,0-1 0,-1 0 0,1 0 0,-1 0 0,0-1 0,0-1 0,13-8 0,57-51 0,-59 48 0,-13 10 0,-3 4 0,0-1 0,-1 1 0,1-1 0,0 1 0,0 0 0,1 0 0,5-2 0,-8 3 0,0 1 0,-1 0 0,1 0 0,-1 0 0,1 0 0,0 0 0,-1 0 0,1 0 0,-1 0 0,1 0 0,0 1 0,-1-1 0,1 0 0,-1 0 0,1 0 0,-1 1 0,1-1 0,-1 0 0,1 1 0,-1-1 0,1 1 0,1 0 0,-1 0 0,0 1 0,0-1 0,0 1 0,0-1 0,-1 1 0,1-1 0,0 1 0,-1 0 0,2 2 0,11 56 258,-10-44-529,0-1 1,1 1-1,1-1 1,0 0-1,12 23 1,-7-22-6556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4.202"/>
    </inkml:context>
    <inkml:brush xml:id="br0">
      <inkml:brushProperty name="width" value="0.05" units="cm"/>
      <inkml:brushProperty name="height" value="0.05" units="cm"/>
      <inkml:brushProperty name="color" value="#FFFFFF"/>
    </inkml:brush>
  </inkml:definitions>
  <inkml:trace contextRef="#ctx0" brushRef="#br0">0 8 24575,'0'-3'0,"3"-1"0,1 3 0,3 2 0,0 4 0,-1 3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4.342"/>
    </inkml:context>
    <inkml:brush xml:id="br0">
      <inkml:brushProperty name="width" value="0.05" units="cm"/>
      <inkml:brushProperty name="height" value="0.05" units="cm"/>
      <inkml:brushProperty name="color" value="#FFFFFF"/>
    </inkml:brush>
  </inkml:definitions>
  <inkml:trace contextRef="#ctx0" brushRef="#br0">15 0 24575,'-3'3'0,"0"4"0,-1 4 0,1 3 0,1 2 0,4-2 0,4-3 0,4-3 0,1-4-8191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5.162"/>
    </inkml:context>
    <inkml:brush xml:id="br0">
      <inkml:brushProperty name="width" value="0.05" units="cm"/>
      <inkml:brushProperty name="height" value="0.05" units="cm"/>
      <inkml:brushProperty name="color" value="#FFFFFF"/>
    </inkml:brush>
  </inkml:definitions>
  <inkml:trace contextRef="#ctx0" brushRef="#br0">14 98 24575,'-7'-21'0,"6"20"0,0 0 0,1 0 0,-1 0 0,1 0 0,-1 0 0,0 0 0,1-1 0,0 1 0,-1 0 0,1 0 0,0 0 0,0-1 0,0 1 0,-1 0 0,1 0 0,1 0 0,-1-1 0,0 1 0,0 0 0,0 0 0,1 0 0,-1-1 0,0 1 0,1 0 0,-1 0 0,1 0 0,-1 0 0,1 0 0,1-2 0,-1 3 0,-1-1 0,1 1 0,-1-1 0,1 1 0,-1 0 0,1-1 0,-1 1 0,1 0 0,0 0 0,-1 0 0,1-1 0,0 1 0,-1 0 0,1 0 0,0 0 0,-1 0 0,1 0 0,0 0 0,-1 0 0,1 0 0,-1 0 0,1 1 0,0-1 0,-1 0 0,1 0 0,0 0 0,-1 1 0,1-1 0,-1 0 0,1 1 0,-1-1 0,1 1 0,-1-1 0,1 0 0,-1 1 0,1 0 0,17 20 0,-9-4 0,-1 0 0,-1 1 0,0 0 0,-2 0 0,1 1 0,3 32 0,9 29 0,-12-135 0,-2 28 0,1 1 0,13-40 0,-13 52 0,0 1 0,0 0 0,1 1 0,1-1 0,0 1 0,15-18 0,-20 28 0,-1 0 0,1 0 0,0 0 0,0 1 0,-1-1 0,1 1 0,1 0 0,-1-1 0,0 1 0,0 0 0,0 0 0,5-1 0,-6 2 0,0 0 0,0 0 0,-1 0 0,1 0 0,0 0 0,0 0 0,0 1 0,0-1 0,0 0 0,0 0 0,-1 1 0,1-1 0,0 1 0,0-1 0,-1 1 0,1-1 0,0 1 0,0-1 0,-1 1 0,1 0 0,-1-1 0,1 1 0,-1 0 0,1-1 0,-1 1 0,1 0 0,-1 0 0,1 0 0,-1-1 0,0 1 0,0 0 0,1 0 0,-1 0 0,0 0 0,0 0 0,0 0 0,0 1 0,3 20 0,-2-13 0,0-1 0,0 0 0,1 0 0,0 0 0,5 12 0,-6-18 0,0 0 0,0-1 0,0 1 0,0-1 0,0 1 0,1-1 0,-1 1 0,0-1 0,1 0 0,-1 0 0,1 1 0,-1-1 0,1 0 0,-1 0 0,1-1 0,0 1 0,-1 0 0,1 0 0,0-1 0,0 1 0,0-1 0,0 0 0,-1 1 0,1-1 0,0 0 0,0 0 0,0 0 0,0 0 0,0-1 0,2 0 0,4-1 0,-1 0 0,1-1 0,0 0 0,-1-1 0,0 1 0,0-2 0,0 1 0,0-1 0,-1 0 0,1 0 0,10-12 0,29-21 0,-45 37 0,0 0 0,0 0 0,0 0 0,1 0 0,-1 1 0,0-1 0,1 1 0,-1-1 0,0 1 0,1-1 0,-1 1 0,1-1 0,-1 1 0,1 0 0,-1 0 0,1 0 0,-1 0 0,1 0 0,-1 0 0,1 1 0,-1-1 0,2 1 0,-2 0 0,1 0 0,-1 0 0,0 0 0,0 0 0,0 0 0,0 0 0,0 0 0,0 1 0,0-1 0,0 0 0,0 1 0,-1-1 0,1 1 0,0-1 0,-1 1 0,1-1 0,-1 3 0,2 8 0,0 0 0,-1 0 0,0 1 0,-2 14 0,1-20 0,-1 0 0,1 0 0,0 0 0,1 0 0,0 0 0,3 14 0,-3-19 0,-1-1 0,1 1 0,0-1 0,-1 1 0,1-1 0,0 1 0,0-1 0,0 1 0,0-1 0,0 0 0,1 0 0,-1 1 0,0-1 0,1 0 0,-1 0 0,0 0 0,1 0 0,-1-1 0,1 1 0,-1 0 0,1-1 0,0 1 0,-1-1 0,1 1 0,0-1 0,-1 0 0,1 1 0,0-1 0,0 0 0,1 0 0,3-1 0,0 0 0,0 0 0,0 0 0,0 0 0,0-1 0,-1 0 0,1 0 0,-1-1 0,0 1 0,1-1 0,-1-1 0,0 1 0,-1 0 0,1-1 0,5-5 0,4-7 0,0-1 0,23-35 0,-25 34 0,1 1 0,17-20 0,-29 36 0,-1 0 0,1 0 0,0 0 0,0 0 0,0 1 0,0-1 0,0 0 0,0 0 0,0 1 0,1-1 0,-1 0 0,0 1 0,0 0 0,0-1 0,1 1 0,-1-1 0,0 1 0,2 0 0,-2 0 0,-1 0 0,1 1 0,0-1 0,-1 0 0,1 1 0,-1-1 0,1 0 0,0 1 0,-1-1 0,1 1 0,-1-1 0,1 1 0,-1-1 0,0 1 0,1 0 0,-1-1 0,1 1 0,-1-1 0,0 1 0,0 0 0,1-1 0,-1 1 0,0 1 0,2 6 0,-1 0 0,0 1 0,-1-1 0,0 11 0,0-12 0,-2 73 0,1 56 0,4-114-1365,0-6-5461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5.318"/>
    </inkml:context>
    <inkml:brush xml:id="br0">
      <inkml:brushProperty name="width" value="0.05" units="cm"/>
      <inkml:brushProperty name="height" value="0.05" units="cm"/>
      <inkml:brushProperty name="color" value="#FFFFFF"/>
    </inkml:brush>
  </inkml:definitions>
  <inkml:trace contextRef="#ctx0" brushRef="#br0">81 70 24575,'0'-6'0,"-3"-8"0,-4-4 0,-4 1 0,-3 5 0,1 9 0,0 8 0,2 5 0,3 2-8191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5.998"/>
    </inkml:context>
    <inkml:brush xml:id="br0">
      <inkml:brushProperty name="width" value="0.05" units="cm"/>
      <inkml:brushProperty name="height" value="0.05" units="cm"/>
      <inkml:brushProperty name="color" value="#FFFFFF"/>
    </inkml:brush>
  </inkml:definitions>
  <inkml:trace contextRef="#ctx0" brushRef="#br0">84 329 24575,'4'0'0,"-1"-1"0,1 0 0,-1 0 0,0 0 0,0 0 0,1-1 0,-1 1 0,0-1 0,0 0 0,4-3 0,-5 4 0,0 0 0,-1 0 0,1-1 0,-1 1 0,1 0 0,-1-1 0,1 1 0,-1-1 0,0 1 0,0-1 0,0 0 0,0 1 0,0-1 0,0 0 0,0 0 0,-1 0 0,1 0 0,0-3 0,-1 5 0,0 0 0,0 0 0,0-1 0,0 1 0,0 0 0,0 0 0,0-1 0,0 1 0,0 0 0,0 0 0,0 0 0,0 0 0,0-1 0,0 1 0,-1 0 0,1 0 0,0 0 0,0-1 0,0 1 0,0 0 0,0 0 0,0 0 0,-1 0 0,1 0 0,0-1 0,0 1 0,0 0 0,0 0 0,-1 0 0,1 0 0,0 0 0,0 0 0,0 0 0,-1 0 0,1 0 0,0 0 0,0 0 0,-9 4 0,-9 11 0,18-14 0,-13 11 0,2 1 0,-1 1 0,2-1 0,0 2 0,1 0 0,0 0 0,1 1 0,1-1 0,0 2 0,1-1 0,-4 21 0,9-34 0,0 1 0,1-1 0,-1 1 0,1-1 0,0 0 0,0 1 0,0-1 0,1 1 0,-1-1 0,1 1 0,0-1 0,0 1 0,0-1 0,0 0 0,0 0 0,1 0 0,-1 0 0,1 0 0,0 0 0,0 0 0,5 5 0,-4-6 0,0 0 0,0 0 0,1 0 0,-1 0 0,1 0 0,-1-1 0,1 1 0,0-1 0,-1 0 0,1 0 0,0 0 0,0-1 0,0 1 0,0-1 0,0 0 0,0 0 0,0-1 0,-1 1 0,6-2 0,4-1 0,-1 0 0,1-1 0,-1-1 0,0 0 0,0 0 0,0-1 0,-1-1 0,0 0 0,0-1 0,-1 0 0,0 0 0,0-1 0,-1-1 0,0 1 0,-1-1 0,0-1 0,7-12 0,-3 3 0,-1 0 0,0-1 0,-2-1 0,-1 0 0,0 0 0,-2 0 0,0-1 0,4-41 0,-7 2 0,-4-85 0,-2 345 0,2-82 0,3 124 0,2-216 0,2-19 0,4-13 0,-4-2 0,0-1 0,-1 1 0,0-1 0,-1 0 0,0-1 0,-1 1 0,3-18 0,-3 15 0,0 0 0,1 0 0,1 0 0,8-16 0,-13 29 0,0 1 0,0 0 0,0 0 0,0-1 0,0 1 0,0 0 0,0-1 0,1 1 0,-1 0 0,0 0 0,0-1 0,0 1 0,0 0 0,1 0 0,-1 0 0,0-1 0,0 1 0,1 0 0,-1 0 0,0 0 0,0 0 0,1-1 0,-1 1 0,0 0 0,1 0 0,-1 0 0,0 0 0,0 0 0,1 0 0,-1 0 0,0 0 0,1 0 0,-1 0 0,1 0 0,5 10 0,3 24 0,-8-28 0,4 18 103,-3-12-313,0 0 0,1 0 1,1-1-1,0 1 0,1-1 1,10 20-1,-7-20-6616</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06.909"/>
    </inkml:context>
    <inkml:brush xml:id="br0">
      <inkml:brushProperty name="width" value="0.05" units="cm"/>
      <inkml:brushProperty name="height" value="0.05" units="cm"/>
      <inkml:brushProperty name="color" value="#FFFFFF"/>
    </inkml:brush>
  </inkml:definitions>
  <inkml:trace contextRef="#ctx0" brushRef="#br0">56 137 24575,'-2'0'0,"-1"0"0,1 0 0,0 0 0,0 1 0,0-1 0,0 1 0,0-1 0,0 1 0,0 0 0,0 0 0,0 0 0,0 0 0,0 0 0,-2 2 0,4-3 0,0 0 0,0 1 0,0-1 0,1 0 0,-1 1 0,0-1 0,0 0 0,0 1 0,1-1 0,-1 0 0,0 0 0,1 1 0,-1-1 0,0 0 0,0 0 0,1 1 0,-1-1 0,0 0 0,1 0 0,-1 0 0,0 0 0,1 0 0,-1 1 0,1-1 0,-1 0 0,0 0 0,1 0 0,-1 0 0,0 0 0,1 0 0,-1 0 0,1 0 0,-1 0 0,0-1 0,1 1 0,17 2 0,-11-3 0,-1-1 0,1 1 0,-1-1 0,1 0 0,-1-1 0,0 1 0,0-1 0,0-1 0,-1 1 0,1-1 0,-1 0 0,0 0 0,6-5 0,-9 7 0,0 0 0,0 1 0,0-1 0,-1-1 0,1 1 0,0 0 0,-1 0 0,1-1 0,-1 1 0,0-1 0,0 1 0,0-1 0,0 1 0,0-1 0,0 0 0,-1 1 0,1-1 0,-1 0 0,0 0 0,0 1 0,0-1 0,0 0 0,0 0 0,-1 1 0,1-1 0,-1 0 0,0 1 0,0-1 0,0 0 0,0 1 0,0-1 0,0 1 0,-3-4 0,3 4 0,-1 1 0,1-1 0,0 0 0,-1 1 0,1 0 0,-1-1 0,1 1 0,-1 0 0,0-1 0,1 1 0,-1 0 0,0 0 0,0 1 0,0-1 0,0 0 0,0 1 0,0-1 0,0 1 0,0-1 0,-4 1 0,3 0 0,0 1 0,0-1 0,0 1 0,0 0 0,0 0 0,0 0 0,1 0 0,-1 1 0,0-1 0,1 1 0,-1-1 0,-4 5 0,1-1 0,0 2 0,0-1 0,0 1 0,0 0 0,1 0 0,0 0 0,1 1 0,-7 15 0,7-13 0,1 0 0,0 0 0,1 1 0,0-1 0,1 1 0,0-1 0,1 1 0,0-1 0,0 1 0,3 10 0,-3-17 0,1 0 0,0 0 0,0-1 0,0 1 0,1-1 0,-1 1 0,1-1 0,0 1 0,0-1 0,0 0 0,0 0 0,0 0 0,1 0 0,-1 0 0,1-1 0,0 1 0,0-1 0,0 0 0,0 1 0,1-1 0,-1-1 0,0 1 0,1 0 0,-1-1 0,1 0 0,0 0 0,-1 0 0,1 0 0,0 0 0,6-1 0,-4 1 0,0-1 0,0 0 0,0-1 0,0 1 0,0-1 0,0-1 0,0 1 0,-1-1 0,1 0 0,0 0 0,-1 0 0,0-1 0,1 0 0,-1 0 0,0 0 0,0-1 0,-1 0 0,1 0 0,-1 0 0,0 0 0,0-1 0,7-9 0,1-6 0,-1 0 0,-1-1 0,0-1 0,9-34 0,-8 25 0,-8 23 0,0 8 0,1 15 0,-3 26 0,-3-11 0,1-21 0,0 0 0,1 0 0,0 0 0,0 0 0,1 0 0,4 17 0,-5-25 0,1 0 0,-1 0 0,1 0 0,-1 1 0,1-1 0,-1 0 0,1 0 0,0 0 0,0-1 0,-1 1 0,1 0 0,0 0 0,0 0 0,0-1 0,0 1 0,0 0 0,0-1 0,0 1 0,0-1 0,0 1 0,0-1 0,0 1 0,2-1 0,0 1 0,-1-1 0,1 0 0,-1-1 0,1 1 0,-1 0 0,1-1 0,-1 1 0,0-1 0,1 0 0,3-1 0,3-3 0,-1 1 0,0-1 0,-1 0 0,1-1 0,6-6 0,0-4 0,-11 13 0,-8 16 0,4-9 0,-10 27 0,2 0 0,2 1 0,-6 44 0,-1 102 0,9-92 0,3-55 0,-8 72 0,8-91 0,-1-1 0,1 0 0,-2-1 0,1 1 0,-2-1 0,-9 19 0,13-27 0,0 0 0,0 0 0,0-1 0,0 1 0,-1-1 0,1 1 0,0-1 0,-1 0 0,1 1 0,-1-1 0,1 0 0,-1 0 0,0 0 0,1 0 0,-1 0 0,0-1 0,0 1 0,0 0 0,0-1 0,1 1 0,-1-1 0,0 0 0,0 0 0,0 1 0,0-1 0,0 0 0,0-1 0,0 1 0,0 0 0,0-1 0,0 1 0,0-1 0,1 1 0,-1-1 0,0 0 0,0 0 0,1 0 0,-1 0 0,0 0 0,1 0 0,-3-3 0,-4-2 0,1-1 0,0 0 0,0 0 0,1 0 0,0-1 0,0 0 0,-5-10 0,4 4 0,1-1 0,0 1 0,2-1 0,-1-1 0,2 1 0,0-1 0,1 1 0,0-1 0,1 0 0,1 0 0,1 0 0,0 1 0,1-1 0,0 0 0,10-28 0,-7 28 0,0 1 0,1 1 0,1-1 0,0 1 0,1 0 0,19-25 0,-19 31 0,0-1 0,0 1 0,0 0 0,1 0 0,0 1 0,1 1 0,-1-1 0,1 2 0,22-10 0,-25 12-85,0 1 0,0 0-1,0 0 1,1 1 0,-1 0-1,1 0 1,-1 1 0,1 0-1,-1 0 1,1 1 0,-1 0-1,1 0 1,-1 1 0,0 0-1,10 4 1,4 2-6741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2.245"/>
    </inkml:context>
    <inkml:brush xml:id="br0">
      <inkml:brushProperty name="width" value="0.05" units="cm"/>
      <inkml:brushProperty name="height" value="0.05" units="cm"/>
      <inkml:brushProperty name="color" value="#FFFFFF"/>
    </inkml:brush>
  </inkml:definitions>
  <inkml:trace contextRef="#ctx0" brushRef="#br0">39 17 24575,'-30'0'0,"21"0"0,20 0 0,341-8 0,68 0 0,-374 11 0,-45-4 0,1 2 0,-1-1 0,0 0 0,0 0 0,0 0 0,0 0 0,0 1 0,0-1 0,0 0 0,0 1 0,0-1 0,-1 1 0,1 0 0,0-1 0,2 2 0,-3-2 0,0 1 0,0-1 0,0 0 0,0 1 0,0-1 0,0 0 0,0 1 0,0-1 0,0 0 0,0 1 0,-1-1 0,1 0 0,0 1 0,0-1 0,0 0 0,0 1 0,0-1 0,-1 0 0,1 0 0,0 1 0,0-1 0,0 0 0,-1 0 0,1 1 0,0-1 0,-1 0 0,1 0 0,0 0 0,0 1 0,-1-1 0,-31 16 0,-200 47 0,91-28 0,134-34 0,-1 2 0,0-1 0,1 1 0,-1 0 0,1 0 0,0 1 0,-8 5 0,14-8 0,1-1 0,-1 0 0,1 1 0,-1-1 0,1 1 0,0-1 0,-1 1 0,1-1 0,0 0 0,-1 1 0,1 0 0,0-1 0,0 1 0,-1-1 0,1 1 0,0-1 0,0 1 0,0-1 0,0 1 0,0 0 0,0-1 0,0 1 0,0-1 0,0 1 0,0 0 0,0-1 0,0 1 0,0-1 0,1 1 0,-1-1 0,0 1 0,0-1 0,1 1 0,-1 0 0,0-1 0,0 0 0,1 1 0,-1-1 0,1 1 0,-1-1 0,1 1 0,-1-1 0,0 0 0,1 1 0,-1-1 0,1 0 0,-1 1 0,1-1 0,0 0 0,-1 0 0,2 1 0,31 12 0,-33-13 0,37 9-138,69 6 0,-76-11-951,30 3-5737</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3.162"/>
    </inkml:context>
    <inkml:brush xml:id="br0">
      <inkml:brushProperty name="width" value="0.05" units="cm"/>
      <inkml:brushProperty name="height" value="0.05" units="cm"/>
      <inkml:brushProperty name="color" value="#FFFFFF"/>
    </inkml:brush>
  </inkml:definitions>
  <inkml:trace contextRef="#ctx0" brushRef="#br0">29 0 24575,'-3'0'0,"-4"0"0,-3 0 0,2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3.535"/>
    </inkml:context>
    <inkml:brush xml:id="br0">
      <inkml:brushProperty name="width" value="0.05" units="cm"/>
      <inkml:brushProperty name="height" value="0.05" units="cm"/>
      <inkml:brushProperty name="color" value="#FFFFFF"/>
    </inkml:brush>
  </inkml:definitions>
  <inkml:trace contextRef="#ctx0" brushRef="#br0">5 0 24575,'-3'0'0,"2"0"0,4 0 0,11 0 0,11 0 0,14 0 0,11 0 0,-2 0-8191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4.779"/>
    </inkml:context>
    <inkml:brush xml:id="br0">
      <inkml:brushProperty name="width" value="0.05" units="cm"/>
      <inkml:brushProperty name="height" value="0.05" units="cm"/>
      <inkml:brushProperty name="color" value="#FFFFFF"/>
    </inkml:brush>
  </inkml:definitions>
  <inkml:trace contextRef="#ctx0" brushRef="#br0">366 136 24575,'-8'-3'0,"0"0"0,0 1 0,-1 0 0,1 0 0,0 0 0,-1 1 0,1 1 0,-13-1 0,6 2 0,1 0 0,-1 1 0,-28 7 0,32-5 0,0 0 0,0 1 0,1 0 0,-1 1 0,1 0 0,0 0 0,1 1 0,-1 1 0,1-1 0,1 2 0,-1-1 0,2 1 0,-1 0 0,1 1 0,0-1 0,1 2 0,0-1 0,1 1 0,0-1 0,1 1 0,0 1 0,1-1 0,0 0 0,0 1 0,1 0 0,1 0 0,0-1 0,1 1 0,0 0 0,1 0 0,0 0 0,1-1 0,0 1 0,1 0 0,0-1 0,1 0 0,0 0 0,1 0 0,0 0 0,10 14 0,-7-13 0,1 0 0,1-1 0,0 0 0,0-1 0,1 0 0,1-1 0,0 0 0,0-1 0,0 0 0,1-1 0,0 0 0,18 6 0,-13-7 0,1-1 0,-1 0 0,1-2 0,-1 0 0,1-1 0,0-1 0,0-1 0,0 0 0,19-4 0,-16 1 0,-1-1 0,1-2 0,-1 0 0,-1-1 0,1-1 0,-1 0 0,32-21 0,-37 20 0,0-2 0,-1 1 0,0-2 0,-1 0 0,-1 0 0,0-1 0,0-1 0,-2 0 0,17-27 0,-21 30 0,0 0 0,-1 0 0,0-1 0,-1 0 0,0 0 0,-1 0 0,-1 0 0,0 0 0,0 0 0,-1-1 0,0 1 0,-1-1 0,-1 1 0,0-1 0,-1 1 0,0 0 0,-1 0 0,0 0 0,-1 0 0,0 0 0,-1 1 0,0-1 0,-1 1 0,0 0 0,-1 1 0,-14-17 0,10 14 0,0 1 0,-1 1 0,0 0 0,-1 1 0,0 0 0,-1 1 0,0 0 0,-1 1 0,1 1 0,-1 0 0,-1 1 0,1 0 0,-1 2 0,-25-5 0,28 7 0,-1 1 0,1 0 0,-1 1 0,1 0 0,-1 1 0,1 1 0,0 0 0,-1 1 0,1 0 0,0 1 0,1 1 0,-1 0 0,1 0 0,0 2 0,0-1 0,0 1 0,1 1 0,-10 9 0,-13 17-1365,10-3-5461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5.230"/>
    </inkml:context>
    <inkml:brush xml:id="br0">
      <inkml:brushProperty name="width" value="0.05" units="cm"/>
      <inkml:brushProperty name="height" value="0.05" units="cm"/>
      <inkml:brushProperty name="color" value="#FFFFFF"/>
    </inkml:brush>
  </inkml:definitions>
  <inkml:trace contextRef="#ctx0" brushRef="#br0">290 23 24575,'-95'93'0,"59"-61"0,1 3 0,2 0 0,-45 64 0,76-97 0,1 0 0,0 0 0,0 1 0,-1-1 0,1 0 0,0 0 0,1 0 0,-1 1 0,0-1 0,1 1 0,-1-1 0,1 0 0,0 1 0,0-1 0,0 1 0,0-1 0,0 1 0,0-1 0,1 0 0,-1 1 0,1-1 0,-1 1 0,1-1 0,0 0 0,2 4 0,0-2 0,1 0 0,-1 0 0,1 0 0,0-1 0,0 1 0,0-1 0,0 0 0,1 0 0,-1-1 0,1 1 0,5 1 0,10 5 0,1-1 0,0-1 0,0 0 0,1-2 0,0-1 0,0 0 0,0-2 0,0 0 0,0-2 0,26-2 0,-38 1 0,1 0 0,-1-1 0,0 0 0,0-1 0,0 0 0,-1-1 0,1 0 0,-1-1 0,0 0 0,0 0 0,0 0 0,-1-2 0,1 1 0,-2-1 0,1 0 0,-1 0 0,0-1 0,0 0 0,-1 0 0,0-1 0,-1 0 0,0 0 0,7-16 0,-6 10 0,-2 1 0,0-1 0,0 0 0,-1 0 0,-1 0 0,-1 0 0,0-1 0,-2-21 0,0 29 0,1-1 0,-2 1 0,1 0 0,-1 0 0,-1 0 0,1 0 0,-1 0 0,-1 0 0,1 0 0,-2 1 0,1 0 0,-1 0 0,0 0 0,0 0 0,0 1 0,-12-10 0,13 13-170,1 1-1,-1-1 0,0 1 1,0 0-1,0 0 0,0 0 1,-5-1-1,-7 0-6655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5.631"/>
    </inkml:context>
    <inkml:brush xml:id="br0">
      <inkml:brushProperty name="width" value="0.05" units="cm"/>
      <inkml:brushProperty name="height" value="0.05" units="cm"/>
      <inkml:brushProperty name="color" value="#FFFFFF"/>
    </inkml:brush>
  </inkml:definitions>
  <inkml:trace contextRef="#ctx0" brushRef="#br0">335 128 24575,'-9'-9'0,"-1"1"0,0-1 0,0 1 0,-1 1 0,0 0 0,0 0 0,-1 1 0,0 1 0,-24-8 0,30 11 0,0 1 0,0 0 0,0 0 0,0 0 0,0 1 0,0 0 0,0 0 0,0 1 0,0 0 0,0 0 0,0 0 0,0 1 0,0 0 0,0 0 0,1 0 0,-1 1 0,1-1 0,-1 1 0,1 1 0,0-1 0,0 1 0,1 0 0,-6 5 0,3-1 0,1 0 0,0 0 0,0 1 0,1 0 0,0 0 0,0 0 0,1 0 0,0 1 0,1 0 0,0 0 0,1 0 0,0 0 0,0 0 0,1 0 0,1 0 0,-1 1 0,2-1 0,1 17 0,0-18 0,-1-1 0,1 0 0,0 1 0,1-1 0,-1 0 0,2 0 0,-1 0 0,1-1 0,1 1 0,-1-1 0,1 0 0,0 0 0,1-1 0,-1 0 0,1 0 0,1 0 0,-1 0 0,1-1 0,0 0 0,0 0 0,1-1 0,13 6 0,-10-6 0,0-1 0,1 0 0,0-1 0,0 0 0,0-1 0,0 0 0,0-1 0,0 0 0,0-1 0,0 0 0,11-4 0,-7 2 0,-1-2 0,0 1 0,-1-2 0,1 0 0,-1-1 0,-1-1 0,1 0 0,14-12 0,-16 12 0,-2-2 0,1 1 0,-1-2 0,-1 1 0,0-1 0,0-1 0,-1 1 0,-1-2 0,7-13 0,-10 16 0,0 0 0,0 0 0,-1-1 0,-1 1 0,0-1 0,0 1 0,-1-1 0,0 0 0,-1 1 0,0-1 0,-1 0 0,-3-18 0,3 24-54,-1-1-1,0 1 0,0-1 1,0 1-1,0 0 1,-1 0-1,0 0 0,0 0 1,0 0-1,-1 1 1,1-1-1,-1 1 0,0 0 1,-1 0-1,1 0 0,-1 1 1,1-1-1,-1 1 1,0 0-1,0 1 0,0-1 1,-1 1-1,1 0 1,-11-2-1,-21-4-6771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6.076"/>
    </inkml:context>
    <inkml:brush xml:id="br0">
      <inkml:brushProperty name="width" value="0.05" units="cm"/>
      <inkml:brushProperty name="height" value="0.05" units="cm"/>
      <inkml:brushProperty name="color" value="#FFFFFF"/>
    </inkml:brush>
  </inkml:definitions>
  <inkml:trace contextRef="#ctx0" brushRef="#br0">204 1 24575,'1'2'0,"1"0"0,-1 0 0,1 0 0,-1 1 0,0-1 0,0 0 0,0 1 0,0-1 0,0 1 0,0-1 0,-1 1 0,1-1 0,-1 1 0,0-1 0,0 1 0,0-1 0,0 1 0,0 0 0,0-1 0,-1 1 0,1-1 0,-1 1 0,0-1 0,-1 4 0,-4 8 0,0-1 0,0-1 0,-11 16 0,7-13 0,-13 25 0,-115 212 0,137-250 0,0 0 0,0 0 0,0-1 0,1 1 0,-1 0 0,0 0 0,1 0 0,0 0 0,-1 0 0,1 0 0,0 0 0,0 0 0,0 0 0,0 0 0,1 0 0,-1 0 0,0 0 0,1 0 0,0 0 0,-1 0 0,2 3 0,0-3 0,0 0 0,0 0 0,1 0 0,-1 0 0,0 0 0,1 0 0,-1-1 0,1 1 0,-1-1 0,1 0 0,0 1 0,0-1 0,-1-1 0,6 2 0,27 5 0,0-2 0,1-1 0,-1-2 0,58-4 0,-62 0 0,57-10 0,-75 9 0,1 0 0,-1-1 0,0 0 0,0-1 0,0-1 0,18-11 0,-26 14 0,-1 0 0,0-1 0,1 0 0,-1 0 0,0 0 0,-1 0 0,1 0 0,-1-1 0,0 0 0,0 1 0,0-1 0,-1 0 0,3-7 0,-3 4 0,0 0 0,0 1 0,-1-1 0,0 0 0,-1 0 0,0 0 0,0 0 0,-2-12 0,-1 2 0,-1 1 0,-1 0 0,0 0 0,-1 0 0,-1 0 0,-1 1 0,-16-25 0,-12-2-156,27 33-1053,1 1-5617</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6.450"/>
    </inkml:context>
    <inkml:brush xml:id="br0">
      <inkml:brushProperty name="width" value="0.05" units="cm"/>
      <inkml:brushProperty name="height" value="0.05" units="cm"/>
      <inkml:brushProperty name="color" value="#FFFFFF"/>
    </inkml:brush>
  </inkml:definitions>
  <inkml:trace contextRef="#ctx0" brushRef="#br0">329 83 24575,'-27'-42'0,"23"38"0,0 0 0,-1 0 0,1 1 0,-1-1 0,0 1 0,1 1 0,-1-1 0,-1 1 0,1 0 0,0 0 0,-1 0 0,1 1 0,-1-1 0,1 1 0,-1 1 0,-7-1 0,5 1 0,-1 1 0,1 0 0,0 0 0,0 1 0,0 0 0,0 1 0,0 0 0,0 0 0,1 0 0,-12 8 0,10-5 0,0 0 0,0 0 0,1 2 0,0-1 0,0 1 0,1 0 0,-13 18 0,16-20 0,0 0 0,0 1 0,1 0 0,0 0 0,0 0 0,1 0 0,-1 1 0,2-1 0,-1 1 0,1-1 0,0 12 0,1-9 0,1 0 0,0 0 0,1 0 0,0-1 0,1 1 0,0 0 0,0-1 0,1 0 0,0 0 0,1 0 0,0 0 0,6 8 0,-4-7 0,1-1 0,0 1 0,1-2 0,0 1 0,0-1 0,1 0 0,0-1 0,1 0 0,15 7 0,-18-10 0,1 0 0,0-1 0,-1 0 0,2 0 0,-1-1 0,0 0 0,0-1 0,1 0 0,-1 0 0,1-1 0,-1-1 0,12-1 0,-13 1 0,-1-1 0,1-1 0,-1 1 0,1-1 0,-1 0 0,0-1 0,0 0 0,0 0 0,-1 0 0,0-1 0,1 0 0,-2 0 0,1-1 0,-1 1 0,1-1 0,4-8 0,-5 5-91,0 0 0,0 0 0,-1-1 0,0 0 0,0 0 0,-1 0 0,-1 0 0,0 0 0,0-1 0,-1 1 0,0-1 0,-1 1 0,0-1 0,-2-11 0,-2-9-6735</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6.899"/>
    </inkml:context>
    <inkml:brush xml:id="br0">
      <inkml:brushProperty name="width" value="0.05" units="cm"/>
      <inkml:brushProperty name="height" value="0.05" units="cm"/>
      <inkml:brushProperty name="color" value="#FFFFFF"/>
    </inkml:brush>
  </inkml:definitions>
  <inkml:trace contextRef="#ctx0" brushRef="#br0">190 4 24575,'6'-3'0,"-8"12"0,-7 12 0,-48 88 0,-52 137 0,105-236 0,1-1 0,0 1 0,0 0 0,1 0 0,-1 18 0,3-25 0,0 0 0,0 0 0,1-1 0,-1 1 0,1 0 0,-1 0 0,1-1 0,0 1 0,0-1 0,0 1 0,1-1 0,-1 1 0,1-1 0,-1 0 0,1 1 0,0-1 0,-1 0 0,1 0 0,0 0 0,1 0 0,-1-1 0,0 1 0,0-1 0,1 1 0,4 1 0,17 6 0,0-1 0,0-1 0,1-1 0,46 4 0,-39-6 0,-24-2 0,-1-1 0,0-1 0,1 1 0,-1-1 0,1-1 0,-1 1 0,1-1 0,-1 0 0,0-1 0,14-4 0,-17 3 0,0 1 0,0 0 0,0-1 0,-1 1 0,1-1 0,-1 0 0,0 0 0,0-1 0,0 1 0,0-1 0,0 1 0,-1-1 0,1 0 0,-1 0 0,0 0 0,0 0 0,-1-1 0,1 1 0,0-5 0,3-21 0,-1 0 0,-1 0 0,-1 0 0,-2-1 0,-4-33 0,2 34 0,2 25 0,-10-106 0,8 100 0,0-1 0,-1 1 0,0 0 0,-1 0 0,0 0 0,-1 0 0,-9-14 0,2 11-1365,0 5-5461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7.320"/>
    </inkml:context>
    <inkml:brush xml:id="br0">
      <inkml:brushProperty name="width" value="0.05" units="cm"/>
      <inkml:brushProperty name="height" value="0.05" units="cm"/>
      <inkml:brushProperty name="color" value="#FFFFFF"/>
    </inkml:brush>
  </inkml:definitions>
  <inkml:trace contextRef="#ctx0" brushRef="#br0">352 77 24575,'-2'-5'0,"-1"0"0,0 0 0,0 0 0,-1 0 0,1 1 0,-1-1 0,0 1 0,0 0 0,0 1 0,-1-1 0,1 1 0,-1-1 0,0 1 0,0 1 0,0-1 0,0 1 0,-1 0 0,1 0 0,-1 0 0,1 1 0,-1 0 0,-7-1 0,5 2 0,1 0 0,0 0 0,-1 1 0,1 0 0,0 0 0,-1 1 0,1 0 0,0 0 0,0 1 0,0 0 0,1 0 0,-1 0 0,1 1 0,-1 0 0,1 0 0,-9 10 0,4-3 0,0 1 0,1 0 0,0 1 0,2 0 0,-1 1 0,1 0 0,1 0 0,1 1 0,-9 28 0,9-25 0,1 1 0,2 1 0,0-1 0,1 0 0,0 1 0,2-1 0,3 35 0,-2-47 0,1 0 0,-1 0 0,1 0 0,0 0 0,1 0 0,-1 0 0,1-1 0,1 1 0,-1-1 0,1 0 0,0 0 0,1 0 0,-1-1 0,1 1 0,0-1 0,1 0 0,-1 0 0,1-1 0,0 0 0,0 0 0,0 0 0,1-1 0,-1 0 0,1 0 0,0-1 0,0 1 0,0-1 0,0-1 0,0 0 0,0 0 0,0 0 0,1-1 0,-1 0 0,0 0 0,0-1 0,13-2 0,-7 0 0,0-1 0,0-1 0,-1 0 0,1 0 0,-1-1 0,-1-1 0,1 0 0,-1-1 0,0 0 0,-1-1 0,0 0 0,0 0 0,13-17 0,-15 15 0,1 0 0,-2 0 0,0 0 0,0-1 0,-1-1 0,0 1 0,-1-1 0,0 1 0,-2-1 0,1-1 0,-1 1 0,-1 0 0,1-21 0,-3 29-57,0 0 0,0 0 1,0 0-1,0 0 0,-1 1 0,0-1 0,0 0 0,0 0 0,-1 1 0,0-1 0,0 1 1,0-1-1,0 1 0,-1 0 0,1 0 0,-1 0 0,0 0 0,0 0 0,-1 1 1,1-1-1,-1 1 0,1 0 0,-6-3 0,-11-3-6769</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7.761"/>
    </inkml:context>
    <inkml:brush xml:id="br0">
      <inkml:brushProperty name="width" value="0.05" units="cm"/>
      <inkml:brushProperty name="height" value="0.05" units="cm"/>
      <inkml:brushProperty name="color" value="#FFFFFF"/>
    </inkml:brush>
  </inkml:definitions>
  <inkml:trace contextRef="#ctx0" brushRef="#br0">131 1 24575,'1'0'0,"0"0"0,-1 0 0,1 0 0,0 1 0,-1-1 0,1 0 0,-1 1 0,1-1 0,0 0 0,-1 1 0,1-1 0,-1 1 0,1-1 0,-1 1 0,1-1 0,-1 1 0,0-1 0,1 1 0,-1 0 0,0-1 0,1 1 0,-1-1 0,0 1 0,0 0 0,1-1 0,-1 1 0,0 0 0,0-1 0,0 1 0,0 0 0,0 1 0,0 23 0,-6 16 0,-2-1 0,-2-1 0,-1 1 0,-25 53 0,-2 14 0,27-76 0,6-19 0,1 0 0,0 0 0,1 0 0,0 0 0,-1 15 0,4-26 0,0 1 0,0-1 0,0 0 0,1 0 0,-1 0 0,0 0 0,1 0 0,-1 0 0,1 0 0,-1 0 0,1 0 0,-1 0 0,1 0 0,0 0 0,-1 0 0,1-1 0,0 1 0,0 0 0,0 0 0,-1-1 0,1 1 0,0-1 0,0 1 0,0-1 0,0 1 0,0-1 0,0 1 0,0-1 0,1 0 0,-1 0 0,0 1 0,0-1 0,1 0 0,7 1 0,-1-1 0,0 1 0,13-3 0,-12 2 0,195-6 0,-199 6 0,0-1 0,1 1 0,-1-1 0,0 0 0,0-1 0,0 1 0,1-1 0,-2 0 0,1 0 0,0 0 0,6-4 0,-8 3 0,0 0 0,0 0 0,0 1 0,-1-2 0,1 1 0,-1 0 0,0 0 0,0-1 0,0 0 0,0 1 0,0-1 0,-1 0 0,0 0 0,0 0 0,1-5 0,2-13 0,-2 1 0,-1 0 0,0-1 0,-2 1 0,0 0 0,-5-27 0,-2 9 0,-2 0 0,-20-53 0,29 88-91,0-1 0,-1 1 0,0 1 0,1-1 0,-2 0 0,1 0 0,0 1 0,-1-1 0,1 1 0,-1 0 0,0 0 0,0 0 0,0 0 0,-5-3 0,-8-2-6735</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8.256"/>
    </inkml:context>
    <inkml:brush xml:id="br0">
      <inkml:brushProperty name="width" value="0.05" units="cm"/>
      <inkml:brushProperty name="height" value="0.05" units="cm"/>
      <inkml:brushProperty name="color" value="#FFFFFF"/>
    </inkml:brush>
  </inkml:definitions>
  <inkml:trace contextRef="#ctx0" brushRef="#br0">0 412 24575,'1'-6'0,"-1"1"0,0 0 0,1 0 0,0 0 0,1 0 0,-1 0 0,1 0 0,0 0 0,0 1 0,0-1 0,0 0 0,5-4 0,-2 1 0,1 1 0,1 0 0,-1 1 0,1 0 0,0 0 0,10-7 0,8-2 0,1 1 0,1 1 0,33-11 0,26-6 5,0 4 1,2 5-1,1 3 0,108-8 0,368 2-63,-369 21-21,92-2-418,204-6 424,-4-23 88,-460 32-15,-18 1 0,0 1 0,1-2 0,-1 1 0,0-1 0,0-1 0,18-6 0,-26 5 230,-10 3 111,-12 2-1611,0 1-5556</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8.706"/>
    </inkml:context>
    <inkml:brush xml:id="br0">
      <inkml:brushProperty name="width" value="0.05" units="cm"/>
      <inkml:brushProperty name="height" value="0.05" units="cm"/>
      <inkml:brushProperty name="color" value="#FFFFFF"/>
    </inkml:brush>
  </inkml:definitions>
  <inkml:trace contextRef="#ctx0" brushRef="#br0">14 8 24575,'10'-7'0,"-13"17"0,-3 7 0,1 1 0,2 1 0,0 0 0,1 0 0,1 0 0,0 0 0,2 0 0,0 0 0,1 0 0,1 0 0,1-1 0,1 1 0,0-1 0,1 0 0,12 24 0,-10-27 0,-1-1 0,2 0 0,0-1 0,0 0 0,1 0 0,1 0 0,0-2 0,1 1 0,0-2 0,1 1 0,0-2 0,0 0 0,1 0 0,1-1 0,-1-1 0,1 0 0,18 5 0,-13-8-85,0 0 0,1-1-1,0-1 1,-1-1 0,1-1-1,0-1 1,0 0 0,0-2-1,-1 0 1,0-2 0,1 0-1,-1-1 1,-1-1 0,1-1-1,17-10 1,-14 6-6741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7:58.952"/>
    </inkml:context>
    <inkml:brush xml:id="br0">
      <inkml:brushProperty name="width" value="0.05" units="cm"/>
      <inkml:brushProperty name="height" value="0.05" units="cm"/>
      <inkml:brushProperty name="color" value="#FFFFFF"/>
    </inkml:brush>
  </inkml:definitions>
  <inkml:trace contextRef="#ctx0" brushRef="#br0">99 4 24575,'0'-2'0,"3"1"0,4 4 0,4 2 0,2 5 0,3 5 0,1 2 0,-2 4 0,-4 2 0,-3 3 0,-7 2 0,-9 3 0,-15 2 0,-18 2 0,-23 0 0,-1-6-8191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3.023"/>
    </inkml:context>
    <inkml:brush xml:id="br0">
      <inkml:brushProperty name="width" value="0.05" units="cm"/>
      <inkml:brushProperty name="height" value="0.05" units="cm"/>
      <inkml:brushProperty name="color" value="#FFFFFF"/>
    </inkml:brush>
  </inkml:definitions>
  <inkml:trace contextRef="#ctx0" brushRef="#br0">2107 185 24575,'0'-5'0,"0"1"0,0-1 0,-1 0 0,1 0 0,-1 0 0,-1 0 0,1 1 0,0-1 0,-1 0 0,0 1 0,-5-9 0,3 8 0,0 1 0,0-1 0,-1 1 0,1-1 0,-1 1 0,0 1 0,0-1 0,0 1 0,-7-4 0,-9-3 0,-1 0 0,0 2 0,0 0 0,-47-8 0,-99-4 0,77 16-106,0 4 0,0 4 0,1 4 0,-128 28 1,120-12-28,2 3 1,1 5-1,-167 80 1,197-78 133,1 3-1,1 3 1,-68 57-1,105-76-3,1 2 0,1 1 0,0 1-1,2 1 1,1 1 0,2 1-1,0 1 1,2 0 0,-16 38 0,27-52-9,1 0 0,1 0 0,0 1 0,1-1 0,1 1 1,0 0-1,1 0 0,1 0 0,0 0 0,1 0 0,1 0 1,5 22-1,-2-20 12,1 0 0,1-1 0,0 0 1,2 0-1,-1 0 0,2-1 0,0-1 1,1 0-1,1 0 0,18 18 0,-3-8-66,2-1 0,0-2-1,1-1 1,1-1 0,1-1-1,1-2 1,50 18 0,-5-7-219,2-4 1,102 18-1,-12-15-87,1-7 0,2-8 0,-1-8 0,1-7 0,234-34 0,-282 19 377,196-57-1,-265 58-11,-1-3-1,-1-2 0,0-2 1,-2-3-1,83-57 0,-113 67-17,-1 0 0,-1-1 0,0-1 0,-2-1 0,0 0 0,22-35-1,-31 42 4,-1-1-1,-1 0 0,0-1 0,-1 0 0,-1 0 0,0 0 0,-1-1 0,-1 1 1,0-1-1,-1 0 0,-1 0 0,-1-19 0,-1 18 17,-1 0 0,0 1 0,-2-1 0,0 1 0,-1 0 0,0 0-1,-2 0 1,-14-27 0,8 22-3,0 1 0,-2 0 0,-1 1 0,0 1-1,-28-25 1,5 11-14,-2 2 1,-1 1-1,-2 3 0,0 1 0,-68-26 1,20 16-140,-1 4 1,-171-32-1,-195 5-1601,140 38 1433</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1.763"/>
    </inkml:context>
    <inkml:brush xml:id="br0">
      <inkml:brushProperty name="width" value="0.05" units="cm"/>
      <inkml:brushProperty name="height" value="0.05" units="cm"/>
      <inkml:brushProperty name="color" value="#FFFFFF"/>
    </inkml:brush>
  </inkml:definitions>
  <inkml:trace contextRef="#ctx0" brushRef="#br0">3 382 24575,'-1'-37'0,"0"21"0,0 1 0,1 0 0,1-1 0,4-20 0,-4 34 0,-1 0 0,1 0 0,-1 0 0,1 0 0,0 0 0,0 0 0,0 0 0,0 0 0,0 0 0,0 1 0,1-1 0,-1 0 0,0 1 0,1-1 0,0 1 0,-1-1 0,1 1 0,2-2 0,-2 3 0,-1-1 0,1 0 0,0 1 0,0 0 0,0-1 0,0 1 0,0 0 0,0 0 0,0 0 0,-1 0 0,1 0 0,0 0 0,0 1 0,0-1 0,0 1 0,3 0 0,0 2 0,0-1 0,-1 1 0,1 0 0,0 0 0,-1 0 0,0 0 0,1 1 0,-2 0 0,1 0 0,0 0 0,-1 0 0,6 10 0,1 6 0,-1 1 0,-2 1 0,0-1 0,-1 1 0,-1 0 0,-1 1 0,-1-1 0,-1 1 0,-1 0 0,-1-1 0,-1 1 0,-1 0 0,-7 31 0,-1-28 0,3-16 0,7-10 0,0 0 0,0 0 0,0 0 0,0 0 0,-1 0 0,1 0 0,0 0 0,0 0 0,0 0 0,0 0 0,-1 0 0,1 0 0,0 0 0,0 0 0,0 0 0,0 0 0,-1-1 0,1 1 0,0 0 0,0 0 0,0 0 0,0 0 0,0 0 0,-1 0 0,1 0 0,0-1 0,0 1 0,0 0 0,0 0 0,0 0 0,0 0 0,0 0 0,0-1 0,0 1 0,0 0 0,0 0 0,-1 0 0,1 0 0,0-1 0,0 1 0,0 0 0,0 0 0,0 0 0,0 0 0,0-1 0,1 1 0,-1 0 0,0 0 0,0 0 0,0 0 0,0-1 0,0-7 0,0-1 0,1 1 0,1 0 0,-1-1 0,1 1 0,0 0 0,1 0 0,6-12 0,0-6 0,17-55 0,37-104 0,-50 156 0,0-1 0,2 2 0,36-53 0,-45 73 0,0 1 0,0 0 0,1 0 0,0 1 0,0 0 0,0 0 0,1 1 0,-1 0 0,10-5 0,-14 9 0,-1 0 0,1 0 0,0 0 0,-1 0 0,1 1 0,0-1 0,0 1 0,0-1 0,-1 1 0,1 0 0,0 0 0,0 0 0,0 1 0,-1-1 0,1 1 0,0-1 0,0 1 0,-1 0 0,1 0 0,0 0 0,-1 0 0,1 1 0,-1-1 0,0 1 0,1 0 0,-1-1 0,0 1 0,0 0 0,0 0 0,0 0 0,0 1 0,-1-1 0,3 3 0,2 6 0,0 0 0,-1 0 0,0 0 0,-1 1 0,0-1 0,-1 1 0,0 0 0,-1 0 0,1 21 0,-1 14 0,-4 52 0,2-94 0,-8 78 0,7-76 0,0 1 0,-1-1 0,0 0 0,-1 1 0,1-1 0,-1 0 0,-1 0 0,-5 9 0,9-15 0,-1-1 0,1 0 0,0 1 0,0-1 0,0 0 0,0 0 0,0 1 0,0-1 0,-1 0 0,1 0 0,0 1 0,0-1 0,0 0 0,-1 0 0,1 0 0,0 1 0,0-1 0,-1 0 0,1 0 0,0 0 0,0 0 0,-1 0 0,1 1 0,0-1 0,0 0 0,-1 0 0,1 0 0,0 0 0,-1 0 0,1 0 0,0 0 0,0 0 0,-1 0 0,1 0 0,0 0 0,-1 0 0,1 0 0,0 0 0,0-1 0,-1 1 0,1 0 0,0 0 0,-1 0 0,1 0 0,0 0 0,0-1 0,0 1 0,-1 0 0,1 0 0,0 0 0,0-1 0,0 1 0,-1 0 0,1 0 0,0-1 0,0 1 0,0 0 0,0 0 0,0-1 0,-1 1 0,1-1 0,-4-18 0,4 5 0,1-1 0,0 1 0,1 0 0,1 0 0,0 0 0,1 0 0,9-23 0,49-90 0,-59 122 0,13-26 0,2 1 0,28-37 0,-41 60 0,1 1 0,-1-1 0,1 1 0,0 1 0,1-1 0,-1 1 0,1 0 0,0 0 0,0 1 0,1 0 0,-1 1 0,1-1 0,0 1 0,0 1 0,13-4 0,-16 6 0,-1-1 0,0 1 0,0 0 0,1 0 0,-1 1 0,0-1 0,1 1 0,-1 0 0,0 0 0,0 0 0,0 1 0,0-1 0,0 1 0,0 0 0,0 0 0,-1 1 0,4 2 0,-2-1 0,0 1 0,-1 0 0,0 0 0,0 0 0,0 1 0,-1-1 0,1 1 0,-1 0 0,-1 0 0,3 7 0,2 10 0,-2 1 0,0-1 0,-2 1 0,0 0 0,-2 24 0,-2 15-682,-16 104-1,15-146-6143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2.139"/>
    </inkml:context>
    <inkml:brush xml:id="br0">
      <inkml:brushProperty name="width" value="0.05" units="cm"/>
      <inkml:brushProperty name="height" value="0.05" units="cm"/>
      <inkml:brushProperty name="color" value="#FFFFFF"/>
    </inkml:brush>
  </inkml:definitions>
  <inkml:trace contextRef="#ctx0" brushRef="#br0">87 39 24575,'20'-14'0,"-14"13"0,-9 11 0,-16 20 0,1 1 0,2 0 0,-12 35 0,22-50 0,0 1 0,2-1 0,0 1 0,1 1 0,0-1 0,2 0 0,0 1 0,1 19 0,1-34 0,-1 0 0,0 1 0,1-1 0,-1 0 0,1 0 0,0 0 0,0 0 0,0 0 0,0 0 0,1 0 0,-1 0 0,1-1 0,0 1 0,0-1 0,0 1 0,0-1 0,0 1 0,0-1 0,1 0 0,-1 0 0,1 0 0,5 2 0,-5-2 0,1-1 0,0 0 0,0 0 0,0-1 0,0 1 0,0-1 0,0 0 0,0 0 0,0 0 0,0 0 0,0-1 0,0 0 0,0 1 0,0-1 0,-1-1 0,1 1 0,7-4 0,2-2 0,-1 0 0,0-1 0,0 0 0,0-1 0,-1-1 0,0 0 0,-1 0 0,0-1 0,-1 0 0,0 0 0,-1-1 0,0-1 0,10-20 0,-15 25 0,1-1 0,-2 1 0,1-1 0,-1 0 0,0 0 0,-1 0 0,0 0 0,0 0 0,-1 0 0,-1-9 0,0 11 0,0-1 0,-1 1 0,0 0 0,0 0 0,0 0 0,-1 1 0,0-1 0,-1 1 0,1-1 0,-1 1 0,-1 0 0,1 1 0,-9-10 0,6 9 0,0 0 0,-1 0 0,0 0 0,0 1 0,0 1 0,-16-8 0,19 10 0,0 0 0,-1 0 0,1 0 0,0 1 0,-1 0 0,1 0 0,-1 1 0,1-1 0,-1 1 0,1 0 0,-1 1 0,1-1 0,-6 2 0,10-2-65,0 1 0,0-1 0,0 0 0,0 1 0,0-1 0,0 1 0,0-1 0,0 1 0,0-1 0,0 1 0,1 0 0,-1-1 0,0 1 0,0 0 0,1 0 0,-1 0 0,0-1 0,1 1 0,-1 0 0,0 2 0,0 5-6761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2.671"/>
    </inkml:context>
    <inkml:brush xml:id="br0">
      <inkml:brushProperty name="width" value="0.05" units="cm"/>
      <inkml:brushProperty name="height" value="0.05" units="cm"/>
      <inkml:brushProperty name="color" value="#FFFFFF"/>
    </inkml:brush>
  </inkml:definitions>
  <inkml:trace contextRef="#ctx0" brushRef="#br0">248 409 24575,'-27'-38'0,"22"30"0,0 0 0,-1 0 0,0 0 0,0 1 0,-12-11 0,16 17 0,0-1 0,0 1 0,0 0 0,0 0 0,0 0 0,0 0 0,0 0 0,-1 0 0,1 1 0,0-1 0,-1 1 0,1-1 0,0 1 0,-1 0 0,1 0 0,-1 0 0,1 0 0,0 1 0,-1-1 0,1 1 0,0-1 0,-1 1 0,1 0 0,0 0 0,0 0 0,0 0 0,-4 2 0,1 1 0,-1 0 0,0 1 0,1-1 0,0 1 0,0 1 0,1-1 0,-1 1 0,1-1 0,0 1 0,1 0 0,-6 13 0,1 1 0,1 0 0,-8 34 0,10-34 0,0 0 0,2-1 0,1 1 0,0 0 0,2 1 0,0-1 0,5 30 0,-5-47 0,1 1 0,0-1 0,0 0 0,0 0 0,0 0 0,1 0 0,-1 0 0,1 0 0,0 0 0,-1 0 0,1-1 0,1 1 0,-1-1 0,0 1 0,1-1 0,-1 0 0,1 0 0,-1 0 0,1 0 0,0-1 0,6 3 0,-5-2 0,0-1 0,1 0 0,0-1 0,-1 1 0,1-1 0,-1 0 0,1 0 0,-1-1 0,1 1 0,-1-1 0,1 0 0,-1 0 0,1 0 0,-1-1 0,7-2 0,3-4 0,0 0 0,0 0 0,-1-1 0,0-1 0,0 0 0,-1-1 0,-1-1 0,0 1 0,0-2 0,-1 0 0,-1 0 0,0 0 0,-1-1 0,0-1 0,8-22 0,-3 4 0,-3-1 0,0 0 0,-3 0 0,0 0 0,-2-1 0,0-40 0,-5 72 0,2-34 0,-1 1 0,-2-1 0,-2 1 0,-9-48 0,8 77 0,2 14 0,0 17 0,-3 86-455,5 0 0,28 215 0,-23-302-6371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3.034"/>
    </inkml:context>
    <inkml:brush xml:id="br0">
      <inkml:brushProperty name="width" value="0.05" units="cm"/>
      <inkml:brushProperty name="height" value="0.05" units="cm"/>
      <inkml:brushProperty name="color" value="#FFFFFF"/>
    </inkml:brush>
  </inkml:definitions>
  <inkml:trace contextRef="#ctx0" brushRef="#br0">38 89 24575,'-4'-29'0,"-2"20"0,5 9 0,1 0 0,-1 0 0,1 0 0,-1 1 0,1-1 0,-1 0 0,1 0 0,-1 0 0,1 1 0,-1-1 0,1 0 0,-1 1 0,1-1 0,0 0 0,-1 1 0,1-1 0,-1 0 0,1 1 0,0-1 0,0 1 0,-1-1 0,1 1 0,0-1 0,-1 2 0,-2 3 0,1 1 0,0-1 0,0 1 0,0 0 0,0 0 0,1 0 0,0 0 0,0 0 0,1 7 0,-1 1 0,1-1 0,1 1 0,3 15 0,-3-20 0,1 0 0,1 0 0,-1 0 0,2 0 0,-1 0 0,1 0 0,0-1 0,1 0 0,0 1 0,7 7 0,-9-12 0,0-1 0,1 0 0,-1 0 0,1 0 0,0-1 0,0 1 0,0-1 0,0 1 0,0-2 0,0 1 0,1 0 0,-1-1 0,1 1 0,-1-1 0,1-1 0,-1 1 0,1-1 0,0 1 0,-1-1 0,1-1 0,-1 1 0,8-2 0,-3 0 0,0-1 0,0 0 0,-1 0 0,0-1 0,0 0 0,0 0 0,0-1 0,0 0 0,-1-1 0,0 1 0,0-1 0,-1-1 0,0 1 0,0-1 0,0 0 0,-1-1 0,0 1 0,7-15 0,-8 15 0,0 0 0,-1-1 0,0 1 0,-1-1 0,1 1 0,-1-1 0,-1 0 0,0 0 0,0 0 0,0 0 0,-1 0 0,0 0 0,-1 0 0,1 0 0,-2 0 0,1 0 0,-1 0 0,0 0 0,-1 1 0,0-1 0,-4-8 0,5 13 25,-1 0-1,1 0 0,0 0 1,-1 0-1,0 0 1,1 1-1,-1-1 0,0 1 1,0 0-1,-1 0 0,1 0 1,0 0-1,-5-1 1,6 2-86,1 0 0,-1 1 0,0 0 0,0-1 0,0 1 0,0 0 0,0 0 0,1 0 0,-1 0 0,0 0 0,0 0 0,0 0 0,0 1 0,0-1 0,1 1 0,-1-1 0,0 1 0,0 0 1,1 0-1,-1 0 0,0 0 0,1 0 0,-1 0 0,1 0 0,-1 0 0,1 0 0,-2 3 0,-5 8-6765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3.267"/>
    </inkml:context>
    <inkml:brush xml:id="br0">
      <inkml:brushProperty name="width" value="0.05" units="cm"/>
      <inkml:brushProperty name="height" value="0.05" units="cm"/>
      <inkml:brushProperty name="color" value="#FFFFFF"/>
    </inkml:brush>
  </inkml:definitions>
  <inkml:trace contextRef="#ctx0" brushRef="#br0">27 54 24575,'0'-11'0,"1"9"0,-1-1 0,0 0 0,0 1 0,0-1 0,0 0 0,0 1 0,0-1 0,-1 0 0,0 1 0,1-1 0,-1 0 0,0 1 0,0-1 0,-2-2 0,-1 6 0,3 7 0,0 10 0,12 201 342,-11-170-911,-3 0 0,-12 71 0,8-89-6257</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3.691"/>
    </inkml:context>
    <inkml:brush xml:id="br0">
      <inkml:brushProperty name="width" value="0.05" units="cm"/>
      <inkml:brushProperty name="height" value="0.05" units="cm"/>
      <inkml:brushProperty name="color" value="#FFFFFF"/>
    </inkml:brush>
  </inkml:definitions>
  <inkml:trace contextRef="#ctx0" brushRef="#br0">32 154 24575,'0'2'0,"-1"0"0,1 0 0,-1-1 0,1 1 0,-1 0 0,0 0 0,0-1 0,0 1 0,0-1 0,0 1 0,-2 1 0,2-2 0,0 0 0,1 1 0,-1-1 0,0 0 0,0 1 0,0-1 0,1 0 0,-1 1 0,1-1 0,-1 1 0,0 1 0,2-2 0,-1-1 0,0 1 0,1 0 0,-1 0 0,1-1 0,-1 1 0,1-1 0,-1 1 0,1 0 0,-1-1 0,1 1 0,-1-1 0,1 1 0,0-1 0,-1 1 0,1-1 0,0 0 0,-1 1 0,1-1 0,0 0 0,0 0 0,-1 1 0,1-1 0,0 0 0,0 0 0,-1 0 0,1 0 0,0 0 0,1 0 0,5 0 0,-1 0 0,1 0 0,0 0 0,-1-1 0,1 0 0,0 0 0,-1-1 0,1 0 0,-1 0 0,0 0 0,1-1 0,-1 0 0,11-8 0,-9 6 0,0 0 0,0-1 0,-1 0 0,0-1 0,0 1 0,0-1 0,-1-1 0,0 1 0,6-12 0,-10 17 0,-1-1 0,1 0 0,-1 0 0,0 0 0,0-1 0,0 1 0,-1 0 0,1 0 0,-1 0 0,0-1 0,0 1 0,0 0 0,0 0 0,0-1 0,-1 1 0,1 0 0,-1 0 0,0 0 0,0 0 0,0-1 0,0 2 0,-1-1 0,-1-3 0,1 4 0,0 0 0,1 0 0,-1 0 0,0 0 0,0 0 0,0 1 0,0-1 0,0 1 0,-1 0 0,1-1 0,0 1 0,-1 0 0,1 0 0,-1 1 0,1-1 0,-1 0 0,1 1 0,-1-1 0,1 1 0,-1 0 0,0 0 0,1 0 0,-1 0 0,1 1 0,-1-1 0,1 1 0,-1-1 0,1 1 0,-4 1 0,-2 2 0,0 0 0,0 0 0,0 1 0,1 0 0,-1 1 0,1-1 0,1 1 0,-1 0 0,1 1 0,0 0 0,1 0 0,-1 0 0,1 0 0,1 1 0,0 0 0,0 0 0,-4 10 0,4-7 0,0 0 0,1 1 0,0-1 0,1 0 0,0 1 0,0 0 0,1-1 0,1 1 0,0 0 0,1-1 0,0 1 0,5 20 0,-4-27-52,0 0-1,0 0 1,1 0-1,-1 0 1,1-1-1,0 1 1,0-1-1,1 0 1,-1 0-1,1 0 1,0-1-1,0 1 1,0-1-1,1 0 1,-1 0-1,1 0 1,-1-1-1,1 1 1,0-1-1,0 0 0,0-1 1,0 1-1,0-1 1,1 0-1,5 0 1,17 3-6774</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4.048"/>
    </inkml:context>
    <inkml:brush xml:id="br0">
      <inkml:brushProperty name="width" value="0.05" units="cm"/>
      <inkml:brushProperty name="height" value="0.05" units="cm"/>
      <inkml:brushProperty name="color" value="#FFFFFF"/>
    </inkml:brush>
  </inkml:definitions>
  <inkml:trace contextRef="#ctx0" brushRef="#br0">355 115 24575,'3'-3'0,"0"-1"0,0 1 0,-1-1 0,0 0 0,1 0 0,-1 0 0,0 0 0,-1-1 0,1 1 0,-1 0 0,0-1 0,0 1 0,0-1 0,0-6 0,-1 9 0,0 0 0,0 1 0,0-1 0,0 0 0,-1 0 0,1 0 0,0 0 0,-1 1 0,0-1 0,1 0 0,-1 0 0,0 1 0,0-1 0,1 0 0,-1 1 0,-1-1 0,1 1 0,0-1 0,0 1 0,0 0 0,-1 0 0,1-1 0,-1 1 0,1 0 0,-1 0 0,1 0 0,-1 0 0,0 1 0,1-1 0,-1 0 0,0 1 0,0-1 0,0 1 0,1 0 0,-1-1 0,0 1 0,-3 0 0,-1 0 0,-1 1 0,1 0 0,0 0 0,0 0 0,0 1 0,0 0 0,0 0 0,0 1 0,0-1 0,1 1 0,-10 7 0,-2 1 0,1 2 0,-19 18 0,26-23 0,1 1 0,1-1 0,0 1 0,0 1 0,0-1 0,1 1 0,1 0 0,-7 15 0,10-21 0,1 0 0,0-1 0,0 1 0,1 0 0,-1 0 0,1-1 0,-1 1 0,1 0 0,1 0 0,-1 0 0,0-1 0,1 1 0,0 0 0,0 0 0,0-1 0,0 1 0,0 0 0,1-1 0,0 0 0,0 1 0,0-1 0,0 0 0,0 0 0,0 0 0,1 0 0,0 0 0,-1 0 0,7 4 0,2 0 0,1 0 0,0 0 0,24 9 0,-25-12 0,1 1 0,-1 1 0,0 0 0,17 12 0,-27-17 0,0 0 0,1 0 0,-1 0 0,0 0 0,0 0 0,0 1 0,0-1 0,0 0 0,0 0 0,0 1 0,0-1 0,-1 0 0,1 1 0,-1-1 0,1 1 0,-1-1 0,1 3 0,-1-3 0,0 0 0,0 0 0,0 0 0,-1-1 0,1 1 0,0 0 0,-1 0 0,1 0 0,-1 0 0,1 0 0,-1-1 0,1 1 0,-1 0 0,1 0 0,-1-1 0,0 1 0,1-1 0,-1 1 0,0 0 0,0-1 0,0 1 0,-6 3 0,-1-1 0,1 0 0,-1 0 0,0 0 0,-9 1 0,11-3 0,-13 4-136,1-1-1,0-2 1,-1 1-1,0-2 1,1-1-1,-1 0 1,0-1-1,1-1 0,-27-6 1,18 0-6690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4.281"/>
    </inkml:context>
    <inkml:brush xml:id="br0">
      <inkml:brushProperty name="width" value="0.05" units="cm"/>
      <inkml:brushProperty name="height" value="0.05" units="cm"/>
      <inkml:brushProperty name="color" value="#FFFFFF"/>
    </inkml:brush>
  </inkml:definitions>
  <inkml:trace contextRef="#ctx0" brushRef="#br0">51 0 24575,'-3'0'0,"-4"0"0,-3 0 0,-4 0 0,4 0 0,4 3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4.437"/>
    </inkml:context>
    <inkml:brush xml:id="br0">
      <inkml:brushProperty name="width" value="0.05" units="cm"/>
      <inkml:brushProperty name="height" value="0.05" units="cm"/>
      <inkml:brushProperty name="color" value="#FFFFFF"/>
    </inkml:brush>
  </inkml:definitions>
  <inkml:trace contextRef="#ctx0" brushRef="#br0">0 0 24575,'3'0'0,"4"0"0,0 3 0,0 4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6.150"/>
    </inkml:context>
    <inkml:brush xml:id="br0">
      <inkml:brushProperty name="width" value="0.05" units="cm"/>
      <inkml:brushProperty name="height" value="0.05" units="cm"/>
      <inkml:brushProperty name="color" value="#FFFFFF"/>
    </inkml:brush>
  </inkml:definitions>
  <inkml:trace contextRef="#ctx0" brushRef="#br0">15 19 24575,'-3'0'0,"-4"0"0,3 0 0,4 0 0,8 0 0,9 0 0,11-3 0,6-1 0,6 0 0,5 1 0,1 0 0,-1 2 0,-3 0 0,-5 1 0,-7 0 0,-7 0-8191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7.696"/>
    </inkml:context>
    <inkml:brush xml:id="br0">
      <inkml:brushProperty name="width" value="0.05" units="cm"/>
      <inkml:brushProperty name="height" value="0.05" units="cm"/>
      <inkml:brushProperty name="color" value="#FFFFFF"/>
    </inkml:brush>
  </inkml:definitions>
  <inkml:trace contextRef="#ctx0" brushRef="#br0">312 483 24575,'1'-3'0,"-1"-1"0,1 1 0,0 0 0,0 0 0,0 0 0,0 0 0,1 0 0,-1 1 0,1-1 0,0 0 0,0 0 0,0 1 0,3-4 0,13-20 0,-16 24 0,-1-1 0,0 0 0,0 0 0,0 0 0,0 0 0,0 0 0,-1 0 0,1 0 0,-1 0 0,1 0 0,-1 0 0,0 0 0,-1 0 0,1 0 0,0 0 0,-1 0 0,0 0 0,0 0 0,0 0 0,0 0 0,0 0 0,0 1 0,-4-6 0,3 6 0,0-1 0,-1 1 0,0-1 0,0 1 0,1 0 0,-1 0 0,0 1 0,-1-1 0,1 1 0,0-1 0,0 1 0,-1 0 0,1 0 0,0 0 0,-1 1 0,1-1 0,-1 1 0,1 0 0,-1 0 0,-6 0 0,-1 2 0,-1 0 0,0 1 0,1 0 0,-1 0 0,1 1 0,0 1 0,0 0 0,1 0 0,-1 1 0,1 1 0,1 0 0,-1 0 0,1 0 0,0 1 0,-14 17 0,12-12 0,1 1 0,0 0 0,1 0 0,0 1 0,1 0 0,1 0 0,1 1 0,0 0 0,0 0 0,-3 25 0,8-35 0,0 0 0,0-1 0,1 1 0,0 0 0,0 0 0,1-1 0,-1 1 0,1 0 0,0-1 0,1 1 0,0-1 0,0 1 0,3 6 0,-3-9 0,0 0 0,0 0 0,0 0 0,1 0 0,-1 0 0,1-1 0,0 1 0,0-1 0,0 0 0,0 0 0,0 0 0,1 0 0,-1 0 0,1-1 0,-1 1 0,1-1 0,-1 0 0,1 0 0,0 0 0,6 0 0,1-1 0,0 0 0,0 0 0,0-1 0,0 0 0,0-1 0,0-1 0,0 1 0,-1-2 0,0 1 0,20-11 0,-3-1 0,-2 0 0,43-34 0,-50 34 0,0-1 0,-1-1 0,-1-1 0,0 0 0,-2-1 0,0 0 0,-1-1 0,-1-1 0,-1 0 0,-1-1 0,11-33 0,-15 36 0,-1 0 0,0-1 0,-2 0 0,0 0 0,-2 0 0,0 0 0,-1-1 0,-1 1 0,-1 0 0,-1 0 0,0 0 0,-2 0 0,-13-35 0,17 50 0,-2 1 0,1-1 0,-1 1 0,1 0 0,-1 0 0,-4-5 0,6 8 0,1 1 0,-1-1 0,1 1 0,-1-1 0,1 1 0,-1-1 0,1 1 0,-1-1 0,1 1 0,-1-1 0,0 1 0,1 0 0,-1-1 0,0 1 0,1 0 0,-1 0 0,0-1 0,1 1 0,-1 0 0,0 0 0,0 0 0,1 0 0,-1 0 0,0 0 0,1 0 0,-1 0 0,0 0 0,0 0 0,1 0 0,-1 1 0,0-1 0,1 0 0,-1 0 0,0 1 0,1-1 0,-1 0 0,0 1 0,1-1 0,-1 1 0,1-1 0,-1 1 0,1-1 0,-1 1 0,1-1 0,-1 1 0,1 0 0,0-1 0,-1 1 0,0 1 0,-1 3 0,0 0 0,0 0 0,0 0 0,1 0 0,0 1 0,0-1 0,0 0 0,1 1 0,0 5 0,4 54 0,-3-51 0,11 73-341,4-1 0,4-1-1,42 116 1,-51-169-6485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9.046"/>
    </inkml:context>
    <inkml:brush xml:id="br0">
      <inkml:brushProperty name="width" value="0.05" units="cm"/>
      <inkml:brushProperty name="height" value="0.05" units="cm"/>
      <inkml:brushProperty name="color" value="#FFFFFF"/>
    </inkml:brush>
  </inkml:definitions>
  <inkml:trace contextRef="#ctx0" brushRef="#br0">4 563 24575,'-3'2'0,"8"2"0,11 3 0,-6-5 0,-1-2 0,0 1 0,1-2 0,-1 1 0,1-1 0,-1 0 0,0-1 0,0 0 0,1-1 0,-2 0 0,10-4 0,-3 1 0,-2-1 0,1 0 0,-1-1 0,0 0 0,0-1 0,11-11 0,-21 17 0,-1 1 0,1-1 0,0 1 0,-1-1 0,0 0 0,1 0 0,-1 0 0,-1 0 0,1-1 0,0 1 0,-1 0 0,1-1 0,-1 1 0,0-1 0,0 0 0,-1 1 0,1-1 0,-1 0 0,0 1 0,0-1 0,0 0 0,0 0 0,0 1 0,-1-1 0,0 0 0,0 1 0,0-1 0,0 1 0,0-1 0,-1 1 0,0 0 0,0-1 0,1 1 0,-2 0 0,1 0 0,0 0 0,-1 1 0,1-1 0,-1 0 0,0 1 0,0 0 0,0-1 0,0 1 0,0 1 0,0-1 0,-1 0 0,-4-1 0,2 0 0,0 1 0,0 0 0,0 0 0,0 1 0,-1 0 0,1 0 0,0 0 0,-1 1 0,-8 0 0,11 1 0,1-1 0,-1 1 0,1 0 0,-1 0 0,1 0 0,0 0 0,-1 0 0,1 1 0,0-1 0,0 1 0,0 0 0,0 0 0,0 0 0,0 1 0,1-1 0,-1 1 0,-2 3 0,11-17 0,1 0 0,-1 0 0,-1-1 0,0 0 0,-1 0 0,0-1 0,-1 1 0,0-1 0,1-22 0,2-125 0,-7 145 0,2 9 0,-1 3 0,0 1 0,0-1 0,0 1 0,0-1 0,0 1 0,0-1 0,0 1 0,-1-1 0,1 1 0,-1 0 0,0-1 0,0 1 0,0-1 0,0 1 0,-2-3 0,3 5 0,-1 1 0,0-1 0,1 0 0,-1 0 0,0 0 0,1 1 0,-1-1 0,1 0 0,-1 1 0,0-1 0,1 0 0,-1 1 0,1-1 0,-1 1 0,1-1 0,0 1 0,-1-1 0,1 1 0,-1 0 0,1-1 0,0 1 0,-1-1 0,1 1 0,0 0 0,0-1 0,0 1 0,-1 0 0,1-1 0,0 1 0,0 0 0,0 1 0,-6 24 0,-2 43 0,4 1 0,5 86 0,0-65 0,-2-14 0,-1-32 0,3 1 0,5 45 0,2-63 0,-8-28 0,0 0 0,0 1 0,0-1 0,0 0 0,0 0 0,0 0 0,0 1 0,0-1 0,0 0 0,1 0 0,-1 0 0,0 1 0,0-1 0,0 0 0,0 0 0,1 0 0,-1 0 0,0 0 0,0 0 0,0 1 0,0-1 0,1 0 0,-1 0 0,0 0 0,0 0 0,0 0 0,1 0 0,-1 0 0,0 0 0,0 0 0,1 0 0,-1 0 0,0 0 0,0 0 0,0 0 0,1 0 0,7-14 0,12-62 0,-14 48 0,1 1 0,14-33 0,-18 52 0,1 0 0,0 1 0,1 0 0,-1-1 0,1 1 0,1 1 0,-1-1 0,1 1 0,0 0 0,1 0 0,11-8 0,-14 12 0,0-1 0,1 1 0,-1 0 0,0 0 0,1 1 0,-1-1 0,1 1 0,-1 0 0,1 0 0,-1 0 0,1 1 0,0 0 0,-1 0 0,1 0 0,8 1 0,-6 1 0,-1 0 0,0 0 0,0 0 0,0 1 0,0 0 0,0 0 0,0 0 0,-1 1 0,0 0 0,8 6 0,-5-2 0,-1 0 0,0 0 0,0 0 0,0 1 0,-1 0 0,0 1 0,-1-1 0,0 1 0,-1 0 0,0 0 0,0 1 0,-1-1 0,2 16 0,-4-23 0,-1 1 0,0 0 0,0 0 0,0 0 0,0 0 0,-1-1 0,1 1 0,-1 0 0,0 0 0,0-1 0,0 1 0,-1 0 0,0-1 0,1 0 0,-1 1 0,-4 4 0,2-3 0,0-1 0,0 0 0,-1 0 0,0 0 0,1-1 0,-1 0 0,0 0 0,-1 0 0,-10 4 0,-1-2 0,0 0 0,0-1 0,-1-1 0,1 0 0,-1-1 0,-22-1 0,31-2-227,0 1-1,-1-1 1,1-1-1,0 1 1,-16-7-1,-3-4-6598</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9.468"/>
    </inkml:context>
    <inkml:brush xml:id="br0">
      <inkml:brushProperty name="width" value="0.05" units="cm"/>
      <inkml:brushProperty name="height" value="0.05" units="cm"/>
      <inkml:brushProperty name="color" value="#FFFFFF"/>
    </inkml:brush>
  </inkml:definitions>
  <inkml:trace contextRef="#ctx0" brushRef="#br0">9 1 24575,'0'3'0,"-3"1"0,-1 3 0,3 0 0,8-1 0,5-2 0,10-1 0,7-1 0,8-1 0,5-4 0,6-4 0,0-2 0,-8 2-8191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49.999"/>
    </inkml:context>
    <inkml:brush xml:id="br0">
      <inkml:brushProperty name="width" value="0.05" units="cm"/>
      <inkml:brushProperty name="height" value="0.05" units="cm"/>
      <inkml:brushProperty name="color" value="#FFFFFF"/>
    </inkml:brush>
  </inkml:definitions>
  <inkml:trace contextRef="#ctx0" brushRef="#br0">297 504 24575,'0'-6'0,"2"1"0,-1 0 0,0 1 0,1-1 0,0 0 0,0 0 0,1 1 0,3-6 0,4-9 0,-6 9 0,-1 0 0,0 1 0,0-1 0,-1 0 0,-1-1 0,1 1 0,-1-18 0,-1 24 0,-1 0 0,1 0 0,-1 1 0,0-1 0,0 0 0,0 0 0,0 0 0,0 1 0,-1-1 0,-2-4 0,2 6 0,1 0 0,-1 0 0,1 1 0,-1-1 0,0 1 0,1-1 0,-1 1 0,0-1 0,0 1 0,0 0 0,0 0 0,0 0 0,0 0 0,0 0 0,-1 1 0,1-1 0,0 1 0,0-1 0,-3 1 0,-1 0 0,1 0 0,-1 1 0,1 0 0,0 0 0,-1 0 0,1 1 0,0-1 0,0 1 0,0 1 0,0-1 0,0 1 0,0 0 0,0 0 0,-4 4 0,-9 7 0,-31 32 0,27-22 0,1 0 0,-22 33 0,35-44 0,0-1 0,1 1 0,1 0 0,0 0 0,0 1 0,2 0 0,-5 18 0,9-29 0,-1 1 0,1-1 0,-1 1 0,1-1 0,0 1 0,0-1 0,1 1 0,-1-1 0,1 1 0,0-1 0,0 1 0,0-1 0,0 1 0,0-1 0,1 0 0,2 4 0,-3-5 0,1 0 0,0 0 0,0 0 0,1 0 0,-1 0 0,0 0 0,0-1 0,1 1 0,-1-1 0,1 0 0,0 0 0,-1 0 0,1 0 0,0 0 0,-1 0 0,1-1 0,0 1 0,0-1 0,0 0 0,4 0 0,8-1 0,-1 0 0,1-1 0,-1-1 0,0 0 0,0-1 0,0-1 0,0 0 0,18-10 0,-4 0 0,-1-1 0,46-37 0,-57 40 0,-1-1 0,0 0 0,-1-1 0,-1-1 0,-1 0 0,0-1 0,-1 0 0,0-1 0,10-25 0,-11 18 0,-2-1 0,0 1 0,-2-1 0,-1-1 0,-1 1 0,1-46 0,-4 56 0,0 2 0,0 0 0,-1 1 0,-1-1 0,0 1 0,-1-1 0,0 1 0,-5-14 0,7 27 0,0 0 0,0 0 0,0 0 0,0 0 0,0 0 0,0-1 0,0 1 0,0 0 0,0 0 0,0 0 0,0 0 0,0 0 0,0 0 0,0-1 0,0 1 0,0 0 0,0 0 0,0 0 0,0 0 0,-1 0 0,1 0 0,0 0 0,0-1 0,0 1 0,0 0 0,0 0 0,0 0 0,0 0 0,0 0 0,-1 0 0,1 0 0,0 0 0,0 0 0,0 0 0,0 0 0,0 0 0,0 0 0,-1 0 0,1 0 0,0 0 0,0 0 0,0 0 0,0 0 0,0 0 0,0 0 0,-1 0 0,1 0 0,0 0 0,0 0 0,0 0 0,0 0 0,0 0 0,-4 9 0,1 14 0,-2 53 171,12 140 0,-1-164-598,2-1 0,2 1 1,27 77-1,-26-100-6399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0.811"/>
    </inkml:context>
    <inkml:brush xml:id="br0">
      <inkml:brushProperty name="width" value="0.05" units="cm"/>
      <inkml:brushProperty name="height" value="0.05" units="cm"/>
      <inkml:brushProperty name="color" value="#FFFFFF"/>
    </inkml:brush>
  </inkml:definitions>
  <inkml:trace contextRef="#ctx0" brushRef="#br0">1 291 24575,'-1'2'0,"1"0"0,1 0 0,-1 0 0,0 0 0,0 0 0,1 0 0,-1 0 0,1 0 0,0-1 0,-1 1 0,1 0 0,0 0 0,0-1 0,0 1 0,0 0 0,0-1 0,1 1 0,-1-1 0,0 0 0,4 3 0,-2-2 0,0 0 0,0-1 0,0 1 0,1-1 0,-1 0 0,1 0 0,-1 0 0,1 0 0,-1-1 0,7 1 0,4-1 0,0-1 0,1 0 0,-1-1 0,22-6 0,-19 4 0,-1-2 0,0 0 0,0 0 0,0-2 0,-1 0 0,24-17 0,-33 21 0,-1 0 0,1 0 0,-1-1 0,0 1 0,0-1 0,-1-1 0,1 1 0,-1-1 0,0 1 0,-1-1 0,0 0 0,0-1 0,0 1 0,0 0 0,-1-1 0,0 0 0,0 1 0,-1-1 0,1-10 0,-2 15 0,0-1 0,0 0 0,0 0 0,-1 0 0,1 0 0,-1 0 0,0 0 0,0 0 0,0 0 0,0 1 0,0-1 0,0 0 0,-1 1 0,1-1 0,-1 1 0,0 0 0,0-1 0,0 1 0,0 0 0,0 0 0,0 0 0,-1 0 0,1 1 0,-1-1 0,1 1 0,-1-1 0,0 1 0,-5-2 0,3 2 0,0 0 0,0 0 0,-1 0 0,1 1 0,0-1 0,0 1 0,-1 1 0,1-1 0,0 1 0,0 0 0,-1 0 0,1 0 0,0 1 0,0 0 0,-7 3 0,0 3 0,0 0 0,0 0 0,1 1 0,0 0 0,1 1 0,0 0 0,0 1 0,1 0 0,-13 22 0,15-22 0,0 0 0,1 1 0,1-1 0,0 1 0,0 1 0,1-1 0,1 1 0,0-1 0,1 1 0,-1 25 0,3-32 0,0-1 0,1 1 0,0-1 0,-1 1 0,2-1 0,-1 0 0,1 1 0,0-1 0,0 0 0,0 0 0,1 0 0,-1-1 0,1 1 0,1-1 0,-1 1 0,6 5 0,-3-5 0,0-1 0,0 1 0,0-1 0,1 0 0,-1 0 0,1-1 0,0 0 0,0 0 0,1-1 0,12 3 0,-2-2 0,0-1 0,1-1 0,0 0 0,-1-1 0,1-1 0,-1-1 0,1-1 0,33-9 0,-37 7 0,-1-1 0,0 0 0,0-1 0,0-1 0,0 0 0,-1-1 0,-1 0 0,0-1 0,0 0 0,-1-1 0,12-14 0,-17 18 0,0 0 0,-1-1 0,0 0 0,0 1 0,-1-2 0,0 1 0,0-1 0,-1 1 0,0-1 0,-1 0 0,0 0 0,0 0 0,-1 0 0,0 0 0,0-1 0,-1 1 0,0 0 0,-1 0 0,-4-19 0,0 16 0,5 12 0,-1 0 0,1 0 0,0 0 0,0 0 0,0 0 0,0 0 0,0-1 0,0 1 0,-1 0 0,1 0 0,0 0 0,0 0 0,0 0 0,0 0 0,0 0 0,-1 0 0,1 0 0,0 0 0,0 0 0,0 0 0,0 0 0,0 0 0,-1 1 0,1-1 0,0 0 0,0 0 0,0 0 0,0 0 0,0 0 0,0 0 0,-1 0 0,1 0 0,0 0 0,0 0 0,0 1 0,0-1 0,0 0 0,0 0 0,0 0 0,0 0 0,0 1 0,-7 22 0,-2 137 0,5-57 0,2-79 0,-2 112 0,4-116 0,2-1 0,0 0 0,1 0 0,11 37 0,-6-42 0,-4-23 0,-2-29 0,-2 34 0,-1-157 0,-1 62 0,18-183 0,-13 264 0,0 1 0,1-1 0,1 1 0,1-1 0,8-17 0,-12 32 0,0-1 0,0 1 0,0 0 0,0 0 0,0 0 0,1 0 0,0 0 0,-1 0 0,1 1 0,0-1 0,0 1 0,1 0 0,2-2 0,-3 3 0,0 0 0,0 0 0,-1 0 0,1 1 0,0 0 0,0-1 0,-1 1 0,1 0 0,0 0 0,0 1 0,0-1 0,-1 1 0,1-1 0,0 1 0,0 0 0,-1 0 0,1 0 0,-1 0 0,1 0 0,2 3 0,4 1 0,-1 1 0,0 1 0,-1-1 0,1 1 0,-1 1 0,-1-1 0,1 1 0,-1 0 0,-1 1 0,0-1 0,0 1 0,0 0 0,-1 0 0,-1 1 0,1-1 0,-1 1 0,-1 0 0,0 0 0,-1 0 0,1 0 0,-2 0 0,0 12 0,0-12 0,-1 0 0,0-1 0,-1 1 0,0 0 0,0 0 0,-1-1 0,0 0 0,-1 1 0,0-1 0,-6 9 0,6-11 0,-1-1 0,1 0 0,-1 0 0,0-1 0,-1 1 0,1-1 0,-1 0 0,0 0 0,-1-1 0,1 0 0,-1 0 0,1-1 0,-15 6 0,17-8-114,1 0 1,0 0-1,-1 0 0,1 0 0,-1-1 1,1 1-1,-1-1 0,1 0 0,-1 0 1,0 0-1,-5-2 0,-8-5-6712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1.009"/>
    </inkml:context>
    <inkml:brush xml:id="br0">
      <inkml:brushProperty name="width" value="0.05" units="cm"/>
      <inkml:brushProperty name="height" value="0.05" units="cm"/>
      <inkml:brushProperty name="color" value="#FFFFFF"/>
    </inkml:brush>
  </inkml:definitions>
  <inkml:trace contextRef="#ctx0" brushRef="#br0">0 21 24575,'12'-7'0,"16"-6"0,-27 13 0,0-1 0,0 1 0,-1 0 0,1 0 0,0 0 0,0 0 0,0 0 0,-1 0 0,1 0 0,0 0 0,0 1 0,0-1 0,-1 0 0,1 0 0,0 1 0,0-1 0,-1 0 0,1 1 0,0-1 0,-1 1 0,1-1 0,0 1 0,-1-1 0,1 1 0,0-1 0,-1 1 0,1-1 0,-1 1 0,0 0 0,1 0 0,-1-1 0,1 1 0,-1 1 0,5 11 0,-1 1 0,-1 0 0,0 0 0,1 25 0,0-5 0,33 384-1365,-37-390-5461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1.926"/>
    </inkml:context>
    <inkml:brush xml:id="br0">
      <inkml:brushProperty name="width" value="0.05" units="cm"/>
      <inkml:brushProperty name="height" value="0.05" units="cm"/>
      <inkml:brushProperty name="color" value="#FFFFFF"/>
    </inkml:brush>
  </inkml:definitions>
  <inkml:trace contextRef="#ctx0" brushRef="#br0">88 119 24575,'34'-40'0,"-32"37"0,-1 0 0,1 1 0,0-1 0,-1 0 0,1 0 0,-1 0 0,0 1 0,0-1 0,0-1 0,-1 1 0,1 0 0,-1 0 0,1-6 0,-1 9 0,0-1 0,0 1 0,0 0 0,-1-1 0,1 1 0,0 0 0,0-1 0,0 1 0,0 0 0,0 0 0,0-1 0,0 1 0,-1 0 0,1-1 0,0 1 0,0 0 0,0 0 0,-1-1 0,1 1 0,0 0 0,0 0 0,-1-1 0,1 1 0,0 0 0,-1 0 0,1 0 0,0 0 0,0 0 0,-1-1 0,1 1 0,0 0 0,-1 0 0,1 0 0,-1 0 0,-13 5 0,-10 15 0,13-8 0,0 1 0,0 1 0,1 0 0,1 0 0,-12 25 0,18-34 0,1 1 0,-1-1 0,1 1 0,0 0 0,0 0 0,1 0 0,0 0 0,0 0 0,0 0 0,1 0 0,0 1 0,0-1 0,1 0 0,-1 0 0,1 0 0,1 0 0,-1 0 0,5 10 0,-5-13 0,1-1 0,0 1 0,0-1 0,0 1 0,0-1 0,0 0 0,0 0 0,1 0 0,-1 0 0,1-1 0,-1 1 0,1-1 0,0 1 0,0-1 0,0 0 0,-1 0 0,1 0 0,0 0 0,0-1 0,0 1 0,0-1 0,1 0 0,-1 0 0,0 0 0,0 0 0,0 0 0,3-1 0,2-1 0,0 1 0,0-1 0,0-1 0,0 1 0,-1-1 0,1-1 0,-1 1 0,0-1 0,7-6 0,-7 5 0,0-1 0,0 0 0,-1-1 0,0 0 0,0 0 0,0 0 0,-1-1 0,0 1 0,-1-1 0,5-10 0,-7 13 0,0 0 0,-1 0 0,1 0 0,-1-1 0,0 1 0,0 0 0,0-1 0,-1 1 0,0-1 0,0 1 0,-1 0 0,1-1 0,-1 1 0,0-1 0,-1 1 0,1 0 0,-1 0 0,-3-7 0,4 10 0,-1-1 0,0 1 0,1-1 0,-1 1 0,0 0 0,0 0 0,-1 0 0,1 0 0,0 0 0,0 1 0,-1-1 0,1 1 0,-1-1 0,0 1 0,1 0 0,-1 0 0,0 0 0,-5 0 0,7 0 0,-1 1 0,0 0 0,0 0 0,1 0 0,-1 0 0,0 0 0,1 0 0,-1 1 0,0-1 0,1 1 0,-1-1 0,1 1 0,-1-1 0,1 1 0,-1 0 0,1 0 0,-1 0 0,1 0 0,-1 0 0,1 0 0,0 0 0,0 0 0,0 0 0,0 1 0,0-1 0,0 0 0,0 1 0,0-1 0,0 1 0,0-1 0,1 1 0,-2 2 0,2-2 0,-1-1 0,1 0 0,0 1 0,0-1 0,-1 1 0,1-1 0,0 0 0,0 1 0,0-1 0,0 1 0,0-1 0,1 0 0,-1 1 0,0-1 0,1 0 0,-1 1 0,1-1 0,-1 0 0,1 1 0,0-1 0,1 2 0,0-1 0,0 0 0,0 0 0,0-1 0,0 1 0,0-1 0,0 1 0,1-1 0,-1 0 0,0 0 0,6 2 0,1-1 0,1 0 0,0 0 0,0-1 0,-1 0 0,13 0 0,-2-2 0,0-1 0,0 0 0,-1-2 0,1 0 0,-1-1 0,0-1 0,0-1 0,0 0 0,-1-1 0,0-2 0,-1 1 0,0-2 0,19-16 0,-32 25 0,-1-1 0,0 0 0,0-1 0,0 1 0,0-1 0,0 1 0,-1-1 0,3-6 0,-10 12 0,-4 6 0,2 1 0,0 1 0,1 0 0,0 0 0,1 0 0,0 1 0,1 0 0,0 0 0,1 0 0,0 1 0,0-1 0,1 1 0,0 21 0,2-31 0,0-1 0,0 1 0,0 0 0,0-1 0,1 1 0,-1-1 0,0 1 0,1-1 0,-1 1 0,1-1 0,0 1 0,-1-1 0,1 0 0,0 1 0,0-1 0,0 0 0,0 0 0,0 0 0,0 1 0,0-1 0,1 0 0,-1 0 0,0-1 0,0 1 0,1 0 0,-1 0 0,1-1 0,-1 1 0,1-1 0,-1 1 0,1-1 0,-1 1 0,1-1 0,-1 0 0,1 0 0,-1 0 0,1 0 0,-1 0 0,3 0 0,1-1 0,1 1 0,-1-1 0,0-1 0,1 1 0,-1-1 0,0 1 0,0-2 0,0 1 0,0 0 0,5-5 0,4-4 0,-1-2 0,0 0 0,-1 0 0,0-1 0,-1-1 0,-1 0 0,13-24 0,-14 25 0,-11 21 0,1 0 0,0 1 0,1 0 0,0 10 0,-1 4 0,-6 327 0,6-145 0,1-192 0,0 13 0,-1 1 0,-2-1 0,-5 30 0,6-48 0,0 0 0,-1 0 0,0 0 0,0 0 0,0 0 0,-7 9 0,8-13 0,-1 1 0,0-1 0,0 0 0,0 0 0,0-1 0,0 1 0,0 0 0,-1-1 0,1 0 0,-1 0 0,0 0 0,-7 2 0,6-3 0,-1 0 0,0 0 0,1 0 0,-1-1 0,0 0 0,0 0 0,1-1 0,-1 1 0,0-1 0,1-1 0,-1 1 0,1-1 0,-1 0 0,1 0 0,0 0 0,-6-4 0,-4-3 0,1 0 0,0-1 0,0-1 0,-14-13 0,15 11 0,0-1 0,1-1 0,1 0 0,0-1 0,1 0 0,1 0 0,0-1 0,-10-31 0,14 34 0,0-1 0,1 0 0,1 0 0,1 0 0,0 0 0,1 0 0,0 0 0,2-1 0,-1 1 0,2 0 0,4-19 0,-3 25-91,0 0 0,1 1 0,0 0 0,1-1 0,0 1 0,0 1 0,0-1 0,1 1 0,1 0 0,-1 1 0,1-1 0,0 1 0,0 0 0,16-8 0,10-6-6735</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52.659"/>
    </inkml:context>
    <inkml:brush xml:id="br0">
      <inkml:brushProperty name="width" value="0.05" units="cm"/>
      <inkml:brushProperty name="height" value="0.05" units="cm"/>
      <inkml:brushProperty name="color" value="#FFFFFF"/>
    </inkml:brush>
  </inkml:definitions>
  <inkml:trace contextRef="#ctx0" brushRef="#br0">74 170 24575,'-3'2'0,"0"0"0,1 0 0,-1 0 0,0-1 0,0 1 0,0-1 0,0 0 0,0 0 0,-5 1 0,6-1 0,0-1 0,-1 1 0,1 0 0,-1-1 0,1 1 0,0 0 0,0 1 0,0-1 0,-1 0 0,1 0 0,0 1 0,1 0 0,-1-1 0,0 1 0,0 0 0,-1 2 0,3-4 0,0 1 0,-1-1 0,1 1 0,0-1 0,0 1 0,-1-1 0,1 1 0,0-1 0,0 1 0,0-1 0,0 1 0,0-1 0,0 1 0,0-1 0,0 1 0,0-1 0,0 1 0,0-1 0,0 1 0,0-1 0,0 1 0,1-1 0,-1 1 0,0-1 0,0 1 0,0-1 0,1 1 0,-1-1 0,1 1 0,0 0 0,0 0 0,0 0 0,1-1 0,-1 1 0,0 0 0,0-1 0,1 0 0,-1 1 0,0-1 0,1 0 0,1 1 0,2-1 0,1 1 0,-1-1 0,0 0 0,1-1 0,4 0 0,3-3 0,0 0 0,0-1 0,-1 0 0,0-1 0,0-1 0,21-14 0,-26 15 0,1 0 0,-2 0 0,1 0 0,-1-1 0,0 1 0,0-2 0,-1 1 0,1-1 0,-2 1 0,1-2 0,3-8 0,-8 15 0,1 0 0,0 1 0,-1-1 0,1 0 0,-1 0 0,0 0 0,0 0 0,0 0 0,0 0 0,0 0 0,0 0 0,0 0 0,-1 0 0,1 0 0,-1 1 0,1-1 0,-1 0 0,0 0 0,1 0 0,-1 1 0,0-1 0,0 0 0,0 1 0,-1-1 0,1 1 0,0-1 0,-1 1 0,1 0 0,-1-1 0,1 1 0,-3-1 0,1 0 0,1 1 0,-1-1 0,0 1 0,0 0 0,1 0 0,-1 1 0,0-1 0,0 1 0,0-1 0,0 1 0,0 0 0,0 0 0,0 0 0,0 0 0,0 1 0,0-1 0,0 1 0,0 0 0,1-1 0,-4 3 0,-4 2 0,1 1 0,0 0 0,1 0 0,-1 1 0,1 0 0,1 0 0,-1 1 0,1 0 0,1 1 0,-1-1 0,2 1 0,-1 0 0,1 1 0,-8 19 0,9-18 0,0 1 0,0 0 0,2 0 0,-1 0 0,1 0 0,1 1 0,0-1 0,1 0 0,0 1 0,1-1 0,0 0 0,5 20 0,-4-27 0,-1 1 0,1-1 0,0 0 0,0 0 0,1-1 0,0 1 0,0 0 0,0-1 0,0 1 0,0-1 0,1 0 0,0 0 0,0-1 0,0 1 0,8 5 0,-6-6 0,0 0 0,1-1 0,-1 1 0,0-1 0,1-1 0,-1 1 0,1-1 0,-1 0 0,1 0 0,0-1 0,10 0 0,-5-1 0,0-1 0,0 0 0,0-1 0,-1 0 0,1-1 0,-1 0 0,0-1 0,0 0 0,0 0 0,-1-1 0,0-1 0,0 0 0,17-16 0,-20 16 0,-1-1 0,0 1 0,0-1 0,-1-1 0,0 1 0,0-1 0,-1 0 0,0 0 0,-1 0 0,0 0 0,-1-1 0,3-12 0,-2-8 0,-1 0 0,-3-49 0,0 6 0,1 73 0,0-1 0,0 0 0,0 0 0,0 0 0,0 0 0,0 1 0,0-1 0,0 0 0,0 0 0,0 0 0,0 0 0,0 1 0,1-1 0,-1 0 0,0 0 0,1 1 0,-1-1 0,1 0 0,-1 0 0,1 1 0,-1-1 0,2-1 0,-2 3 0,1-1 0,0 0 0,-1 0 0,1 1 0,0-1 0,-1 0 0,1 1 0,0-1 0,-1 1 0,1-1 0,-1 1 0,1-1 0,-1 1 0,1-1 0,-1 1 0,0-1 0,1 1 0,-1 0 0,1 0 0,19 39 0,-1 6 0,-3 0 0,-2 1 0,-1 1 0,6 51 0,-19-94 0,1-3 0,0 1 0,-1 0 0,0-1 0,1 1 0,-1-1 0,0 1 0,0 0 0,0-1 0,-1 1 0,1 0 0,-1-1 0,1 1 0,-1-1 0,0 1 0,-2 4 0,3-7 0,-1 0 0,1 0 0,-1 0 0,1 0 0,-1 0 0,1 0 0,0 0 0,-1 0 0,1 0 0,-1 0 0,1 0 0,-1 0 0,1 0 0,0 0 0,-1 0 0,1-1 0,-1 1 0,1 0 0,0 0 0,-1 0 0,1-1 0,0 1 0,-1 0 0,1 0 0,0-1 0,-1 1 0,1 0 0,0-1 0,0 1 0,-1 0 0,1-1 0,0 1 0,0-1 0,0 1 0,0 0 0,-1-1 0,1 1 0,0-1 0,0 1 0,0-1 0,0 0 0,-6-19 0,5 9 0,0 1 0,1-1 0,0 0 0,1 1 0,0-1 0,1 1 0,0-1 0,1 1 0,0 0 0,0 0 0,1 0 0,1 0 0,7-13 0,-3 8 0,1 0 0,0 1 0,1 0 0,1 0 0,0 1 0,1 1 0,18-15 0,-23 22 0,0-1 0,1 1 0,-1 1 0,1 0 0,0 0 0,0 0 0,0 1 0,16-3 0,-21 6 0,0-1 0,0 0 0,0 1 0,0 0 0,0 0 0,0 0 0,0 1 0,0-1 0,0 1 0,0 0 0,0 0 0,0 1 0,0-1 0,-1 1 0,1-1 0,-1 1 0,1 0 0,-1 1 0,1-1 0,-1 0 0,0 1 0,0 0 0,3 4 0,-5-6-91,0 1 0,0 0 0,0-1 0,0 1 0,0 0 0,0-1 0,0 1 0,-1 0 0,1 0 0,-1 0 0,1 0 0,-1 0 0,0-1 0,0 4 0,-2 6-6735</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3.762"/>
    </inkml:context>
    <inkml:brush xml:id="br0">
      <inkml:brushProperty name="width" value="0.05" units="cm"/>
      <inkml:brushProperty name="height" value="0.05" units="cm"/>
      <inkml:brushProperty name="color" value="#FFFFFF"/>
    </inkml:brush>
  </inkml:definitions>
  <inkml:trace contextRef="#ctx0" brushRef="#br0">15 86 24575,'-3'0'0,"-4"0"0,2 0 0,5 0 0,9 0 0,5-3 0,6-1 0,9-3 0,9 0 0,6-2 0,4 0 0,4 0 0,-2 0 0,-3 0 0,-4 0 0,-12 3 0,-11 1-8191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4.707"/>
    </inkml:context>
    <inkml:brush xml:id="br0">
      <inkml:brushProperty name="width" value="0.05" units="cm"/>
      <inkml:brushProperty name="height" value="0.05" units="cm"/>
      <inkml:brushProperty name="color" value="#FFFFFF"/>
    </inkml:brush>
  </inkml:definitions>
  <inkml:trace contextRef="#ctx0" brushRef="#br0">321 214 24575,'100'-97'0,"-95"92"0,0 0 0,-1 0 0,0 0 0,0-1 0,-1 0 0,1 0 0,-1 0 0,3-7 0,-6 11 0,1 1 0,0-1 0,-1 1 0,1 0 0,-1-1 0,0 1 0,1-1 0,-1 0 0,0 1 0,0-1 0,0 1 0,0-1 0,0 1 0,-1-1 0,1 1 0,0-1 0,-1 1 0,1-1 0,-1 1 0,1-1 0,-1 1 0,0 0 0,0-1 0,1 1 0,-1 0 0,0-1 0,0 1 0,0 0 0,0 0 0,-1 0 0,1 0 0,0 0 0,0 0 0,-1 0 0,1 1 0,0-1 0,-1 0 0,1 1 0,-1-1 0,1 1 0,-2-1 0,-10-2 0,0 1 0,0 1 0,0 0 0,0 1 0,0 0 0,0 1 0,0 0 0,-20 5 0,-2 3 0,-63 24 0,93-31 0,-17 6 0,-39 22 0,56-28 0,1 1 0,-1 0 0,1 0 0,0 0 0,0 1 0,0-1 0,0 1 0,1 0 0,-1 0 0,1 0 0,0 1 0,0-1 0,1 1 0,-4 8 0,5-10 0,1 0 0,-1 0 0,1 0 0,0 1 0,0-1 0,1 0 0,-1 0 0,1 0 0,-1 0 0,1 0 0,0 0 0,0 0 0,0 0 0,1 0 0,-1-1 0,1 1 0,-1 0 0,1-1 0,0 1 0,0-1 0,0 0 0,0 1 0,1-1 0,2 2 0,6 5 0,1 0 0,-1-1 0,25 12 0,-1-4 0,0-2 0,1-2 0,58 12 0,-44-11 0,49 18 0,-95-29 0,0-1 0,-1 1 0,1 0 0,-1-1 0,0 2 0,1-1 0,-1 0 0,5 5 0,-8-6 0,1 0 0,0 0 0,-1 0 0,1 0 0,-1 0 0,1-1 0,-1 1 0,0 0 0,1 0 0,-1 0 0,0 0 0,0 0 0,0 0 0,1 0 0,-1 0 0,0 1 0,0-1 0,-1 0 0,1 0 0,0 0 0,0 0 0,0 0 0,-1 0 0,1 0 0,0-1 0,-1 1 0,1 0 0,-1 0 0,1 0 0,-1 0 0,0 0 0,1 0 0,-1-1 0,0 1 0,1 0 0,-1-1 0,-1 2 0,-4 3 0,-1 1 0,0-1 0,0-1 0,-1 1 0,1-1 0,-10 4 0,-53 17 0,49-18 0,-124 34 0,125-36 0,0-2 0,-1-1 0,1 0 0,-1-1 0,-27-3 0,19-5-1365,8-1-5461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5.096"/>
    </inkml:context>
    <inkml:brush xml:id="br0">
      <inkml:brushProperty name="width" value="0.05" units="cm"/>
      <inkml:brushProperty name="height" value="0.05" units="cm"/>
      <inkml:brushProperty name="color" value="#FFFFFF"/>
    </inkml:brush>
  </inkml:definitions>
  <inkml:trace contextRef="#ctx0" brushRef="#br0">1 142 24575,'0'-3'0,"0"0"0,1 0 0,-1 0 0,1 0 0,0 0 0,0 0 0,0 0 0,1 0 0,-1 0 0,1 0 0,-1 0 0,1 1 0,0-1 0,0 1 0,0-1 0,1 1 0,-1 0 0,0 0 0,1 0 0,-1 0 0,4-2 0,-1 1 0,0 1 0,0-1 0,0 1 0,0 0 0,0 0 0,0 0 0,1 1 0,-1 0 0,1 0 0,-1 0 0,7 0 0,1 3 0,0-1 0,1 1 0,-2 1 0,1 1 0,0 0 0,-1 0 0,1 1 0,-1 1 0,-1 0 0,19 12 0,-5-1 0,-2 2 0,0 0 0,33 37 0,-43-43 0,-2 2 0,1-1 0,12 24 0,-20-31 0,0 0 0,-1 0 0,0 1 0,0-1 0,-1 1 0,0 0 0,0-1 0,-1 1 0,0 0 0,0 13 0,-1-20 0,0 1 0,0-1 0,0 1 0,0-1 0,0 1 0,-1 0 0,1-1 0,0 0 0,-1 1 0,1-1 0,-1 1 0,0-1 0,1 1 0,-1-1 0,0 0 0,0 0 0,0 1 0,0-1 0,0 0 0,0 0 0,0 0 0,0 0 0,-1 0 0,1 0 0,0 0 0,0-1 0,-1 1 0,1 0 0,-1-1 0,1 1 0,-1-1 0,1 1 0,-1-1 0,1 0 0,-1 0 0,1 1 0,-1-1 0,1 0 0,-1 0 0,1-1 0,-1 1 0,1 0 0,-3-1 0,0 0 0,1 0 0,-1 0 0,0 0 0,0-1 0,0 1 0,1-1 0,-1 0 0,1 0 0,-1-1 0,1 1 0,0-1 0,0 1 0,0-1 0,0 0 0,-4-6 0,4 3 0,0-1 0,0 0 0,1 0 0,0 0 0,1 0 0,-1 0 0,1 0 0,1 0 0,-1 0 0,1 0 0,1 0 0,-1-1 0,1 1 0,3-12 0,1-3 0,2 0 0,0 1 0,15-30 0,-15 36 49,1 0 0,1 0 0,0 1-1,1 0 1,1 1 0,23-23 0,-29 31-135,0 1 1,1-1 0,-1 1-1,1 0 1,0 1 0,0-1-1,0 1 1,1 0 0,-1 1-1,1 0 1,-1 0 0,1 0-1,0 1 1,0 0 0,0 0-1,0 0 1,0 1 0,-1 0-1,12 2 1,1 3-6741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5.455"/>
    </inkml:context>
    <inkml:brush xml:id="br0">
      <inkml:brushProperty name="width" value="0.05" units="cm"/>
      <inkml:brushProperty name="height" value="0.05" units="cm"/>
      <inkml:brushProperty name="color" value="#FFFFFF"/>
    </inkml:brush>
  </inkml:definitions>
  <inkml:trace contextRef="#ctx0" brushRef="#br0">1 83 24575,'0'-1'0,"0"1"0,0-1 0,0 1 0,0-1 0,0 1 0,0-1 0,0 0 0,0 1 0,0-1 0,0 1 0,0-1 0,0 1 0,0-1 0,1 1 0,-1-1 0,0 1 0,0-1 0,1 1 0,-1-1 0,0 1 0,0-1 0,1 1 0,0-1 0,7 9 0,6 22 0,16 62 0,15 33 0,-37-106 0,1 0 0,1-1 0,1 0 0,17 22 0,-25-36 0,0-1 0,0 1 0,0-1 0,1 0 0,-1 0 0,1 0 0,-1 0 0,1-1 0,0 0 0,0 1 0,1-1 0,-1-1 0,0 1 0,1-1 0,-1 1 0,0-1 0,1 0 0,0-1 0,-1 1 0,7-1 0,-4-1 0,-1 0 0,1 0 0,0-1 0,0 0 0,-1 0 0,1-1 0,-1 0 0,0 0 0,0 0 0,0-1 0,0 1 0,10-10 0,0-2 0,-1 0 0,0-1 0,-2 0 0,1-2 0,13-24 0,-11 14 0,-1 0 0,22-60 0,-32 72 0,0 0 0,-1 0 0,0 0 0,-1 0 0,-1-1 0,-1 0 0,-1-28 0,-4 30 342,4 15-370,0 0 1,-1 0-1,1 0 0,0-1 1,0 1-1,0 0 1,0 0-1,-1 0 1,1 0-1,0 0 1,0 0-1,0 0 1,0 0-1,-1 0 1,1 0-1,0 0 1,0 0-1,0 0 1,-1-1-1,1 1 1,0 1-1,0-1 0,0 0 1,-1 0-1,1 0 1,0 0-1,0 0 1,0 0-1,-1 0 1,1 0-1,0 0 1,0 0-1,0 0 1,0 0-1,-1 0 1,1 1-1,0-1 1,0 0-1,0 0 1,0 0-1,0 0 0,0 0 1,-1 1-1,1-1 1,0 0-1,0 0 1,0 0-1,0 1 1,0-1-1,0 0 1,0 0-1,0 0 1,0 0-1,0 1 1,0-1-1,0 0 1,0 0-1,0 0 1,0 1-1,0-1 0,0 0 1,-3 10-6799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5.972"/>
    </inkml:context>
    <inkml:brush xml:id="br0">
      <inkml:brushProperty name="width" value="0.05" units="cm"/>
      <inkml:brushProperty name="height" value="0.05" units="cm"/>
      <inkml:brushProperty name="color" value="#FFFFFF"/>
    </inkml:brush>
  </inkml:definitions>
  <inkml:trace contextRef="#ctx0" brushRef="#br0">3 81 24575,'-3'0'0,"5"0"0,5 0 0,11-3 0,10-4 0,10-1 0,11-1 0,7-4 0,8 2 0,0-1 0,3 2 0,-12 3-8191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6.424"/>
    </inkml:context>
    <inkml:brush xml:id="br0">
      <inkml:brushProperty name="width" value="0.05" units="cm"/>
      <inkml:brushProperty name="height" value="0.05" units="cm"/>
      <inkml:brushProperty name="color" value="#FFFFFF"/>
    </inkml:brush>
  </inkml:definitions>
  <inkml:trace contextRef="#ctx0" brushRef="#br0">30 86 24575,'-5'-6'0,"0"0"0,1 0 0,0-1 0,0 1 0,-3-9 0,36 41 0,-8-3 0,-2 1 0,-1 0 0,-1 2 0,-1 0 0,-1 0 0,-1 2 0,15 45 0,-27-68 0,-1 1 0,0 0 0,0 0 0,-1 0 0,1 8 0,-1-14 0,0 1 0,0 0 0,0-1 0,0 1 0,0 0 0,0 0 0,0-1 0,0 1 0,0 0 0,0-1 0,-1 1 0,1 0 0,0-1 0,0 1 0,-1 0 0,1-1 0,0 1 0,-1-1 0,1 1 0,0 0 0,-1-1 0,1 1 0,-1-1 0,1 1 0,-1-1 0,1 1 0,-1-1 0,0 0 0,1 1 0,-1-1 0,1 0 0,-1 1 0,0-1 0,1 0 0,-1 0 0,0 0 0,1 1 0,-1-1 0,0 0 0,0 0 0,1 0 0,-1 0 0,0 0 0,1 0 0,-1 0 0,0-1 0,1 1 0,-1 0 0,0 0 0,1 0 0,-1-1 0,0 1 0,1 0 0,-1-1 0,0 1 0,0-1 0,-3-2 0,1 0 0,-1 1 0,0-2 0,1 1 0,0 0 0,0-1 0,0 1 0,0-1 0,1 0 0,-1 0 0,1 0 0,0 0 0,0-1 0,0 1 0,1 0 0,0-1 0,0 1 0,-1-10 0,0 3 0,1 0 0,0 0 0,1 0 0,1 0 0,-1 0 0,6-21 0,-3 19 0,2-1 0,0 0 0,1 1 0,0 0 0,0 0 0,2 1 0,0 0 0,10-13 0,-13 19 0,-1 1 0,1-1 0,0 1 0,1 1 0,-1-1 0,1 1 0,0 0 0,0 0 0,1 0 0,-1 1 0,1 0 0,-1 0 0,1 1 0,0 0 0,0 0 0,0 0 0,0 1 0,9 0 0,-12 1 0,1 0 0,-1 0 0,0 1 0,1 0 0,-1 0 0,0 0 0,1 1 0,-1 0 0,0-1 0,0 1 0,0 0 0,0 1 0,3 2 0,-1 0 0,0 1 0,0-1 0,0 1 0,-1 1 0,0-1 0,7 12 0,-2 3 0,0 0 0,-1 0 0,-1 0 0,6 27 0,-7-16-682,7 64-1,-12-64-6143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6.764"/>
    </inkml:context>
    <inkml:brush xml:id="br0">
      <inkml:brushProperty name="width" value="0.05" units="cm"/>
      <inkml:brushProperty name="height" value="0.05" units="cm"/>
      <inkml:brushProperty name="color" value="#FFFFFF"/>
    </inkml:brush>
  </inkml:definitions>
  <inkml:trace contextRef="#ctx0" brushRef="#br0">166 103 24575,'-6'1'0,"0"-1"0,0 1 0,0 1 0,0-1 0,1 1 0,-1 0 0,1 0 0,-1 1 0,1 0 0,0 0 0,0 0 0,0 0 0,0 1 0,1 0 0,-8 8 0,2-2 0,0 1 0,2 0 0,-1 1 0,1 0 0,-8 19 0,13-26 0,1 0 0,1 1 0,-1-1 0,1 1 0,0 0 0,0-1 0,1 1 0,-1 0 0,1-1 0,1 1 0,-1 0 0,1-1 0,0 1 0,0 0 0,1-1 0,-1 1 0,1-1 0,0 0 0,1 0 0,-1 1 0,1-2 0,0 1 0,1 0 0,-1 0 0,1-1 0,0 0 0,0 0 0,5 4 0,-5-4 0,1 0 0,-1 0 0,1-1 0,0 1 0,1-1 0,-1 0 0,0-1 0,1 1 0,-1-1 0,1 0 0,0-1 0,0 1 0,0-1 0,0 0 0,0-1 0,0 1 0,0-1 0,0 0 0,0-1 0,-1 0 0,1 0 0,0 0 0,0 0 0,0-1 0,0 0 0,9-5 0,-9 3 0,-1 0 0,0 0 0,1-1 0,-2 1 0,1-1 0,-1 0 0,1-1 0,-1 1 0,-1-1 0,1 0 0,-1 0 0,0 0 0,0 0 0,-1 0 0,0-1 0,0 1 0,-1-1 0,1 0 0,-1-7 0,1-2 0,-1 1 0,-1-1 0,0 0 0,-2 1 0,1-1 0,-2 0 0,-5-17 0,4 18 0,-1 0 0,-1 0 0,-14-24 0,17 33 0,-1 1 0,0-1 0,0 1 0,0 0 0,0 0 0,-1 0 0,0 0 0,0 1 0,0 0 0,-1 0 0,-9-5 0,13 8-97,-1 0-1,1 0 1,-1 0-1,0 1 1,1-1-1,-1 1 1,0 0-1,0-1 1,1 1-1,-1 0 1,0 1-1,0-1 0,-5 2 1,-8 4-6729</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7.261"/>
    </inkml:context>
    <inkml:brush xml:id="br0">
      <inkml:brushProperty name="width" value="0.05" units="cm"/>
      <inkml:brushProperty name="height" value="0.05" units="cm"/>
      <inkml:brushProperty name="color" value="#FFFFFF"/>
    </inkml:brush>
  </inkml:definitions>
  <inkml:trace contextRef="#ctx0" brushRef="#br0">137 362 24575,'1'1'0,"-1"-1"0,0 0 0,1 0 0,-1 0 0,0 0 0,1 0 0,-1-1 0,0 1 0,0 0 0,1 0 0,-1 0 0,0 0 0,1 0 0,-1 0 0,0 0 0,0 0 0,1-1 0,-1 1 0,0 0 0,0 0 0,1 0 0,-1-1 0,0 1 0,0 0 0,0 0 0,1-1 0,-1 1 0,0 0 0,0 0 0,0-1 0,0 1 0,0 0 0,0 0 0,1-1 0,-1 1 0,0 0 0,0-1 0,0 1 0,0 0 0,0-1 0,0 1 0,0 0 0,0-1 0,0 1 0,0 0 0,-1 0 0,1-1 0,0 1 0,0 0 0,0-1 0,0 1 0,0 0 0,0 0 0,-1-1 0,1 1 0,0 0 0,-1-1 0,1-1 0,-1 1 0,0 0 0,0 0 0,1 0 0,-1 0 0,0 0 0,0 0 0,0 0 0,0 0 0,0 1 0,-2-2 0,1 1 0,1 1 0,-1 0 0,1-1 0,-1 1 0,0 0 0,1 0 0,-1 0 0,1 0 0,-1 0 0,1 0 0,-1 1 0,0-1 0,1 0 0,-1 1 0,1-1 0,-1 1 0,-2 1 0,1 0 0,0 1 0,-1-1 0,1 1 0,0-1 0,0 1 0,-4 6 0,0 1 0,0 0 0,1 0 0,-9 22 0,15-31 0,-29 77 0,27-70 0,-1 0 0,2 0 0,-1 1 0,1-1 0,1 0 0,-1 1 0,2 14 0,0-21 0,-1 1 0,0-1 0,1 1 0,-1-1 0,1 0 0,0 1 0,0-1 0,0 0 0,0 0 0,0 0 0,1 0 0,-1 0 0,0 0 0,1 0 0,0 0 0,-1 0 0,1-1 0,0 1 0,0-1 0,0 1 0,0-1 0,0 0 0,0 0 0,0 0 0,1 0 0,-1 0 0,0 0 0,0-1 0,1 1 0,-1-1 0,1 1 0,-1-1 0,0 0 0,1 0 0,-1 0 0,1 0 0,3-1 0,0 0 0,0-1 0,0 1 0,0-1 0,0 0 0,0-1 0,0 1 0,-1-1 0,1 0 0,-1 0 0,0-1 0,0 0 0,0 0 0,6-7 0,-3 1 0,-1 0 0,-1 0 0,0-1 0,0 0 0,-1 0 0,0-1 0,-1 0 0,-1 1 0,0-1 0,2-14 0,1-20 0,1-61 0,-7 87 0,2-12 0,0-10 0,-1 1 0,-2 0 0,-12-80 0,10 115 0,1 13 0,0 16 0,3 44 0,3 0 0,3 0 0,21 88 0,-23-130-227,1 0-1,1-1 1,2 1-1,0-2 1,14 25-1,-7-21-6598</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7.621"/>
    </inkml:context>
    <inkml:brush xml:id="br0">
      <inkml:brushProperty name="width" value="0.05" units="cm"/>
      <inkml:brushProperty name="height" value="0.05" units="cm"/>
      <inkml:brushProperty name="color" value="#FFFFFF"/>
    </inkml:brush>
  </inkml:definitions>
  <inkml:trace contextRef="#ctx0" brushRef="#br0">12 178 24575,'0'0'0,"0"0"0,0-1 0,0 1 0,1-1 0,-1 1 0,0-1 0,0 1 0,0 0 0,0-1 0,0 1 0,0-1 0,0 1 0,-1-1 0,1 1 0,0 0 0,0-1 0,0 1 0,0-1 0,0 1 0,-1-1 0,1 1 0,0 0 0,0-1 0,-1 1 0,1 0 0,0-1 0,-1 1 0,0-1 0,-4 11 0,5-10 0,-1 1 0,1 0 0,0 0 0,-1 0 0,1-1 0,0 1 0,0 0 0,0 0 0,0 0 0,0-1 0,0 1 0,0 0 0,0 0 0,0 0 0,0-1 0,1 1 0,-1 0 0,0 0 0,0 0 0,1-1 0,-1 1 0,0 0 0,1-1 0,-1 1 0,1 0 0,-1-1 0,1 1 0,-1 0 0,1-1 0,0 1 0,-1-1 0,1 1 0,0-1 0,-1 1 0,1-1 0,0 0 0,0 1 0,-1-1 0,3 1 0,0-2 0,1 1 0,0 0 0,0-1 0,-1 0 0,1 0 0,0 0 0,-1 0 0,1 0 0,-1-1 0,1 0 0,-1 0 0,0 0 0,1 0 0,-1 0 0,0 0 0,-1-1 0,1 0 0,0 1 0,-1-1 0,4-5 0,2-2 0,-1-1 0,0-1 0,-1 1 0,9-21 0,-13 24 0,1 1 0,-1-1 0,-1 0 0,2-12 0,-3 18 0,0 0 0,0 0 0,0 0 0,0-1 0,0 1 0,0 0 0,-1 0 0,1 0 0,-1 0 0,-1-2 0,2 3 0,-1 0 0,1 0 0,-1 1 0,1-1 0,-1 1 0,1-1 0,-1 0 0,1 1 0,-1-1 0,0 1 0,1 0 0,-1-1 0,0 1 0,0-1 0,1 1 0,-1 0 0,0 0 0,0-1 0,1 1 0,-1 0 0,0 0 0,0 0 0,0 0 0,0 0 0,1 0 0,-3 0 0,1 1 0,-1-1 0,0 1 0,0 0 0,1 0 0,-1 0 0,1 1 0,-1-1 0,1 1 0,0-1 0,-1 1 0,1 0 0,0 0 0,0 0 0,0 0 0,0 0 0,-1 3 0,-4 4 0,1 0 0,-9 18 0,8-11 0,0 0 0,1 0 0,1 1 0,1 0 0,0 0 0,1 0 0,-1 19 0,4-26 0,-1-1 0,1 1 0,1 0 0,0 0 0,0-1 0,1 1 0,0-1 0,1 1 0,0-1 0,0 0 0,1 0 0,0 0 0,1-1 0,5 10 0,-6-14-124,-1 0 0,1 0 0,0-1 0,0 1 0,1-1 0,-1 0-1,1 0 1,-1 0 0,1-1 0,7 3 0,18 5-6702</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7.854"/>
    </inkml:context>
    <inkml:brush xml:id="br0">
      <inkml:brushProperty name="width" value="0.05" units="cm"/>
      <inkml:brushProperty name="height" value="0.05" units="cm"/>
      <inkml:brushProperty name="color" value="#FFFFFF"/>
    </inkml:brush>
  </inkml:definitions>
  <inkml:trace contextRef="#ctx0" brushRef="#br0">34 69 24575,'0'-5'0,"-1"0"0,1 0 0,-1 0 0,0 0 0,0 1 0,0-1 0,-1 0 0,1 1 0,-1-1 0,0 1 0,-1-1 0,-2-4 0,4 9 0,1 0 0,0 0 0,0-1 0,0 1 0,0 0 0,-1 0 0,1 0 0,0 0 0,0 0 0,0-1 0,-1 1 0,1 0 0,0 0 0,0 0 0,0 0 0,-1 0 0,1 0 0,0 0 0,0 0 0,-1 0 0,1 0 0,0 0 0,0 0 0,0 0 0,-1 0 0,1 0 0,0 0 0,0 0 0,-1 0 0,1 0 0,0 0 0,0 0 0,-1 0 0,1 0 0,0 1 0,0-1 0,0 0 0,-1 0 0,1 0 0,0 0 0,0 0 0,0 1 0,0-1 0,0 0 0,-1 0 0,1 0 0,0 1 0,0-1 0,0 0 0,0 0 0,0 0 0,0 1 0,0-1 0,0 0 0,0 0 0,0 1 0,0-1 0,0 0 0,0 0 0,0 1 0,0-1 0,-3 18 0,5 24 0,1 0 0,2-1 0,16 62 0,0 1 0,-17-80 0,10 76 0,-13-85 0,0-1 0,-1 0 0,-1 1 0,-4 24 0,5-36-62,-1-1 0,0 1 0,0 0 0,0 0 0,0-1 0,0 1 0,-1-1 0,1 1 0,-1-1 0,1 0 0,-1 0 0,0 1-1,0-1 1,0-1 0,0 1 0,-1 0 0,1 0 0,0-1 0,-1 1 0,1-1 0,-5 2 0,-10 2-6764</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8.010"/>
    </inkml:context>
    <inkml:brush xml:id="br0">
      <inkml:brushProperty name="width" value="0.05" units="cm"/>
      <inkml:brushProperty name="height" value="0.05" units="cm"/>
      <inkml:brushProperty name="color" value="#FFFFFF"/>
    </inkml:brush>
  </inkml:definitions>
  <inkml:trace contextRef="#ctx0" brushRef="#br0">1 0 24575,'3'0'0,"4"0"0,0 3 0,0 4 0,-2 4 0,1 2 0,0 3 0,-1-2-8191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18.400"/>
    </inkml:context>
    <inkml:brush xml:id="br0">
      <inkml:brushProperty name="width" value="0.05" units="cm"/>
      <inkml:brushProperty name="height" value="0.05" units="cm"/>
      <inkml:brushProperty name="color" value="#FFFFFF"/>
    </inkml:brush>
  </inkml:definitions>
  <inkml:trace contextRef="#ctx0" brushRef="#br0">243 122 24575,'-1'-3'0,"1"-1"0,-1 1 0,0 0 0,0-1 0,0 1 0,0 0 0,-1 0 0,1 0 0,-1 0 0,0 0 0,0 0 0,0 1 0,0-1 0,0 0 0,-5-3 0,-3-3 0,-1-1 0,-15-8 0,19 14 0,0-1 0,-1 2 0,1-1 0,-1 1 0,0 0 0,0 0 0,0 1 0,0 0 0,0 1 0,-11-1 0,16 2 0,1 0 0,-1 0 0,0 0 0,0 0 0,0 0 0,1 1 0,-1-1 0,0 1 0,1 0 0,-1 0 0,0 0 0,1 0 0,-1 0 0,1 1 0,0-1 0,-1 1 0,1-1 0,0 1 0,0 0 0,0 0 0,0 0 0,0 0 0,0 0 0,1 0 0,-1 1 0,1-1 0,0 1 0,-1-1 0,1 1 0,0-1 0,0 1 0,1 0 0,-2 4 0,2-1 0,0 0 0,0-1 0,0 1 0,1-1 0,-1 1 0,1-1 0,1 1 0,-1-1 0,1 0 0,0 1 0,0-1 0,1 0 0,-1 0 0,1-1 0,0 1 0,4 5 0,6 5 0,0 1 0,1-2 0,18 16 0,129 88 0,-111-85 0,-26-12 0,-24-20 0,1-1 0,-1 1 0,1-1 0,-1 1 0,0-1 0,0 1 0,1-1 0,-1 1 0,0-1 0,0 1 0,0-1 0,0 1 0,1-1 0,-1 1 0,0 0 0,0-1 0,0 1 0,0-1 0,0 1 0,0-1 0,-1 1 0,1 0 0,0-1 0,0 1 0,0-1 0,0 1 0,-1-1 0,1 1 0,0-1 0,-1 1 0,1-1 0,0 1 0,-1-1 0,1 1 0,0-1 0,-1 0 0,1 1 0,-1-1 0,1 0 0,-1 1 0,1-1 0,-1 0 0,1 1 0,-1-1 0,1 0 0,-1 0 0,1 0 0,-1 0 0,0 1 0,-15 3 0,0 0 0,1-1 0,-1-1 0,0 0 0,0-1 0,-21-2 0,10 1 0,-34 1-1365,4-1-5461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7.867"/>
    </inkml:context>
    <inkml:brush xml:id="br0">
      <inkml:brushProperty name="width" value="0.05" units="cm"/>
      <inkml:brushProperty name="height" value="0.05" units="cm"/>
      <inkml:brushProperty name="color" value="#FFFFFF"/>
    </inkml:brush>
  </inkml:definitions>
  <inkml:trace contextRef="#ctx0" brushRef="#br0">15 209 24575,'-7'-34'0,"1"6"0,5 20 0,1-1 0,0 0 0,0 0 0,1 0 0,0 0 0,1 1 0,4-16 0,-5 20 0,0 1 0,0-1 0,1 1 0,-1 0 0,1-1 0,0 1 0,0 0 0,0 0 0,0 0 0,0 0 0,1 1 0,0-1 0,-1 0 0,1 1 0,0 0 0,0 0 0,0 0 0,0 0 0,1 0 0,-1 1 0,5-2 0,-6 2 0,0 1 0,0 0 0,0 0 0,0 0 0,0 0 0,0 0 0,0 1 0,0-1 0,0 0 0,0 1 0,0 0 0,0-1 0,-1 1 0,1 0 0,0 0 0,0 0 0,-1 0 0,1 0 0,0 1 0,-1-1 0,1 0 0,-1 1 0,0-1 0,1 1 0,-1 0 0,0-1 0,0 1 0,0 0 0,1 2 0,3 6 0,0 1 0,-1-1 0,5 22 0,2 18 0,-2 0 0,-3 1 0,1 88 0,-21 154 0,13-289 0,0 5 0,-1 26 0,2-34 0,0 0 0,0 1 0,0-1 0,0 0 0,0 0 0,0 1 0,0-1 0,0 0 0,1 0 0,-1 0 0,1 1 0,-1-1 0,1 0 0,-1 0 0,1 0 0,0 0 0,-1 0 0,1 0 0,0 0 0,1 1 0,-2-2 0,1 0 0,0 0 0,0 0 0,0 0 0,0 0 0,0 0 0,0 0 0,0 0 0,-1 0 0,1-1 0,0 1 0,0 0 0,0-1 0,0 1 0,-1-1 0,1 1 0,0-1 0,0 1 0,-1-1 0,1 1 0,0-1 0,-1 1 0,1-1 0,-1 0 0,1 0 0,0 0 0,17-24 0,-15 21 0,53-85 0,21-29 0,-66 102 0,1 2 0,0 0 0,1 0 0,1 1 0,20-14 0,-31 25 0,0 0 0,0 0 0,0 0 0,0 0 0,0 1 0,1-1 0,-1 1 0,0 0 0,1 0 0,-1 0 0,1 1 0,-1-1 0,1 1 0,-1 0 0,1-1 0,-1 2 0,8 0 0,-8 0 0,1 1 0,0-1 0,-1 1 0,1 0 0,-1 0 0,1 0 0,-1 0 0,0 1 0,0 0 0,0-1 0,0 1 0,0 0 0,-1 0 0,1 1 0,2 5 0,11 20 28,-1 1-1,-1 0 0,11 40 1,-2-4-1503,-11-38-5351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8.357"/>
    </inkml:context>
    <inkml:brush xml:id="br0">
      <inkml:brushProperty name="width" value="0.05" units="cm"/>
      <inkml:brushProperty name="height" value="0.05" units="cm"/>
      <inkml:brushProperty name="color" value="#FFFFFF"/>
    </inkml:brush>
  </inkml:definitions>
  <inkml:trace contextRef="#ctx0" brushRef="#br0">227 468 24575,'0'-14'0,"-1"1"0,0-1 0,-6-22 0,6 31 0,0 0 0,-1 0 0,0 0 0,0 1 0,0-1 0,0 1 0,-1-1 0,0 1 0,0 0 0,0-1 0,0 2 0,-8-8 0,10 10 0,0 0 0,-1 1 0,1-1 0,0 1 0,-1-1 0,1 1 0,0 0 0,-1-1 0,1 1 0,0 0 0,-1 0 0,1 0 0,-1 0 0,1 0 0,-1 0 0,1 0 0,0 1 0,-1-1 0,1 0 0,0 1 0,-1-1 0,1 1 0,0 0 0,0-1 0,-1 1 0,1 0 0,0 0 0,0 0 0,0 0 0,0 0 0,-1 1 0,-4 3 0,0 1 0,1 1 0,-9 12 0,-10 16 0,-22 43 0,40-66 0,1 1 0,0-1 0,0 1 0,1 0 0,1 0 0,0 0 0,-2 24 0,5-35 0,0 0 0,0-1 0,-1 1 0,1 0 0,0 0 0,1 0 0,-1 0 0,0-1 0,1 1 0,-1 0 0,1 0 0,-1-1 0,1 1 0,0 0 0,-1 0 0,1-1 0,0 1 0,0-1 0,0 1 0,1-1 0,-1 0 0,0 1 0,0-1 0,1 0 0,-1 0 0,1 0 0,-1 0 0,1 0 0,0 0 0,-1 0 0,1 0 0,0-1 0,-1 1 0,1-1 0,0 1 0,0-1 0,0 0 0,-1 1 0,1-1 0,0 0 0,3-1 0,3 1 0,1-2 0,0 1 0,0-1 0,-1-1 0,1 1 0,-1-1 0,10-6 0,-1 0 0,-1 0 0,-1-2 0,1 0 0,-2-1 0,1 0 0,-2-1 0,0-1 0,0 0 0,-1-1 0,-1 0 0,0-1 0,-2 0 0,0-1 0,0 0 0,10-30 0,-13 28 0,0 0 0,-1-1 0,-1 0 0,0 0 0,-2 0 0,0 0 0,-2 0 0,0 0 0,-1-1 0,-1 1 0,-1 0 0,-1 0 0,0 1 0,-11-29 0,12 41 0,0 1 0,-1-1 0,1 1 0,-1 0 0,0 0 0,-10-9 0,13 14 0,0 0 0,1 0 0,-1 0 0,0 1 0,0-1 0,0 0 0,0 1 0,-1-1 0,1 1 0,0-1 0,0 1 0,0-1 0,0 1 0,-1 0 0,1 0 0,0-1 0,0 1 0,-3 0 0,3 1 0,0-1 0,0 1 0,-1 0 0,1-1 0,0 1 0,0 0 0,0 0 0,0 0 0,0-1 0,0 1 0,0 0 0,0 1 0,0-1 0,0 0 0,0 0 0,1 0 0,-1 0 0,1 1 0,-1-1 0,0 3 0,-3 8 0,0 1 0,1-1 0,1 1 0,0 0 0,1 0 0,0-1 0,1 1 0,1 0 0,0 0 0,4 20 0,3 9 0,27 74 0,-24-86 0,1-1 0,23 41 0,-30-61 0,0-1 0,0 1 0,1-1 0,1 0 0,-1-1 0,1 0 0,1 0 0,-1 0 0,1-1 0,0 0 0,17 9 0,-22-13-57,1-1 0,-1 0 1,1 0-1,0 0 0,-1 0 0,1-1 0,0 1 0,-1-1 0,1 0 0,0 0 0,0 0 1,-1-1-1,1 1 0,0-1 0,-1 0 0,1 0 0,-1 0 0,1-1 0,-1 1 1,0-1-1,1 0 0,-1 0 0,6-4 0,8-10-6769</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8.462"/>
    </inkml:context>
    <inkml:brush xml:id="br0">
      <inkml:brushProperty name="width" value="0.05" units="cm"/>
      <inkml:brushProperty name="height" value="0.05" units="cm"/>
      <inkml:brushProperty name="color" value="#FFFFFF"/>
    </inkml:brush>
  </inkml:definitions>
  <inkml:trace contextRef="#ctx0" brushRef="#br0">1 54 24575,'0'-6'0,"0"-5"0,0-3 0,3 0 0,1 6 0,-1 7 0,1 7 0,-2 8 0,-1 4 0,0 6 0,-1 4 0,0 1 0,0 1 0,0-2 0,0-5-8191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8.600"/>
    </inkml:context>
    <inkml:brush xml:id="br0">
      <inkml:brushProperty name="width" value="0.05" units="cm"/>
      <inkml:brushProperty name="height" value="0.05" units="cm"/>
      <inkml:brushProperty name="color" value="#FFFFFF"/>
    </inkml:brush>
  </inkml:definitions>
  <inkml:trace contextRef="#ctx0" brushRef="#br0">31 66 24575,'-3'-6'0,"-1"-5"0,-3-4 0,1-1 0,0 3 0,1 9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8.880"/>
    </inkml:context>
    <inkml:brush xml:id="br0">
      <inkml:brushProperty name="width" value="0.05" units="cm"/>
      <inkml:brushProperty name="height" value="0.05" units="cm"/>
      <inkml:brushProperty name="color" value="#FFFFFF"/>
    </inkml:brush>
  </inkml:definitions>
  <inkml:trace contextRef="#ctx0" brushRef="#br0">0 1 24575,'3'0'0,"4"0"0,3 0 0,4 0 0,5 0 0,2 0 0,0 0 0,1 0 0,-5 0-8191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9.892"/>
    </inkml:context>
    <inkml:brush xml:id="br0">
      <inkml:brushProperty name="width" value="0.05" units="cm"/>
      <inkml:brushProperty name="height" value="0.05" units="cm"/>
      <inkml:brushProperty name="color" value="#FFFFFF"/>
    </inkml:brush>
  </inkml:definitions>
  <inkml:trace contextRef="#ctx0" brushRef="#br0">6 925 24575,'-4'13'0,"4"-13"0,0 1 0,-1-1 0,1 1 0,0-1 0,0 1 0,0 0 0,-1-1 0,1 1 0,0 0 0,0-1 0,0 1 0,0 0 0,0-1 0,0 1 0,0 0 0,0-1 0,1 1 0,-1-1 0,0 1 0,0 0 0,0-1 0,1 1 0,-1-1 0,0 1 0,1 0 0,-1-1 0,0 1 0,1-1 0,-1 1 0,1-1 0,-1 1 0,1-1 0,-1 0 0,1 1 0,1 1 0,0 0 0,0-1 0,-1 1 0,1 0 0,0-1 0,1 1 0,-1-1 0,0 0 0,0 0 0,0 0 0,1 0 0,-1 0 0,1-1 0,-1 1 0,0-1 0,1 1 0,-1-1 0,1 0 0,4 0 0,-3-1 0,-1 0 0,1 0 0,0 0 0,-1 0 0,1-1 0,0 0 0,-1 1 0,0-1 0,0-1 0,1 1 0,3-4 0,3-4 0,0-1 0,-1 1 0,0-2 0,-1 1 0,13-24 0,-10 11 0,-1 0 0,-2-1 0,0 0 0,-1 0 0,-2-1 0,5-51 0,-7 21 0,-2-1 0,-9-65 0,-17-71 0,19 165 0,0 0 0,-2 1 0,-1 0 0,-21-43 0,29 68 0,0-1 0,-1 1 0,1-1 0,-1 1 0,1 0 0,-1 0 0,0 0 0,0 0 0,0 0 0,0 0 0,0 0 0,-1 1 0,-2-3 0,5 4 0,-1 0 0,1 0 0,-1 0 0,0 0 0,1 0 0,-1 0 0,1 0 0,-1 0 0,0 0 0,1 0 0,-1 0 0,1 0 0,-1 0 0,0 0 0,1 0 0,-1 0 0,1 1 0,-1-1 0,1 0 0,-1 1 0,1-1 0,-2 1 0,1 0 0,0 1 0,0-1 0,-1 0 0,1 1 0,0 0 0,0-1 0,1 1 0,-1 0 0,0-1 0,0 4 0,-5 16 0,2-1 0,1 1 0,0 0 0,1 28 0,7 88 0,-5-131 0,4 47 0,2-1 0,2 1 0,17 55 0,-18-82 0,2-1 0,0-1 0,2 1 0,1-1 0,0-1 0,2 0 0,1-1 0,19 23 0,-31-42 0,0 0 0,0 0 0,0 0 0,0 0 0,0-1 0,1 1 0,-1-1 0,1 0 0,-1 0 0,1 0 0,0-1 0,0 1 0,0-1 0,0 0 0,0 0 0,5 1 0,-5-2 0,0 0 0,-1-1 0,1 1 0,0-1 0,-1 0 0,1 0 0,-1 0 0,1-1 0,-1 1 0,1-1 0,-1 1 0,0-1 0,0 0 0,0-1 0,0 1 0,0 0 0,0-1 0,2-3 0,10-12 0,-2-1 0,0 0 0,-2-1 0,0 0 0,-1-1 0,8-24 0,17-33 0,-34 77 0,-1 0 0,0 0 0,1 0 0,-1 0 0,1 0 0,0 0 0,-1 0 0,1 0 0,0 0 0,-1 1 0,1-1 0,0 0 0,0 0 0,0 1 0,0-1 0,0 1 0,0-1 0,1 0 0,-1 1 0,-1 0 0,1 0 0,-1 0 0,1 1 0,-1-1 0,1 0 0,-1 0 0,1 0 0,-1 1 0,1-1 0,-1 0 0,1 1 0,-1-1 0,0 0 0,1 1 0,-1-1 0,1 1 0,-1-1 0,0 1 0,0-1 0,1 1 0,-1-1 0,0 1 0,0-1 0,1 1 0,2 8 0,-1-1 0,1 1 0,0 12 0,-1-11 0,1 4 86,1 1-1,1-2 0,6 16 1,-9-24-218,0-1 1,1 1 0,-1-1-1,1 0 1,0 0 0,0 0 0,1 0-1,-1 0 1,1-1 0,0 1 0,0-1-1,6 4 1,6 1-6695</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0.203"/>
    </inkml:context>
    <inkml:brush xml:id="br0">
      <inkml:brushProperty name="width" value="0.05" units="cm"/>
      <inkml:brushProperty name="height" value="0.05" units="cm"/>
      <inkml:brushProperty name="color" value="#FFFFFF"/>
    </inkml:brush>
  </inkml:definitions>
  <inkml:trace contextRef="#ctx0" brushRef="#br0">195 87 24575,'1'-2'0,"0"1"0,1 0 0,-1 0 0,0 0 0,0-1 0,0 1 0,0 0 0,0-1 0,0 1 0,-1-1 0,1 0 0,0 1 0,-1-1 0,1 1 0,-1-1 0,0 0 0,1 1 0,-1-1 0,0 0 0,0 0 0,0 1 0,0-1 0,0 0 0,-1 1 0,1-1 0,0 0 0,-1 1 0,1-1 0,-1 1 0,0-1 0,1 0 0,-3-1 0,1 0 0,0 1 0,0-1 0,0 1 0,0-1 0,-1 1 0,1 0 0,-1 0 0,0 0 0,0 0 0,1 1 0,-1-1 0,0 1 0,-1 0 0,1 0 0,-6-2 0,3 2 0,-1 1 0,1-1 0,-1 1 0,1 0 0,-1 1 0,1 0 0,-1 0 0,1 0 0,-1 1 0,1-1 0,0 2 0,0-1 0,0 1 0,0 0 0,0 0 0,1 0 0,-10 8 0,12-9 0,0 1 0,1 0 0,-1-1 0,0 1 0,1 0 0,0 1 0,0-1 0,0 0 0,0 1 0,0-1 0,1 1 0,-1-1 0,1 1 0,0 0 0,0 0 0,0-1 0,1 1 0,-1 0 0,1 0 0,0 0 0,0 0 0,0 0 0,1-1 0,-1 1 0,1 0 0,0 0 0,0 0 0,1-1 0,-1 1 0,1-1 0,1 5 0,3 1 0,0-1 0,0 1 0,1-1 0,0 0 0,0-1 0,0 1 0,1-1 0,10 6 0,74 45 0,-77-50 0,11 6 0,-19-11 0,0 0 0,-1 0 0,1 0 0,-1 1 0,0 0 0,0 0 0,-1 1 0,1 0 0,8 10 0,-14-15 0,1 1 0,-1-1 0,0 1 0,0-1 0,0 1 0,1 0 0,-1-1 0,0 1 0,0-1 0,0 1 0,0 0 0,0-1 0,0 1 0,0 0 0,0-1 0,0 1 0,-1-1 0,1 1 0,0 0 0,0-1 0,0 1 0,-1-1 0,1 1 0,0-1 0,-1 1 0,1-1 0,-1 1 0,1-1 0,0 1 0,-1-1 0,1 1 0,-1-1 0,1 0 0,-1 1 0,1-1 0,-1 0 0,0 1 0,1-1 0,-1 0 0,1 0 0,-1 1 0,0-1 0,1 0 0,-1 0 0,0 0 0,-32 6 0,32-6 0,-10 1-151,-1 0-1,0 0 0,0-1 0,0-1 1,0 0-1,1 0 0,-1-1 1,-20-6-1,17 0-6674</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0.574"/>
    </inkml:context>
    <inkml:brush xml:id="br0">
      <inkml:brushProperty name="width" value="0.05" units="cm"/>
      <inkml:brushProperty name="height" value="0.05" units="cm"/>
      <inkml:brushProperty name="color" value="#FFFFFF"/>
    </inkml:brush>
  </inkml:definitions>
  <inkml:trace contextRef="#ctx0" brushRef="#br0">1 187 24575,'1'0'0,"0"0"0,0 0 0,0 0 0,1 1 0,-1-1 0,0 0 0,0 1 0,0-1 0,0 0 0,1 1 0,-1-1 0,0 1 0,0 0 0,0-1 0,0 1 0,0 0 0,-1 0 0,1 0 0,1 1 0,11 22 0,-12-21 0,1 0 0,-1 0 0,1 0 0,0 0 0,-1 0 0,1 0 0,0 0 0,1-1 0,3 4 0,-1-2 0,1-1 0,0 0 0,0 0 0,0-1 0,1 0 0,-1 0 0,1-1 0,-1 1 0,1-1 0,-1-1 0,1 1 0,7-1 0,3-1 0,0 0 0,0-1 0,27-7 0,-31 6 0,0-2 0,0 0 0,0 0 0,-1-1 0,1-1 0,-1 0 0,-1 0 0,20-17 0,-27 20 0,0 1 0,0-1 0,0 0 0,0-1 0,-1 1 0,0-1 0,0 1 0,0-1 0,0 0 0,-1 0 0,0 0 0,0 0 0,0-1 0,-1 1 0,1 0 0,-1-1 0,-1 1 0,1-1 0,-1 1 0,0-1 0,0 0 0,0 1 0,-1-1 0,-2-8 0,2 10 0,-1 1 0,1-1 0,-1 1 0,1-1 0,-1 1 0,0 0 0,-1 0 0,1 0 0,0 0 0,-1 0 0,0 0 0,0 1 0,1-1 0,-2 1 0,1 0 0,0 0 0,0 0 0,-1 0 0,1 0 0,-1 1 0,1 0 0,-1-1 0,0 1 0,1 1 0,-1-1 0,0 0 0,0 1 0,0 0 0,1 0 0,-6 1 0,-2-1 0,0 2 0,-1-1 0,1 1 0,0 1 0,0 0 0,1 1 0,-1 0 0,1 0 0,-12 8 0,11-5 0,1 0 0,0 1 0,0 1 0,0-1 0,1 1 0,1 1 0,-1 0 0,2 0 0,-1 1 0,1 0 0,1 0 0,0 0 0,-6 19 0,9-23 0,1 0 0,0 0 0,0 0 0,1 0 0,0 0 0,0 0 0,1 0 0,0 0 0,0 0 0,1 0 0,-1 0 0,2 0 0,-1 0 0,1 0 0,0 0 0,0 0 0,1 0 0,0-1 0,0 0 0,1 1 0,-1-1 0,1 0 0,1-1 0,-1 1 0,10 8 0,-2-5-124,0 0 0,0-1 0,1-1 0,0 0 0,0 0 0,1-2-1,0 0 1,0 0 0,0-1 0,26 3 0,5 0-6702</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1.209"/>
    </inkml:context>
    <inkml:brush xml:id="br0">
      <inkml:brushProperty name="width" value="0.05" units="cm"/>
      <inkml:brushProperty name="height" value="0.05" units="cm"/>
      <inkml:brushProperty name="color" value="#FFFFFF"/>
    </inkml:brush>
  </inkml:definitions>
  <inkml:trace contextRef="#ctx0" brushRef="#br0">56 141 24575,'-25'-35'0,"21"31"0,1-1 0,-1 1 0,1-1 0,0 0 0,0 0 0,0 0 0,-2-8 0,4 12 0,1 1 0,0-1 0,0 1 0,-1-1 0,1 1 0,0-1 0,0 0 0,0 1 0,0-1 0,0 1 0,0-1 0,0 0 0,0 1 0,0-1 0,0 1 0,0-1 0,0 0 0,1 1 0,-1-1 0,0 1 0,0-1 0,1 1 0,-1-1 0,0 1 0,1-1 0,-1 1 0,0-1 0,1 1 0,-1-1 0,1 1 0,-1-1 0,1 1 0,1-1 0,-1 1 0,1-1 0,-1 1 0,1 0 0,0 0 0,-1-1 0,1 1 0,-1 0 0,1 1 0,0-1 0,-1 0 0,3 1 0,4 1 0,0 0 0,0 1 0,13 6 0,4 4 0,0 2 0,40 31 0,-59-40 0,1 0 0,0 0 0,-1 0 0,0 1 0,-1-1 0,1 1 0,-1 1 0,-1-1 0,1 1 0,-1 0 0,-1 0 0,1 0 0,2 12 0,-6-22 0,-1 1 0,0-1 0,1 0 0,-1 1 0,0-1 0,0 1 0,0-1 0,0 1 0,-1-1 0,1 1 0,0 0 0,0-1 0,-1 1 0,1 0 0,-1 0 0,1 0 0,-1 0 0,1 0 0,-1 0 0,0 1 0,1-1 0,-1 1 0,0-1 0,0 1 0,0-1 0,1 1 0,-1 0 0,0 0 0,0 0 0,0 0 0,1 0 0,-1 0 0,0 1 0,0-1 0,0 0 0,1 1 0,-1 0 0,0-1 0,1 1 0,-1 0 0,0 0 0,1 0 0,-1 0 0,1 0 0,-1 0 0,1 0 0,0 0 0,0 1 0,-1-1 0,1 1 0,0-1 0,0 1 0,0-1 0,0 1 0,1 0 0,-1-1 0,0 1 0,1 0 0,-1-1 0,1 1 0,0 0 0,-1 0 0,1 0 0,0-1 0,0 1 0,0 0 0,0 0 0,1 3 0,-2-12 0,0 0 0,1 0 0,-1 0 0,1 0 0,1 0 0,-1 0 0,1 0 0,1 0 0,-1 0 0,1 0 0,1 0 0,-1 1 0,1-1 0,0 1 0,7-11 0,0 1 0,0 1 0,1 1 0,1 0 0,25-24 0,-30 32 0,-1 1 0,1 0 0,0 0 0,0 0 0,0 1 0,1 0 0,10-4 0,-16 7 0,0 0 0,0 1 0,0-1 0,0 1 0,0 0 0,0 0 0,0 0 0,0 0 0,0 0 0,0 0 0,0 0 0,0 0 0,0 1 0,0-1 0,0 1 0,0 0 0,0-1 0,0 1 0,0 0 0,-1 0 0,1 0 0,0 0 0,-1 1 0,1-1 0,-1 0 0,1 1 0,-1-1 0,1 1 0,-1-1 0,0 1 0,0 0 0,0-1 0,0 1 0,0 0 0,1 3 0,31 82 0,-22-54 0,18 37 0,-24-60 0,1 0 0,0 0 0,0-1 0,1 0 0,0 0 0,1 0 0,13 11 0,-18-17 0,0 0 0,1-1 0,-1 0 0,0 1 0,1-1 0,0-1 0,-1 1 0,1 0 0,0-1 0,0 0 0,0 0 0,-1 0 0,1 0 0,0-1 0,1 1 0,-1-1 0,0 0 0,0-1 0,0 1 0,0 0 0,0-1 0,0 0 0,-1 0 0,1 0 0,0-1 0,0 1 0,6-5 0,-5 3 0,0-1 0,0 0 0,0 0 0,-1 0 0,1-1 0,-1 1 0,0-1 0,-1 0 0,1 0 0,-1-1 0,0 1 0,0-1 0,0 0 0,-1 1 0,0-1 0,0 0 0,1-9 0,0-3 0,-1 0 0,-1-1 0,-1 1 0,0-1 0,-1 1 0,-1 0 0,-1-1 0,-6-22 0,9 39 0,-1 1 0,1-1 0,-1 1 0,1 0 0,-1-1 0,0 1 0,0 0 0,1 0 0,-1-1 0,0 1 0,0 0 0,0 0 0,0 0 0,-2-1 0,3 2 0,0-1 0,-1 1 0,1 0 0,0 0 0,0 0 0,0 0 0,0 0 0,0 0 0,-1 0 0,1 0 0,0 0 0,0 0 0,0 0 0,0 0 0,0 0 0,0 0 0,-1 0 0,1 0 0,0 0 0,0 0 0,0 0 0,0 0 0,0 1 0,0-1 0,-1 0 0,1 0 0,0 0 0,0 0 0,0 0 0,0 0 0,0 0 0,0 0 0,0 0 0,0 1 0,0-1 0,-1 0 0,1 0 0,0 0 0,0 0 0,0 0 0,0 0 0,0 1 0,0-1 0,0 0 0,1 15 0,6 2 0,-1 0 0,2 0 0,1 0 0,0-1 0,0 0 0,15 16 0,11 21 0,-29-43 114,1 0 0,12 15 0,-17-23-246,1 1 1,-1 0 0,1-1-1,0 0 1,0 1 0,0-1 0,0 0-1,0-1 1,0 1 0,1 0 0,-1-1-1,7 2 1,5-2-6695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1.380"/>
    </inkml:context>
    <inkml:brush xml:id="br0">
      <inkml:brushProperty name="width" value="0.05" units="cm"/>
      <inkml:brushProperty name="height" value="0.05" units="cm"/>
      <inkml:brushProperty name="color" value="#FFFFFF"/>
    </inkml:brush>
  </inkml:definitions>
  <inkml:trace contextRef="#ctx0" brushRef="#br0">16 1 24575,'-3'0'0,"0"3"0,-1 4 0,1 6 0,1 5 0,3 1 0,3 1 0,2 1 0,1-2 0,2-3 0,2-1 0,0-4-8191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1.516"/>
    </inkml:context>
    <inkml:brush xml:id="br0">
      <inkml:brushProperty name="width" value="0.05" units="cm"/>
      <inkml:brushProperty name="height" value="0.05" units="cm"/>
      <inkml:brushProperty name="color" value="#FFFFFF"/>
    </inkml:brush>
  </inkml:definitions>
  <inkml:trace contextRef="#ctx0" brushRef="#br0">18 8 24575,'-3'-3'0,"-4"-1"0,-1 3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1.764"/>
    </inkml:context>
    <inkml:brush xml:id="br0">
      <inkml:brushProperty name="width" value="0.05" units="cm"/>
      <inkml:brushProperty name="height" value="0.05" units="cm"/>
      <inkml:brushProperty name="color" value="#FFFFFF"/>
    </inkml:brush>
  </inkml:definitions>
  <inkml:trace contextRef="#ctx0" brushRef="#br0">105 61 24575,'1'-1'0,"1"0"0,-1 1 0,1-1 0,-1 0 0,1 0 0,-1 0 0,1 0 0,-1 0 0,0 0 0,0-1 0,0 1 0,0 0 0,0-1 0,0 1 0,0-1 0,0 1 0,0-1 0,0 1 0,-1-1 0,1 1 0,-1-1 0,1 0 0,-1 1 0,0-1 0,0-2 0,1 3 0,-1-1 0,0 1 0,0 0 0,0 0 0,0 0 0,0 0 0,0 0 0,0-1 0,0 1 0,-1 0 0,1 0 0,0 0 0,-1 0 0,1 0 0,-1 0 0,0-2 0,0 3 0,1-1 0,-1 1 0,1-1 0,-1 1 0,0 0 0,1 0 0,-1-1 0,0 1 0,1 0 0,-1 0 0,0-1 0,0 1 0,1 0 0,-1 0 0,0 0 0,1 0 0,-1 0 0,0 0 0,0 0 0,1 1 0,-1-1 0,0 0 0,1 0 0,-1 0 0,0 1 0,1-1 0,-1 0 0,0 1 0,0 0 0,-4 2 0,0 0 0,0 1 0,1-1 0,-1 1 0,1 0 0,0 1 0,0-1 0,0 1 0,1 0 0,-6 9 0,1 1 0,0 0 0,-8 25 0,11-24 0,0 0 0,1 0 0,1 0 0,1 1 0,0-1 0,1 1 0,2 28 0,0-38 0,0 0 0,0 0 0,1-1 0,0 1 0,0-1 0,1 0 0,-1 1 0,1-1 0,6 8 0,-6-10 0,0 0 0,0-1 0,1 1 0,-1-1 0,1 0 0,0 0 0,0 0 0,0-1 0,0 1 0,0-1 0,1 0 0,-1 0 0,0 0 0,9 1 0,21 2-1365,-2-6-5461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2.139"/>
    </inkml:context>
    <inkml:brush xml:id="br0">
      <inkml:brushProperty name="width" value="0.05" units="cm"/>
      <inkml:brushProperty name="height" value="0.05" units="cm"/>
      <inkml:brushProperty name="color" value="#FFFFFF"/>
    </inkml:brush>
  </inkml:definitions>
  <inkml:trace contextRef="#ctx0" brushRef="#br0">60 238 24575,'-47'0'0,"35"0"0,33 0 0,-7 0 0,0-1 0,1-1 0,-1 0 0,0-1 0,0 0 0,0-1 0,14-6 0,-19 6 0,0 0 0,0-1 0,0 0 0,0-1 0,-1 0 0,0 0 0,0-1 0,-1 0 0,0 0 0,12-15 0,-18 20 0,1 0 0,-1-1 0,1 1 0,-1-1 0,0 1 0,0-1 0,0 1 0,0-1 0,0 0 0,-1 1 0,1-1 0,-1 0 0,0 0 0,0 0 0,0 1 0,0-1 0,0 0 0,-1-5 0,-1 5 0,1-1 0,0 1 0,-1-1 0,0 1 0,0-1 0,0 1 0,0 0 0,-1 0 0,1 0 0,-1 0 0,0 1 0,-4-4 0,2 2 0,0 0 0,-1 0 0,1 1 0,-1 0 0,0 0 0,0 0 0,-1 1 0,1 0 0,0 0 0,-1 1 0,1-1 0,-1 1 0,1 1 0,-1-1 0,-10 2 0,12 0 0,1-1 0,-1 2 0,1-1 0,0 0 0,0 1 0,0 0 0,0 0 0,0 0 0,0 1 0,0-1 0,1 1 0,-1 0 0,1 0 0,-5 6 0,4-4 0,0 0 0,0 1 0,1-1 0,0 1 0,0 0 0,1 0 0,-1 1 0,2-1 0,-3 9 0,2-4 0,1 1 0,0 0 0,0 0 0,1 0 0,1 0 0,0 0 0,0 0 0,2 0 0,-1-1 0,8 21 0,-6-23 19,1 1 0,0-1 0,0 0 0,1-1 0,0 1 0,0-1 0,1-1 0,0 1 0,1-1 0,0 0 0,0-1 0,0 0 0,1 0 0,-1 0 0,1-1 0,1-1 0,12 5 0,-3-2-233,1-2 1,0 0 0,0-2-1,0 0 1,1-1 0,-1-1-1,36-2 1,11-6-6613</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38.619"/>
    </inkml:context>
    <inkml:brush xml:id="br0">
      <inkml:brushProperty name="width" value="0.05" units="cm"/>
      <inkml:brushProperty name="height" value="0.05" units="cm"/>
      <inkml:brushProperty name="color" value="#FFFFFF"/>
    </inkml:brush>
  </inkml:definitions>
  <inkml:trace contextRef="#ctx0" brushRef="#br0">16 122 24575,'-3'0'0,"-4"0"0,2 0 0,5-3 0,8-4 0,12-4 0,15-3 0,12-4 0,11-4 0,7-2 0,-8 2-8191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1.468"/>
    </inkml:context>
    <inkml:brush xml:id="br0">
      <inkml:brushProperty name="width" value="0.05" units="cm"/>
      <inkml:brushProperty name="height" value="0.05" units="cm"/>
      <inkml:brushProperty name="color" value="#FFFFFF"/>
    </inkml:brush>
  </inkml:definitions>
  <inkml:trace contextRef="#ctx0" brushRef="#br0">11 137 24575,'-3'0'0,"-1"-3"0,0-4 0,4-4 0,5 0 0,7-4 0,11-2 0,10-2 0,8 0 0,10 0 0,-5 4-8191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3.887"/>
    </inkml:context>
    <inkml:brush xml:id="br0">
      <inkml:brushProperty name="width" value="0.05" units="cm"/>
      <inkml:brushProperty name="height" value="0.05" units="cm"/>
      <inkml:brushProperty name="color" value="#FFFFFF"/>
    </inkml:brush>
  </inkml:definitions>
  <inkml:trace contextRef="#ctx0" brushRef="#br0">329 411 24575,'0'-5'0,"1"1"0,0-1 0,0 1 0,1 0 0,-1 0 0,1-1 0,4-6 0,6-15 0,-10 16 0,1-1 0,-2 0 0,0 1 0,0-1 0,-1 0 0,0 0 0,0 0 0,-4-17 0,3 24 0,0 1 0,0 0 0,0-1 0,-1 1 0,1 0 0,-1 0 0,1 0 0,-1 0 0,0 0 0,0 0 0,0 0 0,-1 1 0,-2-4 0,3 5 0,0 0 0,-1-1 0,1 1 0,-1 0 0,1 0 0,0 0 0,-1 0 0,1 1 0,-1-1 0,0 1 0,1-1 0,-1 1 0,1 0 0,-1 0 0,0 0 0,1 1 0,-1-1 0,0 0 0,-4 2 0,-3 2 0,0-1 0,0 2 0,1-1 0,-1 1 0,1 1 0,0 0 0,0 0 0,0 1 0,-13 13 0,1 2 0,1 2 0,-21 29 0,26-31 0,0 1 0,-21 47 0,31-60 0,2 0 0,-1 0 0,1 0 0,1 0 0,0 0 0,0 1 0,1-1 0,0 1 0,1-1 0,2 17 0,-2-23 0,1 0 0,0 0 0,0 0 0,1 0 0,-1 0 0,1 0 0,0 0 0,0-1 0,0 1 0,0 0 0,1-1 0,-1 0 0,1 1 0,0-1 0,0 0 0,0-1 0,0 1 0,1-1 0,-1 1 0,1-1 0,-1 0 0,1 0 0,0 0 0,0-1 0,0 1 0,0-1 0,0 0 0,0 0 0,0-1 0,0 1 0,8-1 0,1 1 0,0-2 0,0 1 0,0-2 0,0 0 0,0 0 0,-1-2 0,1 1 0,-1-1 0,14-7 0,-13 4 0,0 0 0,0 0 0,-1-2 0,0 1 0,0-1 0,-1-1 0,0 0 0,-1-1 0,0 0 0,-1-1 0,0 0 0,-1 0 0,0-1 0,-1 0 0,0 0 0,-1 0 0,-1-1 0,0 0 0,-1-1 0,5-25 0,-6 18 0,3-13 0,2-45 0,-8 125 0,7 119 0,-5-146 0,0 0 0,2 0 0,0 0 0,1 0 0,1-1 0,15 30 0,-19-43 0,0 0 0,0 0 0,1 0 0,-1 0 0,1 0 0,0 0 0,0-1 0,1 0 0,-1 0 0,1 0 0,0 0 0,-1 0 0,1 0 0,0-1 0,1 0 0,-1 0 0,0 0 0,1-1 0,-1 1 0,1-1 0,-1 0 0,1 0 0,0 0 0,-1-1 0,1 0 0,0 0 0,-1 0 0,1 0 0,0-1 0,-1 0 0,1 0 0,-1 0 0,6-3 0,4-1 0,-1-1 0,0 0 0,-1-2 0,1 1 0,-1-1 0,-1-1 0,0 0 0,0-1 0,16-18 0,-15 12 0,0 0 0,0-1 0,-2-1 0,0 0 0,-1 0 0,-1-1 0,0 0 0,-2-1 0,0 1 0,5-36 0,-12 30 0,-2 18 0,-1 16 0,1 6 0,1 1 0,1-1 0,0 1 0,0 0 0,2-1 0,0 1 0,1-1 0,0 1 0,6 16 0,-5-20 0,1 0 0,0-1 0,1 0 0,1 1 0,-1-2 0,2 1 0,-1-1 0,2 0 0,-1 0 0,1-1 0,1 0 0,11 10 0,-17-16 0,1-1 0,0 1 0,-1-1 0,1 1 0,0-1 0,1 0 0,-1-1 0,0 1 0,1-1 0,-1 0 0,1 0 0,-1 0 0,1 0 0,-1-1 0,1 0 0,-1 0 0,1 0 0,0 0 0,-1-1 0,1 0 0,-1 0 0,1 0 0,-1 0 0,0-1 0,1 0 0,-1 0 0,0 0 0,0 0 0,7-6 0,0-1 0,1-1 0,-2 0 0,1 0 0,-1-1 0,-1-1 0,0 0 0,-1 0 0,8-15 0,1-4 0,-2-1 0,-1-1 0,-2 0 0,-1-1 0,-2 0 0,-1-1 0,6-69 0,-14 100 0,0 0 0,0 0 0,0 0 0,0 0 0,-1 1 0,-1-5 0,2 7 0,0 1 0,0 0 0,0 0 0,0-1 0,0 1 0,0 0 0,0-1 0,-1 1 0,1 0 0,0 0 0,0 0 0,0-1 0,0 1 0,-1 0 0,1 0 0,0-1 0,0 1 0,-1 0 0,1 0 0,0 0 0,0 0 0,-1 0 0,1-1 0,0 1 0,0 0 0,-1 0 0,1 0 0,0 0 0,-1 0 0,1 0 0,-1 0 0,0 1 0,0-1 0,0 1 0,0-1 0,0 1 0,0 0 0,1-1 0,-1 1 0,0 0 0,0-1 0,1 1 0,-1 0 0,1 0 0,-2 1 0,-7 13 0,1 0 0,1 1 0,0 0 0,1 1 0,1-1 0,0 1 0,1 0 0,1 0 0,1 0 0,-1 35 0,3-44 0,1 0 0,0 0 0,0 0 0,1 0 0,0-1 0,0 1 0,1-1 0,0 1 0,0-1 0,0 0 0,1 0 0,0 0 0,1-1 0,0 0 0,0 1 0,0-1 0,1-1 0,-1 1 0,1-1 0,1 0 0,-1-1 0,1 1 0,-1-1 0,1-1 0,1 1 0,-1-1 0,0 0 0,1-1 0,-1 0 0,1 0 0,0 0 0,0-1 0,0 0 0,0-1 0,0 0 0,-1 0 0,1-1 0,0 0 0,0 0 0,0-1 0,-1 0 0,1 0 0,8-4 0,-7 2 0,-1 0 0,0 0 0,1-1 0,-2 0 0,1 0 0,0-1 0,-1 0 0,0-1 0,-1 1 0,1-1 0,9-15 0,-9 11 0,0-1 0,-1-1 0,-1 1 0,0-1 0,0 0 0,-1 0 0,3-20 0,-3 5 0,-2-1 0,0 0 0,-2 0 0,-2 0 0,0 1 0,-2-1 0,-8-30 0,-6-5 0,18 64 0,0-1 0,0 1 0,0 0 0,0-1 0,0 1 0,0 0 0,-1-1 0,1 1 0,0 0 0,0-1 0,0 1 0,-1 0 0,1-1 0,0 1 0,0 0 0,-1-1 0,1 1 0,0 0 0,0 0 0,-1-1 0,1 1 0,0 0 0,-1 0 0,1 0 0,0 0 0,-1-1 0,0 1 0,-4 8 0,-2 19 0,0 48 0,3 134 0,4-137 0,8 96-1365,-4-129-5461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4.353"/>
    </inkml:context>
    <inkml:brush xml:id="br0">
      <inkml:brushProperty name="width" value="0.05" units="cm"/>
      <inkml:brushProperty name="height" value="0.05" units="cm"/>
      <inkml:brushProperty name="color" value="#FFFFFF"/>
    </inkml:brush>
  </inkml:definitions>
  <inkml:trace contextRef="#ctx0" brushRef="#br0">1 210 24575,'0'-3'0,"-1"1"0,2-1 0,-1 1 0,0 0 0,0-1 0,1 1 0,-1-1 0,1 1 0,0 0 0,0-1 0,2-3 0,-2 5 0,0 0 0,0 0 0,0 0 0,0 0 0,0 0 0,1 0 0,-1 1 0,0-1 0,1 0 0,-1 1 0,0-1 0,1 1 0,-1 0 0,1-1 0,-1 1 0,0 0 0,1 0 0,-1 0 0,1 0 0,-1 0 0,2 0 0,5 1 0,90-2 0,-85 0 0,-1-1 0,1-1 0,-1 0 0,1 0 0,20-10 0,-23 8 0,0 0 0,0 0 0,-1-1 0,0-1 0,14-11 0,-19 15 0,-1-1 0,1 0 0,-1 0 0,1-1 0,-1 1 0,-1-1 0,1 1 0,0-1 0,-1 0 0,0 0 0,0 0 0,-1 0 0,2-9 0,-3 13 0,1 0 0,-1 0 0,0 0 0,0 0 0,0 0 0,0 0 0,0 0 0,0 0 0,0 0 0,-1 0 0,1 0 0,0 0 0,0 0 0,-1 0 0,1 0 0,-1 0 0,1 0 0,-1 0 0,1 0 0,-1 1 0,-1-3 0,-6 4 0,-1 12 0,3 3 0,0 1 0,2 0 0,0 0 0,0 1 0,-1 24 0,2 94 0,3-99 0,0-19 0,2 53 0,-2-66 0,1-1 0,-1 1 0,1-1 0,1 1 0,-1-1 0,0 1 0,1-1 0,0 0 0,0 0 0,0 0 0,1 0 0,3 4 0,-6-7 0,1-1 0,0 1 0,0-1 0,-1 1 0,1-1 0,0 1 0,0-1 0,0 0 0,0 1 0,0-1 0,0 0 0,0 0 0,0 1 0,0-1 0,0 0 0,-1 0 0,1 0 0,0 0 0,0-1 0,0 1 0,0 0 0,0 0 0,0-1 0,0 1 0,0 0 0,0-1 0,0 1 0,-1-1 0,1 1 0,0-1 0,0 1 0,-1-1 0,1 1 0,0-1 0,0-1 0,29-31 0,-24 25 0,26-33 0,28-30 0,-54 64 0,1 1 0,1-1 0,-1 1 0,1 0 0,0 1 0,0 0 0,11-5 0,-16 9 0,0 0 0,-1 1 0,1-1 0,0 0 0,0 1 0,0-1 0,-1 1 0,1 0 0,0 0 0,0 0 0,0 1 0,0-1 0,0 1 0,-1-1 0,1 1 0,0 0 0,0 0 0,-1 0 0,1 0 0,-1 1 0,1-1 0,-1 1 0,0-1 0,1 1 0,3 3 0,3 6 0,1-1 0,-2 1 0,1 0 0,7 16 0,7 6 0,-4-10-1365,-1-4-5461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4.669"/>
    </inkml:context>
    <inkml:brush xml:id="br0">
      <inkml:brushProperty name="width" value="0.05" units="cm"/>
      <inkml:brushProperty name="height" value="0.05" units="cm"/>
      <inkml:brushProperty name="color" value="#FFFFFF"/>
    </inkml:brush>
  </inkml:definitions>
  <inkml:trace contextRef="#ctx0" brushRef="#br0">138 66 24575,'3'-4'0,"-1"0"0,1 0 0,-1-1 0,0 1 0,-1-1 0,1 1 0,-1-1 0,0 1 0,0-1 0,0 0 0,-1-6 0,0 10 0,0 1 0,0 0 0,0 0 0,0-1 0,-1 1 0,1 0 0,0-1 0,0 1 0,-1 0 0,1 0 0,0-1 0,-1 1 0,1 0 0,0 0 0,0 0 0,-1 0 0,1-1 0,0 1 0,-1 0 0,1 0 0,-1 0 0,1 0 0,0 0 0,-1 0 0,1 0 0,0 0 0,-1 0 0,1 0 0,0 0 0,-1 0 0,1 0 0,0 0 0,-1 0 0,1 1 0,0-1 0,-1 0 0,1 0 0,0 0 0,-1 0 0,1 1 0,0-1 0,-1 0 0,1 0 0,0 1 0,0-1 0,-1 0 0,1 0 0,0 1 0,0-1 0,-1 1 0,-15 13 0,1 6 0,1 0 0,1 0 0,1 1 0,0 1 0,2 0 0,0 1 0,2 0 0,0 0 0,2 1 0,0 0 0,2 0 0,0 0 0,1 36 0,3-52-68,0-1 0,0 1-1,1-1 1,1 0 0,-1 1 0,1-1-1,0 0 1,1 0 0,0 0 0,0-1-1,0 1 1,1 0 0,0-1 0,0 0-1,0 0 1,1 0 0,0-1-1,0 0 1,12 10 0,13 2-6758</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4.886"/>
    </inkml:context>
    <inkml:brush xml:id="br0">
      <inkml:brushProperty name="width" value="0.05" units="cm"/>
      <inkml:brushProperty name="height" value="0.05" units="cm"/>
      <inkml:brushProperty name="color" value="#FFFFFF"/>
    </inkml:brush>
  </inkml:definitions>
  <inkml:trace contextRef="#ctx0" brushRef="#br0">22 1 24575,'-3'0'0,"-4"0"0,-1 3 0,4 7 0,6 4 0,5 7 0,8 7 0,4 6 0,4 6 0,2 1 0,-1 1 0,2-2 0,-1-1 0,-4-5 0,-3-5 0,-5-7-8191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5.060"/>
    </inkml:context>
    <inkml:brush xml:id="br0">
      <inkml:brushProperty name="width" value="0.05" units="cm"/>
      <inkml:brushProperty name="height" value="0.05" units="cm"/>
      <inkml:brushProperty name="color" value="#FFFFFF"/>
    </inkml:brush>
  </inkml:definitions>
  <inkml:trace contextRef="#ctx0" brushRef="#br0">287 8 24575,'-3'-3'0,"-4"-1"0,-4 4 0,-2 3 0,-3 9 0,-4 7 0,-2 10 0,-3 8 0,-3 10 0,-3 6 0,1 0 0,0 0 0,2-4 0,5-9-8191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5.401"/>
    </inkml:context>
    <inkml:brush xml:id="br0">
      <inkml:brushProperty name="width" value="0.05" units="cm"/>
      <inkml:brushProperty name="height" value="0.05" units="cm"/>
      <inkml:brushProperty name="color" value="#FFFFFF"/>
    </inkml:brush>
  </inkml:definitions>
  <inkml:trace contextRef="#ctx0" brushRef="#br0">194 89 24575,'8'-14'0,"-6"10"0,1 1 0,-1-1 0,0 0 0,0 0 0,-1 0 0,1 0 0,0-6 0,-1 8 0,-1 1 0,0 0 0,-1 0 0,1-1 0,0 1 0,0 0 0,-1 0 0,1-1 0,0 1 0,-1 0 0,1 0 0,-1 0 0,0 0 0,1 0 0,-1 0 0,0 0 0,0 0 0,1 0 0,-1 0 0,0 0 0,0 0 0,0 0 0,0 1 0,0-1 0,-1 0 0,1 1 0,0-1 0,0 1 0,0-1 0,0 1 0,-2-1 0,-3-1 0,-1 1 0,1-1 0,-1 1 0,0 1 0,1-1 0,-1 1 0,0 0 0,1 1 0,-1-1 0,1 2 0,-1-1 0,1 0 0,-11 5 0,11-4 0,0 0 0,0 1 0,0 0 0,0 0 0,0 0 0,0 1 0,1 0 0,0 0 0,-1 0 0,2 1 0,-1-1 0,0 1 0,-5 9 0,9-12 0,-1 2 0,1-1 0,0 0 0,-1 0 0,2 0 0,-1 0 0,0 1 0,1-1 0,-1 0 0,1 1 0,0-1 0,0 1 0,0-1 0,1 0 0,-1 1 0,1-1 0,0 0 0,0 0 0,0 1 0,0-1 0,0 0 0,1 0 0,-1 0 0,1 0 0,0-1 0,3 5 0,6 6 0,1 0 0,1-1 0,-1 0 0,17 10 0,2 4 0,-26-21 0,1 0 0,-1 0 0,0 1 0,0 0 0,-1 0 0,0 0 0,4 7 0,-7-11 0,0 0 0,-1 0 0,1 0 0,0 0 0,-1 0 0,1 0 0,-1 0 0,0 0 0,0 0 0,0 0 0,0 0 0,0 0 0,0 0 0,0 0 0,-1 0 0,1 0 0,-1 0 0,0 0 0,1 0 0,-1 0 0,0 0 0,0 0 0,0 0 0,0-1 0,-1 1 0,1 0 0,0-1 0,-1 1 0,-2 2 0,-4 2-136,0-1-1,-1 0 1,1 0-1,-1 0 1,0-1-1,0 0 1,-1-1-1,1 0 0,-12 2 1,-3 0-6690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5.729"/>
    </inkml:context>
    <inkml:brush xml:id="br0">
      <inkml:brushProperty name="width" value="0.05" units="cm"/>
      <inkml:brushProperty name="height" value="0.05" units="cm"/>
      <inkml:brushProperty name="color" value="#FFFFFF"/>
    </inkml:brush>
  </inkml:definitions>
  <inkml:trace contextRef="#ctx0" brushRef="#br0">1 1 24575,'7'0'0,"-1"0"0,-3 11 0,2 80 0,-1-5 0,-3-80 0,12 79 0,-10-75 0,-1-1 0,1 0 0,0 0 0,1 0 0,0-1 0,10 16 0,-13-21 0,1-1 0,0 0 0,-1 0 0,1 0 0,0 0 0,0-1 0,0 1 0,0 0 0,1-1 0,-1 0 0,0 1 0,1-1 0,-1 0 0,1 0 0,-1 0 0,1-1 0,-1 1 0,1-1 0,3 1 0,-1-1 0,-1 0 0,1-1 0,-1 1 0,1-1 0,-1 0 0,1-1 0,-1 1 0,0-1 0,1 0 0,4-3 0,4-2 0,-1-2 0,0 1 0,-1-1 0,0-1 0,0 0 0,10-13 0,-9 8 0,-1-1 0,0 0 0,0-1 0,-2 0 0,0 0 0,-1-1 0,-1 0 0,-1 0 0,0-1 0,5-30 0,-11 44-151,1 0-1,-1 0 0,0 0 0,-1 1 1,1-1-1,-1 0 0,0 0 1,-2-7-1,-5-4-6674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6.180"/>
    </inkml:context>
    <inkml:brush xml:id="br0">
      <inkml:brushProperty name="width" value="0.05" units="cm"/>
      <inkml:brushProperty name="height" value="0.05" units="cm"/>
      <inkml:brushProperty name="color" value="#FFFFFF"/>
    </inkml:brush>
  </inkml:definitions>
  <inkml:trace contextRef="#ctx0" brushRef="#br0">296 163 24575,'-1'-6'0,"0"-1"0,-1 1 0,0-1 0,0 1 0,0 0 0,-1-1 0,0 1 0,-6-8 0,1-1 0,3 7 0,1-1 0,0 0 0,-1 1 0,0 0 0,-1 0 0,-10-12 0,15 19 0,0 0 0,-1 0 0,1 0 0,0 0 0,-1 0 0,1 0 0,-1 0 0,1 0 0,-1 1 0,0-1 0,1 0 0,-1 1 0,0 0 0,1-1 0,-1 1 0,0 0 0,0 0 0,1 0 0,-1 0 0,0 0 0,1 0 0,-1 0 0,0 1 0,0-1 0,1 1 0,-1-1 0,0 1 0,1-1 0,-1 1 0,1 0 0,-1 0 0,1 0 0,-1 0 0,1 0 0,0 0 0,0 1 0,-3 1 0,-15 18 0,1 0 0,1 1 0,1 1 0,1 0 0,1 1 0,1 1 0,-11 29 0,20-45 0,0 0 0,1 1 0,0-1 0,1 1 0,-1 12 0,2-20 0,1 0 0,0 0 0,0 0 0,0 0 0,0 0 0,0 0 0,1 0 0,-1 0 0,0 0 0,1 0 0,0 0 0,-1 0 0,1 0 0,0 0 0,0 0 0,0 0 0,0-1 0,1 1 0,-1 0 0,0-1 0,1 1 0,-1-1 0,1 1 0,-1-1 0,1 0 0,0 0 0,0 1 0,-1-1 0,1-1 0,0 1 0,3 1 0,3 0 0,-1-1 0,1 0 0,-1 0 0,1-1 0,0 0 0,-1 0 0,1-1 0,-1 0 0,1 0 0,-1-1 0,1 0 0,-1 0 0,10-5 0,3-2 0,-1-1 0,0 0 0,26-20 0,15-21 0,-53 45 0,-7 6 0,0 0 0,0 0 0,0 0 0,0 0 0,0 0 0,0 0 0,0-1 0,0 1 0,0 0 0,0 0 0,0 0 0,0 0 0,1 0 0,-1 0 0,0 0 0,0 0 0,0 0 0,0 0 0,0 0 0,0 0 0,0-1 0,0 1 0,0 0 0,0 0 0,1 0 0,-1 0 0,0 0 0,0 0 0,0 0 0,0 0 0,0 0 0,0 0 0,0 0 0,0 0 0,1 0 0,-1 0 0,0 0 0,0 0 0,0 0 0,0 0 0,0 0 0,0 0 0,0 1 0,0-1 0,1 0 0,-1 0 0,0 0 0,0 0 0,0 0 0,0 0 0,0 0 0,0 0 0,0 0 0,0 0 0,0 1 0,-1 8 0,-8 21 0,5-16 0,1-3 114,0-1 0,-1 22 0,4-29-209,-1 0 0,1-1 0,1 1 0,-1 0 1,0 0-1,1-1 0,-1 1 0,1 0 0,0-1 0,0 1 1,0 0-1,0-1 0,0 0 0,1 1 0,-1-1 1,1 0-1,2 3 0,6 4-6731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6.553"/>
    </inkml:context>
    <inkml:brush xml:id="br0">
      <inkml:brushProperty name="width" value="0.05" units="cm"/>
      <inkml:brushProperty name="height" value="0.05" units="cm"/>
      <inkml:brushProperty name="color" value="#FFFFFF"/>
    </inkml:brush>
  </inkml:definitions>
  <inkml:trace contextRef="#ctx0" brushRef="#br0">244 118 24575,'2'-5'0,"3"-3"0,-2 0 0,1-1 0,-1 1 0,0 0 0,2-13 0,-5 19 0,0 1 0,0-1 0,0 0 0,0 0 0,0 0 0,0 1 0,0-1 0,0 0 0,-1 0 0,1 1 0,-1-1 0,1 0 0,-1 1 0,0-1 0,0 0 0,1 1 0,-1-1 0,0 1 0,-1 0 0,1-1 0,0 1 0,0 0 0,0-1 0,-1 1 0,1 0 0,-1 0 0,1 0 0,-1 0 0,1 0 0,-1 1 0,0-1 0,1 0 0,-4 0 0,0 0 0,0 0 0,0 1 0,0-1 0,0 1 0,0 0 0,0 1 0,0-1 0,-1 1 0,1 0 0,0 0 0,1 1 0,-1-1 0,0 1 0,-9 5 0,1 0 0,0 1 0,0 0 0,-21 18 0,21-15 0,0 1 0,-16 20 0,26-29 0,1 0 0,-1 0 0,1 0 0,0 1 0,0-1 0,0 1 0,0 0 0,1 0 0,0-1 0,-1 1 0,1 0 0,1 0 0,-1 0 0,1 0 0,-1 0 0,1 7 0,1-9 0,-1-1 0,0 1 0,1-1 0,-1 1 0,1-1 0,0 1 0,-1-1 0,1 1 0,0-1 0,0 1 0,0-1 0,0 0 0,0 0 0,0 1 0,0-1 0,1 0 0,-1 0 0,0 0 0,2 1 0,0-1 0,1 1 0,-1-1 0,0 0 0,1 0 0,-1 0 0,1 0 0,-1-1 0,6 1 0,4-1 0,0 0 0,-1-1 0,25-6 0,-18 2 0,30-12 0,-21 7 0,-27 10 0,0-1 0,0 1 0,0-1 0,-1 1 0,1-1 0,0 1 0,0 0 0,0 0 0,1 0 0,-1-1 0,0 1 0,0 0 0,0 0 0,0 0 0,0 0 0,0 1 0,0-1 0,0 0 0,0 0 0,0 1 0,0-1 0,0 0 0,0 1 0,0-1 0,-1 1 0,1-1 0,0 1 0,0 0 0,0-1 0,0 1 0,-1 0 0,1 0 0,0-1 0,-1 1 0,1 0 0,-1 0 0,2 1 0,-1 4 0,1-1 0,-1 1 0,-1 0 0,1-1 0,-1 1 0,0 6 0,0-7 0,0 0 0,0-1 0,0 1 0,1 0 0,0-1 0,0 1 0,3 8 0,5-2-1365,1-2-5461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46.774"/>
    </inkml:context>
    <inkml:brush xml:id="br0">
      <inkml:brushProperty name="width" value="0.05" units="cm"/>
      <inkml:brushProperty name="height" value="0.05" units="cm"/>
      <inkml:brushProperty name="color" value="#FFFFFF"/>
    </inkml:brush>
  </inkml:definitions>
  <inkml:trace contextRef="#ctx0" brushRef="#br0">363 49 24575,'0'-6'0,"0"-20"0,0 25 0,0 1 0,0-1 0,0 0 0,0 0 0,0 1 0,0-1 0,0 0 0,0 0 0,0 1 0,1-1 0,-1 0 0,0 1 0,1-1 0,-1 0 0,0 1 0,1-1 0,-1 0 0,1 1 0,-1-1 0,1 1 0,-1-1 0,1 1 0,0-2 0,0 3 0,0-1 0,0 0 0,0 1 0,-1-1 0,1 0 0,0 1 0,0-1 0,-1 1 0,1-1 0,0 1 0,-1-1 0,1 1 0,0-1 0,-1 1 0,1 0 0,-1-1 0,1 1 0,-1 0 0,0 0 0,1-1 0,-1 2 0,13 22 0,-10-17 0,7 12 0,-2 0 0,0 0 0,-1 1 0,-1 0 0,0 0 0,-2 0 0,-1 1 0,0-1 0,-1 22 0,-2-29 0,-1 0 0,0 0 0,-1 0 0,0-1 0,-1 1 0,-1 0 0,0-1 0,-1 0 0,0 0 0,0 0 0,-2-1 0,1 0 0,-1 0 0,-1 0 0,-16 17 0,5-10 69,-1 0-1,-1-2 0,-1 0 0,-23 13 1,-96 43-1776,36-26-5119</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2.390"/>
    </inkml:context>
    <inkml:brush xml:id="br0">
      <inkml:brushProperty name="width" value="0.05" units="cm"/>
      <inkml:brushProperty name="height" value="0.05" units="cm"/>
      <inkml:brushProperty name="color" value="#FFFFFF"/>
    </inkml:brush>
  </inkml:definitions>
  <inkml:trace contextRef="#ctx0" brushRef="#br0">879 314 24575,'15'-29'0,"-5"12"0,-1-1 0,-1 0 0,-1 0 0,7-22 0,-13 36 0,0-1 0,0 1 0,-1-1 0,1 1 0,-1-1 0,0 1 0,0-1 0,-1 1 0,1-1 0,-1 1 0,0-1 0,0 1 0,0 0 0,-1-1 0,0 1 0,0 0 0,0 0 0,0 0 0,0 0 0,-1 1 0,0-1 0,1 1 0,-6-5 0,-2 0 0,1 1 0,-2 0 0,1 1 0,-1 0 0,1 1 0,-1 0 0,-1 1 0,1 0 0,-1 0 0,0 2 0,0-1 0,-13 0 0,-14 0 0,1 1 0,-58 6 0,58-1 0,1 2 0,-1 1 0,1 2 0,0 2 0,1 1 0,0 1 0,-53 28 0,71-30 0,0 1 0,1 1 0,0 0 0,1 2 0,1-1 0,-22 25 0,27-25 0,1 0 0,0 0 0,0 1 0,1 0 0,1 1 0,1 0 0,0 0 0,0 0 0,-3 20 0,2 7 0,1 0 0,3 1 0,1-1 0,6 70 0,35 171 0,-36-265 0,61 340-526,45 290-1215,60 890-596,-117-1013 2431,66 889-1204,-107 6 10,-70-660 1215,-25-2-743,-22 224 184,75-341 811,34-478 337,47 312 0,-47-456-334,24 107 1799,-23-113-1838,0 0 1,1 0-1,0-1 0,1 0 1,0 0-1,1 0 0,10 12 1,-15-21-313,0-1 1,1 0-1,-1 0 1,1 0 0,-1 0-1,1 0 1,0 0-1,0-1 1,0 0 0,0 1-1,0-1 1,0 0-1,0 0 1,0-1 0,0 1-1,0-1 1,1 1 0,-1-1-1,0 0 1,0 0-1,1-1 1,-1 1 0,0-1-1,3 0 1,9-3 33,0-1 0,-1 0-1,26-13 1,-20 8-42,210-87-11,-190 83 0,0 2 0,1 2 0,80-10 0,-81 18-1365,-8 4-5461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3.198"/>
    </inkml:context>
    <inkml:brush xml:id="br0">
      <inkml:brushProperty name="width" value="0.05" units="cm"/>
      <inkml:brushProperty name="height" value="0.05" units="cm"/>
      <inkml:brushProperty name="color" value="#FFFFFF"/>
    </inkml:brush>
  </inkml:definitions>
  <inkml:trace contextRef="#ctx0" brushRef="#br0">33 389 24575,'-1'-4'0,"1"0"0,-1 0 0,-1 0 0,1 0 0,0 0 0,-1 0 0,0 0 0,-2-4 0,-8-19 0,10 18 0,0 1 0,1 0 0,0-1 0,0 1 0,1-1 0,0 0 0,1 1 0,0-1 0,0 1 0,1 0 0,0-1 0,0 1 0,1 0 0,0 0 0,0 0 0,1 0 0,0 1 0,0-1 0,9-9 0,-13 16 0,1 0 0,0 0 0,0-1 0,1 1 0,-1 0 0,0 0 0,0 0 0,1 1 0,-1-1 0,0 0 0,1 0 0,-1 1 0,0-1 0,1 1 0,-1-1 0,1 1 0,-1-1 0,1 1 0,0 0 0,-1 0 0,1 0 0,-1 0 0,3 0 0,-2 1 0,0 0 0,0 0 0,1 0 0,-1 0 0,0 0 0,0 1 0,0-1 0,-1 0 0,1 1 0,0 0 0,0-1 0,-1 1 0,3 3 0,3 5 0,-1 1 0,0 0 0,0 0 0,5 18 0,9 27 0,-4 0 0,-2 2 0,-2-1 0,7 118 0,-21-152 0,0-17 0,-1-15 0,-1-20 0,1 0 0,1 0 0,1-1 0,5-39 0,27-118 0,-2 79 0,-25 96 0,1 1 0,-1 0 0,2 1 0,0-1 0,0 1 0,0 0 0,11-11 0,-16 19 0,1 0 0,0 0 0,-1 0 0,1 1 0,0-1 0,0 0 0,0 1 0,0-1 0,0 1 0,0 0 0,1 0 0,-1 0 0,0 0 0,1 0 0,-1 0 0,1 1 0,-1-1 0,0 1 0,1 0 0,-1 0 0,1 0 0,-1 0 0,1 0 0,-1 0 0,1 0 0,-1 1 0,1-1 0,-1 1 0,1 0 0,-1 0 0,0 0 0,1 0 0,-1 0 0,0 1 0,0-1 0,4 4 0,1 2 0,1 0 0,-1 1 0,-1 0 0,1 0 0,-2 1 0,1 0 0,7 15 0,4 15 0,16 56 0,-5-12 0,-27-81 0,0 0 0,-1 0 0,1 0 0,0-1 0,0 1 0,0 0 0,0 0 0,1-1 0,-1 1 0,3 1 0,-4-2 0,1-1 0,-1 0 0,1 0 0,-1 0 0,1 0 0,-1 0 0,1 0 0,-1 0 0,1 0 0,-1 0 0,1 0 0,0 0 0,-1 0 0,1 0 0,-1 0 0,1 0 0,-1 0 0,1-1 0,-1 1 0,1 0 0,-1 0 0,1-1 0,-1 1 0,0 0 0,1-1 0,-1 1 0,1 0 0,-1-1 0,0 1 0,1-1 0,-1 1 0,0-1 0,0 1 0,1-1 0,-1 1 0,0-1 0,0 1 0,1-1 0,-1 1 0,0-1 0,0 1 0,0-1 0,40-83 0,-21 41 0,2 1 0,1 1 0,46-63 0,-62 97 0,-1 1 0,2-1 0,-1 1 0,1 1 0,13-11 0,-18 15 0,0 0 0,0 0 0,0 0 0,0 0 0,0 0 0,1 0 0,-1 0 0,0 1 0,0-1 0,1 1 0,-1 0 0,0 0 0,1-1 0,-1 1 0,0 1 0,1-1 0,-1 0 0,0 1 0,1-1 0,-1 1 0,0-1 0,0 1 0,0 0 0,0 0 0,0 0 0,4 3 0,-1 0 0,0 1 0,-1 0 0,1 1 0,-1-1 0,0 1 0,-1 0 0,1 0 0,-1 0 0,0 0 0,-1 0 0,0 1 0,0-1 0,0 1 0,1 8 0,2 15 0,1 55 0,-6-76 0,10 195-1365,-8-172-5461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3.433"/>
    </inkml:context>
    <inkml:brush xml:id="br0">
      <inkml:brushProperty name="width" value="0.05" units="cm"/>
      <inkml:brushProperty name="height" value="0.05" units="cm"/>
      <inkml:brushProperty name="color" value="#FFFFFF"/>
    </inkml:brush>
  </inkml:definitions>
  <inkml:trace contextRef="#ctx0" brushRef="#br0">1 46 24575,'0'-3'0,"1"-1"0,0 1 0,0 0 0,0 0 0,0 0 0,1 0 0,-1 0 0,1 1 0,2-5 0,10-4 0,-14 11 0,1-1 0,-1 1 0,1 0 0,-1 0 0,1 0 0,-1 0 0,1 0 0,-1 0 0,1 0 0,-1 1 0,1-1 0,-1 0 0,1 0 0,-1 0 0,1 0 0,-1 1 0,1-1 0,-1 0 0,1 0 0,-1 1 0,0-1 0,1 0 0,-1 1 0,0-1 0,1 0 0,-1 1 0,0-1 0,1 1 0,-1 0 0,6 10 0,-2 0 0,1 1 0,-2 0 0,1 0 0,-2 0 0,1 0 0,0 19 0,1-4 0,14 109 229,34 170-1823,-40-263-5232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4.019"/>
    </inkml:context>
    <inkml:brush xml:id="br0">
      <inkml:brushProperty name="width" value="0.05" units="cm"/>
      <inkml:brushProperty name="height" value="0.05" units="cm"/>
      <inkml:brushProperty name="color" value="#FFFFFF"/>
    </inkml:brush>
  </inkml:definitions>
  <inkml:trace contextRef="#ctx0" brushRef="#br0">1 230 24575,'43'-4'0,"1"-1"0,78-21 0,114-41 0,-222 63 0,48-15 0,76-34 0,-132 50 0,0 0 0,-1-1 0,1 1 0,-1-1 0,7-6 0,-11 10 0,-1-1 0,1 1 0,-1 0 0,0-1 0,1 1 0,-1-1 0,0 1 0,1 0 0,-1-1 0,0 1 0,0-1 0,1 1 0,-1-1 0,0 1 0,0-1 0,0 1 0,0-1 0,0 1 0,0-1 0,0 1 0,0-1 0,0 0 0,0 1 0,0-1 0,0 1 0,0-1 0,0 0 0,-1 0 0,0 0 0,0 0 0,0 1 0,-1-1 0,1 0 0,0 1 0,0-1 0,0 0 0,-1 1 0,1 0 0,0-1 0,0 1 0,-1 0 0,1-1 0,0 1 0,-3 0 0,-4-1 0,0 1 0,0 0 0,0 0 0,0 1 0,0 0 0,0 0 0,0 1 0,1 0 0,-1 0 0,1 1 0,-1 0 0,-10 5 0,9-2 0,0 0 0,0 1 0,0 0 0,1 0 0,0 1 0,0 0 0,1 1 0,-9 12 0,7-8 0,0 2 0,1-1 0,1 1 0,1 1 0,0-1 0,1 1 0,0 0 0,1 0 0,1 0 0,1 1 0,0-1 0,1 19 0,1-27 0,1 0 0,0-1 0,0 1 0,1 0 0,-1 0 0,2-1 0,-1 1 0,1-1 0,0 0 0,1 0 0,6 10 0,-8-14 0,1 0 0,-1 0 0,1-1 0,-1 1 0,1-1 0,0 0 0,0 0 0,0 0 0,0 0 0,0-1 0,0 1 0,0-1 0,1 1 0,-1-1 0,1 0 0,-1-1 0,0 1 0,1-1 0,0 1 0,-1-1 0,1 0 0,-1 0 0,1-1 0,-1 1 0,1-1 0,-1 1 0,5-3 0,0 1 0,0-2 0,-1 1 0,1-1 0,-1 0 0,0 0 0,0-1 0,0 0 0,0 0 0,-1-1 0,0 0 0,0 0 0,-1 0 0,0-1 0,0 0 0,0 0 0,-1 0 0,0 0 0,0-1 0,3-10 0,0-3 0,0 0 0,-2 0 0,0 0 0,-1-1 0,-2 1 0,1-29 0,-4 9 0,1 150 0,2-91 0,1 0 0,0 1 0,1-1 0,12 31 0,-13-43 0,0 0 0,0-1 0,0 1 0,1 0 0,-1-1 0,1 0 0,8 7 0,-10-9 0,1-1 0,0 0 0,0 0 0,0 0 0,0 0 0,0 0 0,1-1 0,-1 1 0,1-1 0,-1 0 0,0 0 0,1 0 0,0-1 0,5 1 0,-3-1 23,1-1 0,-1 0 0,0 0-1,0-1 1,0 1 0,0-1 0,0-1-1,-1 1 1,1-1 0,-1 0 0,1 0-1,-1 0 1,0-1 0,5-5 0,6-5-592,-1 0 0,24-30 0,-30 31-6257</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4.427"/>
    </inkml:context>
    <inkml:brush xml:id="br0">
      <inkml:brushProperty name="width" value="0.05" units="cm"/>
      <inkml:brushProperty name="height" value="0.05" units="cm"/>
      <inkml:brushProperty name="color" value="#FFFFFF"/>
    </inkml:brush>
  </inkml:definitions>
  <inkml:trace contextRef="#ctx0" brushRef="#br0">38 19 24575,'-4'0'0,"-2"0"0,-5 0 0,0-3 0,5-1 0,7 0 0,5 1 0,6 0 0,2 2 0,3 0 0,2 4 0,-4 1-8191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5.731"/>
    </inkml:context>
    <inkml:brush xml:id="br0">
      <inkml:brushProperty name="width" value="0.05" units="cm"/>
      <inkml:brushProperty name="height" value="0.05" units="cm"/>
      <inkml:brushProperty name="color" value="#FFFFFF"/>
    </inkml:brush>
  </inkml:definitions>
  <inkml:trace contextRef="#ctx0" brushRef="#br0">52 65 24575,'-34'-44'0,"19"23"0,15 22 0,0-1 0,-1 0 0,1 1 0,0-1 0,0 0 0,-1 1 0,1-1 0,0 1 0,0-1 0,0 1 0,0-1 0,0 1 0,0-1 0,-1 0 0,1 1 0,0-1 0,0 1 0,0-1 0,0 1 0,0-1 0,1 1 0,-1-1 0,0 1 0,0-1 0,0 0 0,0 1 0,0-1 0,1 1 0,2 23 0,10 37 0,29 117 0,-33-150 0,1 0 0,1-1 0,1 0 0,18 29 0,-26-50 0,0 1 0,1-1 0,-1 0 0,1 0 0,1-1 0,-1 1 0,1-1 0,0-1 0,0 1 0,7 3 0,-10-6 0,0-1 0,-1 0 0,1 0 0,0 0 0,0 0 0,0-1 0,0 1 0,0-1 0,0 0 0,0 0 0,0 0 0,0 0 0,0 0 0,0-1 0,0 1 0,0-1 0,0 0 0,0 0 0,0 0 0,0 0 0,0 0 0,-1-1 0,1 1 0,-1-1 0,1 0 0,-1 0 0,4-3 0,2-3 0,0-1 0,-1 0 0,1 0 0,-2-1 0,0 0 0,0 0 0,0-1 0,-2 1 0,1-1 0,-1 0 0,-1 0 0,0-1 0,2-11 0,0-13 0,-1 0 0,-2-68 0,-3 89 0,0 20 0,0 26 0,2 242 0,-3 109 0,2-380 1,0 7 84,-1 0 0,0 1 0,-3 10 0,4-19-150,0 1-1,-1-1 1,1 1-1,-1-1 0,1 1 1,-1-1-1,0 1 0,1-1 1,-1 1-1,0-1 0,0 0 1,0 0-1,0 1 1,0-1-1,0 0 0,0 0 1,-1 0-1,1 0 0,0 0 1,-1 0-1,1-1 0,-1 1 1,1 0-1,0-1 1,-4 2-1,-8-3-6760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6.399"/>
    </inkml:context>
    <inkml:brush xml:id="br0">
      <inkml:brushProperty name="width" value="0.05" units="cm"/>
      <inkml:brushProperty name="height" value="0.05" units="cm"/>
      <inkml:brushProperty name="color" value="#FFFFFF"/>
    </inkml:brush>
  </inkml:definitions>
  <inkml:trace contextRef="#ctx0" brushRef="#br0">123 150 24575,'1'-6'0,"0"1"0,0-1 0,1 1 0,0 0 0,0 0 0,1 0 0,-1 0 0,4-5 0,3-5 0,-6 9 0,0-1 0,-1 1 0,0-1 0,0 1 0,1-11 0,-3 16 0,1 0 0,-1 0 0,0 0 0,0-1 0,0 1 0,0 0 0,0 0 0,0 0 0,0 0 0,0 0 0,0 0 0,-1-1 0,1 1 0,0 0 0,-1 0 0,1 0 0,-1 0 0,1 0 0,-1 0 0,1 0 0,-1 0 0,0 0 0,1 1 0,-1-1 0,0 0 0,0 0 0,0 0 0,0 1 0,0-1 0,0 1 0,0-1 0,0 0 0,0 1 0,0 0 0,0-1 0,0 1 0,0 0 0,0-1 0,0 1 0,0 0 0,-2 0 0,-1 0 0,1 1 0,-1-1 0,1 1 0,0 0 0,-1 0 0,1 1 0,0-1 0,0 0 0,0 1 0,0 0 0,0 0 0,0 0 0,0 0 0,0 0 0,1 1 0,-1-1 0,1 1 0,-4 5 0,-1 2 0,0-1 0,1 1 0,0 1 0,-6 14 0,3 0 0,0-1 0,2 1 0,-5 28 0,10-45 0,1 0 0,0 1 0,0-1 0,1 1 0,0-1 0,1 1 0,0-1 0,0 1 0,0-1 0,1 0 0,1 1 0,-1-1 0,6 10 0,-7-16 0,0 0 0,1 1 0,-1-1 0,1 0 0,0 0 0,-1 0 0,1 0 0,0 0 0,0-1 0,0 1 0,1 0 0,-1-1 0,0 0 0,0 1 0,1-1 0,-1 0 0,1 0 0,-1 0 0,4 0 0,-3-1 0,1 1 0,-1-1 0,1-1 0,0 1 0,-1 0 0,1-1 0,-1 0 0,1 0 0,-1 0 0,0 0 0,1 0 0,4-4 0,3-2 0,0 0 0,0-1 0,0 0 0,-1-1 0,-1-1 0,14-15 0,-13 10 0,1 0 0,-2-1 0,13-29 0,-13 25 0,21-32 0,-25 50 0,-2 9 0,-2 12 0,-1 21 205,5 62-1775,-2-77-5256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7.148"/>
    </inkml:context>
    <inkml:brush xml:id="br0">
      <inkml:brushProperty name="width" value="0.05" units="cm"/>
      <inkml:brushProperty name="height" value="0.05" units="cm"/>
      <inkml:brushProperty name="color" value="#FFFFFF"/>
    </inkml:brush>
  </inkml:definitions>
  <inkml:trace contextRef="#ctx0" brushRef="#br0">1 440 24575,'0'-49'0,"0"44"0,0 7 0,0 25 0,0 12 0,3 1 0,9 47 0,-12-86 0,0 0 0,0 0 0,0 0 0,1 0 0,-1 0 0,0 0 0,1 0 0,-1 0 0,0 0 0,1 0 0,-1 0 0,1 0 0,0 0 0,-1 0 0,1 0 0,0 0 0,-1 0 0,2 0 0,-1-1 0,-1 0 0,1 0 0,-1 0 0,1 0 0,-1 0 0,1 0 0,-1 0 0,1 0 0,-1 0 0,1-1 0,-1 1 0,1 0 0,-1 0 0,1-1 0,-1 1 0,0 0 0,1-1 0,-1 1 0,1 0 0,-1-1 0,0 1 0,1 0 0,-1-1 0,0 1 0,0-1 0,1 0 0,3-5 0,-1-1 0,1 0 0,4-13 0,10-41 0,-7 25 0,1 0 0,19-41 0,-30 75 0,1-1 0,-1 0 0,1 1 0,-1-1 0,1 1 0,0 0 0,0 0 0,0 0 0,0-1 0,1 2 0,-1-1 0,5-3 0,-6 5 0,-1 0 0,1 0 0,0-1 0,-1 1 0,1 0 0,0 0 0,-1 0 0,1 0 0,-1 0 0,1 0 0,0 0 0,-1 0 0,1 0 0,0 0 0,-1 0 0,1 1 0,0-1 0,-1 0 0,1 0 0,0 1 0,-1-1 0,2 1 0,-1 0 0,0 1 0,0-1 0,0 0 0,1 1 0,-1-1 0,-1 1 0,1-1 0,0 1 0,0 0 0,0-1 0,-1 1 0,1 2 0,3 13 0,-1 1 0,0 0 0,-1 29 0,2 3 0,-3-37 0,-1-3 0,1-1 0,0 1 0,1 0 0,3 11 0,-4-20 0,-1 0 0,0 0 0,1 1 0,-1-1 0,0 0 0,1 0 0,0 0 0,-1 0 0,1 0 0,0 0 0,-1 0 0,1 0 0,0 0 0,0-1 0,0 1 0,-1 0 0,1 0 0,0-1 0,0 1 0,0-1 0,1 1 0,-1 0 0,0-1 0,0 0 0,0 1 0,0-1 0,0 0 0,0 0 0,1 1 0,-1-1 0,0 0 0,0 0 0,0 0 0,1-1 0,-1 1 0,0 0 0,0 0 0,0-1 0,0 1 0,0 0 0,1-1 0,0 0 0,3-2 0,-1 1 0,0-1 0,0 0 0,0-1 0,0 1 0,0-1 0,3-4 0,-4 4 0,1 1 0,-1-1 0,0 1 0,1 0 0,0 0 0,0 0 0,0 1 0,0-1 0,6-2 0,21-3 0,-26 7 0,0 0 0,0 0 0,0 0 0,0-1 0,0 0 0,-1 0 0,1 0 0,0-1 0,7-5 0,-2-2 0,0 0 0,-1-1 0,-1 0 0,1-1 0,-2 1 0,1-1 0,-2-1 0,0 0 0,0 1 0,5-21 0,2-13 0,11-79 0,-22 113 0,7-58 0,-8 63 0,-1 0 0,0 0 0,-1 0 0,0 0 0,0 0 0,0 0 0,-4-10 0,5 16 0,0 0 0,-1 0 0,1 0 0,-1 0 0,1 0 0,-1 0 0,1 0 0,-1 0 0,0 1 0,1-1 0,-1 0 0,0 0 0,1 1 0,-1-1 0,0 0 0,-1 0 0,1 1 0,0-1 0,1 1 0,-1 0 0,1 0 0,-1 0 0,1 0 0,-1 0 0,1 0 0,-1 0 0,0 0 0,1 1 0,-1-1 0,1 0 0,-1 0 0,1 0 0,-1 1 0,1-1 0,-1 0 0,1 0 0,-1 1 0,1-1 0,-1 1 0,-1 1 0,-1 1 0,1-1 0,0 1 0,0-1 0,1 1 0,-1 0 0,1 0 0,-1 0 0,-1 4 0,-1 11 0,-1-1 0,2 1 0,1-1 0,0 1 0,1 0 0,1 0 0,0 0 0,5 23 0,-1-11 0,2 0 0,2-1 0,0 1 0,15 30 0,-9-28 0,2 0 0,2-1 0,30 41 0,-45-68-195,0-1 0,0 1 0,0-1 0,1 1 0,0-1 0,5 4 0,4 0-6631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7.321"/>
    </inkml:context>
    <inkml:brush xml:id="br0">
      <inkml:brushProperty name="width" value="0.05" units="cm"/>
      <inkml:brushProperty name="height" value="0.05" units="cm"/>
      <inkml:brushProperty name="color" value="#FFFFFF"/>
    </inkml:brush>
  </inkml:definitions>
  <inkml:trace contextRef="#ctx0" brushRef="#br0">4 0 24575,'-3'0'0,"2"0"0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1.438"/>
    </inkml:context>
    <inkml:brush xml:id="br0">
      <inkml:brushProperty name="width" value="0.05" units="cm"/>
      <inkml:brushProperty name="height" value="0.05" units="cm"/>
      <inkml:brushProperty name="color" value="#FFFFFF"/>
    </inkml:brush>
  </inkml:definitions>
  <inkml:trace contextRef="#ctx0" brushRef="#br0">18 71 24575,'-9'-21'0,"4"14"0,4 7 0,1 0 0,0 0 0,0 0 0,0 0 0,0 0 0,-1 0 0,1 0 0,0 1 0,0-1 0,0 0 0,0 0 0,0 0 0,0 0 0,-1 0 0,1 0 0,0 0 0,0 0 0,0 1 0,0-1 0,0 0 0,0 0 0,0 0 0,0 0 0,0 0 0,0 1 0,0-1 0,-1 0 0,1 0 0,0 0 0,0 0 0,0 0 0,0 1 0,0-1 0,0 0 0,0 0 0,0 0 0,0 0 0,1 1 0,-1-1 0,0 0 0,0 0 0,0 0 0,0 0 0,0 0 0,0 1 0,0-1 0,4 37 0,14 66 0,-3-30 0,6 59 0,14 84 0,-30-193 0,-3-21 0,-1-5 0,1-14 0,1-22 0,-1-2 0,3 1 0,1 0 0,1 0 0,23-66 0,-20 79 0,1 1 0,1-1 0,1 2 0,1 0 0,2 0 0,0 2 0,28-32 0,-34 45 69,0 0-1,1 1 0,-1 0 0,19-10 1,-25 16-164,0 1 0,0 0 0,0 0 0,0 0 1,0 0-1,1 1 0,-1 0 0,0 0 0,1 0 0,-1 0 1,1 1-1,-1-1 0,1 1 0,-1 0 0,1 1 1,0-1-1,5 2 0,6 6-6731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1.855"/>
    </inkml:context>
    <inkml:brush xml:id="br0">
      <inkml:brushProperty name="width" value="0.05" units="cm"/>
      <inkml:brushProperty name="height" value="0.05" units="cm"/>
      <inkml:brushProperty name="color" value="#FFFFFF"/>
    </inkml:brush>
  </inkml:definitions>
  <inkml:trace contextRef="#ctx0" brushRef="#br0">36 209 24575,'-1'13'0,"1"-12"0,0 1 0,0 0 0,0-1 0,0 1 0,0-1 0,0 1 0,0-1 0,0 1 0,1 0 0,-1-1 0,0 1 0,1-1 0,-1 0 0,1 1 0,0-1 0,0 1 0,-1-1 0,1 0 0,0 1 0,0-1 0,0 0 0,0 0 0,0 0 0,1 0 0,-1 0 0,3 2 0,1 0 0,0 0 0,0-1 0,0 1 0,1-1 0,-1 0 0,1-1 0,-1 1 0,1-1 0,0 0 0,0-1 0,0 1 0,6-1 0,-1 0 0,0-1 0,0 0 0,-1 0 0,1-1 0,18-6 0,-22 5 0,1-1 0,-1 0 0,1 0 0,-1-1 0,-1 0 0,1 0 0,-1-1 0,0 1 0,0-2 0,0 1 0,-1 0 0,0-1 0,0 0 0,6-13 0,-8 15 0,-1 0 0,1 0 0,-1-1 0,0 1 0,-1-1 0,1 1 0,-1-1 0,0 0 0,-1 0 0,1 1 0,-1-1 0,0 0 0,-1 0 0,1 0 0,-1 1 0,-1-1 0,1 0 0,-1 1 0,1-1 0,-2 1 0,-4-10 0,5 12 0,0 0 0,0 0 0,0 0 0,-1 0 0,1 0 0,-1 1 0,0-1 0,0 1 0,0 0 0,0 0 0,0 0 0,0 0 0,-1 0 0,1 1 0,-1 0 0,-5-2 0,4 2 0,0 0 0,-1 1 0,1 0 0,-1 0 0,1 0 0,-1 0 0,1 1 0,0 0 0,-1 0 0,-6 3 0,1 1 0,-1-1 0,1 2 0,0 0 0,1 0 0,-1 1 0,1 0 0,1 1 0,-1 0 0,-10 12 0,11-9 0,0 1 0,1 0 0,1 1 0,-1 0 0,2 0 0,0 0 0,1 1 0,0 0 0,1 0 0,0 0 0,1 1 0,1-1 0,0 1 0,1-1 0,2 29 0,0-37 18,0-1 0,0 0 0,1 1 0,-1-1 0,1 0 0,1 0 0,-1 0 0,1 0 0,-1 0 0,1-1 0,1 1 0,-1-1 0,1 0 0,0 0 0,-1 0 0,2 0 0,-1-1 0,6 4 0,-1-2-208,0 0 0,0 0 1,1-1-1,0-1 0,-1 1 1,2-2-1,-1 1 1,16 1-1,13-1-6636</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2.170"/>
    </inkml:context>
    <inkml:brush xml:id="br0">
      <inkml:brushProperty name="width" value="0.05" units="cm"/>
      <inkml:brushProperty name="height" value="0.05" units="cm"/>
      <inkml:brushProperty name="color" value="#FFFFFF"/>
    </inkml:brush>
  </inkml:definitions>
  <inkml:trace contextRef="#ctx0" brushRef="#br0">279 119 24575,'0'-5'0,"0"0"0,-1 0 0,1 0 0,-1 0 0,0 1 0,0-1 0,-1 0 0,1 0 0,-1 1 0,0-1 0,0 1 0,-1-1 0,1 1 0,-1 0 0,0 0 0,0 0 0,0 0 0,-1 1 0,1-1 0,-1 1 0,0 0 0,0 0 0,0 0 0,0 1 0,-1 0 0,1-1 0,0 1 0,-1 1 0,0-1 0,0 1 0,1-1 0,-1 1 0,0 1 0,0-1 0,0 1 0,0 0 0,0 0 0,0 0 0,0 1 0,0 0 0,-7 1 0,4 1 0,-1 0 0,1 0 0,0 1 0,0 0 0,0 0 0,1 1 0,-1 0 0,1 1 0,0-1 0,-12 13 0,17-15 0,-1 0 0,1 0 0,0 1 0,-1-1 0,1 0 0,1 1 0,-1-1 0,0 1 0,1-1 0,0 1 0,0 0 0,0 0 0,0 0 0,1-1 0,-1 1 0,1 0 0,0 0 0,0 0 0,0 0 0,1 0 0,-1 0 0,1 0 0,0-1 0,0 1 0,1 0 0,2 6 0,2 1 0,1-1 0,0 0 0,0-1 0,1 1 0,0-2 0,0 1 0,1-1 0,16 11 0,9 4 0,45 21 0,-44-25 0,34 24 0,-67-43 0,-1 1 0,1 0 0,-1 0 0,0 0 0,1 1 0,-1-1 0,0 0 0,0 0 0,0 1 0,0-1 0,0 0 0,0 1 0,0-1 0,-1 1 0,1 0 0,0-1 0,-1 1 0,1 3 0,-1-4 0,0 0 0,-1 1 0,1-1 0,0 0 0,-1 1 0,0-1 0,1 0 0,-1 0 0,0 0 0,0 1 0,0-1 0,1 0 0,-1 0 0,0 0 0,-1 0 0,1-1 0,0 1 0,0 0 0,0 0 0,0-1 0,-1 1 0,1 0 0,-3 0 0,-24 10-170,-2-2-1,1 0 0,-1-2 1,0-2-1,0 0 0,-1-2 1,-37-1-1,24-3-6655</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2.537"/>
    </inkml:context>
    <inkml:brush xml:id="br0">
      <inkml:brushProperty name="width" value="0.05" units="cm"/>
      <inkml:brushProperty name="height" value="0.05" units="cm"/>
      <inkml:brushProperty name="color" value="#FFFFFF"/>
    </inkml:brush>
  </inkml:definitions>
  <inkml:trace contextRef="#ctx0" brushRef="#br0">56 56 24575,'4'-2'0,"0"0"0,0 0 0,1 0 0,-1 1 0,1 0 0,0 0 0,-1 0 0,1 0 0,0 1 0,8 0 0,-33 22 0,10-12 0,1 0 0,0 1 0,1 0 0,1 0 0,-1 1 0,2 0 0,0 0 0,0 1 0,1 0 0,1 0 0,0 0 0,0 0 0,2 1 0,0 0 0,0-1 0,1 19 0,1-30 0,0 0 0,-1 1 0,2-1 0,-1 0 0,0 0 0,0 0 0,1 0 0,-1 0 0,1 0 0,-1 0 0,1 0 0,0 0 0,0 0 0,0 0 0,0 0 0,0 0 0,1 0 0,-1-1 0,0 1 0,1-1 0,-1 1 0,1-1 0,0 1 0,-1-1 0,1 0 0,0 0 0,0 0 0,0 0 0,0 0 0,0 0 0,0 0 0,0-1 0,0 1 0,0-1 0,0 1 0,0-1 0,1 0 0,-1 0 0,3 0 0,3-1 0,-1 0 0,1-1 0,0 0 0,-1 0 0,1-1 0,-1 1 0,0-2 0,0 1 0,11-8 0,-7 4 0,0-1 0,-1-1 0,1 0 0,-2-1 0,1 0 0,-2 0 0,1-1 0,-1 0 0,9-18 0,-13 22 0,0 0 0,-1-1 0,0 1 0,-1-1 0,0 0 0,0 0 0,0 0 0,-1 0 0,0 0 0,-1 0 0,0 0 0,0 0 0,-1 0 0,0 0 0,0 0 0,-1 0 0,-3-10 0,4 15-44,0 1 0,0-1 0,0 0 0,-1 0 0,1 0 0,-1 1 0,0-1 0,0 0 0,0 1 0,0 0 0,0-1 0,0 1 0,-1 0 0,1 0 0,-1 1 0,0-1 0,1 0 0,-1 1-1,0-1 1,0 1 0,0 0 0,0 0 0,0 0 0,0 1 0,0-1 0,0 1 0,0-1 0,-1 1 0,1 0 0,-4 1 0,-9 3-6782</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2.790"/>
    </inkml:context>
    <inkml:brush xml:id="br0">
      <inkml:brushProperty name="width" value="0.05" units="cm"/>
      <inkml:brushProperty name="height" value="0.05" units="cm"/>
      <inkml:brushProperty name="color" value="#FFFFFF"/>
    </inkml:brush>
  </inkml:definitions>
  <inkml:trace contextRef="#ctx0" brushRef="#br0">49 10 24575,'-17'-5'0,"0"0"0,16 6 0,0-1 0,0 0 0,1 1 0,-1-1 0,0 0 0,1 1 0,-1-1 0,1 1 0,-1-1 0,1 1 0,-1-1 0,1 1 0,-1 0 0,1-1 0,-1 1 0,1 0 0,0-1 0,-1 1 0,1 0 0,0-1 0,-1 1 0,1 0 0,0 0 0,0-1 0,0 1 0,0 1 0,-1 4 0,0 1 0,1-1 0,-1 1 0,2-1 0,-1 1 0,1 0 0,2 10 0,16 48 0,-10-36 0,-5-17 0,16 48 0,-18-55 0,0 1 0,1-1 0,0 0 0,0 0 0,0 0 0,0-1 0,1 1 0,6 6 0,-9-10 17,1 0-1,-1 0 0,0-1 0,1 1 1,-1 0-1,1 0 0,-1-1 0,0 1 1,1-1-1,0 1 0,-1-1 0,1 0 1,-1 1-1,1-1 0,-1 0 0,1 0 1,0 0-1,-1 0 0,1-1 0,2 1 1,0-2-231,0 1 1,-1-1 0,1 1-1,-1-1 1,0 0 0,1 0-1,3-4 1,11-9-6613</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2.882"/>
    </inkml:context>
    <inkml:brush xml:id="br0">
      <inkml:brushProperty name="width" value="0.05" units="cm"/>
      <inkml:brushProperty name="height" value="0.05" units="cm"/>
      <inkml:brushProperty name="color" value="#FFFFFF"/>
    </inkml:brush>
  </inkml:definitions>
  <inkml:trace contextRef="#ctx0" brushRef="#br0">65 120 24575,'0'-6'0,"0"-11"0,-3-5 0,-1-2 0,-3 3 0,-2 5 0,-4 6 0,-2 7 0,1 4-8191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3.473"/>
    </inkml:context>
    <inkml:brush xml:id="br0">
      <inkml:brushProperty name="width" value="0.05" units="cm"/>
      <inkml:brushProperty name="height" value="0.05" units="cm"/>
      <inkml:brushProperty name="color" value="#FFFFFF"/>
    </inkml:brush>
  </inkml:definitions>
  <inkml:trace contextRef="#ctx0" brushRef="#br0">0 24 24575,'5'-18'0,"-5"18"0,0-1 0,0 1 0,1-1 0,-1 1 0,0 0 0,1-1 0,-1 1 0,0 0 0,1 0 0,-1-1 0,0 1 0,1 0 0,-1 0 0,1-1 0,-1 1 0,0 0 0,1 0 0,-1 0 0,1 0 0,-1 0 0,1 0 0,-1 0 0,1 0 0,0 0 0,0 0 0,1 1 0,-1-1 0,0 1 0,0-1 0,0 1 0,0 0 0,0-1 0,0 1 0,0 0 0,0 0 0,-1 0 0,1-1 0,0 1 0,0 0 0,-1 0 0,1 0 0,0 0 0,-1 1 0,1-1 0,-1 0 0,1 0 0,-1 2 0,5 12 0,55 181 0,-59-192 0,0 1 0,-1-1 0,1 0 0,-1 1 0,0-1 0,0 0 0,0 1 0,-1-1 0,-1 7 0,2-10 0,-1 0 0,1 0 0,0-1 0,-1 1 0,1 0 0,-1 0 0,1 0 0,-1-1 0,1 1 0,-1 0 0,1-1 0,-1 1 0,0 0 0,1-1 0,-1 1 0,0-1 0,0 1 0,1-1 0,-1 0 0,-1 1 0,0-1 0,1 1 0,-1-1 0,1 0 0,-1 0 0,0 0 0,1-1 0,-1 1 0,1 0 0,-1 0 0,1-1 0,-1 1 0,1-1 0,-1 0 0,1 1 0,-3-3 0,2 2 0,-1 0 0,1-1 0,-1 1 0,1-1 0,0 0 0,0 1 0,0-1 0,0 0 0,0 0 0,0-1 0,1 1 0,-1 0 0,1 0 0,-1-1 0,1 1 0,0-1 0,0 1 0,0-1 0,0 0 0,0 1 0,1-1 0,-1 0 0,1 0 0,0 1 0,0-1 0,0 0 0,0 0 0,0 1 0,1-5 0,1 1 0,0 0 0,0 0 0,1 1 0,-1-1 0,1 1 0,0-1 0,1 1 0,-1 0 0,1 0 0,0 1 0,0-1 0,7-5 0,12-7-85,2 0 0,0 2 0,0 0 0,51-19 0,-46 21-855,-18 7-5886</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3.844"/>
    </inkml:context>
    <inkml:brush xml:id="br0">
      <inkml:brushProperty name="width" value="0.05" units="cm"/>
      <inkml:brushProperty name="height" value="0.05" units="cm"/>
      <inkml:brushProperty name="color" value="#FFFFFF"/>
    </inkml:brush>
  </inkml:definitions>
  <inkml:trace contextRef="#ctx0" brushRef="#br0">246 82 24575,'-2'-3'0,"0"0"0,-1-1 0,1 1 0,1-1 0,-1 1 0,0-1 0,1 0 0,-2-6 0,2 6 0,0 1 0,0-1 0,0 0 0,-1 1 0,0-1 0,0 1 0,-4-7 0,5 9 0,0 0 0,0 1 0,-1-1 0,1 0 0,0 0 0,-1 1 0,1-1 0,0 1 0,-1-1 0,1 1 0,0-1 0,-1 1 0,1 0 0,-1 0 0,1 0 0,-1 0 0,1 0 0,-1 0 0,1 0 0,-1 0 0,1 0 0,-1 1 0,1-1 0,0 1 0,-1-1 0,-1 2 0,-8 2 0,0 1 0,1 0 0,-1 1 0,1 0 0,0 1 0,1 0 0,0 0 0,0 1 0,0 0 0,-8 11 0,11-11 0,-1 0 0,2 1 0,-1-1 0,1 1 0,0 0 0,1 0 0,0 1 0,1-1 0,0 1 0,0 0 0,1 0 0,-1 11 0,2-16 14,1 1 1,0-1-1,0 1 0,1-1 0,0 0 1,0 1-1,0-1 0,0 0 0,1 0 0,0 0 1,0 0-1,0 0 0,1 0 0,-1 0 1,1-1-1,1 0 0,-1 1 0,0-1 0,1 0 1,0 0-1,0-1 0,0 1 0,9 4 1,-2-1-205,1-1 0,0 0 1,1-1-1,-1-1 0,1 0 1,0-1-1,0 0 1,20 2-1,9-2-6636</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4.218"/>
    </inkml:context>
    <inkml:brush xml:id="br0">
      <inkml:brushProperty name="width" value="0.05" units="cm"/>
      <inkml:brushProperty name="height" value="0.05" units="cm"/>
      <inkml:brushProperty name="color" value="#FFFFFF"/>
    </inkml:brush>
  </inkml:definitions>
  <inkml:trace contextRef="#ctx0" brushRef="#br0">65 243 24575,'-20'-8'0,"19"8"0,1-1 0,-2 0 0,1 0 0,0 1 0,0-1 0,0 1 0,0-1 0,0 1 0,0-1 0,-1 1 0,1 0 0,0-1 0,0 1 0,0 0 0,-1 0 0,1 0 0,0 0 0,0 0 0,-1 0 0,1 0 0,0 1 0,0-1 0,-1 0 0,1 1 0,0-1 0,0 1 0,-2 0 0,3-1 0,0 1 0,0-1 0,0 0 0,0 0 0,1 1 0,-1-1 0,0 0 0,0 0 0,0 1 0,0-1 0,0 0 0,0 0 0,0 0 0,1 1 0,-1-1 0,0 0 0,0 0 0,0 0 0,0 1 0,1-1 0,-1 0 0,0 0 0,0 0 0,0 0 0,1 0 0,-1 0 0,0 1 0,0-1 0,1 0 0,-1 0 0,0 0 0,0 0 0,1 0 0,-1 0 0,0 0 0,0 0 0,1 0 0,-1 0 0,0 0 0,1 0 0,12 2 0,-3-2 0,0 0 0,0 0 0,1-1 0,-1 0 0,0-1 0,-1-1 0,1 1 0,0-1 0,16-9 0,8-4 0,38-26 0,-63 36 0,-1 1 0,0-1 0,-1-1 0,0 1 0,0-1 0,0 0 0,6-10 0,-12 15 0,1 1 0,-1-1 0,0 0 0,0 0 0,0 0 0,0 1 0,0-1 0,0 0 0,-1 0 0,1 0 0,-1 0 0,1 0 0,-1-1 0,0 1 0,0 0 0,0 0 0,0 0 0,0 0 0,0 0 0,-1 0 0,1 0 0,-1 0 0,1 0 0,-1 0 0,0 0 0,0 0 0,0 0 0,0 0 0,0 0 0,0 1 0,0-1 0,-1 0 0,1 1 0,0-1 0,-1 1 0,0 0 0,1-1 0,-1 1 0,-3-2 0,0 0 0,0 0 0,0 1 0,0-1 0,0 1 0,-1 0 0,1 1 0,-1-1 0,0 1 0,1 0 0,-1 0 0,0 1 0,-9 0 0,6 1 0,1 0 0,-1 0 0,0 1 0,1 1 0,-1-1 0,1 1 0,-14 7 0,11-4 0,0 1 0,0 0 0,1 0 0,0 1 0,0 0 0,1 1 0,0 0 0,0 1 0,1 0 0,0 0 0,-8 16 0,12-19 0,1 1 0,0-1 0,0 1 0,1-1 0,0 1 0,0 0 0,1 0 0,0 0 0,0 0 0,1 0 0,0 0 0,1 0 0,-1 0 0,2 0 0,-1 0 0,1 0 0,4 12 0,-3-14 0,0 0 0,0 1 0,1-1 0,0 0 0,0-1 0,0 1 0,0-1 0,1 0 0,0 0 0,0 0 0,1-1 0,-1 0 0,1 0 0,0 0 0,0 0 0,0-1 0,0 0 0,1-1 0,-1 1 0,11 1 0,-1-1-341,0-1 0,0 0-1,28-2 1,0-3-6485</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4.498"/>
    </inkml:context>
    <inkml:brush xml:id="br0">
      <inkml:brushProperty name="width" value="0.05" units="cm"/>
      <inkml:brushProperty name="height" value="0.05" units="cm"/>
      <inkml:brushProperty name="color" value="#FFFFFF"/>
    </inkml:brush>
  </inkml:definitions>
  <inkml:trace contextRef="#ctx0" brushRef="#br0">216 48 24575,'0'-2'0,"0"-1"0,0 0 0,-1 0 0,1 0 0,-1 0 0,1 0 0,-1 1 0,0-1 0,0 0 0,0 1 0,-4-6 0,5 7 0,-1 0 0,0 0 0,0 1 0,1-1 0,-1 0 0,0 1 0,0-1 0,0 0 0,0 1 0,0-1 0,0 1 0,0 0 0,0-1 0,0 1 0,0 0 0,0-1 0,-1 1 0,1 0 0,0 0 0,0 0 0,0 0 0,0 0 0,0 0 0,0 0 0,0 1 0,-1-1 0,1 0 0,0 1 0,0-1 0,0 1 0,0-1 0,0 1 0,0-1 0,-1 2 0,-1 0 0,0 0 0,0 1 0,0-1 0,1 1 0,-1 0 0,0 0 0,1 0 0,0 0 0,0 0 0,0 1 0,0-1 0,1 1 0,-1-1 0,1 1 0,0 0 0,0-1 0,0 1 0,0 0 0,0 7 0,0-2 0,1 1 0,0 0 0,0 0 0,1 0 0,1 0 0,3 16 0,-2-17 0,0 0 0,1 0 0,0 0 0,1 0 0,0-1 0,0 0 0,1 0 0,-1 0 0,9 7 0,4 3 0,43 31 0,-2-2 0,-57-46 0,-1 0 0,1 1 0,-1-1 0,0 0 0,1 1 0,-1-1 0,0 1 0,0-1 0,0 1 0,0-1 0,0 1 0,0 0 0,-1 0 0,1-1 0,0 1 0,-1 0 0,1 0 0,-1 0 0,0 0 0,0 0 0,0 0 0,0 3 0,-1-3 0,0 1 0,0-1 0,0 0 0,0 0 0,0 0 0,-1 0 0,1 0 0,-1 0 0,1 0 0,-1-1 0,0 1 0,0 0 0,0-1 0,0 0 0,0 1 0,0-1 0,-4 2 0,-13 5 82,0 0-1,-1-1 1,-36 8-1,-65 5-909,87-15-35,-12 1-5963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4.794"/>
    </inkml:context>
    <inkml:brush xml:id="br0">
      <inkml:brushProperty name="width" value="0.05" units="cm"/>
      <inkml:brushProperty name="height" value="0.05" units="cm"/>
      <inkml:brushProperty name="color" value="#FFFFFF"/>
    </inkml:brush>
  </inkml:definitions>
  <inkml:trace contextRef="#ctx0" brushRef="#br0">85 0 24575,'-6'0'0,"-8"0"0,-5 0 0,-1 0 0,5 0 0,5 0-8191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8:24.949"/>
    </inkml:context>
    <inkml:brush xml:id="br0">
      <inkml:brushProperty name="width" value="0.05" units="cm"/>
      <inkml:brushProperty name="height" value="0.05" units="cm"/>
      <inkml:brushProperty name="color" value="#FFFFFF"/>
    </inkml:brush>
  </inkml:definitions>
  <inkml:trace contextRef="#ctx0" brushRef="#br0">1 0 24575,'0'3'0,"3"2"0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8.593"/>
    </inkml:context>
    <inkml:brush xml:id="br0">
      <inkml:brushProperty name="width" value="0.05" units="cm"/>
      <inkml:brushProperty name="height" value="0.05" units="cm"/>
      <inkml:brushProperty name="color" value="#FFFFFF"/>
    </inkml:brush>
  </inkml:definitions>
  <inkml:trace contextRef="#ctx0" brushRef="#br0">18 15 24575,'-1'-1'0,"1"1"0,-1 0 0,0 0 0,1 0 0,-1 0 0,0 0 0,1 0 0,-1 0 0,0 0 0,1 0 0,-1 0 0,0 0 0,1 1 0,-1-1 0,0 0 0,1 0 0,-1 1 0,0-1 0,1 0 0,-1 1 0,1-1 0,-1 0 0,1 1 0,-1-1 0,1 1 0,-1-1 0,1 1 0,-1 0 0,2 0 0,-1-1 0,0 1 0,1 0 0,0-1 0,-1 1 0,1-1 0,-1 1 0,1-1 0,0 1 0,-1-1 0,1 1 0,0-1 0,-1 0 0,1 1 0,0-1 0,0 0 0,-1 0 0,1 0 0,0 1 0,0-1 0,-1 0 0,1 0 0,0 0 0,1 0 0,34 3 0,-1-1 0,1-2 0,0-1 0,52-9 0,-20-9-1365,-52 15-5461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09.825"/>
    </inkml:context>
    <inkml:brush xml:id="br0">
      <inkml:brushProperty name="width" value="0.05" units="cm"/>
      <inkml:brushProperty name="height" value="0.05" units="cm"/>
      <inkml:brushProperty name="color" value="#FFFFFF"/>
    </inkml:brush>
  </inkml:definitions>
  <inkml:trace contextRef="#ctx0" brushRef="#br0">315 206 24575,'2'-1'0,"0"1"0,0-1 0,-1 0 0,1 1 0,0-1 0,0 0 0,0 0 0,-1-1 0,1 1 0,0 0 0,-1 0 0,1-1 0,-1 1 0,1-1 0,1-2 0,18-27 0,-18 27 0,-1 0 0,1-1 0,-1 0 0,-1 1 0,1-1 0,0 0 0,-1 0 0,0 0 0,0 0 0,-1 0 0,0 0 0,1 0 0,-1 0 0,-1 0 0,1 0 0,-1 0 0,-2-7 0,2 8 0,0 1 0,-1 0 0,0-1 0,0 1 0,0 0 0,0 0 0,0 0 0,0 0 0,-1 0 0,0 0 0,1 1 0,-1-1 0,0 1 0,0 0 0,-1 0 0,1 0 0,0 0 0,-1 1 0,1-1 0,-1 1 0,1 0 0,-1 0 0,-7-1 0,1 1 0,1 0 0,-1 1 0,0 0 0,0 1 0,0 0 0,1 1 0,-1-1 0,0 2 0,1 0 0,0 0 0,0 0 0,0 1 0,0 1 0,-10 6 0,5-2 0,0 1 0,0 0 0,1 1 0,0 1 0,1 0 0,1 1 0,-14 18 0,20-23 0,0 0 0,0 0 0,1 0 0,0 0 0,1 0 0,0 1 0,0 0 0,1 0 0,-2 10 0,4-16 0,-1 1 0,1-1 0,0 0 0,0 0 0,0 0 0,1 0 0,-1 1 0,1-1 0,0 0 0,0 0 0,0 0 0,0 0 0,0 0 0,0 0 0,1-1 0,0 1 0,0 0 0,-1-1 0,1 1 0,1-1 0,-1 0 0,0 1 0,0-1 0,1 0 0,0 0 0,-1-1 0,1 1 0,0-1 0,4 3 0,7 1 0,1 0 0,-1-1 0,1-1 0,0 0 0,0-1 0,0-1 0,0 0 0,1-1 0,20-3 0,-16 1 0,0-1 0,0-1 0,0-1 0,-1-1 0,0-1 0,29-14 0,-41 17 0,-1 0 0,1 0 0,-1-1 0,0 0 0,0 0 0,0 0 0,-1-1 0,0 1 0,0-1 0,0-1 0,-1 1 0,0-1 0,0 0 0,-1 0 0,1 0 0,-2 0 0,4-11 0,-7 23 0,1 0 0,0 1 0,0-1 0,0 0 0,0 0 0,1 1 0,0-1 0,0 0 0,1 0 0,-1 0 0,5 8 0,-5-9 0,1 0 0,0-1 0,0 1 0,0 0 0,0-1 0,1 1 0,-1-1 0,1 0 0,0 0 0,0 0 0,0 0 0,0-1 0,1 1 0,-1-1 0,1 0 0,0 0 0,-1 0 0,5 2 0,3-2 0,-1 0 0,0 0 0,1-1 0,-1-1 0,0 1 0,1-2 0,-1 1 0,1-2 0,-1 1 0,0-1 0,0-1 0,0 0 0,0 0 0,0-1 0,13-7 0,-15 7 0,-1-1 0,0 1 0,0-1 0,-1 0 0,0-1 0,0 1 0,0-1 0,0-1 0,-1 1 0,0-1 0,0 0 0,-1 0 0,0 0 0,0 0 0,-1-1 0,0 0 0,0 0 0,-1 0 0,3-13 0,-5-6 0,-1 16 0,0 11 0,1 0 0,0 0 0,0 0 0,0 0 0,0-1 0,0 1 0,0 0 0,0 0 0,-1 0 0,1 0 0,0 0 0,0 0 0,0 0 0,0 0 0,0 0 0,0 0 0,-1 0 0,1 0 0,0 0 0,0 0 0,0 0 0,0 0 0,0 0 0,0 1 0,-1-1 0,1 0 0,0 0 0,0 0 0,0 0 0,0 0 0,0 0 0,0 0 0,0 0 0,0 0 0,-1 0 0,1 0 0,0 1 0,0-1 0,0 0 0,0 0 0,0 0 0,0 0 0,0 0 0,0 0 0,0 1 0,0-1 0,0 0 0,0 0 0,0 0 0,0 0 0,0 0 0,0 0 0,0 1 0,0-1 0,0 0 0,0 0 0,0 0 0,0 0 0,0 0 0,0 1 0,-4 14 0,1 0 0,0 0 0,1 0 0,0 1 0,1-1 0,2 26 0,-1-8 0,2 29 0,1-1 0,4 0 0,15 66 0,-26-197 0,-10-101 0,13 138 0,2 1 0,1-1 0,9-40 0,-9 62 0,1 0 0,0 1 0,1-1 0,0 1 0,1 0 0,0 0 0,0 1 0,1-1 0,0 1 0,15-16 0,-18 22 0,1-1 0,0 1 0,0-1 0,1 1 0,-1 0 0,0 1 0,1-1 0,0 1 0,0 0 0,0 0 0,0 0 0,0 1 0,0 0 0,0 0 0,0 0 0,0 0 0,1 1 0,-1 0 0,0 0 0,1 0 0,-1 1 0,0 0 0,0 0 0,9 3 0,-10-3 0,1 1 0,-1 0 0,0 0 0,0 0 0,0 0 0,0 1 0,0-1 0,-1 1 0,1 0 0,-1 0 0,0 0 0,1 1 0,-2-1 0,1 1 0,0 0 0,-1 0 0,1 0 0,-1 0 0,0 0 0,-1 0 0,1 1 0,-1-1 0,0 0 0,0 1 0,1 8 0,-2-7 0,0-1 0,0 0 0,0 1 0,-1-1 0,0 0 0,0 0 0,-1 0 0,1 1 0,-1-1 0,0-1 0,0 1 0,-1 0 0,0 0 0,0-1 0,0 0 0,0 1 0,0-1 0,-1 0 0,0-1 0,0 1 0,0-1 0,-6 4 0,-5 3-273,0-1 0,-1-1 0,0-1 0,-18 6 0,16-7-6553</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0.417"/>
    </inkml:context>
    <inkml:brush xml:id="br0">
      <inkml:brushProperty name="width" value="0.05" units="cm"/>
      <inkml:brushProperty name="height" value="0.05" units="cm"/>
      <inkml:brushProperty name="color" value="#FFFFFF"/>
    </inkml:brush>
  </inkml:definitions>
  <inkml:trace contextRef="#ctx0" brushRef="#br0">8 128 24575,'-4'-13'0,"3"12"0,1 0 0,-1 0 0,1 0 0,-1 1 0,1-1 0,0 0 0,0 0 0,-1 0 0,1 0 0,0 1 0,0-1 0,0 0 0,0 0 0,0 0 0,0 0 0,0 0 0,0 1 0,1-2 0,5 29 0,-3 43 0,18 191 0,-11-183 0,-16-129 0,1 1 0,6-98 0,1 126 0,1 2 0,1-1 0,0 0 0,12-28 0,-12 38 0,2-1 0,-1 1 0,1 1 0,1-1 0,0 1 0,0 0 0,1 1 0,15-16 0,-17 20 0,0 1 0,0-1 0,1 1 0,-1 1 0,1-1 0,0 1 0,0 0 0,0 1 0,0 0 0,0 0 0,1 0 0,-1 1 0,14-1 0,-17 2 0,0 0 0,-1 0 0,1 0 0,0 1 0,-1-1 0,1 1 0,0 0 0,-1 0 0,1 0 0,-1 1 0,0-1 0,1 1 0,-1 0 0,0 0 0,0 0 0,0 0 0,0 1 0,0-1 0,0 1 0,-1-1 0,0 1 0,1 0 0,-1 0 0,0 0 0,0 1 0,0-1 0,-1 0 0,1 1 0,0 3 0,-1-1 0,0-1 0,0 0 0,-1 0 0,0 1 0,0-1 0,0 0 0,-1 0 0,0 1 0,0-1 0,0 0 0,-1 0 0,1 0 0,-1 0 0,0 0 0,-1-1 0,1 1 0,-1 0 0,0-1 0,-6 8 0,-1 0 0,-1 0 0,-1 0 0,1-1 0,-2-1 0,-16 12 0,2-6-1365,2-4-5461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0.619"/>
    </inkml:context>
    <inkml:brush xml:id="br0">
      <inkml:brushProperty name="width" value="0.05" units="cm"/>
      <inkml:brushProperty name="height" value="0.05" units="cm"/>
      <inkml:brushProperty name="color" value="#FFFFFF"/>
    </inkml:brush>
  </inkml:definitions>
  <inkml:trace contextRef="#ctx0" brushRef="#br0">5 1 24575,'0'3'0,"-3"0"0,2 1 0,4-1 0,4-1 0,8-3 0,3-3 0,5 1 0,2 0 0,2 1 0,-1 1 0,-1 0 0,-2 0 0,-6 1-8191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1.535"/>
    </inkml:context>
    <inkml:brush xml:id="br0">
      <inkml:brushProperty name="width" value="0.05" units="cm"/>
      <inkml:brushProperty name="height" value="0.05" units="cm"/>
      <inkml:brushProperty name="color" value="#FFFFFF"/>
    </inkml:brush>
  </inkml:definitions>
  <inkml:trace contextRef="#ctx0" brushRef="#br0">2 119 24575,'0'-80'0,"0"48"0,0 25 0,0 10 0,-1 57 0,0-11 0,8 85 0,-5-121 0,0 1 0,1-1 0,0 0 0,1 0 0,1 0 0,0 0 0,1-1 0,0 0 0,1 0 0,0 0 0,9 10 0,-11-16 0,1 0 0,0-1 0,-1 0 0,2 0 0,-1 0 0,0-1 0,1 0 0,0 0 0,0 0 0,0-1 0,1 0 0,-1-1 0,8 2 0,-4-2 0,-1-1 0,1 0 0,-1 0 0,1-1 0,0 0 0,-1-1 0,1-1 0,-1 1 0,11-4 0,-8 1 0,0 0 0,0-1 0,0-1 0,-1 0 0,0 0 0,0-1 0,-1-1 0,0 0 0,0-1 0,-1 0 0,0 0 0,0-1 0,-1 0 0,-1-1 0,10-14 0,-11 13 0,-1 0 0,-1 0 0,8-26 0,-12 33 0,1 0 0,-1 0 0,-1 0 0,1-1 0,-1 1 0,1 0 0,-2-1 0,1 1 0,0 0 0,-1-1 0,0 1 0,-3-10 0,3 15-34,1-1 0,0 0 0,0 1 0,0-1 0,-1 0-1,1 1 1,0-1 0,0 0 0,-1 1 0,1-1 0,-1 1 0,1-1 0,0 0-1,-1 1 1,1-1 0,-1 1 0,0 0 0,1-1 0,-1 1 0,1-1-1,-1 1 1,1 0 0,-1-1 0,0 1 0,1 0 0,-1 0 0,0 0 0,1-1-1,-1 1 1,0 0 0,0 0 0,1 0 0,-1 0 0,0 0 0,1 0 0,-1 0-1,0 1 1,1-1 0,-2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1.755"/>
    </inkml:context>
    <inkml:brush xml:id="br0">
      <inkml:brushProperty name="width" value="0.05" units="cm"/>
      <inkml:brushProperty name="height" value="0.05" units="cm"/>
      <inkml:brushProperty name="color" value="#FFFFFF"/>
    </inkml:brush>
  </inkml:definitions>
  <inkml:trace contextRef="#ctx0" brushRef="#br0">1 15 24575,'0'-3'0,"0"-4"0,0 2 0,0 6 0,0 7 0,0 9 0,3 7 0,1 6 0,3 4 0,0 4 0,-1 2 0,1 1 0,0-5 0,-2-2 0,-1-4 0,-2-7-8191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2.924"/>
    </inkml:context>
    <inkml:brush xml:id="br0">
      <inkml:brushProperty name="width" value="0.05" units="cm"/>
      <inkml:brushProperty name="height" value="0.05" units="cm"/>
      <inkml:brushProperty name="color" value="#FFFFFF"/>
    </inkml:brush>
  </inkml:definitions>
  <inkml:trace contextRef="#ctx0" brushRef="#br0">0 0 24575,'5'1'0,"-1"0"0,0 0 0,1 0 0,-1 0 0,0 1 0,0-1 0,0 1 0,0 0 0,6 4 0,9 5 0,661 263-717,222 13 573,-875-280-1077,-10-3-4888</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3.268"/>
    </inkml:context>
    <inkml:brush xml:id="br0">
      <inkml:brushProperty name="width" value="0.05" units="cm"/>
      <inkml:brushProperty name="height" value="0.05" units="cm"/>
      <inkml:brushProperty name="color" value="#FFFFFF"/>
    </inkml:brush>
  </inkml:definitions>
  <inkml:trace contextRef="#ctx0" brushRef="#br0">1336 1 24575,'-1'0'0,"-1"1"0,1-1 0,-1 1 0,1 0 0,0 0 0,-1-1 0,1 1 0,0 0 0,0 0 0,-1 0 0,1 0 0,-1 2 0,-5 3 0,-163 120 0,-327 182 0,143-127 0,108-56 0,218-110-1365,13-5-5461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7.305"/>
    </inkml:context>
    <inkml:brush xml:id="br0">
      <inkml:brushProperty name="width" value="0.05" units="cm"/>
      <inkml:brushProperty name="height" value="0.05" units="cm"/>
      <inkml:brushProperty name="color" value="#FFFFFF"/>
    </inkml:brush>
  </inkml:definitions>
  <inkml:trace contextRef="#ctx0" brushRef="#br0">21 375 24575,'-7'-13'0,"7"13"0,0-1 0,0 1 0,0 0 0,0 0 0,-1 0 0,1 0 0,0 0 0,0-1 0,0 1 0,-1 0 0,1 0 0,0 0 0,0 0 0,0 0 0,-1 0 0,1 0 0,0 0 0,0 0 0,0 0 0,-1 0 0,1 0 0,0 0 0,0 0 0,-1 0 0,1 0 0,0 0 0,0 0 0,0 0 0,-1 0 0,1 0 0,0 0 0,0 0 0,-1 0 0,1 0 0,0 0 0,0 1 0,0-1 0,0 0 0,-1 0 0,1 0 0,0 0 0,0 0 0,0 1 0,0-1 0,0 0 0,-1 0 0,1 0 0,0 1 0,0-1 0,0 0 0,0 0 0,0 0 0,0 1 0,0-1 0,0 0 0,0 0 0,0 1 0,0-1 0,0 0 0,0 0 0,0 0 0,0 1 0,-2 14 0,1-1 0,0 1 0,1 0 0,2 20 0,-2-34 0,0-1 0,0 1 0,0 0 0,0-1 0,0 1 0,0-1 0,0 1 0,0-1 0,1 1 0,-1 0 0,0-1 0,0 1 0,0-1 0,1 1 0,-1-1 0,0 1 0,1-1 0,-1 1 0,0-1 0,1 1 0,-1-1 0,1 0 0,-1 1 0,0-1 0,1 1 0,-1-1 0,1 0 0,-1 0 0,1 1 0,0-1 0,-1 0 0,1 0 0,-1 0 0,1 1 0,-1-1 0,1 0 0,0 0 0,-1 0 0,1 0 0,-1 0 0,1 0 0,0 0 0,-1 0 0,1 0 0,-1-1 0,1 1 0,-1 0 0,1 0 0,-1 0 0,2-1 0,29-19 0,-26 16 0,160-127 0,97-70 0,-165 137-1365,-10 10-5461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8.274"/>
    </inkml:context>
    <inkml:brush xml:id="br0">
      <inkml:brushProperty name="width" value="0.05" units="cm"/>
      <inkml:brushProperty name="height" value="0.05" units="cm"/>
      <inkml:brushProperty name="color" value="#FFFFFF"/>
    </inkml:brush>
  </inkml:definitions>
  <inkml:trace contextRef="#ctx0" brushRef="#br0">1 250 24575,'6'-14'0,"-6"14"0,0 0 0,1 0 0,-1 0 0,0 0 0,0-1 0,0 1 0,0 0 0,0 0 0,1 0 0,-1 0 0,0 0 0,0 0 0,0-1 0,0 1 0,1 0 0,-1 0 0,0 0 0,0 0 0,1 0 0,-1 0 0,0 0 0,0 0 0,0 0 0,1 0 0,-1 0 0,0 0 0,0 0 0,0 0 0,1 0 0,-1 0 0,0 0 0,0 0 0,0 0 0,1 1 0,-1-1 0,0 0 0,0 0 0,0 0 0,0 0 0,1 0 0,-1 0 0,0 1 0,0-1 0,0 0 0,0 0 0,0 0 0,1 0 0,-1 1 0,0-1 0,0 0 0,0 0 0,0 0 0,0 1 0,0-1 0,0 0 0,0 0 0,0 0 0,0 1 0,0-1 0,0 0 0,0 0 0,0 0 0,0 1 0,0-1 0,0 0 0,0 1 0,8 58 0,-7-42 0,1 1 0,1-1 0,1-1 0,5 18 0,-8-32 0,-1-1 0,1 1 0,0 0 0,0-1 0,0 0 0,0 1 0,0-1 0,0 1 0,0-1 0,0 0 0,0 0 0,1 0 0,-1 0 0,1 0 0,-1 0 0,1 0 0,-1 0 0,1 0 0,-1-1 0,1 1 0,-1-1 0,1 1 0,0-1 0,0 1 0,-1-1 0,1 0 0,0 0 0,-1 0 0,4 0 0,4-2 0,0 1 0,-1-1 0,1 0 0,14-6 0,-20 6 0,101-41-13,103-60 1,-130 63-160,229-114-1984,-160 83-3682</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19.430"/>
    </inkml:context>
    <inkml:brush xml:id="br0">
      <inkml:brushProperty name="width" value="0.05" units="cm"/>
      <inkml:brushProperty name="height" value="0.05" units="cm"/>
      <inkml:brushProperty name="color" value="#FFFFFF"/>
    </inkml:brush>
  </inkml:definitions>
  <inkml:trace contextRef="#ctx0" brushRef="#br0">0 281 24575,'14'47'0,"-13"-39"0,2 9 0,0 0 0,1-1 0,11 30 0,-13-41 0,0-1 0,0 0 0,0 0 0,1 0 0,-1 0 0,1 0 0,0-1 0,1 1 0,-1-1 0,0 0 0,1 0 0,0 0 0,0 0 0,0-1 0,0 1 0,0-1 0,0 0 0,0 0 0,6 1 0,-1-1 0,1-1 0,0 1 0,-1-2 0,1 1 0,0-2 0,-1 1 0,1-1 0,0-1 0,-1 0 0,19-5 0,7-6 0,51-26 0,-80 36 0,617-335-1865,-587 316 1474,94-52-5544</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9:20.737"/>
    </inkml:context>
    <inkml:brush xml:id="br0">
      <inkml:brushProperty name="width" value="0.05" units="cm"/>
      <inkml:brushProperty name="height" value="0.05" units="cm"/>
      <inkml:brushProperty name="color" value="#FFFFFF"/>
    </inkml:brush>
  </inkml:definitions>
  <inkml:trace contextRef="#ctx0" brushRef="#br0">1 534 24575,'3'-3'0,"-2"1"0,1 1 0,-1-1 0,0 1 0,1 0 0,-1-1 0,1 1 0,-1 0 0,1 0 0,-1 0 0,4-1 0,-4 2 0,0 0 0,0 0 0,0 1 0,-1-1 0,1 0 0,0 1 0,0-1 0,0 0 0,-1 1 0,1-1 0,0 1 0,0-1 0,-1 1 0,1-1 0,0 1 0,-1 0 0,1-1 0,-1 1 0,1 0 0,-1 0 0,1-1 0,-1 1 0,0 0 0,1 0 0,-1 0 0,0 0 0,1-1 0,-1 1 0,0 1 0,24 65 0,-20-52 0,1 1 0,0-1 0,2 0 0,-1-1 0,2 1 0,0-1 0,1-1 0,16 22 0,-21-32 0,0 0 0,-1 0 0,1 0 0,0-1 0,1 1 0,-1-1 0,0 0 0,1 0 0,-1 0 0,1-1 0,-1 0 0,1 1 0,0-2 0,-1 1 0,1-1 0,0 1 0,0-1 0,-1 0 0,1-1 0,0 1 0,0-1 0,4-2 0,12-2 0,-1-2 0,-1 0 0,33-18 0,-48 23 0,237-137-375,-6-18-184,-136 88 473,317-220-1110,-303 211-4779</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4:13:41.356"/>
    </inkml:context>
    <inkml:brush xml:id="br0">
      <inkml:brushProperty name="width" value="0.05" units="cm"/>
      <inkml:brushProperty name="height" value="0.05" units="cm"/>
      <inkml:brushProperty name="color" value="#FFFFFF"/>
    </inkml:brush>
  </inkml:definitions>
  <inkml:trace contextRef="#ctx0" brushRef="#br0">178 1 24575,'-6'9'0,"-5"5"0,-3 7 0,-3 6 0,2 1 0,-5 7 0,0 1 0,1-2 0,1-5 0,3-10 0,4-14 0,5-19 0,2-14 0,3-2-8191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4:13:41.765"/>
    </inkml:context>
    <inkml:brush xml:id="br0">
      <inkml:brushProperty name="width" value="0.05" units="cm"/>
      <inkml:brushProperty name="height" value="0.05" units="cm"/>
      <inkml:brushProperty name="color" value="#FFFFFF"/>
    </inkml:brush>
  </inkml:definitions>
  <inkml:trace contextRef="#ctx0" brushRef="#br0">0 7 24575,'9'-3'0,"27"-1"0,33 24 0,29 29 0,7 19 0,3 17 0,-2 10 0,-7 0 0,-18-9 0,-19-15 0,-14-12 0,-13-14 0,-12-15-8191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5:53.587"/>
    </inkml:context>
    <inkml:brush xml:id="br0">
      <inkml:brushProperty name="width" value="0.05" units="cm"/>
      <inkml:brushProperty name="height" value="0.05" units="cm"/>
      <inkml:brushProperty name="color" value="#FFFFFF"/>
    </inkml:brush>
  </inkml:definitions>
  <inkml:trace contextRef="#ctx0" brushRef="#br0">1723 88 24575,'21'-16'0,"-18"15"0,0-1 0,0 0 0,0 0 0,0-1 0,0 1 0,0-1 0,-1 1 0,1-1 0,-1 0 0,0 0 0,0 0 0,0 0 0,2-5 0,-4 7 0,0 0 0,0 0 0,0 1 0,0-1 0,0 0 0,0 0 0,0 0 0,0 0 0,-1 0 0,1 0 0,0 0 0,-1 0 0,1 0 0,0 1 0,-1-1 0,1 0 0,-1 0 0,0 0 0,1 1 0,-1-1 0,0 0 0,1 1 0,-1-1 0,0 0 0,0 1 0,1-1 0,-1 1 0,0 0 0,0-1 0,0 1 0,0 0 0,0-1 0,1 1 0,-1 0 0,0 0 0,-1-1 0,-39-5 0,39 6 0,-66-1 0,0 4 0,-126 19 0,93-8 0,-658 116 0,696-113 0,2 2 0,0 4 0,1 2 0,2 2 0,-68 44 0,118-66 0,-1 1 0,1 0 0,1 1 0,-1-1 0,1 2 0,1-1 0,-1 1 0,1 0 0,0 0 0,1 1 0,-7 13 0,10-17 0,0 1 0,0-1 0,1 1 0,-1 0 0,2-1 0,-1 1 0,0 0 0,1 0 0,0 0 0,0 0 0,1-1 0,0 1 0,0 0 0,0 0 0,1-1 0,-1 1 0,1-1 0,1 1 0,-1-1 0,1 0 0,4 6 0,10 13 0,2 0 0,0-2 0,2-1 0,0 0 0,2-1 0,0-2 0,1 0 0,50 28 0,-15-16 0,2-1 0,120 36 0,-35-25 0,0-7 0,2-7 0,208 11 0,457-26 0,-545-13 0,183 3 0,292-3 0,-597-2 0,166-26 0,-238 18 0,0-3 0,-2-3 0,0-4 0,76-34 0,-127 47 0,-1-1 0,-1-1 0,1 0 0,-2-2 0,0 0 0,23-22 0,-33 27 0,-1 0 0,0-1 0,0 1 0,0-2 0,-2 1 0,1-1 0,-1 1 0,0-1 0,-1-1 0,0 1 0,-1-1 0,0 0 0,-1 1 0,3-21 0,-5 20 0,0-1 0,0 1 0,-1 0 0,0 0 0,-1 0 0,0 0 0,-1 1 0,-1-1 0,1 0 0,-7-10 0,3 7 0,-1 0 0,-1 1 0,-1 0 0,1 0 0,-2 1 0,-18-16 0,6 8 0,-1 0 0,-1 2 0,-1 0 0,-51-24 0,36 23 0,-2 3 0,-73-20 0,-6 11 0,-181-13 0,250 33 0,-1303-96 0,1181 95 0,-258 26 0,364-15 0,35-3 0,1 2 0,-41 8 0,69-10-170,0 0-1,0 0 0,0 0 1,0 1-1,0-1 0,1 1 1,-5 4-1,-1 1-6655</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5:54.510"/>
    </inkml:context>
    <inkml:brush xml:id="br0">
      <inkml:brushProperty name="width" value="0.05" units="cm"/>
      <inkml:brushProperty name="height" value="0.05" units="cm"/>
      <inkml:brushProperty name="color" value="#FFFFFF"/>
    </inkml:brush>
  </inkml:definitions>
  <inkml:trace contextRef="#ctx0" brushRef="#br0">42 5 24575,'0'0'0,"0"0"0,0 0 0,0 0 0,0 0 0,1 0 0,-1 1 0,0-1 0,0 0 0,0 0 0,0 0 0,0 0 0,1 0 0,-1 0 0,0 0 0,0 0 0,0 0 0,1 0 0,-1 0 0,0 0 0,0 0 0,0 0 0,0 0 0,1 0 0,-1 0 0,0 0 0,0 0 0,0 0 0,0 0 0,1 0 0,-1 0 0,0 0 0,0-1 0,0 1 0,0 0 0,0 0 0,0 0 0,1 0 0,-1 0 0,0 0 0,0-1 0,0 1 0,0 0 0,0 0 0,0 0 0,0 0 0,0 0 0,0-1 0,1 1 0,-1 0 0,0 0 0,0 0 0,0 0 0,0-1 0,0 1 0,0 0 0,0 0 0,0 0 0,0 0 0,0-1 0,0 1 0,0 0 0,-1 0 0,1 0 0,0 0 0,0-1 0,0 1 0,8 14 0,-4 28 0,-1 0 0,-5 62 0,1-67 0,-25 289 0,0 1 0,25-204 0,0 30 0,-1-135-1365,-2-8-5461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5:54.912"/>
    </inkml:context>
    <inkml:brush xml:id="br0">
      <inkml:brushProperty name="width" value="0.05" units="cm"/>
      <inkml:brushProperty name="height" value="0.05" units="cm"/>
      <inkml:brushProperty name="color" value="#FFFFFF"/>
    </inkml:brush>
  </inkml:definitions>
  <inkml:trace contextRef="#ctx0" brushRef="#br0">1 0 24575,'1'5'0,"0"0"0,0 0 0,1 0 0,-1 0 0,1 0 0,1-1 0,4 9 0,-1-3 0,61 107 0,-44-79 0,-20-33 0,-1 0 0,2-1 0,-1 1 0,1-1 0,-1 1 0,1-1 0,0-1 0,1 1 0,-1 0 0,1-1 0,-1 0 0,1 0 0,0 0 0,7 2 0,-8-4 0,1 0 0,-1 0 0,1 0 0,0-1 0,-1 0 0,1 1 0,0-2 0,-1 1 0,1-1 0,0 1 0,-1-1 0,1 0 0,-1-1 0,1 1 0,-1-1 0,0 0 0,6-3 0,25-16 0,-1-1 0,-1-2 0,33-30 0,-45 41 0,-13 13 0,-12 10 0,-8 4 0,0 0 0,0-1 0,-2-1 0,0 0 0,-20 13 0,20-14 0,-61 41-1365,41-28-5461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5:55.870"/>
    </inkml:context>
    <inkml:brush xml:id="br0">
      <inkml:brushProperty name="width" value="0.05" units="cm"/>
      <inkml:brushProperty name="height" value="0.05" units="cm"/>
      <inkml:brushProperty name="color" value="#FFFFFF"/>
    </inkml:brush>
  </inkml:definitions>
  <inkml:trace contextRef="#ctx0" brushRef="#br0">2093 124 24575,'0'-4'0,"0"0"0,0 0 0,-1 0 0,1 1 0,-1-1 0,0 0 0,0 0 0,-1 1 0,1-1 0,-1 1 0,0-1 0,0 1 0,0 0 0,-4-6 0,2 5 0,-1 0 0,1 0 0,-1 0 0,0 1 0,0-1 0,0 1 0,0 0 0,-9-3 0,-4 0 0,0 0 0,0 2 0,0 0 0,0 1 0,-21-1 0,-24 2 0,1 3 0,-1 2 0,1 3 0,-79 18 0,-239 82 0,255-63 0,1 5 0,-171 95 0,234-108 0,2 2 0,2 3 0,1 3 0,3 1 0,1 4 0,-66 77 0,104-107 0,0 1 0,0 0 0,2 1 0,1 1 0,0 0 0,2 0 0,0 1 0,-6 25 0,12-34 0,0-1 0,1 1 0,1 0 0,0 0 0,1 0 0,0 0 0,1 0 0,0-1 0,1 1 0,1 0 0,0-1 0,0 1 0,2-1 0,-1 0 0,1 0 0,9 13 0,-1-5 0,1-1 0,0 0 0,2-1 0,0-1 0,2-1 0,-1 0 0,40 26 0,-14-15 0,2-1 0,78 32 0,-16-17-211,192 46 0,122-9-210,-187-48 123,1-9 0,1-11 0,1-11 0,271-35 0,-383 19 64,226-62 0,-288 59 199,-1-2 0,-2-3 1,0-2-1,-2-4 0,75-50 1,-109 64 114,-1-1 1,-1-1 0,0-1-1,-2-2 1,0 1 0,-2-2-1,0-1 1,-2 0-1,16-30 1,-23 35 65,-1 0-1,0 0 1,-2 0-1,0-1 1,-1 0 0,-1-1-1,-1 1 1,-1-1-1,-1 1 1,0-1 0,-2 0-1,0 1 1,-8-36 0,4 33-130,-2 0 1,0 1 0,-2 0 0,0 1 0,-2 0 0,-21-34 0,13 29 5,0 0-1,-2 2 1,-1 1 0,-34-29-1,8 15-167,-1 3 0,-1 1 0,-2 3 0,-104-44 0,41 30-131,-1 5-1,-165-33 0,-250-3-355,147 58-377,213 17-4037</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00.552"/>
    </inkml:context>
    <inkml:brush xml:id="br0">
      <inkml:brushProperty name="width" value="0.05" units="cm"/>
      <inkml:brushProperty name="height" value="0.05" units="cm"/>
      <inkml:brushProperty name="color" value="#FFFFFF"/>
    </inkml:brush>
  </inkml:definitions>
  <inkml:trace contextRef="#ctx0" brushRef="#br0">1 33 24575,'443'-9'0,"-43"0"0,-355 9 44,312-13-1453,-339 11-5417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02.825"/>
    </inkml:context>
    <inkml:brush xml:id="br0">
      <inkml:brushProperty name="width" value="0.05" units="cm"/>
      <inkml:brushProperty name="height" value="0.05" units="cm"/>
      <inkml:brushProperty name="color" value="#FFFFFF"/>
    </inkml:brush>
  </inkml:definitions>
  <inkml:trace contextRef="#ctx0" brushRef="#br0">189 359 24575,'1'-3'0,"0"1"0,0 0 0,1 0 0,-1-1 0,1 1 0,-1 0 0,1 0 0,0 1 0,0-1 0,-1 0 0,4-2 0,6-6 0,-6 3 0,1-1 0,-1 0 0,0 0 0,6-16 0,-9 21 0,-1-1 0,0 1 0,0-1 0,0 0 0,0 1 0,0-1 0,-1 0 0,0 0 0,0 0 0,0 1 0,0-1 0,0 0 0,-1 0 0,-1-6 0,1 10 0,1-1 0,0 0 0,-1 0 0,1 0 0,-1 0 0,1 0 0,-1 0 0,0 1 0,1-1 0,-1 0 0,0 0 0,0 1 0,1-1 0,-1 1 0,0-1 0,0 0 0,0 1 0,0 0 0,0-1 0,1 1 0,-1-1 0,0 1 0,-2 0 0,1-1 0,0 1 0,-1 0 0,1 0 0,-1 1 0,1-1 0,0 0 0,-1 1 0,1-1 0,-4 2 0,-1 1 0,0 1 0,0-1 0,0 1 0,0 0 0,-7 7 0,-2 3 0,1 0 0,1 1 0,0 0 0,1 1 0,1 1 0,1 0 0,0 1 0,1 0 0,1 0 0,0 1 0,2 0 0,0 1 0,-5 26 0,11-43 0,1-1 0,-1 1 0,1 0 0,0 0 0,0 0 0,0-1 0,0 1 0,0 0 0,0 0 0,1 0 0,0-1 0,-1 1 0,1 0 0,0-1 0,0 1 0,1-1 0,-1 1 0,0-1 0,1 1 0,0-1 0,-1 0 0,1 0 0,0 0 0,0 0 0,3 2 0,-2-2 0,1 0 0,-1-1 0,1 1 0,-1-1 0,1 0 0,-1 0 0,1-1 0,0 1 0,-1-1 0,1 1 0,0-1 0,0 0 0,-1-1 0,1 1 0,0-1 0,-1 1 0,1-1 0,5-2 0,7-3 0,-1-1 0,0 0 0,0-1 0,-1 0 0,0-2 0,0 1 0,-1-2 0,0 0 0,12-14 0,-8 7 0,-2 0 0,0-1 0,-1-1 0,-1-1 0,18-37 0,-24 41 0,8-29 0,-16 114 0,2-25 0,-3-6 0,1-20 0,1 1 0,0-1 0,1 0 0,4 21 0,-5-37 0,0 1 0,0 0 0,1-1 0,-1 1 0,1-1 0,-1 1 0,1-1 0,0 1 0,-1-1 0,1 1 0,0-1 0,0 1 0,0-1 0,0 0 0,0 0 0,1 0 0,-1 0 0,0 1 0,0-2 0,1 1 0,-1 0 0,3 1 0,-2-1 0,0-1 0,0 0 0,1 0 0,-1 0 0,0 0 0,0 0 0,0-1 0,0 1 0,0 0 0,-1-1 0,1 0 0,0 1 0,0-1 0,0 0 0,3-2 0,3-3 0,1 0 0,-1 0 0,-1-1 0,1 0 0,-1 0 0,7-10 0,5-10 0,0-1 0,-3-1 0,0 0 0,23-63 0,-35 68 0,-6 20 0,-5 15 0,-3 10 0,1 0 0,1 0 0,-10 40 0,16-51 0,0-1 0,1 1 0,0-1 0,0 1 0,1-1 0,0 1 0,1-1 0,0 1 0,0-1 0,1 1 0,6 17 0,-6-24 0,-1 1 0,1 0 0,0 0 0,1-1 0,-1 1 0,0-1 0,1 0 0,0 0 0,0 0 0,0 0 0,0 0 0,1-1 0,-1 1 0,0-1 0,1 0 0,0 0 0,0 0 0,-1 0 0,1-1 0,6 2 0,-5-2 0,-1-1 0,1 0 0,-1 1 0,1-2 0,0 1 0,-1 0 0,1-1 0,0 0 0,-1 0 0,0 0 0,1-1 0,-1 0 0,0 1 0,1-1 0,-1-1 0,0 1 0,0-1 0,3-3 0,4-3 0,-1-1 0,-1 0 0,0 0 0,0-1 0,-1 0 0,0-1 0,9-19 0,-3 2 0,-2 0 0,11-38 0,-21 60 0,-1 4 0,1 0 0,-1 0 0,0 0 0,0 0 0,-1 0 0,1 0 0,-1-1 0,0 1 0,1 0 0,-1 0 0,-1-6 0,-9 35 0,5-8 0,0 1 0,1 0 0,1 1 0,1-1 0,1 0 0,0 1 0,2-1 0,0 1 0,7 34 0,-7-49 0,0 0 0,1-1 0,0 1 0,-1-1 0,2 1 0,-1-1 0,0 0 0,1 0 0,0 0 0,0 0 0,0 0 0,5 4 0,-7-7 0,1 0 0,0 0 0,0 0 0,-1 0 0,1 0 0,0 0 0,0 0 0,0 0 0,0-1 0,0 1 0,0-1 0,0 0 0,0 1 0,0-1 0,0 0 0,0 0 0,0 0 0,0 0 0,0-1 0,0 1 0,0-1 0,0 1 0,0-1 0,0 0 0,0 1 0,0-1 0,0 0 0,0 0 0,-1-1 0,1 1 0,1-2 0,4-2 0,0-1 0,-1-1 0,0 1 0,0-1 0,-1 0 0,6-9 0,26-51 0,-26 46 0,10-22 0,-2 0 0,-2-1 0,-2-1 0,-2-1 0,12-81 0,-24 119 0,0 3 0,0 0 0,0 1 0,0-1 0,-1 0 0,0 0 0,0 0 0,-1 1 0,1-1 0,-1 0 0,0 0 0,-2-5 0,3 10 0,0 0 0,0-1 0,0 1 0,0 0 0,0-1 0,0 1 0,-1 0 0,1 0 0,0-1 0,0 1 0,0 0 0,0 0 0,-1 0 0,1-1 0,0 1 0,0 0 0,-1 0 0,1 0 0,0 0 0,0-1 0,-1 1 0,1 0 0,0 0 0,0 0 0,-1 0 0,1 0 0,0 0 0,0 0 0,-1 0 0,1 0 0,0 0 0,-1 0 0,1 0 0,0 0 0,-1 0 0,1 0 0,0 0 0,-1 0 0,-8 11 0,-5 18 0,6-1 64,0 1 0,2 0 0,1 1 1,-1 36-1,5 123-775,2-124-264,-1-30-5851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03.433"/>
    </inkml:context>
    <inkml:brush xml:id="br0">
      <inkml:brushProperty name="width" value="0.05" units="cm"/>
      <inkml:brushProperty name="height" value="0.05" units="cm"/>
      <inkml:brushProperty name="color" value="#FFFFFF"/>
    </inkml:brush>
  </inkml:definitions>
  <inkml:trace contextRef="#ctx0" brushRef="#br0">1 214 24575,'33'0'0,"1"-3"0,0 0 0,-1-2 0,0-2 0,0-1 0,-1-2 0,0 0 0,-1-3 0,56-29 0,-82 39 0,0-1 0,0 1 0,0-1 0,0 0 0,-1 0 0,1-1 0,-1 1 0,6-9 0,-9 11 0,0 0 0,0 0 0,0 0 0,0 0 0,0 0 0,0 0 0,-1 0 0,1 0 0,-1-1 0,1 1 0,-1 0 0,0 0 0,0 0 0,0-1 0,0 1 0,0 0 0,0 0 0,-1 0 0,1 0 0,-1-1 0,0 1 0,1 0 0,-1 0 0,0 0 0,0 0 0,-3-3 0,4 4 0,0 1 0,-1-1 0,1 1 0,0-1 0,-1 1 0,1-1 0,0 1 0,-1-1 0,1 1 0,-1 0 0,1-1 0,-1 1 0,1 0 0,-1-1 0,1 1 0,-1 0 0,1-1 0,-1 1 0,1 0 0,-1 0 0,0 0 0,1-1 0,-1 1 0,1 0 0,-1 0 0,0 0 0,1 0 0,-1 0 0,1 0 0,-1 0 0,0 1 0,1-1 0,-1 0 0,1 0 0,-1 0 0,1 1 0,-1-1 0,0 0 0,1 0 0,-1 1 0,1-1 0,-1 0 0,1 1 0,0-1 0,-1 1 0,1-1 0,-1 1 0,1-1 0,0 1 0,-1-1 0,1 1 0,0-1 0,0 1 0,-1-1 0,1 2 0,-14 32 0,-4 42 0,3-1 0,3 2 0,-2 137 0,13-207 0,2 22 0,-1-28 0,0 0 0,0 0 0,0 0 0,0 0 0,0 0 0,1 0 0,-1 0 0,0 0 0,1 0 0,-1 0 0,0 0 0,1 0 0,-1-1 0,1 1 0,0 0 0,-1 0 0,1 0 0,0-1 0,-1 1 0,1 0 0,1 0 0,-1-1 0,-1 0 0,1 0 0,0 0 0,0 0 0,-1 0 0,1 0 0,0 0 0,-1-1 0,1 1 0,0 0 0,-1 0 0,1-1 0,-1 1 0,1-1 0,0 1 0,-1 0 0,1-1 0,-1 1 0,1-1 0,-1 1 0,1-1 0,-1 1 0,0-1 0,1 0 0,-1 1 0,1-2 0,11-19 0,-10 16 0,9-15 0,24-47 0,54-76 0,-86 138 0,0 1 0,0 0 0,1 0 0,0 1 0,-1-1 0,1 1 0,7-5 0,-10 7 0,0 1 0,0-1 0,0 1 0,0 0 0,0-1 0,0 1 0,0 0 0,1-1 0,-1 1 0,0 0 0,0 0 0,0 0 0,0 0 0,0 0 0,0 0 0,1 1 0,-1-1 0,0 0 0,0 0 0,0 1 0,0-1 0,0 1 0,0-1 0,0 1 0,0-1 0,0 1 0,0 0 0,0-1 0,0 1 0,-1 0 0,1 0 0,0 0 0,0 0 0,-1 0 0,1-1 0,0 1 0,-1 0 0,1 0 0,-1 1 0,1 0 0,5 13 0,0 0 0,0 1 0,-2 0 0,5 26 0,-5-22 0,0-1 0,12 31 0,-14-44 69,1 0-1,0 0 0,0 0 0,9 11 1,-10-15-176,-1 0 0,1 0 1,0 0-1,1-1 0,-1 1 1,0-1-1,0 1 0,1-1 1,-1 0-1,1 1 0,-1-1 1,1-1-1,-1 1 0,1 0 1,3 0-1,7 0-6719</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07.505"/>
    </inkml:context>
    <inkml:brush xml:id="br0">
      <inkml:brushProperty name="width" value="0.05" units="cm"/>
      <inkml:brushProperty name="height" value="0.05" units="cm"/>
      <inkml:brushProperty name="color" value="#FFFFFF"/>
    </inkml:brush>
  </inkml:definitions>
  <inkml:trace contextRef="#ctx0" brushRef="#br0">1 548 24575,'0'-5'0,"1"1"0,-1 0 0,1 0 0,1 0 0,-1 1 0,0-1 0,1 0 0,0 0 0,0 1 0,0-1 0,0 1 0,1 0 0,-1-1 0,6-4 0,5-5 0,28-20 0,-39 31 0,51-36 0,1 3 0,62-31 0,124-46 0,-203 95 0,310-128 0,-338 141 79,-4 3-259,-1-1-1,1 0 1,0 0-1,-1-1 1,0 1-1,1-1 0,4-4 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07.922"/>
    </inkml:context>
    <inkml:brush xml:id="br0">
      <inkml:brushProperty name="width" value="0.05" units="cm"/>
      <inkml:brushProperty name="height" value="0.05" units="cm"/>
      <inkml:brushProperty name="color" value="#FFFFFF"/>
    </inkml:brush>
  </inkml:definitions>
  <inkml:trace contextRef="#ctx0" brushRef="#br0">1 0 24575,'2'2'0,"1"0"0,-1-1 0,1 1 0,-1-1 0,1 1 0,0-1 0,-1 0 0,1 0 0,0 0 0,0 0 0,0-1 0,4 1 0,40 1 0,-34-2 0,21 2 0,0 0 0,0 3 0,-1 0 0,0 3 0,0 0 0,62 26 0,-37-7 0,-2 2 0,79 53 0,93 91 0,-197-144 0,-24-21 0,1-1 0,0 0 0,0 0 0,11 6 0,-19-12-44,1-1 0,-1 0 0,1 1 0,-1-1 0,1 0 0,-1 0 0,1 1 0,-1-1 0,1 0 0,0 0 0,-1 0 0,1 0 0,-1 0 0,1 1 0,-1-1 0,1 0 0,0 0 0,-1-1-1,1 1 1,-1 0 0,1 0 0,0 0 0,-1 0 0,1 0 0,-1-1 0,1 1 0,-1 0 0,1-1 0,-1 1 0,2-1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2.148"/>
    </inkml:context>
    <inkml:brush xml:id="br0">
      <inkml:brushProperty name="width" value="0.05" units="cm"/>
      <inkml:brushProperty name="height" value="0.05" units="cm"/>
      <inkml:brushProperty name="color" value="#FFFFFF"/>
    </inkml:brush>
  </inkml:definitions>
  <inkml:trace contextRef="#ctx0" brushRef="#br0">3 63 24575,'-1'-18'0,"0"14"0,1-1 0,-1 0 0,1 1 0,1-1 0,-1 1 0,0-1 0,3-7 0,-3 12 0,0 0 0,0 0 0,0 0 0,1 0 0,-1 0 0,0 0 0,0 0 0,0 0 0,1 0 0,-1 0 0,0 0 0,0 0 0,0 0 0,1 0 0,-1 0 0,0 0 0,0 0 0,0 0 0,1 0 0,-1 0 0,0 0 0,0 1 0,0-1 0,1 0 0,-1 0 0,0 0 0,0 0 0,0 0 0,0 1 0,0-1 0,1 0 0,-1 0 0,0 0 0,0 0 0,0 1 0,0-1 0,0 0 0,0 0 0,0 1 0,7 8 0,-7-9 0,112 179 340,7 13-2045,-102-169-5121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2.364"/>
    </inkml:context>
    <inkml:brush xml:id="br0">
      <inkml:brushProperty name="width" value="0.05" units="cm"/>
      <inkml:brushProperty name="height" value="0.05" units="cm"/>
      <inkml:brushProperty name="color" value="#FFFFFF"/>
    </inkml:brush>
  </inkml:definitions>
  <inkml:trace contextRef="#ctx0" brushRef="#br0">262 19 24575,'3'-3'0,"4"-6"0,0 3 0,-3 9 0,-3 10 0,-4 9 0,-5 12 0,-7 9 0,-3 7 0,-6 3 0,-3 2 0,-4-3 0,-3-4 0,3-5 0,2-6 0,4-6 0,3-7 0,5-6-8191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2.708"/>
    </inkml:context>
    <inkml:brush xml:id="br0">
      <inkml:brushProperty name="width" value="0.05" units="cm"/>
      <inkml:brushProperty name="height" value="0.05" units="cm"/>
      <inkml:brushProperty name="color" value="#FFFFFF"/>
    </inkml:brush>
  </inkml:definitions>
  <inkml:trace contextRef="#ctx0" brushRef="#br0">122 51 24575,'13'-16'0,"-12"15"0,1 0 0,-1 0 0,0 0 0,0 0 0,0 0 0,0-1 0,0 1 0,0 0 0,0-1 0,0 1 0,0-1 0,-1 1 0,1-1 0,-1 1 0,1-1 0,-1 0 0,1-1 0,-2 2 0,1 1 0,-1-1 0,1 0 0,-1 1 0,1-1 0,-1 1 0,1-1 0,-1 1 0,0-1 0,1 1 0,-1 0 0,0-1 0,0 1 0,1 0 0,-1 0 0,0-1 0,0 1 0,1 0 0,-1 0 0,0 0 0,0 0 0,0 0 0,1 0 0,-1 0 0,0 0 0,0 0 0,1 0 0,-1 1 0,0-1 0,0 0 0,0 1 0,-29 6 0,30-6 0,-7 1 0,-1 1 0,1 0 0,0 0 0,1 1 0,-1-1 0,0 2 0,1-1 0,0 1 0,-8 8 0,11-10 0,1-1 0,0 1 0,0-1 0,1 1 0,-1 0 0,0 0 0,1 0 0,0 0 0,-1 0 0,1 0 0,0 0 0,1 0 0,-1 0 0,1 0 0,-1 1 0,1-1 0,0 0 0,0 0 0,0 1 0,1-1 0,-1 0 0,1 0 0,0 1 0,2 5 0,5 10 0,2-1 0,0 1 0,16 19 0,-13-18 0,22 42 0,-33-60 12,-1 1 1,0-1-1,-1 1 0,1 0 0,0 0 0,-1 0 1,1-1-1,-1 1 0,0 0 0,0 0 0,0 0 1,0 0-1,-1-1 0,1 1 0,-1 0 0,0 0 0,0 0 1,0-1-1,0 1 0,0-1 0,0 1 0,-1-1 1,1 1-1,-1-1 0,0 0 0,1 1 0,-4 1 1,-1 2-227,-1 0 1,0 0 0,-1-1-1,1 0 1,-1-1 0,0 0-1,-12 5 1,-2 0-6613</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2.912"/>
    </inkml:context>
    <inkml:brush xml:id="br0">
      <inkml:brushProperty name="width" value="0.05" units="cm"/>
      <inkml:brushProperty name="height" value="0.05" units="cm"/>
      <inkml:brushProperty name="color" value="#FFFFFF"/>
    </inkml:brush>
  </inkml:definitions>
  <inkml:trace contextRef="#ctx0" brushRef="#br0">0 37 24575,'3'-3'0,"4"-1"0,1-2 0,2-1 0,2 1 0,2 1 0,2 2 0,4 2 0,1 0 0,3 1 0,-2 0-8191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3.268"/>
    </inkml:context>
    <inkml:brush xml:id="br0">
      <inkml:brushProperty name="width" value="0.05" units="cm"/>
      <inkml:brushProperty name="height" value="0.05" units="cm"/>
      <inkml:brushProperty name="color" value="#FFFFFF"/>
    </inkml:brush>
  </inkml:definitions>
  <inkml:trace contextRef="#ctx0" brushRef="#br0">139 32 24575,'1'-9'0,"-1"8"0,0 0 0,0 1 0,1-1 0,-1 0 0,0 1 0,0-1 0,0 0 0,0 1 0,0-1 0,0 0 0,0 1 0,0-1 0,0 0 0,0 1 0,0-1 0,0 0 0,-1 1 0,1-1 0,0 1 0,0-1 0,-1 0 0,1 1 0,0-1 0,-1 1 0,1-1 0,-1 1 0,1-1 0,-1 1 0,1-1 0,-1 1 0,1-1 0,-1 1 0,1 0 0,-1-1 0,0 1 0,1 0 0,-1-1 0,1 1 0,-1 0 0,0 0 0,1 0 0,-1 0 0,0 0 0,1-1 0,-1 1 0,0 0 0,0 0 0,1 1 0,-1-1 0,0 0 0,1 0 0,-2 0 0,-4 1 0,1-1 0,-1 1 0,0 0 0,1 1 0,-1-1 0,1 1 0,-1 0 0,1 1 0,0-1 0,0 1 0,0 0 0,0 0 0,0 1 0,1-1 0,-1 1 0,-6 8 0,8-9 0,0 1 0,1-1 0,0 1 0,-1 0 0,1 0 0,1 0 0,-1 1 0,0-1 0,1 0 0,0 1 0,0-1 0,0 0 0,1 1 0,0-1 0,-1 1 0,1 0 0,1-1 0,-1 1 0,1-1 0,0 0 0,0 1 0,2 4 0,3 6 0,1 0 0,1 0 0,1-1 0,0 0 0,1 0 0,0-1 0,16 16 0,16 20 0,-40-47 0,0 1 0,0-1 0,-1 1 0,1-1 0,0 1 0,-1 0 0,0 0 0,0 0 0,0 0 0,0 0 0,0 0 0,0 0 0,-1 0 0,1 0 0,-1 0 0,0 4 0,-1-4 0,0-1 0,0 1 0,0-1 0,0 1 0,0-1 0,0 1 0,-1-1 0,1 0 0,-1 1 0,0-1 0,0 0 0,0 0 0,0 0 0,0-1 0,0 1 0,0 0 0,0-1 0,-4 2 0,-1 1-273,1 0 0,-1-1 0,-1 0 0,-8 2 0,-6 1-6553</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3.673"/>
    </inkml:context>
    <inkml:brush xml:id="br0">
      <inkml:brushProperty name="width" value="0.05" units="cm"/>
      <inkml:brushProperty name="height" value="0.05" units="cm"/>
      <inkml:brushProperty name="color" value="#FFFFFF"/>
    </inkml:brush>
  </inkml:definitions>
  <inkml:trace contextRef="#ctx0" brushRef="#br0">4 138 24575,'0'-1'0,"1"0"0,-1 1 0,0-1 0,1 0 0,-1 0 0,1 1 0,-1-1 0,1 0 0,-1 1 0,1-1 0,-1 0 0,1 1 0,0-1 0,-1 1 0,1-1 0,0 1 0,-1-1 0,1 1 0,0 0 0,0-1 0,-1 1 0,1 0 0,0-1 0,0 1 0,0 0 0,0 0 0,-1 0 0,2 0 0,28-3 0,-26 3 0,8-1 0,0-1 0,0 0 0,0 0 0,23-8 0,-31 8 0,1 0 0,-1 1 0,0-2 0,1 1 0,-1 0 0,0-1 0,-1 0 0,1 0 0,0 0 0,-1 0 0,0 0 0,1-1 0,-2 0 0,1 1 0,4-9 0,-6 11 0,-1 0 0,1 0 0,0-1 0,-1 1 0,0 0 0,1 0 0,-1-1 0,0 1 0,0-1 0,1 1 0,-1 0 0,0-1 0,0 1 0,-1 0 0,1-1 0,0 1 0,0 0 0,-1-1 0,1 1 0,-1 0 0,1-1 0,-1 1 0,1 0 0,-1 0 0,0 0 0,1 0 0,-1-1 0,0 1 0,0 0 0,0 0 0,0 1 0,0-1 0,0 0 0,0 0 0,-1 0 0,1 1 0,0-1 0,0 0 0,0 1 0,-1-1 0,1 1 0,0 0 0,-1-1 0,1 1 0,-2 0 0,-3-1 0,0 0 0,1 0 0,-1 1 0,0 0 0,0 0 0,1 0 0,-1 1 0,0 0 0,-10 2 0,9 0 0,0 1 0,1 0 0,-1 0 0,1 0 0,0 0 0,0 1 0,0 0 0,1 1 0,0-1 0,0 1 0,0 0 0,1 0 0,-1 1 0,2-1 0,-1 1 0,1 0 0,0 0 0,0 0 0,1 0 0,0 0 0,-3 15 0,3-11 0,1 0 0,0 1 0,0-1 0,1 0 0,1 1 0,-1-1 0,2 0 0,0 0 0,0 0 0,1 0 0,0 0 0,1 0 0,0-1 0,7 13 0,-7-17-105,1-1 0,-1 1 0,1-1 0,0 0 0,0-1 0,0 1 0,1-1 0,0 0 0,0 0 0,0-1 0,0 1 0,13 3 0,12 4-6721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3.950"/>
    </inkml:context>
    <inkml:brush xml:id="br0">
      <inkml:brushProperty name="width" value="0.05" units="cm"/>
      <inkml:brushProperty name="height" value="0.05" units="cm"/>
      <inkml:brushProperty name="color" value="#FFFFFF"/>
    </inkml:brush>
  </inkml:definitions>
  <inkml:trace contextRef="#ctx0" brushRef="#br0">169 13 24575,'-34'-7'0,"32"6"0,-1 0 0,1 0 0,0 1 0,0-1 0,-1 0 0,1 1 0,0 0 0,-1-1 0,1 1 0,0 0 0,-1 0 0,1 1 0,0-1 0,-1 0 0,1 1 0,0-1 0,-1 1 0,1 0 0,0 0 0,0 0 0,0 0 0,0 0 0,0 0 0,0 0 0,0 1 0,-3 2 0,0 2 0,0 0 0,0 0 0,1 0 0,0 1 0,0-1 0,0 1 0,1 0 0,-3 11 0,-16 63 0,19-67 0,1-6 0,0 0 0,1 0 0,0 0 0,1 1 0,0-1 0,0 0 0,1 0 0,0 0 0,0 1 0,1-1 0,0 0 0,3 9 0,-3-13 0,0 0 0,1 0 0,-1 0 0,1 0 0,-1 0 0,1-1 0,0 1 0,1-1 0,-1 0 0,0 0 0,1 0 0,0 0 0,0 0 0,0-1 0,0 0 0,0 0 0,0 0 0,0 0 0,1-1 0,-1 1 0,1-1 0,-1 0 0,6 0 0,-2-1-124,0 0 0,0 0 0,0 0 0,0-1 0,0 0 0,0-1-1,0 0 1,-1 0 0,1-1 0,11-5 0,11-7-6702</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4.424"/>
    </inkml:context>
    <inkml:brush xml:id="br0">
      <inkml:brushProperty name="width" value="0.05" units="cm"/>
      <inkml:brushProperty name="height" value="0.05" units="cm"/>
      <inkml:brushProperty name="color" value="#FFFFFF"/>
    </inkml:brush>
  </inkml:definitions>
  <inkml:trace contextRef="#ctx0" brushRef="#br0">74 71 24575,'0'-13'0,"0"-20"0,0 32 0,0-1 0,0 1 0,0-1 0,0 1 0,-1 0 0,1-1 0,-1 1 0,1 0 0,-1-1 0,1 1 0,-1 0 0,0 0 0,1 0 0,-1-1 0,0 1 0,0 0 0,-1-1 0,1 2 0,0 0 0,1-1 0,-1 1 0,0 0 0,0 0 0,1 0 0,-1 0 0,0 0 0,1 0 0,-1 1 0,0-1 0,0 0 0,1 0 0,-1 0 0,0 1 0,1-1 0,-1 0 0,1 1 0,-1-1 0,0 0 0,1 1 0,-1-1 0,1 1 0,-1-1 0,1 1 0,-1-1 0,1 1 0,-1-1 0,1 1 0,0 0 0,-1-1 0,1 1 0,0 0 0,-1-1 0,1 1 0,0 0 0,-13 28 0,13-29 0,-8 23 0,1-1 0,-3 25 0,8-37 0,1 0 0,0-1 0,0 1 0,1 0 0,1 0 0,-1-1 0,5 19 0,-5-26 0,1 0 0,-1 0 0,1 1 0,-1-1 0,1 0 0,0 0 0,0 0 0,0 0 0,0 0 0,0 0 0,1 0 0,-1-1 0,1 1 0,-1 0 0,1-1 0,-1 1 0,1-1 0,0 1 0,0-1 0,0 0 0,0 0 0,0 0 0,0 0 0,0 0 0,0 0 0,0 0 0,0-1 0,1 1 0,-1-1 0,0 0 0,0 0 0,1 1 0,-1-1 0,0-1 0,0 1 0,1 0 0,-1-1 0,0 1 0,4-2 0,2-1 0,0 0 0,0-1 0,0 0 0,-1 0 0,1-1 0,-1 0 0,0-1 0,-1 1 0,8-9 0,-2 2 0,-1-1 0,-1 0 0,0-1 0,0 0 0,-2 0 0,0-1 0,0-1 0,-2 1 0,7-22 0,-20 98 0,6-55 0,1-1 0,-1 0 0,1 1 0,1-1 0,-1 0 0,1 1 0,0-1 0,0 0 0,1 0 0,-1 0 0,1 0 0,0 0 0,4 7 0,-4-11-44,-1 1 0,1-1 0,0 0 0,-1 1 0,1-1 0,0 0 0,0 0 0,0 0 0,0-1 0,0 1 0,0 0 0,0-1 0,0 1 0,0-1 0,0 0 0,0 1 0,0-1 0,0 0-1,0-1 1,0 1 0,0 0 0,0 0 0,0-1 0,0 1 0,0-1 0,0 0 0,0 1 0,0-1 0,0 0 0,2-2 0,4-5-6782</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5.151"/>
    </inkml:context>
    <inkml:brush xml:id="br0">
      <inkml:brushProperty name="width" value="0.05" units="cm"/>
      <inkml:brushProperty name="height" value="0.05" units="cm"/>
      <inkml:brushProperty name="color" value="#FFFFFF"/>
    </inkml:brush>
  </inkml:definitions>
  <inkml:trace contextRef="#ctx0" brushRef="#br0">1 93 24575,'3'0'0,"-1"1"0,1-1 0,0 1 0,-1 0 0,1-1 0,-1 1 0,1 1 0,-1-1 0,1 0 0,-1 1 0,0-1 0,1 1 0,-1-1 0,0 1 0,0 0 0,0 0 0,-1 0 0,1 0 0,0 1 0,-1-1 0,1 0 0,-1 1 0,0-1 0,0 1 0,2 4 0,0 2 0,0 1 0,0-1 0,-1 1 0,0 0 0,0 17 0,-2 19 0,3-61 0,1-1 0,11-26 0,-1 2 0,-11 30 0,2-8 0,0 1 0,1 1 0,1-1 0,0 1 0,17-26 0,-24 42 0,0-1 0,1 0 0,-1 0 0,1 1 0,0-1 0,-1 0 0,1 1 0,0-1 0,-1 0 0,1 1 0,0-1 0,0 1 0,-1-1 0,1 1 0,0 0 0,0-1 0,0 1 0,0 0 0,0 0 0,-1-1 0,1 1 0,1 0 0,-1 0 0,0 1 0,0-1 0,-1 0 0,1 1 0,0-1 0,-1 1 0,1-1 0,0 1 0,-1-1 0,1 1 0,-1-1 0,1 1 0,-1 0 0,1-1 0,-1 1 0,1 0 0,-1-1 0,1 1 0,-1 1 0,3 4 0,-1 1 0,0 0 0,0 0 0,0 9 0,1 20 0,-1 44 0,-2-49 0,1 0 0,6 42 0,-6-69-170,0 0-1,0 0 0,0-1 1,0 1-1,0 0 0,1-1 1,3 7-1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5.338"/>
    </inkml:context>
    <inkml:brush xml:id="br0">
      <inkml:brushProperty name="width" value="0.05" units="cm"/>
      <inkml:brushProperty name="height" value="0.05" units="cm"/>
      <inkml:brushProperty name="color" value="#FFFFFF"/>
    </inkml:brush>
  </inkml:definitions>
  <inkml:trace contextRef="#ctx0" brushRef="#br0">1 15 24575,'0'-3'0,"3"-1"0,1-3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5.493"/>
    </inkml:context>
    <inkml:brush xml:id="br0">
      <inkml:brushProperty name="width" value="0.05" units="cm"/>
      <inkml:brushProperty name="height" value="0.05" units="cm"/>
      <inkml:brushProperty name="color" value="#FFFFFF"/>
    </inkml:brush>
  </inkml:definitions>
  <inkml:trace contextRef="#ctx0" brushRef="#br0">3 8 24575,'0'-3'0,"-3"-1"0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5.743"/>
    </inkml:context>
    <inkml:brush xml:id="br0">
      <inkml:brushProperty name="width" value="0.05" units="cm"/>
      <inkml:brushProperty name="height" value="0.05" units="cm"/>
      <inkml:brushProperty name="color" value="#FFFFFF"/>
    </inkml:brush>
  </inkml:definitions>
  <inkml:trace contextRef="#ctx0" brushRef="#br0">19 0 24575,'0'3'0,"0"4"0,0 4 0,0 5 0,0 7 0,0 5 0,0 7 0,-3 8 0,-1 7 0,0 3 0,1 2 0,1 0 0,1-3 0,0-1 0,1-8 0,0-9-8191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16.332"/>
    </inkml:context>
    <inkml:brush xml:id="br0">
      <inkml:brushProperty name="width" value="0.05" units="cm"/>
      <inkml:brushProperty name="height" value="0.05" units="cm"/>
      <inkml:brushProperty name="color" value="#FFFFFF"/>
    </inkml:brush>
  </inkml:definitions>
  <inkml:trace contextRef="#ctx0" brushRef="#br0">12 82 24575,'-1'-1'0,"0"1"0,0-1 0,1 1 0,-1-1 0,0 1 0,1-1 0,-1 0 0,0 1 0,1-1 0,-1 0 0,1 0 0,-1 0 0,1 1 0,0-1 0,-1 0 0,1 0 0,0 0 0,-1 0 0,1 0 0,0 0 0,0 0 0,0 1 0,0-1 0,0 0 0,0 0 0,0 0 0,0 0 0,0 0 0,1-1 0,0 0 0,0 1 0,1 0 0,-1 0 0,1 1 0,-1-1 0,1 0 0,-1 0 0,1 1 0,-1-1 0,1 1 0,0-1 0,-1 1 0,1 0 0,0-1 0,-1 1 0,3 0 0,53-2 0,40-5 0,-88 6 0,0-1 0,1 0 0,-1-1 0,0 0 0,-1 0 0,1-1 0,16-9 0,-25 13 0,0-1 0,0 1 0,1-1 0,-1 1 0,1 0 0,-1-1 0,0 1 0,1 0 0,-1-1 0,1 1 0,-1 0 0,0 0 0,1-1 0,-1 1 0,1 0 0,-1 0 0,1 0 0,-1 0 0,1 0 0,-1 0 0,1 0 0,-1 0 0,1 0 0,-1 0 0,1 0 0,-1 0 0,1 0 0,-1 0 0,1 0 0,-1 0 0,1 0 0,-1 1 0,1-1 0,-1 0 0,1 0 0,-1 1 0,1-1 0,-1 0 0,0 1 0,1-1 0,-1 0 0,1 1 0,2 25 0,-3-22 0,0-1 0,0 1 0,1 0 0,-1-1 0,1 1 0,0-1 0,1 6 0,-1-8 0,-1 0 0,1-1 0,-1 1 0,1 0 0,0-1 0,-1 1 0,1-1 0,0 1 0,0 0 0,-1-1 0,1 0 0,0 1 0,0-1 0,0 0 0,0 1 0,-1-1 0,1 0 0,0 0 0,0 1 0,0-1 0,0 0 0,0 0 0,0 0 0,0 0 0,-1 0 0,1-1 0,0 1 0,0 0 0,0 0 0,0-1 0,0 1 0,0 0 0,-1-1 0,1 1 0,0-1 0,1 0 0,20-11 0,-18 10 0,-1 0 0,0 0 0,1 0 0,-1 0 0,1 1 0,-1-1 0,1 1 0,6-1 0,-8 2 0,-1 0 0,0 0 0,1 1 0,-1-1 0,0 1 0,1-1 0,-1 1 0,0-1 0,0 1 0,1 0 0,-1 0 0,0-1 0,0 1 0,0 0 0,0 0 0,0 0 0,0 0 0,0 0 0,0 0 0,-1 1 0,1-1 0,0 0 0,-1 0 0,1 1 0,-1-1 0,1 0 0,-1 1 0,0-1 0,1 0 0,-1 3 0,7 27 0,-1 0 0,-1 1 0,0 35 0,-1-19 0,3 38 0,20 338 0,-26-408 0,-3 45 0,1-56 0,1 1 0,-1-1 0,0 0 0,-1 0 0,1 0 0,-1 0 0,0 0 0,-6 9 0,8-13 0,-1 0 0,0 0 0,1 0 0,-1 0 0,0 0 0,0 0 0,0 0 0,0-1 0,0 1 0,0 0 0,0 0 0,0-1 0,0 1 0,0-1 0,0 1 0,-1-1 0,1 1 0,0-1 0,0 0 0,0 0 0,-1 1 0,1-1 0,0 0 0,0 0 0,-1 0 0,1 0 0,0 0 0,0-1 0,-1 1 0,1 0 0,0-1 0,0 1 0,0-1 0,0 1 0,0-1 0,-1 1 0,1-1 0,0 0 0,-1 0 0,-3-3 0,0 0 0,1-1 0,-1 1 0,1-1 0,0 0 0,-6-8 0,2-1 0,1 0 0,0-1 0,1 0 0,0 0 0,1 0 0,1-1 0,1 0 0,0 0 0,-1-19 0,2 7 0,2-1 0,1 1 0,1 0 0,8-40 0,-6 49 0,1 0 0,1 0 0,1 0 0,0 1 0,16-28 0,-18 38 0,0-1 0,1 1 0,-1 1 0,2-1 0,-1 1 0,1 0 0,0 1 0,0 0 0,1 0 0,0 0 0,0 1 0,0 0 0,12-5 0,-14 9-65,-1-1 0,0 1 0,1 0 0,-1 0 0,0 1 0,1-1 0,-1 1 0,1 0 0,-1 1 0,1-1 0,-1 1 0,0 0 0,1 1 0,-1-1 0,0 1 0,0 0 0,0 0 0,0 1 0,0 0 0,7 4 0,17 16-6761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1.422"/>
    </inkml:context>
    <inkml:brush xml:id="br0">
      <inkml:brushProperty name="width" value="0.05" units="cm"/>
      <inkml:brushProperty name="height" value="0.05" units="cm"/>
      <inkml:brushProperty name="color" value="#FFFFFF"/>
    </inkml:brush>
  </inkml:definitions>
  <inkml:trace contextRef="#ctx0" brushRef="#br0">4 11 24575,'0'-3'0,"-3"-1"0,2 0 0,1 7 0,4 6 0,4 7 0,0 7 0,3 8 0,-2 8 0,2 4 0,-2 2 0,1 3 0,-2 0 0,2-4 0,-2-2 0,-2-6 0,-2-9-8191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1.655"/>
    </inkml:context>
    <inkml:brush xml:id="br0">
      <inkml:brushProperty name="width" value="0.05" units="cm"/>
      <inkml:brushProperty name="height" value="0.05" units="cm"/>
      <inkml:brushProperty name="color" value="#FFFFFF"/>
    </inkml:brush>
  </inkml:definitions>
  <inkml:trace contextRef="#ctx0" brushRef="#br0">13 42 24575,'0'-3'0,"0"-1"0,0 0 0,0 0 0,0 0 0,1 0 0,-1 0 0,3-4 0,-3 7 0,0 1 0,0 0 0,0-1 0,0 1 0,0 0 0,1-1 0,-1 1 0,0 0 0,0 0 0,1-1 0,-1 1 0,0 0 0,0 0 0,1-1 0,-1 1 0,0 0 0,1 0 0,-1 0 0,0 0 0,1-1 0,-1 1 0,0 0 0,1 0 0,-1 0 0,0 0 0,1 0 0,-1 0 0,1 0 0,0 0 0,0 1 0,1-1 0,-1 1 0,0-1 0,0 1 0,1-1 0,-1 1 0,0 0 0,0 0 0,0 0 0,0 0 0,1 1 0,14 14 0,-1 0 0,-1 1 0,-1 1 0,17 28 0,-7-4 0,19 45 0,-29-55 0,-1-1 0,-2 1 0,-1 1 0,7 48 0,-14-65 0,0-1 0,-2 1 0,0 0 0,-1 0 0,0-1 0,-1 1 0,-1 0 0,-1-1 0,0 0 0,-1 0 0,-12 26 0,5-20-195,-1-1 0,-2 0 0,0-1 0,0-1 0,-2 0 0,-33 27 0,-34 22-6631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3.533"/>
    </inkml:context>
    <inkml:brush xml:id="br0">
      <inkml:brushProperty name="width" value="0.05" units="cm"/>
      <inkml:brushProperty name="height" value="0.05" units="cm"/>
      <inkml:brushProperty name="color" value="#FFFFFF"/>
    </inkml:brush>
  </inkml:definitions>
  <inkml:trace contextRef="#ctx0" brushRef="#br0">0 88 24575,'0'-6'0,"0"0"0,1 0 0,-1 0 0,1 1 0,0-1 0,1 0 0,-1 0 0,1 1 0,3-6 0,-4 9 0,0 0 0,0 1 0,0-1 0,1 1 0,-1-1 0,0 1 0,1-1 0,-1 1 0,1 0 0,0-1 0,-1 1 0,1 0 0,0 0 0,0 0 0,0 1 0,-1-1 0,1 0 0,0 1 0,0-1 0,0 1 0,0 0 0,0-1 0,0 1 0,0 0 0,0 0 0,0 0 0,0 1 0,0-1 0,4 1 0,-1 1 0,-1-1 0,1 1 0,-1 0 0,1 0 0,-1 0 0,0 0 0,0 1 0,0 0 0,0 0 0,0 0 0,-1 0 0,1 1 0,-1-1 0,0 1 0,0 0 0,4 6 0,-5-7 0,0 1 0,0 0 0,0 0 0,0 0 0,-1 0 0,0 0 0,1 0 0,-1 0 0,-1 1 0,1-1 0,-1 0 0,1 0 0,-1 1 0,-1-1 0,1 0 0,0 1 0,-1-1 0,-2 7 0,-1-2 0,-1 0 0,0 0 0,0-1 0,-1 0 0,0 0 0,-1 0 0,0 0 0,-12 10 0,1-1 0,16-14 0,3-3 0,10-5 0,15-12 0,-10 7-1365,-1 0-5461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3.781"/>
    </inkml:context>
    <inkml:brush xml:id="br0">
      <inkml:brushProperty name="width" value="0.05" units="cm"/>
      <inkml:brushProperty name="height" value="0.05" units="cm"/>
      <inkml:brushProperty name="color" value="#FFFFFF"/>
    </inkml:brush>
  </inkml:definitions>
  <inkml:trace contextRef="#ctx0" brushRef="#br0">164 110 24575,'-2'-27'0,"2"19"0,-1 0 0,1 0 0,0 0 0,0 0 0,1 0 0,0 0 0,3-9 0,-4 17 0,0-1 0,0 1 0,1-1 0,-1 1 0,0-1 0,0 1 0,0 0 0,1-1 0,-1 1 0,0-1 0,1 1 0,-1 0 0,0-1 0,1 1 0,-1 0 0,0-1 0,1 1 0,-1 0 0,1-1 0,-1 1 0,0 0 0,1 0 0,-1 0 0,1-1 0,-1 1 0,1 0 0,-1 0 0,1 0 0,-1 0 0,2 0 0,-1 0 0,0 1 0,0-1 0,0 1 0,0-1 0,0 1 0,1-1 0,-1 1 0,-1 0 0,1 0 0,0-1 0,0 1 0,1 1 0,21 31 0,-22-31 0,8 13 0,-1 0 0,-1 0 0,0 1 0,-1 0 0,-1 0 0,-1 0 0,0 1 0,-1 0 0,0 0 0,-1 21 0,-2-25 0,-1 1 0,0-1 0,-1 0 0,-1 0 0,0 0 0,-1 0 0,0 0 0,-1-1 0,0 1 0,-1-1 0,-1-1 0,0 1 0,-14 17 0,3-8-227,-1-1-1,-1-1 1,0-1-1,-2 0 1,-32 20-1,1-7-6598</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4.674"/>
    </inkml:context>
    <inkml:brush xml:id="br0">
      <inkml:brushProperty name="width" value="0.05" units="cm"/>
      <inkml:brushProperty name="height" value="0.05" units="cm"/>
      <inkml:brushProperty name="color" value="#FFFFFF"/>
    </inkml:brush>
  </inkml:definitions>
  <inkml:trace contextRef="#ctx0" brushRef="#br0">0 192 24575,'2'-7'0,"0"0"0,0 0 0,0 0 0,1 0 0,0 1 0,0-1 0,1 1 0,4-7 0,-7 12 0,0 0 0,-1 0 0,1 0 0,0 0 0,-1 0 0,1 0 0,0 1 0,0-1 0,0 0 0,0 0 0,0 0 0,0 1 0,0-1 0,0 1 0,0-1 0,0 1 0,0-1 0,3 0 0,-3 1 0,-1 0 0,1 1 0,0-1 0,0 0 0,0 0 0,-1 1 0,1-1 0,0 0 0,0 1 0,-1-1 0,1 1 0,0-1 0,-1 1 0,1-1 0,0 1 0,-1-1 0,1 1 0,-1 0 0,1-1 0,0 2 0,3 5 0,-1 0 0,0 0 0,0 0 0,3 12 0,-4-13 0,34 121 0,29 86 0,-63-207 0,1 1 0,-1-1 0,1-1 0,1 1 0,3 5 0,-6-10 0,-1 0 0,1 0 0,-1 0 0,1 0 0,0-1 0,-1 1 0,1 0 0,0-1 0,0 1 0,0-1 0,0 1 0,0-1 0,-1 1 0,1-1 0,0 1 0,0-1 0,0 0 0,0 0 0,0 1 0,0-1 0,0 0 0,0 0 0,0 0 0,0 0 0,0 0 0,0 0 0,0 0 0,0-1 0,0 1 0,0 0 0,0 0 0,0-1 0,0 1 0,0-1 0,0 1 0,0-1 0,0 1 0,0-1 0,-1 0 0,2 0 0,3-4 0,-1 0 0,1 0 0,-1 0 0,0 0 0,0-1 0,-1 0 0,4-7 0,19-49 0,-16 35 0,68-195 0,-11 25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5.519"/>
    </inkml:context>
    <inkml:brush xml:id="br0">
      <inkml:brushProperty name="width" value="0.05" units="cm"/>
      <inkml:brushProperty name="height" value="0.05" units="cm"/>
      <inkml:brushProperty name="color" value="#FFFFFF"/>
    </inkml:brush>
  </inkml:definitions>
  <inkml:trace contextRef="#ctx0" brushRef="#br0">142 405 24575,'3'-1'0,"1"1"0,0-1 0,-1 0 0,1-1 0,-1 1 0,1 0 0,-1-1 0,1 0 0,-1 0 0,0 0 0,0 0 0,0 0 0,0-1 0,-1 1 0,1-1 0,0 0 0,-1 0 0,0 0 0,3-4 0,-3 4 0,1-1 0,-1 1 0,0-1 0,0 0 0,0 0 0,-1 0 0,1 0 0,-1-1 0,0 1 0,0 0 0,0-1 0,-1 1 0,0 0 0,1-1 0,-2 1 0,1-6 0,-1 9 0,1 0 0,0 0 0,0 0 0,-1 0 0,1 0 0,-1 0 0,1 0 0,-1 0 0,1 1 0,-1-1 0,0 0 0,1 0 0,-1 0 0,0 1 0,1-1 0,-1 0 0,0 1 0,0-1 0,0 1 0,0-1 0,0 1 0,-1-1 0,0 0 0,0 1 0,0 0 0,0 0 0,0-1 0,0 1 0,0 1 0,0-1 0,0 0 0,0 0 0,0 1 0,-2 0 0,-5 3 0,-1-1 0,1 2 0,-14 8 0,20-11 0,-11 7 0,-1 1 0,1 1 0,1 0 0,-15 15 0,24-22 0,-1 1 0,1 1 0,0-1 0,0 1 0,0-1 0,1 1 0,0 0 0,0 0 0,1 1 0,-1-1 0,1 0 0,1 1 0,-3 11 0,4-16 0,0 0 0,0 0 0,0 0 0,0-1 0,1 1 0,-1 0 0,0 0 0,1 0 0,-1 0 0,1-1 0,0 1 0,-1 0 0,1 0 0,0-1 0,0 1 0,0-1 0,0 1 0,1-1 0,-1 1 0,2 1 0,0-1 0,-1-1 0,1 1 0,0 0 0,0-1 0,0 0 0,0 0 0,0 0 0,0 0 0,0 0 0,0 0 0,4-1 0,1 1 0,0-1 0,0 0 0,0 0 0,0-1 0,-1 0 0,1-1 0,0 1 0,15-7 0,21-18 0,-22 11 0,-22 14 0,0 1 0,1 0 0,0-1 0,-1 1 0,1 0 0,-1-1 0,1 1 0,-1 0 0,1 0 0,-1 0 0,1-1 0,0 1 0,-1 0 0,1 0 0,0 0 0,-1 0 0,1 0 0,-1 0 0,1 0 0,0 0 0,-1 0 0,1 1 0,-1-1 0,1 0 0,0 0 0,-1 0 0,1 1 0,0-1 0,0 1 0,-1 0 0,1 0 0,0 0 0,0 0 0,-1 0 0,1 0 0,-1 1 0,1-1 0,-1 0 0,1 0 0,-1 0 0,0 1 0,1 1 0,0 7 0,-1 0 0,-1 19 0,1-20 0,-1 3 0,1 0 0,0-1 0,1 1 0,5 23 0,-5-33 0,-1 0 0,1-1 0,0 1 0,-1 0 0,1-1 0,0 1 0,0-1 0,0 1 0,0-1 0,0 1 0,0-1 0,0 0 0,1 0 0,-1 1 0,0-1 0,1 0 0,2 1 0,-2-1 0,0-1 0,0 0 0,0 1 0,0-1 0,0 0 0,0 0 0,0 0 0,0 0 0,0-1 0,0 1 0,0 0 0,0-1 0,-1 0 0,1 1 0,0-1 0,0 0 0,0 0 0,0 0 0,2-2 0,6-4 0,0 0 0,-1-1 0,0 0 0,0 0 0,-1-1 0,0-1 0,-1 1 0,0-1 0,0 0 0,9-19 0,2-10 0,21-67 0,-26 66 0,-2 0 0,-1-1 0,-3 0 0,-1 0 0,1-73 0,-7 110 0,0 0 0,0 0 0,-1-1 0,1 1 0,-1 0 0,0 0 0,0 0 0,0 0 0,0 0 0,-3-5 0,3 9 0,1-1 0,0 1 0,-1 0 0,1 0 0,0-1 0,-1 1 0,1 0 0,-1 0 0,1 0 0,0-1 0,-1 1 0,1 0 0,-1 0 0,1 0 0,-1 0 0,1 0 0,-1 0 0,1 0 0,-1 0 0,1 0 0,0 0 0,-1 0 0,1 0 0,-1 0 0,1 1 0,-1-1 0,1 0 0,0 0 0,-1 0 0,1 1 0,-1-1 0,1 0 0,0 0 0,-1 1 0,1-1 0,0 0 0,-1 1 0,1-1 0,0 0 0,0 1 0,-1-1 0,1 1 0,0-1 0,0 0 0,0 1 0,-1 0 0,-12 23 0,12-23 0,-11 26 0,2 0 0,0 1 0,2 0 0,-9 56 0,11-37 0,3 0 0,2 62 0,2-99 0,0 1 0,0-1 0,1 0 0,1 0 0,0 0 0,0 0 0,1 0 0,0-1 0,6 11 0,-9-18 0,0 0 0,1 1 0,-1-1 0,1 0 0,0 0 0,-1 0 0,1 0 0,0 0 0,0 0 0,0-1 0,1 1 0,-1-1 0,0 1 0,1-1 0,-1 0 0,0 0 0,1 0 0,0 0 0,-1 0 0,1-1 0,-1 1 0,1-1 0,0 0 0,-1 1 0,1-1 0,0 0 0,-1-1 0,1 1 0,0 0 0,-1-1 0,1 0 0,0 1 0,-1-1 0,1 0 0,-1 0 0,0-1 0,1 1 0,-1 0 0,3-3 0,5-3 0,-1 0 0,0 0 0,0-1 0,0-1 0,11-14 0,32-52 0,-8 10 0,-44 65 0,0 0 0,1 0 0,-1-1 0,0 1 0,0 0 0,0 0 0,0-1 0,0 1 0,0 0 0,1 0 0,-1 0 0,0-1 0,0 1 0,0 0 0,1 0 0,-1 0 0,0-1 0,0 1 0,0 0 0,1 0 0,-1 0 0,0 0 0,0 0 0,1 0 0,-1 0 0,0 0 0,0-1 0,1 1 0,-1 0 0,0 0 0,1 0 0,-1 0 0,0 0 0,0 0 0,1 1 0,-1-1 0,0 0 0,0 0 0,1 0 0,1 12 0,-4 17 0,-3-10 133,3-12-347,0 1 0,0 0 0,1 0 0,0 1 0,0-1 0,2 15 0,1-11-6612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5.658"/>
    </inkml:context>
    <inkml:brush xml:id="br0">
      <inkml:brushProperty name="width" value="0.05" units="cm"/>
      <inkml:brushProperty name="height" value="0.05" units="cm"/>
      <inkml:brushProperty name="color" value="#FFFFFF"/>
    </inkml:brush>
  </inkml:definitions>
  <inkml:trace contextRef="#ctx0" brushRef="#br0">1 31 24575,'0'-3'0,"0"-4"0,0-4 0,0 4 0,0 5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6.168"/>
    </inkml:context>
    <inkml:brush xml:id="br0">
      <inkml:brushProperty name="width" value="0.05" units="cm"/>
      <inkml:brushProperty name="height" value="0.05" units="cm"/>
      <inkml:brushProperty name="color" value="#FFFFFF"/>
    </inkml:brush>
  </inkml:definitions>
  <inkml:trace contextRef="#ctx0" brushRef="#br0">72 386 24575,'11'-6'0,"1"0"0,-1 0 0,-1-2 0,1 1 0,11-12 0,-19 17 0,-1 0 0,0 0 0,0 0 0,-1 0 0,1 0 0,0-1 0,-1 1 0,1 0 0,-1-1 0,0 1 0,0-1 0,0 0 0,0 1 0,0-1 0,-1 0 0,1 1 0,-1-1 0,0 0 0,1 0 0,-1 0 0,-1 1 0,1-1 0,0 0 0,-1 0 0,1 0 0,-1 1 0,0-1 0,0 0 0,0 1 0,-3-5 0,4 5 0,-1 0 0,0 1 0,-1-1 0,1 1 0,0-1 0,0 1 0,-1-1 0,1 1 0,-1 0 0,1 0 0,-1 0 0,1 0 0,-1 0 0,0 0 0,1 0 0,-1 0 0,0 1 0,0-1 0,0 1 0,-3-1 0,2 1 0,0 0 0,0 0 0,0 0 0,0 1 0,0 0 0,0-1 0,0 1 0,0 0 0,0 0 0,0 1 0,-4 2 0,0 0 0,0 1 0,0-1 0,1 2 0,0-1 0,0 1 0,0 0 0,1 0 0,-9 13 0,10-10 0,0 1 0,0-1 0,1 1 0,0 0 0,0 0 0,2 1 0,-1-1 0,1 0 0,0 18 0,1-24 0,1 0 0,-1 0 0,1 0 0,0 1 0,0-1 0,0 0 0,0 0 0,1 0 0,0-1 0,-1 1 0,6 6 0,-6-8 0,1 0 0,0 0 0,0 0 0,0-1 0,0 1 0,0-1 0,0 1 0,0-1 0,1 0 0,-1 0 0,1 0 0,-1 0 0,1 0 0,-1 0 0,1-1 0,-1 1 0,1-1 0,-1 0 0,1 0 0,4 0 0,-2-1 0,1 0 0,-1 0 0,1-1 0,-1 1 0,0-1 0,1-1 0,-1 1 0,0-1 0,0 1 0,-1-1 0,1-1 0,-1 1 0,1-1 0,5-6 0,5-6 0,-1 0 0,17-26 0,-13 13 0,-1-1 0,-1 0 0,-1-2 0,-2 1 0,-2-1 0,0-1 0,-3 0 0,0-1 0,3-44 0,-12 64 0,-6 20 0,-9 22 0,4 4 0,2 1 0,1 0 0,1 1 0,2 0 0,1 0 0,2 0 0,2 66 0,2-87 86,0-1-1,0 0 0,5 15 1,-5-23-218,0 1 1,1-1 0,-1 0-1,1 0 1,0 0 0,0-1 0,1 1-1,-1 0 1,1-1 0,-1 1 0,1-1-1,5 5 1,4-1-6695</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6.822"/>
    </inkml:context>
    <inkml:brush xml:id="br0">
      <inkml:brushProperty name="width" value="0.05" units="cm"/>
      <inkml:brushProperty name="height" value="0.05" units="cm"/>
      <inkml:brushProperty name="color" value="#FFFFFF"/>
    </inkml:brush>
  </inkml:definitions>
  <inkml:trace contextRef="#ctx0" brushRef="#br0">39 361 24575,'7'0'0,"1"0"0,0-1 0,0 0 0,-1 0 0,1-1 0,-1 0 0,12-5 0,-16 6 0,0-1 0,0 1 0,0-1 0,0 0 0,-1 0 0,1 0 0,0 0 0,-1 0 0,0 0 0,0-1 0,0 1 0,0-1 0,0 0 0,0 1 0,0-1 0,-1 0 0,0 0 0,1 0 0,-1 0 0,1-6 0,-1 7 0,-1 1 0,0-1 0,0 1 0,1 0 0,-1-1 0,0 1 0,0-1 0,0 1 0,0 0 0,-1-1 0,1 1 0,0-1 0,-1 1 0,1 0 0,-1-1 0,1 1 0,-1 0 0,1 0 0,-1-1 0,0 1 0,0 0 0,0 0 0,0 0 0,0 0 0,0 0 0,0 0 0,0 0 0,0 0 0,0 0 0,0 0 0,-2 0 0,1 0 0,0 1 0,0-1 0,-1 1 0,1 0 0,0-1 0,0 1 0,-1 0 0,1 0 0,0 1 0,0-1 0,0 0 0,-1 1 0,1-1 0,0 1 0,0 0 0,0 0 0,0-1 0,0 1 0,-2 2 0,-4 2 0,0 1 0,1-1 0,0 2 0,0-1 0,1 1 0,0 0 0,0 0 0,1 0 0,-1 1 0,-3 9 0,6-11 0,0-1 0,0 1 0,1 0 0,0 0 0,0 0 0,1 0 0,-1 1 0,2-1 0,-1 0 0,0 0 0,1 1 0,0-1 0,1 0 0,0 1 0,2 10 0,-3-15 0,1 0 0,0 0 0,0 0 0,0 0 0,0 0 0,0 0 0,0 0 0,0-1 0,0 1 0,1 0 0,-1-1 0,1 1 0,-1-1 0,1 1 0,0-1 0,0 1 0,-1-1 0,1 0 0,0 0 0,0 0 0,0 0 0,0-1 0,0 1 0,0 0 0,1-1 0,-1 0 0,0 1 0,0-1 0,0 0 0,0 0 0,1 0 0,-1 0 0,0 0 0,0-1 0,0 1 0,0-1 0,0 1 0,4-3 0,1 1 0,0-1 0,-1 0 0,1 0 0,-1-1 0,0 1 0,0-2 0,0 1 0,0 0 0,-1-1 0,8-9 0,-6 5 0,0-2 0,-1 1 0,7-17 0,-2 3 0,-11 23 0,0 1 0,0 0 0,0 0 0,1-1 0,-1 1 0,0 0 0,0 0 0,0-1 0,0 1 0,0 0 0,0 0 0,0-1 0,0 1 0,1 0 0,-1 0 0,0-1 0,0 1 0,0 0 0,1 0 0,-1 0 0,0 0 0,0-1 0,0 1 0,1 0 0,-1 0 0,0 0 0,0 0 0,1 0 0,-1 0 0,0 0 0,0-1 0,1 1 0,-1 0 0,0 0 0,1 0 0,-1 0 0,0 0 0,0 0 0,1 0 0,-1 1 0,0-1 0,0 0 0,1 0 0,-1 0 0,0 0 0,0 0 0,1 0 0,-1 0 0,0 1 0,0-1 0,1 0 0,-1 0 0,0 0 0,0 0 0,1 1 0,8 17 0,0-2 0,-7-14 0,0 0 0,0-1 0,0 1 0,0-1 0,0 0 0,0 1 0,0-1 0,0 0 0,1 0 0,-1 0 0,0-1 0,1 1 0,-1-1 0,1 1 0,-1-1 0,1 0 0,-1 0 0,4 0 0,-2 0 0,0-1 0,0 0 0,0 0 0,0-1 0,0 1 0,0-1 0,0 0 0,0 0 0,6-5 0,-1 1 0,-1-1 0,0 0 0,0-1 0,-1 0 0,0 0 0,0-1 0,8-15 0,1-11 0,-1-1 0,-2 0 0,-1-1 0,9-54 0,-20 84 0,6-27 0,-7 33 0,0 0 0,1 0 0,-1-1 0,0 1 0,0 0 0,0-1 0,0 1 0,0 0 0,0 0 0,-1-1 0,1 1 0,0 0 0,-1 0 0,1-1 0,-1 1 0,1 0 0,-1 0 0,1 0 0,-2-2 0,1 3 0,1 0 0,0 0 0,-1 0 0,1 0 0,0 0 0,0 0 0,-1 0 0,1 0 0,0 0 0,-1 0 0,1 0 0,0 1 0,-1-1 0,1 0 0,0 0 0,-1 0 0,1 0 0,0 0 0,0 1 0,-1-1 0,1 0 0,0 0 0,0 1 0,0-1 0,-1 0 0,1 0 0,0 1 0,0-1 0,0 0 0,0 0 0,-1 1 0,1-1 0,0 1 0,-7 12 0,6-11 0,-15 35 0,2 1 0,2 1 0,1 0 0,2 0 0,1 1 0,3 0 0,1 1 0,2 67 0,5-83-1365,1-6-5461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7.146"/>
    </inkml:context>
    <inkml:brush xml:id="br0">
      <inkml:brushProperty name="width" value="0.05" units="cm"/>
      <inkml:brushProperty name="height" value="0.05" units="cm"/>
      <inkml:brushProperty name="color" value="#FFFFFF"/>
    </inkml:brush>
  </inkml:definitions>
  <inkml:trace contextRef="#ctx0" brushRef="#br0">0 211 24575,'29'-1'0,"-1"-1"0,1-1 0,-1-2 0,0 0 0,-1-2 0,1-1 0,-1-1 0,-1-2 0,0 0 0,0-2 0,-1-1 0,26-19 0,-46 29 0,-1 0 0,1 0 0,-1-1 0,0 0 0,0 0 0,0 0 0,3-6 0,-7 10 0,1 0 0,0 0 0,-1 0 0,1 0 0,-1 0 0,1 0 0,-1 0 0,1 0 0,-1 0 0,0 0 0,0 0 0,0 0 0,1-1 0,-1 1 0,0 0 0,0 0 0,-1 0 0,1 0 0,0 0 0,0 0 0,0 0 0,-1-1 0,1 1 0,-1 0 0,1 0 0,0 0 0,-1 0 0,0 0 0,1 0 0,-1 1 0,0-1 0,1 0 0,-1 0 0,0 0 0,0 1 0,0-1 0,0 0 0,0 1 0,0-1 0,0 0 0,0 1 0,0 0 0,0-1 0,0 1 0,0 0 0,-2-1 0,-1 0 0,-1 0 0,1 0 0,-1 1 0,0-1 0,1 1 0,-1 0 0,0 0 0,1 1 0,-1-1 0,0 1 0,1 0 0,-8 3 0,5-1 0,-1 1 0,0 0 0,1 0 0,-1 0 0,1 1 0,-10 9 0,8-5 0,-1 0 0,1 1 0,1 0 0,0 0 0,0 1 0,1 0 0,1 1 0,-11 23 0,15-28-42,0-1-1,0 1 0,0 0 1,1 0-1,0-1 0,1 1 1,-1 0-1,1 0 0,1 0 1,-1 0-1,1 0 0,0 0 1,1 0-1,0-1 0,0 1 1,0-1-1,1 1 0,0-1 1,0 0-1,1 0 0,-1 0 1,1 0-1,0-1 0,1 1 1,0-1-1,0 0 0,0-1 1,0 1-1,1-1 0,-1 0 1,7 3-1,15 8-6783</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7.596"/>
    </inkml:context>
    <inkml:brush xml:id="br0">
      <inkml:brushProperty name="width" value="0.05" units="cm"/>
      <inkml:brushProperty name="height" value="0.05" units="cm"/>
      <inkml:brushProperty name="color" value="#FFFFFF"/>
    </inkml:brush>
  </inkml:definitions>
  <inkml:trace contextRef="#ctx0" brushRef="#br0">209 139 24575,'-27'-19'0,"23"17"0,0 0 0,1 0 0,-1 0 0,1-1 0,0 1 0,-1-1 0,1 0 0,0 0 0,1 0 0,-1 0 0,1 0 0,-4-5 0,6 6 0,0 1 0,0 0 0,0-1 0,0 1 0,0-1 0,0 1 0,1-1 0,-1 1 0,0-1 0,1 1 0,-1-1 0,1 1 0,-1 0 0,1-1 0,0 1 0,-1 0 0,1 0 0,0 0 0,0-1 0,0 1 0,0 0 0,0 0 0,0 0 0,1 0 0,-1 0 0,0 1 0,0-1 0,2-1 0,40-19 0,-41 20 0,-2 1 0,10-4 0,0 0 0,1 0 0,-1 1 0,14-2 0,-22 5 0,0 0 0,-1-1 0,1 1 0,0 0 0,-1 0 0,1 0 0,0 0 0,-1 0 0,1 0 0,0 1 0,-1-1 0,1 0 0,-1 1 0,1 0 0,-1-1 0,1 1 0,-1 0 0,1 0 0,-1-1 0,1 1 0,-1 0 0,0 1 0,0-1 0,1 0 0,-1 0 0,0 0 0,0 1 0,0-1 0,0 0 0,-1 1 0,1-1 0,0 1 0,-1-1 0,1 1 0,0 0 0,-1-1 0,1 3 0,1 12 0,-1 1 0,0 0 0,-1 0 0,-3 18 0,-13 70 0,5-36 0,-16 142 0,23-196 0,4-15 0,0 0 0,0 0 0,0 0 0,0 1 0,0-1 0,0 0 0,-1 0 0,1 0 0,0 0 0,0 0 0,0 0 0,0 0 0,0 0 0,-1 1 0,1-1 0,0 0 0,0 0 0,0 0 0,0 0 0,-1 0 0,1 0 0,0 0 0,0 0 0,0 0 0,0 0 0,-1 0 0,1 0 0,0 0 0,0 0 0,0 0 0,0 0 0,-1 0 0,1 0 0,0-1 0,0 1 0,0 0 0,0 0 0,-1 0 0,-13-20 0,11 15 0,-2-2 0,-7-13 0,-1 0 0,-27-31 0,36 47 0,-1-1 0,1 1 0,-1 0 0,0 0 0,0 0 0,-1 0 0,1 1 0,-1 0 0,1 0 0,-1 1 0,0 0 0,0 0 0,0 0 0,0 1 0,-10-2 0,13 3-54,0 0-1,0 0 0,0 1 1,0-1-1,0 1 1,0 0-1,0 0 0,0 0 1,0 0-1,0 0 1,0 0-1,1 1 0,-1 0 1,0-1-1,1 1 0,0 0 1,-1 0-1,1 0 1,0 1-1,0-1 0,0 0 1,0 1-1,1 0 1,-3 2-1,-1 7-6771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8.145"/>
    </inkml:context>
    <inkml:brush xml:id="br0">
      <inkml:brushProperty name="width" value="0.05" units="cm"/>
      <inkml:brushProperty name="height" value="0.05" units="cm"/>
      <inkml:brushProperty name="color" value="#FFFFFF"/>
    </inkml:brush>
  </inkml:definitions>
  <inkml:trace contextRef="#ctx0" brushRef="#br0">1 87 24575,'3'-5'0,"0"1"0,0-2 0,0 1 0,0 0 0,-1 0 0,0-1 0,0 0 0,1-7 0,4-10 0,-4 40 0,-2 14 0,-10 54 0,4-51 0,2 1 0,1 49 0,2-83 0,0 0 0,0 1 0,0-1 0,0 1 0,0-1 0,1 0 0,-1 1 0,0-1 0,1 0 0,-1 1 0,1-1 0,-1 0 0,1 1 0,0-1 0,-1 0 0,1 0 0,0 0 0,0 0 0,0 0 0,0 0 0,0 0 0,0 0 0,2 1 0,-2-2 0,1 1 0,-1-1 0,0 0 0,1 0 0,-1 0 0,1 0 0,-1 0 0,1 0 0,-1 0 0,1-1 0,-1 1 0,1 0 0,-1-1 0,1 1 0,-1-1 0,0 0 0,3-1 0,4-3 0,-1 0 0,1-1 0,-1 0 0,0 0 0,10-13 0,1-5 0,21-39 0,-24 37 0,24-31 0,-39 57 0,1-1 0,-1 1 0,0-1 0,1 1 0,-1-1 0,0 1 0,1-1 0,-1 1 0,1-1 0,-1 1 0,1 0 0,-1-1 0,1 1 0,-1 0 0,1-1 0,0 1 0,-1 0 0,1 0 0,-1-1 0,1 1 0,0 0 0,-1 0 0,1 0 0,0 0 0,0 0 0,0 0 0,-1 1 0,1-1 0,-1 1 0,1-1 0,-1 1 0,1-1 0,-1 1 0,1 0 0,-1-1 0,0 1 0,1-1 0,-1 1 0,0 0 0,0 0 0,1-1 0,-1 1 0,0 0 0,0 0 0,2 42 0,-2-39 0,-1 16 0,1-4 0,-1-1 0,2 0 0,3 21 0,-4-34 0,1 1 0,-1 0 0,1 0 0,0 0 0,0 0 0,0-1 0,0 1 0,0 0 0,1-1 0,-1 1 0,1-1 0,0 0 0,0 1 0,0-1 0,0 0 0,0 0 0,0 0 0,0-1 0,1 1 0,-1 0 0,1-1 0,-1 1 0,5 1 0,-3-3 0,-1 1 0,0-1 0,1 0 0,-1 0 0,0-1 0,1 1 0,-1 0 0,0-1 0,0 0 0,1 0 0,-1 0 0,0 0 0,0-1 0,0 1 0,0-1 0,0 0 0,-1 1 0,1-1 0,4-4 0,3-3 0,0-1 0,0 0 0,11-15 0,-14 15 0,1 0 0,-2-1 0,1 0 0,-2 0 0,1 0 0,-2-1 0,1 0 0,-2 0 0,1 0 0,-2 0 0,0-1 0,0 1 0,-1-1 0,-1-24 0,0 35 0,0 0 0,0 0 0,-1 0 0,1 1 0,0-1 0,-1 0 0,1 0 0,-1 0 0,0 1 0,1-1 0,-1 0 0,0 1 0,0-1 0,0 1 0,0-1 0,0 1 0,-1 0 0,-1-2 0,2 2 0,0 0 0,0 1 0,0-1 0,-1 1 0,1 0 0,0-1 0,0 1 0,-1 0 0,1 0 0,0-1 0,-1 1 0,1 0 0,0 0 0,-1 1 0,1-1 0,0 0 0,-1 0 0,1 1 0,-2 0 0,-1 0 0,0 1 0,1 0 0,-1 0 0,1 0 0,-1 0 0,1 1 0,0 0 0,0-1 0,0 1 0,0 0 0,0 0 0,1 1 0,-1-1 0,-2 6 0,-1 9-1365,4-2-5461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28.425"/>
    </inkml:context>
    <inkml:brush xml:id="br0">
      <inkml:brushProperty name="width" value="0.05" units="cm"/>
      <inkml:brushProperty name="height" value="0.05" units="cm"/>
      <inkml:brushProperty name="color" value="#FFFFFF"/>
    </inkml:brush>
  </inkml:definitions>
  <inkml:trace contextRef="#ctx0" brushRef="#br0">1 149 24575,'0'-2'0,"0"0"0,1 0 0,-1 0 0,1 1 0,-1-1 0,1 0 0,-1 0 0,1 1 0,0-1 0,0 0 0,0 1 0,0-1 0,0 1 0,1-1 0,-1 1 0,0-1 0,1 1 0,-1 0 0,1 0 0,-1 0 0,1 0 0,-1 0 0,1 0 0,2-1 0,6-2 0,0 0 0,1 1 0,12-3 0,-7 1 0,12-2 0,-13 3 0,0 0 0,0-1 0,-1 0 0,21-11 0,-34 15 0,0 1 0,0-1 0,0 1 0,0-1 0,0 0 0,0 0 0,0 1 0,0-1 0,-1 0 0,1 0 0,0 0 0,0 0 0,-1 0 0,1 0 0,-1 0 0,1 0 0,-1 0 0,1 0 0,-1 0 0,0-1 0,1 1 0,-1 0 0,0 0 0,0 0 0,0 0 0,0-1 0,0 1 0,0 0 0,0 0 0,0 0 0,0-1 0,-1 1 0,0-2 0,1 2 0,-1 1 0,0-1 0,0 0 0,1 0 0,-1 0 0,0 1 0,0-1 0,0 0 0,0 1 0,0-1 0,0 1 0,0-1 0,0 1 0,0-1 0,0 1 0,0 0 0,0-1 0,0 1 0,0 0 0,0 0 0,0 0 0,-1 0 0,1 0 0,0 0 0,0 0 0,0 0 0,0 1 0,0-1 0,0 0 0,0 1 0,0-1 0,0 0 0,0 1 0,0 0 0,-2 0 0,-2 3 0,-1 0 0,1 0 0,0 0 0,0 1 0,0 0 0,1 0 0,-1 0 0,1 0 0,0 1 0,1 0 0,-4 7 0,-6 13 0,-11 34 0,19-45 0,-63 207-1365,47-146-5461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31.368"/>
    </inkml:context>
    <inkml:brush xml:id="br0">
      <inkml:brushProperty name="width" value="0.05" units="cm"/>
      <inkml:brushProperty name="height" value="0.05" units="cm"/>
      <inkml:brushProperty name="color" value="#FFFFFF"/>
    </inkml:brush>
  </inkml:definitions>
  <inkml:trace contextRef="#ctx0" brushRef="#br0">34 1 24575,'-3'3'0,"-4"1"0,-1 2 0,-1 1 0,3-1 0,11 1 0,15 0 0,14-1 0,18-3 0,16 0 0,16-2 0,13-1 0,8-3 0,5-1 0,-6 0 0,-19 1-8191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06:31.527"/>
    </inkml:context>
    <inkml:brush xml:id="br0">
      <inkml:brushProperty name="width" value="0.05" units="cm"/>
      <inkml:brushProperty name="height" value="0.05" units="cm"/>
      <inkml:brushProperty name="color" value="#FFFFFF"/>
    </inkml:brush>
  </inkml:definitions>
  <inkml:trace contextRef="#ctx0" brushRef="#br0">4 1 24575,'-3'3'0,"5"1"0,10 0 0,16-1 0,21-1 0,20-4 0,18-1 0,19-1 0,11 1 0,7 1 0,-17 1-8191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5:10:55.827"/>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3.026"/>
    </inkml:context>
    <inkml:brush xml:id="br0">
      <inkml:brushProperty name="width" value="0.05" units="cm"/>
      <inkml:brushProperty name="height" value="0.05" units="cm"/>
      <inkml:brushProperty name="color" value="#FFFFFF"/>
    </inkml:brush>
  </inkml:definitions>
  <inkml:trace contextRef="#ctx0" brushRef="#br0">5 292 24575,'-1'0'0,"1"0"0,0 0 0,0 0 0,0 0 0,0 0 0,-1 0 0,1 0 0,0 0 0,0 0 0,0 0 0,0 0 0,0 0 0,-1 0 0,1 0 0,0 0 0,0-1 0,0 1 0,0 0 0,0 0 0,-1 0 0,1 0 0,0 0 0,0 0 0,0 0 0,0-1 0,0 1 0,0 0 0,0 0 0,0 0 0,0 0 0,-1 0 0,1 0 0,0-1 0,0 1 0,0 0 0,0 0 0,0 0 0,0 0 0,0-1 0,0 1 0,0 0 0,0 0 0,0 0 0,0 0 0,0-1 0,1 1 0,3-11 0,11-8 0,14-12 0,-11 12 0,-1 0 0,-1 0 0,0-2 0,13-24 0,-13 12 0,-11 21 0,1 1 0,0 0 0,0 0 0,10-11 0,-16 22 0,0 0 0,0 0 0,0-1 0,0 1 0,0 0 0,0 0 0,0 0 0,1 0 0,-1 0 0,0 0 0,0-1 0,0 1 0,0 0 0,0 0 0,0 0 0,0 0 0,0 0 0,1 0 0,-1 0 0,0 0 0,0 0 0,0 0 0,0 0 0,0 0 0,0 0 0,1 0 0,-1 0 0,0 0 0,0 0 0,0 0 0,0 0 0,0 0 0,1 0 0,-1 0 0,0 0 0,0 0 0,0 0 0,0 0 0,0 0 0,0 0 0,1 0 0,-1 0 0,0 0 0,0 0 0,0 0 0,0 0 0,0 0 0,0 1 0,2 8 0,-4 20 0,2-23 0,-27 970 0,28-963 0,-2 1 0,1 0 0,1 0 0,1 0 0,0 0 0,0 0 0,2-1 0,-1 1 0,7 14 0,-9-27-80,0 1 0,0 0-1,0-1 1,0 1 0,0-1-1,0 1 1,1-1 0,-1 0-1,0 1 1,1-1 0,-1 0 0,1 0-1,-1 0 1,1 0 0,-1 0-1,3 1 1,7-2-6746</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3.353"/>
    </inkml:context>
    <inkml:brush xml:id="br0">
      <inkml:brushProperty name="width" value="0.05" units="cm"/>
      <inkml:brushProperty name="height" value="0.05" units="cm"/>
      <inkml:brushProperty name="color" value="#FFFFFF"/>
    </inkml:brush>
  </inkml:definitions>
  <inkml:trace contextRef="#ctx0" brushRef="#br0">15 155 24575,'0'0'0,"-1"0"0,0 0 0,0 0 0,1 0 0,-1 0 0,0 1 0,0-1 0,1 0 0,-1 0 0,0 1 0,1-1 0,-1 0 0,0 1 0,1-1 0,-1 1 0,1-1 0,-1 1 0,1-1 0,-1 1 0,0 0 0,1-1 0,0 0 0,0 1 0,0-1 0,0 0 0,0 1 0,-1-1 0,1 0 0,0 1 0,0-1 0,0 0 0,0 1 0,0-1 0,0 0 0,0 1 0,0-1 0,0 0 0,0 1 0,0-1 0,1 0 0,-1 1 0,0-1 0,0 0 0,0 1 0,0-1 0,0 0 0,1 0 0,-1 1 0,0-1 0,0 0 0,1 0 0,-1 1 0,0-1 0,0 0 0,1 0 0,-1 0 0,0 1 0,0-1 0,1 0 0,95 50 0,-22-14 0,-70-34 0,10 6 0,-1-1 0,1 0 0,0-1 0,24 7 0,-34-13 0,0 1 0,0 0 0,1-1 0,-1 0 0,0 0 0,0 0 0,0 0 0,0-1 0,0 1 0,1-1 0,-1 0 0,0 0 0,0-1 0,-1 1 0,1-1 0,0 0 0,0 0 0,-1 0 0,0 0 0,1-1 0,5-5 0,-1-1 0,0-1 0,-1 0 0,0 0 0,-1 0 0,0-1 0,-1 0 0,0 0 0,0 0 0,-1-1 0,2-11 0,1-6 0,-2 0 0,4-57 0,-9 83 14,0 2 238,0 18-1883,-1-2-5195</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5.656"/>
    </inkml:context>
    <inkml:brush xml:id="br0">
      <inkml:brushProperty name="width" value="0.05" units="cm"/>
      <inkml:brushProperty name="height" value="0.05" units="cm"/>
      <inkml:brushProperty name="color" value="#FFFFFF"/>
    </inkml:brush>
  </inkml:definitions>
  <inkml:trace contextRef="#ctx0" brushRef="#br0">1 314 24575,'9'0'0,"0"-1"0,1-1 0,14-4 0,9-1 0,249-25 0,-104 14 0,656-33 0,-520 40 0,1308-50-549,-1574 60 549,1357-36 0,-1110 30 0,211-3 0,-119 0 377,-159 2-205,152-8-172,164-2 0,-154 9 0,-22 0 0,763 10-1365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5.984"/>
    </inkml:context>
    <inkml:brush xml:id="br0">
      <inkml:brushProperty name="width" value="0.05" units="cm"/>
      <inkml:brushProperty name="height" value="0.05" units="cm"/>
      <inkml:brushProperty name="color" value="#FFFFFF"/>
    </inkml:brush>
  </inkml:definitions>
  <inkml:trace contextRef="#ctx0" brushRef="#br0">27 15 24575,'-1'0'0,"-1"0"0,1 0 0,-1 0 0,1-1 0,0 1 0,-1 0 0,1-1 0,-1 1 0,1-1 0,0 1 0,-1-1 0,1 1 0,0-1 0,0 0 0,-1 0 0,0-1 0,2 2 0,0 0 0,0 0 0,0 0 0,0 0 0,0 0 0,0 0 0,-1-1 0,1 1 0,0 0 0,0 0 0,0 0 0,0 0 0,0 0 0,0 0 0,0-1 0,0 1 0,0 0 0,0 0 0,0 0 0,0 0 0,0 0 0,0-1 0,0 1 0,0 0 0,0 0 0,0 0 0,0 0 0,0 0 0,1 0 0,-1 0 0,0-1 0,0 1 0,0 0 0,0 0 0,0 0 0,0 0 0,0 0 0,0 0 0,0 0 0,1 0 0,-1 0 0,0-1 0,0 1 0,0 0 0,0 0 0,0 0 0,0 0 0,1 0 0,15 0 0,146 27 0,-135-20 0,0 1 0,0 1 0,46 23 0,-68-30 0,1 1 0,-1 0 0,-1 1 0,1-1 0,0 1 0,-1 0 0,0 0 0,0 0 0,0 1 0,0-1 0,3 7 0,-6-9 0,0 1 0,1 0 0,-1 0 0,0 1 0,-1-1 0,1 0 0,0 0 0,-1 0 0,0 1 0,0-1 0,0 0 0,0 0 0,0 0 0,-1 1 0,1-1 0,-1 0 0,0 0 0,0 0 0,0 0 0,0 0 0,-4 5 0,-2 4 0,0-1 0,-2 0 0,1-1 0,-1 0 0,-1 0 0,1-1 0,-18 13 0,-83 50 0,106-70 0,-148 86-1365,113-64-5461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9.370"/>
    </inkml:context>
    <inkml:brush xml:id="br0">
      <inkml:brushProperty name="width" value="0.05" units="cm"/>
      <inkml:brushProperty name="height" value="0.05" units="cm"/>
      <inkml:brushProperty name="color" value="#FFFFFF"/>
    </inkml:brush>
  </inkml:definitions>
  <inkml:trace contextRef="#ctx0" brushRef="#br0">103 125 24575,'0'-23'0,"0"-33"0,0 53 0,0 0 0,0 0 0,1 1 0,0-1 0,-1 0 0,1 0 0,0 1 0,0-1 0,0 0 0,1 1 0,-1-1 0,1 1 0,-1 0 0,5-5 0,-6 7 0,0 0 0,1 0 0,-1-1 0,0 1 0,0 0 0,1 0 0,-1 0 0,0 0 0,0 0 0,1 0 0,-1 0 0,0 0 0,1 0 0,-1 0 0,0 0 0,1 0 0,-1 0 0,0 0 0,0 0 0,1 0 0,-1 0 0,0 0 0,1 0 0,-1 0 0,0 0 0,0 0 0,1 0 0,-1 1 0,0-1 0,1 0 0,-1 0 0,0 0 0,0 1 0,0-1 0,1 0 0,-1 0 0,0 1 0,0-1 0,0 0 0,0 0 0,1 1 0,-1-1 0,0 0 0,0 0 0,0 1 0,0-1 0,0 0 0,0 1 0,0-1 0,0 0 0,0 1 0,0-1 0,3 19 0,-3 9 0,-2 0 0,-1 0 0,-11 47 0,8-41 0,-6 25 0,-64 388 0,58-315-1365,15-104-5461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9.668"/>
    </inkml:context>
    <inkml:brush xml:id="br0">
      <inkml:brushProperty name="width" value="0.05" units="cm"/>
      <inkml:brushProperty name="height" value="0.05" units="cm"/>
      <inkml:brushProperty name="color" value="#FFFFFF"/>
    </inkml:brush>
  </inkml:definitions>
  <inkml:trace contextRef="#ctx0" brushRef="#br0">26 1 24575,'-1'0'0,"0"0"0,0 0 0,0 0 0,0 0 0,0 0 0,0 0 0,0 0 0,0 0 0,0 0 0,0 0 0,0 1 0,1-1 0,-1 0 0,0 1 0,0-1 0,0 1 0,0-1 0,0 1 0,1-1 0,-1 1 0,0 0 0,1-1 0,-1 1 0,0 0 0,1-1 0,-1 1 0,1 0 0,-1 0 0,0 1 0,1 1 0,-1-1 0,1 0 0,0 0 0,0 0 0,1 0 0,-1 0 0,0 1 0,1-1 0,-1 0 0,1 0 0,0 0 0,1 3 0,4 6 0,0 0 0,1 0 0,12 15 0,-13-19 0,0-1 0,0 0 0,0 0 0,0 0 0,1-1 0,0 0 0,0 0 0,0 0 0,1-1 0,12 5 0,-14-8 0,-1 1 0,1-1 0,-1 0 0,1-1 0,0 1 0,-1-1 0,1 0 0,0 0 0,-1-1 0,1 0 0,-1 0 0,1 0 0,-1-1 0,1 0 0,-1 0 0,0 0 0,6-3 0,-3 0 0,-1 0 0,1 0 0,-1-1 0,1 0 0,-2 0 0,1-1 0,-1 0 0,9-11 0,-6 5 0,-1-1 0,0 0 0,12-30 0,-19 39-1365</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26.035"/>
    </inkml:context>
    <inkml:brush xml:id="br0">
      <inkml:brushProperty name="width" value="0.05" units="cm"/>
      <inkml:brushProperty name="height" value="0.05" units="cm"/>
      <inkml:brushProperty name="color" value="#FFFFFF"/>
    </inkml:brush>
  </inkml:definitions>
  <inkml:trace contextRef="#ctx0" brushRef="#br0">5 15 24575,'-4'0'0,"4"0"0,6 0 0,5 0 0,7 0 0,7 0 0,4 0 0,4 0 0,1-3 0,2-1 0,0 0 0,-6 1-8191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26.203"/>
    </inkml:context>
    <inkml:brush xml:id="br0">
      <inkml:brushProperty name="width" value="0.05" units="cm"/>
      <inkml:brushProperty name="height" value="0.05" units="cm"/>
      <inkml:brushProperty name="color" value="#FFFFFF"/>
    </inkml:brush>
  </inkml:definitions>
  <inkml:trace contextRef="#ctx0" brushRef="#br0">36 45 24575,'-6'3'0,"-5"1"0,0 3 0,4 0 0,6-4 0,10-2 0,12-5 0,11-2 0,12-2 0,10-3 0,9 0 0,4 0 0,3 1 0,-10 2-8191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25.082"/>
    </inkml:context>
    <inkml:brush xml:id="br0">
      <inkml:brushProperty name="width" value="0.05" units="cm"/>
      <inkml:brushProperty name="height" value="0.05" units="cm"/>
      <inkml:brushProperty name="color" value="#FFFFFF"/>
    </inkml:brush>
  </inkml:definitions>
  <inkml:trace contextRef="#ctx0" brushRef="#br0">8256 36 24575,'-3'0'0,"0"-1"0,0 0 0,1 0 0,-1 0 0,0-1 0,0 1 0,-2-3 0,-7-2 0,1 2 0,0 1 0,-1 0 0,0 0 0,1 1 0,-1 0 0,0 1 0,0 1 0,0 0 0,0 0 0,-14 3 0,-16 5 0,-63 19 0,56-13 0,-814 192 0,-1043 145-1955,320-71 1652,341-56 92,507-67 1441,10 36 9,724-192-1239,-203 60 0,-58 16 0,189-59 0,-117 13 0,181-30-455,0 1 0,-21 5 0,22-3-6371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25.409"/>
    </inkml:context>
    <inkml:brush xml:id="br0">
      <inkml:brushProperty name="width" value="0.05" units="cm"/>
      <inkml:brushProperty name="height" value="0.05" units="cm"/>
      <inkml:brushProperty name="color" value="#FFFFFF"/>
    </inkml:brush>
  </inkml:definitions>
  <inkml:trace contextRef="#ctx0" brushRef="#br0">263 6 24575,'1'0'0,"-1"0"0,0 0 0,0 0 0,0 0 0,0-1 0,0 1 0,0 0 0,0 0 0,0 0 0,0 0 0,0 0 0,0-1 0,0 1 0,0 0 0,0 0 0,0 0 0,0 0 0,0 0 0,0-1 0,0 1 0,0 0 0,0 0 0,0 0 0,0 0 0,0 0 0,0 0 0,0-1 0,0 1 0,0 0 0,0 0 0,0 0 0,-1 0 0,1 0 0,0 0 0,0 0 0,0-1 0,0 1 0,0 0 0,0 0 0,0 0 0,-1 0 0,1 0 0,0 0 0,0 0 0,0 0 0,0 0 0,0 0 0,0 0 0,-1 0 0,1 0 0,0 0 0,0 0 0,0 0 0,0 0 0,0 0 0,-1 0 0,1 0 0,0 0 0,0 0 0,0 0 0,0 0 0,0 0 0,-1 0 0,1 0 0,0 0 0,0 0 0,-11 14 0,-17 34 0,19-32 0,-18 25 0,-37 44 0,36-50 0,-41 66 0,66-95 0,-1 0 0,1 1 0,1-1 0,-1 1 0,1-1 0,0 1 0,1 0 0,-2 13 0,3-17 0,0 0 0,1 1 0,-1-1 0,0 1 0,1-1 0,0 0 0,0 1 0,0-1 0,0 0 0,1 0 0,-1 0 0,1 0 0,0 0 0,0 0 0,0 0 0,0-1 0,0 1 0,0-1 0,5 4 0,4 2 0,0 0 0,0-1 0,1 0 0,0-1 0,15 6 0,67 19 0,-66-23 0,190 47-1365,-176-47-5461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2.015"/>
    </inkml:context>
    <inkml:brush xml:id="br0">
      <inkml:brushProperty name="width" value="0.05" units="cm"/>
      <inkml:brushProperty name="height" value="0.05" units="cm"/>
      <inkml:brushProperty name="color" value="#FFFFFF"/>
    </inkml:brush>
  </inkml:definitions>
  <inkml:trace contextRef="#ctx0" brushRef="#br0">0 1224 24575,'36'0'0,"605"-21"0,81-75-667,-4-30-512,-122 21 696,217-27-101,116-19-798,-4-20 211,415-88 1211,-1331 258-10,280-53 2266,-194 32-852,92-35 0,-141 37-2597,-33 11-5673</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2.376"/>
    </inkml:context>
    <inkml:brush xml:id="br0">
      <inkml:brushProperty name="width" value="0.05" units="cm"/>
      <inkml:brushProperty name="height" value="0.05" units="cm"/>
      <inkml:brushProperty name="color" value="#FFFFFF"/>
    </inkml:brush>
  </inkml:definitions>
  <inkml:trace contextRef="#ctx0" brushRef="#br0">0 37 24575,'36'-8'0,"33"-3"0,-55 9 0,107-12 0,-101 13 0,1 1 0,-1 0 0,39 7 0,-56-6 0,0-1 0,0 1 0,0 0 0,0 0 0,0 0 0,0 0 0,0 1 0,0-1 0,-1 1 0,1 0 0,-1 0 0,1 0 0,-1 0 0,0 0 0,0 0 0,3 4 0,-4-4 0,0 0 0,0 0 0,0 0 0,-1 0 0,1 0 0,-1 0 0,1 0 0,-1 0 0,0 0 0,0 1 0,0-1 0,0 0 0,0 0 0,0 0 0,0 1 0,-1-1 0,1 0 0,-1 0 0,0 0 0,0 0 0,1 0 0,-1 0 0,-1 0 0,0 2 0,-4 5 0,-1 0 0,0 0 0,0-1 0,-1 0 0,0 0 0,-1-1 0,-16 13 0,-76 38 0,85-48 0,-71 35-1365,1-4-5461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14.210"/>
    </inkml:context>
    <inkml:brush xml:id="br0">
      <inkml:brushProperty name="width" value="0.05" units="cm"/>
      <inkml:brushProperty name="height" value="0.05" units="cm"/>
      <inkml:brushProperty name="color" value="#FFFFFF"/>
    </inkml:brush>
  </inkml:definitions>
  <inkml:trace contextRef="#ctx0" brushRef="#br0">9096 89 24575,'-227'7'0,"-706"22"0,661-29-71,-1278-12-1422,-474 4 1302,1239 10 182,-333-25-466,82-53 2714,953 70-2239,-91 5 0,82 2 0,-78 8 0,10 0 0,124-9 0,-231 10 0,99-3-1365</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14.552"/>
    </inkml:context>
    <inkml:brush xml:id="br0">
      <inkml:brushProperty name="width" value="0.05" units="cm"/>
      <inkml:brushProperty name="height" value="0.05" units="cm"/>
      <inkml:brushProperty name="color" value="#FFFFFF"/>
    </inkml:brush>
  </inkml:definitions>
  <inkml:trace contextRef="#ctx0" brushRef="#br0">226 6 24575,'8'-2'0,"5"-2"0,-11 7 0,-5 5 0,-4 1 0,-1 1 0,0-2 0,-1 1 0,0-1 0,0 0 0,-13 7 0,3 0 0,-26 16 0,34-24 0,0 0 0,0 1 0,0 0 0,1 0 0,1 1 0,-1 1 0,1 0 0,-10 15 0,17-23 11,1 1 0,0 0-1,0 0 1,0-1 0,0 1-1,1 0 1,-1 0 0,1 0-1,0 0 1,0 0 0,0 0-1,0-1 1,0 1 0,0 0-1,2 5 1,0-2 13,0 0 1,0 0-1,1 0 0,0-1 1,0 1-1,7 9 1,1-2-367,1 0 1,0 0 0,1-1-1,18 13 1,0-3-6485</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7.284"/>
    </inkml:context>
    <inkml:brush xml:id="br0">
      <inkml:brushProperty name="width" value="0.05" units="cm"/>
      <inkml:brushProperty name="height" value="0.05" units="cm"/>
      <inkml:brushProperty name="color" value="#FFFFFF"/>
    </inkml:brush>
  </inkml:definitions>
  <inkml:trace contextRef="#ctx0" brushRef="#br0">1 120 24575,'500'-9'-939,"-202"2"509,1578-31-3528,-649 11 3901,1134 3-1553,-1891 24 2162,-159 1 4471,-292-2-5010,1-1 1,-1 0-1,25-7 1,-34 7-6840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7.565"/>
    </inkml:context>
    <inkml:brush xml:id="br0">
      <inkml:brushProperty name="width" value="0.05" units="cm"/>
      <inkml:brushProperty name="height" value="0.05" units="cm"/>
      <inkml:brushProperty name="color" value="#FFFFFF"/>
    </inkml:brush>
  </inkml:definitions>
  <inkml:trace contextRef="#ctx0" brushRef="#br0">19 9 24575,'-3'0'0,"-1"-3"0,-3-1 0,3 3 0,5 5 0,5 4 0,8 5 0,7 2 0,6 2 0,5 4 0,2 4 0,1 4 0,-2 2 0,-6 3 0,-12 4 0,-13 2 0,-22 2 0,-8-5-8191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6.579"/>
    </inkml:context>
    <inkml:brush xml:id="br0">
      <inkml:brushProperty name="width" value="0.05" units="cm"/>
      <inkml:brushProperty name="height" value="0.05" units="cm"/>
      <inkml:brushProperty name="color" value="#FFFFFF"/>
    </inkml:brush>
  </inkml:definitions>
  <inkml:trace contextRef="#ctx0" brushRef="#br0">8 53 24575,'-3'0'0,"0"3"0,2 1 0,8-1 0,8 0 0,11-1 0,13-3 0,14-2 0,16-1 0,14-2 0,14 0 0,7-2 0,2 0 0,-3-1 0,-7 0 0,-13 3 0,-28 1 0,-23 3-8191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3:56.780"/>
    </inkml:context>
    <inkml:brush xml:id="br0">
      <inkml:brushProperty name="width" value="0.05" units="cm"/>
      <inkml:brushProperty name="height" value="0.05" units="cm"/>
      <inkml:brushProperty name="color" value="#FFFFFF"/>
    </inkml:brush>
  </inkml:definitions>
  <inkml:trace contextRef="#ctx0" brushRef="#br0">0 101 24575,'6'-3'0,"5"-1"0,6-3 0,7-3 0,4 1 0,7-2 0,6-2 0,9 1 0,3 4 0,6 2 0,4-1 0,3 1 0,-9 2-8191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9.098"/>
    </inkml:context>
    <inkml:brush xml:id="br0">
      <inkml:brushProperty name="width" value="0.05" units="cm"/>
      <inkml:brushProperty name="height" value="0.05" units="cm"/>
      <inkml:brushProperty name="color" value="#FFFFFF"/>
    </inkml:brush>
  </inkml:definitions>
  <inkml:trace contextRef="#ctx0" brushRef="#br0">0 1 24575,'0'3'0,"3"1"0,7-1 0,8 1 0,9-2 0,12-4 0,12-1 0,11-1 0,8 1 0,-9 1-8191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9.287"/>
    </inkml:context>
    <inkml:brush xml:id="br0">
      <inkml:brushProperty name="width" value="0.05" units="cm"/>
      <inkml:brushProperty name="height" value="0.05" units="cm"/>
      <inkml:brushProperty name="color" value="#FFFFFF"/>
    </inkml:brush>
  </inkml:definitions>
  <inkml:trace contextRef="#ctx0" brushRef="#br0">15 16 24575,'-3'0'0,"-4"3"0,2 1 0,9 0 0,11-1 0,15-1 0,16-4 0,13-1 0,12-3 0,9-1 0,5 1 0,0 1 0,-14 2-8191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42.190"/>
    </inkml:context>
    <inkml:brush xml:id="br0">
      <inkml:brushProperty name="width" value="0.05" units="cm"/>
      <inkml:brushProperty name="height" value="0.05" units="cm"/>
      <inkml:brushProperty name="color" value="#FFFFFF"/>
    </inkml:brush>
  </inkml:definitions>
  <inkml:trace contextRef="#ctx0" brushRef="#br0">282 472 24575,'1'-2'0,"0"1"0,0-1 0,0 1 0,0-1 0,0 1 0,0 0 0,1-1 0,-1 1 0,1 0 0,-1 0 0,1 0 0,-1 0 0,1 0 0,0 0 0,2 0 0,6-6 0,-5 3 0,0-1 0,0 0 0,0-1 0,-1 1 0,0-1 0,0 1 0,0-1 0,-1-1 0,0 1 0,0 0 0,0-1 0,-1 1 0,0-1 0,1-9 0,-2 11 0,0 1 0,-1-1 0,0 1 0,1-1 0,-2 1 0,1-1 0,0 1 0,-1-1 0,0 1 0,0 0 0,0-1 0,-1 1 0,1 0 0,-1 0 0,0 0 0,-1 0 0,1 0 0,0 0 0,-1 1 0,0-1 0,0 1 0,0-1 0,-5-3 0,5 5 0,-1 0 0,0 0 0,0 0 0,0 1 0,1-1 0,-2 1 0,1 0 0,0 0 0,0 0 0,0 1 0,0-1 0,-1 1 0,1 0 0,0 0 0,0 1 0,-1-1 0,1 1 0,0 0 0,0 0 0,0 0 0,0 1 0,0-1 0,0 1 0,-3 2 0,-9 5 0,0 0 0,1 1 0,0 1 0,-16 15 0,10-7 0,-38 44 0,51-54 0,1 1 0,1 0 0,-1 0 0,2 0 0,-1 1 0,1 0 0,-5 18 0,9-27 0,1 0 0,-1 0 0,1 0 0,-1 0 0,1 0 0,0 0 0,0 0 0,0 0 0,0 0 0,0 1 0,1-1 0,-1 0 0,1 0 0,-1 0 0,1 0 0,0 0 0,-1 0 0,1-1 0,0 1 0,3 3 0,-3-3 0,1 0 0,0-1 0,1 1 0,-1-1 0,0 1 0,0-1 0,1 0 0,-1 0 0,1 0 0,-1 0 0,1 0 0,-1-1 0,1 1 0,3-1 0,4 1 0,0-1 0,0 0 0,1 0 0,-1-2 0,0 1 0,0-1 0,13-4 0,-10 1 0,0 0 0,-1-1 0,0 0 0,0-1 0,0-1 0,-1 1 0,0-2 0,-1 0 0,12-12 0,-7 5 0,-1-1 0,-1-1 0,0 0 0,19-39 0,-23 42 0,-9 23 0,-10 33 0,8-34 0,-5 16 0,2 0 0,1 0 0,1 0 0,1 45 0,1-66 0,2 1 0,-1-1 0,0 1 0,0-1 0,1 1 0,-1-1 0,1 1 0,0-1 0,0 1 0,0-1 0,0 0 0,0 1 0,1-1 0,-1 0 0,1 0 0,-1 0 0,1 0 0,0 0 0,-1-1 0,1 1 0,0 0 0,0-1 0,0 1 0,1-1 0,-1 0 0,0 0 0,0 0 0,1 0 0,-1 0 0,1 0 0,-1-1 0,1 1 0,-1-1 0,1 1 0,4-1 0,2 0 0,0-1 0,-1 0 0,1 0 0,-1-1 0,1 1 0,-1-2 0,0 0 0,0 0 0,12-6 0,-6 1 0,0-1 0,0 0 0,-1-2 0,0 1 0,-1-2 0,0 1 0,-1-2 0,11-15 0,-8 9 0,-1-1 0,-1 0 0,-1-1 0,-1-1 0,8-24 0,-13 23 0,-5 23 0,-1 0 0,1 0 0,0 0 0,-1 0 0,1 0 0,-1 0 0,1 0 0,0 1 0,-1-1 0,1 0 0,0 0 0,-1 0 0,1 1 0,0-1 0,-1 0 0,1 0 0,0 1 0,0-1 0,-1 0 0,1 0 0,0 1 0,0-1 0,0 0 0,-1 1 0,1-1 0,0 1 0,0 0 0,-24 41 0,19-29 0,0 1 0,2-1 0,-4 20 0,6-29 0,1 1 0,-1-1 0,1 1 0,0-1 0,0 1 0,0-1 0,0 1 0,1-1 0,0 1 0,0-1 0,0 1 0,1-1 0,-1 0 0,4 7 0,-3-10 0,0 1 0,-1 0 0,1 0 0,0-1 0,0 1 0,0-1 0,0 1 0,1-1 0,-1 0 0,0 0 0,0 0 0,1 0 0,-1-1 0,1 1 0,-1 0 0,0-1 0,1 0 0,-1 1 0,1-1 0,-1 0 0,1 0 0,-1-1 0,1 1 0,-1 0 0,1-1 0,-1 0 0,1 1 0,-1-1 0,4-2 0,3-1 0,-1 0 0,1 0 0,-1-1 0,0-1 0,0 1 0,10-10 0,10-13 0,38-49 0,-47 52 0,-6 14 0,-13 11 0,1 1 0,-1-1 0,0 0 0,0 1 0,0-1 0,1 0 0,-1 1 0,0-1 0,0 0 0,0 1 0,0-1 0,0 1 0,0-1 0,0 0 0,0 1 0,0-1 0,0 0 0,0 1 0,0-1 0,0 1 0,0-1 0,0 0 0,0 1 0,0-1 0,0 0 0,-1 1 0,-11 40 0,9-31 0,-2 8 0,-5 37 0,9-50 0,1 0 0,-1 0 0,1 0 0,0 0 0,1 0 0,-1 0 0,1 0 0,0 0 0,0 0 0,1-1 0,-1 1 0,5 8 0,-4-11 0,-1 0 0,1 0 0,0 0 0,0 0 0,0-1 0,0 1 0,0 0 0,0-1 0,0 0 0,0 1 0,1-1 0,-1 0 0,0 0 0,1-1 0,-1 1 0,1 0 0,-1-1 0,1 1 0,-1-1 0,1 0 0,-1 0 0,1 0 0,-1 0 0,1 0 0,-1-1 0,4 0 0,1-1 0,1 0 0,0 0 0,0-1 0,-1 0 0,1 0 0,-1-1 0,7-4 0,2-4 0,0-1 0,0 0 0,-2-1 0,0-1 0,0 0 0,-2-1 0,0-1 0,-1 0 0,18-36 0,-2-5 0,34-112 0,-55 149 0,9-43 0,-16 49 0,1 15 0,0 0 0,0 0 0,0 0 0,0 0 0,0 0 0,0-1 0,0 1 0,0 0 0,0 0 0,0 0 0,0 0 0,0 0 0,0 0 0,-1 0 0,1-1 0,0 1 0,0 0 0,0 0 0,0 0 0,0 0 0,0 0 0,0 0 0,-1 0 0,1 0 0,0 0 0,0 0 0,0 0 0,0 0 0,0 0 0,-1 0 0,1 0 0,0 0 0,0 0 0,0 0 0,0 0 0,0 0 0,-1 0 0,1 0 0,0 0 0,0 0 0,0 0 0,0 0 0,-2 1 0,0 1 0,1-1 0,0 0 0,-1 1 0,1-1 0,0 1 0,-1 0 0,1-1 0,-1 4 0,-18 35 0,3 1 0,1 0 0,2 1 0,2 1 0,2 0 0,-9 87 0,18-110-273,1 0 0,0 0 0,2 0 0,4 26 0,-2-27-6553</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42.630"/>
    </inkml:context>
    <inkml:brush xml:id="br0">
      <inkml:brushProperty name="width" value="0.05" units="cm"/>
      <inkml:brushProperty name="height" value="0.05" units="cm"/>
      <inkml:brushProperty name="color" value="#FFFFFF"/>
    </inkml:brush>
  </inkml:definitions>
  <inkml:trace contextRef="#ctx0" brushRef="#br0">1 329 24575,'0'-4'0,"0"1"0,1 0 0,0 0 0,0 0 0,0-1 0,0 1 0,0 0 0,0 1 0,1-1 0,0 0 0,-1 0 0,1 1 0,0-1 0,0 0 0,0 1 0,1 0 0,-1 0 0,1 0 0,2-2 0,9-6 0,0 1 0,24-11 0,-13 7 0,-10 4 0,-1 0 0,1-1 0,-2-1 0,0 0 0,0-1 0,-1 0 0,0-1 0,-1 0 0,-1-1 0,0 0 0,-1-1 0,0 0 0,9-22 0,-7 13 0,-10 24 0,-6 14 0,-19 51 0,2 1 0,4 0 0,-12 81 0,29-141 0,-3 27 0,4-32 0,0 0 0,0 1 0,0-1 0,0 0 0,0 0 0,0 1 0,0-1 0,0 0 0,1 0 0,-1 0 0,0 0 0,1 1 0,-1-1 0,1 0 0,0 0 0,-1 0 0,1 0 0,0 0 0,-1 0 0,2 1 0,0-2 0,-1 0 0,1-1 0,-1 1 0,1 0 0,-1-1 0,1 1 0,-1-1 0,0 0 0,1 1 0,-1-1 0,0 0 0,1 0 0,-1 0 0,0 0 0,0 0 0,0 0 0,0 0 0,0 0 0,1-2 0,2-2 0,16-13 0,0 1 0,1 1 0,1 0 0,29-15 0,-42 27 0,0 0 0,0 0 0,0 1 0,1 0 0,-1 1 0,15-2 0,-18 4 0,0-1 0,0 1 0,0 1 0,-1-1 0,1 1 0,0 0 0,0 0 0,-1 1 0,1 0 0,-1 0 0,11 5 0,-14-5-76,1 0 1,0 0-1,0 0 0,-1 1 0,1-1 0,-1 1 0,0-1 0,1 1 1,-1 0-1,-1 0 0,1 0 0,0 0 0,-1 0 0,1 0 1,-1 0-1,0 1 0,1 3 0,2 12-6750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42.893"/>
    </inkml:context>
    <inkml:brush xml:id="br0">
      <inkml:brushProperty name="width" value="0.05" units="cm"/>
      <inkml:brushProperty name="height" value="0.05" units="cm"/>
      <inkml:brushProperty name="color" value="#FFFFFF"/>
    </inkml:brush>
  </inkml:definitions>
  <inkml:trace contextRef="#ctx0" brushRef="#br0">26 57 24575,'-1'0'0,"-1"0"0,0 0 0,0 0 0,0 0 0,1 1 0,-1-1 0,0 0 0,0 1 0,0-1 0,1 1 0,-1 0 0,-3 1 0,5-2 0,0 0 0,0 0 0,0 1 0,0-1 0,0 0 0,0 0 0,0 0 0,0 0 0,0 0 0,0 1 0,0-1 0,0 0 0,0 0 0,0 0 0,0 0 0,0 1 0,0-1 0,0 0 0,0 0 0,1 0 0,-1 0 0,0 0 0,0 0 0,0 1 0,0-1 0,0 0 0,0 0 0,0 0 0,0 0 0,1 0 0,-1 0 0,0 0 0,0 0 0,0 0 0,0 0 0,0 0 0,1 0 0,-1 1 0,0-1 0,0 0 0,0 0 0,0 0 0,1 0 0,18 3 0,65 1 0,120-10 0,-117 2 0,91-4-65,528-27-496,-545 21-700,-109 7-5043</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48.659"/>
    </inkml:context>
    <inkml:brush xml:id="br0">
      <inkml:brushProperty name="width" value="0.05" units="cm"/>
      <inkml:brushProperty name="height" value="0.05" units="cm"/>
      <inkml:brushProperty name="color" value="#FFFFFF"/>
    </inkml:brush>
  </inkml:definitions>
  <inkml:trace contextRef="#ctx0" brushRef="#br0">2394 15 24575,'14'-14'0,"-21"24"0,-5 8 0,-39 46 0,-92 93 0,96-109 0,-630 625-1311,-22-23-1,-32-21 1825,724-623-208,4-4-153,0 1 0,0-1-1,0 0 1,0 0 0,-1 0 0,1 0-1,-4 1 1,3-5 18,6-6 4,7-11 61,-8 16-223,4-5 30,-2 3-170,0-1 0,0 1 0,-1-1 0,1 0 0,-1 0 1,0 0-1,-1 0 0,1 0 0,-1 0 0,0-11 0,-3 5-6698</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48.954"/>
    </inkml:context>
    <inkml:brush xml:id="br0">
      <inkml:brushProperty name="width" value="0.05" units="cm"/>
      <inkml:brushProperty name="height" value="0.05" units="cm"/>
      <inkml:brushProperty name="color" value="#FFFFFF"/>
    </inkml:brush>
  </inkml:definitions>
  <inkml:trace contextRef="#ctx0" brushRef="#br0">89 7 24575,'0'0'0,"0"-1"0,0 1 0,0 0 0,-1 0 0,1 0 0,0 0 0,0-1 0,0 1 0,0 0 0,0 0 0,0 0 0,0-1 0,0 1 0,0 0 0,0 0 0,0 0 0,0-1 0,0 1 0,0 0 0,1 0 0,-1 0 0,0 0 0,0-1 0,0 1 0,0 0 0,0 0 0,0 0 0,0 0 0,0-1 0,1 1 0,-1 0 0,0 0 0,0 0 0,0 0 0,0 0 0,1 0 0,-1 0 0,0 0 0,0-1 0,0 1 0,0 0 0,1 0 0,-1 0 0,0 0 0,0 0 0,0 0 0,1 0 0,-1 0 0,0 0 0,0 0 0,0 0 0,0 0 0,1 0 0,-1 0 0,0 0 0,0 0 0,0 1 0,1-1 0,-1 0 0,1 1 0,-1-1 0,1 0 0,-1 1 0,1-1 0,-1 1 0,1 0 0,-1-1 0,0 1 0,1-1 0,-1 1 0,0 0 0,1-1 0,-1 1 0,0-1 0,0 1 0,0 1 0,0 4 0,-1 0 0,1 0 0,-2 0 0,1 0 0,-1-1 0,1 1 0,-2 0 0,-3 8 0,-4 10 0,-9 32 0,7-25 0,1 1 0,1 1 0,3-1 0,-8 57 0,15-86 0,0 0 0,0 0 0,0 0 0,0 0 0,0 1 0,1-1 0,-1 0 0,1 0 0,0 0 0,0 0 0,0 0 0,0 0 0,1 0 0,-1-1 0,1 1 0,0 0 0,3 4 0,-2-5 0,-1 0 0,1 0 0,0-1 0,0 1 0,0-1 0,0 0 0,0 1 0,0-1 0,0-1 0,1 1 0,-1 0 0,0-1 0,0 0 0,1 1 0,-1-1 0,0-1 0,5 0 0,11-1 0,1-1 0,-1-1 0,32-11 0,56-28 0,-57 22 0,-5 3 0,-16 4 0,1 3 0,1 0 0,46-9 0,-47 18-1365,-10 4-5461</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5:07.172"/>
    </inkml:context>
    <inkml:brush xml:id="br0">
      <inkml:brushProperty name="width" value="0.05" units="cm"/>
      <inkml:brushProperty name="height" value="0.05" units="cm"/>
      <inkml:brushProperty name="color" value="#FFFFFF"/>
    </inkml:brush>
  </inkml:definitions>
  <inkml:trace contextRef="#ctx0" brushRef="#br0">1 177 24575,'3'0'0,"0"0"0,0-1 0,0 1 0,0-1 0,0 0 0,0 0 0,0 0 0,0-1 0,0 1 0,0-1 0,0 0 0,-1 1 0,5-5 0,32-34 0,-20 19 0,-8 10 0,1 2 0,0 0 0,1 0 0,0 2 0,0-1 0,1 1 0,0 1 0,0 1 0,0 0 0,1 1 0,0 0 0,0 1 0,18-1 0,6 0 0,0 3 0,0 1 0,77 10 0,-36 4 0,0 3 0,88 32 0,150 69 0,-316-117 0,34 13 0,-3-2 0,-1 1 0,0 1 0,-2 2 0,46 30 0,-69-41-273,-1 1 0,0-1 0,0 1 0,7 10 0,-7-6-6553</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5:07.467"/>
    </inkml:context>
    <inkml:brush xml:id="br0">
      <inkml:brushProperty name="width" value="0.05" units="cm"/>
      <inkml:brushProperty name="height" value="0.05" units="cm"/>
      <inkml:brushProperty name="color" value="#FFFFFF"/>
    </inkml:brush>
  </inkml:definitions>
  <inkml:trace contextRef="#ctx0" brushRef="#br0">61 1 24575,'3'3'0,"4"4"0,0 3 0,0 4 0,1-1 0,0 0 0,-3 1 0,-1 1 0,-1 4 0,-5 2 0,-4 0 0,-8-1 0,-10 0 0,-10-1 0,2-4-8191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19.252"/>
    </inkml:context>
    <inkml:brush xml:id="br0">
      <inkml:brushProperty name="width" value="0.05" units="cm"/>
      <inkml:brushProperty name="height" value="0.05" units="cm"/>
      <inkml:brushProperty name="color" value="#FFFFFF"/>
    </inkml:brush>
  </inkml:definitions>
  <inkml:trace contextRef="#ctx0" brushRef="#br0">0 71 24575,'3'-3'0,"7"-4"0,7 0 0,13-3 0,11 1 0,9-1 0,5 1 0,3 2 0,0 2 0,-4 3 0,-11 0-8191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19.468"/>
    </inkml:context>
    <inkml:brush xml:id="br0">
      <inkml:brushProperty name="width" value="0.05" units="cm"/>
      <inkml:brushProperty name="height" value="0.05" units="cm"/>
      <inkml:brushProperty name="color" value="#FFFFFF"/>
    </inkml:brush>
  </inkml:definitions>
  <inkml:trace contextRef="#ctx0" brushRef="#br0">1 50 24575,'2'0'0,"5"-3"0,4-1 0,5-3 0,4 1 0,7 0 0,4 2 0,4 1 0,4-2 0,5 0 0,0 1 0,-6 2-8191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5:14.990"/>
    </inkml:context>
    <inkml:brush xml:id="br0">
      <inkml:brushProperty name="width" value="0.05" units="cm"/>
      <inkml:brushProperty name="height" value="0.05" units="cm"/>
      <inkml:brushProperty name="color" value="#FFFFFF"/>
    </inkml:brush>
  </inkml:definitions>
  <inkml:trace contextRef="#ctx0" brushRef="#br0">0 46 24575,'3'0'0,"4"0"0,7 0 0,7-3 0,5-1 0,8 0 0,4 1 0,4-2 0,4 0 0,3 1 0,-1-3 0,-3 1 0,-9 1-8191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5:15.194"/>
    </inkml:context>
    <inkml:brush xml:id="br0">
      <inkml:brushProperty name="width" value="0.05" units="cm"/>
      <inkml:brushProperty name="height" value="0.05" units="cm"/>
      <inkml:brushProperty name="color" value="#FFFFFF"/>
    </inkml:brush>
  </inkml:definitions>
  <inkml:trace contextRef="#ctx0" brushRef="#br0">29 83 24575,'-10'7'0,"9"-7"0,0 0 0,0 1 0,0-1 0,0 1 0,0 0 0,0-1 0,0 1 0,0 0 0,0-1 0,0 1 0,0 0 0,0 0 0,0 0 0,1 0 0,-1 0 0,0 0 0,1 0 0,-1 0 0,1 0 0,-1 0 0,0 2 0,1-3 0,1 1 0,-1-1 0,0 0 0,1 1 0,-1-1 0,0 0 0,1 1 0,-1-1 0,0 0 0,1 0 0,-1 1 0,1-1 0,-1 0 0,0 0 0,1 0 0,-1 1 0,1-1 0,-1 0 0,1 0 0,-1 0 0,1 0 0,-1 0 0,1 0 0,-1 0 0,1 0 0,-1 0 0,0 0 0,1 0 0,-1 0 0,2-1 0,18-3 0,-16 3 0,452-88 0,-374 75-1365,-55 9-5461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16.049"/>
    </inkml:context>
    <inkml:brush xml:id="br0">
      <inkml:brushProperty name="width" value="0.05" units="cm"/>
      <inkml:brushProperty name="height" value="0.05" units="cm"/>
      <inkml:brushProperty name="color" value="#FFFFFF"/>
    </inkml:brush>
  </inkml:definitions>
  <inkml:trace contextRef="#ctx0" brushRef="#br0">1 1 24575,'8'0'0,"1"1"0,-1 0 0,0 1 0,0 0 0,0 0 0,0 1 0,9 3 0,54 31 0,-38-18 0,405 237-350,-12 26-1,598 336-610,51-92 632,211 87 329,-22-51-577,-1045-484 1179,257 101 1364,-406-149-1966,48 21 0,154 44 0,104 1 0,-12 30 0,-240-77 0,139 34 0,-93-44 0,177 50 0,-304-75 0,-18-4 0,0-2 0,1-1 0,31 4 0,-56-11 19,0 1 0,0-1 0,1 0 0,-1 0 0,0 0 0,1 0 0,-1 0 0,0 0 0,1-1 0,-1 1 0,0 0 0,0-1 0,1 1 0,-1 0 0,0-1 0,0 0 0,1 0 0,-1 0-88,-1 0 1,1 1 0,-1-1 0,0 0-1,1 0 1,-1 1 0,0-1-1,1 0 1,-1 0 0,0 0 0,0 0-1,0 0 1,0 1 0,0-1 0,0 0-1,0 0 1,0 0 0,0 0 0,-1 0-1,1 1 1,0-1 0,-1 0-1,1 0 1,-1-1 0,-5-12-6758</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16.346"/>
    </inkml:context>
    <inkml:brush xml:id="br0">
      <inkml:brushProperty name="width" value="0.05" units="cm"/>
      <inkml:brushProperty name="height" value="0.05" units="cm"/>
      <inkml:brushProperty name="color" value="#FFFFFF"/>
    </inkml:brush>
  </inkml:definitions>
  <inkml:trace contextRef="#ctx0" brushRef="#br0">160 1 24575,'0'2'0,"0"-1"0,1 1 0,-1-1 0,1 1 0,-1-1 0,1 1 0,0-1 0,0 1 0,-1-1 0,1 0 0,0 1 0,0-1 0,1 0 0,-1 0 0,2 2 0,24 18 0,-15-12 0,51 40 0,73 66 0,-123-103 0,-1 1 0,-1 1 0,0 0 0,-1 0 0,0 1 0,-1 0 0,12 29 0,-18-38 0,-1-1 0,0 1 0,-1-1 0,1 1 0,-1 0 0,-1 0 0,1 0 0,-1-1 0,0 1 0,0 0 0,0 0 0,-1 0 0,0 0 0,0-1 0,0 1 0,-1 0 0,0-1 0,0 1 0,-1-1 0,1 0 0,-1 1 0,0-1 0,-1-1 0,1 1 0,-1 0 0,0-1 0,0 0 0,-6 5 0,-4 1 38,-1 0 0,0-1 0,0 0 0,-1-1-1,0-1 1,-1-1 0,0 0 0,-21 4 0,-141 20-1537,171-29 1292,-112 12-6619</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22.272"/>
    </inkml:context>
    <inkml:brush xml:id="br0">
      <inkml:brushProperty name="width" value="0.05" units="cm"/>
      <inkml:brushProperty name="height" value="0.05" units="cm"/>
      <inkml:brushProperty name="color" value="#FFFFFF"/>
    </inkml:brush>
  </inkml:definitions>
  <inkml:trace contextRef="#ctx0" brushRef="#br0">4 96 24575,'0'3'0,"-2"1"0,1 0 0,7-1 0,8-4 0,12-1 0,9-4 0,14-4 0,10-3 0,10-2 0,11 2 0,7-1 0,0 0 0,-3 2 0,-15 3-8191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22.428"/>
    </inkml:context>
    <inkml:brush xml:id="br0">
      <inkml:brushProperty name="width" value="0.05" units="cm"/>
      <inkml:brushProperty name="height" value="0.05" units="cm"/>
      <inkml:brushProperty name="color" value="#FFFFFF"/>
    </inkml:brush>
  </inkml:definitions>
  <inkml:trace contextRef="#ctx0" brushRef="#br0">58 38 24575,'-6'3'0,"-8"1"0,-4 2 0,3 1 0,11-1 0,11-5 0,17-5 0,17-2 0,18-3 0,17-3 0,16 1 0,14-1 0,-12 2-8191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4.734"/>
    </inkml:context>
    <inkml:brush xml:id="br0">
      <inkml:brushProperty name="width" value="0.05" units="cm"/>
      <inkml:brushProperty name="height" value="0.05" units="cm"/>
      <inkml:brushProperty name="color" value="#FFFFFF"/>
    </inkml:brush>
  </inkml:definitions>
  <inkml:trace contextRef="#ctx0" brushRef="#br0">5850 1574 24575,'-1'-1'0,"1"-1"0,-1 0 0,1 1 0,-1-1 0,0 0 0,1 1 0,-1-1 0,0 1 0,0-1 0,0 1 0,0-1 0,0 1 0,0 0 0,-1 0 0,-1-3 0,-25-17 0,22 17 0,-18-9 0,0 0 0,0 2 0,-1 0 0,0 2 0,-35-8 0,10 1 0,-473-128 0,215 63 0,-1004-303-762,492 157 762,300 88 0,-852-174-155,771 198 1072,575 111-1599,-45-15-1,57 13-6143</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5.058"/>
    </inkml:context>
    <inkml:brush xml:id="br0">
      <inkml:brushProperty name="width" value="0.05" units="cm"/>
      <inkml:brushProperty name="height" value="0.05" units="cm"/>
      <inkml:brushProperty name="color" value="#FFFFFF"/>
    </inkml:brush>
  </inkml:definitions>
  <inkml:trace contextRef="#ctx0" brushRef="#br0">414 1 24575,'-13'10'0,"1"0"0,-2 0 0,1-1 0,-2-1 0,1-1 0,-31 12 0,15-6 0,-188 77 0,215-89 0,-1 1 0,0 0 0,0 0 0,1 0 0,-1 1 0,1 0 0,-4 3 0,6-5 0,0 0 0,0 0 0,1 0 0,-1 0 0,1 0 0,-1 0 0,1 0 0,-1 0 0,1 0 0,-1 0 0,1 0 0,0 0 0,0 0 0,-1 1 0,1-1 0,0 0 0,0 0 0,0 0 0,1 0 0,-1 1 0,0-1 0,0 0 0,0 0 0,1 0 0,-1 0 0,1 0 0,-1 0 0,1 0 0,1 2 0,3 5-51,1-1-1,1 0 0,-1 0 1,1-1-1,0 1 0,1-2 1,13 10-1,-8-7-900,23 17-5874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4:35.820"/>
    </inkml:context>
    <inkml:brush xml:id="br0">
      <inkml:brushProperty name="width" value="0.05" units="cm"/>
      <inkml:brushProperty name="height" value="0.05" units="cm"/>
      <inkml:brushProperty name="color" value="#FFFFFF"/>
    </inkml:brush>
  </inkml:definitions>
  <inkml:trace contextRef="#ctx0" brushRef="#br0">2411 1406 24575,'-5'-1'0,"0"-1"0,0 0 0,0 0 0,1 0 0,-1 0 0,1 0 0,-1-1 0,1 0 0,0 0 0,0 0 0,0-1 0,-4-5 0,-9-5 0,-26-15 0,-1 2 0,-78-34 0,60 31 0,-178-91 0,-180-88 0,369 185 0,-434-213 0,18-32 0,392 219 0,3-3 0,2-3 0,-97-101 0,165 155 16,1 2-66,0-1 1,1 0 0,-1 1 0,0-1-1,0 0 1,0 0 0,1 0-1,-1 0 1,0 1 0,1-1-1,-1 0 1,1 0 0,-1 0-1,1 0 1,-1 0 0,1-1-1,0 1 1,0 0 0,-1 0-1,1 0 1,0 0 0,0 0 0,0 0-1,0 0 1,0 0 0,0-1-1,1-1 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5:16.843"/>
    </inkml:context>
    <inkml:brush xml:id="br0">
      <inkml:brushProperty name="width" value="0.05" units="cm"/>
      <inkml:brushProperty name="height" value="0.05" units="cm"/>
      <inkml:brushProperty name="color" value="#FFFFFF"/>
    </inkml:brush>
  </inkml:definitions>
  <inkml:trace contextRef="#ctx0" brushRef="#br0">1 98 24575,'3'0'0,"3"0"0,5 0 0,3-3 0,2-1 0,4-3 0,8 0 0,4-1 0,7-1 0,8 0 0,4 0 0,4-1 0,3 2 0,1-1 0,0 0 0,-11 3-8191</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7:25:17"/>
    </inkml:context>
    <inkml:brush xml:id="br0">
      <inkml:brushProperty name="width" value="0.05" units="cm"/>
      <inkml:brushProperty name="height" value="0.05" units="cm"/>
      <inkml:brushProperty name="color" value="#FFFFFF"/>
    </inkml:brush>
  </inkml:definitions>
  <inkml:trace contextRef="#ctx0" brushRef="#br0">23 83 24575,'-6'6'0,"-5"2"0,6 0 0,9-5 0,13-6 0,15-5 0,17-4 0,19-3 0,11-3 0,11 0 0,7 0 0,-12 2-8191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8T14:23:08.653"/>
    </inkml:context>
    <inkml:brush xml:id="br0">
      <inkml:brushProperty name="width" value="0.05" units="cm"/>
      <inkml:brushProperty name="height" value="0.05" units="cm"/>
      <inkml:brushProperty name="color" value="#FFFFFF"/>
    </inkml:brush>
  </inkml:definitions>
  <inkml:trace contextRef="#ctx0" brushRef="#br0">64 18 24575,'0'-1'0,"0"1"0,0 0 0,0-1 0,0 1 0,0-1 0,0 1 0,1-1 0,-1 1 0,0-1 0,0 1 0,0-1 0,0 1 0,1 0 0,-1-1 0,0 1 0,0-1 0,1 1 0,-1 0 0,0-1 0,1 1 0,-1 0 0,0-1 0,1 1 0,0 0 0,-1 0 0,0 0 0,0 0 0,0 0 0,1 0 0,-1 0 0,0 0 0,0 0 0,1 0 0,-1 0 0,0 0 0,0 0 0,0 0 0,1 0 0,-1 0 0,0 0 0,0 0 0,0 1 0,1-1 0,-1 0 0,0 0 0,0 0 0,0 0 0,1 0 0,-1 1 0,0-1 0,0 0 0,0 0 0,0 0 0,0 1 0,0-1 0,0 0 0,0 0 0,1 1 0,-1-1 0,0 0 0,0 0 0,0 0 0,0 1 0,0-1 0,0 0 0,0 0 0,0 1 0,0-1 0,0 0 0,-1 0 0,1 1 0,1 0 0,-1 1 0,0 0 0,0-1 0,1 1 0,-1 0 0,-1 0 0,1-1 0,0 1 0,0 0 0,-1-1 0,1 1 0,0-1 0,-1 1 0,0 0 0,1-1 0,-1 1 0,0-1 0,0 1 0,0-1 0,0 0 0,0 1 0,0-1 0,0 0 0,0 0 0,-1 0 0,1 0 0,0 0 0,-1 0 0,1 0 0,-1 0 0,1 0 0,-1-1 0,0 1 0,1-1 0,-1 1 0,1-1 0,-1 1 0,-2-1 0,-2-2 0,13-2 0,15-3 0,21 9 0,-42-2 0,0 0 0,0 1 0,0-1 0,0 0 0,0 0 0,0 1 0,0-1 0,-1 1 0,1-1 0,0 1 0,0-1 0,0 1 0,-1-1 0,1 1 0,0 0 0,1 1 0,-2-2 0,0 1 0,0 0 0,0-1 0,0 1 0,0 0 0,0-1 0,-1 1 0,1 0 0,0-1 0,0 1 0,0 0 0,-1-1 0,1 1 0,0-1 0,-1 1 0,1-1 0,0 1 0,-1 0 0,1-1 0,-1 1 0,1-1 0,-1 0 0,1 1 0,-1-1 0,1 1 0,-1-1 0,0 0 0,0 1 0,-1 0 0,0 0 0,0 0 0,0 0 0,0 0 0,-1 0 0,1-1 0,0 1 0,0-1 0,-1 1 0,1-1 0,0 0 0,0 0 0,-1 0 0,1 0 0,0 0 0,-1-1 0,1 1 0,-4-2 0,5 2 0,0 0 0,0-1 0,0 1 0,1-1 0,-1 1 0,0 0 0,0-1 0,1 0 0,-1 1 0,0-1 0,1 1 0,-1-1 0,0 0 0,1 1 0,-1-1 0,1 0 0,-1 0 0,1 1 0,-1-1 0,1 0 0,0 0 0,-1 0 0,1 0 0,0 1 0,0-1 0,0 0 0,-1 0 0,1 0 0,0 0 0,0 0 0,0 0 0,1 0 0,-1 0 0,0 1 0,0-1 0,0 0 0,1 0 0,-1 0 0,0 0 0,1 0 0,-1 1 0,1-1 0,-1 0 0,1 0 0,-1 1 0,1-1 0,-1 0 0,1 1 0,1-2 0,-1 1 0,0-1 0,0 1 0,0 0 0,1-1 0,-1 1 0,0 0 0,1 0 0,-1 0 0,1 0 0,0 0 0,-1 0 0,1 0 0,0 1 0,0-1 0,-1 0 0,1 1 0,0 0 0,0-1 0,0 1 0,0 0 0,-1 0 0,1 0 0,0 0 0,0 0 0,0 0 0,0 1 0,-1-1 0,4 1 0,-5 0 0,1-1 0,0 0 0,-1 1 0,1-1 0,0 1 0,-1-1 0,1 1 0,0-1 0,-1 1 0,1-1 0,-1 1 0,1 0 0,-1-1 0,0 1 0,1 0 0,-1-1 0,1 1 0,-1 0 0,0 0 0,0-1 0,0 1 0,1 0 0,-1 0 0,0 1 0,0-1 0,-1 1 0,1 0 0,0-1 0,-1 1 0,0 0 0,1-1 0,-1 1 0,0-1 0,0 1 0,0-1 0,0 1 0,0-1 0,0 0 0,0 1 0,0-1 0,-2 2 0,-1-1 0,1 0 0,0 0 0,-1 0 0,1 0 0,-1 0 0,0-1 0,0 1 0,1-1 0,-1 0 0,0-1 0,0 1 0,0 0 0,0-1 0,0 0 0,0 0 0,0 0 0,0-1 0,-4 0 0,6 1 0,1-1 0,-1 1 0,1-1 0,-1 1 0,1-1 0,-1 1 0,1-1 0,0 0 0,-1 0 0,1 0 0,0 0 0,-1 0 0,1 0 0,0 0 0,0 0 0,0 0 0,0-1 0,-1-1 0,1 1 0,1 0 0,-1 0 0,1 0 0,0 1 0,0-1 0,-1 0 0,1 0 0,1 0 0,-1 0 0,0 1 0,0-1 0,1 0 0,-1 0 0,1 1 0,-1-1 0,1 0 0,0 0 0,0 1 0,0-1 0,1-1 0,0 0-68,-1 1 0,1 0-1,0-1 1,0 1 0,-1 0 0,1 0-1,1 0 1,-1 1 0,0-1 0,0 1-1,1-1 1,-1 1 0,0-1 0,1 1-1,0 0 1,-1 0 0,1 1-1,0-1 1,3 0 0,10 1-6758</inkml:trace>
</inkml:ink>
</file>

<file path=ppt/ink/ink418.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5-12T04:15:25.357"/>
    </inkml:context>
    <inkml:brush xml:id="br0">
      <inkml:brushProperty name="width" value="0.05292" units="cm"/>
      <inkml:brushProperty name="height" value="0.05292" units="cm"/>
      <inkml:brushProperty name="color" value="#FFFF00"/>
    </inkml:brush>
  </inkml:definitions>
  <inkml:trace contextRef="#ctx0" brushRef="#br0">1481 2407 0,'-13'0'15,"26"0"-15,-26-26 16,13 13-1,40-14 1,-27 27 0,13 0-1,-26 53 17,-13-40-17,13 14-15,-26 65 16,13-65-1,-1 92 1,14-106-16,0 27 31,0-54-15,27-78 0,-14 52-1,27-171 1,-1 52-1,67 40 17,-93 132-17,67 133 1,-67-107 0,27 173-1,-27-173 1,-13 1-16,0 53 15,0-67-15,0 14 32</inkml:trace>
  <inkml:trace contextRef="#ctx0" brushRef="#br0" timeOffset="1500.51">1653 2500 0,'0'0'0,"-53"-40"15,67 14 17,-1 26-17,13-14-15,40 1 16,-39 0 0,-1 13-16,40-13 15,-26 66 16,-27-40-15,27 93 0,-27-67-1,0 54 1,-13-80 0,0 14-1,0-41 1,14-65-1,-1 66 1,27-93 0,-27 93-1,26 0 1,-39 26 0,14 40-1,25 13 16,-39-53-31,14 0 16,25 27 0,-26-40-16,1 0 15,39-13 1,-40-1 0,27-52-1,-54-26 16,14 65-15,-13 14-16,0-13 16,13-14 15,-13 27 0,26 39 47,13 120-46,-26-120-17,40 80 1,13-66 15,13-93 0,-53 39-31,-13-12 16,13-53 0,-13 52-16,0 1 15,-13-27 1,0 40-16,13 39 31,53 120 0,13-41 1,27-131-1,-80-1-31,0 1 15,0-186 17,-13 173-32,-26-27 31,52 132 0,67 145 0,-53-92 1,-40-79-1,0-53-31,0-14 16,0-52-1,52-66 16,-12 131-15,39 67 0,-39 66 15,-106-66 0,53-53-31,-14 0 16,-39-40 15,93 27-15</inkml:trace>
  <inkml:trace contextRef="#ctx0" brushRef="#br0" timeOffset="2580.82">3254 2460 0,'0'0'0,"0"-13"16,0-14-16,-53-39 31,53 53-31,-14 13 31,120 198 1,-79-158-32,39 119 31,-53-133-31,-13 14 15,0-66 17,26-173-1,54 67 0,-54 132-31,27 79 31,0 93 1,26-132-1,54-106 0,-107 52-31,67-65 31,-54-27 1,-39 93-32,-92-27 31,-27 133 0,106 39 0,79-92 1,-53-40-32,66-66 31,-13-40 0,-66 132 0,0 54 1,53-41-1,13-78 0,-26-27 0,-13-14 1,-14 160-1,26 78 0,-39-118-31,53 13 31,27-146 1,-41-65-1,-25 92 0,-14 79-15</inkml:trace>
  <inkml:trace contextRef="#ctx0" brushRef="#br0" timeOffset="6056.92">4100 4457 0,'0'13'31,"26"-13"32,93-13-32,53 0 0,-79 13-15,-40-13-16,172 13 31,52 0 0,-65 0 0,13 0 1,-172 0-32,-14 0 0,1 0 15,172 13 17,-14 0-1,-13-13 0,-13-13 0,13 13-15,-145 0 0,132 13-1,-119-13 1,106 0-1,-133 0 1,14 0-16,66 0 16,-1 0 15,-78 0-15,39-13-1,-53 13 1,0 0-16,14 0 15,-14 0 32</inkml:trace>
  <inkml:trace contextRef="#ctx0" brushRef="#br0" timeOffset="8078.7">8927 4457 0,'0'13'47,"14"-13"-15,-1 0-17,0 0-15,13 0 16,1 0-1,-14 0-15,53-13 16,-26 0 0,132 0-1,-132 13 1,132-14 0,-133 14-1,160 0 1,-147 0-1,173 0 1,-172 0 0,238 0-1,-40 27 17,-211-27-17,119 0 1,-133 0-1,120 0 1,-93 0-16,105 13 31,-118 0-15,13-13-16,92 13 16,80 1 15,-172-14-16,199 13 1,-186 0 0,198 0-1,-184-13 1,171 14 0,-185-14-1,265 13 1,-265-13-1,172 0 1,-185 0 0,145 0-1,-158 0 1,132 0 0,-119 0-1,105 0 1,-131 0-1,12 0-15,67 0 16,-79 0 0,12 0-16,80-13 15,-92 13 1,105-14 0,-92 14-1,92-13 1,-106 13-1,14 0-15,39 0 16,-52 0 0,66 0-1,-54-13 1,41 13 0,-67 0-1,53 0 1,-26 0 15,-14 0 0,-13 0 47,27 0-46,-27 0-17,14 0 1,-14 0 0,13 0-1,-12 0 1,12 0-1,-13 0 1,14 0 0,-27-13 46,0-1-46</inkml:trace>
  <inkml:trace contextRef="#ctx0" brushRef="#br0" timeOffset="8443.58">15249 4298 0,'-13'0'32,"26"0"-1,-13 14-15,40 12-1,0-13 1,-1 40-1,-25-53 1,-1 40 0,-13-27-1,-27 53 1,14-39 0,0-1-16,-53 40 15</inkml:trace>
  <inkml:trace contextRef="#ctx0" brushRef="#br0" timeOffset="13194.64">16982 5740 0,'13'0'32,"14"0"-1,-27 13 16,26 27-16,27 52-15,-40-65-1,66 52 1,-65-52 0,105 12-1,-93-26 1,120-13-1,-107-13 1,-12 13-16,65-66 16,-26-53 31,-66 93-47,27-67 15,-27 80 1,0-14-1,0 41 32</inkml:trace>
  <inkml:trace contextRef="#ctx0" brushRef="#br0" timeOffset="14030.18">17074 5251 0,'14'-27'16,"-1"14"15,0 13-15,14 0-1,-14 13 1,26 27 0,-25-40-1,-1 53 1,-13-40 0,-13 13-1,-1-26 1,-12 14-16,-53-14 15,65 0 1,-38-14 0,38 1-1,1-40 1,13 40 0,27-40-1,39 40 16,-53 13-15,0 0 0,0 0-1,-13 13-15</inkml:trace>
  <inkml:trace contextRef="#ctx0" brushRef="#br0" timeOffset="14960.83">17736 5237 0,'13'0'16,"0"-13"0,14 13-1,-14 0 1,13 0 0,-13 13-1,14 14 1,-14-14-1,14 27 1,-27-27 0,0 27-1,-14-40 1,-25 13 0,25 0-1,-25-13 1,26 0-1,-27-26 1,40 12-16,-27-25 31,14 25-15,13-12 0,13 13-1,14 0 1,13 13 15,-27 0-15,0 0-16,13 0 15,-12 0 17</inkml:trace>
  <inkml:trace contextRef="#ctx0" brushRef="#br0" timeOffset="18029.72">17207 2354 0,'0'14'31,"13"52"0,-13 39 0,0-25 1,0-54-1,26-79 0,-12 27-31,-1-1 16,26-197 15,28 65 0,12 119 1,-66 40-32,40 80 31,-40 78 0,-13-39 0,-26-66 1,39-79-1,27-80 0,-27 66-31,13 14 0,41-93 31,-15 79-15,-38 40 0,-1 27-16,13 39 15,-12-40 1,-1 146-1,-13-145 1,0 39 0,0-53-16,-13 40 15,13-40-15</inkml:trace>
  <inkml:trace contextRef="#ctx0" brushRef="#br0" timeOffset="19075.5">18053 2434 0,'0'0'0,"27"-53"16,-54 26 30,14 27-46,-53 14 16,53-14 0,-27 66-1,27-53 1,13 79 0,0-65-1,26 26 1,-13-40-16,40-13 31,-26-26-15,-1-27-1,-13 13 1,14-53 0,-27 80-1,0 0 1,0 66 15,0-40-15,0 14-16,26 25 15,-26-38 1,40 12 0,-27-26-1,53-13 1,-39 0-1,12-40 1,-25 26 0,-14 1-16,13-67 15,-13 80 1,-13 13 0,-1 27-1,-12 78 1,26-78-1,26 79 1,-12-93 0,12 26-1,-13-39 1,40-39 0,-40 26-1,1-14-15,12-52 16,-13 66-1,-13-14 1,-13 93 15,13-39-15,0 131 0,0-131-1,0 52 1,0-66-1,-26 1 1,-1-14 0,-52-40 15,13 0 0,52 40-31</inkml:trace>
  <inkml:trace contextRef="#ctx0" brushRef="#br0" timeOffset="19439.75">19005 2169 0,'0'0'0,"-13"-13"16,13 26 30,0 14-46,27 145 16,-27 26 15,0-158-15,-14 39 15,1-79-31</inkml:trace>
  <inkml:trace contextRef="#ctx0" brushRef="#br0" timeOffset="19654.41">18833 2553 0,'0'0'0,"-26"-14"32,66 14-1,118 0-16,-25 0 17,-120 0-17,0 0-15</inkml:trace>
  <inkml:trace contextRef="#ctx0" brushRef="#br0" timeOffset="19875.59">18807 2169 0,'66'-53'31,"-132"106"-31,251-119 31,-145 79-31,26 1 0</inkml:trace>
  <inkml:trace contextRef="#ctx0" brushRef="#br0" timeOffset="20363.12">19508 2077 0,'0'0'0,"0"0"31,40 158 1,-27 67-17,0-185 1,-13 39 15,-13-66-31,0 1 31,39-107 1,-13 67-32,1-14 0,52-53 15,0 93 17,-66 14-17,13 78 1,-13-13 15</inkml:trace>
  <inkml:trace contextRef="#ctx0" brushRef="#br0" timeOffset="20790">19852 2368 0,'0'0'0,"-13"26"16,52 14 15,-26-40-15,80 0-1,-66 0 1,39-27-1,-66 14 1,-14-40 0,-12 27-16,-53-40 31,52 52-15,1 14-16,-14 40 15,27 0 1,13 92-1,13-106 1,66 40 0,-52-52-1,92-28 1</inkml:trace>
  <inkml:trace contextRef="#ctx0" brushRef="#br0" timeOffset="21060.87">20262 2235 0,'0'0'0,"-13"-105"31,-1 91-15,14 1 0,0 26-16,-26 80 31,26-27-16,0-40-15,13 133 32,0-132-17,53 39 1,-39-66 0,13 0-16</inkml:trace>
  <inkml:trace contextRef="#ctx0" brushRef="#br0" timeOffset="21551.6">20473 2460 0,'0'0'0,"0"-13"0,0-53 16,0 53 15,-13 65 0,13-38-15,0 91-1,0-78 1,13 65 0,-13-65-1,27 26 1,-27-80 15,0-118 0,0 105-15,0-79 0,0 93-1,13 13-15,0-14 16,1 27 0,52 53-1,-53-40 1,13 40-1,-39 13 1,0-53-16,-106 1 31,66-54 1</inkml:trace>
  <inkml:trace contextRef="#ctx0" brushRef="#br0" timeOffset="22197.86">20910 2222 0,'-13'-26'16,"26"52"-16,-40-66 15,14 14 1,13 66 15,0-27-15,27 66 0,-14-52-1,0-14-15,27 27 16,-14-27-1,1 0-15,52-13 16,-66 0 0,27-53-1,-40 27-15,0-67 32,0 80-17,-13 13 1,13 13-16,-14 14 0,14-14 15,0 26-15,0-12 16,0 13-16,0-1 0,0 1 16,0 0-16,14-1 0,-14 120 47,-80-119-32,54-40 1,-80-53-1,93 26 1,13-79 0,13 80-1,0 0-15,120-54 16,-107 54 0</inkml:trace>
  <inkml:trace contextRef="#ctx0" brushRef="#br0" timeOffset="23034.42">21320 2249 0,'0'0'16,"-27"0"0,14 0-1,13 39 16,0 54 1,40-14-1,26-66 0,-13-79 0,-80-26 1,-25 52-1,38 40 0,41 13 0,105 0 1,-119-13-17,40 0 1,-40 0-16,-13 27 94,14 39-63,-1-53-31,27 40 16,-27-40-1,0-13-15,66 14 31,1-54 1,-67-66-1,-13 80-31,-27-27 31,27 40-31,-26 39 31,39 106 1,53-39-1</inkml:trace>
  <inkml:trace contextRef="#ctx0" brushRef="#br0" timeOffset="23394.2">22047 2130 0,'0'0'0,"-26"-40"16,13-13-1,52 26 17,-25 27-32,118 27 31,-40 39 0,-105 40 0,-40 26 1,40-53-17</inkml:trace>
  <inkml:trace contextRef="#ctx0" brushRef="#br0" timeOffset="23562.5">22193 2658 0,'0'0'0,"0"14"16,13-1 31</inkml:trace>
  <inkml:trace contextRef="#ctx0" brushRef="#br0" timeOffset="47584.43">15408 5065 0,'-13'0'31,"-14"-13"1,14 13-17,-13-13 1,12 13 0,-52-13 15,53 13-31,-66-14 31,-1 14 0,1-13 1,13 13-1,53 0-31,-54 0 31,-38-13 0,-54 0 1,13 0-1,14-1 0,26 1 0,1 13 1,91 0-32,-91-13 31,-94 0 0,27 13 0,-13-14 1,0 1-1,13 0 0,132 0-31,-132 0 31,14 13 1,131-14-32,-39 14 15,-40 0 1</inkml:trace>
  <inkml:trace contextRef="#ctx0" brushRef="#br0" timeOffset="47999.97">9866 4867 0,'-26'0'0</inkml:trace>
  <inkml:trace contextRef="#ctx0" brushRef="#br0" timeOffset="48029.88">9747 4867 0,'66'0'0,"-158"0"0</inkml:trace>
  <inkml:trace contextRef="#ctx0" brushRef="#br0" timeOffset="48137.71">9483 4880 0,'-27'0'16</inkml:trace>
  <inkml:trace contextRef="#ctx0" brushRef="#br0" timeOffset="48861.06">9417 4880 0,'-14'0'16,"28"0"-16,-80 0 16,52 0-1,-25 13 1,25-13 31,1 0 93,26 0-93,54 0-16,-28 0-15,160-13 0,-54 13-1,133-13 1,-186 13 0,1-13-16,291 0 15,39 13 16,-344 0-15,199 0 0,-212 0-1,-13 0-15,132 0 16,-132 13 0,0-13-16,106 0 15,-106 0-15,224 0 31,-224 0-15,185 13 0,-185-13-1,132 13 1,-158-13 0,79 13-1,-93-13 16</inkml:trace>
  <inkml:trace contextRef="#ctx0" brushRef="#br0" timeOffset="49662.15">9364 4880 0,'0'0'0,"-146"27"31,120-27-15,-133 13 0,-13 0 15,93-13 0,66 0 0</inkml:trace>
  <inkml:trace contextRef="#ctx0" brushRef="#br0" timeOffset="50001.65">8808 4814 0,'0'-13'15,"-13"39"48,-66 54-32,52-67-31,-39 40 31,106-27 0,145 40 1</inkml:trace>
  <inkml:trace contextRef="#ctx0" brushRef="#br0" timeOffset="51391.92">7539 4893 0,'0'0'0,"-27"-13"63,14 13-48,-53 0 1,26 0 0,-132 0-1,119 0 1,-198 0 0,106 0-1,65 0 1,-303 13-1,317-13 1,-278 0 15,291 0-31,-119 0 16,132 0 0,-79 0-1,79 0 1,-65 0-1,78 0 1,-79 0 0,80 0-16,-133 14 31,-13-14 0,133 0-15,-94 13-1,-25-13 17,131 0-17,-65 0 1,65 0 0,-52 0-1,52 0 1,-26 13-1,40-13 1,-13 0 0,13 0 15,-1 0 0,-12 0 0,13 0 1,13-13-32</inkml:trace>
  <inkml:trace contextRef="#ctx0" brushRef="#br0" timeOffset="51772.06">4325 4761 0,'0'0'0,"0"13"62,-13 1-46,-1-1-16,-25 27 15,-1-1 1,-66 41 15,93-80-15,0 13 0,79 13 15,-53-13-16,93 54 1,-93-54-16,40 53 31</inkml:trace>
  <inkml:trace contextRef="#ctx0" brushRef="#br0" timeOffset="64375.66">2579 6811 0,'0'26'78,"0"107"-47,0 78 0,0 41 1,0-186-17,0 26 1,0 1 15,0-27 0,0-53-31,0 14 32,0-14-1,0 0 0</inkml:trace>
  <inkml:trace contextRef="#ctx0" brushRef="#br0" timeOffset="64789.43">2420 7671 0,'0'0'0,"40"26"32,-40-13-32,13-13 15,27 40 17,-27-40-32,14 13 31,-1-39 0,-13-14 0,0 27-31</inkml:trace>
  <inkml:trace contextRef="#ctx0" brushRef="#br0" timeOffset="64910.1">2619 7657 0,'13'0'0,"-26"0"16,39 0 15,-26 14 0,0-1-31,-53 40 31,14-14-15</inkml:trace>
  <inkml:trace contextRef="#ctx0" brushRef="#br0" timeOffset="66162.78">2738 9059 0,'0'13'47,"0"1"-31,0 39-1,0-40 1,13 145 0,-13 28 15,13-147-16,-13 107 1,0-107 0,0 94-1,0-107 1,0 1-16,0 39 16,0-53-16,13 27 31,-13-27-16,0 0 1,0 0 0,0 0-1,0 1 1,0 12 0,0-13 15,0-39 16,0 13-32</inkml:trace>
  <inkml:trace contextRef="#ctx0" brushRef="#br0" timeOffset="66397.72">2672 9998 0,'0'0'0,"13"27"16,0-14-16,13 40 31,-12-40-15,12 13-1</inkml:trace>
  <inkml:trace contextRef="#ctx0" brushRef="#br0" timeOffset="66736.72">2857 10025 0,'13'0'31,"-26"0"-31,13 26 62,-40 53-30,27-52-1,13-40 31</inkml:trace>
  <inkml:trace contextRef="#ctx0" brushRef="#br0" timeOffset="76711.53">2566 11506 0,'0'0'0,"0"-13"31,13 13 0,27 0 47,65-14-46,-91 14-32,78-13 15,-78 0 1,12 13 0</inkml:trace>
  <inkml:trace contextRef="#ctx0" brushRef="#br0" timeOffset="77090.22">2698 11651 0,'0'0'0,"13"0"16,53-13-1,-39 13 1,65-26 0,-39 26-1,-13-14 1</inkml:trace>
  <inkml:trace contextRef="#ctx0" brushRef="#br0" timeOffset="80354.62">3240 13860 0,'14'13'93,"-14"27"-61,0 26-1,0 53 0,13 26 0,-13-13 1,0-13-1,0 14 0,0-107-31,0 106 31,13 27 1,-13 26-1,0-13 0,0-26 0,0-120-31,0 53 32,0 14-1,13-40 0,0-13 0,-13-27-31,0 0 32,0 0-17,0-26 1,0-40-1</inkml:trace>
  <inkml:trace contextRef="#ctx0" brushRef="#br0" timeOffset="80611.58">3055 15566 0,'13'0'31,"14"39"0,79 14 0,-93-40-31,27-13 16</inkml:trace>
  <inkml:trace contextRef="#ctx0" brushRef="#br0" timeOffset="80951.69">3478 15539 0,'-26'27'31,"52"-54"-31,-65 80 31,25-40-31,14 1 0,-13-1 16,-40 40 15,40-53-31,-27 39 31,14-12 1</inkml:trace>
  <inkml:trace contextRef="#ctx0" brushRef="#br0" timeOffset="82875.4">5449 16782 0,'0'-13'31,"0"0"-15,-13 13-16,13-53 15,13 0 17,-13 27-17,0 12 1,-53-25 0,40 39-1,-27 39 1,27-12-1,-40 79 1,40-80 0,0 67-1,13-80-15,26 27 32,1-40-17,39-14 1,-53 1-1,27-66 1,-14-27 15,-13 106-15,-13-13 0,0 26-1,0 13 1,0 41-1,0-54 1,0 13-16,13 1 0,-13-14 16,27 40-1,-14-40 1,0-13-16,27 13 16,-27-13-1,40-39 1,-40 12-1,1-65 1,-1-14 15,-13 66 1,-13 93-1,26 79 0,27-39 0,12-54 1,15-91-1,-28-81 0,-39 120-15,0-40-1,0 66 17,13 54-1,27 12 0,26-39 0,-53-40-15,40-40 0,0-79 15,-39-79 0,-14 171-31,0-39 31,0 79-15,0 106 0,39 80 15,-26-160-16,1-12-15,12 39 16,-26-40-16</inkml:trace>
  <inkml:trace contextRef="#ctx0" brushRef="#br0" timeOffset="83634.2">6110 16822 0,'0'-13'0,"0"26"0,0-39 31,40-1 0,-27 14-31,14 13 16,39-27 0,26-25 15,-92 38-31,0-12 15,-13-80 17,0 119-1,39 159 0,-26-132-31,14 13 0,12 66 31,-13-66 1,0-106-1,27-66 0,-40 106-31,27-1 16,-1 14-1,-13 14-15,40 91 32,-13-39-1,26-66 0,27-79 0,-80 53-31,13-54 32,-39 54-1,0 79 0,13 39 0,79-39 1</inkml:trace>
  <inkml:trace contextRef="#ctx0" brushRef="#br0" timeOffset="84447.73">7010 16729 0,'-14'-13'31,"28"0"1,-1 53-1,13 92 0,-26-66 0,0-53 1,14-105-1,38-14 0,-52 93-31,27 39 31,13 106 1,-14-52-17</inkml:trace>
  <inkml:trace contextRef="#ctx0" brushRef="#br0" timeOffset="84688.76">7314 16425 0,'-13'80'31,"13"-27"-31,0 145 32,0-145-32,26 105 31,-13-131-31</inkml:trace>
  <inkml:trace contextRef="#ctx0" brushRef="#br0" timeOffset="85000.76">7261 16782 0,'-13'0'31,"26"0"-31,40 14 31,-27-14-31,-12 13 16,78-26 15,-79 13-31,14-53 31,-14 0 1,-13 132-1,13 80 0,0-133-31,1 14 16</inkml:trace>
  <inkml:trace contextRef="#ctx0" brushRef="#br0" timeOffset="85161.8">7552 16518 0,'0'0'0,"-13"0"31,13 13-31,0 14 16</inkml:trace>
  <inkml:trace contextRef="#ctx0" brushRef="#br0" timeOffset="85455.83">7816 16835 0,'0'0'16,"27"-26"-1,-27-1-15,-27-26 31,-65 53 1,39 80-1,66-1 0,0-66-31,27 1 16</inkml:trace>
  <inkml:trace contextRef="#ctx0" brushRef="#br0" timeOffset="85869.4">8002 16835 0,'-14'-53'32,"28"106"-32,-94-145 31,67 92-31,0 0 15,-27 53 17,40-1-1,40-38 0,-14-14 0,1 0 1,-1 0-1,14 13 0,-27-13-31,80-13 31,-27-40-15</inkml:trace>
  <inkml:trace contextRef="#ctx0" brushRef="#br0" timeOffset="86036.49">8121 16478 0,'13'199'32,"-26"-398"-32,79 609 31</inkml:trace>
  <inkml:trace contextRef="#ctx0" brushRef="#br0" timeOffset="86410.72">8279 16782 0,'27'0'0,"-54"0"0,146-13 31,-105 0-31,-1 13 0,0-13 16,13-53 15,-26 52-31,-39-52 32,26 66-32,-67 40 31,67-14-31,0 93 31,132-13 0,-27-106-15</inkml:trace>
  <inkml:trace contextRef="#ctx0" brushRef="#br0" timeOffset="89547.93">1640 15738 0,'13'0'31,"-13"-14"47,0 1-46,0 0-17,13-14 1,-13-39 15,0 53-15,14-93-1,-14 67 1,26-107 0,-26 107-16,13-120 31,-13 119-15,0-119-1,-13 27 16,13 106-15,-13-80 0,13 93-1,0-80 1,0 67 0,-13-80-1,13 93 1,-14-93-1,14 79 1,0-65 0,-13 79-1,13-40 1,0 26 15,0 14 0,0 0 1,0 0-17,0-1 17,0 1 30</inkml:trace>
  <inkml:trace contextRef="#ctx0" brushRef="#br0" timeOffset="90165.87">1614 13966 0,'13'0'16,"-26"0"-16,-14 39 47,14-26-32,0 14-15,-14-1 16,-39 93 0,53-105-1,-14 38 1,14-38 15,53-54 0,-27 27-31,0-14 16,27-26 0,26-52 15,-53 78-31,14-26 31,26 40 0,13 92 1,40 40-1,-80-92-16,40 39 1,-39-40 15</inkml:trace>
  <inkml:trace contextRef="#ctx0" brushRef="#br0" timeOffset="92592.66">1825 10368 0,'0'-13'16,"0"0"15,13-27 0,14-39 0,-1-119 1,1-27-1,-14-40 0,0 27 0,-39 13 1,-14-39-1,40 66 0,13 26 0,-13 13 1,0 40-1,0 106-31,-26-53 31,-1 39 0,14 14 1</inkml:trace>
  <inkml:trace contextRef="#ctx0" brushRef="#br0" timeOffset="92865.93">1719 8305 0,'-26'80'15,"52"-160"-15,-79 318 16,53-224 0,-13 25-1,26-52 32</inkml:trace>
  <inkml:trace contextRef="#ctx0" brushRef="#br0" timeOffset="93047.58">2010 8213 0,'0'0'0,"93"132"15,-67-79 1,27 26-16</inkml:trace>
  <inkml:trace contextRef="#ctx0" brushRef="#br0" timeOffset="93753.89">1957 6718 0,'0'0'0,"-13"53"31,13 0-15,-13 53-1,13-66 1,0-14-16,0 67 16</inkml:trace>
  <inkml:trace contextRef="#ctx0" brushRef="#br0" timeOffset="94086.24">1878 6652 0,'0'0'16,"79"0"0,-52 14-16,-1-1 15</inkml:trace>
  <inkml:trace contextRef="#ctx0" brushRef="#br0" timeOffset="95010.01">79 9509 0,'0'0'0,"-53"0"31,67 0-15,105-27-1,-93 14-15,14 13 0,0-13 16,131 0-1,-52-1 17</inkml:trace>
  <inkml:trace contextRef="#ctx0" brushRef="#br0" timeOffset="95232.4">331 9615 0,'0'26'16,"0"-52"-16,0 277 31,0-225-31,0-12 15,-14-1-15,14 13 0</inkml:trace>
  <inkml:trace contextRef="#ctx0" brushRef="#br0" timeOffset="95626.54">384 9654 0,'13'0'0,"-26"0"0,39-13 16,-13 13-16,0 0 16,-13 106 15,40 13 0,13-79 0,-40-40-31,0 0 0,1 0 16,-14-14-16,53-65 31,-67-53 1,1 119-32,-13-1 15,-1 28 16,27-1-31,0 0 0,-79 13 32</inkml:trace>
  <inkml:trace contextRef="#ctx0" brushRef="#br0" timeOffset="95879.99">661 9575 0,'0'-13'0,"0"-1"0,0 41 0,-13-67 16,0 40-16,26 13 31,40 186 0,-40-67 0,14-79 1</inkml:trace>
  <inkml:trace contextRef="#ctx0" brushRef="#br0" timeOffset="96157.81">807 9787 0,'13'-67'31,"-26"134"-31,26-147 0,-13 54 31,0 39-31,-13 0 16,-27 40 15,27-40-15,26 1 15,0-14-31,40 26 31,-40-13-31,1-13 16,91 27 15</inkml:trace>
  <inkml:trace contextRef="#ctx0" brushRef="#br0" timeOffset="96532.15">1032 9760 0,'0'0'0,"-14"0"15,14-13-15,-26 13 32,39 0-1,0 0-31,27-13 31,-27-1-31,27-12 31,-66-27 1,-41 27-1,41 79 0,39 52 0,0-78-31,14-14 16</inkml:trace>
  <inkml:trace contextRef="#ctx0" brushRef="#br0" timeOffset="96884.25">1336 9601 0,'0'0'0,"13"27"16,-13 118 0</inkml:trace>
  <inkml:trace contextRef="#ctx0" brushRef="#br0" timeOffset="99332.21">4219 5938 0,'0'0'0,"13"0"31,14 0-15,-14 0-16,119 0 15,318 0 17,-331 0-32,0 0 15,238 0 1,-238 0-16,291 0 31,-304 0-31,-27 0 16,265 0-1,26 13 17,-184-13-1,-120 0 0,-66-13 63</inkml:trace>
  <inkml:trace contextRef="#ctx0" brushRef="#br0" timeOffset="100731.88">10356 5978 0,'13'0'31,"-13"13"0,13-13 0,159 0 1,185-13-1,93 0 0,66-1-15,-397 14-1,317 14 17,133-14-1,-199-14 0,-66-12 0,-251 26-31,185-26 32,-39 26-1,-160 0-31,120 0 31,-119 0-31,171 0 31,-12-14 1,-80 1-1,-53 13 0,-66-13 0,0 0 47</inkml:trace>
  <inkml:trace contextRef="#ctx0" brushRef="#br0" timeOffset="101300.56">14813 5621 0,'-13'0'31,"13"13"-31,39 13 31,107 54 0,-93-67-31,105 53 32,-25-26-1,-120-27-16,-40 0 32,-52 40-15,53-40-32,-1 14 15,-65 26 1,12-14 15,41-12 0,25-27 1</inkml:trace>
  <inkml:trace contextRef="#ctx0" brushRef="#br0" timeOffset="107593.16">15858 7181 0,'0'-26'31,"0"52"-31,0-118 16,0 79 0,0-14 15,0 14-31,-14 66 62,14-40-62,-26 93 16,26-80 0,0 93 15,0-92-31,-13 118 15,13-118 1,-13 131 0,13-131-16,-14 145 31,14-133-15,-26 80 15,13-92-31,-1 92 15,14-80 1,-13 94 15,13-94-31,0 147 32,-13-15-1,0-38 0,-1-41 0,14-12 1,0-1-1,0 0 0,0-13 0,0-39 1,0-14-1,14-13 0,-14-13 32,-14 13-1,14 13-31,14-13 16,65 0-16,-52 13-31,158 14 32,53 12-1,-146-39 0,-105 0 0,-93-26 1,-26 26-1,92-13-31,-65 13 31,-41 0 0,67 0 1,26 0-1,13 0 0,67 0 16,65 0-16,27 0 1,0 0-1,-106 0-31,27-13 31,-53 13-15,0 0-1,-40 0 1,-13 0 15,26 0-15</inkml:trace>
  <inkml:trace contextRef="#ctx0" brushRef="#br0" timeOffset="108648.72">15911 7142 0,'0'0'16,"-14"13"15,14 13-15,-13-12-16,0 78 16,0 120 15,13-159-16,0-14-15,-14 107 16,1 79 15,0-173-31,13-12 16,0 132 0,0-132-1,0 145 1,0-145-1,-26 131 1,26-131 0,-14 106-1,14-120 1,0 106 0,0-105-16,0 118 31,-13-132-16,13 80 1,-13 13 15,13-93-15,0 13 0,0-12-1,0-28 63</inkml:trace>
  <inkml:trace contextRef="#ctx0" brushRef="#br0" timeOffset="129660.89">17855 9919 0,'-14'132'31,"28"-264"-31,-41 357 16,14-40-1,13 198 17,0-317-17,0 212 1,0-212-16,0 0 15,0 93 1,0-66 0,-13 26-1,13 53 17,0-146-17,0 40 1,0-13 15,0-40-15,0 0 15,0 1 0,0-1 0,0 0-15,0 0 0,-13 1 171,-1 12-156,1-26 1,-40 0-1,40 0-31,-13-13 16,-80 13-1,-106-13 16,80 26 1,119 0-1</inkml:trace>
  <inkml:trace contextRef="#ctx0" brushRef="#br0" timeOffset="131851.7">15739 11969 0,'-27'-14'109,"-118"14"-78,-120 0 1,-105-13-1,-67 13 0,-12-13 0,383 13-31,-159 0 32,0 0-1,40 0 0,0 13 0,-40-13 1,185 0-32,-13 13 0,-132-13 31,-53 14 0,13-14 0,40-14 1,92 14-17,-26 0 17,53 0-1,53 0 0,0 0 0,-14 0 1,14 0-1</inkml:trace>
  <inkml:trace contextRef="#ctx0" brushRef="#br0" timeOffset="134264.19">9761 11995 0,'0'0'15,"-186"0"17,147 0-32,-226 0 31,-39 13 0,-27-13-15,54 0 31,52 0-16,198 0-31,-105-13 31,106 13-31,-107 0 16,-12 0 31,-1 0-16,-25 0-16,144 0 1,-92 0 15,93 0-31,-93 0 32,0 0-17,-1 13 16,94-13-15,-53 0 0,65 0-1,-52 0 1,13 0 31,-26 0-16,53 0-31,-67 0 31,-52 0-15,118 0 0,-79 0-1,80 0 1,-1 0-16,-65 0 15,-27 0 17,92 0-17,-65 13 1,79-13 0,-40 0-1,26 0 16,14 0 1,0 0-17,-53 0 1,26 0 0,-53 0-1,67 0 1,-40 14-1,53-14 1,-27 0 0,27 0 15,-1 0 0,1 0 79,0-14-79,0 14 0,-1 0-15,1 0-1,0 0 1,-13-13 0,12 13-1,-12 0 16,13 0-15,-14 0 0,-12 0 15,-14 0 0,39 0-15,1 0-1,0 0 110</inkml:trace>
  <inkml:trace contextRef="#ctx0" brushRef="#br0" timeOffset="150406.49">15342 6520 0,'0'0'0,"-106"-13"31,80 13-31,-1 0 16,-251-13 15,-65 13 0,-81-27 0,345 27-31,-265-13 32,251 13-32,-369-13 31,12 13 0,27 13 0,92 0 1,0 0-1,120-13 0,52 0 0,14 0 1,118 0-32,-105 0 31,-66-13 0,52 13 0,93 0 1</inkml:trace>
  <inkml:trace contextRef="#ctx0" brushRef="#br0" timeOffset="150796.94">10779 6322 0,'13'0'31,"-52"13"0,-81 40 0,1 0 1,106-53-32,-13 39 31,145 41 0,106 12 0,-186-65-31</inkml:trace>
  <inkml:trace contextRef="#ctx0" brushRef="#br0" timeOffset="152717.47">8954 6547 0,'0'0'16,"-13"0"47,-14 0-48,-92 0 16,-66 0 1,132 0-32,-145 13 31,145-13-31,-251 0 31,-1 0 0,28 0 1,52-13-1,198 13-31,-65 0 31,79 0-31,-67 0 31,-92 13 1,-39-13-1,-14 0 0,172 0-31,-119 13 31,132-13-31,-105 13 32,-40-13-1,79 0 0,26 13 0,54-13-31,-80 0 32,-39 0-1,118 0-31,-105 0 31,-13 14 0,-14-14 1,40 0-1,106 0-31,-40 0 31,-27 0 0,27 0 1,-26 0-1,66 0-31,-93 0 31,80 0-31,-67 0 31,53 0 1</inkml:trace>
  <inkml:trace contextRef="#ctx0" brushRef="#br0" timeOffset="153094.24">4219 6666 0,'0'0'0,"106"66"31,-67-53-31</inkml:trace>
  <inkml:trace contextRef="#ctx0" brushRef="#br0" timeOffset="153921.68">4179 6679 0,'0'0'0,"-13"0"16,13-40 15,159-26 0,-106 40-15,185-54 0,-53 27 15</inkml:trace>
  <inkml:trace contextRef="#ctx0" brushRef="#br0" timeOffset="158068.74">3915 7142 0,'0'0'16,"53"13"-1,-40-13-15,13 0 16,67 0 0,145 0 15,-172 0-31,-13-13 15,145 13 1,-131 0-16,316-14 31,80 14 1,-40 0-1,-39 14 0,39-1 0,-119 0 1,-238-13-17,172 13 1,27-13 15,-27 0 0,-198 0-31,-1 0 16,67 0 0,-79 0-16,-1 0 15,53 0 16,-52 0 1,-14-13-1,14 13 0,25 0 0,15 0 1,-1 0-1,-53 0-15,0 0-1,0 0 48,40 0-32,-40 0-15,14 0-1,26-13 16,-27 13 1,-12 0-1</inkml:trace>
  <inkml:trace contextRef="#ctx0" brushRef="#br0" timeOffset="160608.74">8822 7512 0,'0'0'0,"39"278"31,-26 26 1,-13 26-1,-13-250-31,0 277 31,0-40 0,-14-13 1,14 40-1,13-278-31,13 225 31,1 27 0,-14-265-31,-14 251 32,1 26-1,-13-12 0,-1-14 0,14-238-31,-13 172 32,12-172-32,-39 278 31,0-27 0,1-52 0,25-14 1,27-198-32,0 172 31,0-172-31,0 0 0,0 13 15,-26 225 17,12-27-1,14-211-31,-13 159 31,13 145 0,0-27 1,0-25-1,0-253-31,13 134 31,27 78 0,26-66 1,0 14-1,1-27 0,25-53 0,-65-118-31,105 52 32,27-53-1,-1-39 0,41 12 0,-160 1-31,146 13 32,54 13-1,-173-13-31,291 40 31,132-27 0,53 0 1,40-13-1,-449 0-31,343 0 16,-344 0-1,-13 0-15,0 0 16,529 0-1,-13 14 17,-516-1-17,383 0 1,-369 0 0,488 1 15,14-1 0,-26 13 0,-252-12-15,264 12 15,41-13 0,-517-13-31,596 40 32,-120 13-1,-462-40-31,608 53 31,-53 40 0,14-14 1,-583-65-32,596 65 31,13 1 0,0 0 0,13 12 1,-13 1-1,-27-13 0,-595-80-31,0 13 0,239 14 16,-252-27-1,-13-13-15,264 53 16,-26-13 31,-172-14-16,-146-26-31,1 14 31,-41-54 1,-39 0-17,40 40 1,-26-26 0,25 13-1,-25-14 16,25 27-31,-12-26 0</inkml:trace>
  <inkml:trace contextRef="#ctx0" brushRef="#br0" timeOffset="160961.66">28184 17774 0,'0'0'0,"-13"0"16,13 13-1,66 40 1,93 53 15,-120-93-15,14 120-1,-53-94 1,-185 107 0,92-120-1,-436 27 1</inkml:trace>
  <inkml:trace contextRef="#ctx0" brushRef="#br0" timeOffset="183360.26">25605 9205 0,'0'0'16,"0"-14"0,93 1 15,-27 40 0,-53-14-15,13 0-1,-26-26 17,27-80-1,-27 67-15,53-173-1,0-171 16,-40 198-15,-13-13 0,-27 106 15,27 105-31,-13 1 16,-26 184-1,52 120 16,0-265-15,-13-26-16,26 79 16,14-40 15,-27-79-15,14-66-1,26-159 16,-40 172-15,-13 14-16,26-41 16,-26 199 15,0-79-31,0 13 16,0 79-1,0-79-15,0-27 16,27 80-1,-27-93-15</inkml:trace>
  <inkml:trace contextRef="#ctx0" brushRef="#br0" timeOffset="183805.73">26438 8610 0,'0'0'0,"-13"-14"16,-13-39-1,-27 1 17,39 52-32,1 0 15,-40 39 1,27 93 15,39-105-15,14-1-16,39 54 15,92 25 17,-144-78-17,-14 26 1,-27-53-1,-105 26 1,92-26 0,-92-26-1,119 13-15,-1-1 16</inkml:trace>
  <inkml:trace contextRef="#ctx0" brushRef="#br0" timeOffset="184028.63">26769 8464 0,'0'0'0,"13"-13"16,-26 0 0,0 26-1,-1 119 1,14-26-1,0-66 1,0 171 0,0-171-16,0 52 15</inkml:trace>
  <inkml:trace contextRef="#ctx0" brushRef="#br0" timeOffset="184946.83">25724 10845 0,'0'0'0,"0"0"31,0 26 0,13-26 1,0-13-17,40-67 1,40-158 15,-67 172-15,41-238-1,-54 238-15,0 0 16,13-53 0,-26 92-16,0 107 31,0-41-15,-13 186-1,13-172 1,0 0-16,0 106 15,0-120 1,0 67 0,13-93-1,14-52 17,-14 12-17,0-12-15,27-80 16,13 0 15,-40 119-15,0 52-1,1-12-15,-14-13 16,39 92 0,-25-53-1</inkml:trace>
  <inkml:trace contextRef="#ctx0" brushRef="#br0" timeOffset="185351.75">26544 10316 0,'0'-14'31,"0"28"-31,-13-28 32,-53-12-1,39 26-31,-39 26 31,26 54 0,54-67-31,-1 0 16,53 53 0,-40-53-16,1 1 15,39 39 1,-66-14 15,-145-39 0</inkml:trace>
  <inkml:trace contextRef="#ctx0" brushRef="#br0" timeOffset="185811.67">26729 10289 0,'0'0'15,"0"-26"17,13 12-32,54-12 31,38 66 0,-91-27-31,-14 13 16,-14 120 15,-105-14 0,93-106-31,13-12 16,-14 12 15,80-13-15,172 1 15,-172-14-31,-13 0 16,12 13-16</inkml:trace>
  <inkml:trace contextRef="#ctx0" brushRef="#br0" timeOffset="187042.63">25856 13159 0,'-26'53'31,"52"-106"-31,-52 119 31,39-66-31,-13-13 0,40-14 32,105-198-1,-13-198 0,-26-66 0,-79 277 1,-54 318-1,14-53-31,-27 238 31,40-225-31,14 251 31,25-197 1,27-173-1,14-133 0,-67 147-31,13-14 31,-78 119 1,38 53-1,41-53 0,-27-53-31,79-39 31,-66 13-31,80-106 32,-27-93-1,-92 186 0,-27 118 0,39-65-31,28 78 32,-1-78-32,66 79 31,-26-53 0,-119-40 0,-66-40-15</inkml:trace>
  <inkml:trace contextRef="#ctx0" brushRef="#br0" timeOffset="187636.78">26888 12312 0,'0'-66'31,"0"132"-31,40-198 31,-27 119-31,93 13 32,-1 40-1,-118 65 0,-93-12 0,93-80-31,-27 14 32,54-14-1,-1 0-31,53 14 31,40 65 0,-93 14 1,-105-66-1,65-40-31,-66-27 31,54 1-15</inkml:trace>
  <inkml:trace contextRef="#ctx0" brushRef="#br0" timeOffset="189150.49">26213 14614 0,'-13'13'32,"26"-26"-32,-39 26 31,26-26-15,53-67 15,-40 40-16,14 14-15,52-186 32,0-158-17,-66 278 1,14-199 0,-27 238-1,13-27 16,-39 226 1,12-80-32,1 278 15,13-93 17,40-145-1,0-106 0,-27-13-15,66-93-1,-66 66 1,67-66 0,-67 80-1,0 13 1,-26 26-1,-13 66 1,12-52 0,14 52-1,0-52 1,14 12 0,25-39 15,-26-13-16,1 0-15,39-40 16,-40 13 0,0 14-16,27-80 15,-40 80 1,-27-1 0,-26 93 15,53-39-16,0 78 1,80-25 15,-14-1 1,-53-66-17,-13 40 1,-13-40-1,-67 27 1,54-40 0,0 0-16</inkml:trace>
  <inkml:trace contextRef="#ctx0" brushRef="#br0" timeOffset="190204.27">27179 13846 0,'-13'-13'0,"26"26"16,-26-39-16,13 13 16,0 0-1,0 39 16,-14 93 1,14-79-32,0-14 15,27 67 1,-27-80 0,40 0-1,-27-13 1,40-26-1,-27-1 1,27-65 0,-40 52-16,0 14 15,1-80 1,-14 93 0,13-14-16,-13 14 15,-27 172 16,27-120-15,-13 252 15,13-251-31,-13 92 32,13-119-32,0 14 15,0-1 1</inkml:trace>
  <inkml:trace contextRef="#ctx0" brushRef="#br0" timeOffset="191343.44">26055 16491 0,'-27'27'31,"27"-14"-15,0 27-1,13-40 1,14 0-1,-14 0 1,66-80 0,-65 54-1,92-172 1,-93 145-16,13-13 16,54-159-1,-54 145-15,0 14 16,41-185-1,-67 211 1,13 1 0,-26 65-1,-27 106 1,40-79 0,-13 185-1,13 40 16,13-199-15,13-13 0,93-185 15,-105 80-15,65-146-1,-39 52 16,-40 200 1,0-41-17,0 106 1,0-13 15,13-106-15,0 1-1</inkml:trace>
  <inkml:trace contextRef="#ctx0" brushRef="#br0" timeOffset="191751.95">27100 15790 0,'0'0'16,"13"-52"-1,-26 25 17,-67 54-1,67-14-31,0 0 16,-27 27-1,40-27-15,0 13 16,13 27-1,0-39-15,54 65 32,-41 27-1,-26-93-15,-53 13-1,-39-39 16,25-66 1</inkml:trace>
  <inkml:trace contextRef="#ctx0" brushRef="#br0" timeOffset="192436.55">27443 15685 0,'0'-27'31,"0"54"-31,-13-54 31,13 40-15,-13 1-16,0 25 15,-1 54 17,14-67-1,14-12-15,25-1-1,-12 0 1,26 53 15,-66 40 0,-1-93-31,1-13 16,-27 13 0,1-26-16</inkml:trace>
  <inkml:trace contextRef="#ctx0" brushRef="#br0" timeOffset="192604.54">27404 15751 0,'26'-27'15,"-52"54"-15,184-133 32,-131 93-32,-14 13 15,40 0 1,-40 0-16,-13 26 15</inkml:trace>
  <inkml:trace contextRef="#ctx0" brushRef="#br0" timeOffset="201828.73">21095 3928 0,'0'-13'32,"0"66"-1,0-27-15,0 133-1,0-119 1,-40 145-1,40-132 1,-39 79 0,39-119-1,-14 27 17,54-159-1,-27 79-31,27-158 31,-27 145-31,27-212 31,0 120 1,13 264-1,13 172 0,0 0 0,-53-252-31,13 41 32</inkml:trace>
  <inkml:trace contextRef="#ctx0" brushRef="#br0" timeOffset="201985.83">21174 4259 0,'0'0'0,"-13"-27"32,26 27-32,93-13 31,119-13 0</inkml:trace>
  <inkml:trace contextRef="#ctx0" brushRef="#br0" timeOffset="202494.31">21624 4166 0,'0'0'0,"-13"-13"15,0 0 16,39 79 1,-26-27-32,13 120 31,-13 132 0,0-264-31,0 78 31,0-65 1,14-119-17,-14 52 1,0-158 15,0 132-31,0-13 0,13-93 16,0 106-1,53-52 1,-39 105 0,39 39 15,-27 80 0,-52-79-31,-79 66 16,65-93-1,-39 27 1</inkml:trace>
  <inkml:trace contextRef="#ctx0" brushRef="#br0" timeOffset="202990.74">22008 4259 0,'0'0'0,"0"-14"16,13 81 15,0-41-15,14 146 0,-27-132-1,0 13-15,13 92 16,-40-52 15,27-80-15,0-53-1,0 27 1,0-146 0,14 106-1,-1-185 1,0 172-1,-13 13-15,40-92 16,-14 132 0,40 26-1,0 106 17,-66-80-17,-66 67 1,40-93-1,-67 27 1</inkml:trace>
  <inkml:trace contextRef="#ctx0" brushRef="#br0" timeOffset="203712.5">22629 4034 0,'-13'0'16,"26"0"-16,-39 0 0,13 13 16,39 93 15,-13-80-16,14 146 1,-14-132 0,-13 79-1,0-93 1,-13-26 0,13-13-1,-14-106 1,14 79-1,0-184 1,0 158 0,0-186-1,14 186 1,65-106 0,-53 159-1,160 92 1,-94 159 15,-158-52 0,40-147-15,-146 27 0,132-52-1,14-14-15,-27-14 16,119-12 15,13 39-15,53 93-1,-105-66 1,39 145 0,-66-146-1,13-12-15,14 26 16</inkml:trace>
  <inkml:trace contextRef="#ctx0" brushRef="#br0" timeOffset="204628.44">23317 4179 0,'-13'-26'0,"26"52"0,-92-105 31,65 79-31,-12 13 16,-14 40 0,27-26-16,13-1 15,0 80 1,79 26 15,-52-119-31,-1-13 16,67-13-1,-27-119 17,-66 92-17,0 0-15,-40-52 16,-26 26 15,53 66-31,0 13 16,-1 66-1,14-52 1,53 39 0,66-40 15,-79-39-15,26-13-1,-26-1 1,-14-39-1,-26 53 1,14 0-16,-14-1 16,0 41-1,-14 26 1,14 0 0,27 66-1,-14-93 1,40 53-1,-40-65 1,80-14 0,-80 0-16,53-66 31,-53 39-15,1 1-16,-1-67 15,-13 53-15,0-65 31,-13 105-15,-1 26 0,14 1-1,-13 12 1,26 80 0,14 27 15,-27-133-16,13 53 1,-13-53 0,13-13-16</inkml:trace>
  <inkml:trace contextRef="#ctx0" brushRef="#br0" timeOffset="204990.54">24137 3835 0,'0'0'0,"0"-39"15,-13 118 17,26 172-1,-13-198-31,13 13 16,0 106-1,1-119-15,-14 66 31,0-92-15</inkml:trace>
  <inkml:trace contextRef="#ctx0" brushRef="#br0" timeOffset="205359.93">24124 4338 0,'-40'-66'31,"40"53"-31,40 92 0,-67-172 32,199 120-1,-132-27-15,92 0-1,-79-40 16,-79-39 1,-27 79-1,26 40-15,1 52-1,26-13 1,53 14-1,-14-53-15</inkml:trace>
  <inkml:trace contextRef="#ctx0" brushRef="#br0" timeOffset="205779.96">24640 4259 0,'0'0'16,"-40"-159"15,80 185 0,52 120 1,-39 26-1,-66-106 0,0-79 0,26-186 1,0 160-32,53-146 31,27 145 0,-54 159 0,-39-66-31</inkml:trace>
  <inkml:trace contextRef="#ctx0" brushRef="#br0" timeOffset="-198387.7">5198 12656 0,'0'0'0,"13"-13"15,13 13 1,1 13 0,65 93-1,54 106 17,-120-173-17,40 80 1,-52-105-1,-1-1-15</inkml:trace>
  <inkml:trace contextRef="#ctx0" brushRef="#br0" timeOffset="-198125.98">5555 12564 0,'0'0'0,"0"-27"15,-13 67 17,13 0-17,-14-14-15,-25 120 16,12-107 0,14 14-16,-53 66 15,26-53 1,-26 14-1,53-54 1</inkml:trace>
  <inkml:trace contextRef="#ctx0" brushRef="#br0" timeOffset="-197716.93">5952 12683 0,'0'0'0,"66"-93"16,-66 80-1,-40-14 1,27 27 0,-80 27-1,67-14-15,-40 66 31,66-52-15,79 66 0,-39-80-1,118 93 1,-118-93 0,26 79-1,-66-78-15,-106 52 31,27-53-15,-53-53 15,132 14-31</inkml:trace>
  <inkml:trace contextRef="#ctx0" brushRef="#br0" timeOffset="-197323.68">6203 12603 0,'0'0'0,"13"0"15,0 27 1,-13-14 0,14 0-16,-1 53 15,0-39 1,40 118-1,-40-105 1,66 66 0,-65-93-16,-1-13 15,53-13 1,-53 0-16,53-106 31,-52 79-31,-14 0 16,-27-105-1,14 118 1,-53-39 0,53 66-1,-1 27 1,28-14 0</inkml:trace>
  <inkml:trace contextRef="#ctx0" brushRef="#br0" timeOffset="-196994.04">6785 12643 0,'0'-13'0,"0"26"0,0-39 16,0 12 0,13 67 15,0-26-16,27 145 1,0 0 15,-27-133-15,-13-26 0,-40-79 15,27 40-31,0-14 15,-1-52 1,14 65 0</inkml:trace>
  <inkml:trace contextRef="#ctx0" brushRef="#br0" timeOffset="-196591.27">6772 12669 0,'-14'-92'31,"28"65"-31,-14 146 0,66-330 31,-40 198-31,1-14 0,78 14 32,-65 53-17,26 105 1,0 133 15,-26-93 0,-40-159-31</inkml:trace>
  <inkml:trace contextRef="#ctx0" brushRef="#br0" timeOffset="-196368.12">6957 12789 0,'-13'0'0,"26"0"0,-53-14 15,53 1 17,133-27-1,-107 27-31,1 0 15,-13 13-15</inkml:trace>
  <inkml:trace contextRef="#ctx0" brushRef="#br0" timeOffset="-195912.17">7340 12630 0,'0'13'0,"0"-26"31,14-14-31,-14-26 31,0 40-31,13 66 31,26 119 1,-25-132-32,-14-1 15,26 80 17,-26-105-17,0-54 16,0 14-31,0-1 0,-13-13 16,0-198 15,26 14 1,-13 197-32,26 1 31,80 171 0,0 106 0,-53-79 1,-40-145-32,0-1 31</inkml:trace>
  <inkml:trace contextRef="#ctx0" brushRef="#br0" timeOffset="-195702.61">7433 12709 0,'-13'0'0,"26"0"0,-40 0 31,80-13 0,93 0 0,-120 13-31,40-14 16</inkml:trace>
  <inkml:trace contextRef="#ctx0" brushRef="#br0" timeOffset="-194208.88">5370 15738 0,'0'0'16,"0"-14"-16,0 1 15,0 53 32,0-27-31,26 119-1,-13-79 1,1-13-16,12 66 16,-13-67-16,14 67 31</inkml:trace>
  <inkml:trace contextRef="#ctx0" brushRef="#br0" timeOffset="-193993.83">5224 16267 0,'0'0'0,"-13"-14"15,26 1 1,14 0 0,171-40-1,-145 40 1,119 0-1,-146 13 1,1-14 0</inkml:trace>
  <inkml:trace contextRef="#ctx0" brushRef="#br0" timeOffset="-193776.27">5198 15790 0,'0'0'0,"0"-66"16,13 66-1,93-26 1,-67 26 0,120 0-1,-132 0 1,52 0-1</inkml:trace>
  <inkml:trace contextRef="#ctx0" brushRef="#br0" timeOffset="-193519.17">5859 15698 0,'0'-13'15,"0"66"17,13-27-17,0 0-15,27 80 16,-13-26 0,25 39-1,-52-106 1,14 0-16</inkml:trace>
  <inkml:trace contextRef="#ctx0" brushRef="#br0" timeOffset="-193187.93">5727 15790 0,'0'0'0,"-53"-66"16,40 53-16,13-13 15,39-1 1,-25 27-16,197 0 31,-158 13-15,132 67 0,-158-41-1,12 107 1,-39-120-1,-119 80 1,80-93 0,-1 1-16,-92-14 15,118-14 1</inkml:trace>
  <inkml:trace contextRef="#ctx0" brushRef="#br0" timeOffset="-192669.98">6388 15724 0,'0'0'0,"13"-13"16,14 40 15,-27-14-16,13 0-15,27 66 16,-40-52 0,53 118-1,-27-65 17,-39-133-1,0 26-16,-40-118 1,39 105 0,-12-132-1,26 133-15,0-28 32,13 67-17,106 40 1,13 53 15,-118-80-15,-1 27-1,-40-27 1,-52 0 0,53-13-1,-1 0-15,1 0 0</inkml:trace>
  <inkml:trace contextRef="#ctx0" brushRef="#br0" timeOffset="-191495.05">5475 17311 0,'0'0'0,"-39"0"15,-27-13 1,66 0-1,185 13 1,595-13 15,-568 13-15,661-27 0,-675 14-16,-26 0 15,185-14 1,-291 27-16,-26 0 15,-159-13 1,26 26 0</inkml:trace>
  <inkml:trace contextRef="#ctx0" brushRef="#br0" timeOffset="-185412.51">370 14918 0,'27'0'0,"-54"0"0,54-27 32,-40 27-32,13-26 31,-14 26 0,1 0-31,-66 39 31,-14 14 1,93-39-32,0-1 15,13 53 17,14-53-32,13 0 15,65 40 16,-65 27 1,-53-67-32,13 0 0,-27-13 15,1 27 1,26-14-16,-27-13 0,-39-13 31,53-40-15</inkml:trace>
  <inkml:trace contextRef="#ctx0" brushRef="#br0" timeOffset="-184973.31">463 14971 0,'0'0'0,"0"-67"31,0 94 0,13 13-15,27 105 15,-40-105-15,0-27 0,-13-13 15,13-79 0,52-159 0,-12 185 1,53 185-1,-40 13 0,-53-39 0,0-93-31</inkml:trace>
  <inkml:trace contextRef="#ctx0" brushRef="#br0" timeOffset="-184230.28">516 15010 0,'0'0'0,"13"-13"16,0 13-16,80-40 31,26-13 0,-93 53-31,14-26 31,-40 13 1,0 0-1,13 26-31,-13 53 31,27 66 0,-27-92 1,13-53-1,-13-1-31,0-78 31,26-54 0,-12 133-31,-1 13 32,0 13-32,-13 40 31,0-40-31,13 27 31,0-40 0,14-66 1,39 13-1,-53 53-31,1 0 16,25 93 15,-12-1 0,-27-79-31</inkml:trace>
  <inkml:trace contextRef="#ctx0" brushRef="#br0" timeOffset="-184005.22">1177 14812 0,'0'0'0,"0"-66"31,13 92 0,27 106 1,26-39-1,40-80 0,-93-26-31</inkml:trace>
  <inkml:trace contextRef="#ctx0" brushRef="#br0" timeOffset="-181802.19">952 8940 0,'-26'0'0,"52"0"0,-79 0 15,53 13-15,133 14 32,-67-27-17,463 53 1,-318-40 0,887 80-1,264-1 16,-1137-92-31,-40 13 16,199-13 0,-318-39 15,-119 39-15,0 0-16</inkml:trace>
  <inkml:trace contextRef="#ctx0" brushRef="#br0" timeOffset="-181185.11">1495 8861 0,'0'0'0,"0"-13"15,0-1 17,-159 120-1,132-93-31,1 1 16,-133 52-1,120-66 16,144 26 1,-91-26-32,38 27 15,28 39 1,-54-40-16,146 80 16</inkml:trace>
  <inkml:trace contextRef="#ctx0" brushRef="#br0" timeOffset="-180175.37">5661 9006 0,'-53'-26'31,"106"52"-31,-159-52 31,93 26-31,39 0 47,80 0-16,-80-13-31,67-1 31,-53 14-15,-1 0 0,-26 40 15,-13-13-15,0 105-1,14 79 16,-14-158-15,0 13 0,-14-39 15,14-40-31,-13-1 16,-26-52-1,-41-26 16,14 105 1,53-13-32,0 13 15,-1 27 1,67-14 15</inkml:trace>
  <inkml:trace contextRef="#ctx0" brushRef="#br0" timeOffset="-179555.97">6031 9165 0,'0'0'0,"13"-53"16,-13 27 0,13 12-1,-13 28 1,14 65-1,-1-53 1,13 107 0,-26-94-1,14 14 1,-14-40-16,13-13 16,0-13-1,0 0-15,40-66 31,-40 52-31,40-79 32,-40 146-1,1-27-15,12 80-1,40-14 16,27-105 1,-80 13-32,0-1 15,14-105 1,-27 80 0,-66-54-1,-1 67 16,41 52 1,39-26-32,40 27 31,-26-27-31</inkml:trace>
  <inkml:trace contextRef="#ctx0" brushRef="#br0" timeOffset="-179102.56">6639 9112 0,'0'0'15,"-53"-26"17,53-1-1,119 14 0,-79 0-31,92 0 31,-92-1 1,-40 1-1,-13 13-15,-14 53 15,-12 66 0,39-93-31,-14 1 16,14 52-1,-13-52-15,13 26 32,13-27-1,-13-39 16,-13 13-32</inkml:trace>
  <inkml:trace contextRef="#ctx0" brushRef="#br0" timeOffset="-172414.96">17921 9813 0,'13'26'63,"-13"-12"-47,13 52-1,1-40 1,-1 120-1,-13-107 1,0-12-16,0 92 16,0-79-1,0-1-15,0 120 16,0 13 15,0-146-15,0 67-1,0-80 1,13 40 0,-13-13 15,13-40-15,-13 13-1,0-26 1</inkml:trace>
  <inkml:trace contextRef="#ctx0" brushRef="#br0" timeOffset="-170687.96">13821 10937 0,'0'0'0,"-53"0"16,0-13-16,-132 0 15,119-1 1,0 14-16,-331 0 31,331 14-15,-212 39-1,-66 39 17,278-65-32,0-14 15,-132 66 1,131-52-16,-184 118 31,198-119-15,-79 94-1,119-94 1,-40 106 0,79 27 15,1-133-15,-14 14-16,106 39 15,-13-26 1,185 53-1,185-40 17,-370-53-17,383 40 1,-224-39 0,118 12-1,-264-26-15,0 0 16,199-40-1,158-92 17,-423 92-17,105-105 1,-131 105 0,26-132-1,-53 119 1,-80-171-1,-197-120 17,91 212-17,-369-40 1,-27 105 0</inkml:trace>
  <inkml:trace contextRef="#ctx0" brushRef="#br0" timeOffset="-169215.09">11268 12775 0,'0'0'16,"0"-39"15,14 25 0,78 81 0,-65-41-31,39 80 32,-53-93-32,27 53 15</inkml:trace>
  <inkml:trace contextRef="#ctx0" brushRef="#br0" timeOffset="-169024.91">11493 12749 0,'0'0'0,"-26"13"31,12 0-31,1 14 0,-13-1 16,-67 106-1,67-92 1,13-13-16,-27 12 15</inkml:trace>
  <inkml:trace contextRef="#ctx0" brushRef="#br0" timeOffset="-168616.91">11850 12775 0,'0'0'0,"27"-39"31,-120 39 1,27 53-1,66-40-31,26 40 31,67 26-15,-80-66-1,14 0-15,-1 27 32,-92-13-17,40-27 1,-54 0-1,54 0 1,13-27 0</inkml:trace>
  <inkml:trace contextRef="#ctx0" brushRef="#br0" timeOffset="-168255.95">12102 12789 0,'26'-14'32,"-52"28"-32,52-14 31,-26 13-31,13 79 16,40 54 15,-40-133-16,67 13 1,-67-39 0,80-66-1,-80 52 1,13-92 0,-26 106-1,0-13-15,-39-27 16,25 53 15</inkml:trace>
  <inkml:trace contextRef="#ctx0" brushRef="#br0" timeOffset="-167771.38">12657 12841 0,'0'0'0,"13"0"16,0-13-16,-13 0 16,0-13-1,0 12-15,-26 1 32,-67 66-1,93-40-16,-13 67 1,13-54 0,53 27-1,40-53 17,-40-53-1,-53-40 0,-27 67 0,27 119 1,27-1-1,25-65-16</inkml:trace>
  <inkml:trace contextRef="#ctx0" brushRef="#br0" timeOffset="-167134.02">13027 12921 0,'0'0'15,"27"-27"1,-27 14-16,39-40 31,-25 40-15,-14 0-16,-14-27 15,1 14 1,-13 12 0,-1 41 15,27-14-31,-13 14 31,0-14 0,0-13 32,-14 0-32,14 13-31,-27 40 31,27 53 1,26-93-32,53 27 31,40-93 0,-40-53 0,-52 27 1,-14 131-1,0 134 0,13-147-31</inkml:trace>
  <inkml:trace contextRef="#ctx0" brushRef="#br0" timeOffset="-165794.75">11321 13701 0,'0'0'0,"13"-40"31,-13 27-15,27-66-1,-27 66 1,-27-67 0,27 67-16,-66 0 31,53 26-16,-53 132 1,66-105 0,0 106-1,13-133 1,40 40 0,-26-53-1,-14-14-15,40-38 16,-40 25-1,40-105 1,-53 79 0,13-13-1,-26 132 17,13-40-17,-13 93 1,13-105-1,52 52 1,-38-53 0,65-26-1,-26-93 17,-40 66-17,0-52 1,-13 79-1,0 26 1,0 13 0,0 1-16,0 52 15,0-39-15,67 52 32,-1-105-1,-53 0-16,27-93 1,-40 80 0,13-1-16,-13-26 15,-13 80 17,13 12-17,13 67 1,53-53 15,-26-53-15,13-53-1,-40 40 1,13-119 0,-26 92-1,0 14-15,-13-67 16,13 67-1,-13 12-15,13 54 16,0 145 15,13-132-15,0 92 0,0-118-1,-13-14-15,0 0 0</inkml:trace>
  <inkml:trace contextRef="#ctx0" brushRef="#br0" timeOffset="-165339.83">12009 13754 0,'0'-27'0,"0"54"0,-13-93 16,39 39 15,-13 27-15,1 0-16,52-26 15,-40-1 1,14-12 0,-14 12-1,-26-39 1,14 53 0,-14 26-1,0 14 1,13 145-1,-13-120 1,13-12-16,0 66 16,14-66 15,-14-54-15,27-78-1,-14 65 1,53-26-1,40 133 17,-92-54-17,-14 1-15,14-1 0</inkml:trace>
  <inkml:trace contextRef="#ctx0" brushRef="#br0" timeOffset="-158479.09">11784 16306 0,'0'-92'31,"0"184"-31,13-198 16,1 133-1,-14 132 1,0-106-1,13-1-15,0 120 16,-13-92 15,13-160 1,-13 41-17,0-213 1,13 173-1,27-212 1,-13 238 0,105-66-1,-92 119 1,-1 0-16,54 119 16,-146 146 15,-119-67 0,146-171-15,-54 12-1,146-52 17,-39 13-17,-1 0-15,93 66 16,-13 66 15,-93-105-15,14-1-16</inkml:trace>
  <inkml:trace contextRef="#ctx0" brushRef="#br0" timeOffset="-158112.45">12379 16505 0,'0'0'0,"0"-14"16,-13-25 0,53 52 15,-27-13-15,0 13-16,53-13 15,-26 0 1,13-13-1,-53 0 1,-27-27 0,14 27-1,-66-27 1,66 40 0,-53 66-1,66 0 1,0 67-1,13-80 1,0-14-16,106 54 16</inkml:trace>
  <inkml:trace contextRef="#ctx0" brushRef="#br0" timeOffset="-157355.39">12961 16412 0,'0'0'0,"0"-13"16,40-40-1,-27 53 1,-13-13-1,-13-1 1,-93 41 0,66-14-1,-39 80 1,66-67 0,0 80-1,26-80 1,53 27-1,-53-39 1,67-1 0,-54-13-1,-13 0 1,-13-13 62,13-1-62,1-12-1,-14 13 1,13-53 0,-13 39-1,13-145 1,0 132-16,1-158 31,-14 185-15,0-40-1,-27 119 17,27-39-17,0 197 1,0-171-1,13 13-15,27 120 32,0-134-17</inkml:trace>
  <inkml:trace contextRef="#ctx0" brushRef="#br0" timeOffset="-157137.9">13239 16346 0,'0'-27'31,"0"54"-31,0-40 0,0 39 0,13 54 32,14 25-17,26 14 16,-53-105-31,13-14 0</inkml:trace>
  <inkml:trace contextRef="#ctx0" brushRef="#br0" timeOffset="-157006.89">13332 16081 0,'0'0'0,"-53"-52"15,39 52-15,14 13 16</inkml:trace>
  <inkml:trace contextRef="#ctx0" brushRef="#br0" timeOffset="-156634.72">13437 16399 0,'0'0'15,"14"13"1,-1 27 15,0-14-15,27 80 0,-40-80-1,13 41 1,-13-107 15,0 13-15,0 1-16,13-67 15,-13 54 1,13-14-16,40-53 16,-26 66-1,12 27 1,-12 40-1,-14-1-15,0 40 16</inkml:trace>
  <inkml:trace contextRef="#ctx0" brushRef="#br0" timeOffset="-156230.45">13794 16478 0,'0'0'0,"14"-13"47,25 0-16,-39 0-15,53-1 0,-40 14-1,54-13 1,-67 0-1,13-27 1,-13 14-16,-13 12 16,-27-25-1,13 26-15,1 13 16,-80 52 0,53 147 15,80-159-16,-1-1-15,120 54 16,-27-54 0,-53-39-16</inkml:trace>
  <inkml:trace contextRef="#ctx0" brushRef="#br0" timeOffset="-155794.25">14509 16386 0,'0'0'15,"-67"-67"1,54 54 0,-93 66 15,93-26-15,-13 65-1,26-65 1,26 65-1,-13-79-15,67 14 32,-27-40-17,39-80 1,-65 67 0,26-173-1,-14-52 16,-39 225-15,-26 12 0,-27 199 15,79 93 0,-12-225-31,-1-13 0</inkml:trace>
  <inkml:trace contextRef="#ctx0" brushRef="#br0" timeOffset="-155651.28">14694 16386 0,'13'-40'16,"-26"80"-16,105-186 15,-52 120-15,13 12 16,79-12-1</inkml:trace>
  <inkml:trace contextRef="#ctx0" brushRef="#br0" timeOffset="-153417">21241 5594 0,'0'0'0,"39"-39"15,-26 25 1,40-78 0,-39 65-16,-14-12 15,-53-54 1,26 67 0,-145 26-1,-13 145 16,159-105-15,26 0-16,53 79 16,211 13 15,-198-106-15,0-13-16,93 27 15,-159 79 16,-53-92-15,-158 12 0,-14-78 15,185-1-15,27-66 15</inkml:trace>
  <inkml:trace contextRef="#ctx0" brushRef="#br0" timeOffset="-153174.65">21624 5700 0,'0'-13'16,"0"26"-16,0-39 0,13-1 31,1 133 0,-1-66-15,26 105 0,-12-65-1</inkml:trace>
  <inkml:trace contextRef="#ctx0" brushRef="#br0" timeOffset="-153010.1">21664 5462 0,'0'0'0,"0"-79"31,13 118 0</inkml:trace>
  <inkml:trace contextRef="#ctx0" brushRef="#br0" timeOffset="-152120.39">21809 5713 0,'0'14'0,"0"-28"0,27 54 47,12 53-16,-39-80-15,14 40-1,-14-53 16,52-119 1,-25 92-17,52-39 17,-65 66-32,-1 27 15,26 65 1,14 14 15,80-132 0,-1-94 1,-93-12-1,-52 106-31,-13 26 15,-40 0 1,52 0-16,1 13 16,-26 53-1,91 13 17,41-52-1,-80-27-31,40 0 31,-40 66 0,-13 159 1,14 39-1,-67-158 0,26-106-31,1-13 16,-133-133 15,186-92 0,92 106 0,-14 119 1</inkml:trace>
  <inkml:trace contextRef="#ctx0" brushRef="#br0" timeOffset="-151652.5">22722 5489 0,'0'-67'31,"0"134"-31,0-186 32,13 211-1,27 265 0,-1-132 0</inkml:trace>
  <inkml:trace contextRef="#ctx0" brushRef="#br0" timeOffset="-151263.18">22960 5885 0,'0'-13'31,"13"13"-31,-26 13 0,39-26 32,1 0-32,65 0 31,80-1 0,-145 1-31,12-66 31,-105-14 1,40 80-32,-54 39 31,67 1-31,-13 92 31,79 13 0,-14-105-31,54-14 0</inkml:trace>
  <inkml:trace contextRef="#ctx0" brushRef="#br0" timeOffset="-150777.85">24190 5396 0,'0'-26'16,"0"52"-16,-66-158 31,52 132-31,-12 0 16,-119 66 15,118-53-31,-13 106 31,146 27 0,0-107 1,-106-65-1,-13 13-31,-93-14 31,-26 173 0,158 52 1,199-105-1,-66-107-16</inkml:trace>
  <inkml:trace contextRef="#ctx0" brushRef="#br0" timeOffset="-150126.21">24362 5766 0,'-13'-39'0,"26"78"0,-79-171 32,52 106-32,1 12 0,13-12 15,0 13 1,13 13-16,27 53 15,-13 66 17,-27-93-17,13 40 1,-13-53 15,13-39 0,0-1-15,0 1 0,67-106-1,-67 119 1,13 26 0,-26 13-1,0 93 1,0-79-1,14-14-15,12 41 16,-13-54 0,1 0-16,65-26 15,40-133 17,-106 107-17,40-173 1,-53 159-1,0 13-15,0-52 16,-40 158 15,40-26-15,-13 132 0,13-120-1,40 107 1,-40-132-1,13-1-15</inkml:trace>
  <inkml:trace contextRef="#ctx0" brushRef="#br0" timeOffset="-149043.84">24838 5846 0,'0'0'0,"-13"-14"15,-1-12-15,-12-53 16,26 52-1,26-13 1,-12 27 0,91 26-1,-78 1 1,-1-14-16,54 13 16,-67-13-1,0 0-15,14 0 16,-27 53 15,-14-40-15,1 119-1,0-105 1,13-1-16,-13 14 16,13-93 15,0 40-16,13-80 1,-13 67 0,53-54-1,-40 54 1,53-40 0,-53 66-1,14-13 1,-1 39 15,-12-26-15,12 26 15,-26 1 78,40 13-77,-40-27-32,53 0 31,0-13-16,13-53 17,-40 0-1,-26 40-31,0 66 31,-26 211 0,12 93 1,-12-198-1,13-159-31,-53-53 31,52-119 0,41 119-31,184-171 32,-52 184-1,-146 119 0,-52-39-31</inkml:trace>
  <inkml:trace contextRef="#ctx0" brushRef="#br0" timeOffset="-148502.47">22232 6996 0</inkml:trace>
  <inkml:trace contextRef="#ctx0" brushRef="#br0" timeOffset="-147372.52">22232 6970 0,'0'0'0,"0"-27"31,14-12 1,-1 78-1,-13 199 0,0-172-31,0 120 31,0-147-31,0 41 32,0-120-1,0 13-31,-40-211 31,14 172-31,-1-172 16,27 199-1,66-67 1,106 93 15,-132 39-15,53 53 0,-80-52-1,-79 92 16,-80-53 1,133-53-32,26-13 31,146 0 0,-133 0-31,14 0 0,66-26 16,-80 13-1,1 13-15,39-40 16,-66 27 0,-13 13-1,13 13 1,-66 79 15,52-65-31,-25 92 31,144-13 1,-78-106-32,105-14 31,-52-105 0,-120-26-15,27 119-1,-27 12 1,27 14 0,13 66-1,13-39 1,0-14-16,0 14 16,1-14-16,91 13 31,-78-26-31,52-53 15,-66 40 1,1-13-16,25-54 16,-39 67-1,27 13 1,-27 13 0,39 120 15,-25-94-31,52 107 31,-40-133-31</inkml:trace>
  <inkml:trace contextRef="#ctx0" brushRef="#br0" timeOffset="-147260.65">23290 6771 0,'0'0'15,"-13"-26"-15,0 13 0</inkml:trace>
  <inkml:trace contextRef="#ctx0" brushRef="#br0" timeOffset="-146793.37">23449 7115 0,'0'0'0,"27"-39"63,-1 91-47,-13-38-1,-13 12-15,0 1 16,0-14-16,0 40 15,14-80 32,65-79-31,-53 80 0,-12 0-16,12 12 15,0 1-15,54 26 16,-67 1-1,0 105 1,1-93 0,-14 53-1,13-79 1,0 14 0,0-28-1,0 14-15,1-26 0</inkml:trace>
  <inkml:trace contextRef="#ctx0" brushRef="#br0" timeOffset="-145066.02">23846 6705 0,'0'0'0,"26"-26"32,-12 26-32,12 13 31,-26 0-15,0 14-16,-13 65 15,0 14 1,-14 66-1,54 79 17,39-171-1,-40-94-15</inkml:trace>
  <inkml:trace contextRef="#ctx0" brushRef="#br0" timeOffset="-144881.31">23727 7062 0,'0'0'0,"-27"-39"32,41 25-32,25 14 15,80-26 1,-66 26-16,-13-13 15,39-1 1</inkml:trace>
  <inkml:trace contextRef="#ctx0" brushRef="#br0" timeOffset="-137922.47">19746 3611 0,'0'-14'16,"0"-12"15,0 39 0,0 0-15,-40 80 0,27-67-1,-66 133 1,66-132 0,-1-1-16,1 40 15,0-66 1,13 13-16,13 1 15,0-14 1,80-14 0,-67 14-1,40-26 1,-39 13-16,52-14 16,-39 1-1</inkml:trace>
  <inkml:trace contextRef="#ctx0" brushRef="#br0" timeOffset="-137591.16">19561 3849 0,'0'0'0,"-27"0"16,27-14-1,27 1 1,-1-13-16,120-67 16,-54 54-1,14-14-15,542-238 16,-436 198 0,740-224-1,-727 264 1,449-119-1,-568 145 1,66-39 0,-159 53-1,-39 0-15</inkml:trace>
  <inkml:trace contextRef="#ctx0" brushRef="#br0" timeOffset="-133411.24">23171 913 0,'14'0'31,"-1"13"0,66 66 1,120 146-1,12-40 0,-145-132-15</inkml:trace>
  <inkml:trace contextRef="#ctx0" brushRef="#br0" timeOffset="-133110.78">23634 860 0,'0'0'0,"-13"-40"31,0 67 0,-66 105 1,39-92-32,-79 132 31,-53 66 0,145-185-15</inkml:trace>
  <inkml:trace contextRef="#ctx0" brushRef="#br0" timeOffset="-132569.81">24282 953 0,'0'0'0,"14"-53"31,-14 39-31,13-38 31,-13 38-31,-106-12 32,-92 118-1,118 14 0,252 13 0,159 0 1,-291-79-32,26 66 31,-304-53 0,-53-67 0,211-78 1,94 65-32</inkml:trace>
  <inkml:trace contextRef="#ctx0" brushRef="#br0" timeOffset="-132110.1">24825 1164 0,'-40'13'31,"80"-26"-31,-40 26 32,211-26-1,-131 0-16</inkml:trace>
  <inkml:trace contextRef="#ctx0" brushRef="#br0" timeOffset="-131521.35">25830 1124 0,'0'0'16,"40"-52"15,-27 38-31,13-65 31,-26 66-31,-39-93 16,-120 146 15,-66 158 0,185-145-15,14 92-1,26-118 1,119 39 0,-79-66-1,131-27 1,-131 14 0,0-13-16,39-93 31,-52 79-31,12-92 31,-25 105 0,-14 41-31,0 12 0,0 67 16,13-54 0,53 107 15,-40-120-31,67-26 15</inkml:trace>
  <inkml:trace contextRef="#ctx0" brushRef="#br0" timeOffset="-131005.27">26438 1058 0,'0'-26'0,"0"52"0,0-65 15,-13 25 1,0 67 15,13-26-31,0 145 31,0-133-31,0 14 0,13 0 16,13 159 0,-26-186-1,0 1-15,0 12 31,0-52-15,14 0-16,-1-106 16,-13 79-1,-13-158 1,13 145 0,-40-159 15,40 159-31,26-52 15,-12 91 1,118 67 0,-92-26-1,52 145 1,-92-133 0,-66 54-1,40-80 1,-27 0-1,-13-13 1</inkml:trace>
  <inkml:trace contextRef="#ctx0" brushRef="#br0" timeOffset="-130501.05">26888 1032 0,'13'0'0,"-26"0"0,0 79 31,13-52-15,-14 105-1,41 66 17,-27-158-17,13 92 1,0-119-1,-13 27 1,0-119 15,-13 52-15,13-224 0,0 185-1,40-159 1,26 53 15,-53 159-15,53 53-1,-52-1 1,25 94 0,-39-94-1,-66 67 1,0-80 15</inkml:trace>
  <inkml:trace contextRef="#ctx0" brushRef="#br0" timeOffset="-130075.03">27510 1151 0,'0'0'0,"-14"13"16,14 0 46,-26 1-31,-14-14 1,27 0-32,-14-14 15,54-25 17,-14 25-17,14 1 1,-14 26 31,-13 14-16,-13-27-31</inkml:trace>
  <inkml:trace contextRef="#ctx0" brushRef="#br0" timeOffset="-129683.77">28012 939 0,'0'0'0,"-40"-39"15,40 25-15,14 28 32,-1-1-17,53 119 1,-40-79 0,1 198-1,-27-198 1,-53 159-1,40-173-15,-67 54 32,54-80-17,-1-13-15,-118-66 16,105 40 0,1-14-16</inkml:trace>
  <inkml:trace contextRef="#ctx0" brushRef="#br0" timeOffset="-129513.02">27814 622 0,'0'0'0,"26"-13"16,-13 13 15,-13 13-16</inkml:trace>
  <inkml:trace contextRef="#ctx0" brushRef="#br0" timeOffset="-129031.05">28594 1045 0,'0'-40'32,"0"80"-32,-13-93 0,-40 0 31,-53 27 0,80 26-31,12 13 0,-12-13 16,-27 66-1,53-53 1,79 40 0,107 27 15,-160-67-16,53 53 1,-79-40 0,-66 41 15,-119-67-15,145-14-1,-52-39 1</inkml:trace>
  <inkml:trace contextRef="#ctx0" brushRef="#br0" timeOffset="-128586.65">29057 913 0,'0'0'0,"0"13"16,-53 0 0,27 1-1,-1-1-15,-52 26 16,66-25 0,-67 118-1,67-106 1,26 93-1,0-92 1,54 26 0,-54-53-1,79-27 1,-65 1 0,39-67-1,-66 27 1,-27-66-1,27 119 1,-52-27 0,38 66 15</inkml:trace>
  <inkml:trace contextRef="#ctx0" brushRef="#br0" timeOffset="-128104.35">29374 1164 0,'-13'-13'0,"26"26"0,-26-53 16,0-12 0,13 12-1,13 0 1,27 93 15,-40-26-15,39 65-1,-25 1 1,-14-67 0,-14 40-1,-25-66 16,39-13-15,-13 0-16,26-40 16,26 0-1,41-40 1,-54 54 0,1 12-16,52-26 15,-26 93 1,-53-13-16,13 158 31,-39-106-15,-1-26-16</inkml:trace>
  <inkml:trace contextRef="#ctx0" brushRef="#br0" timeOffset="-106920.35">25261 1905 0,'0'0'31,"13"-40"-31,14 40 32,-1 13-1,-26 80 0,-26 118 0,-14 1 1,14-93-1,79-53 0,79-53 0,13-26 1,-79 13-1,-66-13 0</inkml:trace>
  <inkml:trace contextRef="#ctx0" brushRef="#br0" timeOffset="-106603.34">25618 2354 0,'-13'0'31,"26"0"-31,0 14 31,-13-1-31,40 0 16,53 53 15,-67-39-31,67 92 31,-133-27 0,-119-52 1,80-53-17</inkml:trace>
  <inkml:trace contextRef="#ctx0" brushRef="#br0" timeOffset="-106207.97">26280 2288 0,'0'-13'31,"0"39"1,-27 93-1,14-79-31,0 26 16,26 66 15,66-79 0,53-53 0,-105-13-31,-14 0 0</inkml:trace>
  <inkml:trace contextRef="#ctx0" brushRef="#br0" timeOffset="-106022.39">26584 2526 0,'0'0'0,"0"-13"31,0 39 0,39 54 1,-25-54-32,12 14 31,1-27-16</inkml:trace>
  <inkml:trace contextRef="#ctx0" brushRef="#br0" timeOffset="-105903.33">26716 2381 0,'-13'-53'31,"26"106"-31,-26-119 0</inkml:trace>
  <inkml:trace contextRef="#ctx0" brushRef="#br0" timeOffset="-105507.89">27020 2592 0,'0'-26'31,"-53"-40"0,53 53-31,-53-1 16,40 14 0,-40 40-1,40-27 1,26 67-1,0-67 1,133 79 0,-27-52 15,-172-40 0,27-13-15,-93-27-1,92 27 1,14 0-16</inkml:trace>
  <inkml:trace contextRef="#ctx0" brushRef="#br0" timeOffset="-105296.59">27232 2368 0,'0'0'0,"26"-14"16,14-12-1,0 26 1,-40 13-16,13 106 31,0-53-15,0 66 0,-13-52-1</inkml:trace>
  <inkml:trace contextRef="#ctx0" brushRef="#br0" timeOffset="-105108.14">27285 2566 0,'0'0'0,"-14"-27"16,14 14-16,0-26 15,14 25 1,12 14-16,67 0 15,-54 0-15,14 0 16,80 0 0,-94 0-16</inkml:trace>
  <inkml:trace contextRef="#ctx0" brushRef="#br0" timeOffset="-103245.08">28171 2592 0,'0'40'31,"-13"-14"-15,-14 54 0,1 39 15,26-93-31,0-12 15,39-14 1,67-119 15,66-106 1,-145 172-17,39-185 1,-53 79 15,-66 252 0,40-54-31,13 1 16,-27 92 0,27-105-16,0 92 31,0-80 0,0-52 125,0-13-124,-39-1-1,-54 14 0,80 13-31,-67 13 31,-12 93 1,92-80-32,0 41 31,79-28 0,27-65 0,-80 13-31,41-67 32,-28-39-1,-39 106-31,0 0 31,-13 13-31,-13 106 31,39-14 1,0-79-32,53 1 31,-39-14-31,105-53 31,-92 26-31,92-184 31,-106-41 1,-92 226-1,40 52-31,-40 173 15,66-146 1,-14 145 0,28-172-1,38 54 1,-25-80 0,92-40-1,-79 14 1,105-186-1,-92-52 32,-53 224-47,-66 0 16,53 67 0,-40 131-1,53-91 1,0 144-1,13-171 1,0 52 0</inkml:trace>
  <inkml:trace contextRef="#ctx0" brushRef="#br0" timeOffset="-102262.56">29546 2830 0,'0'0'15,"-39"27"1,39-14 31,26-13-16,67-53 0,-67 27-15,93-107 0,-92 81-1,-1-1-15,67-172 16,-67 146-1,40-239 1,-66 278 0,-53 80-1,40 26 1,-53 265 0,66-252-1,-13 172 1,13-211-1,26 53 1,-13-93 0,80-53-1,-53 26 1,145-184 0,-79 65 15,-146 173 0,13-14-15,-25 40-1,38-40 1,1 27 0,53-40 15,-27 0-16,66 0 1,14-27 15,-80 14-15,0 0 0,1 13-1,-14 13 1,0 0-1,13 80 1,0-67 0,40 80-1,-53-93 1,-26 40 0,-14-53-1,-106-26 1,107 13-1,-27-14-15</inkml:trace>
  <inkml:trace contextRef="#ctx0" brushRef="#br0" timeOffset="-101984.95">30882 2672 0,'0'0'16,"40"-27"-1,-40 14 1</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8T14:23:08.653"/>
    </inkml:context>
    <inkml:brush xml:id="br0">
      <inkml:brushProperty name="width" value="0.05" units="cm"/>
      <inkml:brushProperty name="height" value="0.05" units="cm"/>
      <inkml:brushProperty name="color" value="#FFFFFF"/>
    </inkml:brush>
  </inkml:definitions>
  <inkml:trace contextRef="#ctx0" brushRef="#br0">64 18 24575,'0'-1'0,"0"1"0,0 0 0,0-1 0,0 1 0,0-1 0,0 1 0,1-1 0,-1 1 0,0-1 0,0 1 0,0-1 0,0 1 0,1 0 0,-1-1 0,0 1 0,0-1 0,1 1 0,-1 0 0,0-1 0,1 1 0,-1 0 0,0-1 0,1 1 0,0 0 0,-1 0 0,0 0 0,0 0 0,0 0 0,1 0 0,-1 0 0,0 0 0,0 0 0,1 0 0,-1 0 0,0 0 0,0 0 0,0 0 0,1 0 0,-1 0 0,0 0 0,0 0 0,0 1 0,1-1 0,-1 0 0,0 0 0,0 0 0,0 0 0,1 0 0,-1 1 0,0-1 0,0 0 0,0 0 0,0 0 0,0 1 0,0-1 0,0 0 0,0 0 0,1 1 0,-1-1 0,0 0 0,0 0 0,0 0 0,0 1 0,0-1 0,0 0 0,0 0 0,0 1 0,0-1 0,0 0 0,-1 0 0,1 1 0,1 0 0,-1 1 0,0 0 0,0-1 0,1 1 0,-1 0 0,-1 0 0,1-1 0,0 1 0,0 0 0,-1-1 0,1 1 0,0-1 0,-1 1 0,0 0 0,1-1 0,-1 1 0,0-1 0,0 1 0,0-1 0,0 0 0,0 1 0,0-1 0,0 0 0,0 0 0,-1 0 0,1 0 0,0 0 0,-1 0 0,1 0 0,-1 0 0,1 0 0,-1-1 0,0 1 0,1-1 0,-1 1 0,1-1 0,-1 1 0,-2-1 0,-2-2 0,13-2 0,15-3 0,21 9 0,-42-2 0,0 0 0,0 1 0,0-1 0,0 0 0,0 0 0,0 1 0,0-1 0,-1 1 0,1-1 0,0 1 0,0-1 0,0 1 0,-1-1 0,1 1 0,0 0 0,1 1 0,-2-2 0,0 1 0,0 0 0,0-1 0,0 1 0,0 0 0,0-1 0,-1 1 0,1 0 0,0-1 0,0 1 0,0 0 0,-1-1 0,1 1 0,0-1 0,-1 1 0,1-1 0,0 1 0,-1 0 0,1-1 0,-1 1 0,1-1 0,-1 0 0,1 1 0,-1-1 0,1 1 0,-1-1 0,0 0 0,0 1 0,-1 0 0,0 0 0,0 0 0,0 0 0,0 0 0,-1 0 0,1-1 0,0 1 0,0-1 0,-1 1 0,1-1 0,0 0 0,0 0 0,-1 0 0,1 0 0,0 0 0,-1-1 0,1 1 0,-4-2 0,5 2 0,0 0 0,0-1 0,0 1 0,1-1 0,-1 1 0,0 0 0,0-1 0,1 0 0,-1 1 0,0-1 0,1 1 0,-1-1 0,0 0 0,1 1 0,-1-1 0,1 0 0,-1 0 0,1 1 0,-1-1 0,1 0 0,0 0 0,-1 0 0,1 0 0,0 1 0,0-1 0,0 0 0,-1 0 0,1 0 0,0 0 0,0 0 0,0 0 0,1 0 0,-1 0 0,0 1 0,0-1 0,0 0 0,1 0 0,-1 0 0,0 0 0,1 0 0,-1 1 0,1-1 0,-1 0 0,1 0 0,-1 1 0,1-1 0,-1 0 0,1 1 0,1-2 0,-1 1 0,0-1 0,0 1 0,0 0 0,1-1 0,-1 1 0,0 0 0,1 0 0,-1 0 0,1 0 0,0 0 0,-1 0 0,1 0 0,0 1 0,0-1 0,-1 0 0,1 1 0,0 0 0,0-1 0,0 1 0,0 0 0,-1 0 0,1 0 0,0 0 0,0 0 0,0 0 0,0 1 0,-1-1 0,4 1 0,-5 0 0,1-1 0,0 0 0,-1 1 0,1-1 0,0 1 0,-1-1 0,1 1 0,0-1 0,-1 1 0,1-1 0,-1 1 0,1 0 0,-1-1 0,0 1 0,1 0 0,-1-1 0,1 1 0,-1 0 0,0 0 0,0-1 0,0 1 0,1 0 0,-1 0 0,0 1 0,0-1 0,-1 1 0,1 0 0,0-1 0,-1 1 0,0 0 0,1-1 0,-1 1 0,0-1 0,0 1 0,0-1 0,0 1 0,0-1 0,0 0 0,0 1 0,0-1 0,-2 2 0,-1-1 0,1 0 0,0 0 0,-1 0 0,1 0 0,-1 0 0,0-1 0,0 1 0,1-1 0,-1 0 0,0-1 0,0 1 0,0 0 0,0-1 0,0 0 0,0 0 0,0 0 0,0-1 0,-4 0 0,6 1 0,1-1 0,-1 1 0,1-1 0,-1 1 0,1-1 0,-1 1 0,1-1 0,0 0 0,-1 0 0,1 0 0,0 0 0,-1 0 0,1 0 0,0 0 0,0 0 0,0 0 0,0-1 0,-1-1 0,1 1 0,1 0 0,-1 0 0,1 0 0,0 1 0,0-1 0,-1 0 0,1 0 0,1 0 0,-1 0 0,0 1 0,0-1 0,1 0 0,-1 0 0,1 1 0,-1-1 0,1 0 0,0 0 0,0 1 0,0-1 0,1-1 0,0 0-68,-1 1 0,1 0-1,0-1 1,0 1 0,-1 0 0,1 0-1,1 0 1,-1 1 0,0-1 0,0 1-1,1-1 1,-1 1 0,0-1 0,1 1-1,0 0 1,-1 0 0,1 1-1,0-1 1,3 0 0,10 1-6758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7" Type="http://schemas.openxmlformats.org/officeDocument/2006/relationships/customXml" Target="../ink/ink59.xml"/><Relationship Id="rId21" Type="http://schemas.openxmlformats.org/officeDocument/2006/relationships/image" Target="../media/image13.png"/><Relationship Id="rId42" Type="http://schemas.openxmlformats.org/officeDocument/2006/relationships/image" Target="../media/image23.png"/><Relationship Id="rId63" Type="http://schemas.openxmlformats.org/officeDocument/2006/relationships/customXml" Target="../ink/ink32.xml"/><Relationship Id="rId84" Type="http://schemas.openxmlformats.org/officeDocument/2006/relationships/image" Target="../media/image44.png"/><Relationship Id="rId138" Type="http://schemas.openxmlformats.org/officeDocument/2006/relationships/customXml" Target="../ink/ink71.xml"/><Relationship Id="rId107" Type="http://schemas.openxmlformats.org/officeDocument/2006/relationships/customXml" Target="../ink/ink54.xml"/><Relationship Id="rId11" Type="http://schemas.openxmlformats.org/officeDocument/2006/relationships/image" Target="../media/image8.png"/><Relationship Id="rId32" Type="http://schemas.openxmlformats.org/officeDocument/2006/relationships/customXml" Target="../ink/ink16.xml"/><Relationship Id="rId53" Type="http://schemas.openxmlformats.org/officeDocument/2006/relationships/customXml" Target="../ink/ink27.xml"/><Relationship Id="rId74" Type="http://schemas.openxmlformats.org/officeDocument/2006/relationships/image" Target="../media/image39.png"/><Relationship Id="rId128" Type="http://schemas.openxmlformats.org/officeDocument/2006/relationships/image" Target="../media/image65.png"/><Relationship Id="rId149" Type="http://schemas.openxmlformats.org/officeDocument/2006/relationships/customXml" Target="../ink/ink77.xml"/><Relationship Id="rId5" Type="http://schemas.openxmlformats.org/officeDocument/2006/relationships/image" Target="../media/image5.png"/><Relationship Id="rId95" Type="http://schemas.openxmlformats.org/officeDocument/2006/relationships/customXml" Target="../ink/ink48.xml"/><Relationship Id="rId22" Type="http://schemas.openxmlformats.org/officeDocument/2006/relationships/customXml" Target="../ink/ink11.xml"/><Relationship Id="rId27" Type="http://schemas.openxmlformats.org/officeDocument/2006/relationships/image" Target="../media/image16.png"/><Relationship Id="rId43" Type="http://schemas.openxmlformats.org/officeDocument/2006/relationships/customXml" Target="../ink/ink22.xml"/><Relationship Id="rId48" Type="http://schemas.openxmlformats.org/officeDocument/2006/relationships/image" Target="../media/image26.png"/><Relationship Id="rId64" Type="http://schemas.openxmlformats.org/officeDocument/2006/relationships/image" Target="../media/image34.png"/><Relationship Id="rId69" Type="http://schemas.openxmlformats.org/officeDocument/2006/relationships/customXml" Target="../ink/ink35.xml"/><Relationship Id="rId113" Type="http://schemas.openxmlformats.org/officeDocument/2006/relationships/customXml" Target="../ink/ink57.xml"/><Relationship Id="rId118" Type="http://schemas.openxmlformats.org/officeDocument/2006/relationships/image" Target="../media/image61.png"/><Relationship Id="rId134" Type="http://schemas.openxmlformats.org/officeDocument/2006/relationships/customXml" Target="../ink/ink69.xml"/><Relationship Id="rId139" Type="http://schemas.openxmlformats.org/officeDocument/2006/relationships/customXml" Target="../ink/ink72.xml"/><Relationship Id="rId80" Type="http://schemas.openxmlformats.org/officeDocument/2006/relationships/image" Target="../media/image42.png"/><Relationship Id="rId85" Type="http://schemas.openxmlformats.org/officeDocument/2006/relationships/customXml" Target="../ink/ink43.xml"/><Relationship Id="rId150" Type="http://schemas.openxmlformats.org/officeDocument/2006/relationships/image" Target="../media/image75.png"/><Relationship Id="rId155" Type="http://schemas.openxmlformats.org/officeDocument/2006/relationships/customXml" Target="../ink/ink80.xml"/><Relationship Id="rId12" Type="http://schemas.openxmlformats.org/officeDocument/2006/relationships/customXml" Target="../ink/ink6.xml"/><Relationship Id="rId17" Type="http://schemas.openxmlformats.org/officeDocument/2006/relationships/image" Target="../media/image11.png"/><Relationship Id="rId33" Type="http://schemas.openxmlformats.org/officeDocument/2006/relationships/image" Target="../media/image19.png"/><Relationship Id="rId38" Type="http://schemas.openxmlformats.org/officeDocument/2006/relationships/image" Target="../media/image21.png"/><Relationship Id="rId59" Type="http://schemas.openxmlformats.org/officeDocument/2006/relationships/customXml" Target="../ink/ink30.xml"/><Relationship Id="rId103" Type="http://schemas.openxmlformats.org/officeDocument/2006/relationships/customXml" Target="../ink/ink52.xml"/><Relationship Id="rId108" Type="http://schemas.openxmlformats.org/officeDocument/2006/relationships/image" Target="../media/image56.png"/><Relationship Id="rId124" Type="http://schemas.openxmlformats.org/officeDocument/2006/relationships/image" Target="../media/image64.png"/><Relationship Id="rId129" Type="http://schemas.openxmlformats.org/officeDocument/2006/relationships/customXml" Target="../ink/ink66.xml"/><Relationship Id="rId54" Type="http://schemas.openxmlformats.org/officeDocument/2006/relationships/image" Target="../media/image29.png"/><Relationship Id="rId70" Type="http://schemas.openxmlformats.org/officeDocument/2006/relationships/image" Target="../media/image37.png"/><Relationship Id="rId75" Type="http://schemas.openxmlformats.org/officeDocument/2006/relationships/customXml" Target="../ink/ink38.xml"/><Relationship Id="rId91" Type="http://schemas.openxmlformats.org/officeDocument/2006/relationships/customXml" Target="../ink/ink46.xml"/><Relationship Id="rId96" Type="http://schemas.openxmlformats.org/officeDocument/2006/relationships/image" Target="../media/image50.png"/><Relationship Id="rId140" Type="http://schemas.openxmlformats.org/officeDocument/2006/relationships/image" Target="../media/image70.png"/><Relationship Id="rId145" Type="http://schemas.openxmlformats.org/officeDocument/2006/relationships/customXml" Target="../ink/ink75.xml"/><Relationship Id="rId1" Type="http://schemas.openxmlformats.org/officeDocument/2006/relationships/slideLayout" Target="../slideLayouts/slideLayout2.xml"/><Relationship Id="rId6" Type="http://schemas.openxmlformats.org/officeDocument/2006/relationships/customXml" Target="../ink/ink3.xml"/><Relationship Id="rId23" Type="http://schemas.openxmlformats.org/officeDocument/2006/relationships/image" Target="../media/image14.png"/><Relationship Id="rId28" Type="http://schemas.openxmlformats.org/officeDocument/2006/relationships/customXml" Target="../ink/ink14.xml"/><Relationship Id="rId49" Type="http://schemas.openxmlformats.org/officeDocument/2006/relationships/customXml" Target="../ink/ink25.xml"/><Relationship Id="rId114" Type="http://schemas.openxmlformats.org/officeDocument/2006/relationships/image" Target="../media/image59.png"/><Relationship Id="rId119" Type="http://schemas.openxmlformats.org/officeDocument/2006/relationships/customXml" Target="../ink/ink60.xml"/><Relationship Id="rId44" Type="http://schemas.openxmlformats.org/officeDocument/2006/relationships/image" Target="../media/image24.png"/><Relationship Id="rId60" Type="http://schemas.openxmlformats.org/officeDocument/2006/relationships/image" Target="../media/image32.png"/><Relationship Id="rId65" Type="http://schemas.openxmlformats.org/officeDocument/2006/relationships/customXml" Target="../ink/ink33.xml"/><Relationship Id="rId81" Type="http://schemas.openxmlformats.org/officeDocument/2006/relationships/customXml" Target="../ink/ink41.xml"/><Relationship Id="rId86" Type="http://schemas.openxmlformats.org/officeDocument/2006/relationships/image" Target="../media/image45.png"/><Relationship Id="rId130" Type="http://schemas.openxmlformats.org/officeDocument/2006/relationships/image" Target="../media/image66.png"/><Relationship Id="rId135" Type="http://schemas.openxmlformats.org/officeDocument/2006/relationships/image" Target="../media/image68.png"/><Relationship Id="rId151" Type="http://schemas.openxmlformats.org/officeDocument/2006/relationships/customXml" Target="../ink/ink78.xml"/><Relationship Id="rId156" Type="http://schemas.openxmlformats.org/officeDocument/2006/relationships/image" Target="../media/image78.png"/><Relationship Id="rId13" Type="http://schemas.openxmlformats.org/officeDocument/2006/relationships/image" Target="../media/image9.png"/><Relationship Id="rId18" Type="http://schemas.openxmlformats.org/officeDocument/2006/relationships/customXml" Target="../ink/ink9.xml"/><Relationship Id="rId39" Type="http://schemas.openxmlformats.org/officeDocument/2006/relationships/customXml" Target="../ink/ink20.xml"/><Relationship Id="rId109" Type="http://schemas.openxmlformats.org/officeDocument/2006/relationships/customXml" Target="../ink/ink55.xml"/><Relationship Id="rId34" Type="http://schemas.openxmlformats.org/officeDocument/2006/relationships/customXml" Target="../ink/ink17.xml"/><Relationship Id="rId50" Type="http://schemas.openxmlformats.org/officeDocument/2006/relationships/image" Target="../media/image27.png"/><Relationship Id="rId55" Type="http://schemas.openxmlformats.org/officeDocument/2006/relationships/customXml" Target="../ink/ink28.xml"/><Relationship Id="rId76" Type="http://schemas.openxmlformats.org/officeDocument/2006/relationships/image" Target="../media/image40.png"/><Relationship Id="rId97" Type="http://schemas.openxmlformats.org/officeDocument/2006/relationships/customXml" Target="../ink/ink49.xml"/><Relationship Id="rId104" Type="http://schemas.openxmlformats.org/officeDocument/2006/relationships/image" Target="../media/image54.png"/><Relationship Id="rId120" Type="http://schemas.openxmlformats.org/officeDocument/2006/relationships/image" Target="../media/image62.png"/><Relationship Id="rId125" Type="http://schemas.openxmlformats.org/officeDocument/2006/relationships/customXml" Target="../ink/ink63.xml"/><Relationship Id="rId141" Type="http://schemas.openxmlformats.org/officeDocument/2006/relationships/customXml" Target="../ink/ink73.xml"/><Relationship Id="rId146" Type="http://schemas.openxmlformats.org/officeDocument/2006/relationships/image" Target="../media/image73.png"/><Relationship Id="rId7" Type="http://schemas.openxmlformats.org/officeDocument/2006/relationships/image" Target="../media/image6.png"/><Relationship Id="rId71" Type="http://schemas.openxmlformats.org/officeDocument/2006/relationships/customXml" Target="../ink/ink36.xml"/><Relationship Id="rId92" Type="http://schemas.openxmlformats.org/officeDocument/2006/relationships/image" Target="../media/image48.png"/><Relationship Id="rId2" Type="http://schemas.openxmlformats.org/officeDocument/2006/relationships/customXml" Target="../ink/ink1.xml"/><Relationship Id="rId29" Type="http://schemas.openxmlformats.org/officeDocument/2006/relationships/image" Target="../media/image17.png"/><Relationship Id="rId24" Type="http://schemas.openxmlformats.org/officeDocument/2006/relationships/customXml" Target="../ink/ink12.xml"/><Relationship Id="rId40" Type="http://schemas.openxmlformats.org/officeDocument/2006/relationships/image" Target="../media/image22.png"/><Relationship Id="rId45" Type="http://schemas.openxmlformats.org/officeDocument/2006/relationships/customXml" Target="../ink/ink23.xml"/><Relationship Id="rId66" Type="http://schemas.openxmlformats.org/officeDocument/2006/relationships/image" Target="../media/image35.png"/><Relationship Id="rId87" Type="http://schemas.openxmlformats.org/officeDocument/2006/relationships/customXml" Target="../ink/ink44.xml"/><Relationship Id="rId110" Type="http://schemas.openxmlformats.org/officeDocument/2006/relationships/image" Target="../media/image57.png"/><Relationship Id="rId115" Type="http://schemas.openxmlformats.org/officeDocument/2006/relationships/customXml" Target="../ink/ink58.xml"/><Relationship Id="rId131" Type="http://schemas.openxmlformats.org/officeDocument/2006/relationships/customXml" Target="../ink/ink67.xml"/><Relationship Id="rId136" Type="http://schemas.openxmlformats.org/officeDocument/2006/relationships/customXml" Target="../ink/ink70.xml"/><Relationship Id="rId61" Type="http://schemas.openxmlformats.org/officeDocument/2006/relationships/customXml" Target="../ink/ink31.xml"/><Relationship Id="rId82" Type="http://schemas.openxmlformats.org/officeDocument/2006/relationships/image" Target="../media/image43.png"/><Relationship Id="rId152" Type="http://schemas.openxmlformats.org/officeDocument/2006/relationships/image" Target="../media/image76.png"/><Relationship Id="rId19" Type="http://schemas.openxmlformats.org/officeDocument/2006/relationships/image" Target="../media/image12.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0.png"/><Relationship Id="rId56" Type="http://schemas.openxmlformats.org/officeDocument/2006/relationships/image" Target="../media/image30.png"/><Relationship Id="rId77" Type="http://schemas.openxmlformats.org/officeDocument/2006/relationships/customXml" Target="../ink/ink39.xml"/><Relationship Id="rId100" Type="http://schemas.openxmlformats.org/officeDocument/2006/relationships/image" Target="../media/image52.png"/><Relationship Id="rId105" Type="http://schemas.openxmlformats.org/officeDocument/2006/relationships/customXml" Target="../ink/ink53.xml"/><Relationship Id="rId126" Type="http://schemas.openxmlformats.org/officeDocument/2006/relationships/customXml" Target="../ink/ink64.xml"/><Relationship Id="rId147" Type="http://schemas.openxmlformats.org/officeDocument/2006/relationships/customXml" Target="../ink/ink76.xml"/><Relationship Id="rId8" Type="http://schemas.openxmlformats.org/officeDocument/2006/relationships/customXml" Target="../ink/ink4.xml"/><Relationship Id="rId51" Type="http://schemas.openxmlformats.org/officeDocument/2006/relationships/customXml" Target="../ink/ink26.xml"/><Relationship Id="rId72" Type="http://schemas.openxmlformats.org/officeDocument/2006/relationships/image" Target="../media/image38.png"/><Relationship Id="rId93" Type="http://schemas.openxmlformats.org/officeDocument/2006/relationships/customXml" Target="../ink/ink47.xml"/><Relationship Id="rId98" Type="http://schemas.openxmlformats.org/officeDocument/2006/relationships/image" Target="../media/image51.png"/><Relationship Id="rId121" Type="http://schemas.openxmlformats.org/officeDocument/2006/relationships/customXml" Target="../ink/ink61.xml"/><Relationship Id="rId142" Type="http://schemas.openxmlformats.org/officeDocument/2006/relationships/image" Target="../media/image71.png"/><Relationship Id="rId3" Type="http://schemas.openxmlformats.org/officeDocument/2006/relationships/image" Target="../media/image4.png"/><Relationship Id="rId25" Type="http://schemas.openxmlformats.org/officeDocument/2006/relationships/image" Target="../media/image15.png"/><Relationship Id="rId46" Type="http://schemas.openxmlformats.org/officeDocument/2006/relationships/image" Target="../media/image25.png"/><Relationship Id="rId67" Type="http://schemas.openxmlformats.org/officeDocument/2006/relationships/customXml" Target="../ink/ink34.xml"/><Relationship Id="rId116" Type="http://schemas.openxmlformats.org/officeDocument/2006/relationships/image" Target="../media/image60.png"/><Relationship Id="rId137" Type="http://schemas.openxmlformats.org/officeDocument/2006/relationships/image" Target="../media/image69.png"/><Relationship Id="rId20" Type="http://schemas.openxmlformats.org/officeDocument/2006/relationships/customXml" Target="../ink/ink10.xml"/><Relationship Id="rId41" Type="http://schemas.openxmlformats.org/officeDocument/2006/relationships/customXml" Target="../ink/ink21.xml"/><Relationship Id="rId62" Type="http://schemas.openxmlformats.org/officeDocument/2006/relationships/image" Target="../media/image33.png"/><Relationship Id="rId83" Type="http://schemas.openxmlformats.org/officeDocument/2006/relationships/customXml" Target="../ink/ink42.xml"/><Relationship Id="rId88" Type="http://schemas.openxmlformats.org/officeDocument/2006/relationships/image" Target="../media/image46.png"/><Relationship Id="rId111" Type="http://schemas.openxmlformats.org/officeDocument/2006/relationships/customXml" Target="../ink/ink56.xml"/><Relationship Id="rId132" Type="http://schemas.openxmlformats.org/officeDocument/2006/relationships/image" Target="../media/image67.png"/><Relationship Id="rId153" Type="http://schemas.openxmlformats.org/officeDocument/2006/relationships/customXml" Target="../ink/ink79.xml"/><Relationship Id="rId15" Type="http://schemas.openxmlformats.org/officeDocument/2006/relationships/image" Target="../media/image10.png"/><Relationship Id="rId36" Type="http://schemas.openxmlformats.org/officeDocument/2006/relationships/customXml" Target="../ink/ink18.xml"/><Relationship Id="rId57" Type="http://schemas.openxmlformats.org/officeDocument/2006/relationships/customXml" Target="../ink/ink29.xml"/><Relationship Id="rId106" Type="http://schemas.openxmlformats.org/officeDocument/2006/relationships/image" Target="../media/image55.png"/><Relationship Id="rId127" Type="http://schemas.openxmlformats.org/officeDocument/2006/relationships/customXml" Target="../ink/ink65.xml"/><Relationship Id="rId10" Type="http://schemas.openxmlformats.org/officeDocument/2006/relationships/customXml" Target="../ink/ink5.xml"/><Relationship Id="rId31" Type="http://schemas.openxmlformats.org/officeDocument/2006/relationships/image" Target="../media/image18.png"/><Relationship Id="rId52" Type="http://schemas.openxmlformats.org/officeDocument/2006/relationships/image" Target="../media/image28.png"/><Relationship Id="rId73" Type="http://schemas.openxmlformats.org/officeDocument/2006/relationships/customXml" Target="../ink/ink37.xml"/><Relationship Id="rId78" Type="http://schemas.openxmlformats.org/officeDocument/2006/relationships/image" Target="../media/image41.png"/><Relationship Id="rId94" Type="http://schemas.openxmlformats.org/officeDocument/2006/relationships/image" Target="../media/image49.png"/><Relationship Id="rId99" Type="http://schemas.openxmlformats.org/officeDocument/2006/relationships/customXml" Target="../ink/ink50.xml"/><Relationship Id="rId101" Type="http://schemas.openxmlformats.org/officeDocument/2006/relationships/customXml" Target="../ink/ink51.xml"/><Relationship Id="rId122" Type="http://schemas.openxmlformats.org/officeDocument/2006/relationships/image" Target="../media/image63.png"/><Relationship Id="rId143" Type="http://schemas.openxmlformats.org/officeDocument/2006/relationships/customXml" Target="../ink/ink74.xml"/><Relationship Id="rId148" Type="http://schemas.openxmlformats.org/officeDocument/2006/relationships/image" Target="../media/image74.png"/><Relationship Id="rId4" Type="http://schemas.openxmlformats.org/officeDocument/2006/relationships/customXml" Target="../ink/ink2.xml"/><Relationship Id="rId9" Type="http://schemas.openxmlformats.org/officeDocument/2006/relationships/image" Target="../media/image7.png"/><Relationship Id="rId26" Type="http://schemas.openxmlformats.org/officeDocument/2006/relationships/customXml" Target="../ink/ink13.xml"/><Relationship Id="rId47" Type="http://schemas.openxmlformats.org/officeDocument/2006/relationships/customXml" Target="../ink/ink24.xml"/><Relationship Id="rId68" Type="http://schemas.openxmlformats.org/officeDocument/2006/relationships/image" Target="../media/image36.png"/><Relationship Id="rId89" Type="http://schemas.openxmlformats.org/officeDocument/2006/relationships/customXml" Target="../ink/ink45.xml"/><Relationship Id="rId112" Type="http://schemas.openxmlformats.org/officeDocument/2006/relationships/image" Target="../media/image58.png"/><Relationship Id="rId133" Type="http://schemas.openxmlformats.org/officeDocument/2006/relationships/customXml" Target="../ink/ink68.xml"/><Relationship Id="rId154" Type="http://schemas.openxmlformats.org/officeDocument/2006/relationships/image" Target="../media/image77.png"/><Relationship Id="rId16" Type="http://schemas.openxmlformats.org/officeDocument/2006/relationships/customXml" Target="../ink/ink8.xml"/><Relationship Id="rId37" Type="http://schemas.openxmlformats.org/officeDocument/2006/relationships/customXml" Target="../ink/ink19.xml"/><Relationship Id="rId58" Type="http://schemas.openxmlformats.org/officeDocument/2006/relationships/image" Target="../media/image31.png"/><Relationship Id="rId79" Type="http://schemas.openxmlformats.org/officeDocument/2006/relationships/customXml" Target="../ink/ink40.xml"/><Relationship Id="rId102" Type="http://schemas.openxmlformats.org/officeDocument/2006/relationships/image" Target="../media/image53.png"/><Relationship Id="rId123" Type="http://schemas.openxmlformats.org/officeDocument/2006/relationships/customXml" Target="../ink/ink62.xml"/><Relationship Id="rId144" Type="http://schemas.openxmlformats.org/officeDocument/2006/relationships/image" Target="../media/image72.png"/><Relationship Id="rId90"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customXml" Target="../ink/ink8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17" Type="http://schemas.openxmlformats.org/officeDocument/2006/relationships/image" Target="../media/image137.png"/><Relationship Id="rId21" Type="http://schemas.openxmlformats.org/officeDocument/2006/relationships/image" Target="../media/image89.png"/><Relationship Id="rId42" Type="http://schemas.openxmlformats.org/officeDocument/2006/relationships/customXml" Target="../ink/ink102.xml"/><Relationship Id="rId63" Type="http://schemas.openxmlformats.org/officeDocument/2006/relationships/image" Target="../media/image110.png"/><Relationship Id="rId84" Type="http://schemas.openxmlformats.org/officeDocument/2006/relationships/customXml" Target="../ink/ink123.xml"/><Relationship Id="rId138" Type="http://schemas.openxmlformats.org/officeDocument/2006/relationships/customXml" Target="../ink/ink150.xml"/><Relationship Id="rId159" Type="http://schemas.openxmlformats.org/officeDocument/2006/relationships/image" Target="../media/image158.png"/><Relationship Id="rId170" Type="http://schemas.openxmlformats.org/officeDocument/2006/relationships/customXml" Target="../ink/ink166.xml"/><Relationship Id="rId191" Type="http://schemas.openxmlformats.org/officeDocument/2006/relationships/image" Target="../media/image173.png"/><Relationship Id="rId205" Type="http://schemas.openxmlformats.org/officeDocument/2006/relationships/image" Target="../media/image180.png"/><Relationship Id="rId107" Type="http://schemas.openxmlformats.org/officeDocument/2006/relationships/image" Target="../media/image132.png"/><Relationship Id="rId11" Type="http://schemas.openxmlformats.org/officeDocument/2006/relationships/image" Target="../media/image84.png"/><Relationship Id="rId32" Type="http://schemas.openxmlformats.org/officeDocument/2006/relationships/customXml" Target="../ink/ink97.xml"/><Relationship Id="rId53" Type="http://schemas.openxmlformats.org/officeDocument/2006/relationships/image" Target="../media/image105.png"/><Relationship Id="rId74" Type="http://schemas.openxmlformats.org/officeDocument/2006/relationships/customXml" Target="../ink/ink118.xml"/><Relationship Id="rId128" Type="http://schemas.openxmlformats.org/officeDocument/2006/relationships/customXml" Target="../ink/ink145.xml"/><Relationship Id="rId149" Type="http://schemas.openxmlformats.org/officeDocument/2006/relationships/image" Target="../media/image153.png"/><Relationship Id="rId5" Type="http://schemas.openxmlformats.org/officeDocument/2006/relationships/image" Target="../media/image81.png"/><Relationship Id="rId95" Type="http://schemas.openxmlformats.org/officeDocument/2006/relationships/image" Target="../media/image126.png"/><Relationship Id="rId160" Type="http://schemas.openxmlformats.org/officeDocument/2006/relationships/customXml" Target="../ink/ink161.xml"/><Relationship Id="rId181" Type="http://schemas.openxmlformats.org/officeDocument/2006/relationships/image" Target="../media/image168.png"/><Relationship Id="rId22" Type="http://schemas.openxmlformats.org/officeDocument/2006/relationships/customXml" Target="../ink/ink92.xml"/><Relationship Id="rId43" Type="http://schemas.openxmlformats.org/officeDocument/2006/relationships/image" Target="../media/image100.png"/><Relationship Id="rId64" Type="http://schemas.openxmlformats.org/officeDocument/2006/relationships/customXml" Target="../ink/ink113.xml"/><Relationship Id="rId118" Type="http://schemas.openxmlformats.org/officeDocument/2006/relationships/customXml" Target="../ink/ink140.xml"/><Relationship Id="rId139" Type="http://schemas.openxmlformats.org/officeDocument/2006/relationships/image" Target="../media/image148.png"/><Relationship Id="rId85" Type="http://schemas.openxmlformats.org/officeDocument/2006/relationships/image" Target="../media/image121.png"/><Relationship Id="rId150" Type="http://schemas.openxmlformats.org/officeDocument/2006/relationships/customXml" Target="../ink/ink156.xml"/><Relationship Id="rId171" Type="http://schemas.openxmlformats.org/officeDocument/2006/relationships/image" Target="../media/image164.png"/><Relationship Id="rId192" Type="http://schemas.openxmlformats.org/officeDocument/2006/relationships/customXml" Target="../ink/ink177.xml"/><Relationship Id="rId206" Type="http://schemas.openxmlformats.org/officeDocument/2006/relationships/customXml" Target="../ink/ink184.xml"/><Relationship Id="rId12" Type="http://schemas.openxmlformats.org/officeDocument/2006/relationships/customXml" Target="../ink/ink87.xml"/><Relationship Id="rId33" Type="http://schemas.openxmlformats.org/officeDocument/2006/relationships/image" Target="../media/image95.png"/><Relationship Id="rId108" Type="http://schemas.openxmlformats.org/officeDocument/2006/relationships/customXml" Target="../ink/ink135.xml"/><Relationship Id="rId129" Type="http://schemas.openxmlformats.org/officeDocument/2006/relationships/image" Target="../media/image143.png"/><Relationship Id="rId54" Type="http://schemas.openxmlformats.org/officeDocument/2006/relationships/customXml" Target="../ink/ink108.xml"/><Relationship Id="rId75" Type="http://schemas.openxmlformats.org/officeDocument/2006/relationships/image" Target="../media/image116.png"/><Relationship Id="rId96" Type="http://schemas.openxmlformats.org/officeDocument/2006/relationships/customXml" Target="../ink/ink129.xml"/><Relationship Id="rId140" Type="http://schemas.openxmlformats.org/officeDocument/2006/relationships/customXml" Target="../ink/ink151.xml"/><Relationship Id="rId161" Type="http://schemas.openxmlformats.org/officeDocument/2006/relationships/image" Target="../media/image159.png"/><Relationship Id="rId182" Type="http://schemas.openxmlformats.org/officeDocument/2006/relationships/customXml" Target="../ink/ink172.xml"/><Relationship Id="rId6" Type="http://schemas.openxmlformats.org/officeDocument/2006/relationships/customXml" Target="../ink/ink84.xml"/><Relationship Id="rId23" Type="http://schemas.openxmlformats.org/officeDocument/2006/relationships/image" Target="../media/image90.png"/><Relationship Id="rId119" Type="http://schemas.openxmlformats.org/officeDocument/2006/relationships/image" Target="../media/image138.png"/><Relationship Id="rId44" Type="http://schemas.openxmlformats.org/officeDocument/2006/relationships/customXml" Target="../ink/ink103.xml"/><Relationship Id="rId65" Type="http://schemas.openxmlformats.org/officeDocument/2006/relationships/image" Target="../media/image111.png"/><Relationship Id="rId86" Type="http://schemas.openxmlformats.org/officeDocument/2006/relationships/customXml" Target="../ink/ink124.xml"/><Relationship Id="rId130" Type="http://schemas.openxmlformats.org/officeDocument/2006/relationships/customXml" Target="../ink/ink146.xml"/><Relationship Id="rId151" Type="http://schemas.openxmlformats.org/officeDocument/2006/relationships/image" Target="../media/image154.png"/><Relationship Id="rId172" Type="http://schemas.openxmlformats.org/officeDocument/2006/relationships/customXml" Target="../ink/ink167.xml"/><Relationship Id="rId193" Type="http://schemas.openxmlformats.org/officeDocument/2006/relationships/image" Target="../media/image174.png"/><Relationship Id="rId207" Type="http://schemas.openxmlformats.org/officeDocument/2006/relationships/image" Target="../media/image181.png"/><Relationship Id="rId13" Type="http://schemas.openxmlformats.org/officeDocument/2006/relationships/image" Target="../media/image85.png"/><Relationship Id="rId109" Type="http://schemas.openxmlformats.org/officeDocument/2006/relationships/image" Target="../media/image133.png"/><Relationship Id="rId34" Type="http://schemas.openxmlformats.org/officeDocument/2006/relationships/customXml" Target="../ink/ink98.xml"/><Relationship Id="rId55" Type="http://schemas.openxmlformats.org/officeDocument/2006/relationships/image" Target="../media/image106.png"/><Relationship Id="rId76" Type="http://schemas.openxmlformats.org/officeDocument/2006/relationships/customXml" Target="../ink/ink119.xml"/><Relationship Id="rId97" Type="http://schemas.openxmlformats.org/officeDocument/2006/relationships/image" Target="../media/image127.png"/><Relationship Id="rId120" Type="http://schemas.openxmlformats.org/officeDocument/2006/relationships/customXml" Target="../ink/ink141.xml"/><Relationship Id="rId141" Type="http://schemas.openxmlformats.org/officeDocument/2006/relationships/image" Target="../media/image149.png"/><Relationship Id="rId7" Type="http://schemas.openxmlformats.org/officeDocument/2006/relationships/image" Target="../media/image82.png"/><Relationship Id="rId162" Type="http://schemas.openxmlformats.org/officeDocument/2006/relationships/customXml" Target="../ink/ink162.xml"/><Relationship Id="rId183" Type="http://schemas.openxmlformats.org/officeDocument/2006/relationships/image" Target="../media/image169.png"/><Relationship Id="rId24" Type="http://schemas.openxmlformats.org/officeDocument/2006/relationships/customXml" Target="../ink/ink93.xml"/><Relationship Id="rId40" Type="http://schemas.openxmlformats.org/officeDocument/2006/relationships/customXml" Target="../ink/ink101.xml"/><Relationship Id="rId45" Type="http://schemas.openxmlformats.org/officeDocument/2006/relationships/image" Target="../media/image101.png"/><Relationship Id="rId66" Type="http://schemas.openxmlformats.org/officeDocument/2006/relationships/customXml" Target="../ink/ink114.xml"/><Relationship Id="rId87" Type="http://schemas.openxmlformats.org/officeDocument/2006/relationships/image" Target="../media/image122.png"/><Relationship Id="rId110" Type="http://schemas.openxmlformats.org/officeDocument/2006/relationships/customXml" Target="../ink/ink136.xml"/><Relationship Id="rId115" Type="http://schemas.openxmlformats.org/officeDocument/2006/relationships/image" Target="../media/image136.png"/><Relationship Id="rId131" Type="http://schemas.openxmlformats.org/officeDocument/2006/relationships/image" Target="../media/image144.png"/><Relationship Id="rId136" Type="http://schemas.openxmlformats.org/officeDocument/2006/relationships/customXml" Target="../ink/ink149.xml"/><Relationship Id="rId157" Type="http://schemas.openxmlformats.org/officeDocument/2006/relationships/image" Target="../media/image157.png"/><Relationship Id="rId178" Type="http://schemas.openxmlformats.org/officeDocument/2006/relationships/customXml" Target="../ink/ink170.xml"/><Relationship Id="rId61" Type="http://schemas.openxmlformats.org/officeDocument/2006/relationships/image" Target="../media/image109.png"/><Relationship Id="rId82" Type="http://schemas.openxmlformats.org/officeDocument/2006/relationships/customXml" Target="../ink/ink122.xml"/><Relationship Id="rId152" Type="http://schemas.openxmlformats.org/officeDocument/2006/relationships/customXml" Target="../ink/ink157.xml"/><Relationship Id="rId173" Type="http://schemas.openxmlformats.org/officeDocument/2006/relationships/image" Target="../media/image165.png"/><Relationship Id="rId194" Type="http://schemas.openxmlformats.org/officeDocument/2006/relationships/customXml" Target="../ink/ink178.xml"/><Relationship Id="rId199" Type="http://schemas.openxmlformats.org/officeDocument/2006/relationships/image" Target="../media/image177.png"/><Relationship Id="rId203" Type="http://schemas.openxmlformats.org/officeDocument/2006/relationships/image" Target="../media/image179.png"/><Relationship Id="rId19" Type="http://schemas.openxmlformats.org/officeDocument/2006/relationships/image" Target="../media/image88.png"/><Relationship Id="rId14" Type="http://schemas.openxmlformats.org/officeDocument/2006/relationships/customXml" Target="../ink/ink88.xml"/><Relationship Id="rId30" Type="http://schemas.openxmlformats.org/officeDocument/2006/relationships/customXml" Target="../ink/ink96.xml"/><Relationship Id="rId35" Type="http://schemas.openxmlformats.org/officeDocument/2006/relationships/image" Target="../media/image96.png"/><Relationship Id="rId56" Type="http://schemas.openxmlformats.org/officeDocument/2006/relationships/customXml" Target="../ink/ink109.xml"/><Relationship Id="rId77" Type="http://schemas.openxmlformats.org/officeDocument/2006/relationships/image" Target="../media/image117.png"/><Relationship Id="rId100" Type="http://schemas.openxmlformats.org/officeDocument/2006/relationships/customXml" Target="../ink/ink131.xml"/><Relationship Id="rId105" Type="http://schemas.openxmlformats.org/officeDocument/2006/relationships/image" Target="../media/image131.png"/><Relationship Id="rId126" Type="http://schemas.openxmlformats.org/officeDocument/2006/relationships/customXml" Target="../ink/ink144.xml"/><Relationship Id="rId147" Type="http://schemas.openxmlformats.org/officeDocument/2006/relationships/image" Target="../media/image152.png"/><Relationship Id="rId168" Type="http://schemas.openxmlformats.org/officeDocument/2006/relationships/customXml" Target="../ink/ink165.xml"/><Relationship Id="rId8" Type="http://schemas.openxmlformats.org/officeDocument/2006/relationships/customXml" Target="../ink/ink85.xml"/><Relationship Id="rId51" Type="http://schemas.openxmlformats.org/officeDocument/2006/relationships/image" Target="../media/image104.png"/><Relationship Id="rId72" Type="http://schemas.openxmlformats.org/officeDocument/2006/relationships/customXml" Target="../ink/ink117.xml"/><Relationship Id="rId93" Type="http://schemas.openxmlformats.org/officeDocument/2006/relationships/image" Target="../media/image125.png"/><Relationship Id="rId98" Type="http://schemas.openxmlformats.org/officeDocument/2006/relationships/customXml" Target="../ink/ink130.xml"/><Relationship Id="rId121" Type="http://schemas.openxmlformats.org/officeDocument/2006/relationships/image" Target="../media/image139.png"/><Relationship Id="rId142" Type="http://schemas.openxmlformats.org/officeDocument/2006/relationships/customXml" Target="../ink/ink152.xml"/><Relationship Id="rId163" Type="http://schemas.openxmlformats.org/officeDocument/2006/relationships/image" Target="../media/image160.png"/><Relationship Id="rId184" Type="http://schemas.openxmlformats.org/officeDocument/2006/relationships/customXml" Target="../ink/ink173.xml"/><Relationship Id="rId189" Type="http://schemas.openxmlformats.org/officeDocument/2006/relationships/image" Target="../media/image172.png"/><Relationship Id="rId3" Type="http://schemas.openxmlformats.org/officeDocument/2006/relationships/image" Target="../media/image80.png"/><Relationship Id="rId25" Type="http://schemas.openxmlformats.org/officeDocument/2006/relationships/image" Target="../media/image91.png"/><Relationship Id="rId46" Type="http://schemas.openxmlformats.org/officeDocument/2006/relationships/customXml" Target="../ink/ink104.xml"/><Relationship Id="rId67" Type="http://schemas.openxmlformats.org/officeDocument/2006/relationships/image" Target="../media/image112.png"/><Relationship Id="rId116" Type="http://schemas.openxmlformats.org/officeDocument/2006/relationships/customXml" Target="../ink/ink139.xml"/><Relationship Id="rId137" Type="http://schemas.openxmlformats.org/officeDocument/2006/relationships/image" Target="../media/image147.png"/><Relationship Id="rId158" Type="http://schemas.openxmlformats.org/officeDocument/2006/relationships/customXml" Target="../ink/ink160.xml"/><Relationship Id="rId20" Type="http://schemas.openxmlformats.org/officeDocument/2006/relationships/customXml" Target="../ink/ink91.xml"/><Relationship Id="rId41" Type="http://schemas.openxmlformats.org/officeDocument/2006/relationships/image" Target="../media/image99.png"/><Relationship Id="rId62" Type="http://schemas.openxmlformats.org/officeDocument/2006/relationships/customXml" Target="../ink/ink112.xml"/><Relationship Id="rId83" Type="http://schemas.openxmlformats.org/officeDocument/2006/relationships/image" Target="../media/image120.png"/><Relationship Id="rId88" Type="http://schemas.openxmlformats.org/officeDocument/2006/relationships/customXml" Target="../ink/ink125.xml"/><Relationship Id="rId111" Type="http://schemas.openxmlformats.org/officeDocument/2006/relationships/image" Target="../media/image134.png"/><Relationship Id="rId132" Type="http://schemas.openxmlformats.org/officeDocument/2006/relationships/customXml" Target="../ink/ink147.xml"/><Relationship Id="rId153" Type="http://schemas.openxmlformats.org/officeDocument/2006/relationships/image" Target="../media/image155.png"/><Relationship Id="rId174" Type="http://schemas.openxmlformats.org/officeDocument/2006/relationships/customXml" Target="../ink/ink168.xml"/><Relationship Id="rId179" Type="http://schemas.openxmlformats.org/officeDocument/2006/relationships/image" Target="../media/image167.png"/><Relationship Id="rId195" Type="http://schemas.openxmlformats.org/officeDocument/2006/relationships/image" Target="../media/image175.png"/><Relationship Id="rId190" Type="http://schemas.openxmlformats.org/officeDocument/2006/relationships/customXml" Target="../ink/ink176.xml"/><Relationship Id="rId204" Type="http://schemas.openxmlformats.org/officeDocument/2006/relationships/customXml" Target="../ink/ink183.xml"/><Relationship Id="rId15" Type="http://schemas.openxmlformats.org/officeDocument/2006/relationships/image" Target="../media/image86.png"/><Relationship Id="rId36" Type="http://schemas.openxmlformats.org/officeDocument/2006/relationships/customXml" Target="../ink/ink99.xml"/><Relationship Id="rId57" Type="http://schemas.openxmlformats.org/officeDocument/2006/relationships/image" Target="../media/image107.png"/><Relationship Id="rId106" Type="http://schemas.openxmlformats.org/officeDocument/2006/relationships/customXml" Target="../ink/ink134.xml"/><Relationship Id="rId127" Type="http://schemas.openxmlformats.org/officeDocument/2006/relationships/image" Target="../media/image142.png"/><Relationship Id="rId10" Type="http://schemas.openxmlformats.org/officeDocument/2006/relationships/customXml" Target="../ink/ink86.xml"/><Relationship Id="rId31" Type="http://schemas.openxmlformats.org/officeDocument/2006/relationships/image" Target="../media/image94.png"/><Relationship Id="rId52" Type="http://schemas.openxmlformats.org/officeDocument/2006/relationships/customXml" Target="../ink/ink107.xml"/><Relationship Id="rId73" Type="http://schemas.openxmlformats.org/officeDocument/2006/relationships/image" Target="../media/image115.png"/><Relationship Id="rId78" Type="http://schemas.openxmlformats.org/officeDocument/2006/relationships/customXml" Target="../ink/ink120.xml"/><Relationship Id="rId94" Type="http://schemas.openxmlformats.org/officeDocument/2006/relationships/customXml" Target="../ink/ink128.xml"/><Relationship Id="rId99" Type="http://schemas.openxmlformats.org/officeDocument/2006/relationships/image" Target="../media/image128.png"/><Relationship Id="rId101" Type="http://schemas.openxmlformats.org/officeDocument/2006/relationships/image" Target="../media/image129.png"/><Relationship Id="rId122" Type="http://schemas.openxmlformats.org/officeDocument/2006/relationships/customXml" Target="../ink/ink142.xml"/><Relationship Id="rId143" Type="http://schemas.openxmlformats.org/officeDocument/2006/relationships/image" Target="../media/image150.png"/><Relationship Id="rId148" Type="http://schemas.openxmlformats.org/officeDocument/2006/relationships/customXml" Target="../ink/ink155.xml"/><Relationship Id="rId164" Type="http://schemas.openxmlformats.org/officeDocument/2006/relationships/customXml" Target="../ink/ink163.xml"/><Relationship Id="rId169" Type="http://schemas.openxmlformats.org/officeDocument/2006/relationships/image" Target="../media/image163.png"/><Relationship Id="rId185" Type="http://schemas.openxmlformats.org/officeDocument/2006/relationships/image" Target="../media/image170.png"/><Relationship Id="rId4" Type="http://schemas.openxmlformats.org/officeDocument/2006/relationships/customXml" Target="../ink/ink83.xml"/><Relationship Id="rId9" Type="http://schemas.openxmlformats.org/officeDocument/2006/relationships/image" Target="../media/image83.png"/><Relationship Id="rId180" Type="http://schemas.openxmlformats.org/officeDocument/2006/relationships/customXml" Target="../ink/ink171.xml"/><Relationship Id="rId26" Type="http://schemas.openxmlformats.org/officeDocument/2006/relationships/customXml" Target="../ink/ink94.xml"/><Relationship Id="rId47" Type="http://schemas.openxmlformats.org/officeDocument/2006/relationships/image" Target="../media/image102.png"/><Relationship Id="rId68" Type="http://schemas.openxmlformats.org/officeDocument/2006/relationships/customXml" Target="../ink/ink115.xml"/><Relationship Id="rId89" Type="http://schemas.openxmlformats.org/officeDocument/2006/relationships/image" Target="../media/image123.png"/><Relationship Id="rId112" Type="http://schemas.openxmlformats.org/officeDocument/2006/relationships/customXml" Target="../ink/ink137.xml"/><Relationship Id="rId133" Type="http://schemas.openxmlformats.org/officeDocument/2006/relationships/image" Target="../media/image145.png"/><Relationship Id="rId154" Type="http://schemas.openxmlformats.org/officeDocument/2006/relationships/customXml" Target="../ink/ink158.xml"/><Relationship Id="rId175" Type="http://schemas.openxmlformats.org/officeDocument/2006/relationships/image" Target="../media/image166.png"/><Relationship Id="rId196" Type="http://schemas.openxmlformats.org/officeDocument/2006/relationships/customXml" Target="../ink/ink179.xml"/><Relationship Id="rId200" Type="http://schemas.openxmlformats.org/officeDocument/2006/relationships/customXml" Target="../ink/ink181.xml"/><Relationship Id="rId16" Type="http://schemas.openxmlformats.org/officeDocument/2006/relationships/customXml" Target="../ink/ink89.xml"/><Relationship Id="rId37" Type="http://schemas.openxmlformats.org/officeDocument/2006/relationships/image" Target="../media/image97.png"/><Relationship Id="rId58" Type="http://schemas.openxmlformats.org/officeDocument/2006/relationships/customXml" Target="../ink/ink110.xml"/><Relationship Id="rId79" Type="http://schemas.openxmlformats.org/officeDocument/2006/relationships/image" Target="../media/image118.png"/><Relationship Id="rId102" Type="http://schemas.openxmlformats.org/officeDocument/2006/relationships/customXml" Target="../ink/ink132.xml"/><Relationship Id="rId123" Type="http://schemas.openxmlformats.org/officeDocument/2006/relationships/image" Target="../media/image140.png"/><Relationship Id="rId144" Type="http://schemas.openxmlformats.org/officeDocument/2006/relationships/customXml" Target="../ink/ink153.xml"/><Relationship Id="rId90" Type="http://schemas.openxmlformats.org/officeDocument/2006/relationships/customXml" Target="../ink/ink126.xml"/><Relationship Id="rId165" Type="http://schemas.openxmlformats.org/officeDocument/2006/relationships/image" Target="../media/image161.png"/><Relationship Id="rId186" Type="http://schemas.openxmlformats.org/officeDocument/2006/relationships/customXml" Target="../ink/ink174.xml"/><Relationship Id="rId27" Type="http://schemas.openxmlformats.org/officeDocument/2006/relationships/image" Target="../media/image92.png"/><Relationship Id="rId48" Type="http://schemas.openxmlformats.org/officeDocument/2006/relationships/customXml" Target="../ink/ink105.xml"/><Relationship Id="rId69" Type="http://schemas.openxmlformats.org/officeDocument/2006/relationships/image" Target="../media/image113.png"/><Relationship Id="rId113" Type="http://schemas.openxmlformats.org/officeDocument/2006/relationships/image" Target="../media/image135.png"/><Relationship Id="rId134" Type="http://schemas.openxmlformats.org/officeDocument/2006/relationships/customXml" Target="../ink/ink148.xml"/><Relationship Id="rId80" Type="http://schemas.openxmlformats.org/officeDocument/2006/relationships/customXml" Target="../ink/ink121.xml"/><Relationship Id="rId155" Type="http://schemas.openxmlformats.org/officeDocument/2006/relationships/image" Target="../media/image156.png"/><Relationship Id="rId176" Type="http://schemas.openxmlformats.org/officeDocument/2006/relationships/customXml" Target="../ink/ink169.xml"/><Relationship Id="rId197" Type="http://schemas.openxmlformats.org/officeDocument/2006/relationships/image" Target="../media/image176.png"/><Relationship Id="rId201" Type="http://schemas.openxmlformats.org/officeDocument/2006/relationships/image" Target="../media/image178.png"/><Relationship Id="rId17" Type="http://schemas.openxmlformats.org/officeDocument/2006/relationships/image" Target="../media/image87.png"/><Relationship Id="rId38" Type="http://schemas.openxmlformats.org/officeDocument/2006/relationships/customXml" Target="../ink/ink100.xml"/><Relationship Id="rId59" Type="http://schemas.openxmlformats.org/officeDocument/2006/relationships/image" Target="../media/image108.png"/><Relationship Id="rId103" Type="http://schemas.openxmlformats.org/officeDocument/2006/relationships/image" Target="../media/image130.png"/><Relationship Id="rId124" Type="http://schemas.openxmlformats.org/officeDocument/2006/relationships/customXml" Target="../ink/ink143.xml"/><Relationship Id="rId70" Type="http://schemas.openxmlformats.org/officeDocument/2006/relationships/customXml" Target="../ink/ink116.xml"/><Relationship Id="rId91" Type="http://schemas.openxmlformats.org/officeDocument/2006/relationships/image" Target="../media/image124.png"/><Relationship Id="rId145" Type="http://schemas.openxmlformats.org/officeDocument/2006/relationships/image" Target="../media/image151.png"/><Relationship Id="rId166" Type="http://schemas.openxmlformats.org/officeDocument/2006/relationships/customXml" Target="../ink/ink164.xml"/><Relationship Id="rId187" Type="http://schemas.openxmlformats.org/officeDocument/2006/relationships/image" Target="../media/image171.png"/><Relationship Id="rId1" Type="http://schemas.openxmlformats.org/officeDocument/2006/relationships/slideLayout" Target="../slideLayouts/slideLayout2.xml"/><Relationship Id="rId28" Type="http://schemas.openxmlformats.org/officeDocument/2006/relationships/customXml" Target="../ink/ink95.xml"/><Relationship Id="rId49" Type="http://schemas.openxmlformats.org/officeDocument/2006/relationships/image" Target="../media/image103.png"/><Relationship Id="rId114" Type="http://schemas.openxmlformats.org/officeDocument/2006/relationships/customXml" Target="../ink/ink138.xml"/><Relationship Id="rId60" Type="http://schemas.openxmlformats.org/officeDocument/2006/relationships/customXml" Target="../ink/ink111.xml"/><Relationship Id="rId81" Type="http://schemas.openxmlformats.org/officeDocument/2006/relationships/image" Target="../media/image119.png"/><Relationship Id="rId135" Type="http://schemas.openxmlformats.org/officeDocument/2006/relationships/image" Target="../media/image146.png"/><Relationship Id="rId156" Type="http://schemas.openxmlformats.org/officeDocument/2006/relationships/customXml" Target="../ink/ink159.xml"/><Relationship Id="rId177" Type="http://schemas.openxmlformats.org/officeDocument/2006/relationships/image" Target="../media/image60.png"/><Relationship Id="rId198" Type="http://schemas.openxmlformats.org/officeDocument/2006/relationships/customXml" Target="../ink/ink180.xml"/><Relationship Id="rId202" Type="http://schemas.openxmlformats.org/officeDocument/2006/relationships/customXml" Target="../ink/ink182.xml"/><Relationship Id="rId18" Type="http://schemas.openxmlformats.org/officeDocument/2006/relationships/customXml" Target="../ink/ink90.xml"/><Relationship Id="rId39" Type="http://schemas.openxmlformats.org/officeDocument/2006/relationships/image" Target="../media/image98.png"/><Relationship Id="rId50" Type="http://schemas.openxmlformats.org/officeDocument/2006/relationships/customXml" Target="../ink/ink106.xml"/><Relationship Id="rId104" Type="http://schemas.openxmlformats.org/officeDocument/2006/relationships/customXml" Target="../ink/ink133.xml"/><Relationship Id="rId125" Type="http://schemas.openxmlformats.org/officeDocument/2006/relationships/image" Target="../media/image141.png"/><Relationship Id="rId146" Type="http://schemas.openxmlformats.org/officeDocument/2006/relationships/customXml" Target="../ink/ink154.xml"/><Relationship Id="rId167" Type="http://schemas.openxmlformats.org/officeDocument/2006/relationships/image" Target="../media/image162.png"/><Relationship Id="rId188" Type="http://schemas.openxmlformats.org/officeDocument/2006/relationships/customXml" Target="../ink/ink175.xml"/><Relationship Id="rId71" Type="http://schemas.openxmlformats.org/officeDocument/2006/relationships/image" Target="../media/image114.png"/><Relationship Id="rId92" Type="http://schemas.openxmlformats.org/officeDocument/2006/relationships/customXml" Target="../ink/ink127.xml"/><Relationship Id="rId2" Type="http://schemas.openxmlformats.org/officeDocument/2006/relationships/customXml" Target="../ink/ink82.xml"/><Relationship Id="rId29" Type="http://schemas.openxmlformats.org/officeDocument/2006/relationships/image" Target="../media/image93.png"/></Relationships>
</file>

<file path=ppt/slides/_rels/slide7.xml.rels><?xml version="1.0" encoding="UTF-8" standalone="yes"?>
<Relationships xmlns="http://schemas.openxmlformats.org/package/2006/relationships"><Relationship Id="rId117" Type="http://schemas.openxmlformats.org/officeDocument/2006/relationships/image" Target="../media/image236.png"/><Relationship Id="rId299" Type="http://schemas.openxmlformats.org/officeDocument/2006/relationships/image" Target="../media/image325.png"/><Relationship Id="rId21" Type="http://schemas.openxmlformats.org/officeDocument/2006/relationships/image" Target="../media/image190.png"/><Relationship Id="rId63" Type="http://schemas.openxmlformats.org/officeDocument/2006/relationships/image" Target="../media/image211.png"/><Relationship Id="rId159" Type="http://schemas.openxmlformats.org/officeDocument/2006/relationships/customXml" Target="../ink/ink264.xml"/><Relationship Id="rId170" Type="http://schemas.openxmlformats.org/officeDocument/2006/relationships/image" Target="../media/image262.png"/><Relationship Id="rId226" Type="http://schemas.openxmlformats.org/officeDocument/2006/relationships/image" Target="../media/image290.png"/><Relationship Id="rId268" Type="http://schemas.openxmlformats.org/officeDocument/2006/relationships/customXml" Target="../ink/ink319.xml"/><Relationship Id="rId32" Type="http://schemas.openxmlformats.org/officeDocument/2006/relationships/customXml" Target="../ink/ink200.xml"/><Relationship Id="rId74" Type="http://schemas.openxmlformats.org/officeDocument/2006/relationships/customXml" Target="../ink/ink221.xml"/><Relationship Id="rId128" Type="http://schemas.openxmlformats.org/officeDocument/2006/relationships/customXml" Target="../ink/ink248.xml"/><Relationship Id="rId5" Type="http://schemas.openxmlformats.org/officeDocument/2006/relationships/image" Target="../media/image182.png"/><Relationship Id="rId181" Type="http://schemas.openxmlformats.org/officeDocument/2006/relationships/customXml" Target="../ink/ink275.xml"/><Relationship Id="rId237" Type="http://schemas.openxmlformats.org/officeDocument/2006/relationships/customXml" Target="../ink/ink303.xml"/><Relationship Id="rId279" Type="http://schemas.openxmlformats.org/officeDocument/2006/relationships/image" Target="../media/image61.png"/><Relationship Id="rId43" Type="http://schemas.openxmlformats.org/officeDocument/2006/relationships/image" Target="../media/image201.png"/><Relationship Id="rId139" Type="http://schemas.openxmlformats.org/officeDocument/2006/relationships/image" Target="../media/image247.png"/><Relationship Id="rId290" Type="http://schemas.openxmlformats.org/officeDocument/2006/relationships/customXml" Target="../ink/ink330.xml"/><Relationship Id="rId85" Type="http://schemas.openxmlformats.org/officeDocument/2006/relationships/image" Target="../media/image222.png"/><Relationship Id="rId150" Type="http://schemas.openxmlformats.org/officeDocument/2006/relationships/image" Target="../media/image252.png"/><Relationship Id="rId192" Type="http://schemas.openxmlformats.org/officeDocument/2006/relationships/image" Target="../media/image273.png"/><Relationship Id="rId206" Type="http://schemas.openxmlformats.org/officeDocument/2006/relationships/image" Target="../media/image280.png"/><Relationship Id="rId248" Type="http://schemas.openxmlformats.org/officeDocument/2006/relationships/image" Target="../media/image301.png"/><Relationship Id="rId12" Type="http://schemas.openxmlformats.org/officeDocument/2006/relationships/customXml" Target="../ink/ink190.xml"/><Relationship Id="rId108" Type="http://schemas.openxmlformats.org/officeDocument/2006/relationships/customXml" Target="../ink/ink238.xml"/><Relationship Id="rId54" Type="http://schemas.openxmlformats.org/officeDocument/2006/relationships/customXml" Target="../ink/ink211.xml"/><Relationship Id="rId96" Type="http://schemas.openxmlformats.org/officeDocument/2006/relationships/customXml" Target="../ink/ink232.xml"/><Relationship Id="rId161" Type="http://schemas.openxmlformats.org/officeDocument/2006/relationships/customXml" Target="../ink/ink265.xml"/><Relationship Id="rId217" Type="http://schemas.openxmlformats.org/officeDocument/2006/relationships/customXml" Target="../ink/ink293.xml"/><Relationship Id="rId6" Type="http://schemas.openxmlformats.org/officeDocument/2006/relationships/customXml" Target="../ink/ink187.xml"/><Relationship Id="rId238" Type="http://schemas.openxmlformats.org/officeDocument/2006/relationships/image" Target="../media/image296.png"/><Relationship Id="rId259" Type="http://schemas.openxmlformats.org/officeDocument/2006/relationships/image" Target="../media/image306.png"/><Relationship Id="rId23" Type="http://schemas.openxmlformats.org/officeDocument/2006/relationships/image" Target="../media/image191.png"/><Relationship Id="rId119" Type="http://schemas.openxmlformats.org/officeDocument/2006/relationships/image" Target="../media/image237.png"/><Relationship Id="rId270" Type="http://schemas.openxmlformats.org/officeDocument/2006/relationships/customXml" Target="../ink/ink320.xml"/><Relationship Id="rId291" Type="http://schemas.openxmlformats.org/officeDocument/2006/relationships/image" Target="../media/image321.png"/><Relationship Id="rId44" Type="http://schemas.openxmlformats.org/officeDocument/2006/relationships/customXml" Target="../ink/ink206.xml"/><Relationship Id="rId65" Type="http://schemas.openxmlformats.org/officeDocument/2006/relationships/image" Target="../media/image212.png"/><Relationship Id="rId86" Type="http://schemas.openxmlformats.org/officeDocument/2006/relationships/customXml" Target="../ink/ink227.xml"/><Relationship Id="rId130" Type="http://schemas.openxmlformats.org/officeDocument/2006/relationships/customXml" Target="../ink/ink249.xml"/><Relationship Id="rId151" Type="http://schemas.openxmlformats.org/officeDocument/2006/relationships/customXml" Target="../ink/ink260.xml"/><Relationship Id="rId172" Type="http://schemas.openxmlformats.org/officeDocument/2006/relationships/image" Target="../media/image263.png"/><Relationship Id="rId193" Type="http://schemas.openxmlformats.org/officeDocument/2006/relationships/customXml" Target="../ink/ink281.xml"/><Relationship Id="rId207" Type="http://schemas.openxmlformats.org/officeDocument/2006/relationships/customXml" Target="../ink/ink288.xml"/><Relationship Id="rId228" Type="http://schemas.openxmlformats.org/officeDocument/2006/relationships/image" Target="../media/image291.png"/><Relationship Id="rId249" Type="http://schemas.openxmlformats.org/officeDocument/2006/relationships/customXml" Target="../ink/ink309.xml"/><Relationship Id="rId13" Type="http://schemas.openxmlformats.org/officeDocument/2006/relationships/image" Target="../media/image186.png"/><Relationship Id="rId109" Type="http://schemas.openxmlformats.org/officeDocument/2006/relationships/image" Target="../media/image232.png"/><Relationship Id="rId260" Type="http://schemas.openxmlformats.org/officeDocument/2006/relationships/customXml" Target="../ink/ink315.xml"/><Relationship Id="rId281" Type="http://schemas.openxmlformats.org/officeDocument/2006/relationships/image" Target="../media/image316.png"/><Relationship Id="rId34" Type="http://schemas.openxmlformats.org/officeDocument/2006/relationships/customXml" Target="../ink/ink201.xml"/><Relationship Id="rId55" Type="http://schemas.openxmlformats.org/officeDocument/2006/relationships/image" Target="../media/image207.png"/><Relationship Id="rId76" Type="http://schemas.openxmlformats.org/officeDocument/2006/relationships/customXml" Target="../ink/ink222.xml"/><Relationship Id="rId97" Type="http://schemas.openxmlformats.org/officeDocument/2006/relationships/image" Target="../media/image227.png"/><Relationship Id="rId120" Type="http://schemas.openxmlformats.org/officeDocument/2006/relationships/customXml" Target="../ink/ink244.xml"/><Relationship Id="rId141" Type="http://schemas.openxmlformats.org/officeDocument/2006/relationships/image" Target="../media/image248.png"/><Relationship Id="rId7" Type="http://schemas.openxmlformats.org/officeDocument/2006/relationships/image" Target="../media/image183.png"/><Relationship Id="rId162" Type="http://schemas.openxmlformats.org/officeDocument/2006/relationships/image" Target="../media/image258.png"/><Relationship Id="rId183" Type="http://schemas.openxmlformats.org/officeDocument/2006/relationships/customXml" Target="../ink/ink276.xml"/><Relationship Id="rId218" Type="http://schemas.openxmlformats.org/officeDocument/2006/relationships/image" Target="../media/image286.png"/><Relationship Id="rId239" Type="http://schemas.openxmlformats.org/officeDocument/2006/relationships/customXml" Target="../ink/ink304.xml"/><Relationship Id="rId250" Type="http://schemas.openxmlformats.org/officeDocument/2006/relationships/image" Target="../media/image302.png"/><Relationship Id="rId271" Type="http://schemas.openxmlformats.org/officeDocument/2006/relationships/image" Target="../media/image312.png"/><Relationship Id="rId292" Type="http://schemas.openxmlformats.org/officeDocument/2006/relationships/customXml" Target="../ink/ink331.xml"/><Relationship Id="rId24" Type="http://schemas.openxmlformats.org/officeDocument/2006/relationships/customXml" Target="../ink/ink196.xml"/><Relationship Id="rId45" Type="http://schemas.openxmlformats.org/officeDocument/2006/relationships/image" Target="../media/image202.png"/><Relationship Id="rId66" Type="http://schemas.openxmlformats.org/officeDocument/2006/relationships/customXml" Target="../ink/ink217.xml"/><Relationship Id="rId87" Type="http://schemas.openxmlformats.org/officeDocument/2006/relationships/image" Target="../media/image223.png"/><Relationship Id="rId110" Type="http://schemas.openxmlformats.org/officeDocument/2006/relationships/customXml" Target="../ink/ink239.xml"/><Relationship Id="rId131" Type="http://schemas.openxmlformats.org/officeDocument/2006/relationships/image" Target="../media/image243.png"/><Relationship Id="rId152" Type="http://schemas.openxmlformats.org/officeDocument/2006/relationships/image" Target="../media/image253.png"/><Relationship Id="rId173" Type="http://schemas.openxmlformats.org/officeDocument/2006/relationships/customXml" Target="../ink/ink271.xml"/><Relationship Id="rId194" Type="http://schemas.openxmlformats.org/officeDocument/2006/relationships/image" Target="../media/image274.png"/><Relationship Id="rId208" Type="http://schemas.openxmlformats.org/officeDocument/2006/relationships/image" Target="../media/image281.png"/><Relationship Id="rId229" Type="http://schemas.openxmlformats.org/officeDocument/2006/relationships/customXml" Target="../ink/ink299.xml"/><Relationship Id="rId240" Type="http://schemas.openxmlformats.org/officeDocument/2006/relationships/image" Target="../media/image297.png"/><Relationship Id="rId261" Type="http://schemas.openxmlformats.org/officeDocument/2006/relationships/image" Target="../media/image307.png"/><Relationship Id="rId14" Type="http://schemas.openxmlformats.org/officeDocument/2006/relationships/customXml" Target="../ink/ink191.xml"/><Relationship Id="rId35" Type="http://schemas.openxmlformats.org/officeDocument/2006/relationships/image" Target="../media/image197.png"/><Relationship Id="rId56" Type="http://schemas.openxmlformats.org/officeDocument/2006/relationships/customXml" Target="../ink/ink212.xml"/><Relationship Id="rId77" Type="http://schemas.openxmlformats.org/officeDocument/2006/relationships/image" Target="../media/image218.png"/><Relationship Id="rId100" Type="http://schemas.openxmlformats.org/officeDocument/2006/relationships/customXml" Target="../ink/ink234.xml"/><Relationship Id="rId282" Type="http://schemas.openxmlformats.org/officeDocument/2006/relationships/customXml" Target="../ink/ink326.xml"/><Relationship Id="rId8" Type="http://schemas.openxmlformats.org/officeDocument/2006/relationships/customXml" Target="../ink/ink188.xml"/><Relationship Id="rId98" Type="http://schemas.openxmlformats.org/officeDocument/2006/relationships/customXml" Target="../ink/ink233.xml"/><Relationship Id="rId121" Type="http://schemas.openxmlformats.org/officeDocument/2006/relationships/image" Target="../media/image238.png"/><Relationship Id="rId142" Type="http://schemas.openxmlformats.org/officeDocument/2006/relationships/customXml" Target="../ink/ink255.xml"/><Relationship Id="rId163" Type="http://schemas.openxmlformats.org/officeDocument/2006/relationships/customXml" Target="../ink/ink266.xml"/><Relationship Id="rId184" Type="http://schemas.openxmlformats.org/officeDocument/2006/relationships/image" Target="../media/image269.png"/><Relationship Id="rId219" Type="http://schemas.openxmlformats.org/officeDocument/2006/relationships/customXml" Target="../ink/ink294.xml"/><Relationship Id="rId230" Type="http://schemas.openxmlformats.org/officeDocument/2006/relationships/image" Target="../media/image292.png"/><Relationship Id="rId251" Type="http://schemas.openxmlformats.org/officeDocument/2006/relationships/customXml" Target="../ink/ink310.xml"/><Relationship Id="rId25" Type="http://schemas.openxmlformats.org/officeDocument/2006/relationships/image" Target="../media/image192.png"/><Relationship Id="rId46" Type="http://schemas.openxmlformats.org/officeDocument/2006/relationships/customXml" Target="../ink/ink207.xml"/><Relationship Id="rId67" Type="http://schemas.openxmlformats.org/officeDocument/2006/relationships/image" Target="../media/image213.png"/><Relationship Id="rId272" Type="http://schemas.openxmlformats.org/officeDocument/2006/relationships/customXml" Target="../ink/ink321.xml"/><Relationship Id="rId293" Type="http://schemas.openxmlformats.org/officeDocument/2006/relationships/image" Target="../media/image322.png"/><Relationship Id="rId88" Type="http://schemas.openxmlformats.org/officeDocument/2006/relationships/customXml" Target="../ink/ink228.xml"/><Relationship Id="rId111" Type="http://schemas.openxmlformats.org/officeDocument/2006/relationships/image" Target="../media/image233.png"/><Relationship Id="rId132" Type="http://schemas.openxmlformats.org/officeDocument/2006/relationships/customXml" Target="../ink/ink250.xml"/><Relationship Id="rId153" Type="http://schemas.openxmlformats.org/officeDocument/2006/relationships/customXml" Target="../ink/ink261.xml"/><Relationship Id="rId174" Type="http://schemas.openxmlformats.org/officeDocument/2006/relationships/image" Target="../media/image264.png"/><Relationship Id="rId195" Type="http://schemas.openxmlformats.org/officeDocument/2006/relationships/customXml" Target="../ink/ink282.xml"/><Relationship Id="rId209" Type="http://schemas.openxmlformats.org/officeDocument/2006/relationships/customXml" Target="../ink/ink289.xml"/><Relationship Id="rId220" Type="http://schemas.openxmlformats.org/officeDocument/2006/relationships/image" Target="../media/image287.png"/><Relationship Id="rId241" Type="http://schemas.openxmlformats.org/officeDocument/2006/relationships/customXml" Target="../ink/ink305.xml"/><Relationship Id="rId15" Type="http://schemas.openxmlformats.org/officeDocument/2006/relationships/image" Target="../media/image187.png"/><Relationship Id="rId36" Type="http://schemas.openxmlformats.org/officeDocument/2006/relationships/customXml" Target="../ink/ink202.xml"/><Relationship Id="rId57" Type="http://schemas.openxmlformats.org/officeDocument/2006/relationships/image" Target="../media/image208.png"/><Relationship Id="rId262" Type="http://schemas.openxmlformats.org/officeDocument/2006/relationships/customXml" Target="../ink/ink316.xml"/><Relationship Id="rId283" Type="http://schemas.openxmlformats.org/officeDocument/2006/relationships/image" Target="../media/image317.png"/><Relationship Id="rId78" Type="http://schemas.openxmlformats.org/officeDocument/2006/relationships/customXml" Target="../ink/ink223.xml"/><Relationship Id="rId99" Type="http://schemas.openxmlformats.org/officeDocument/2006/relationships/image" Target="../media/image228.png"/><Relationship Id="rId101" Type="http://schemas.openxmlformats.org/officeDocument/2006/relationships/image" Target="../media/image229.png"/><Relationship Id="rId122" Type="http://schemas.openxmlformats.org/officeDocument/2006/relationships/customXml" Target="../ink/ink245.xml"/><Relationship Id="rId143" Type="http://schemas.openxmlformats.org/officeDocument/2006/relationships/image" Target="../media/image249.png"/><Relationship Id="rId164" Type="http://schemas.openxmlformats.org/officeDocument/2006/relationships/image" Target="../media/image259.png"/><Relationship Id="rId185" Type="http://schemas.openxmlformats.org/officeDocument/2006/relationships/customXml" Target="../ink/ink277.xml"/><Relationship Id="rId9" Type="http://schemas.openxmlformats.org/officeDocument/2006/relationships/image" Target="../media/image184.png"/><Relationship Id="rId210" Type="http://schemas.openxmlformats.org/officeDocument/2006/relationships/image" Target="../media/image282.png"/><Relationship Id="rId26" Type="http://schemas.openxmlformats.org/officeDocument/2006/relationships/customXml" Target="../ink/ink197.xml"/><Relationship Id="rId231" Type="http://schemas.openxmlformats.org/officeDocument/2006/relationships/customXml" Target="../ink/ink300.xml"/><Relationship Id="rId252" Type="http://schemas.openxmlformats.org/officeDocument/2006/relationships/image" Target="../media/image303.png"/><Relationship Id="rId273" Type="http://schemas.openxmlformats.org/officeDocument/2006/relationships/image" Target="../media/image313.png"/><Relationship Id="rId294" Type="http://schemas.openxmlformats.org/officeDocument/2006/relationships/customXml" Target="../ink/ink332.xml"/><Relationship Id="rId47" Type="http://schemas.openxmlformats.org/officeDocument/2006/relationships/image" Target="../media/image203.png"/><Relationship Id="rId68" Type="http://schemas.openxmlformats.org/officeDocument/2006/relationships/customXml" Target="../ink/ink218.xml"/><Relationship Id="rId89" Type="http://schemas.openxmlformats.org/officeDocument/2006/relationships/image" Target="../media/image14.png"/><Relationship Id="rId112" Type="http://schemas.openxmlformats.org/officeDocument/2006/relationships/customXml" Target="../ink/ink240.xml"/><Relationship Id="rId133" Type="http://schemas.openxmlformats.org/officeDocument/2006/relationships/image" Target="../media/image244.png"/><Relationship Id="rId154" Type="http://schemas.openxmlformats.org/officeDocument/2006/relationships/image" Target="../media/image254.png"/><Relationship Id="rId175" Type="http://schemas.openxmlformats.org/officeDocument/2006/relationships/customXml" Target="../ink/ink272.xml"/><Relationship Id="rId196" Type="http://schemas.openxmlformats.org/officeDocument/2006/relationships/image" Target="../media/image275.png"/><Relationship Id="rId200" Type="http://schemas.openxmlformats.org/officeDocument/2006/relationships/image" Target="../media/image277.png"/><Relationship Id="rId16" Type="http://schemas.openxmlformats.org/officeDocument/2006/relationships/customXml" Target="../ink/ink192.xml"/><Relationship Id="rId221" Type="http://schemas.openxmlformats.org/officeDocument/2006/relationships/customXml" Target="../ink/ink295.xml"/><Relationship Id="rId242" Type="http://schemas.openxmlformats.org/officeDocument/2006/relationships/image" Target="../media/image298.png"/><Relationship Id="rId263" Type="http://schemas.openxmlformats.org/officeDocument/2006/relationships/image" Target="../media/image308.png"/><Relationship Id="rId284" Type="http://schemas.openxmlformats.org/officeDocument/2006/relationships/customXml" Target="../ink/ink327.xml"/><Relationship Id="rId37" Type="http://schemas.openxmlformats.org/officeDocument/2006/relationships/image" Target="../media/image198.png"/><Relationship Id="rId58" Type="http://schemas.openxmlformats.org/officeDocument/2006/relationships/customXml" Target="../ink/ink213.xml"/><Relationship Id="rId79" Type="http://schemas.openxmlformats.org/officeDocument/2006/relationships/image" Target="../media/image219.png"/><Relationship Id="rId102" Type="http://schemas.openxmlformats.org/officeDocument/2006/relationships/customXml" Target="../ink/ink235.xml"/><Relationship Id="rId123" Type="http://schemas.openxmlformats.org/officeDocument/2006/relationships/image" Target="../media/image239.png"/><Relationship Id="rId144" Type="http://schemas.openxmlformats.org/officeDocument/2006/relationships/customXml" Target="../ink/ink256.xml"/><Relationship Id="rId90" Type="http://schemas.openxmlformats.org/officeDocument/2006/relationships/customXml" Target="../ink/ink229.xml"/><Relationship Id="rId165" Type="http://schemas.openxmlformats.org/officeDocument/2006/relationships/customXml" Target="../ink/ink267.xml"/><Relationship Id="rId186" Type="http://schemas.openxmlformats.org/officeDocument/2006/relationships/image" Target="../media/image270.png"/><Relationship Id="rId211" Type="http://schemas.openxmlformats.org/officeDocument/2006/relationships/customXml" Target="../ink/ink290.xml"/><Relationship Id="rId232" Type="http://schemas.openxmlformats.org/officeDocument/2006/relationships/image" Target="../media/image293.png"/><Relationship Id="rId253" Type="http://schemas.openxmlformats.org/officeDocument/2006/relationships/customXml" Target="../ink/ink311.xml"/><Relationship Id="rId274" Type="http://schemas.openxmlformats.org/officeDocument/2006/relationships/customXml" Target="../ink/ink322.xml"/><Relationship Id="rId295" Type="http://schemas.openxmlformats.org/officeDocument/2006/relationships/image" Target="../media/image323.png"/><Relationship Id="rId27" Type="http://schemas.openxmlformats.org/officeDocument/2006/relationships/image" Target="../media/image193.png"/><Relationship Id="rId48" Type="http://schemas.openxmlformats.org/officeDocument/2006/relationships/customXml" Target="../ink/ink208.xml"/><Relationship Id="rId69" Type="http://schemas.openxmlformats.org/officeDocument/2006/relationships/image" Target="../media/image214.png"/><Relationship Id="rId113" Type="http://schemas.openxmlformats.org/officeDocument/2006/relationships/image" Target="../media/image234.png"/><Relationship Id="rId134" Type="http://schemas.openxmlformats.org/officeDocument/2006/relationships/customXml" Target="../ink/ink251.xml"/><Relationship Id="rId80" Type="http://schemas.openxmlformats.org/officeDocument/2006/relationships/customXml" Target="../ink/ink224.xml"/><Relationship Id="rId155" Type="http://schemas.openxmlformats.org/officeDocument/2006/relationships/customXml" Target="../ink/ink262.xml"/><Relationship Id="rId176" Type="http://schemas.openxmlformats.org/officeDocument/2006/relationships/image" Target="../media/image265.png"/><Relationship Id="rId197" Type="http://schemas.openxmlformats.org/officeDocument/2006/relationships/customXml" Target="../ink/ink283.xml"/><Relationship Id="rId201" Type="http://schemas.openxmlformats.org/officeDocument/2006/relationships/customXml" Target="../ink/ink285.xml"/><Relationship Id="rId222" Type="http://schemas.openxmlformats.org/officeDocument/2006/relationships/image" Target="../media/image288.png"/><Relationship Id="rId243" Type="http://schemas.openxmlformats.org/officeDocument/2006/relationships/customXml" Target="../ink/ink306.xml"/><Relationship Id="rId264" Type="http://schemas.openxmlformats.org/officeDocument/2006/relationships/customXml" Target="../ink/ink317.xml"/><Relationship Id="rId285" Type="http://schemas.openxmlformats.org/officeDocument/2006/relationships/image" Target="../media/image318.png"/><Relationship Id="rId17" Type="http://schemas.openxmlformats.org/officeDocument/2006/relationships/image" Target="../media/image188.png"/><Relationship Id="rId38" Type="http://schemas.openxmlformats.org/officeDocument/2006/relationships/customXml" Target="../ink/ink203.xml"/><Relationship Id="rId59" Type="http://schemas.openxmlformats.org/officeDocument/2006/relationships/image" Target="../media/image209.png"/><Relationship Id="rId103" Type="http://schemas.openxmlformats.org/officeDocument/2006/relationships/image" Target="../media/image64.png"/><Relationship Id="rId124" Type="http://schemas.openxmlformats.org/officeDocument/2006/relationships/customXml" Target="../ink/ink246.xml"/><Relationship Id="rId70" Type="http://schemas.openxmlformats.org/officeDocument/2006/relationships/customXml" Target="../ink/ink219.xml"/><Relationship Id="rId91" Type="http://schemas.openxmlformats.org/officeDocument/2006/relationships/image" Target="../media/image224.png"/><Relationship Id="rId145" Type="http://schemas.openxmlformats.org/officeDocument/2006/relationships/image" Target="../media/image250.png"/><Relationship Id="rId166" Type="http://schemas.openxmlformats.org/officeDocument/2006/relationships/image" Target="../media/image260.png"/><Relationship Id="rId187" Type="http://schemas.openxmlformats.org/officeDocument/2006/relationships/customXml" Target="../ink/ink278.xml"/><Relationship Id="rId1" Type="http://schemas.openxmlformats.org/officeDocument/2006/relationships/slideLayout" Target="../slideLayouts/slideLayout2.xml"/><Relationship Id="rId212" Type="http://schemas.openxmlformats.org/officeDocument/2006/relationships/image" Target="../media/image283.png"/><Relationship Id="rId233" Type="http://schemas.openxmlformats.org/officeDocument/2006/relationships/customXml" Target="../ink/ink301.xml"/><Relationship Id="rId254" Type="http://schemas.openxmlformats.org/officeDocument/2006/relationships/image" Target="../media/image304.png"/><Relationship Id="rId28" Type="http://schemas.openxmlformats.org/officeDocument/2006/relationships/customXml" Target="../ink/ink198.xml"/><Relationship Id="rId49" Type="http://schemas.openxmlformats.org/officeDocument/2006/relationships/image" Target="../media/image204.png"/><Relationship Id="rId114" Type="http://schemas.openxmlformats.org/officeDocument/2006/relationships/customXml" Target="../ink/ink241.xml"/><Relationship Id="rId275" Type="http://schemas.openxmlformats.org/officeDocument/2006/relationships/image" Target="../media/image314.png"/><Relationship Id="rId296" Type="http://schemas.openxmlformats.org/officeDocument/2006/relationships/customXml" Target="../ink/ink333.xml"/><Relationship Id="rId300" Type="http://schemas.openxmlformats.org/officeDocument/2006/relationships/customXml" Target="../ink/ink335.xml"/><Relationship Id="rId60" Type="http://schemas.openxmlformats.org/officeDocument/2006/relationships/customXml" Target="../ink/ink214.xml"/><Relationship Id="rId81" Type="http://schemas.openxmlformats.org/officeDocument/2006/relationships/image" Target="../media/image220.png"/><Relationship Id="rId135" Type="http://schemas.openxmlformats.org/officeDocument/2006/relationships/image" Target="../media/image245.png"/><Relationship Id="rId156" Type="http://schemas.openxmlformats.org/officeDocument/2006/relationships/image" Target="../media/image255.png"/><Relationship Id="rId177" Type="http://schemas.openxmlformats.org/officeDocument/2006/relationships/customXml" Target="../ink/ink273.xml"/><Relationship Id="rId198" Type="http://schemas.openxmlformats.org/officeDocument/2006/relationships/image" Target="../media/image276.png"/><Relationship Id="rId202" Type="http://schemas.openxmlformats.org/officeDocument/2006/relationships/image" Target="../media/image278.png"/><Relationship Id="rId223" Type="http://schemas.openxmlformats.org/officeDocument/2006/relationships/customXml" Target="../ink/ink296.xml"/><Relationship Id="rId244" Type="http://schemas.openxmlformats.org/officeDocument/2006/relationships/image" Target="../media/image299.png"/><Relationship Id="rId18" Type="http://schemas.openxmlformats.org/officeDocument/2006/relationships/customXml" Target="../ink/ink193.xml"/><Relationship Id="rId39" Type="http://schemas.openxmlformats.org/officeDocument/2006/relationships/image" Target="../media/image199.png"/><Relationship Id="rId265" Type="http://schemas.openxmlformats.org/officeDocument/2006/relationships/image" Target="../media/image309.png"/><Relationship Id="rId286" Type="http://schemas.openxmlformats.org/officeDocument/2006/relationships/customXml" Target="../ink/ink328.xml"/><Relationship Id="rId50" Type="http://schemas.openxmlformats.org/officeDocument/2006/relationships/customXml" Target="../ink/ink209.xml"/><Relationship Id="rId104" Type="http://schemas.openxmlformats.org/officeDocument/2006/relationships/customXml" Target="../ink/ink236.xml"/><Relationship Id="rId125" Type="http://schemas.openxmlformats.org/officeDocument/2006/relationships/image" Target="../media/image240.png"/><Relationship Id="rId146" Type="http://schemas.openxmlformats.org/officeDocument/2006/relationships/customXml" Target="../ink/ink257.xml"/><Relationship Id="rId167" Type="http://schemas.openxmlformats.org/officeDocument/2006/relationships/customXml" Target="../ink/ink268.xml"/><Relationship Id="rId188" Type="http://schemas.openxmlformats.org/officeDocument/2006/relationships/image" Target="../media/image271.png"/><Relationship Id="rId71" Type="http://schemas.openxmlformats.org/officeDocument/2006/relationships/image" Target="../media/image215.png"/><Relationship Id="rId92" Type="http://schemas.openxmlformats.org/officeDocument/2006/relationships/customXml" Target="../ink/ink230.xml"/><Relationship Id="rId213" Type="http://schemas.openxmlformats.org/officeDocument/2006/relationships/customXml" Target="../ink/ink291.xml"/><Relationship Id="rId234" Type="http://schemas.openxmlformats.org/officeDocument/2006/relationships/image" Target="../media/image294.png"/><Relationship Id="rId2" Type="http://schemas.openxmlformats.org/officeDocument/2006/relationships/customXml" Target="../ink/ink185.xml"/><Relationship Id="rId29" Type="http://schemas.openxmlformats.org/officeDocument/2006/relationships/image" Target="../media/image194.png"/><Relationship Id="rId255" Type="http://schemas.openxmlformats.org/officeDocument/2006/relationships/customXml" Target="../ink/ink312.xml"/><Relationship Id="rId276" Type="http://schemas.openxmlformats.org/officeDocument/2006/relationships/customXml" Target="../ink/ink323.xml"/><Relationship Id="rId297" Type="http://schemas.openxmlformats.org/officeDocument/2006/relationships/image" Target="../media/image324.png"/><Relationship Id="rId40" Type="http://schemas.openxmlformats.org/officeDocument/2006/relationships/customXml" Target="../ink/ink204.xml"/><Relationship Id="rId115" Type="http://schemas.openxmlformats.org/officeDocument/2006/relationships/image" Target="../media/image235.png"/><Relationship Id="rId136" Type="http://schemas.openxmlformats.org/officeDocument/2006/relationships/customXml" Target="../ink/ink252.xml"/><Relationship Id="rId157" Type="http://schemas.openxmlformats.org/officeDocument/2006/relationships/customXml" Target="../ink/ink263.xml"/><Relationship Id="rId178" Type="http://schemas.openxmlformats.org/officeDocument/2006/relationships/image" Target="../media/image266.png"/><Relationship Id="rId301" Type="http://schemas.openxmlformats.org/officeDocument/2006/relationships/image" Target="../media/image326.png"/><Relationship Id="rId61" Type="http://schemas.openxmlformats.org/officeDocument/2006/relationships/image" Target="../media/image210.png"/><Relationship Id="rId82" Type="http://schemas.openxmlformats.org/officeDocument/2006/relationships/customXml" Target="../ink/ink225.xml"/><Relationship Id="rId199" Type="http://schemas.openxmlformats.org/officeDocument/2006/relationships/customXml" Target="../ink/ink284.xml"/><Relationship Id="rId203" Type="http://schemas.openxmlformats.org/officeDocument/2006/relationships/customXml" Target="../ink/ink286.xml"/><Relationship Id="rId19" Type="http://schemas.openxmlformats.org/officeDocument/2006/relationships/image" Target="../media/image189.png"/><Relationship Id="rId224" Type="http://schemas.openxmlformats.org/officeDocument/2006/relationships/image" Target="../media/image289.png"/><Relationship Id="rId245" Type="http://schemas.openxmlformats.org/officeDocument/2006/relationships/customXml" Target="../ink/ink307.xml"/><Relationship Id="rId266" Type="http://schemas.openxmlformats.org/officeDocument/2006/relationships/customXml" Target="../ink/ink318.xml"/><Relationship Id="rId287" Type="http://schemas.openxmlformats.org/officeDocument/2006/relationships/image" Target="../media/image319.png"/><Relationship Id="rId30" Type="http://schemas.openxmlformats.org/officeDocument/2006/relationships/customXml" Target="../ink/ink199.xml"/><Relationship Id="rId105" Type="http://schemas.openxmlformats.org/officeDocument/2006/relationships/image" Target="../media/image230.png"/><Relationship Id="rId126" Type="http://schemas.openxmlformats.org/officeDocument/2006/relationships/customXml" Target="../ink/ink247.xml"/><Relationship Id="rId147" Type="http://schemas.openxmlformats.org/officeDocument/2006/relationships/customXml" Target="../ink/ink258.xml"/><Relationship Id="rId168" Type="http://schemas.openxmlformats.org/officeDocument/2006/relationships/image" Target="../media/image261.png"/><Relationship Id="rId51" Type="http://schemas.openxmlformats.org/officeDocument/2006/relationships/image" Target="../media/image205.png"/><Relationship Id="rId72" Type="http://schemas.openxmlformats.org/officeDocument/2006/relationships/customXml" Target="../ink/ink220.xml"/><Relationship Id="rId93" Type="http://schemas.openxmlformats.org/officeDocument/2006/relationships/image" Target="../media/image225.png"/><Relationship Id="rId189" Type="http://schemas.openxmlformats.org/officeDocument/2006/relationships/customXml" Target="../ink/ink279.xml"/><Relationship Id="rId3" Type="http://schemas.openxmlformats.org/officeDocument/2006/relationships/image" Target="../media/image60.png"/><Relationship Id="rId214" Type="http://schemas.openxmlformats.org/officeDocument/2006/relationships/image" Target="../media/image284.png"/><Relationship Id="rId235" Type="http://schemas.openxmlformats.org/officeDocument/2006/relationships/customXml" Target="../ink/ink302.xml"/><Relationship Id="rId256" Type="http://schemas.openxmlformats.org/officeDocument/2006/relationships/customXml" Target="../ink/ink313.xml"/><Relationship Id="rId277" Type="http://schemas.openxmlformats.org/officeDocument/2006/relationships/image" Target="../media/image315.png"/><Relationship Id="rId298" Type="http://schemas.openxmlformats.org/officeDocument/2006/relationships/customXml" Target="../ink/ink334.xml"/><Relationship Id="rId116" Type="http://schemas.openxmlformats.org/officeDocument/2006/relationships/customXml" Target="../ink/ink242.xml"/><Relationship Id="rId137" Type="http://schemas.openxmlformats.org/officeDocument/2006/relationships/image" Target="../media/image246.png"/><Relationship Id="rId158" Type="http://schemas.openxmlformats.org/officeDocument/2006/relationships/image" Target="../media/image256.png"/><Relationship Id="rId302" Type="http://schemas.openxmlformats.org/officeDocument/2006/relationships/customXml" Target="../ink/ink336.xml"/><Relationship Id="rId20" Type="http://schemas.openxmlformats.org/officeDocument/2006/relationships/customXml" Target="../ink/ink194.xml"/><Relationship Id="rId41" Type="http://schemas.openxmlformats.org/officeDocument/2006/relationships/image" Target="../media/image200.png"/><Relationship Id="rId62" Type="http://schemas.openxmlformats.org/officeDocument/2006/relationships/customXml" Target="../ink/ink215.xml"/><Relationship Id="rId83" Type="http://schemas.openxmlformats.org/officeDocument/2006/relationships/image" Target="../media/image221.png"/><Relationship Id="rId179" Type="http://schemas.openxmlformats.org/officeDocument/2006/relationships/customXml" Target="../ink/ink274.xml"/><Relationship Id="rId190" Type="http://schemas.openxmlformats.org/officeDocument/2006/relationships/image" Target="../media/image272.png"/><Relationship Id="rId204" Type="http://schemas.openxmlformats.org/officeDocument/2006/relationships/image" Target="../media/image279.png"/><Relationship Id="rId225" Type="http://schemas.openxmlformats.org/officeDocument/2006/relationships/customXml" Target="../ink/ink297.xml"/><Relationship Id="rId246" Type="http://schemas.openxmlformats.org/officeDocument/2006/relationships/image" Target="../media/image300.png"/><Relationship Id="rId267" Type="http://schemas.openxmlformats.org/officeDocument/2006/relationships/image" Target="../media/image310.png"/><Relationship Id="rId288" Type="http://schemas.openxmlformats.org/officeDocument/2006/relationships/customXml" Target="../ink/ink329.xml"/><Relationship Id="rId106" Type="http://schemas.openxmlformats.org/officeDocument/2006/relationships/customXml" Target="../ink/ink237.xml"/><Relationship Id="rId127" Type="http://schemas.openxmlformats.org/officeDocument/2006/relationships/image" Target="../media/image241.png"/><Relationship Id="rId10" Type="http://schemas.openxmlformats.org/officeDocument/2006/relationships/customXml" Target="../ink/ink189.xml"/><Relationship Id="rId31" Type="http://schemas.openxmlformats.org/officeDocument/2006/relationships/image" Target="../media/image195.png"/><Relationship Id="rId52" Type="http://schemas.openxmlformats.org/officeDocument/2006/relationships/customXml" Target="../ink/ink210.xml"/><Relationship Id="rId73" Type="http://schemas.openxmlformats.org/officeDocument/2006/relationships/image" Target="../media/image216.png"/><Relationship Id="rId94" Type="http://schemas.openxmlformats.org/officeDocument/2006/relationships/customXml" Target="../ink/ink231.xml"/><Relationship Id="rId148" Type="http://schemas.openxmlformats.org/officeDocument/2006/relationships/image" Target="../media/image251.png"/><Relationship Id="rId169" Type="http://schemas.openxmlformats.org/officeDocument/2006/relationships/customXml" Target="../ink/ink269.xml"/><Relationship Id="rId4" Type="http://schemas.openxmlformats.org/officeDocument/2006/relationships/customXml" Target="../ink/ink186.xml"/><Relationship Id="rId180" Type="http://schemas.openxmlformats.org/officeDocument/2006/relationships/image" Target="../media/image267.png"/><Relationship Id="rId215" Type="http://schemas.openxmlformats.org/officeDocument/2006/relationships/customXml" Target="../ink/ink292.xml"/><Relationship Id="rId236" Type="http://schemas.openxmlformats.org/officeDocument/2006/relationships/image" Target="../media/image295.png"/><Relationship Id="rId257" Type="http://schemas.openxmlformats.org/officeDocument/2006/relationships/image" Target="../media/image305.png"/><Relationship Id="rId278" Type="http://schemas.openxmlformats.org/officeDocument/2006/relationships/customXml" Target="../ink/ink324.xml"/><Relationship Id="rId303" Type="http://schemas.openxmlformats.org/officeDocument/2006/relationships/image" Target="../media/image327.png"/><Relationship Id="rId42" Type="http://schemas.openxmlformats.org/officeDocument/2006/relationships/customXml" Target="../ink/ink205.xml"/><Relationship Id="rId84" Type="http://schemas.openxmlformats.org/officeDocument/2006/relationships/customXml" Target="../ink/ink226.xml"/><Relationship Id="rId138" Type="http://schemas.openxmlformats.org/officeDocument/2006/relationships/customXml" Target="../ink/ink253.xml"/><Relationship Id="rId191" Type="http://schemas.openxmlformats.org/officeDocument/2006/relationships/customXml" Target="../ink/ink280.xml"/><Relationship Id="rId205" Type="http://schemas.openxmlformats.org/officeDocument/2006/relationships/customXml" Target="../ink/ink287.xml"/><Relationship Id="rId247" Type="http://schemas.openxmlformats.org/officeDocument/2006/relationships/customXml" Target="../ink/ink308.xml"/><Relationship Id="rId107" Type="http://schemas.openxmlformats.org/officeDocument/2006/relationships/image" Target="../media/image231.png"/><Relationship Id="rId289" Type="http://schemas.openxmlformats.org/officeDocument/2006/relationships/image" Target="../media/image320.png"/><Relationship Id="rId11" Type="http://schemas.openxmlformats.org/officeDocument/2006/relationships/image" Target="../media/image185.png"/><Relationship Id="rId53" Type="http://schemas.openxmlformats.org/officeDocument/2006/relationships/image" Target="../media/image206.png"/><Relationship Id="rId149" Type="http://schemas.openxmlformats.org/officeDocument/2006/relationships/customXml" Target="../ink/ink259.xml"/><Relationship Id="rId95" Type="http://schemas.openxmlformats.org/officeDocument/2006/relationships/image" Target="../media/image226.png"/><Relationship Id="rId160" Type="http://schemas.openxmlformats.org/officeDocument/2006/relationships/image" Target="../media/image257.png"/><Relationship Id="rId216" Type="http://schemas.openxmlformats.org/officeDocument/2006/relationships/image" Target="../media/image285.png"/><Relationship Id="rId258" Type="http://schemas.openxmlformats.org/officeDocument/2006/relationships/customXml" Target="../ink/ink314.xml"/><Relationship Id="rId22" Type="http://schemas.openxmlformats.org/officeDocument/2006/relationships/customXml" Target="../ink/ink195.xml"/><Relationship Id="rId64" Type="http://schemas.openxmlformats.org/officeDocument/2006/relationships/customXml" Target="../ink/ink216.xml"/><Relationship Id="rId118" Type="http://schemas.openxmlformats.org/officeDocument/2006/relationships/customXml" Target="../ink/ink243.xml"/><Relationship Id="rId171" Type="http://schemas.openxmlformats.org/officeDocument/2006/relationships/customXml" Target="../ink/ink270.xml"/><Relationship Id="rId227" Type="http://schemas.openxmlformats.org/officeDocument/2006/relationships/customXml" Target="../ink/ink298.xml"/><Relationship Id="rId269" Type="http://schemas.openxmlformats.org/officeDocument/2006/relationships/image" Target="../media/image311.png"/><Relationship Id="rId33" Type="http://schemas.openxmlformats.org/officeDocument/2006/relationships/image" Target="../media/image196.png"/><Relationship Id="rId129" Type="http://schemas.openxmlformats.org/officeDocument/2006/relationships/image" Target="../media/image242.png"/><Relationship Id="rId280" Type="http://schemas.openxmlformats.org/officeDocument/2006/relationships/customXml" Target="../ink/ink325.xml"/><Relationship Id="rId75" Type="http://schemas.openxmlformats.org/officeDocument/2006/relationships/image" Target="../media/image217.png"/><Relationship Id="rId140" Type="http://schemas.openxmlformats.org/officeDocument/2006/relationships/customXml" Target="../ink/ink254.xml"/><Relationship Id="rId182" Type="http://schemas.openxmlformats.org/officeDocument/2006/relationships/image" Target="../media/image268.png"/></Relationships>
</file>

<file path=ppt/slides/_rels/slide8.xml.rels><?xml version="1.0" encoding="UTF-8" standalone="yes"?>
<Relationships xmlns="http://schemas.openxmlformats.org/package/2006/relationships"><Relationship Id="rId26" Type="http://schemas.openxmlformats.org/officeDocument/2006/relationships/image" Target="../media/image340.png"/><Relationship Id="rId21" Type="http://schemas.openxmlformats.org/officeDocument/2006/relationships/customXml" Target="../ink/ink344.xml"/><Relationship Id="rId42" Type="http://schemas.openxmlformats.org/officeDocument/2006/relationships/image" Target="../media/image348.png"/><Relationship Id="rId47" Type="http://schemas.openxmlformats.org/officeDocument/2006/relationships/customXml" Target="../ink/ink357.xml"/><Relationship Id="rId63" Type="http://schemas.openxmlformats.org/officeDocument/2006/relationships/customXml" Target="../ink/ink365.xml"/><Relationship Id="rId68" Type="http://schemas.openxmlformats.org/officeDocument/2006/relationships/image" Target="../media/image29.png"/><Relationship Id="rId84" Type="http://schemas.openxmlformats.org/officeDocument/2006/relationships/image" Target="../media/image367.png"/><Relationship Id="rId16" Type="http://schemas.openxmlformats.org/officeDocument/2006/relationships/image" Target="../media/image335.png"/><Relationship Id="rId11" Type="http://schemas.openxmlformats.org/officeDocument/2006/relationships/customXml" Target="../ink/ink339.xml"/><Relationship Id="rId32" Type="http://schemas.openxmlformats.org/officeDocument/2006/relationships/image" Target="../media/image343.png"/><Relationship Id="rId37" Type="http://schemas.openxmlformats.org/officeDocument/2006/relationships/customXml" Target="../ink/ink352.xml"/><Relationship Id="rId53" Type="http://schemas.openxmlformats.org/officeDocument/2006/relationships/customXml" Target="../ink/ink360.xml"/><Relationship Id="rId58" Type="http://schemas.openxmlformats.org/officeDocument/2006/relationships/image" Target="../media/image355.png"/><Relationship Id="rId74" Type="http://schemas.openxmlformats.org/officeDocument/2006/relationships/image" Target="../media/image362.png"/><Relationship Id="rId79" Type="http://schemas.openxmlformats.org/officeDocument/2006/relationships/customXml" Target="../ink/ink373.xml"/><Relationship Id="rId5" Type="http://schemas.openxmlformats.org/officeDocument/2006/relationships/hyperlink" Target="https://pixabay.com/en/computer-user-icon-peolpe-avatar-1331579/" TargetMode="External"/><Relationship Id="rId61" Type="http://schemas.openxmlformats.org/officeDocument/2006/relationships/customXml" Target="../ink/ink364.xml"/><Relationship Id="rId82" Type="http://schemas.openxmlformats.org/officeDocument/2006/relationships/image" Target="../media/image366.png"/><Relationship Id="rId19" Type="http://schemas.openxmlformats.org/officeDocument/2006/relationships/customXml" Target="../ink/ink343.xml"/><Relationship Id="rId14" Type="http://schemas.openxmlformats.org/officeDocument/2006/relationships/image" Target="../media/image334.png"/><Relationship Id="rId22" Type="http://schemas.openxmlformats.org/officeDocument/2006/relationships/image" Target="../media/image338.png"/><Relationship Id="rId27" Type="http://schemas.openxmlformats.org/officeDocument/2006/relationships/customXml" Target="../ink/ink347.xml"/><Relationship Id="rId30" Type="http://schemas.openxmlformats.org/officeDocument/2006/relationships/image" Target="../media/image342.png"/><Relationship Id="rId35" Type="http://schemas.openxmlformats.org/officeDocument/2006/relationships/customXml" Target="../ink/ink351.xml"/><Relationship Id="rId43" Type="http://schemas.openxmlformats.org/officeDocument/2006/relationships/customXml" Target="../ink/ink355.xml"/><Relationship Id="rId48" Type="http://schemas.openxmlformats.org/officeDocument/2006/relationships/image" Target="../media/image60.png"/><Relationship Id="rId56" Type="http://schemas.openxmlformats.org/officeDocument/2006/relationships/image" Target="../media/image354.png"/><Relationship Id="rId64" Type="http://schemas.openxmlformats.org/officeDocument/2006/relationships/image" Target="../media/image358.png"/><Relationship Id="rId69" Type="http://schemas.openxmlformats.org/officeDocument/2006/relationships/customXml" Target="../ink/ink368.xml"/><Relationship Id="rId77" Type="http://schemas.openxmlformats.org/officeDocument/2006/relationships/customXml" Target="../ink/ink372.xml"/><Relationship Id="rId8" Type="http://schemas.openxmlformats.org/officeDocument/2006/relationships/image" Target="../media/image331.png"/><Relationship Id="rId51" Type="http://schemas.openxmlformats.org/officeDocument/2006/relationships/customXml" Target="../ink/ink359.xml"/><Relationship Id="rId72" Type="http://schemas.openxmlformats.org/officeDocument/2006/relationships/image" Target="../media/image361.png"/><Relationship Id="rId80" Type="http://schemas.openxmlformats.org/officeDocument/2006/relationships/image" Target="../media/image365.png"/><Relationship Id="rId3" Type="http://schemas.openxmlformats.org/officeDocument/2006/relationships/hyperlink" Target="https://jurnaloftalmologi.org/index.php/announce/viewarticle/122" TargetMode="External"/><Relationship Id="rId12" Type="http://schemas.openxmlformats.org/officeDocument/2006/relationships/image" Target="../media/image333.png"/><Relationship Id="rId17" Type="http://schemas.openxmlformats.org/officeDocument/2006/relationships/customXml" Target="../ink/ink342.xml"/><Relationship Id="rId25" Type="http://schemas.openxmlformats.org/officeDocument/2006/relationships/customXml" Target="../ink/ink346.xml"/><Relationship Id="rId33" Type="http://schemas.openxmlformats.org/officeDocument/2006/relationships/customXml" Target="../ink/ink350.xml"/><Relationship Id="rId38" Type="http://schemas.openxmlformats.org/officeDocument/2006/relationships/image" Target="../media/image346.png"/><Relationship Id="rId46" Type="http://schemas.openxmlformats.org/officeDocument/2006/relationships/image" Target="../media/image350.png"/><Relationship Id="rId59" Type="http://schemas.openxmlformats.org/officeDocument/2006/relationships/customXml" Target="../ink/ink363.xml"/><Relationship Id="rId67" Type="http://schemas.openxmlformats.org/officeDocument/2006/relationships/customXml" Target="../ink/ink367.xml"/><Relationship Id="rId20" Type="http://schemas.openxmlformats.org/officeDocument/2006/relationships/image" Target="../media/image337.png"/><Relationship Id="rId41" Type="http://schemas.openxmlformats.org/officeDocument/2006/relationships/customXml" Target="../ink/ink354.xml"/><Relationship Id="rId54" Type="http://schemas.openxmlformats.org/officeDocument/2006/relationships/image" Target="../media/image353.png"/><Relationship Id="rId62" Type="http://schemas.openxmlformats.org/officeDocument/2006/relationships/image" Target="../media/image357.png"/><Relationship Id="rId70" Type="http://schemas.openxmlformats.org/officeDocument/2006/relationships/image" Target="../media/image360.png"/><Relationship Id="rId75" Type="http://schemas.openxmlformats.org/officeDocument/2006/relationships/customXml" Target="../ink/ink371.xml"/><Relationship Id="rId83" Type="http://schemas.openxmlformats.org/officeDocument/2006/relationships/customXml" Target="../ink/ink375.xml"/><Relationship Id="rId1" Type="http://schemas.openxmlformats.org/officeDocument/2006/relationships/slideLayout" Target="../slideLayouts/slideLayout2.xml"/><Relationship Id="rId6" Type="http://schemas.openxmlformats.org/officeDocument/2006/relationships/image" Target="../media/image330.png"/><Relationship Id="rId15" Type="http://schemas.openxmlformats.org/officeDocument/2006/relationships/customXml" Target="../ink/ink341.xml"/><Relationship Id="rId23" Type="http://schemas.openxmlformats.org/officeDocument/2006/relationships/customXml" Target="../ink/ink345.xml"/><Relationship Id="rId28" Type="http://schemas.openxmlformats.org/officeDocument/2006/relationships/image" Target="../media/image341.png"/><Relationship Id="rId36" Type="http://schemas.openxmlformats.org/officeDocument/2006/relationships/image" Target="../media/image345.png"/><Relationship Id="rId49" Type="http://schemas.openxmlformats.org/officeDocument/2006/relationships/customXml" Target="../ink/ink358.xml"/><Relationship Id="rId57" Type="http://schemas.openxmlformats.org/officeDocument/2006/relationships/customXml" Target="../ink/ink362.xml"/><Relationship Id="rId10" Type="http://schemas.openxmlformats.org/officeDocument/2006/relationships/image" Target="../media/image332.png"/><Relationship Id="rId31" Type="http://schemas.openxmlformats.org/officeDocument/2006/relationships/customXml" Target="../ink/ink349.xml"/><Relationship Id="rId44" Type="http://schemas.openxmlformats.org/officeDocument/2006/relationships/image" Target="../media/image349.png"/><Relationship Id="rId52" Type="http://schemas.openxmlformats.org/officeDocument/2006/relationships/image" Target="../media/image352.png"/><Relationship Id="rId60" Type="http://schemas.openxmlformats.org/officeDocument/2006/relationships/image" Target="../media/image356.png"/><Relationship Id="rId65" Type="http://schemas.openxmlformats.org/officeDocument/2006/relationships/customXml" Target="../ink/ink366.xml"/><Relationship Id="rId73" Type="http://schemas.openxmlformats.org/officeDocument/2006/relationships/customXml" Target="../ink/ink370.xml"/><Relationship Id="rId78" Type="http://schemas.openxmlformats.org/officeDocument/2006/relationships/image" Target="../media/image364.png"/><Relationship Id="rId81" Type="http://schemas.openxmlformats.org/officeDocument/2006/relationships/customXml" Target="../ink/ink374.xml"/><Relationship Id="rId4" Type="http://schemas.openxmlformats.org/officeDocument/2006/relationships/image" Target="../media/image329.png"/><Relationship Id="rId9" Type="http://schemas.openxmlformats.org/officeDocument/2006/relationships/customXml" Target="../ink/ink338.xml"/><Relationship Id="rId13" Type="http://schemas.openxmlformats.org/officeDocument/2006/relationships/customXml" Target="../ink/ink340.xml"/><Relationship Id="rId18" Type="http://schemas.openxmlformats.org/officeDocument/2006/relationships/image" Target="../media/image336.png"/><Relationship Id="rId39" Type="http://schemas.openxmlformats.org/officeDocument/2006/relationships/customXml" Target="../ink/ink353.xml"/><Relationship Id="rId34" Type="http://schemas.openxmlformats.org/officeDocument/2006/relationships/image" Target="../media/image344.png"/><Relationship Id="rId50" Type="http://schemas.openxmlformats.org/officeDocument/2006/relationships/image" Target="../media/image351.png"/><Relationship Id="rId55" Type="http://schemas.openxmlformats.org/officeDocument/2006/relationships/customXml" Target="../ink/ink361.xml"/><Relationship Id="rId76" Type="http://schemas.openxmlformats.org/officeDocument/2006/relationships/image" Target="../media/image363.png"/><Relationship Id="rId7" Type="http://schemas.openxmlformats.org/officeDocument/2006/relationships/customXml" Target="../ink/ink337.xml"/><Relationship Id="rId71" Type="http://schemas.openxmlformats.org/officeDocument/2006/relationships/customXml" Target="../ink/ink369.xml"/><Relationship Id="rId2" Type="http://schemas.openxmlformats.org/officeDocument/2006/relationships/image" Target="../media/image328.jpeg"/><Relationship Id="rId29" Type="http://schemas.openxmlformats.org/officeDocument/2006/relationships/customXml" Target="../ink/ink348.xml"/><Relationship Id="rId24" Type="http://schemas.openxmlformats.org/officeDocument/2006/relationships/image" Target="../media/image339.png"/><Relationship Id="rId40" Type="http://schemas.openxmlformats.org/officeDocument/2006/relationships/image" Target="../media/image347.png"/><Relationship Id="rId45" Type="http://schemas.openxmlformats.org/officeDocument/2006/relationships/customXml" Target="../ink/ink356.xml"/><Relationship Id="rId66" Type="http://schemas.openxmlformats.org/officeDocument/2006/relationships/image" Target="../media/image359.png"/></Relationships>
</file>

<file path=ppt/slides/_rels/slide9.xml.rels><?xml version="1.0" encoding="UTF-8" standalone="yes"?>
<Relationships xmlns="http://schemas.openxmlformats.org/package/2006/relationships"><Relationship Id="rId26" Type="http://schemas.openxmlformats.org/officeDocument/2006/relationships/customXml" Target="../ink/ink385.xml"/><Relationship Id="rId21" Type="http://schemas.openxmlformats.org/officeDocument/2006/relationships/image" Target="../media/image374.png"/><Relationship Id="rId42" Type="http://schemas.openxmlformats.org/officeDocument/2006/relationships/customXml" Target="../ink/ink393.xml"/><Relationship Id="rId47" Type="http://schemas.openxmlformats.org/officeDocument/2006/relationships/image" Target="../media/image387.png"/><Relationship Id="rId63" Type="http://schemas.openxmlformats.org/officeDocument/2006/relationships/image" Target="../media/image395.png"/><Relationship Id="rId68" Type="http://schemas.openxmlformats.org/officeDocument/2006/relationships/customXml" Target="../ink/ink406.xml"/><Relationship Id="rId84" Type="http://schemas.openxmlformats.org/officeDocument/2006/relationships/customXml" Target="../ink/ink414.xml"/><Relationship Id="rId89" Type="http://schemas.openxmlformats.org/officeDocument/2006/relationships/image" Target="../media/image408.png"/><Relationship Id="rId16" Type="http://schemas.openxmlformats.org/officeDocument/2006/relationships/customXml" Target="../ink/ink380.xml"/><Relationship Id="rId11" Type="http://schemas.openxmlformats.org/officeDocument/2006/relationships/image" Target="../media/image369.png"/><Relationship Id="rId32" Type="http://schemas.openxmlformats.org/officeDocument/2006/relationships/customXml" Target="../ink/ink388.xml"/><Relationship Id="rId37" Type="http://schemas.openxmlformats.org/officeDocument/2006/relationships/image" Target="../media/image382.png"/><Relationship Id="rId53" Type="http://schemas.openxmlformats.org/officeDocument/2006/relationships/image" Target="../media/image390.png"/><Relationship Id="rId58" Type="http://schemas.openxmlformats.org/officeDocument/2006/relationships/customXml" Target="../ink/ink401.xml"/><Relationship Id="rId74" Type="http://schemas.openxmlformats.org/officeDocument/2006/relationships/customXml" Target="../ink/ink409.xml"/><Relationship Id="rId79" Type="http://schemas.openxmlformats.org/officeDocument/2006/relationships/image" Target="../media/image403.png"/><Relationship Id="rId5" Type="http://schemas.openxmlformats.org/officeDocument/2006/relationships/image" Target="../media/image368.png"/><Relationship Id="rId14" Type="http://schemas.openxmlformats.org/officeDocument/2006/relationships/customXml" Target="../ink/ink379.xml"/><Relationship Id="rId22" Type="http://schemas.openxmlformats.org/officeDocument/2006/relationships/customXml" Target="../ink/ink383.xml"/><Relationship Id="rId27" Type="http://schemas.openxmlformats.org/officeDocument/2006/relationships/image" Target="../media/image377.png"/><Relationship Id="rId30" Type="http://schemas.openxmlformats.org/officeDocument/2006/relationships/customXml" Target="../ink/ink387.xml"/><Relationship Id="rId35" Type="http://schemas.openxmlformats.org/officeDocument/2006/relationships/image" Target="../media/image381.png"/><Relationship Id="rId43" Type="http://schemas.openxmlformats.org/officeDocument/2006/relationships/image" Target="../media/image385.png"/><Relationship Id="rId48" Type="http://schemas.openxmlformats.org/officeDocument/2006/relationships/customXml" Target="../ink/ink396.xml"/><Relationship Id="rId56" Type="http://schemas.openxmlformats.org/officeDocument/2006/relationships/customXml" Target="../ink/ink400.xml"/><Relationship Id="rId64" Type="http://schemas.openxmlformats.org/officeDocument/2006/relationships/customXml" Target="../ink/ink404.xml"/><Relationship Id="rId69" Type="http://schemas.openxmlformats.org/officeDocument/2006/relationships/image" Target="../media/image398.png"/><Relationship Id="rId77" Type="http://schemas.openxmlformats.org/officeDocument/2006/relationships/image" Target="../media/image402.png"/><Relationship Id="rId8" Type="http://schemas.openxmlformats.org/officeDocument/2006/relationships/customXml" Target="../ink/ink376.xml"/><Relationship Id="rId51" Type="http://schemas.openxmlformats.org/officeDocument/2006/relationships/image" Target="../media/image389.png"/><Relationship Id="rId72" Type="http://schemas.openxmlformats.org/officeDocument/2006/relationships/customXml" Target="../ink/ink408.xml"/><Relationship Id="rId80" Type="http://schemas.openxmlformats.org/officeDocument/2006/relationships/customXml" Target="../ink/ink412.xml"/><Relationship Id="rId85" Type="http://schemas.openxmlformats.org/officeDocument/2006/relationships/image" Target="../media/image406.png"/><Relationship Id="rId3" Type="http://schemas.openxmlformats.org/officeDocument/2006/relationships/hyperlink" Target="https://jurnaloftalmologi.org/index.php/announce/viewarticle/122" TargetMode="External"/><Relationship Id="rId12" Type="http://schemas.openxmlformats.org/officeDocument/2006/relationships/customXml" Target="../ink/ink378.xml"/><Relationship Id="rId17" Type="http://schemas.openxmlformats.org/officeDocument/2006/relationships/image" Target="../media/image372.png"/><Relationship Id="rId25" Type="http://schemas.openxmlformats.org/officeDocument/2006/relationships/image" Target="../media/image376.png"/><Relationship Id="rId33" Type="http://schemas.openxmlformats.org/officeDocument/2006/relationships/image" Target="../media/image380.png"/><Relationship Id="rId38" Type="http://schemas.openxmlformats.org/officeDocument/2006/relationships/customXml" Target="../ink/ink391.xml"/><Relationship Id="rId46" Type="http://schemas.openxmlformats.org/officeDocument/2006/relationships/customXml" Target="../ink/ink395.xml"/><Relationship Id="rId59" Type="http://schemas.openxmlformats.org/officeDocument/2006/relationships/image" Target="../media/image393.png"/><Relationship Id="rId67" Type="http://schemas.openxmlformats.org/officeDocument/2006/relationships/image" Target="../media/image397.png"/><Relationship Id="rId20" Type="http://schemas.openxmlformats.org/officeDocument/2006/relationships/customXml" Target="../ink/ink382.xml"/><Relationship Id="rId41" Type="http://schemas.openxmlformats.org/officeDocument/2006/relationships/image" Target="../media/image384.png"/><Relationship Id="rId54" Type="http://schemas.openxmlformats.org/officeDocument/2006/relationships/customXml" Target="../ink/ink399.xml"/><Relationship Id="rId62" Type="http://schemas.openxmlformats.org/officeDocument/2006/relationships/customXml" Target="../ink/ink403.xml"/><Relationship Id="rId70" Type="http://schemas.openxmlformats.org/officeDocument/2006/relationships/customXml" Target="../ink/ink407.xml"/><Relationship Id="rId75" Type="http://schemas.openxmlformats.org/officeDocument/2006/relationships/image" Target="../media/image401.png"/><Relationship Id="rId83" Type="http://schemas.openxmlformats.org/officeDocument/2006/relationships/image" Target="../media/image405.png"/><Relationship Id="rId88" Type="http://schemas.openxmlformats.org/officeDocument/2006/relationships/customXml" Target="../ink/ink416.xml"/><Relationship Id="rId1" Type="http://schemas.openxmlformats.org/officeDocument/2006/relationships/slideLayout" Target="../slideLayouts/slideLayout2.xml"/><Relationship Id="rId6" Type="http://schemas.openxmlformats.org/officeDocument/2006/relationships/image" Target="../media/image329.png"/><Relationship Id="rId15" Type="http://schemas.openxmlformats.org/officeDocument/2006/relationships/image" Target="../media/image371.png"/><Relationship Id="rId23" Type="http://schemas.openxmlformats.org/officeDocument/2006/relationships/image" Target="../media/image375.png"/><Relationship Id="rId28" Type="http://schemas.openxmlformats.org/officeDocument/2006/relationships/customXml" Target="../ink/ink386.xml"/><Relationship Id="rId36" Type="http://schemas.openxmlformats.org/officeDocument/2006/relationships/customXml" Target="../ink/ink390.xml"/><Relationship Id="rId49" Type="http://schemas.openxmlformats.org/officeDocument/2006/relationships/image" Target="../media/image388.png"/><Relationship Id="rId57" Type="http://schemas.openxmlformats.org/officeDocument/2006/relationships/image" Target="../media/image392.png"/><Relationship Id="rId10" Type="http://schemas.openxmlformats.org/officeDocument/2006/relationships/customXml" Target="../ink/ink377.xml"/><Relationship Id="rId31" Type="http://schemas.openxmlformats.org/officeDocument/2006/relationships/image" Target="../media/image379.png"/><Relationship Id="rId44" Type="http://schemas.openxmlformats.org/officeDocument/2006/relationships/customXml" Target="../ink/ink394.xml"/><Relationship Id="rId52" Type="http://schemas.openxmlformats.org/officeDocument/2006/relationships/customXml" Target="../ink/ink398.xml"/><Relationship Id="rId60" Type="http://schemas.openxmlformats.org/officeDocument/2006/relationships/customXml" Target="../ink/ink402.xml"/><Relationship Id="rId65" Type="http://schemas.openxmlformats.org/officeDocument/2006/relationships/image" Target="../media/image396.png"/><Relationship Id="rId73" Type="http://schemas.openxmlformats.org/officeDocument/2006/relationships/image" Target="../media/image400.png"/><Relationship Id="rId78" Type="http://schemas.openxmlformats.org/officeDocument/2006/relationships/customXml" Target="../ink/ink411.xml"/><Relationship Id="rId81" Type="http://schemas.openxmlformats.org/officeDocument/2006/relationships/image" Target="../media/image404.png"/><Relationship Id="rId86" Type="http://schemas.openxmlformats.org/officeDocument/2006/relationships/customXml" Target="../ink/ink415.xml"/><Relationship Id="rId4" Type="http://schemas.openxmlformats.org/officeDocument/2006/relationships/image" Target="../media/image330.png"/><Relationship Id="rId9" Type="http://schemas.openxmlformats.org/officeDocument/2006/relationships/image" Target="../media/image60.png"/><Relationship Id="rId13" Type="http://schemas.openxmlformats.org/officeDocument/2006/relationships/image" Target="../media/image370.png"/><Relationship Id="rId18" Type="http://schemas.openxmlformats.org/officeDocument/2006/relationships/customXml" Target="../ink/ink381.xml"/><Relationship Id="rId39" Type="http://schemas.openxmlformats.org/officeDocument/2006/relationships/image" Target="../media/image383.png"/><Relationship Id="rId34" Type="http://schemas.openxmlformats.org/officeDocument/2006/relationships/customXml" Target="../ink/ink389.xml"/><Relationship Id="rId50" Type="http://schemas.openxmlformats.org/officeDocument/2006/relationships/customXml" Target="../ink/ink397.xml"/><Relationship Id="rId55" Type="http://schemas.openxmlformats.org/officeDocument/2006/relationships/image" Target="../media/image391.png"/><Relationship Id="rId76" Type="http://schemas.openxmlformats.org/officeDocument/2006/relationships/customXml" Target="../ink/ink410.xml"/><Relationship Id="rId7" Type="http://schemas.openxmlformats.org/officeDocument/2006/relationships/hyperlink" Target="https://pixabay.com/en/computer-user-icon-peolpe-avatar-1331579/" TargetMode="External"/><Relationship Id="rId71" Type="http://schemas.openxmlformats.org/officeDocument/2006/relationships/image" Target="../media/image399.png"/><Relationship Id="rId2" Type="http://schemas.openxmlformats.org/officeDocument/2006/relationships/image" Target="../media/image328.jpeg"/><Relationship Id="rId29" Type="http://schemas.openxmlformats.org/officeDocument/2006/relationships/image" Target="../media/image378.png"/><Relationship Id="rId24" Type="http://schemas.openxmlformats.org/officeDocument/2006/relationships/customXml" Target="../ink/ink384.xml"/><Relationship Id="rId40" Type="http://schemas.openxmlformats.org/officeDocument/2006/relationships/customXml" Target="../ink/ink392.xml"/><Relationship Id="rId45" Type="http://schemas.openxmlformats.org/officeDocument/2006/relationships/image" Target="../media/image386.png"/><Relationship Id="rId66" Type="http://schemas.openxmlformats.org/officeDocument/2006/relationships/customXml" Target="../ink/ink405.xml"/><Relationship Id="rId87" Type="http://schemas.openxmlformats.org/officeDocument/2006/relationships/image" Target="../media/image407.png"/><Relationship Id="rId61" Type="http://schemas.openxmlformats.org/officeDocument/2006/relationships/image" Target="../media/image394.png"/><Relationship Id="rId82" Type="http://schemas.openxmlformats.org/officeDocument/2006/relationships/customXml" Target="../ink/ink413.xml"/><Relationship Id="rId19" Type="http://schemas.openxmlformats.org/officeDocument/2006/relationships/image" Target="../media/image373.png"/></Relationships>
</file>

<file path=ppt/slides/_rels/slide10.xml.rels><?xml version="1.0" encoding="UTF-8" standalone="yes"?>
<Relationships xmlns="http://schemas.openxmlformats.org/package/2006/relationships"><Relationship Id="rId2" Type="http://schemas.openxmlformats.org/officeDocument/2006/relationships/image" Target="../media/image40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creativecommons.org/licenses/by/3.0/" TargetMode="External"/><Relationship Id="rId13" Type="http://schemas.openxmlformats.org/officeDocument/2006/relationships/customXml" Target="../ink/ink418.xml"/><Relationship Id="rId3" Type="http://schemas.openxmlformats.org/officeDocument/2006/relationships/hyperlink" Target="http://commons.wikimedia.org/wiki/File:User_icon_2.svg" TargetMode="External"/><Relationship Id="rId7" Type="http://schemas.openxmlformats.org/officeDocument/2006/relationships/hyperlink" Target="https://www.flickr.com/photos/jeepersmedia/14765960308/" TargetMode="External"/><Relationship Id="rId12" Type="http://schemas.openxmlformats.org/officeDocument/2006/relationships/image" Target="../media/image2000.png"/><Relationship Id="rId2"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412.jpeg"/><Relationship Id="rId11" Type="http://schemas.openxmlformats.org/officeDocument/2006/relationships/customXml" Target="../ink/ink417.xml"/><Relationship Id="rId5" Type="http://schemas.openxmlformats.org/officeDocument/2006/relationships/hyperlink" Target="https://pixabay.com/illustrations/icon-business-user-business-icons-1740415/" TargetMode="External"/><Relationship Id="rId10" Type="http://schemas.openxmlformats.org/officeDocument/2006/relationships/hyperlink" Target="https://openclipart.org/detail/22037/notes-by-agone" TargetMode="External"/><Relationship Id="rId4" Type="http://schemas.openxmlformats.org/officeDocument/2006/relationships/image" Target="../media/image411.png"/><Relationship Id="rId9" Type="http://schemas.openxmlformats.org/officeDocument/2006/relationships/image" Target="../media/image413.png"/><Relationship Id="rId14" Type="http://schemas.openxmlformats.org/officeDocument/2006/relationships/image" Target="../media/image13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creativecommons.org/licenses/by/3.0/" TargetMode="External"/><Relationship Id="rId3" Type="http://schemas.openxmlformats.org/officeDocument/2006/relationships/hyperlink" Target="http://commons.wikimedia.org/wiki/File:User_icon_2.svg" TargetMode="External"/><Relationship Id="rId7" Type="http://schemas.openxmlformats.org/officeDocument/2006/relationships/hyperlink" Target="https://www.flickr.com/photos/jeepersmedia/14765960308/" TargetMode="External"/><Relationship Id="rId12" Type="http://schemas.openxmlformats.org/officeDocument/2006/relationships/image" Target="../media/image20000.png"/><Relationship Id="rId2"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412.jpeg"/><Relationship Id="rId11" Type="http://schemas.openxmlformats.org/officeDocument/2006/relationships/customXml" Target="../ink/ink419.xml"/><Relationship Id="rId5" Type="http://schemas.openxmlformats.org/officeDocument/2006/relationships/hyperlink" Target="https://pixabay.com/illustrations/icon-business-user-business-icons-1740415/" TargetMode="External"/><Relationship Id="rId10" Type="http://schemas.openxmlformats.org/officeDocument/2006/relationships/hyperlink" Target="https://openclipart.org/detail/22037/notes-by-agone" TargetMode="External"/><Relationship Id="rId4" Type="http://schemas.openxmlformats.org/officeDocument/2006/relationships/image" Target="../media/image411.png"/><Relationship Id="rId9" Type="http://schemas.openxmlformats.org/officeDocument/2006/relationships/image" Target="../media/image413.png"/></Relationships>
</file>

<file path=ppt/slides/_rels/slide19.xml.rels><?xml version="1.0" encoding="UTF-8" standalone="yes"?>
<Relationships xmlns="http://schemas.openxmlformats.org/package/2006/relationships"><Relationship Id="rId3" Type="http://schemas.openxmlformats.org/officeDocument/2006/relationships/image" Target="../media/image414.jpeg"/><Relationship Id="rId2" Type="http://schemas.openxmlformats.org/officeDocument/2006/relationships/hyperlink" Target="https://github.com/soyuztechnologies/BTP_Architect_Training/blob/master/Day%203/04approuter.zi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5.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416.png"/><Relationship Id="rId4" Type="http://schemas.openxmlformats.org/officeDocument/2006/relationships/hyperlink" Target="http://www.dribbble.com/"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422.jpeg"/><Relationship Id="rId3" Type="http://schemas.openxmlformats.org/officeDocument/2006/relationships/image" Target="../media/image417.jpeg"/><Relationship Id="rId7" Type="http://schemas.openxmlformats.org/officeDocument/2006/relationships/image" Target="../media/image421.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20.tiff"/><Relationship Id="rId5" Type="http://schemas.openxmlformats.org/officeDocument/2006/relationships/image" Target="../media/image419.tiff"/><Relationship Id="rId4" Type="http://schemas.openxmlformats.org/officeDocument/2006/relationships/image" Target="../media/image418.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13</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14</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Test JWT Token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Adding App Router</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Deploy App</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7451D-B326-683A-9DA4-6F6C163EEC31}"/>
              </a:ext>
            </a:extLst>
          </p:cNvPr>
          <p:cNvSpPr>
            <a:spLocks noGrp="1"/>
          </p:cNvSpPr>
          <p:nvPr>
            <p:ph type="title"/>
          </p:nvPr>
        </p:nvSpPr>
        <p:spPr/>
        <p:txBody>
          <a:bodyPr/>
          <a:lstStyle/>
          <a:p>
            <a:endParaRPr lang="en-IN"/>
          </a:p>
        </p:txBody>
      </p:sp>
      <p:grpSp>
        <p:nvGrpSpPr>
          <p:cNvPr id="27" name="Group 26">
            <a:extLst>
              <a:ext uri="{FF2B5EF4-FFF2-40B4-BE49-F238E27FC236}">
                <a16:creationId xmlns:a16="http://schemas.microsoft.com/office/drawing/2014/main" id="{DFC9C347-0C10-3091-5E06-BBAC1FC12D0E}"/>
              </a:ext>
            </a:extLst>
          </p:cNvPr>
          <p:cNvGrpSpPr/>
          <p:nvPr/>
        </p:nvGrpSpPr>
        <p:grpSpPr>
          <a:xfrm>
            <a:off x="2064038" y="2232143"/>
            <a:ext cx="365040" cy="640080"/>
            <a:chOff x="2064038" y="2232143"/>
            <a:chExt cx="365040" cy="64008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27F52F1-AF39-E1FD-A8B6-DCA907D3D555}"/>
                    </a:ext>
                  </a:extLst>
                </p14:cNvPr>
                <p14:cNvContentPartPr/>
                <p14:nvPr/>
              </p14:nvContentPartPr>
              <p14:xfrm>
                <a:off x="2135678" y="2232143"/>
                <a:ext cx="250920" cy="640080"/>
              </p14:xfrm>
            </p:contentPart>
          </mc:Choice>
          <mc:Fallback>
            <p:pic>
              <p:nvPicPr>
                <p:cNvPr id="3" name="Ink 2">
                  <a:extLst>
                    <a:ext uri="{FF2B5EF4-FFF2-40B4-BE49-F238E27FC236}">
                      <a16:creationId xmlns:a16="http://schemas.microsoft.com/office/drawing/2014/main" id="{D27F52F1-AF39-E1FD-A8B6-DCA907D3D555}"/>
                    </a:ext>
                  </a:extLst>
                </p:cNvPr>
                <p:cNvPicPr/>
                <p:nvPr/>
              </p:nvPicPr>
              <p:blipFill>
                <a:blip r:embed="rId3"/>
                <a:stretch>
                  <a:fillRect/>
                </a:stretch>
              </p:blipFill>
              <p:spPr>
                <a:xfrm>
                  <a:off x="2127038" y="2223143"/>
                  <a:ext cx="268560" cy="657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B5E01CD-8BB7-EC73-87E1-334080FC688F}"/>
                    </a:ext>
                  </a:extLst>
                </p14:cNvPr>
                <p14:cNvContentPartPr/>
                <p14:nvPr/>
              </p14:nvContentPartPr>
              <p14:xfrm>
                <a:off x="2064038" y="2611223"/>
                <a:ext cx="176040" cy="50400"/>
              </p14:xfrm>
            </p:contentPart>
          </mc:Choice>
          <mc:Fallback>
            <p:pic>
              <p:nvPicPr>
                <p:cNvPr id="4" name="Ink 3">
                  <a:extLst>
                    <a:ext uri="{FF2B5EF4-FFF2-40B4-BE49-F238E27FC236}">
                      <a16:creationId xmlns:a16="http://schemas.microsoft.com/office/drawing/2014/main" id="{BB5E01CD-8BB7-EC73-87E1-334080FC688F}"/>
                    </a:ext>
                  </a:extLst>
                </p:cNvPr>
                <p:cNvPicPr/>
                <p:nvPr/>
              </p:nvPicPr>
              <p:blipFill>
                <a:blip r:embed="rId5"/>
                <a:stretch>
                  <a:fillRect/>
                </a:stretch>
              </p:blipFill>
              <p:spPr>
                <a:xfrm>
                  <a:off x="2055398" y="2602583"/>
                  <a:ext cx="19368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3071BEB7-1618-B47D-45C9-C01A8881770C}"/>
                    </a:ext>
                  </a:extLst>
                </p14:cNvPr>
                <p14:cNvContentPartPr/>
                <p14:nvPr/>
              </p14:nvContentPartPr>
              <p14:xfrm>
                <a:off x="2310998" y="2586383"/>
                <a:ext cx="118080" cy="124560"/>
              </p14:xfrm>
            </p:contentPart>
          </mc:Choice>
          <mc:Fallback>
            <p:pic>
              <p:nvPicPr>
                <p:cNvPr id="5" name="Ink 4">
                  <a:extLst>
                    <a:ext uri="{FF2B5EF4-FFF2-40B4-BE49-F238E27FC236}">
                      <a16:creationId xmlns:a16="http://schemas.microsoft.com/office/drawing/2014/main" id="{3071BEB7-1618-B47D-45C9-C01A8881770C}"/>
                    </a:ext>
                  </a:extLst>
                </p:cNvPr>
                <p:cNvPicPr/>
                <p:nvPr/>
              </p:nvPicPr>
              <p:blipFill>
                <a:blip r:embed="rId7"/>
                <a:stretch>
                  <a:fillRect/>
                </a:stretch>
              </p:blipFill>
              <p:spPr>
                <a:xfrm>
                  <a:off x="2301998" y="2577743"/>
                  <a:ext cx="13572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F68A1271-BFEB-0E79-8AE5-5AC7772D063C}"/>
                    </a:ext>
                  </a:extLst>
                </p14:cNvPr>
                <p14:cNvContentPartPr/>
                <p14:nvPr/>
              </p14:nvContentPartPr>
              <p14:xfrm>
                <a:off x="2332238" y="2561183"/>
                <a:ext cx="94680" cy="174960"/>
              </p14:xfrm>
            </p:contentPart>
          </mc:Choice>
          <mc:Fallback>
            <p:pic>
              <p:nvPicPr>
                <p:cNvPr id="6" name="Ink 5">
                  <a:extLst>
                    <a:ext uri="{FF2B5EF4-FFF2-40B4-BE49-F238E27FC236}">
                      <a16:creationId xmlns:a16="http://schemas.microsoft.com/office/drawing/2014/main" id="{F68A1271-BFEB-0E79-8AE5-5AC7772D063C}"/>
                    </a:ext>
                  </a:extLst>
                </p:cNvPr>
                <p:cNvPicPr/>
                <p:nvPr/>
              </p:nvPicPr>
              <p:blipFill>
                <a:blip r:embed="rId9"/>
                <a:stretch>
                  <a:fillRect/>
                </a:stretch>
              </p:blipFill>
              <p:spPr>
                <a:xfrm>
                  <a:off x="2323238" y="2552543"/>
                  <a:ext cx="112320" cy="19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11018161-5354-5DBD-009E-6729F46E91F4}"/>
                  </a:ext>
                </a:extLst>
              </p14:cNvPr>
              <p14:cNvContentPartPr/>
              <p14:nvPr/>
            </p14:nvContentPartPr>
            <p14:xfrm>
              <a:off x="2662718" y="2375423"/>
              <a:ext cx="163080" cy="406080"/>
            </p14:xfrm>
          </p:contentPart>
        </mc:Choice>
        <mc:Fallback>
          <p:pic>
            <p:nvPicPr>
              <p:cNvPr id="7" name="Ink 6">
                <a:extLst>
                  <a:ext uri="{FF2B5EF4-FFF2-40B4-BE49-F238E27FC236}">
                    <a16:creationId xmlns:a16="http://schemas.microsoft.com/office/drawing/2014/main" id="{11018161-5354-5DBD-009E-6729F46E91F4}"/>
                  </a:ext>
                </a:extLst>
              </p:cNvPr>
              <p:cNvPicPr/>
              <p:nvPr/>
            </p:nvPicPr>
            <p:blipFill>
              <a:blip r:embed="rId11"/>
              <a:stretch>
                <a:fillRect/>
              </a:stretch>
            </p:blipFill>
            <p:spPr>
              <a:xfrm>
                <a:off x="2654078" y="2366423"/>
                <a:ext cx="180720" cy="423720"/>
              </a:xfrm>
              <a:prstGeom prst="rect">
                <a:avLst/>
              </a:prstGeom>
            </p:spPr>
          </p:pic>
        </mc:Fallback>
      </mc:AlternateContent>
      <p:grpSp>
        <p:nvGrpSpPr>
          <p:cNvPr id="26" name="Group 25">
            <a:extLst>
              <a:ext uri="{FF2B5EF4-FFF2-40B4-BE49-F238E27FC236}">
                <a16:creationId xmlns:a16="http://schemas.microsoft.com/office/drawing/2014/main" id="{D0B36E00-9383-129E-DC51-CEC03DBD9084}"/>
              </a:ext>
            </a:extLst>
          </p:cNvPr>
          <p:cNvGrpSpPr/>
          <p:nvPr/>
        </p:nvGrpSpPr>
        <p:grpSpPr>
          <a:xfrm>
            <a:off x="3022718" y="2474063"/>
            <a:ext cx="266040" cy="273960"/>
            <a:chOff x="3022718" y="2474063"/>
            <a:chExt cx="266040" cy="273960"/>
          </a:xfrm>
        </p:grpSpPr>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900286C2-A9B0-689F-54F1-99D082F71D23}"/>
                    </a:ext>
                  </a:extLst>
                </p14:cNvPr>
                <p14:cNvContentPartPr/>
                <p14:nvPr/>
              </p14:nvContentPartPr>
              <p14:xfrm>
                <a:off x="3022718" y="2474063"/>
                <a:ext cx="102240" cy="273960"/>
              </p14:xfrm>
            </p:contentPart>
          </mc:Choice>
          <mc:Fallback>
            <p:pic>
              <p:nvPicPr>
                <p:cNvPr id="8" name="Ink 7">
                  <a:extLst>
                    <a:ext uri="{FF2B5EF4-FFF2-40B4-BE49-F238E27FC236}">
                      <a16:creationId xmlns:a16="http://schemas.microsoft.com/office/drawing/2014/main" id="{900286C2-A9B0-689F-54F1-99D082F71D23}"/>
                    </a:ext>
                  </a:extLst>
                </p:cNvPr>
                <p:cNvPicPr/>
                <p:nvPr/>
              </p:nvPicPr>
              <p:blipFill>
                <a:blip r:embed="rId13"/>
                <a:stretch>
                  <a:fillRect/>
                </a:stretch>
              </p:blipFill>
              <p:spPr>
                <a:xfrm>
                  <a:off x="3014078" y="2465063"/>
                  <a:ext cx="11988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2F81381E-7D0F-A481-36A4-5DDBC54E2C88}"/>
                    </a:ext>
                  </a:extLst>
                </p14:cNvPr>
                <p14:cNvContentPartPr/>
                <p14:nvPr/>
              </p14:nvContentPartPr>
              <p14:xfrm>
                <a:off x="3231518" y="2490623"/>
                <a:ext cx="57240" cy="193320"/>
              </p14:xfrm>
            </p:contentPart>
          </mc:Choice>
          <mc:Fallback>
            <p:pic>
              <p:nvPicPr>
                <p:cNvPr id="9" name="Ink 8">
                  <a:extLst>
                    <a:ext uri="{FF2B5EF4-FFF2-40B4-BE49-F238E27FC236}">
                      <a16:creationId xmlns:a16="http://schemas.microsoft.com/office/drawing/2014/main" id="{2F81381E-7D0F-A481-36A4-5DDBC54E2C88}"/>
                    </a:ext>
                  </a:extLst>
                </p:cNvPr>
                <p:cNvPicPr/>
                <p:nvPr/>
              </p:nvPicPr>
              <p:blipFill>
                <a:blip r:embed="rId15"/>
                <a:stretch>
                  <a:fillRect/>
                </a:stretch>
              </p:blipFill>
              <p:spPr>
                <a:xfrm>
                  <a:off x="3222878" y="2481623"/>
                  <a:ext cx="74880" cy="210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E077845A-1D9E-DCAF-1A2F-2E703BDE831B}"/>
                  </a:ext>
                </a:extLst>
              </p14:cNvPr>
              <p14:cNvContentPartPr/>
              <p14:nvPr/>
            </p14:nvContentPartPr>
            <p14:xfrm>
              <a:off x="3463718" y="2667743"/>
              <a:ext cx="18720" cy="105120"/>
            </p14:xfrm>
          </p:contentPart>
        </mc:Choice>
        <mc:Fallback>
          <p:pic>
            <p:nvPicPr>
              <p:cNvPr id="10" name="Ink 9">
                <a:extLst>
                  <a:ext uri="{FF2B5EF4-FFF2-40B4-BE49-F238E27FC236}">
                    <a16:creationId xmlns:a16="http://schemas.microsoft.com/office/drawing/2014/main" id="{E077845A-1D9E-DCAF-1A2F-2E703BDE831B}"/>
                  </a:ext>
                </a:extLst>
              </p:cNvPr>
              <p:cNvPicPr/>
              <p:nvPr/>
            </p:nvPicPr>
            <p:blipFill>
              <a:blip r:embed="rId17"/>
              <a:stretch>
                <a:fillRect/>
              </a:stretch>
            </p:blipFill>
            <p:spPr>
              <a:xfrm>
                <a:off x="3454718" y="2659103"/>
                <a:ext cx="36360" cy="122760"/>
              </a:xfrm>
              <a:prstGeom prst="rect">
                <a:avLst/>
              </a:prstGeom>
            </p:spPr>
          </p:pic>
        </mc:Fallback>
      </mc:AlternateContent>
      <p:grpSp>
        <p:nvGrpSpPr>
          <p:cNvPr id="25" name="Group 24">
            <a:extLst>
              <a:ext uri="{FF2B5EF4-FFF2-40B4-BE49-F238E27FC236}">
                <a16:creationId xmlns:a16="http://schemas.microsoft.com/office/drawing/2014/main" id="{B4D6B927-B83D-FCD6-C6F4-BD5974676CC2}"/>
              </a:ext>
            </a:extLst>
          </p:cNvPr>
          <p:cNvGrpSpPr/>
          <p:nvPr/>
        </p:nvGrpSpPr>
        <p:grpSpPr>
          <a:xfrm>
            <a:off x="3627158" y="2503943"/>
            <a:ext cx="362160" cy="300600"/>
            <a:chOff x="3627158" y="2503943"/>
            <a:chExt cx="362160" cy="300600"/>
          </a:xfrm>
        </p:grpSpPr>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C5BA98E0-CA99-D82D-1BFE-1B3017FFA3B3}"/>
                    </a:ext>
                  </a:extLst>
                </p14:cNvPr>
                <p14:cNvContentPartPr/>
                <p14:nvPr/>
              </p14:nvContentPartPr>
              <p14:xfrm>
                <a:off x="3627158" y="2503943"/>
                <a:ext cx="129240" cy="300600"/>
              </p14:xfrm>
            </p:contentPart>
          </mc:Choice>
          <mc:Fallback>
            <p:pic>
              <p:nvPicPr>
                <p:cNvPr id="11" name="Ink 10">
                  <a:extLst>
                    <a:ext uri="{FF2B5EF4-FFF2-40B4-BE49-F238E27FC236}">
                      <a16:creationId xmlns:a16="http://schemas.microsoft.com/office/drawing/2014/main" id="{C5BA98E0-CA99-D82D-1BFE-1B3017FFA3B3}"/>
                    </a:ext>
                  </a:extLst>
                </p:cNvPr>
                <p:cNvPicPr/>
                <p:nvPr/>
              </p:nvPicPr>
              <p:blipFill>
                <a:blip r:embed="rId19"/>
                <a:stretch>
                  <a:fillRect/>
                </a:stretch>
              </p:blipFill>
              <p:spPr>
                <a:xfrm>
                  <a:off x="3618158" y="2494943"/>
                  <a:ext cx="14688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DE10FB1E-7C81-F928-E80E-E4848D8DDEEB}"/>
                    </a:ext>
                  </a:extLst>
                </p14:cNvPr>
                <p14:cNvContentPartPr/>
                <p14:nvPr/>
              </p14:nvContentPartPr>
              <p14:xfrm>
                <a:off x="3852878" y="2509343"/>
                <a:ext cx="136440" cy="203400"/>
              </p14:xfrm>
            </p:contentPart>
          </mc:Choice>
          <mc:Fallback>
            <p:pic>
              <p:nvPicPr>
                <p:cNvPr id="12" name="Ink 11">
                  <a:extLst>
                    <a:ext uri="{FF2B5EF4-FFF2-40B4-BE49-F238E27FC236}">
                      <a16:creationId xmlns:a16="http://schemas.microsoft.com/office/drawing/2014/main" id="{DE10FB1E-7C81-F928-E80E-E4848D8DDEEB}"/>
                    </a:ext>
                  </a:extLst>
                </p:cNvPr>
                <p:cNvPicPr/>
                <p:nvPr/>
              </p:nvPicPr>
              <p:blipFill>
                <a:blip r:embed="rId21"/>
                <a:stretch>
                  <a:fillRect/>
                </a:stretch>
              </p:blipFill>
              <p:spPr>
                <a:xfrm>
                  <a:off x="3843878" y="2500703"/>
                  <a:ext cx="154080" cy="221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567DB4CB-B6F4-B8BB-F19F-39AA765D749B}"/>
                  </a:ext>
                </a:extLst>
              </p14:cNvPr>
              <p14:cNvContentPartPr/>
              <p14:nvPr/>
            </p14:nvContentPartPr>
            <p14:xfrm>
              <a:off x="4108118" y="2680343"/>
              <a:ext cx="11520" cy="6120"/>
            </p14:xfrm>
          </p:contentPart>
        </mc:Choice>
        <mc:Fallback>
          <p:pic>
            <p:nvPicPr>
              <p:cNvPr id="13" name="Ink 12">
                <a:extLst>
                  <a:ext uri="{FF2B5EF4-FFF2-40B4-BE49-F238E27FC236}">
                    <a16:creationId xmlns:a16="http://schemas.microsoft.com/office/drawing/2014/main" id="{567DB4CB-B6F4-B8BB-F19F-39AA765D749B}"/>
                  </a:ext>
                </a:extLst>
              </p:cNvPr>
              <p:cNvPicPr/>
              <p:nvPr/>
            </p:nvPicPr>
            <p:blipFill>
              <a:blip r:embed="rId23"/>
              <a:stretch>
                <a:fillRect/>
              </a:stretch>
            </p:blipFill>
            <p:spPr>
              <a:xfrm>
                <a:off x="4099478" y="2671343"/>
                <a:ext cx="2916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5F40DEDA-C3BC-38D4-DF84-9921133AD460}"/>
                  </a:ext>
                </a:extLst>
              </p14:cNvPr>
              <p14:cNvContentPartPr/>
              <p14:nvPr/>
            </p14:nvContentPartPr>
            <p14:xfrm>
              <a:off x="4450118" y="2697983"/>
              <a:ext cx="2880" cy="1440"/>
            </p14:xfrm>
          </p:contentPart>
        </mc:Choice>
        <mc:Fallback>
          <p:pic>
            <p:nvPicPr>
              <p:cNvPr id="14" name="Ink 13">
                <a:extLst>
                  <a:ext uri="{FF2B5EF4-FFF2-40B4-BE49-F238E27FC236}">
                    <a16:creationId xmlns:a16="http://schemas.microsoft.com/office/drawing/2014/main" id="{5F40DEDA-C3BC-38D4-DF84-9921133AD460}"/>
                  </a:ext>
                </a:extLst>
              </p:cNvPr>
              <p:cNvPicPr/>
              <p:nvPr/>
            </p:nvPicPr>
            <p:blipFill>
              <a:blip r:embed="rId25"/>
              <a:stretch>
                <a:fillRect/>
              </a:stretch>
            </p:blipFill>
            <p:spPr>
              <a:xfrm>
                <a:off x="4441478" y="2689343"/>
                <a:ext cx="205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FE080F19-3417-EA3D-3644-CAD00E0CFC30}"/>
                  </a:ext>
                </a:extLst>
              </p14:cNvPr>
              <p14:cNvContentPartPr/>
              <p14:nvPr/>
            </p14:nvContentPartPr>
            <p14:xfrm>
              <a:off x="4590518" y="2690423"/>
              <a:ext cx="11520" cy="2880"/>
            </p14:xfrm>
          </p:contentPart>
        </mc:Choice>
        <mc:Fallback>
          <p:pic>
            <p:nvPicPr>
              <p:cNvPr id="15" name="Ink 14">
                <a:extLst>
                  <a:ext uri="{FF2B5EF4-FFF2-40B4-BE49-F238E27FC236}">
                    <a16:creationId xmlns:a16="http://schemas.microsoft.com/office/drawing/2014/main" id="{FE080F19-3417-EA3D-3644-CAD00E0CFC30}"/>
                  </a:ext>
                </a:extLst>
              </p:cNvPr>
              <p:cNvPicPr/>
              <p:nvPr/>
            </p:nvPicPr>
            <p:blipFill>
              <a:blip r:embed="rId27"/>
              <a:stretch>
                <a:fillRect/>
              </a:stretch>
            </p:blipFill>
            <p:spPr>
              <a:xfrm>
                <a:off x="4581518" y="2681783"/>
                <a:ext cx="2916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3D913C2E-59E9-4525-0F12-D5409C8F68BD}"/>
                  </a:ext>
                </a:extLst>
              </p14:cNvPr>
              <p14:cNvContentPartPr/>
              <p14:nvPr/>
            </p14:nvContentPartPr>
            <p14:xfrm>
              <a:off x="4927118" y="2397023"/>
              <a:ext cx="154080" cy="397440"/>
            </p14:xfrm>
          </p:contentPart>
        </mc:Choice>
        <mc:Fallback>
          <p:pic>
            <p:nvPicPr>
              <p:cNvPr id="16" name="Ink 15">
                <a:extLst>
                  <a:ext uri="{FF2B5EF4-FFF2-40B4-BE49-F238E27FC236}">
                    <a16:creationId xmlns:a16="http://schemas.microsoft.com/office/drawing/2014/main" id="{3D913C2E-59E9-4525-0F12-D5409C8F68BD}"/>
                  </a:ext>
                </a:extLst>
              </p:cNvPr>
              <p:cNvPicPr/>
              <p:nvPr/>
            </p:nvPicPr>
            <p:blipFill>
              <a:blip r:embed="rId29"/>
              <a:stretch>
                <a:fillRect/>
              </a:stretch>
            </p:blipFill>
            <p:spPr>
              <a:xfrm>
                <a:off x="4918118" y="2388023"/>
                <a:ext cx="171720" cy="415080"/>
              </a:xfrm>
              <a:prstGeom prst="rect">
                <a:avLst/>
              </a:prstGeom>
            </p:spPr>
          </p:pic>
        </mc:Fallback>
      </mc:AlternateContent>
      <p:grpSp>
        <p:nvGrpSpPr>
          <p:cNvPr id="24" name="Group 23">
            <a:extLst>
              <a:ext uri="{FF2B5EF4-FFF2-40B4-BE49-F238E27FC236}">
                <a16:creationId xmlns:a16="http://schemas.microsoft.com/office/drawing/2014/main" id="{A09CD213-09E4-C328-F699-5B1207AD952F}"/>
              </a:ext>
            </a:extLst>
          </p:cNvPr>
          <p:cNvGrpSpPr/>
          <p:nvPr/>
        </p:nvGrpSpPr>
        <p:grpSpPr>
          <a:xfrm>
            <a:off x="3633638" y="1902743"/>
            <a:ext cx="112680" cy="276480"/>
            <a:chOff x="3633638" y="1902743"/>
            <a:chExt cx="112680" cy="276480"/>
          </a:xfrm>
        </p:grpSpPr>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2BC5D704-B31F-34F5-05CA-6F93A7E5C7E5}"/>
                    </a:ext>
                  </a:extLst>
                </p14:cNvPr>
                <p14:cNvContentPartPr/>
                <p14:nvPr/>
              </p14:nvContentPartPr>
              <p14:xfrm>
                <a:off x="3644798" y="1902743"/>
                <a:ext cx="45000" cy="241920"/>
              </p14:xfrm>
            </p:contentPart>
          </mc:Choice>
          <mc:Fallback>
            <p:pic>
              <p:nvPicPr>
                <p:cNvPr id="17" name="Ink 16">
                  <a:extLst>
                    <a:ext uri="{FF2B5EF4-FFF2-40B4-BE49-F238E27FC236}">
                      <a16:creationId xmlns:a16="http://schemas.microsoft.com/office/drawing/2014/main" id="{2BC5D704-B31F-34F5-05CA-6F93A7E5C7E5}"/>
                    </a:ext>
                  </a:extLst>
                </p:cNvPr>
                <p:cNvPicPr/>
                <p:nvPr/>
              </p:nvPicPr>
              <p:blipFill>
                <a:blip r:embed="rId31"/>
                <a:stretch>
                  <a:fillRect/>
                </a:stretch>
              </p:blipFill>
              <p:spPr>
                <a:xfrm>
                  <a:off x="3636158" y="1893743"/>
                  <a:ext cx="6264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7F17C79D-DB9E-F606-6C1A-0E5847D646A9}"/>
                    </a:ext>
                  </a:extLst>
                </p14:cNvPr>
                <p14:cNvContentPartPr/>
                <p14:nvPr/>
              </p14:nvContentPartPr>
              <p14:xfrm>
                <a:off x="3633638" y="2116943"/>
                <a:ext cx="112680" cy="62280"/>
              </p14:xfrm>
            </p:contentPart>
          </mc:Choice>
          <mc:Fallback>
            <p:pic>
              <p:nvPicPr>
                <p:cNvPr id="18" name="Ink 17">
                  <a:extLst>
                    <a:ext uri="{FF2B5EF4-FFF2-40B4-BE49-F238E27FC236}">
                      <a16:creationId xmlns:a16="http://schemas.microsoft.com/office/drawing/2014/main" id="{7F17C79D-DB9E-F606-6C1A-0E5847D646A9}"/>
                    </a:ext>
                  </a:extLst>
                </p:cNvPr>
                <p:cNvPicPr/>
                <p:nvPr/>
              </p:nvPicPr>
              <p:blipFill>
                <a:blip r:embed="rId33"/>
                <a:stretch>
                  <a:fillRect/>
                </a:stretch>
              </p:blipFill>
              <p:spPr>
                <a:xfrm>
                  <a:off x="3624638" y="2107943"/>
                  <a:ext cx="130320" cy="79920"/>
                </a:xfrm>
                <a:prstGeom prst="rect">
                  <a:avLst/>
                </a:prstGeom>
              </p:spPr>
            </p:pic>
          </mc:Fallback>
        </mc:AlternateContent>
      </p:grpSp>
      <p:grpSp>
        <p:nvGrpSpPr>
          <p:cNvPr id="23" name="Group 22">
            <a:extLst>
              <a:ext uri="{FF2B5EF4-FFF2-40B4-BE49-F238E27FC236}">
                <a16:creationId xmlns:a16="http://schemas.microsoft.com/office/drawing/2014/main" id="{F46B21E9-4B3A-894B-0662-72D8B7881756}"/>
              </a:ext>
            </a:extLst>
          </p:cNvPr>
          <p:cNvGrpSpPr/>
          <p:nvPr/>
        </p:nvGrpSpPr>
        <p:grpSpPr>
          <a:xfrm>
            <a:off x="3951518" y="1882223"/>
            <a:ext cx="331200" cy="272160"/>
            <a:chOff x="3951518" y="1882223"/>
            <a:chExt cx="331200" cy="272160"/>
          </a:xfrm>
        </p:grpSpPr>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A6212222-9B16-BBD2-CC3C-68C770851470}"/>
                    </a:ext>
                  </a:extLst>
                </p14:cNvPr>
                <p14:cNvContentPartPr/>
                <p14:nvPr/>
              </p14:nvContentPartPr>
              <p14:xfrm>
                <a:off x="3951518" y="1997783"/>
                <a:ext cx="11880" cy="103680"/>
              </p14:xfrm>
            </p:contentPart>
          </mc:Choice>
          <mc:Fallback>
            <p:pic>
              <p:nvPicPr>
                <p:cNvPr id="19" name="Ink 18">
                  <a:extLst>
                    <a:ext uri="{FF2B5EF4-FFF2-40B4-BE49-F238E27FC236}">
                      <a16:creationId xmlns:a16="http://schemas.microsoft.com/office/drawing/2014/main" id="{A6212222-9B16-BBD2-CC3C-68C770851470}"/>
                    </a:ext>
                  </a:extLst>
                </p:cNvPr>
                <p:cNvPicPr/>
                <p:nvPr/>
              </p:nvPicPr>
              <p:blipFill>
                <a:blip r:embed="rId35"/>
                <a:stretch>
                  <a:fillRect/>
                </a:stretch>
              </p:blipFill>
              <p:spPr>
                <a:xfrm>
                  <a:off x="3942878" y="1989143"/>
                  <a:ext cx="2952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C99E0335-8DBD-FEAF-1848-33817EFF10A8}"/>
                    </a:ext>
                  </a:extLst>
                </p14:cNvPr>
                <p14:cNvContentPartPr/>
                <p14:nvPr/>
              </p14:nvContentPartPr>
              <p14:xfrm>
                <a:off x="3974918" y="1882223"/>
                <a:ext cx="14760" cy="4680"/>
              </p14:xfrm>
            </p:contentPart>
          </mc:Choice>
          <mc:Fallback>
            <p:pic>
              <p:nvPicPr>
                <p:cNvPr id="20" name="Ink 19">
                  <a:extLst>
                    <a:ext uri="{FF2B5EF4-FFF2-40B4-BE49-F238E27FC236}">
                      <a16:creationId xmlns:a16="http://schemas.microsoft.com/office/drawing/2014/main" id="{C99E0335-8DBD-FEAF-1848-33817EFF10A8}"/>
                    </a:ext>
                  </a:extLst>
                </p:cNvPr>
                <p:cNvPicPr/>
                <p:nvPr/>
              </p:nvPicPr>
              <p:blipFill>
                <a:blip r:embed="rId27"/>
                <a:stretch>
                  <a:fillRect/>
                </a:stretch>
              </p:blipFill>
              <p:spPr>
                <a:xfrm>
                  <a:off x="3965918" y="1873583"/>
                  <a:ext cx="324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1" name="Ink 20">
                  <a:extLst>
                    <a:ext uri="{FF2B5EF4-FFF2-40B4-BE49-F238E27FC236}">
                      <a16:creationId xmlns:a16="http://schemas.microsoft.com/office/drawing/2014/main" id="{D3BA3A67-E4C8-A7D9-A8D4-DA3784A60065}"/>
                    </a:ext>
                  </a:extLst>
                </p14:cNvPr>
                <p14:cNvContentPartPr/>
                <p14:nvPr/>
              </p14:nvContentPartPr>
              <p14:xfrm>
                <a:off x="4008038" y="2001383"/>
                <a:ext cx="148320" cy="106560"/>
              </p14:xfrm>
            </p:contentPart>
          </mc:Choice>
          <mc:Fallback>
            <p:pic>
              <p:nvPicPr>
                <p:cNvPr id="21" name="Ink 20">
                  <a:extLst>
                    <a:ext uri="{FF2B5EF4-FFF2-40B4-BE49-F238E27FC236}">
                      <a16:creationId xmlns:a16="http://schemas.microsoft.com/office/drawing/2014/main" id="{D3BA3A67-E4C8-A7D9-A8D4-DA3784A60065}"/>
                    </a:ext>
                  </a:extLst>
                </p:cNvPr>
                <p:cNvPicPr/>
                <p:nvPr/>
              </p:nvPicPr>
              <p:blipFill>
                <a:blip r:embed="rId38"/>
                <a:stretch>
                  <a:fillRect/>
                </a:stretch>
              </p:blipFill>
              <p:spPr>
                <a:xfrm>
                  <a:off x="3999398" y="1992383"/>
                  <a:ext cx="16596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2" name="Ink 21">
                  <a:extLst>
                    <a:ext uri="{FF2B5EF4-FFF2-40B4-BE49-F238E27FC236}">
                      <a16:creationId xmlns:a16="http://schemas.microsoft.com/office/drawing/2014/main" id="{7C2D1D38-BB99-7930-A858-C36A59BB958B}"/>
                    </a:ext>
                  </a:extLst>
                </p14:cNvPr>
                <p14:cNvContentPartPr/>
                <p14:nvPr/>
              </p14:nvContentPartPr>
              <p14:xfrm>
                <a:off x="4202078" y="1972943"/>
                <a:ext cx="80640" cy="181440"/>
              </p14:xfrm>
            </p:contentPart>
          </mc:Choice>
          <mc:Fallback>
            <p:pic>
              <p:nvPicPr>
                <p:cNvPr id="22" name="Ink 21">
                  <a:extLst>
                    <a:ext uri="{FF2B5EF4-FFF2-40B4-BE49-F238E27FC236}">
                      <a16:creationId xmlns:a16="http://schemas.microsoft.com/office/drawing/2014/main" id="{7C2D1D38-BB99-7930-A858-C36A59BB958B}"/>
                    </a:ext>
                  </a:extLst>
                </p:cNvPr>
                <p:cNvPicPr/>
                <p:nvPr/>
              </p:nvPicPr>
              <p:blipFill>
                <a:blip r:embed="rId40"/>
                <a:stretch>
                  <a:fillRect/>
                </a:stretch>
              </p:blipFill>
              <p:spPr>
                <a:xfrm>
                  <a:off x="4193078" y="1963943"/>
                  <a:ext cx="98280" cy="199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21102940-35D0-54A0-A081-45DB8DFAFB94}"/>
                  </a:ext>
                </a:extLst>
              </p14:cNvPr>
              <p14:cNvContentPartPr/>
              <p14:nvPr/>
            </p14:nvContentPartPr>
            <p14:xfrm>
              <a:off x="4465238" y="1915703"/>
              <a:ext cx="47880" cy="231120"/>
            </p14:xfrm>
          </p:contentPart>
        </mc:Choice>
        <mc:Fallback>
          <p:pic>
            <p:nvPicPr>
              <p:cNvPr id="28" name="Ink 27">
                <a:extLst>
                  <a:ext uri="{FF2B5EF4-FFF2-40B4-BE49-F238E27FC236}">
                    <a16:creationId xmlns:a16="http://schemas.microsoft.com/office/drawing/2014/main" id="{21102940-35D0-54A0-A081-45DB8DFAFB94}"/>
                  </a:ext>
                </a:extLst>
              </p:cNvPr>
              <p:cNvPicPr/>
              <p:nvPr/>
            </p:nvPicPr>
            <p:blipFill>
              <a:blip r:embed="rId42"/>
              <a:stretch>
                <a:fillRect/>
              </a:stretch>
            </p:blipFill>
            <p:spPr>
              <a:xfrm>
                <a:off x="4456238" y="1906703"/>
                <a:ext cx="65520" cy="248760"/>
              </a:xfrm>
              <a:prstGeom prst="rect">
                <a:avLst/>
              </a:prstGeom>
            </p:spPr>
          </p:pic>
        </mc:Fallback>
      </mc:AlternateContent>
      <p:grpSp>
        <p:nvGrpSpPr>
          <p:cNvPr id="38" name="Group 37">
            <a:extLst>
              <a:ext uri="{FF2B5EF4-FFF2-40B4-BE49-F238E27FC236}">
                <a16:creationId xmlns:a16="http://schemas.microsoft.com/office/drawing/2014/main" id="{F4E467DC-4B56-2C55-2F33-08C4562225C5}"/>
              </a:ext>
            </a:extLst>
          </p:cNvPr>
          <p:cNvGrpSpPr/>
          <p:nvPr/>
        </p:nvGrpSpPr>
        <p:grpSpPr>
          <a:xfrm>
            <a:off x="4657838" y="1893023"/>
            <a:ext cx="1186200" cy="289800"/>
            <a:chOff x="4657838" y="1893023"/>
            <a:chExt cx="1186200" cy="289800"/>
          </a:xfrm>
        </p:grpSpPr>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F75EF2A0-7700-FD5C-BCAE-3463753CD329}"/>
                    </a:ext>
                  </a:extLst>
                </p14:cNvPr>
                <p14:cNvContentPartPr/>
                <p14:nvPr/>
              </p14:nvContentPartPr>
              <p14:xfrm>
                <a:off x="4657838" y="1989503"/>
                <a:ext cx="52560" cy="103320"/>
              </p14:xfrm>
            </p:contentPart>
          </mc:Choice>
          <mc:Fallback>
            <p:pic>
              <p:nvPicPr>
                <p:cNvPr id="29" name="Ink 28">
                  <a:extLst>
                    <a:ext uri="{FF2B5EF4-FFF2-40B4-BE49-F238E27FC236}">
                      <a16:creationId xmlns:a16="http://schemas.microsoft.com/office/drawing/2014/main" id="{F75EF2A0-7700-FD5C-BCAE-3463753CD329}"/>
                    </a:ext>
                  </a:extLst>
                </p:cNvPr>
                <p:cNvPicPr/>
                <p:nvPr/>
              </p:nvPicPr>
              <p:blipFill>
                <a:blip r:embed="rId44"/>
                <a:stretch>
                  <a:fillRect/>
                </a:stretch>
              </p:blipFill>
              <p:spPr>
                <a:xfrm>
                  <a:off x="4648838" y="1980503"/>
                  <a:ext cx="7020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1D6448FD-0EB6-859E-CAEF-C4A928956E39}"/>
                    </a:ext>
                  </a:extLst>
                </p14:cNvPr>
                <p14:cNvContentPartPr/>
                <p14:nvPr/>
              </p14:nvContentPartPr>
              <p14:xfrm>
                <a:off x="4767278" y="1906703"/>
                <a:ext cx="138240" cy="176400"/>
              </p14:xfrm>
            </p:contentPart>
          </mc:Choice>
          <mc:Fallback>
            <p:pic>
              <p:nvPicPr>
                <p:cNvPr id="30" name="Ink 29">
                  <a:extLst>
                    <a:ext uri="{FF2B5EF4-FFF2-40B4-BE49-F238E27FC236}">
                      <a16:creationId xmlns:a16="http://schemas.microsoft.com/office/drawing/2014/main" id="{1D6448FD-0EB6-859E-CAEF-C4A928956E39}"/>
                    </a:ext>
                  </a:extLst>
                </p:cNvPr>
                <p:cNvPicPr/>
                <p:nvPr/>
              </p:nvPicPr>
              <p:blipFill>
                <a:blip r:embed="rId46"/>
                <a:stretch>
                  <a:fillRect/>
                </a:stretch>
              </p:blipFill>
              <p:spPr>
                <a:xfrm>
                  <a:off x="4758278" y="1898063"/>
                  <a:ext cx="15588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A7C39902-D514-323E-7EB3-7C61286DCD3B}"/>
                    </a:ext>
                  </a:extLst>
                </p14:cNvPr>
                <p14:cNvContentPartPr/>
                <p14:nvPr/>
              </p14:nvContentPartPr>
              <p14:xfrm>
                <a:off x="4967438" y="1980863"/>
                <a:ext cx="109800" cy="99720"/>
              </p14:xfrm>
            </p:contentPart>
          </mc:Choice>
          <mc:Fallback>
            <p:pic>
              <p:nvPicPr>
                <p:cNvPr id="31" name="Ink 30">
                  <a:extLst>
                    <a:ext uri="{FF2B5EF4-FFF2-40B4-BE49-F238E27FC236}">
                      <a16:creationId xmlns:a16="http://schemas.microsoft.com/office/drawing/2014/main" id="{A7C39902-D514-323E-7EB3-7C61286DCD3B}"/>
                    </a:ext>
                  </a:extLst>
                </p:cNvPr>
                <p:cNvPicPr/>
                <p:nvPr/>
              </p:nvPicPr>
              <p:blipFill>
                <a:blip r:embed="rId48"/>
                <a:stretch>
                  <a:fillRect/>
                </a:stretch>
              </p:blipFill>
              <p:spPr>
                <a:xfrm>
                  <a:off x="4958798" y="1972223"/>
                  <a:ext cx="1274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EBC8E0CD-276C-0994-69C1-D473AF923B50}"/>
                    </a:ext>
                  </a:extLst>
                </p14:cNvPr>
                <p14:cNvContentPartPr/>
                <p14:nvPr/>
              </p14:nvContentPartPr>
              <p14:xfrm>
                <a:off x="5110718" y="1985903"/>
                <a:ext cx="174960" cy="196920"/>
              </p14:xfrm>
            </p:contentPart>
          </mc:Choice>
          <mc:Fallback>
            <p:pic>
              <p:nvPicPr>
                <p:cNvPr id="32" name="Ink 31">
                  <a:extLst>
                    <a:ext uri="{FF2B5EF4-FFF2-40B4-BE49-F238E27FC236}">
                      <a16:creationId xmlns:a16="http://schemas.microsoft.com/office/drawing/2014/main" id="{EBC8E0CD-276C-0994-69C1-D473AF923B50}"/>
                    </a:ext>
                  </a:extLst>
                </p:cNvPr>
                <p:cNvPicPr/>
                <p:nvPr/>
              </p:nvPicPr>
              <p:blipFill>
                <a:blip r:embed="rId50"/>
                <a:stretch>
                  <a:fillRect/>
                </a:stretch>
              </p:blipFill>
              <p:spPr>
                <a:xfrm>
                  <a:off x="5101718" y="1977263"/>
                  <a:ext cx="19260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AF4DE4CD-749B-C2A8-430A-5A4B2DBB525E}"/>
                    </a:ext>
                  </a:extLst>
                </p14:cNvPr>
                <p14:cNvContentPartPr/>
                <p14:nvPr/>
              </p14:nvContentPartPr>
              <p14:xfrm>
                <a:off x="5329598" y="1979063"/>
                <a:ext cx="7200" cy="106920"/>
              </p14:xfrm>
            </p:contentPart>
          </mc:Choice>
          <mc:Fallback>
            <p:pic>
              <p:nvPicPr>
                <p:cNvPr id="33" name="Ink 32">
                  <a:extLst>
                    <a:ext uri="{FF2B5EF4-FFF2-40B4-BE49-F238E27FC236}">
                      <a16:creationId xmlns:a16="http://schemas.microsoft.com/office/drawing/2014/main" id="{AF4DE4CD-749B-C2A8-430A-5A4B2DBB525E}"/>
                    </a:ext>
                  </a:extLst>
                </p:cNvPr>
                <p:cNvPicPr/>
                <p:nvPr/>
              </p:nvPicPr>
              <p:blipFill>
                <a:blip r:embed="rId52"/>
                <a:stretch>
                  <a:fillRect/>
                </a:stretch>
              </p:blipFill>
              <p:spPr>
                <a:xfrm>
                  <a:off x="5320958" y="1970063"/>
                  <a:ext cx="2484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61C8486A-1461-48B3-63B8-513AA8E848AA}"/>
                    </a:ext>
                  </a:extLst>
                </p14:cNvPr>
                <p14:cNvContentPartPr/>
                <p14:nvPr/>
              </p14:nvContentPartPr>
              <p14:xfrm>
                <a:off x="5367398" y="1893023"/>
                <a:ext cx="360" cy="11160"/>
              </p14:xfrm>
            </p:contentPart>
          </mc:Choice>
          <mc:Fallback>
            <p:pic>
              <p:nvPicPr>
                <p:cNvPr id="34" name="Ink 33">
                  <a:extLst>
                    <a:ext uri="{FF2B5EF4-FFF2-40B4-BE49-F238E27FC236}">
                      <a16:creationId xmlns:a16="http://schemas.microsoft.com/office/drawing/2014/main" id="{61C8486A-1461-48B3-63B8-513AA8E848AA}"/>
                    </a:ext>
                  </a:extLst>
                </p:cNvPr>
                <p:cNvPicPr/>
                <p:nvPr/>
              </p:nvPicPr>
              <p:blipFill>
                <a:blip r:embed="rId54"/>
                <a:stretch>
                  <a:fillRect/>
                </a:stretch>
              </p:blipFill>
              <p:spPr>
                <a:xfrm>
                  <a:off x="5358398" y="1884023"/>
                  <a:ext cx="180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89C31219-14A4-FA0A-438E-91094D01C3F5}"/>
                    </a:ext>
                  </a:extLst>
                </p14:cNvPr>
                <p14:cNvContentPartPr/>
                <p14:nvPr/>
              </p14:nvContentPartPr>
              <p14:xfrm>
                <a:off x="5466398" y="1991303"/>
                <a:ext cx="126000" cy="108000"/>
              </p14:xfrm>
            </p:contentPart>
          </mc:Choice>
          <mc:Fallback>
            <p:pic>
              <p:nvPicPr>
                <p:cNvPr id="35" name="Ink 34">
                  <a:extLst>
                    <a:ext uri="{FF2B5EF4-FFF2-40B4-BE49-F238E27FC236}">
                      <a16:creationId xmlns:a16="http://schemas.microsoft.com/office/drawing/2014/main" id="{89C31219-14A4-FA0A-438E-91094D01C3F5}"/>
                    </a:ext>
                  </a:extLst>
                </p:cNvPr>
                <p:cNvPicPr/>
                <p:nvPr/>
              </p:nvPicPr>
              <p:blipFill>
                <a:blip r:embed="rId56"/>
                <a:stretch>
                  <a:fillRect/>
                </a:stretch>
              </p:blipFill>
              <p:spPr>
                <a:xfrm>
                  <a:off x="5457398" y="1982303"/>
                  <a:ext cx="14364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7AED4AB0-5EF6-0712-745B-E38EFF9C4A41}"/>
                    </a:ext>
                  </a:extLst>
                </p14:cNvPr>
                <p14:cNvContentPartPr/>
                <p14:nvPr/>
              </p14:nvContentPartPr>
              <p14:xfrm>
                <a:off x="5660078" y="2019383"/>
                <a:ext cx="23400" cy="147240"/>
              </p14:xfrm>
            </p:contentPart>
          </mc:Choice>
          <mc:Fallback>
            <p:pic>
              <p:nvPicPr>
                <p:cNvPr id="36" name="Ink 35">
                  <a:extLst>
                    <a:ext uri="{FF2B5EF4-FFF2-40B4-BE49-F238E27FC236}">
                      <a16:creationId xmlns:a16="http://schemas.microsoft.com/office/drawing/2014/main" id="{7AED4AB0-5EF6-0712-745B-E38EFF9C4A41}"/>
                    </a:ext>
                  </a:extLst>
                </p:cNvPr>
                <p:cNvPicPr/>
                <p:nvPr/>
              </p:nvPicPr>
              <p:blipFill>
                <a:blip r:embed="rId58"/>
                <a:stretch>
                  <a:fillRect/>
                </a:stretch>
              </p:blipFill>
              <p:spPr>
                <a:xfrm>
                  <a:off x="5651438" y="2010743"/>
                  <a:ext cx="410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0788DF81-DC00-F034-393E-45FBD4304353}"/>
                    </a:ext>
                  </a:extLst>
                </p14:cNvPr>
                <p14:cNvContentPartPr/>
                <p14:nvPr/>
              </p14:nvContentPartPr>
              <p14:xfrm>
                <a:off x="5737118" y="1893023"/>
                <a:ext cx="106920" cy="248760"/>
              </p14:xfrm>
            </p:contentPart>
          </mc:Choice>
          <mc:Fallback>
            <p:pic>
              <p:nvPicPr>
                <p:cNvPr id="37" name="Ink 36">
                  <a:extLst>
                    <a:ext uri="{FF2B5EF4-FFF2-40B4-BE49-F238E27FC236}">
                      <a16:creationId xmlns:a16="http://schemas.microsoft.com/office/drawing/2014/main" id="{0788DF81-DC00-F034-393E-45FBD4304353}"/>
                    </a:ext>
                  </a:extLst>
                </p:cNvPr>
                <p:cNvPicPr/>
                <p:nvPr/>
              </p:nvPicPr>
              <p:blipFill>
                <a:blip r:embed="rId60"/>
                <a:stretch>
                  <a:fillRect/>
                </a:stretch>
              </p:blipFill>
              <p:spPr>
                <a:xfrm>
                  <a:off x="5728478" y="1884023"/>
                  <a:ext cx="124560" cy="266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1">
            <p14:nvContentPartPr>
              <p14:cNvPr id="39" name="Ink 38">
                <a:extLst>
                  <a:ext uri="{FF2B5EF4-FFF2-40B4-BE49-F238E27FC236}">
                    <a16:creationId xmlns:a16="http://schemas.microsoft.com/office/drawing/2014/main" id="{C3A08D33-D239-CBB7-CA8F-3487A2CA068E}"/>
                  </a:ext>
                </a:extLst>
              </p14:cNvPr>
              <p14:cNvContentPartPr/>
              <p14:nvPr/>
            </p14:nvContentPartPr>
            <p14:xfrm>
              <a:off x="2084558" y="3054023"/>
              <a:ext cx="124560" cy="285120"/>
            </p14:xfrm>
          </p:contentPart>
        </mc:Choice>
        <mc:Fallback>
          <p:pic>
            <p:nvPicPr>
              <p:cNvPr id="39" name="Ink 38">
                <a:extLst>
                  <a:ext uri="{FF2B5EF4-FFF2-40B4-BE49-F238E27FC236}">
                    <a16:creationId xmlns:a16="http://schemas.microsoft.com/office/drawing/2014/main" id="{C3A08D33-D239-CBB7-CA8F-3487A2CA068E}"/>
                  </a:ext>
                </a:extLst>
              </p:cNvPr>
              <p:cNvPicPr/>
              <p:nvPr/>
            </p:nvPicPr>
            <p:blipFill>
              <a:blip r:embed="rId62"/>
              <a:stretch>
                <a:fillRect/>
              </a:stretch>
            </p:blipFill>
            <p:spPr>
              <a:xfrm>
                <a:off x="2075918" y="3045023"/>
                <a:ext cx="142200" cy="302760"/>
              </a:xfrm>
              <a:prstGeom prst="rect">
                <a:avLst/>
              </a:prstGeom>
            </p:spPr>
          </p:pic>
        </mc:Fallback>
      </mc:AlternateContent>
      <p:grpSp>
        <p:nvGrpSpPr>
          <p:cNvPr id="53" name="Group 52">
            <a:extLst>
              <a:ext uri="{FF2B5EF4-FFF2-40B4-BE49-F238E27FC236}">
                <a16:creationId xmlns:a16="http://schemas.microsoft.com/office/drawing/2014/main" id="{6D996E3B-7D2C-C1C5-B383-61818BCA1225}"/>
              </a:ext>
            </a:extLst>
          </p:cNvPr>
          <p:cNvGrpSpPr/>
          <p:nvPr/>
        </p:nvGrpSpPr>
        <p:grpSpPr>
          <a:xfrm>
            <a:off x="2313878" y="3732983"/>
            <a:ext cx="1118880" cy="281520"/>
            <a:chOff x="2313878" y="3732983"/>
            <a:chExt cx="1118880" cy="281520"/>
          </a:xfrm>
        </p:grpSpPr>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22B77382-A4DB-A1A8-F4EC-13E26675A6B9}"/>
                    </a:ext>
                  </a:extLst>
                </p14:cNvPr>
                <p14:cNvContentPartPr/>
                <p14:nvPr/>
              </p14:nvContentPartPr>
              <p14:xfrm>
                <a:off x="2313878" y="3831263"/>
                <a:ext cx="185760" cy="183240"/>
              </p14:xfrm>
            </p:contentPart>
          </mc:Choice>
          <mc:Fallback>
            <p:pic>
              <p:nvPicPr>
                <p:cNvPr id="40" name="Ink 39">
                  <a:extLst>
                    <a:ext uri="{FF2B5EF4-FFF2-40B4-BE49-F238E27FC236}">
                      <a16:creationId xmlns:a16="http://schemas.microsoft.com/office/drawing/2014/main" id="{22B77382-A4DB-A1A8-F4EC-13E26675A6B9}"/>
                    </a:ext>
                  </a:extLst>
                </p:cNvPr>
                <p:cNvPicPr/>
                <p:nvPr/>
              </p:nvPicPr>
              <p:blipFill>
                <a:blip r:embed="rId64"/>
                <a:stretch>
                  <a:fillRect/>
                </a:stretch>
              </p:blipFill>
              <p:spPr>
                <a:xfrm>
                  <a:off x="2304878" y="3822263"/>
                  <a:ext cx="20340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D39BC4DC-3A64-BFCE-4B78-97407CC7A55A}"/>
                    </a:ext>
                  </a:extLst>
                </p14:cNvPr>
                <p14:cNvContentPartPr/>
                <p14:nvPr/>
              </p14:nvContentPartPr>
              <p14:xfrm>
                <a:off x="2562278" y="3854303"/>
                <a:ext cx="218880" cy="146160"/>
              </p14:xfrm>
            </p:contentPart>
          </mc:Choice>
          <mc:Fallback>
            <p:pic>
              <p:nvPicPr>
                <p:cNvPr id="41" name="Ink 40">
                  <a:extLst>
                    <a:ext uri="{FF2B5EF4-FFF2-40B4-BE49-F238E27FC236}">
                      <a16:creationId xmlns:a16="http://schemas.microsoft.com/office/drawing/2014/main" id="{D39BC4DC-3A64-BFCE-4B78-97407CC7A55A}"/>
                    </a:ext>
                  </a:extLst>
                </p:cNvPr>
                <p:cNvPicPr/>
                <p:nvPr/>
              </p:nvPicPr>
              <p:blipFill>
                <a:blip r:embed="rId66"/>
                <a:stretch>
                  <a:fillRect/>
                </a:stretch>
              </p:blipFill>
              <p:spPr>
                <a:xfrm>
                  <a:off x="2553638" y="3845303"/>
                  <a:ext cx="23652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BEC5269A-C0D7-DAF6-3F99-6616B506B3AE}"/>
                    </a:ext>
                  </a:extLst>
                </p14:cNvPr>
                <p14:cNvContentPartPr/>
                <p14:nvPr/>
              </p14:nvContentPartPr>
              <p14:xfrm>
                <a:off x="2750198" y="3732983"/>
                <a:ext cx="43200" cy="244080"/>
              </p14:xfrm>
            </p:contentPart>
          </mc:Choice>
          <mc:Fallback>
            <p:pic>
              <p:nvPicPr>
                <p:cNvPr id="42" name="Ink 41">
                  <a:extLst>
                    <a:ext uri="{FF2B5EF4-FFF2-40B4-BE49-F238E27FC236}">
                      <a16:creationId xmlns:a16="http://schemas.microsoft.com/office/drawing/2014/main" id="{BEC5269A-C0D7-DAF6-3F99-6616B506B3AE}"/>
                    </a:ext>
                  </a:extLst>
                </p:cNvPr>
                <p:cNvPicPr/>
                <p:nvPr/>
              </p:nvPicPr>
              <p:blipFill>
                <a:blip r:embed="rId68"/>
                <a:stretch>
                  <a:fillRect/>
                </a:stretch>
              </p:blipFill>
              <p:spPr>
                <a:xfrm>
                  <a:off x="2741558" y="3724343"/>
                  <a:ext cx="608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4FEB62E4-74A8-8F53-618C-FC50CA10D55F}"/>
                    </a:ext>
                  </a:extLst>
                </p14:cNvPr>
                <p14:cNvContentPartPr/>
                <p14:nvPr/>
              </p14:nvContentPartPr>
              <p14:xfrm>
                <a:off x="2765318" y="3847823"/>
                <a:ext cx="261360" cy="129960"/>
              </p14:xfrm>
            </p:contentPart>
          </mc:Choice>
          <mc:Fallback>
            <p:pic>
              <p:nvPicPr>
                <p:cNvPr id="43" name="Ink 42">
                  <a:extLst>
                    <a:ext uri="{FF2B5EF4-FFF2-40B4-BE49-F238E27FC236}">
                      <a16:creationId xmlns:a16="http://schemas.microsoft.com/office/drawing/2014/main" id="{4FEB62E4-74A8-8F53-618C-FC50CA10D55F}"/>
                    </a:ext>
                  </a:extLst>
                </p:cNvPr>
                <p:cNvPicPr/>
                <p:nvPr/>
              </p:nvPicPr>
              <p:blipFill>
                <a:blip r:embed="rId70"/>
                <a:stretch>
                  <a:fillRect/>
                </a:stretch>
              </p:blipFill>
              <p:spPr>
                <a:xfrm>
                  <a:off x="2756678" y="3839183"/>
                  <a:ext cx="27900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4" name="Ink 43">
                  <a:extLst>
                    <a:ext uri="{FF2B5EF4-FFF2-40B4-BE49-F238E27FC236}">
                      <a16:creationId xmlns:a16="http://schemas.microsoft.com/office/drawing/2014/main" id="{33D9E3B6-C555-CD90-9958-BED2DB0C7601}"/>
                    </a:ext>
                  </a:extLst>
                </p14:cNvPr>
                <p14:cNvContentPartPr/>
                <p14:nvPr/>
              </p14:nvContentPartPr>
              <p14:xfrm>
                <a:off x="3056198" y="3818663"/>
                <a:ext cx="376560" cy="140760"/>
              </p14:xfrm>
            </p:contentPart>
          </mc:Choice>
          <mc:Fallback>
            <p:pic>
              <p:nvPicPr>
                <p:cNvPr id="44" name="Ink 43">
                  <a:extLst>
                    <a:ext uri="{FF2B5EF4-FFF2-40B4-BE49-F238E27FC236}">
                      <a16:creationId xmlns:a16="http://schemas.microsoft.com/office/drawing/2014/main" id="{33D9E3B6-C555-CD90-9958-BED2DB0C7601}"/>
                    </a:ext>
                  </a:extLst>
                </p:cNvPr>
                <p:cNvPicPr/>
                <p:nvPr/>
              </p:nvPicPr>
              <p:blipFill>
                <a:blip r:embed="rId72"/>
                <a:stretch>
                  <a:fillRect/>
                </a:stretch>
              </p:blipFill>
              <p:spPr>
                <a:xfrm>
                  <a:off x="3047198" y="3810023"/>
                  <a:ext cx="394200" cy="158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3">
            <p14:nvContentPartPr>
              <p14:cNvPr id="45" name="Ink 44">
                <a:extLst>
                  <a:ext uri="{FF2B5EF4-FFF2-40B4-BE49-F238E27FC236}">
                    <a16:creationId xmlns:a16="http://schemas.microsoft.com/office/drawing/2014/main" id="{DA8B0A26-C3E2-EDE2-4221-3D0233C956E2}"/>
                  </a:ext>
                </a:extLst>
              </p14:cNvPr>
              <p14:cNvContentPartPr/>
              <p14:nvPr/>
            </p14:nvContentPartPr>
            <p14:xfrm>
              <a:off x="3825158" y="3871583"/>
              <a:ext cx="588240" cy="43560"/>
            </p14:xfrm>
          </p:contentPart>
        </mc:Choice>
        <mc:Fallback>
          <p:pic>
            <p:nvPicPr>
              <p:cNvPr id="45" name="Ink 44">
                <a:extLst>
                  <a:ext uri="{FF2B5EF4-FFF2-40B4-BE49-F238E27FC236}">
                    <a16:creationId xmlns:a16="http://schemas.microsoft.com/office/drawing/2014/main" id="{DA8B0A26-C3E2-EDE2-4221-3D0233C956E2}"/>
                  </a:ext>
                </a:extLst>
              </p:cNvPr>
              <p:cNvPicPr/>
              <p:nvPr/>
            </p:nvPicPr>
            <p:blipFill>
              <a:blip r:embed="rId74"/>
              <a:stretch>
                <a:fillRect/>
              </a:stretch>
            </p:blipFill>
            <p:spPr>
              <a:xfrm>
                <a:off x="3816158" y="3862583"/>
                <a:ext cx="605880" cy="61200"/>
              </a:xfrm>
              <a:prstGeom prst="rect">
                <a:avLst/>
              </a:prstGeom>
            </p:spPr>
          </p:pic>
        </mc:Fallback>
      </mc:AlternateContent>
      <p:grpSp>
        <p:nvGrpSpPr>
          <p:cNvPr id="52" name="Group 51">
            <a:extLst>
              <a:ext uri="{FF2B5EF4-FFF2-40B4-BE49-F238E27FC236}">
                <a16:creationId xmlns:a16="http://schemas.microsoft.com/office/drawing/2014/main" id="{19528E3C-86BF-F4B5-C704-D328CDC2DA17}"/>
              </a:ext>
            </a:extLst>
          </p:cNvPr>
          <p:cNvGrpSpPr/>
          <p:nvPr/>
        </p:nvGrpSpPr>
        <p:grpSpPr>
          <a:xfrm>
            <a:off x="4606718" y="3766823"/>
            <a:ext cx="613440" cy="206280"/>
            <a:chOff x="4606718" y="3766823"/>
            <a:chExt cx="613440" cy="206280"/>
          </a:xfrm>
        </p:grpSpPr>
        <mc:AlternateContent xmlns:mc="http://schemas.openxmlformats.org/markup-compatibility/2006">
          <mc:Choice xmlns:p14="http://schemas.microsoft.com/office/powerpoint/2010/main" Requires="p14">
            <p:contentPart p14:bwMode="auto" r:id="rId75">
              <p14:nvContentPartPr>
                <p14:cNvPr id="46" name="Ink 45">
                  <a:extLst>
                    <a:ext uri="{FF2B5EF4-FFF2-40B4-BE49-F238E27FC236}">
                      <a16:creationId xmlns:a16="http://schemas.microsoft.com/office/drawing/2014/main" id="{A17D68F9-F50E-C77E-844C-80D62BF39474}"/>
                    </a:ext>
                  </a:extLst>
                </p14:cNvPr>
                <p14:cNvContentPartPr/>
                <p14:nvPr/>
              </p14:nvContentPartPr>
              <p14:xfrm>
                <a:off x="4606718" y="3766823"/>
                <a:ext cx="165960" cy="206280"/>
              </p14:xfrm>
            </p:contentPart>
          </mc:Choice>
          <mc:Fallback>
            <p:pic>
              <p:nvPicPr>
                <p:cNvPr id="46" name="Ink 45">
                  <a:extLst>
                    <a:ext uri="{FF2B5EF4-FFF2-40B4-BE49-F238E27FC236}">
                      <a16:creationId xmlns:a16="http://schemas.microsoft.com/office/drawing/2014/main" id="{A17D68F9-F50E-C77E-844C-80D62BF39474}"/>
                    </a:ext>
                  </a:extLst>
                </p:cNvPr>
                <p:cNvPicPr/>
                <p:nvPr/>
              </p:nvPicPr>
              <p:blipFill>
                <a:blip r:embed="rId76"/>
                <a:stretch>
                  <a:fillRect/>
                </a:stretch>
              </p:blipFill>
              <p:spPr>
                <a:xfrm>
                  <a:off x="4597718" y="3758183"/>
                  <a:ext cx="1836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7" name="Ink 46">
                  <a:extLst>
                    <a:ext uri="{FF2B5EF4-FFF2-40B4-BE49-F238E27FC236}">
                      <a16:creationId xmlns:a16="http://schemas.microsoft.com/office/drawing/2014/main" id="{7842C133-00FD-F1F6-9B11-7FA846099A11}"/>
                    </a:ext>
                  </a:extLst>
                </p14:cNvPr>
                <p14:cNvContentPartPr/>
                <p14:nvPr/>
              </p14:nvContentPartPr>
              <p14:xfrm>
                <a:off x="4716518" y="3882383"/>
                <a:ext cx="503640" cy="44280"/>
              </p14:xfrm>
            </p:contentPart>
          </mc:Choice>
          <mc:Fallback>
            <p:pic>
              <p:nvPicPr>
                <p:cNvPr id="47" name="Ink 46">
                  <a:extLst>
                    <a:ext uri="{FF2B5EF4-FFF2-40B4-BE49-F238E27FC236}">
                      <a16:creationId xmlns:a16="http://schemas.microsoft.com/office/drawing/2014/main" id="{7842C133-00FD-F1F6-9B11-7FA846099A11}"/>
                    </a:ext>
                  </a:extLst>
                </p:cNvPr>
                <p:cNvPicPr/>
                <p:nvPr/>
              </p:nvPicPr>
              <p:blipFill>
                <a:blip r:embed="rId78"/>
                <a:stretch>
                  <a:fillRect/>
                </a:stretch>
              </p:blipFill>
              <p:spPr>
                <a:xfrm>
                  <a:off x="4707878" y="3873743"/>
                  <a:ext cx="521280" cy="61920"/>
                </a:xfrm>
                <a:prstGeom prst="rect">
                  <a:avLst/>
                </a:prstGeom>
              </p:spPr>
            </p:pic>
          </mc:Fallback>
        </mc:AlternateContent>
      </p:grpSp>
      <p:grpSp>
        <p:nvGrpSpPr>
          <p:cNvPr id="51" name="Group 50">
            <a:extLst>
              <a:ext uri="{FF2B5EF4-FFF2-40B4-BE49-F238E27FC236}">
                <a16:creationId xmlns:a16="http://schemas.microsoft.com/office/drawing/2014/main" id="{91246209-DCC7-3EFA-7283-E5F971951A3C}"/>
              </a:ext>
            </a:extLst>
          </p:cNvPr>
          <p:cNvGrpSpPr/>
          <p:nvPr/>
        </p:nvGrpSpPr>
        <p:grpSpPr>
          <a:xfrm>
            <a:off x="5431118" y="3812903"/>
            <a:ext cx="533160" cy="324000"/>
            <a:chOff x="5431118" y="3812903"/>
            <a:chExt cx="533160" cy="324000"/>
          </a:xfrm>
        </p:grpSpPr>
        <mc:AlternateContent xmlns:mc="http://schemas.openxmlformats.org/markup-compatibility/2006">
          <mc:Choice xmlns:p14="http://schemas.microsoft.com/office/powerpoint/2010/main" Requires="p14">
            <p:contentPart p14:bwMode="auto" r:id="rId79">
              <p14:nvContentPartPr>
                <p14:cNvPr id="48" name="Ink 47">
                  <a:extLst>
                    <a:ext uri="{FF2B5EF4-FFF2-40B4-BE49-F238E27FC236}">
                      <a16:creationId xmlns:a16="http://schemas.microsoft.com/office/drawing/2014/main" id="{76918B31-A50C-7318-8B46-0517309B6E45}"/>
                    </a:ext>
                  </a:extLst>
                </p14:cNvPr>
                <p14:cNvContentPartPr/>
                <p14:nvPr/>
              </p14:nvContentPartPr>
              <p14:xfrm>
                <a:off x="5431118" y="3812903"/>
                <a:ext cx="299880" cy="269640"/>
              </p14:xfrm>
            </p:contentPart>
          </mc:Choice>
          <mc:Fallback>
            <p:pic>
              <p:nvPicPr>
                <p:cNvPr id="48" name="Ink 47">
                  <a:extLst>
                    <a:ext uri="{FF2B5EF4-FFF2-40B4-BE49-F238E27FC236}">
                      <a16:creationId xmlns:a16="http://schemas.microsoft.com/office/drawing/2014/main" id="{76918B31-A50C-7318-8B46-0517309B6E45}"/>
                    </a:ext>
                  </a:extLst>
                </p:cNvPr>
                <p:cNvPicPr/>
                <p:nvPr/>
              </p:nvPicPr>
              <p:blipFill>
                <a:blip r:embed="rId80"/>
                <a:stretch>
                  <a:fillRect/>
                </a:stretch>
              </p:blipFill>
              <p:spPr>
                <a:xfrm>
                  <a:off x="5422118" y="3804263"/>
                  <a:ext cx="31752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9" name="Ink 48">
                  <a:extLst>
                    <a:ext uri="{FF2B5EF4-FFF2-40B4-BE49-F238E27FC236}">
                      <a16:creationId xmlns:a16="http://schemas.microsoft.com/office/drawing/2014/main" id="{7F866E08-A7C4-4258-5E5A-5F391ACFC522}"/>
                    </a:ext>
                  </a:extLst>
                </p14:cNvPr>
                <p14:cNvContentPartPr/>
                <p14:nvPr/>
              </p14:nvContentPartPr>
              <p14:xfrm>
                <a:off x="5786798" y="3970223"/>
                <a:ext cx="108720" cy="166680"/>
              </p14:xfrm>
            </p:contentPart>
          </mc:Choice>
          <mc:Fallback>
            <p:pic>
              <p:nvPicPr>
                <p:cNvPr id="49" name="Ink 48">
                  <a:extLst>
                    <a:ext uri="{FF2B5EF4-FFF2-40B4-BE49-F238E27FC236}">
                      <a16:creationId xmlns:a16="http://schemas.microsoft.com/office/drawing/2014/main" id="{7F866E08-A7C4-4258-5E5A-5F391ACFC522}"/>
                    </a:ext>
                  </a:extLst>
                </p:cNvPr>
                <p:cNvPicPr/>
                <p:nvPr/>
              </p:nvPicPr>
              <p:blipFill>
                <a:blip r:embed="rId82"/>
                <a:stretch>
                  <a:fillRect/>
                </a:stretch>
              </p:blipFill>
              <p:spPr>
                <a:xfrm>
                  <a:off x="5777798" y="3961223"/>
                  <a:ext cx="12636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0" name="Ink 49">
                  <a:extLst>
                    <a:ext uri="{FF2B5EF4-FFF2-40B4-BE49-F238E27FC236}">
                      <a16:creationId xmlns:a16="http://schemas.microsoft.com/office/drawing/2014/main" id="{BBE90112-20DE-2EDF-2F71-730C1E6D9536}"/>
                    </a:ext>
                  </a:extLst>
                </p14:cNvPr>
                <p14:cNvContentPartPr/>
                <p14:nvPr/>
              </p14:nvContentPartPr>
              <p14:xfrm>
                <a:off x="5955998" y="4045823"/>
                <a:ext cx="8280" cy="10800"/>
              </p14:xfrm>
            </p:contentPart>
          </mc:Choice>
          <mc:Fallback>
            <p:pic>
              <p:nvPicPr>
                <p:cNvPr id="50" name="Ink 49">
                  <a:extLst>
                    <a:ext uri="{FF2B5EF4-FFF2-40B4-BE49-F238E27FC236}">
                      <a16:creationId xmlns:a16="http://schemas.microsoft.com/office/drawing/2014/main" id="{BBE90112-20DE-2EDF-2F71-730C1E6D9536}"/>
                    </a:ext>
                  </a:extLst>
                </p:cNvPr>
                <p:cNvPicPr/>
                <p:nvPr/>
              </p:nvPicPr>
              <p:blipFill>
                <a:blip r:embed="rId84"/>
                <a:stretch>
                  <a:fillRect/>
                </a:stretch>
              </p:blipFill>
              <p:spPr>
                <a:xfrm>
                  <a:off x="5947358" y="4037183"/>
                  <a:ext cx="25920" cy="28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4317A09B-063E-D3E9-E347-0B354D565EFD}"/>
                  </a:ext>
                </a:extLst>
              </p14:cNvPr>
              <p14:cNvContentPartPr/>
              <p14:nvPr/>
            </p14:nvContentPartPr>
            <p14:xfrm>
              <a:off x="2126678" y="4503023"/>
              <a:ext cx="95040" cy="293400"/>
            </p14:xfrm>
          </p:contentPart>
        </mc:Choice>
        <mc:Fallback>
          <p:pic>
            <p:nvPicPr>
              <p:cNvPr id="54" name="Ink 53">
                <a:extLst>
                  <a:ext uri="{FF2B5EF4-FFF2-40B4-BE49-F238E27FC236}">
                    <a16:creationId xmlns:a16="http://schemas.microsoft.com/office/drawing/2014/main" id="{4317A09B-063E-D3E9-E347-0B354D565EFD}"/>
                  </a:ext>
                </a:extLst>
              </p:cNvPr>
              <p:cNvPicPr/>
              <p:nvPr/>
            </p:nvPicPr>
            <p:blipFill>
              <a:blip r:embed="rId86"/>
              <a:stretch>
                <a:fillRect/>
              </a:stretch>
            </p:blipFill>
            <p:spPr>
              <a:xfrm>
                <a:off x="2117678" y="4494383"/>
                <a:ext cx="112680" cy="311040"/>
              </a:xfrm>
              <a:prstGeom prst="rect">
                <a:avLst/>
              </a:prstGeom>
            </p:spPr>
          </p:pic>
        </mc:Fallback>
      </mc:AlternateContent>
      <p:grpSp>
        <p:nvGrpSpPr>
          <p:cNvPr id="67" name="Group 66">
            <a:extLst>
              <a:ext uri="{FF2B5EF4-FFF2-40B4-BE49-F238E27FC236}">
                <a16:creationId xmlns:a16="http://schemas.microsoft.com/office/drawing/2014/main" id="{77D70AA8-7B13-72CA-EC0B-D3348BC760E5}"/>
              </a:ext>
            </a:extLst>
          </p:cNvPr>
          <p:cNvGrpSpPr/>
          <p:nvPr/>
        </p:nvGrpSpPr>
        <p:grpSpPr>
          <a:xfrm>
            <a:off x="6724238" y="3408263"/>
            <a:ext cx="1144440" cy="264600"/>
            <a:chOff x="6724238" y="3408263"/>
            <a:chExt cx="1144440" cy="264600"/>
          </a:xfrm>
        </p:grpSpPr>
        <mc:AlternateContent xmlns:mc="http://schemas.openxmlformats.org/markup-compatibility/2006">
          <mc:Choice xmlns:p14="http://schemas.microsoft.com/office/powerpoint/2010/main" Requires="p14">
            <p:contentPart p14:bwMode="auto" r:id="rId87">
              <p14:nvContentPartPr>
                <p14:cNvPr id="55" name="Ink 54">
                  <a:extLst>
                    <a:ext uri="{FF2B5EF4-FFF2-40B4-BE49-F238E27FC236}">
                      <a16:creationId xmlns:a16="http://schemas.microsoft.com/office/drawing/2014/main" id="{F66F0881-C31F-5DB9-239B-DCF47BB4F602}"/>
                    </a:ext>
                  </a:extLst>
                </p14:cNvPr>
                <p14:cNvContentPartPr/>
                <p14:nvPr/>
              </p14:nvContentPartPr>
              <p14:xfrm>
                <a:off x="6724238" y="3486023"/>
                <a:ext cx="280080" cy="183240"/>
              </p14:xfrm>
            </p:contentPart>
          </mc:Choice>
          <mc:Fallback>
            <p:pic>
              <p:nvPicPr>
                <p:cNvPr id="55" name="Ink 54">
                  <a:extLst>
                    <a:ext uri="{FF2B5EF4-FFF2-40B4-BE49-F238E27FC236}">
                      <a16:creationId xmlns:a16="http://schemas.microsoft.com/office/drawing/2014/main" id="{F66F0881-C31F-5DB9-239B-DCF47BB4F602}"/>
                    </a:ext>
                  </a:extLst>
                </p:cNvPr>
                <p:cNvPicPr/>
                <p:nvPr/>
              </p:nvPicPr>
              <p:blipFill>
                <a:blip r:embed="rId88"/>
                <a:stretch>
                  <a:fillRect/>
                </a:stretch>
              </p:blipFill>
              <p:spPr>
                <a:xfrm>
                  <a:off x="6715238" y="3477023"/>
                  <a:ext cx="29772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6" name="Ink 55">
                  <a:extLst>
                    <a:ext uri="{FF2B5EF4-FFF2-40B4-BE49-F238E27FC236}">
                      <a16:creationId xmlns:a16="http://schemas.microsoft.com/office/drawing/2014/main" id="{B080E489-0949-1517-8D98-CC4B90681CC5}"/>
                    </a:ext>
                  </a:extLst>
                </p14:cNvPr>
                <p14:cNvContentPartPr/>
                <p14:nvPr/>
              </p14:nvContentPartPr>
              <p14:xfrm>
                <a:off x="7060838" y="3522383"/>
                <a:ext cx="120600" cy="148680"/>
              </p14:xfrm>
            </p:contentPart>
          </mc:Choice>
          <mc:Fallback>
            <p:pic>
              <p:nvPicPr>
                <p:cNvPr id="56" name="Ink 55">
                  <a:extLst>
                    <a:ext uri="{FF2B5EF4-FFF2-40B4-BE49-F238E27FC236}">
                      <a16:creationId xmlns:a16="http://schemas.microsoft.com/office/drawing/2014/main" id="{B080E489-0949-1517-8D98-CC4B90681CC5}"/>
                    </a:ext>
                  </a:extLst>
                </p:cNvPr>
                <p:cNvPicPr/>
                <p:nvPr/>
              </p:nvPicPr>
              <p:blipFill>
                <a:blip r:embed="rId90"/>
                <a:stretch>
                  <a:fillRect/>
                </a:stretch>
              </p:blipFill>
              <p:spPr>
                <a:xfrm>
                  <a:off x="7052198" y="3513383"/>
                  <a:ext cx="1382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7" name="Ink 56">
                  <a:extLst>
                    <a:ext uri="{FF2B5EF4-FFF2-40B4-BE49-F238E27FC236}">
                      <a16:creationId xmlns:a16="http://schemas.microsoft.com/office/drawing/2014/main" id="{32AF5880-F27B-BA9B-2226-3C01F5BAE7BC}"/>
                    </a:ext>
                  </a:extLst>
                </p14:cNvPr>
                <p14:cNvContentPartPr/>
                <p14:nvPr/>
              </p14:nvContentPartPr>
              <p14:xfrm>
                <a:off x="7251278" y="3408263"/>
                <a:ext cx="49680" cy="264600"/>
              </p14:xfrm>
            </p:contentPart>
          </mc:Choice>
          <mc:Fallback>
            <p:pic>
              <p:nvPicPr>
                <p:cNvPr id="57" name="Ink 56">
                  <a:extLst>
                    <a:ext uri="{FF2B5EF4-FFF2-40B4-BE49-F238E27FC236}">
                      <a16:creationId xmlns:a16="http://schemas.microsoft.com/office/drawing/2014/main" id="{32AF5880-F27B-BA9B-2226-3C01F5BAE7BC}"/>
                    </a:ext>
                  </a:extLst>
                </p:cNvPr>
                <p:cNvPicPr/>
                <p:nvPr/>
              </p:nvPicPr>
              <p:blipFill>
                <a:blip r:embed="rId92"/>
                <a:stretch>
                  <a:fillRect/>
                </a:stretch>
              </p:blipFill>
              <p:spPr>
                <a:xfrm>
                  <a:off x="7242638" y="3399263"/>
                  <a:ext cx="6732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8" name="Ink 57">
                  <a:extLst>
                    <a:ext uri="{FF2B5EF4-FFF2-40B4-BE49-F238E27FC236}">
                      <a16:creationId xmlns:a16="http://schemas.microsoft.com/office/drawing/2014/main" id="{614357C6-5AD6-0F86-15B9-31E8C26F3572}"/>
                    </a:ext>
                  </a:extLst>
                </p14:cNvPr>
                <p14:cNvContentPartPr/>
                <p14:nvPr/>
              </p14:nvContentPartPr>
              <p14:xfrm>
                <a:off x="7314998" y="3515183"/>
                <a:ext cx="177120" cy="135000"/>
              </p14:xfrm>
            </p:contentPart>
          </mc:Choice>
          <mc:Fallback>
            <p:pic>
              <p:nvPicPr>
                <p:cNvPr id="58" name="Ink 57">
                  <a:extLst>
                    <a:ext uri="{FF2B5EF4-FFF2-40B4-BE49-F238E27FC236}">
                      <a16:creationId xmlns:a16="http://schemas.microsoft.com/office/drawing/2014/main" id="{614357C6-5AD6-0F86-15B9-31E8C26F3572}"/>
                    </a:ext>
                  </a:extLst>
                </p:cNvPr>
                <p:cNvPicPr/>
                <p:nvPr/>
              </p:nvPicPr>
              <p:blipFill>
                <a:blip r:embed="rId94"/>
                <a:stretch>
                  <a:fillRect/>
                </a:stretch>
              </p:blipFill>
              <p:spPr>
                <a:xfrm>
                  <a:off x="7305998" y="3506543"/>
                  <a:ext cx="1947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9" name="Ink 58">
                  <a:extLst>
                    <a:ext uri="{FF2B5EF4-FFF2-40B4-BE49-F238E27FC236}">
                      <a16:creationId xmlns:a16="http://schemas.microsoft.com/office/drawing/2014/main" id="{6FB9DE53-A88D-B518-0187-54A6757780E6}"/>
                    </a:ext>
                  </a:extLst>
                </p14:cNvPr>
                <p14:cNvContentPartPr/>
                <p14:nvPr/>
              </p14:nvContentPartPr>
              <p14:xfrm>
                <a:off x="7540358" y="3505103"/>
                <a:ext cx="75600" cy="106200"/>
              </p14:xfrm>
            </p:contentPart>
          </mc:Choice>
          <mc:Fallback>
            <p:pic>
              <p:nvPicPr>
                <p:cNvPr id="59" name="Ink 58">
                  <a:extLst>
                    <a:ext uri="{FF2B5EF4-FFF2-40B4-BE49-F238E27FC236}">
                      <a16:creationId xmlns:a16="http://schemas.microsoft.com/office/drawing/2014/main" id="{6FB9DE53-A88D-B518-0187-54A6757780E6}"/>
                    </a:ext>
                  </a:extLst>
                </p:cNvPr>
                <p:cNvPicPr/>
                <p:nvPr/>
              </p:nvPicPr>
              <p:blipFill>
                <a:blip r:embed="rId96"/>
                <a:stretch>
                  <a:fillRect/>
                </a:stretch>
              </p:blipFill>
              <p:spPr>
                <a:xfrm>
                  <a:off x="7531358" y="3496103"/>
                  <a:ext cx="932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0" name="Ink 59">
                  <a:extLst>
                    <a:ext uri="{FF2B5EF4-FFF2-40B4-BE49-F238E27FC236}">
                      <a16:creationId xmlns:a16="http://schemas.microsoft.com/office/drawing/2014/main" id="{FAD11593-0A85-A7DF-80E1-EA8E38C2CF41}"/>
                    </a:ext>
                  </a:extLst>
                </p14:cNvPr>
                <p14:cNvContentPartPr/>
                <p14:nvPr/>
              </p14:nvContentPartPr>
              <p14:xfrm>
                <a:off x="7684718" y="3499703"/>
                <a:ext cx="183960" cy="106200"/>
              </p14:xfrm>
            </p:contentPart>
          </mc:Choice>
          <mc:Fallback>
            <p:pic>
              <p:nvPicPr>
                <p:cNvPr id="60" name="Ink 59">
                  <a:extLst>
                    <a:ext uri="{FF2B5EF4-FFF2-40B4-BE49-F238E27FC236}">
                      <a16:creationId xmlns:a16="http://schemas.microsoft.com/office/drawing/2014/main" id="{FAD11593-0A85-A7DF-80E1-EA8E38C2CF41}"/>
                    </a:ext>
                  </a:extLst>
                </p:cNvPr>
                <p:cNvPicPr/>
                <p:nvPr/>
              </p:nvPicPr>
              <p:blipFill>
                <a:blip r:embed="rId98"/>
                <a:stretch>
                  <a:fillRect/>
                </a:stretch>
              </p:blipFill>
              <p:spPr>
                <a:xfrm>
                  <a:off x="7675718" y="3490703"/>
                  <a:ext cx="201600" cy="123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9">
            <p14:nvContentPartPr>
              <p14:cNvPr id="61" name="Ink 60">
                <a:extLst>
                  <a:ext uri="{FF2B5EF4-FFF2-40B4-BE49-F238E27FC236}">
                    <a16:creationId xmlns:a16="http://schemas.microsoft.com/office/drawing/2014/main" id="{D088F2AA-3766-5DFF-175D-C9B251EEB3DD}"/>
                  </a:ext>
                </a:extLst>
              </p14:cNvPr>
              <p14:cNvContentPartPr/>
              <p14:nvPr/>
            </p14:nvContentPartPr>
            <p14:xfrm>
              <a:off x="8161358" y="3335903"/>
              <a:ext cx="176400" cy="315000"/>
            </p14:xfrm>
          </p:contentPart>
        </mc:Choice>
        <mc:Fallback>
          <p:pic>
            <p:nvPicPr>
              <p:cNvPr id="61" name="Ink 60">
                <a:extLst>
                  <a:ext uri="{FF2B5EF4-FFF2-40B4-BE49-F238E27FC236}">
                    <a16:creationId xmlns:a16="http://schemas.microsoft.com/office/drawing/2014/main" id="{D088F2AA-3766-5DFF-175D-C9B251EEB3DD}"/>
                  </a:ext>
                </a:extLst>
              </p:cNvPr>
              <p:cNvPicPr/>
              <p:nvPr/>
            </p:nvPicPr>
            <p:blipFill>
              <a:blip r:embed="rId100"/>
              <a:stretch>
                <a:fillRect/>
              </a:stretch>
            </p:blipFill>
            <p:spPr>
              <a:xfrm>
                <a:off x="8152718" y="3327263"/>
                <a:ext cx="19404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2" name="Ink 61">
                <a:extLst>
                  <a:ext uri="{FF2B5EF4-FFF2-40B4-BE49-F238E27FC236}">
                    <a16:creationId xmlns:a16="http://schemas.microsoft.com/office/drawing/2014/main" id="{CB6754E9-EB82-13D9-E188-8E1AA3860351}"/>
                  </a:ext>
                </a:extLst>
              </p14:cNvPr>
              <p14:cNvContentPartPr/>
              <p14:nvPr/>
            </p14:nvContentPartPr>
            <p14:xfrm>
              <a:off x="8580038" y="3576023"/>
              <a:ext cx="176760" cy="6480"/>
            </p14:xfrm>
          </p:contentPart>
        </mc:Choice>
        <mc:Fallback>
          <p:pic>
            <p:nvPicPr>
              <p:cNvPr id="62" name="Ink 61">
                <a:extLst>
                  <a:ext uri="{FF2B5EF4-FFF2-40B4-BE49-F238E27FC236}">
                    <a16:creationId xmlns:a16="http://schemas.microsoft.com/office/drawing/2014/main" id="{CB6754E9-EB82-13D9-E188-8E1AA3860351}"/>
                  </a:ext>
                </a:extLst>
              </p:cNvPr>
              <p:cNvPicPr/>
              <p:nvPr/>
            </p:nvPicPr>
            <p:blipFill>
              <a:blip r:embed="rId102"/>
              <a:stretch>
                <a:fillRect/>
              </a:stretch>
            </p:blipFill>
            <p:spPr>
              <a:xfrm>
                <a:off x="8571038" y="3567023"/>
                <a:ext cx="1944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3" name="Ink 62">
                <a:extLst>
                  <a:ext uri="{FF2B5EF4-FFF2-40B4-BE49-F238E27FC236}">
                    <a16:creationId xmlns:a16="http://schemas.microsoft.com/office/drawing/2014/main" id="{B449AEAF-F115-B019-2828-5991CFE80609}"/>
                  </a:ext>
                </a:extLst>
              </p14:cNvPr>
              <p14:cNvContentPartPr/>
              <p14:nvPr/>
            </p14:nvContentPartPr>
            <p14:xfrm>
              <a:off x="9162878" y="3595823"/>
              <a:ext cx="129240" cy="11880"/>
            </p14:xfrm>
          </p:contentPart>
        </mc:Choice>
        <mc:Fallback>
          <p:pic>
            <p:nvPicPr>
              <p:cNvPr id="63" name="Ink 62">
                <a:extLst>
                  <a:ext uri="{FF2B5EF4-FFF2-40B4-BE49-F238E27FC236}">
                    <a16:creationId xmlns:a16="http://schemas.microsoft.com/office/drawing/2014/main" id="{B449AEAF-F115-B019-2828-5991CFE80609}"/>
                  </a:ext>
                </a:extLst>
              </p:cNvPr>
              <p:cNvPicPr/>
              <p:nvPr/>
            </p:nvPicPr>
            <p:blipFill>
              <a:blip r:embed="rId104"/>
              <a:stretch>
                <a:fillRect/>
              </a:stretch>
            </p:blipFill>
            <p:spPr>
              <a:xfrm>
                <a:off x="9153878" y="3587183"/>
                <a:ext cx="14688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4" name="Ink 63">
                <a:extLst>
                  <a:ext uri="{FF2B5EF4-FFF2-40B4-BE49-F238E27FC236}">
                    <a16:creationId xmlns:a16="http://schemas.microsoft.com/office/drawing/2014/main" id="{D7B9E66C-9948-11F2-2C60-513DDD487DC2}"/>
                  </a:ext>
                </a:extLst>
              </p14:cNvPr>
              <p14:cNvContentPartPr/>
              <p14:nvPr/>
            </p14:nvContentPartPr>
            <p14:xfrm>
              <a:off x="9576158" y="3607343"/>
              <a:ext cx="56520" cy="5760"/>
            </p14:xfrm>
          </p:contentPart>
        </mc:Choice>
        <mc:Fallback>
          <p:pic>
            <p:nvPicPr>
              <p:cNvPr id="64" name="Ink 63">
                <a:extLst>
                  <a:ext uri="{FF2B5EF4-FFF2-40B4-BE49-F238E27FC236}">
                    <a16:creationId xmlns:a16="http://schemas.microsoft.com/office/drawing/2014/main" id="{D7B9E66C-9948-11F2-2C60-513DDD487DC2}"/>
                  </a:ext>
                </a:extLst>
              </p:cNvPr>
              <p:cNvPicPr/>
              <p:nvPr/>
            </p:nvPicPr>
            <p:blipFill>
              <a:blip r:embed="rId106"/>
              <a:stretch>
                <a:fillRect/>
              </a:stretch>
            </p:blipFill>
            <p:spPr>
              <a:xfrm>
                <a:off x="9567158" y="3598703"/>
                <a:ext cx="7416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5" name="Ink 64">
                <a:extLst>
                  <a:ext uri="{FF2B5EF4-FFF2-40B4-BE49-F238E27FC236}">
                    <a16:creationId xmlns:a16="http://schemas.microsoft.com/office/drawing/2014/main" id="{D50708EE-D838-F4B4-6277-913D1A4B1A95}"/>
                  </a:ext>
                </a:extLst>
              </p14:cNvPr>
              <p14:cNvContentPartPr/>
              <p14:nvPr/>
            </p14:nvContentPartPr>
            <p14:xfrm>
              <a:off x="9845078" y="3604823"/>
              <a:ext cx="128160" cy="2880"/>
            </p14:xfrm>
          </p:contentPart>
        </mc:Choice>
        <mc:Fallback>
          <p:pic>
            <p:nvPicPr>
              <p:cNvPr id="65" name="Ink 64">
                <a:extLst>
                  <a:ext uri="{FF2B5EF4-FFF2-40B4-BE49-F238E27FC236}">
                    <a16:creationId xmlns:a16="http://schemas.microsoft.com/office/drawing/2014/main" id="{D50708EE-D838-F4B4-6277-913D1A4B1A95}"/>
                  </a:ext>
                </a:extLst>
              </p:cNvPr>
              <p:cNvPicPr/>
              <p:nvPr/>
            </p:nvPicPr>
            <p:blipFill>
              <a:blip r:embed="rId108"/>
              <a:stretch>
                <a:fillRect/>
              </a:stretch>
            </p:blipFill>
            <p:spPr>
              <a:xfrm>
                <a:off x="9836438" y="3596183"/>
                <a:ext cx="1458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6" name="Ink 65">
                <a:extLst>
                  <a:ext uri="{FF2B5EF4-FFF2-40B4-BE49-F238E27FC236}">
                    <a16:creationId xmlns:a16="http://schemas.microsoft.com/office/drawing/2014/main" id="{D9ACBDB3-8563-0A93-FFFA-86E53C542094}"/>
                  </a:ext>
                </a:extLst>
              </p14:cNvPr>
              <p14:cNvContentPartPr/>
              <p14:nvPr/>
            </p14:nvContentPartPr>
            <p14:xfrm>
              <a:off x="10207958" y="3380183"/>
              <a:ext cx="222840" cy="268200"/>
            </p14:xfrm>
          </p:contentPart>
        </mc:Choice>
        <mc:Fallback>
          <p:pic>
            <p:nvPicPr>
              <p:cNvPr id="66" name="Ink 65">
                <a:extLst>
                  <a:ext uri="{FF2B5EF4-FFF2-40B4-BE49-F238E27FC236}">
                    <a16:creationId xmlns:a16="http://schemas.microsoft.com/office/drawing/2014/main" id="{D9ACBDB3-8563-0A93-FFFA-86E53C542094}"/>
                  </a:ext>
                </a:extLst>
              </p:cNvPr>
              <p:cNvPicPr/>
              <p:nvPr/>
            </p:nvPicPr>
            <p:blipFill>
              <a:blip r:embed="rId110"/>
              <a:stretch>
                <a:fillRect/>
              </a:stretch>
            </p:blipFill>
            <p:spPr>
              <a:xfrm>
                <a:off x="10198958" y="3371183"/>
                <a:ext cx="24048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2" name="Ink 71">
                <a:extLst>
                  <a:ext uri="{FF2B5EF4-FFF2-40B4-BE49-F238E27FC236}">
                    <a16:creationId xmlns:a16="http://schemas.microsoft.com/office/drawing/2014/main" id="{1EA7897E-3E55-C9C7-C0DF-6BFD80B337A1}"/>
                  </a:ext>
                </a:extLst>
              </p14:cNvPr>
              <p14:cNvContentPartPr/>
              <p14:nvPr/>
            </p14:nvContentPartPr>
            <p14:xfrm>
              <a:off x="8288438" y="4297463"/>
              <a:ext cx="198360" cy="349920"/>
            </p14:xfrm>
          </p:contentPart>
        </mc:Choice>
        <mc:Fallback>
          <p:pic>
            <p:nvPicPr>
              <p:cNvPr id="72" name="Ink 71">
                <a:extLst>
                  <a:ext uri="{FF2B5EF4-FFF2-40B4-BE49-F238E27FC236}">
                    <a16:creationId xmlns:a16="http://schemas.microsoft.com/office/drawing/2014/main" id="{1EA7897E-3E55-C9C7-C0DF-6BFD80B337A1}"/>
                  </a:ext>
                </a:extLst>
              </p:cNvPr>
              <p:cNvPicPr/>
              <p:nvPr/>
            </p:nvPicPr>
            <p:blipFill>
              <a:blip r:embed="rId112"/>
              <a:stretch>
                <a:fillRect/>
              </a:stretch>
            </p:blipFill>
            <p:spPr>
              <a:xfrm>
                <a:off x="8279798" y="4288463"/>
                <a:ext cx="21600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3" name="Ink 72">
                <a:extLst>
                  <a:ext uri="{FF2B5EF4-FFF2-40B4-BE49-F238E27FC236}">
                    <a16:creationId xmlns:a16="http://schemas.microsoft.com/office/drawing/2014/main" id="{CF4E7CB2-57D8-4D82-2599-59440C6CDAEF}"/>
                  </a:ext>
                </a:extLst>
              </p14:cNvPr>
              <p14:cNvContentPartPr/>
              <p14:nvPr/>
            </p14:nvContentPartPr>
            <p14:xfrm>
              <a:off x="8796758" y="4822343"/>
              <a:ext cx="171360" cy="6840"/>
            </p14:xfrm>
          </p:contentPart>
        </mc:Choice>
        <mc:Fallback>
          <p:pic>
            <p:nvPicPr>
              <p:cNvPr id="73" name="Ink 72">
                <a:extLst>
                  <a:ext uri="{FF2B5EF4-FFF2-40B4-BE49-F238E27FC236}">
                    <a16:creationId xmlns:a16="http://schemas.microsoft.com/office/drawing/2014/main" id="{CF4E7CB2-57D8-4D82-2599-59440C6CDAEF}"/>
                  </a:ext>
                </a:extLst>
              </p:cNvPr>
              <p:cNvPicPr/>
              <p:nvPr/>
            </p:nvPicPr>
            <p:blipFill>
              <a:blip r:embed="rId114"/>
              <a:stretch>
                <a:fillRect/>
              </a:stretch>
            </p:blipFill>
            <p:spPr>
              <a:xfrm>
                <a:off x="8787758" y="4813343"/>
                <a:ext cx="1890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5" name="Ink 74">
                <a:extLst>
                  <a:ext uri="{FF2B5EF4-FFF2-40B4-BE49-F238E27FC236}">
                    <a16:creationId xmlns:a16="http://schemas.microsoft.com/office/drawing/2014/main" id="{A015B32B-361C-E3E1-C2FA-960BAB0236C9}"/>
                  </a:ext>
                </a:extLst>
              </p14:cNvPr>
              <p14:cNvContentPartPr/>
              <p14:nvPr/>
            </p14:nvContentPartPr>
            <p14:xfrm>
              <a:off x="9131558" y="4734863"/>
              <a:ext cx="3960" cy="1440"/>
            </p14:xfrm>
          </p:contentPart>
        </mc:Choice>
        <mc:Fallback>
          <p:pic>
            <p:nvPicPr>
              <p:cNvPr id="75" name="Ink 74">
                <a:extLst>
                  <a:ext uri="{FF2B5EF4-FFF2-40B4-BE49-F238E27FC236}">
                    <a16:creationId xmlns:a16="http://schemas.microsoft.com/office/drawing/2014/main" id="{A015B32B-361C-E3E1-C2FA-960BAB0236C9}"/>
                  </a:ext>
                </a:extLst>
              </p:cNvPr>
              <p:cNvPicPr/>
              <p:nvPr/>
            </p:nvPicPr>
            <p:blipFill>
              <a:blip r:embed="rId116"/>
              <a:stretch>
                <a:fillRect/>
              </a:stretch>
            </p:blipFill>
            <p:spPr>
              <a:xfrm>
                <a:off x="9122558" y="4725863"/>
                <a:ext cx="216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6" name="Ink 75">
                <a:extLst>
                  <a:ext uri="{FF2B5EF4-FFF2-40B4-BE49-F238E27FC236}">
                    <a16:creationId xmlns:a16="http://schemas.microsoft.com/office/drawing/2014/main" id="{2644C635-6C9F-12D5-B334-2B0E8C32C047}"/>
                  </a:ext>
                </a:extLst>
              </p14:cNvPr>
              <p14:cNvContentPartPr/>
              <p14:nvPr/>
            </p14:nvContentPartPr>
            <p14:xfrm>
              <a:off x="9206438" y="4916303"/>
              <a:ext cx="1440" cy="2880"/>
            </p14:xfrm>
          </p:contentPart>
        </mc:Choice>
        <mc:Fallback>
          <p:pic>
            <p:nvPicPr>
              <p:cNvPr id="76" name="Ink 75">
                <a:extLst>
                  <a:ext uri="{FF2B5EF4-FFF2-40B4-BE49-F238E27FC236}">
                    <a16:creationId xmlns:a16="http://schemas.microsoft.com/office/drawing/2014/main" id="{2644C635-6C9F-12D5-B334-2B0E8C32C047}"/>
                  </a:ext>
                </a:extLst>
              </p:cNvPr>
              <p:cNvPicPr/>
              <p:nvPr/>
            </p:nvPicPr>
            <p:blipFill>
              <a:blip r:embed="rId118"/>
              <a:stretch>
                <a:fillRect/>
              </a:stretch>
            </p:blipFill>
            <p:spPr>
              <a:xfrm>
                <a:off x="9197438" y="4907303"/>
                <a:ext cx="19080" cy="20520"/>
              </a:xfrm>
              <a:prstGeom prst="rect">
                <a:avLst/>
              </a:prstGeom>
            </p:spPr>
          </p:pic>
        </mc:Fallback>
      </mc:AlternateContent>
      <p:grpSp>
        <p:nvGrpSpPr>
          <p:cNvPr id="96" name="Group 95">
            <a:extLst>
              <a:ext uri="{FF2B5EF4-FFF2-40B4-BE49-F238E27FC236}">
                <a16:creationId xmlns:a16="http://schemas.microsoft.com/office/drawing/2014/main" id="{963F3147-8895-8A34-8C14-E4A56C972B9B}"/>
              </a:ext>
            </a:extLst>
          </p:cNvPr>
          <p:cNvGrpSpPr/>
          <p:nvPr/>
        </p:nvGrpSpPr>
        <p:grpSpPr>
          <a:xfrm>
            <a:off x="9404078" y="4796423"/>
            <a:ext cx="384840" cy="123120"/>
            <a:chOff x="9404078" y="4796423"/>
            <a:chExt cx="384840" cy="123120"/>
          </a:xfrm>
        </p:grpSpPr>
        <mc:AlternateContent xmlns:mc="http://schemas.openxmlformats.org/markup-compatibility/2006">
          <mc:Choice xmlns:p14="http://schemas.microsoft.com/office/powerpoint/2010/main" Requires="p14">
            <p:contentPart p14:bwMode="auto" r:id="rId119">
              <p14:nvContentPartPr>
                <p14:cNvPr id="74" name="Ink 73">
                  <a:extLst>
                    <a:ext uri="{FF2B5EF4-FFF2-40B4-BE49-F238E27FC236}">
                      <a16:creationId xmlns:a16="http://schemas.microsoft.com/office/drawing/2014/main" id="{1BE2D6F1-AD59-98A0-B0D1-DE1F432DB05A}"/>
                    </a:ext>
                  </a:extLst>
                </p14:cNvPr>
                <p14:cNvContentPartPr/>
                <p14:nvPr/>
              </p14:nvContentPartPr>
              <p14:xfrm>
                <a:off x="9404078" y="4796423"/>
                <a:ext cx="214920" cy="19800"/>
              </p14:xfrm>
            </p:contentPart>
          </mc:Choice>
          <mc:Fallback>
            <p:pic>
              <p:nvPicPr>
                <p:cNvPr id="74" name="Ink 73">
                  <a:extLst>
                    <a:ext uri="{FF2B5EF4-FFF2-40B4-BE49-F238E27FC236}">
                      <a16:creationId xmlns:a16="http://schemas.microsoft.com/office/drawing/2014/main" id="{1BE2D6F1-AD59-98A0-B0D1-DE1F432DB05A}"/>
                    </a:ext>
                  </a:extLst>
                </p:cNvPr>
                <p:cNvPicPr/>
                <p:nvPr/>
              </p:nvPicPr>
              <p:blipFill>
                <a:blip r:embed="rId120"/>
                <a:stretch>
                  <a:fillRect/>
                </a:stretch>
              </p:blipFill>
              <p:spPr>
                <a:xfrm>
                  <a:off x="9395438" y="4787783"/>
                  <a:ext cx="23256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7" name="Ink 76">
                  <a:extLst>
                    <a:ext uri="{FF2B5EF4-FFF2-40B4-BE49-F238E27FC236}">
                      <a16:creationId xmlns:a16="http://schemas.microsoft.com/office/drawing/2014/main" id="{E3D86749-A782-8EA9-6FAC-EBC3B5379599}"/>
                    </a:ext>
                  </a:extLst>
                </p14:cNvPr>
                <p14:cNvContentPartPr/>
                <p14:nvPr/>
              </p14:nvContentPartPr>
              <p14:xfrm>
                <a:off x="9763718" y="4834943"/>
                <a:ext cx="25200" cy="84600"/>
              </p14:xfrm>
            </p:contentPart>
          </mc:Choice>
          <mc:Fallback>
            <p:pic>
              <p:nvPicPr>
                <p:cNvPr id="77" name="Ink 76">
                  <a:extLst>
                    <a:ext uri="{FF2B5EF4-FFF2-40B4-BE49-F238E27FC236}">
                      <a16:creationId xmlns:a16="http://schemas.microsoft.com/office/drawing/2014/main" id="{E3D86749-A782-8EA9-6FAC-EBC3B5379599}"/>
                    </a:ext>
                  </a:extLst>
                </p:cNvPr>
                <p:cNvPicPr/>
                <p:nvPr/>
              </p:nvPicPr>
              <p:blipFill>
                <a:blip r:embed="rId122"/>
                <a:stretch>
                  <a:fillRect/>
                </a:stretch>
              </p:blipFill>
              <p:spPr>
                <a:xfrm>
                  <a:off x="9754718" y="4825943"/>
                  <a:ext cx="42840" cy="102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3">
            <p14:nvContentPartPr>
              <p14:cNvPr id="78" name="Ink 77">
                <a:extLst>
                  <a:ext uri="{FF2B5EF4-FFF2-40B4-BE49-F238E27FC236}">
                    <a16:creationId xmlns:a16="http://schemas.microsoft.com/office/drawing/2014/main" id="{17548F2D-8FBC-50AC-F2B4-A2CCD759824F}"/>
                  </a:ext>
                </a:extLst>
              </p14:cNvPr>
              <p14:cNvContentPartPr/>
              <p14:nvPr/>
            </p14:nvContentPartPr>
            <p14:xfrm>
              <a:off x="8829158" y="5235623"/>
              <a:ext cx="15120" cy="360"/>
            </p14:xfrm>
          </p:contentPart>
        </mc:Choice>
        <mc:Fallback>
          <p:pic>
            <p:nvPicPr>
              <p:cNvPr id="78" name="Ink 77">
                <a:extLst>
                  <a:ext uri="{FF2B5EF4-FFF2-40B4-BE49-F238E27FC236}">
                    <a16:creationId xmlns:a16="http://schemas.microsoft.com/office/drawing/2014/main" id="{17548F2D-8FBC-50AC-F2B4-A2CCD759824F}"/>
                  </a:ext>
                </a:extLst>
              </p:cNvPr>
              <p:cNvPicPr/>
              <p:nvPr/>
            </p:nvPicPr>
            <p:blipFill>
              <a:blip r:embed="rId124"/>
              <a:stretch>
                <a:fillRect/>
              </a:stretch>
            </p:blipFill>
            <p:spPr>
              <a:xfrm>
                <a:off x="8820518" y="5226983"/>
                <a:ext cx="327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80" name="Ink 79">
                <a:extLst>
                  <a:ext uri="{FF2B5EF4-FFF2-40B4-BE49-F238E27FC236}">
                    <a16:creationId xmlns:a16="http://schemas.microsoft.com/office/drawing/2014/main" id="{681F15A2-828A-C23E-4B36-097DB391E946}"/>
                  </a:ext>
                </a:extLst>
              </p14:cNvPr>
              <p14:cNvContentPartPr/>
              <p14:nvPr/>
            </p14:nvContentPartPr>
            <p14:xfrm>
              <a:off x="9204998" y="5122943"/>
              <a:ext cx="1800" cy="3960"/>
            </p14:xfrm>
          </p:contentPart>
        </mc:Choice>
        <mc:Fallback>
          <p:pic>
            <p:nvPicPr>
              <p:cNvPr id="80" name="Ink 79">
                <a:extLst>
                  <a:ext uri="{FF2B5EF4-FFF2-40B4-BE49-F238E27FC236}">
                    <a16:creationId xmlns:a16="http://schemas.microsoft.com/office/drawing/2014/main" id="{681F15A2-828A-C23E-4B36-097DB391E946}"/>
                  </a:ext>
                </a:extLst>
              </p:cNvPr>
              <p:cNvPicPr/>
              <p:nvPr/>
            </p:nvPicPr>
            <p:blipFill>
              <a:blip r:embed="rId118"/>
              <a:stretch>
                <a:fillRect/>
              </a:stretch>
            </p:blipFill>
            <p:spPr>
              <a:xfrm>
                <a:off x="9196358" y="5113943"/>
                <a:ext cx="19440" cy="21600"/>
              </a:xfrm>
              <a:prstGeom prst="rect">
                <a:avLst/>
              </a:prstGeom>
            </p:spPr>
          </p:pic>
        </mc:Fallback>
      </mc:AlternateContent>
      <p:grpSp>
        <p:nvGrpSpPr>
          <p:cNvPr id="95" name="Group 94">
            <a:extLst>
              <a:ext uri="{FF2B5EF4-FFF2-40B4-BE49-F238E27FC236}">
                <a16:creationId xmlns:a16="http://schemas.microsoft.com/office/drawing/2014/main" id="{2BB42D10-B632-A1B5-1FE2-D9C3EA49D77C}"/>
              </a:ext>
            </a:extLst>
          </p:cNvPr>
          <p:cNvGrpSpPr/>
          <p:nvPr/>
        </p:nvGrpSpPr>
        <p:grpSpPr>
          <a:xfrm>
            <a:off x="9112478" y="5229503"/>
            <a:ext cx="143640" cy="93240"/>
            <a:chOff x="9112478" y="5229503"/>
            <a:chExt cx="143640" cy="93240"/>
          </a:xfrm>
        </p:grpSpPr>
        <mc:AlternateContent xmlns:mc="http://schemas.openxmlformats.org/markup-compatibility/2006">
          <mc:Choice xmlns:p14="http://schemas.microsoft.com/office/powerpoint/2010/main" Requires="p14">
            <p:contentPart p14:bwMode="auto" r:id="rId126">
              <p14:nvContentPartPr>
                <p14:cNvPr id="79" name="Ink 78">
                  <a:extLst>
                    <a:ext uri="{FF2B5EF4-FFF2-40B4-BE49-F238E27FC236}">
                      <a16:creationId xmlns:a16="http://schemas.microsoft.com/office/drawing/2014/main" id="{3B852148-2EE5-6186-D80E-B4C178A5AAB6}"/>
                    </a:ext>
                  </a:extLst>
                </p14:cNvPr>
                <p14:cNvContentPartPr/>
                <p14:nvPr/>
              </p14:nvContentPartPr>
              <p14:xfrm>
                <a:off x="9112478" y="5229503"/>
                <a:ext cx="10440" cy="360"/>
              </p14:xfrm>
            </p:contentPart>
          </mc:Choice>
          <mc:Fallback>
            <p:pic>
              <p:nvPicPr>
                <p:cNvPr id="79" name="Ink 78">
                  <a:extLst>
                    <a:ext uri="{FF2B5EF4-FFF2-40B4-BE49-F238E27FC236}">
                      <a16:creationId xmlns:a16="http://schemas.microsoft.com/office/drawing/2014/main" id="{3B852148-2EE5-6186-D80E-B4C178A5AAB6}"/>
                    </a:ext>
                  </a:extLst>
                </p:cNvPr>
                <p:cNvPicPr/>
                <p:nvPr/>
              </p:nvPicPr>
              <p:blipFill>
                <a:blip r:embed="rId124"/>
                <a:stretch>
                  <a:fillRect/>
                </a:stretch>
              </p:blipFill>
              <p:spPr>
                <a:xfrm>
                  <a:off x="9103838" y="5220503"/>
                  <a:ext cx="28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1" name="Ink 80">
                  <a:extLst>
                    <a:ext uri="{FF2B5EF4-FFF2-40B4-BE49-F238E27FC236}">
                      <a16:creationId xmlns:a16="http://schemas.microsoft.com/office/drawing/2014/main" id="{0EA92E6B-22E2-0BF6-6234-D7AC2C057D37}"/>
                    </a:ext>
                  </a:extLst>
                </p14:cNvPr>
                <p14:cNvContentPartPr/>
                <p14:nvPr/>
              </p14:nvContentPartPr>
              <p14:xfrm>
                <a:off x="9237758" y="5273423"/>
                <a:ext cx="18360" cy="49320"/>
              </p14:xfrm>
            </p:contentPart>
          </mc:Choice>
          <mc:Fallback>
            <p:pic>
              <p:nvPicPr>
                <p:cNvPr id="81" name="Ink 80">
                  <a:extLst>
                    <a:ext uri="{FF2B5EF4-FFF2-40B4-BE49-F238E27FC236}">
                      <a16:creationId xmlns:a16="http://schemas.microsoft.com/office/drawing/2014/main" id="{0EA92E6B-22E2-0BF6-6234-D7AC2C057D37}"/>
                    </a:ext>
                  </a:extLst>
                </p:cNvPr>
                <p:cNvPicPr/>
                <p:nvPr/>
              </p:nvPicPr>
              <p:blipFill>
                <a:blip r:embed="rId128"/>
                <a:stretch>
                  <a:fillRect/>
                </a:stretch>
              </p:blipFill>
              <p:spPr>
                <a:xfrm>
                  <a:off x="9228758" y="5264423"/>
                  <a:ext cx="36000" cy="66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9">
            <p14:nvContentPartPr>
              <p14:cNvPr id="82" name="Ink 81">
                <a:extLst>
                  <a:ext uri="{FF2B5EF4-FFF2-40B4-BE49-F238E27FC236}">
                    <a16:creationId xmlns:a16="http://schemas.microsoft.com/office/drawing/2014/main" id="{197CAB4D-6B59-207B-D4A8-0D64B3A6566B}"/>
                  </a:ext>
                </a:extLst>
              </p14:cNvPr>
              <p14:cNvContentPartPr/>
              <p14:nvPr/>
            </p14:nvContentPartPr>
            <p14:xfrm>
              <a:off x="9436838" y="5191703"/>
              <a:ext cx="157680" cy="7200"/>
            </p14:xfrm>
          </p:contentPart>
        </mc:Choice>
        <mc:Fallback>
          <p:pic>
            <p:nvPicPr>
              <p:cNvPr id="82" name="Ink 81">
                <a:extLst>
                  <a:ext uri="{FF2B5EF4-FFF2-40B4-BE49-F238E27FC236}">
                    <a16:creationId xmlns:a16="http://schemas.microsoft.com/office/drawing/2014/main" id="{197CAB4D-6B59-207B-D4A8-0D64B3A6566B}"/>
                  </a:ext>
                </a:extLst>
              </p:cNvPr>
              <p:cNvPicPr/>
              <p:nvPr/>
            </p:nvPicPr>
            <p:blipFill>
              <a:blip r:embed="rId130"/>
              <a:stretch>
                <a:fillRect/>
              </a:stretch>
            </p:blipFill>
            <p:spPr>
              <a:xfrm>
                <a:off x="9427838" y="5183063"/>
                <a:ext cx="1753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3" name="Ink 82">
                <a:extLst>
                  <a:ext uri="{FF2B5EF4-FFF2-40B4-BE49-F238E27FC236}">
                    <a16:creationId xmlns:a16="http://schemas.microsoft.com/office/drawing/2014/main" id="{F6B8379A-CCBA-19C8-75DE-D11F73187FD5}"/>
                  </a:ext>
                </a:extLst>
              </p14:cNvPr>
              <p14:cNvContentPartPr/>
              <p14:nvPr/>
            </p14:nvContentPartPr>
            <p14:xfrm>
              <a:off x="9825998" y="5112863"/>
              <a:ext cx="33120" cy="129600"/>
            </p14:xfrm>
          </p:contentPart>
        </mc:Choice>
        <mc:Fallback>
          <p:pic>
            <p:nvPicPr>
              <p:cNvPr id="83" name="Ink 82">
                <a:extLst>
                  <a:ext uri="{FF2B5EF4-FFF2-40B4-BE49-F238E27FC236}">
                    <a16:creationId xmlns:a16="http://schemas.microsoft.com/office/drawing/2014/main" id="{F6B8379A-CCBA-19C8-75DE-D11F73187FD5}"/>
                  </a:ext>
                </a:extLst>
              </p:cNvPr>
              <p:cNvPicPr/>
              <p:nvPr/>
            </p:nvPicPr>
            <p:blipFill>
              <a:blip r:embed="rId132"/>
              <a:stretch>
                <a:fillRect/>
              </a:stretch>
            </p:blipFill>
            <p:spPr>
              <a:xfrm>
                <a:off x="9817358" y="5103863"/>
                <a:ext cx="50760" cy="147240"/>
              </a:xfrm>
              <a:prstGeom prst="rect">
                <a:avLst/>
              </a:prstGeom>
            </p:spPr>
          </p:pic>
        </mc:Fallback>
      </mc:AlternateContent>
      <p:grpSp>
        <p:nvGrpSpPr>
          <p:cNvPr id="94" name="Group 93">
            <a:extLst>
              <a:ext uri="{FF2B5EF4-FFF2-40B4-BE49-F238E27FC236}">
                <a16:creationId xmlns:a16="http://schemas.microsoft.com/office/drawing/2014/main" id="{BA06B1C0-FA8D-D4DB-9A2E-1B39297850E0}"/>
              </a:ext>
            </a:extLst>
          </p:cNvPr>
          <p:cNvGrpSpPr/>
          <p:nvPr/>
        </p:nvGrpSpPr>
        <p:grpSpPr>
          <a:xfrm>
            <a:off x="8911958" y="5567903"/>
            <a:ext cx="245160" cy="19440"/>
            <a:chOff x="8911958" y="5567903"/>
            <a:chExt cx="245160" cy="19440"/>
          </a:xfrm>
        </p:grpSpPr>
        <mc:AlternateContent xmlns:mc="http://schemas.openxmlformats.org/markup-compatibility/2006">
          <mc:Choice xmlns:p14="http://schemas.microsoft.com/office/powerpoint/2010/main" Requires="p14">
            <p:contentPart p14:bwMode="auto" r:id="rId133">
              <p14:nvContentPartPr>
                <p14:cNvPr id="84" name="Ink 83">
                  <a:extLst>
                    <a:ext uri="{FF2B5EF4-FFF2-40B4-BE49-F238E27FC236}">
                      <a16:creationId xmlns:a16="http://schemas.microsoft.com/office/drawing/2014/main" id="{54194B06-9535-6CDB-DB2E-C2C742A8B9C7}"/>
                    </a:ext>
                  </a:extLst>
                </p14:cNvPr>
                <p14:cNvContentPartPr/>
                <p14:nvPr/>
              </p14:nvContentPartPr>
              <p14:xfrm>
                <a:off x="8938238" y="5567903"/>
                <a:ext cx="11520" cy="360"/>
              </p14:xfrm>
            </p:contentPart>
          </mc:Choice>
          <mc:Fallback>
            <p:pic>
              <p:nvPicPr>
                <p:cNvPr id="84" name="Ink 83">
                  <a:extLst>
                    <a:ext uri="{FF2B5EF4-FFF2-40B4-BE49-F238E27FC236}">
                      <a16:creationId xmlns:a16="http://schemas.microsoft.com/office/drawing/2014/main" id="{54194B06-9535-6CDB-DB2E-C2C742A8B9C7}"/>
                    </a:ext>
                  </a:extLst>
                </p:cNvPr>
                <p:cNvPicPr/>
                <p:nvPr/>
              </p:nvPicPr>
              <p:blipFill>
                <a:blip r:embed="rId124"/>
                <a:stretch>
                  <a:fillRect/>
                </a:stretch>
              </p:blipFill>
              <p:spPr>
                <a:xfrm>
                  <a:off x="8929598" y="5558903"/>
                  <a:ext cx="291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5" name="Ink 84">
                  <a:extLst>
                    <a:ext uri="{FF2B5EF4-FFF2-40B4-BE49-F238E27FC236}">
                      <a16:creationId xmlns:a16="http://schemas.microsoft.com/office/drawing/2014/main" id="{7379E1C0-F4EE-B9BD-A0BA-A6C9A14F01BE}"/>
                    </a:ext>
                  </a:extLst>
                </p14:cNvPr>
                <p14:cNvContentPartPr/>
                <p14:nvPr/>
              </p14:nvContentPartPr>
              <p14:xfrm>
                <a:off x="8911958" y="5576183"/>
                <a:ext cx="245160" cy="11160"/>
              </p14:xfrm>
            </p:contentPart>
          </mc:Choice>
          <mc:Fallback>
            <p:pic>
              <p:nvPicPr>
                <p:cNvPr id="85" name="Ink 84">
                  <a:extLst>
                    <a:ext uri="{FF2B5EF4-FFF2-40B4-BE49-F238E27FC236}">
                      <a16:creationId xmlns:a16="http://schemas.microsoft.com/office/drawing/2014/main" id="{7379E1C0-F4EE-B9BD-A0BA-A6C9A14F01BE}"/>
                    </a:ext>
                  </a:extLst>
                </p:cNvPr>
                <p:cNvPicPr/>
                <p:nvPr/>
              </p:nvPicPr>
              <p:blipFill>
                <a:blip r:embed="rId135"/>
                <a:stretch>
                  <a:fillRect/>
                </a:stretch>
              </p:blipFill>
              <p:spPr>
                <a:xfrm>
                  <a:off x="8903318" y="5567183"/>
                  <a:ext cx="262800" cy="28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6">
            <p14:nvContentPartPr>
              <p14:cNvPr id="86" name="Ink 85">
                <a:extLst>
                  <a:ext uri="{FF2B5EF4-FFF2-40B4-BE49-F238E27FC236}">
                    <a16:creationId xmlns:a16="http://schemas.microsoft.com/office/drawing/2014/main" id="{4F711A1D-5195-92DC-E2F3-DDA5384F4B2A}"/>
                  </a:ext>
                </a:extLst>
              </p14:cNvPr>
              <p14:cNvContentPartPr/>
              <p14:nvPr/>
            </p14:nvContentPartPr>
            <p14:xfrm>
              <a:off x="9353678" y="5505623"/>
              <a:ext cx="9720" cy="12600"/>
            </p14:xfrm>
          </p:contentPart>
        </mc:Choice>
        <mc:Fallback>
          <p:pic>
            <p:nvPicPr>
              <p:cNvPr id="86" name="Ink 85">
                <a:extLst>
                  <a:ext uri="{FF2B5EF4-FFF2-40B4-BE49-F238E27FC236}">
                    <a16:creationId xmlns:a16="http://schemas.microsoft.com/office/drawing/2014/main" id="{4F711A1D-5195-92DC-E2F3-DDA5384F4B2A}"/>
                  </a:ext>
                </a:extLst>
              </p:cNvPr>
              <p:cNvPicPr/>
              <p:nvPr/>
            </p:nvPicPr>
            <p:blipFill>
              <a:blip r:embed="rId137"/>
              <a:stretch>
                <a:fillRect/>
              </a:stretch>
            </p:blipFill>
            <p:spPr>
              <a:xfrm>
                <a:off x="9344678" y="5496623"/>
                <a:ext cx="27360" cy="30240"/>
              </a:xfrm>
              <a:prstGeom prst="rect">
                <a:avLst/>
              </a:prstGeom>
            </p:spPr>
          </p:pic>
        </mc:Fallback>
      </mc:AlternateContent>
      <p:grpSp>
        <p:nvGrpSpPr>
          <p:cNvPr id="93" name="Group 92">
            <a:extLst>
              <a:ext uri="{FF2B5EF4-FFF2-40B4-BE49-F238E27FC236}">
                <a16:creationId xmlns:a16="http://schemas.microsoft.com/office/drawing/2014/main" id="{94608E1E-795C-9E3E-EA63-E87EF55B82EC}"/>
              </a:ext>
            </a:extLst>
          </p:cNvPr>
          <p:cNvGrpSpPr/>
          <p:nvPr/>
        </p:nvGrpSpPr>
        <p:grpSpPr>
          <a:xfrm>
            <a:off x="9419558" y="5658983"/>
            <a:ext cx="322920" cy="29520"/>
            <a:chOff x="9419558" y="5658983"/>
            <a:chExt cx="322920" cy="29520"/>
          </a:xfrm>
        </p:grpSpPr>
        <mc:AlternateContent xmlns:mc="http://schemas.openxmlformats.org/markup-compatibility/2006">
          <mc:Choice xmlns:p14="http://schemas.microsoft.com/office/powerpoint/2010/main" Requires="p14">
            <p:contentPart p14:bwMode="auto" r:id="rId138">
              <p14:nvContentPartPr>
                <p14:cNvPr id="87" name="Ink 86">
                  <a:extLst>
                    <a:ext uri="{FF2B5EF4-FFF2-40B4-BE49-F238E27FC236}">
                      <a16:creationId xmlns:a16="http://schemas.microsoft.com/office/drawing/2014/main" id="{3B60FA12-6AED-D2A6-941C-16A62D4758D5}"/>
                    </a:ext>
                  </a:extLst>
                </p14:cNvPr>
                <p14:cNvContentPartPr/>
                <p14:nvPr/>
              </p14:nvContentPartPr>
              <p14:xfrm>
                <a:off x="9419558" y="5686703"/>
                <a:ext cx="360" cy="1800"/>
              </p14:xfrm>
            </p:contentPart>
          </mc:Choice>
          <mc:Fallback>
            <p:pic>
              <p:nvPicPr>
                <p:cNvPr id="87" name="Ink 86">
                  <a:extLst>
                    <a:ext uri="{FF2B5EF4-FFF2-40B4-BE49-F238E27FC236}">
                      <a16:creationId xmlns:a16="http://schemas.microsoft.com/office/drawing/2014/main" id="{3B60FA12-6AED-D2A6-941C-16A62D4758D5}"/>
                    </a:ext>
                  </a:extLst>
                </p:cNvPr>
                <p:cNvPicPr/>
                <p:nvPr/>
              </p:nvPicPr>
              <p:blipFill>
                <a:blip r:embed="rId116"/>
                <a:stretch>
                  <a:fillRect/>
                </a:stretch>
              </p:blipFill>
              <p:spPr>
                <a:xfrm>
                  <a:off x="9410558" y="5677703"/>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8" name="Ink 87">
                  <a:extLst>
                    <a:ext uri="{FF2B5EF4-FFF2-40B4-BE49-F238E27FC236}">
                      <a16:creationId xmlns:a16="http://schemas.microsoft.com/office/drawing/2014/main" id="{390A7D41-1D46-06A1-F077-8A6BF9C0D1A9}"/>
                    </a:ext>
                  </a:extLst>
                </p14:cNvPr>
                <p14:cNvContentPartPr/>
                <p14:nvPr/>
              </p14:nvContentPartPr>
              <p14:xfrm>
                <a:off x="9566798" y="5658983"/>
                <a:ext cx="175680" cy="9720"/>
              </p14:xfrm>
            </p:contentPart>
          </mc:Choice>
          <mc:Fallback>
            <p:pic>
              <p:nvPicPr>
                <p:cNvPr id="88" name="Ink 87">
                  <a:extLst>
                    <a:ext uri="{FF2B5EF4-FFF2-40B4-BE49-F238E27FC236}">
                      <a16:creationId xmlns:a16="http://schemas.microsoft.com/office/drawing/2014/main" id="{390A7D41-1D46-06A1-F077-8A6BF9C0D1A9}"/>
                    </a:ext>
                  </a:extLst>
                </p:cNvPr>
                <p:cNvPicPr/>
                <p:nvPr/>
              </p:nvPicPr>
              <p:blipFill>
                <a:blip r:embed="rId140"/>
                <a:stretch>
                  <a:fillRect/>
                </a:stretch>
              </p:blipFill>
              <p:spPr>
                <a:xfrm>
                  <a:off x="9558158" y="5649983"/>
                  <a:ext cx="193320" cy="27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1">
            <p14:nvContentPartPr>
              <p14:cNvPr id="89" name="Ink 88">
                <a:extLst>
                  <a:ext uri="{FF2B5EF4-FFF2-40B4-BE49-F238E27FC236}">
                    <a16:creationId xmlns:a16="http://schemas.microsoft.com/office/drawing/2014/main" id="{023AF13A-1FAE-A163-55D2-9A180CFFB8CA}"/>
                  </a:ext>
                </a:extLst>
              </p14:cNvPr>
              <p14:cNvContentPartPr/>
              <p14:nvPr/>
            </p14:nvContentPartPr>
            <p14:xfrm>
              <a:off x="9945518" y="5648903"/>
              <a:ext cx="6480" cy="73440"/>
            </p14:xfrm>
          </p:contentPart>
        </mc:Choice>
        <mc:Fallback>
          <p:pic>
            <p:nvPicPr>
              <p:cNvPr id="89" name="Ink 88">
                <a:extLst>
                  <a:ext uri="{FF2B5EF4-FFF2-40B4-BE49-F238E27FC236}">
                    <a16:creationId xmlns:a16="http://schemas.microsoft.com/office/drawing/2014/main" id="{023AF13A-1FAE-A163-55D2-9A180CFFB8CA}"/>
                  </a:ext>
                </a:extLst>
              </p:cNvPr>
              <p:cNvPicPr/>
              <p:nvPr/>
            </p:nvPicPr>
            <p:blipFill>
              <a:blip r:embed="rId142"/>
              <a:stretch>
                <a:fillRect/>
              </a:stretch>
            </p:blipFill>
            <p:spPr>
              <a:xfrm>
                <a:off x="9936518" y="5640263"/>
                <a:ext cx="2412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90" name="Ink 89">
                <a:extLst>
                  <a:ext uri="{FF2B5EF4-FFF2-40B4-BE49-F238E27FC236}">
                    <a16:creationId xmlns:a16="http://schemas.microsoft.com/office/drawing/2014/main" id="{229DC6A6-2452-D54B-3076-7B287B260B0E}"/>
                  </a:ext>
                </a:extLst>
              </p14:cNvPr>
              <p14:cNvContentPartPr/>
              <p14:nvPr/>
            </p14:nvContentPartPr>
            <p14:xfrm>
              <a:off x="8486438" y="5849063"/>
              <a:ext cx="210960" cy="313200"/>
            </p14:xfrm>
          </p:contentPart>
        </mc:Choice>
        <mc:Fallback>
          <p:pic>
            <p:nvPicPr>
              <p:cNvPr id="90" name="Ink 89">
                <a:extLst>
                  <a:ext uri="{FF2B5EF4-FFF2-40B4-BE49-F238E27FC236}">
                    <a16:creationId xmlns:a16="http://schemas.microsoft.com/office/drawing/2014/main" id="{229DC6A6-2452-D54B-3076-7B287B260B0E}"/>
                  </a:ext>
                </a:extLst>
              </p:cNvPr>
              <p:cNvPicPr/>
              <p:nvPr/>
            </p:nvPicPr>
            <p:blipFill>
              <a:blip r:embed="rId144"/>
              <a:stretch>
                <a:fillRect/>
              </a:stretch>
            </p:blipFill>
            <p:spPr>
              <a:xfrm>
                <a:off x="8477438" y="5840423"/>
                <a:ext cx="228600" cy="330840"/>
              </a:xfrm>
              <a:prstGeom prst="rect">
                <a:avLst/>
              </a:prstGeom>
            </p:spPr>
          </p:pic>
        </mc:Fallback>
      </mc:AlternateContent>
      <p:grpSp>
        <p:nvGrpSpPr>
          <p:cNvPr id="97" name="Group 96">
            <a:extLst>
              <a:ext uri="{FF2B5EF4-FFF2-40B4-BE49-F238E27FC236}">
                <a16:creationId xmlns:a16="http://schemas.microsoft.com/office/drawing/2014/main" id="{91A3D12F-C242-187F-6FCE-4B531A99DAF7}"/>
              </a:ext>
            </a:extLst>
          </p:cNvPr>
          <p:cNvGrpSpPr/>
          <p:nvPr/>
        </p:nvGrpSpPr>
        <p:grpSpPr>
          <a:xfrm>
            <a:off x="6533798" y="4437503"/>
            <a:ext cx="1351440" cy="1590840"/>
            <a:chOff x="6533798" y="4437503"/>
            <a:chExt cx="1351440" cy="1590840"/>
          </a:xfrm>
        </p:grpSpPr>
        <mc:AlternateContent xmlns:mc="http://schemas.openxmlformats.org/markup-compatibility/2006">
          <mc:Choice xmlns:p14="http://schemas.microsoft.com/office/powerpoint/2010/main" Requires="p14">
            <p:contentPart p14:bwMode="auto" r:id="rId145">
              <p14:nvContentPartPr>
                <p14:cNvPr id="68" name="Ink 67">
                  <a:extLst>
                    <a:ext uri="{FF2B5EF4-FFF2-40B4-BE49-F238E27FC236}">
                      <a16:creationId xmlns:a16="http://schemas.microsoft.com/office/drawing/2014/main" id="{8BB510B3-0CEA-77EC-E9F5-2D838BD7C11A}"/>
                    </a:ext>
                  </a:extLst>
                </p14:cNvPr>
                <p14:cNvContentPartPr/>
                <p14:nvPr/>
              </p14:nvContentPartPr>
              <p14:xfrm>
                <a:off x="6736478" y="4526783"/>
                <a:ext cx="295920" cy="176400"/>
              </p14:xfrm>
            </p:contentPart>
          </mc:Choice>
          <mc:Fallback>
            <p:pic>
              <p:nvPicPr>
                <p:cNvPr id="68" name="Ink 67">
                  <a:extLst>
                    <a:ext uri="{FF2B5EF4-FFF2-40B4-BE49-F238E27FC236}">
                      <a16:creationId xmlns:a16="http://schemas.microsoft.com/office/drawing/2014/main" id="{8BB510B3-0CEA-77EC-E9F5-2D838BD7C11A}"/>
                    </a:ext>
                  </a:extLst>
                </p:cNvPr>
                <p:cNvPicPr/>
                <p:nvPr/>
              </p:nvPicPr>
              <p:blipFill>
                <a:blip r:embed="rId146"/>
                <a:stretch>
                  <a:fillRect/>
                </a:stretch>
              </p:blipFill>
              <p:spPr>
                <a:xfrm>
                  <a:off x="6727838" y="4517783"/>
                  <a:ext cx="3135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69" name="Ink 68">
                  <a:extLst>
                    <a:ext uri="{FF2B5EF4-FFF2-40B4-BE49-F238E27FC236}">
                      <a16:creationId xmlns:a16="http://schemas.microsoft.com/office/drawing/2014/main" id="{E33B4516-BA26-6CE9-28DB-EC3AD82E3B48}"/>
                    </a:ext>
                  </a:extLst>
                </p14:cNvPr>
                <p14:cNvContentPartPr/>
                <p14:nvPr/>
              </p14:nvContentPartPr>
              <p14:xfrm>
                <a:off x="7087478" y="4451903"/>
                <a:ext cx="206280" cy="264960"/>
              </p14:xfrm>
            </p:contentPart>
          </mc:Choice>
          <mc:Fallback>
            <p:pic>
              <p:nvPicPr>
                <p:cNvPr id="69" name="Ink 68">
                  <a:extLst>
                    <a:ext uri="{FF2B5EF4-FFF2-40B4-BE49-F238E27FC236}">
                      <a16:creationId xmlns:a16="http://schemas.microsoft.com/office/drawing/2014/main" id="{E33B4516-BA26-6CE9-28DB-EC3AD82E3B48}"/>
                    </a:ext>
                  </a:extLst>
                </p:cNvPr>
                <p:cNvPicPr/>
                <p:nvPr/>
              </p:nvPicPr>
              <p:blipFill>
                <a:blip r:embed="rId148"/>
                <a:stretch>
                  <a:fillRect/>
                </a:stretch>
              </p:blipFill>
              <p:spPr>
                <a:xfrm>
                  <a:off x="7078478" y="4442903"/>
                  <a:ext cx="22392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70" name="Ink 69">
                  <a:extLst>
                    <a:ext uri="{FF2B5EF4-FFF2-40B4-BE49-F238E27FC236}">
                      <a16:creationId xmlns:a16="http://schemas.microsoft.com/office/drawing/2014/main" id="{E54B44FB-711B-BE17-0A3C-9A173D72582B}"/>
                    </a:ext>
                  </a:extLst>
                </p14:cNvPr>
                <p14:cNvContentPartPr/>
                <p14:nvPr/>
              </p14:nvContentPartPr>
              <p14:xfrm>
                <a:off x="7308518" y="4548743"/>
                <a:ext cx="208080" cy="131760"/>
              </p14:xfrm>
            </p:contentPart>
          </mc:Choice>
          <mc:Fallback>
            <p:pic>
              <p:nvPicPr>
                <p:cNvPr id="70" name="Ink 69">
                  <a:extLst>
                    <a:ext uri="{FF2B5EF4-FFF2-40B4-BE49-F238E27FC236}">
                      <a16:creationId xmlns:a16="http://schemas.microsoft.com/office/drawing/2014/main" id="{E54B44FB-711B-BE17-0A3C-9A173D72582B}"/>
                    </a:ext>
                  </a:extLst>
                </p:cNvPr>
                <p:cNvPicPr/>
                <p:nvPr/>
              </p:nvPicPr>
              <p:blipFill>
                <a:blip r:embed="rId150"/>
                <a:stretch>
                  <a:fillRect/>
                </a:stretch>
              </p:blipFill>
              <p:spPr>
                <a:xfrm>
                  <a:off x="7299878" y="4539743"/>
                  <a:ext cx="2257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71" name="Ink 70">
                  <a:extLst>
                    <a:ext uri="{FF2B5EF4-FFF2-40B4-BE49-F238E27FC236}">
                      <a16:creationId xmlns:a16="http://schemas.microsoft.com/office/drawing/2014/main" id="{F06D3B0C-1AA5-AE74-6805-5A9CCFA89F7A}"/>
                    </a:ext>
                  </a:extLst>
                </p14:cNvPr>
                <p14:cNvContentPartPr/>
                <p14:nvPr/>
              </p14:nvContentPartPr>
              <p14:xfrm>
                <a:off x="7565558" y="4515983"/>
                <a:ext cx="319680" cy="121320"/>
              </p14:xfrm>
            </p:contentPart>
          </mc:Choice>
          <mc:Fallback>
            <p:pic>
              <p:nvPicPr>
                <p:cNvPr id="71" name="Ink 70">
                  <a:extLst>
                    <a:ext uri="{FF2B5EF4-FFF2-40B4-BE49-F238E27FC236}">
                      <a16:creationId xmlns:a16="http://schemas.microsoft.com/office/drawing/2014/main" id="{F06D3B0C-1AA5-AE74-6805-5A9CCFA89F7A}"/>
                    </a:ext>
                  </a:extLst>
                </p:cNvPr>
                <p:cNvPicPr/>
                <p:nvPr/>
              </p:nvPicPr>
              <p:blipFill>
                <a:blip r:embed="rId152"/>
                <a:stretch>
                  <a:fillRect/>
                </a:stretch>
              </p:blipFill>
              <p:spPr>
                <a:xfrm>
                  <a:off x="7556918" y="4506983"/>
                  <a:ext cx="3373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1" name="Ink 90">
                  <a:extLst>
                    <a:ext uri="{FF2B5EF4-FFF2-40B4-BE49-F238E27FC236}">
                      <a16:creationId xmlns:a16="http://schemas.microsoft.com/office/drawing/2014/main" id="{D0131507-E3BB-D345-5DCA-9CFECAAA0B32}"/>
                    </a:ext>
                  </a:extLst>
                </p14:cNvPr>
                <p14:cNvContentPartPr/>
                <p14:nvPr/>
              </p14:nvContentPartPr>
              <p14:xfrm>
                <a:off x="6533798" y="4437503"/>
                <a:ext cx="270720" cy="1590840"/>
              </p14:xfrm>
            </p:contentPart>
          </mc:Choice>
          <mc:Fallback>
            <p:pic>
              <p:nvPicPr>
                <p:cNvPr id="91" name="Ink 90">
                  <a:extLst>
                    <a:ext uri="{FF2B5EF4-FFF2-40B4-BE49-F238E27FC236}">
                      <a16:creationId xmlns:a16="http://schemas.microsoft.com/office/drawing/2014/main" id="{D0131507-E3BB-D345-5DCA-9CFECAAA0B32}"/>
                    </a:ext>
                  </a:extLst>
                </p:cNvPr>
                <p:cNvPicPr/>
                <p:nvPr/>
              </p:nvPicPr>
              <p:blipFill>
                <a:blip r:embed="rId154"/>
                <a:stretch>
                  <a:fillRect/>
                </a:stretch>
              </p:blipFill>
              <p:spPr>
                <a:xfrm>
                  <a:off x="6525158" y="4428863"/>
                  <a:ext cx="288360" cy="1608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5">
            <p14:nvContentPartPr>
              <p14:cNvPr id="92" name="Ink 91">
                <a:extLst>
                  <a:ext uri="{FF2B5EF4-FFF2-40B4-BE49-F238E27FC236}">
                    <a16:creationId xmlns:a16="http://schemas.microsoft.com/office/drawing/2014/main" id="{8A40309A-0E5A-B687-D413-A648DA2AEBBC}"/>
                  </a:ext>
                </a:extLst>
              </p14:cNvPr>
              <p14:cNvContentPartPr/>
              <p14:nvPr/>
            </p14:nvContentPartPr>
            <p14:xfrm>
              <a:off x="6446678" y="3356783"/>
              <a:ext cx="143280" cy="651240"/>
            </p14:xfrm>
          </p:contentPart>
        </mc:Choice>
        <mc:Fallback>
          <p:pic>
            <p:nvPicPr>
              <p:cNvPr id="92" name="Ink 91">
                <a:extLst>
                  <a:ext uri="{FF2B5EF4-FFF2-40B4-BE49-F238E27FC236}">
                    <a16:creationId xmlns:a16="http://schemas.microsoft.com/office/drawing/2014/main" id="{8A40309A-0E5A-B687-D413-A648DA2AEBBC}"/>
                  </a:ext>
                </a:extLst>
              </p:cNvPr>
              <p:cNvPicPr/>
              <p:nvPr/>
            </p:nvPicPr>
            <p:blipFill>
              <a:blip r:embed="rId156"/>
              <a:stretch>
                <a:fillRect/>
              </a:stretch>
            </p:blipFill>
            <p:spPr>
              <a:xfrm>
                <a:off x="6437678" y="3347783"/>
                <a:ext cx="160920" cy="668880"/>
              </a:xfrm>
              <a:prstGeom prst="rect">
                <a:avLst/>
              </a:prstGeom>
            </p:spPr>
          </p:pic>
        </mc:Fallback>
      </mc:AlternateContent>
    </p:spTree>
    <p:extLst>
      <p:ext uri="{BB962C8B-B14F-4D97-AF65-F5344CB8AC3E}">
        <p14:creationId xmlns:p14="http://schemas.microsoft.com/office/powerpoint/2010/main" val="184004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a:defRPr/>
            </a:pPr>
            <a:r>
              <a:rPr lang="en-US" sz="1400" b="1" kern="0" dirty="0">
                <a:solidFill>
                  <a:prstClr val="white"/>
                </a:solidFill>
                <a:latin typeface="Segoe UI"/>
              </a:rPr>
              <a:t>Authentication</a:t>
            </a:r>
            <a:r>
              <a:rPr lang="en-US" sz="1400" kern="0" dirty="0">
                <a:solidFill>
                  <a:prstClr val="white"/>
                </a:solidFill>
                <a:latin typeface="Segoe UI"/>
              </a:rPr>
              <a:t> – It ensures that is our user a valid user? Has he/she entered valid credentials to login to our app. It is enforced by a login screen. This login screen can also come from IDP like SSO, LDAP, Social integration.</a:t>
            </a:r>
          </a:p>
          <a:p>
            <a:pPr>
              <a:defRPr/>
            </a:pPr>
            <a:endParaRPr lang="en-US" sz="1400" kern="0" dirty="0">
              <a:solidFill>
                <a:prstClr val="white"/>
              </a:solidFill>
              <a:latin typeface="Segoe UI"/>
            </a:endParaRPr>
          </a:p>
          <a:p>
            <a:pPr>
              <a:defRPr/>
            </a:pPr>
            <a:r>
              <a:rPr lang="en-US" sz="1400" b="1" kern="0" dirty="0">
                <a:solidFill>
                  <a:prstClr val="white"/>
                </a:solidFill>
                <a:latin typeface="Segoe UI"/>
              </a:rPr>
              <a:t>Authorization</a:t>
            </a:r>
            <a:r>
              <a:rPr lang="en-US" sz="1400" kern="0" dirty="0">
                <a:solidFill>
                  <a:prstClr val="white"/>
                </a:solidFill>
                <a:latin typeface="Segoe UI"/>
              </a:rPr>
              <a:t> – Once user is authentication, then the authorization comes into play. It ensures, is our user allowed to do certain activities inside app. What is the level of access. E.g. create, update, delete, approve, view.</a:t>
            </a:r>
          </a:p>
          <a:p>
            <a:pPr>
              <a:defRPr/>
            </a:pPr>
            <a:endParaRPr lang="en-US" sz="1600" kern="0" dirty="0">
              <a:solidFill>
                <a:prstClr val="white"/>
              </a:solidFill>
              <a:latin typeface="Segoe UI"/>
            </a:endParaRPr>
          </a:p>
          <a:p>
            <a:pPr>
              <a:defRPr/>
            </a:pPr>
            <a:r>
              <a:rPr lang="en-US" sz="1400" kern="0" dirty="0">
                <a:solidFill>
                  <a:prstClr val="white"/>
                </a:solidFill>
                <a:latin typeface="Segoe UI"/>
              </a:rPr>
              <a:t>SAP BTP </a:t>
            </a:r>
            <a:r>
              <a:rPr lang="en-US" sz="1400" kern="0" dirty="0" err="1">
                <a:solidFill>
                  <a:prstClr val="white"/>
                </a:solidFill>
                <a:latin typeface="Segoe UI"/>
              </a:rPr>
              <a:t>cf</a:t>
            </a:r>
            <a:r>
              <a:rPr lang="en-US" sz="1400" kern="0" dirty="0">
                <a:solidFill>
                  <a:prstClr val="white"/>
                </a:solidFill>
                <a:latin typeface="Segoe UI"/>
              </a:rPr>
              <a:t> environment has a special component called XSUAA – </a:t>
            </a:r>
          </a:p>
          <a:p>
            <a:pPr>
              <a:defRPr/>
            </a:pPr>
            <a:r>
              <a:rPr lang="en-US" sz="1400" kern="0" dirty="0">
                <a:solidFill>
                  <a:prstClr val="white"/>
                </a:solidFill>
                <a:latin typeface="Segoe UI"/>
              </a:rPr>
              <a:t>XS – </a:t>
            </a:r>
            <a:r>
              <a:rPr lang="en-US" sz="1400" kern="0" dirty="0" err="1">
                <a:solidFill>
                  <a:prstClr val="white"/>
                </a:solidFill>
                <a:latin typeface="Segoe UI"/>
              </a:rPr>
              <a:t>eXtended</a:t>
            </a:r>
            <a:r>
              <a:rPr lang="en-US" sz="1400" kern="0" dirty="0">
                <a:solidFill>
                  <a:prstClr val="white"/>
                </a:solidFill>
                <a:latin typeface="Segoe UI"/>
              </a:rPr>
              <a:t> Services</a:t>
            </a:r>
          </a:p>
          <a:p>
            <a:pPr>
              <a:defRPr/>
            </a:pPr>
            <a:r>
              <a:rPr lang="en-US" sz="1400" kern="0" dirty="0">
                <a:solidFill>
                  <a:prstClr val="white"/>
                </a:solidFill>
                <a:latin typeface="Segoe UI"/>
              </a:rPr>
              <a:t>UAA – User Account and Authorization</a:t>
            </a:r>
          </a:p>
          <a:p>
            <a:pPr marL="342797" indent="-342797">
              <a:buFont typeface="Arial" panose="020B0604020202020204" pitchFamily="34" charset="0"/>
              <a:buChar char="•"/>
              <a:defRPr/>
            </a:pPr>
            <a:r>
              <a:rPr lang="en-IN" sz="1400" kern="0" dirty="0">
                <a:solidFill>
                  <a:prstClr val="white"/>
                </a:solidFill>
                <a:latin typeface="Segoe UI"/>
              </a:rPr>
              <a:t>This is an in-built component inside of CF</a:t>
            </a:r>
          </a:p>
          <a:p>
            <a:pPr marL="342797" indent="-342797">
              <a:buFont typeface="Arial" panose="020B0604020202020204" pitchFamily="34" charset="0"/>
              <a:buChar char="•"/>
              <a:defRPr/>
            </a:pPr>
            <a:r>
              <a:rPr lang="en-IN" sz="1400" kern="0" dirty="0">
                <a:solidFill>
                  <a:prstClr val="white"/>
                </a:solidFill>
                <a:latin typeface="Segoe UI"/>
              </a:rPr>
              <a:t>It is responsible to control the user account and authorization</a:t>
            </a:r>
          </a:p>
          <a:p>
            <a:pPr marL="342797" indent="-342797">
              <a:buFont typeface="Arial" panose="020B0604020202020204" pitchFamily="34" charset="0"/>
              <a:buChar char="•"/>
              <a:defRPr/>
            </a:pPr>
            <a:r>
              <a:rPr lang="en-IN" sz="1400" kern="0" dirty="0">
                <a:solidFill>
                  <a:prstClr val="white"/>
                </a:solidFill>
                <a:latin typeface="Segoe UI"/>
              </a:rPr>
              <a:t>It manages our application security</a:t>
            </a:r>
          </a:p>
          <a:p>
            <a:pPr marL="342797" indent="-342797">
              <a:buFont typeface="Arial" panose="020B0604020202020204" pitchFamily="34" charset="0"/>
              <a:buChar char="•"/>
              <a:defRPr/>
            </a:pPr>
            <a:r>
              <a:rPr lang="en-IN" sz="1400" kern="0" dirty="0">
                <a:solidFill>
                  <a:prstClr val="white"/>
                </a:solidFill>
                <a:latin typeface="Segoe UI"/>
              </a:rPr>
              <a:t>In CF we use modular approach to address security</a:t>
            </a:r>
          </a:p>
          <a:p>
            <a:pPr marL="342797" indent="-342797">
              <a:buFont typeface="Arial" panose="020B0604020202020204" pitchFamily="34" charset="0"/>
              <a:buChar char="•"/>
              <a:defRPr/>
            </a:pPr>
            <a:r>
              <a:rPr lang="en-IN" sz="1400" kern="0" dirty="0">
                <a:solidFill>
                  <a:prstClr val="white"/>
                </a:solidFill>
                <a:latin typeface="Segoe UI"/>
              </a:rPr>
              <a:t>As a developer we need to decide what roles and level of security we need in our app. Example, we need to secure </a:t>
            </a:r>
            <a:r>
              <a:rPr lang="en-IN" sz="1400" kern="0" dirty="0" err="1">
                <a:solidFill>
                  <a:prstClr val="white"/>
                </a:solidFill>
                <a:latin typeface="Segoe UI"/>
              </a:rPr>
              <a:t>odata</a:t>
            </a:r>
            <a:r>
              <a:rPr lang="en-IN" sz="1400" kern="0" dirty="0">
                <a:solidFill>
                  <a:prstClr val="white"/>
                </a:solidFill>
                <a:latin typeface="Segoe UI"/>
              </a:rPr>
              <a:t> resource /</a:t>
            </a:r>
            <a:r>
              <a:rPr lang="en-IN" sz="1400" kern="0" dirty="0" err="1">
                <a:solidFill>
                  <a:prstClr val="white"/>
                </a:solidFill>
                <a:latin typeface="Segoe UI"/>
              </a:rPr>
              <a:t>Anubhav.svc</a:t>
            </a:r>
            <a:endParaRPr lang="en-IN" sz="1400" kern="0" dirty="0">
              <a:solidFill>
                <a:prstClr val="white"/>
              </a:solidFill>
              <a:latin typeface="Segoe UI"/>
            </a:endParaRPr>
          </a:p>
          <a:p>
            <a:pPr marL="342797" indent="-342797">
              <a:buFont typeface="Arial" panose="020B0604020202020204" pitchFamily="34" charset="0"/>
              <a:buChar char="•"/>
              <a:defRPr/>
            </a:pPr>
            <a:r>
              <a:rPr lang="en-IN" sz="1400" kern="0" dirty="0">
                <a:solidFill>
                  <a:prstClr val="white"/>
                </a:solidFill>
                <a:latin typeface="Segoe UI"/>
              </a:rPr>
              <a:t>Usually we define Viewer, Editor</a:t>
            </a:r>
          </a:p>
          <a:p>
            <a:pPr marL="342797" indent="-342797">
              <a:buFont typeface="Arial" panose="020B0604020202020204" pitchFamily="34" charset="0"/>
              <a:buChar char="•"/>
              <a:defRPr/>
            </a:pPr>
            <a:r>
              <a:rPr lang="en-IN" sz="1400" kern="0" dirty="0">
                <a:solidFill>
                  <a:prstClr val="white"/>
                </a:solidFill>
                <a:latin typeface="Segoe UI"/>
              </a:rPr>
              <a:t>We need to define our scope and role templates inside a special file called </a:t>
            </a:r>
            <a:r>
              <a:rPr lang="en-IN" sz="1400" b="1" kern="0" dirty="0" err="1">
                <a:solidFill>
                  <a:prstClr val="white"/>
                </a:solidFill>
                <a:latin typeface="Segoe UI"/>
              </a:rPr>
              <a:t>xs-security.json</a:t>
            </a:r>
            <a:r>
              <a:rPr lang="en-IN" sz="1400" b="1" kern="0" dirty="0">
                <a:solidFill>
                  <a:prstClr val="white"/>
                </a:solidFill>
                <a:latin typeface="Segoe UI"/>
              </a:rPr>
              <a:t> </a:t>
            </a:r>
            <a:r>
              <a:rPr lang="en-IN" sz="1400" kern="0" dirty="0">
                <a:solidFill>
                  <a:prstClr val="white"/>
                </a:solidFill>
                <a:latin typeface="Segoe UI"/>
              </a:rPr>
              <a:t>file</a:t>
            </a:r>
          </a:p>
          <a:p>
            <a:pPr marL="342797" indent="-342797">
              <a:buFont typeface="Arial" panose="020B0604020202020204" pitchFamily="34" charset="0"/>
              <a:buChar char="•"/>
              <a:defRPr/>
            </a:pPr>
            <a:r>
              <a:rPr lang="en-IN" sz="1400" kern="0" dirty="0">
                <a:solidFill>
                  <a:prstClr val="white"/>
                </a:solidFill>
                <a:latin typeface="Segoe UI"/>
              </a:rPr>
              <a:t>XSUAA Communicates to the </a:t>
            </a:r>
            <a:r>
              <a:rPr lang="en-IN" sz="1400" b="1" kern="0" dirty="0">
                <a:solidFill>
                  <a:prstClr val="white"/>
                </a:solidFill>
                <a:latin typeface="Segoe UI"/>
              </a:rPr>
              <a:t>IDP – Identity Provider</a:t>
            </a:r>
          </a:p>
          <a:p>
            <a:pPr marL="342797" indent="-342797">
              <a:buFont typeface="Arial" panose="020B0604020202020204" pitchFamily="34" charset="0"/>
              <a:buChar char="•"/>
              <a:defRPr/>
            </a:pPr>
            <a:r>
              <a:rPr lang="en-IN" sz="1400" kern="0" dirty="0">
                <a:solidFill>
                  <a:prstClr val="white"/>
                </a:solidFill>
                <a:latin typeface="Segoe UI"/>
              </a:rPr>
              <a:t>Issues </a:t>
            </a:r>
            <a:r>
              <a:rPr lang="en-IN" sz="1400" b="1" kern="0" dirty="0">
                <a:solidFill>
                  <a:prstClr val="white"/>
                </a:solidFill>
                <a:latin typeface="Segoe UI"/>
              </a:rPr>
              <a:t>JWT (JSON web Token) </a:t>
            </a:r>
            <a:r>
              <a:rPr lang="en-IN" sz="1400" kern="0" dirty="0">
                <a:solidFill>
                  <a:prstClr val="white"/>
                </a:solidFill>
                <a:latin typeface="Segoe UI"/>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Scope</a:t>
            </a:r>
          </a:p>
          <a:p>
            <a:pPr algn="ctr">
              <a:defRPr/>
            </a:pPr>
            <a:r>
              <a:rPr lang="en-US" sz="2000" kern="0" dirty="0">
                <a:solidFill>
                  <a:prstClr val="white"/>
                </a:solidFill>
                <a:latin typeface="Segoe UI"/>
              </a:rPr>
              <a:t>(permission)</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algn="ctr">
              <a:defRPr/>
            </a:pPr>
            <a:endParaRPr lang="en-US" sz="2399" b="1" kern="0" dirty="0">
              <a:solidFill>
                <a:prstClr val="white"/>
              </a:solidFill>
              <a:latin typeface="Segoe UI"/>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8FA2AC6-6EE1-A2FE-FB35-E63286D8D79F}"/>
                  </a:ext>
                </a:extLst>
              </p14:cNvPr>
              <p14:cNvContentPartPr/>
              <p14:nvPr/>
            </p14:nvContentPartPr>
            <p14:xfrm>
              <a:off x="647640" y="652320"/>
              <a:ext cx="11098800" cy="5837040"/>
            </p14:xfrm>
          </p:contentPart>
        </mc:Choice>
        <mc:Fallback>
          <p:pic>
            <p:nvPicPr>
              <p:cNvPr id="3" name="Ink 2">
                <a:extLst>
                  <a:ext uri="{FF2B5EF4-FFF2-40B4-BE49-F238E27FC236}">
                    <a16:creationId xmlns:a16="http://schemas.microsoft.com/office/drawing/2014/main" id="{58FA2AC6-6EE1-A2FE-FB35-E63286D8D79F}"/>
                  </a:ext>
                </a:extLst>
              </p:cNvPr>
              <p:cNvPicPr/>
              <p:nvPr/>
            </p:nvPicPr>
            <p:blipFill>
              <a:blip r:embed="rId3"/>
              <a:stretch>
                <a:fillRect/>
              </a:stretch>
            </p:blipFill>
            <p:spPr>
              <a:xfrm>
                <a:off x="638280" y="642960"/>
                <a:ext cx="11117520" cy="5855760"/>
              </a:xfrm>
              <a:prstGeom prst="rect">
                <a:avLst/>
              </a:prstGeom>
            </p:spPr>
          </p:pic>
        </mc:Fallback>
      </mc:AlternateContent>
    </p:spTree>
    <p:extLst>
      <p:ext uri="{BB962C8B-B14F-4D97-AF65-F5344CB8AC3E}">
        <p14:creationId xmlns:p14="http://schemas.microsoft.com/office/powerpoint/2010/main" val="30890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8D0F9-8AA5-67BC-C0FE-1D71F741A0B2}"/>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16" name="Ink 15">
                <a:extLst>
                  <a:ext uri="{FF2B5EF4-FFF2-40B4-BE49-F238E27FC236}">
                    <a16:creationId xmlns:a16="http://schemas.microsoft.com/office/drawing/2014/main" id="{DC8FF6B7-7943-B979-750A-DABC41DD498D}"/>
                  </a:ext>
                </a:extLst>
              </p14:cNvPr>
              <p14:cNvContentPartPr/>
              <p14:nvPr/>
            </p14:nvContentPartPr>
            <p14:xfrm>
              <a:off x="8216798" y="1539143"/>
              <a:ext cx="240480" cy="195840"/>
            </p14:xfrm>
          </p:contentPart>
        </mc:Choice>
        <mc:Fallback>
          <p:pic>
            <p:nvPicPr>
              <p:cNvPr id="16" name="Ink 15">
                <a:extLst>
                  <a:ext uri="{FF2B5EF4-FFF2-40B4-BE49-F238E27FC236}">
                    <a16:creationId xmlns:a16="http://schemas.microsoft.com/office/drawing/2014/main" id="{DC8FF6B7-7943-B979-750A-DABC41DD498D}"/>
                  </a:ext>
                </a:extLst>
              </p:cNvPr>
              <p:cNvPicPr/>
              <p:nvPr/>
            </p:nvPicPr>
            <p:blipFill>
              <a:blip r:embed="rId3"/>
              <a:stretch>
                <a:fillRect/>
              </a:stretch>
            </p:blipFill>
            <p:spPr>
              <a:xfrm>
                <a:off x="8207798" y="1530503"/>
                <a:ext cx="25812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7" name="Ink 16">
                <a:extLst>
                  <a:ext uri="{FF2B5EF4-FFF2-40B4-BE49-F238E27FC236}">
                    <a16:creationId xmlns:a16="http://schemas.microsoft.com/office/drawing/2014/main" id="{806D4E2C-E6CD-4C48-C1AC-E7D4A093D343}"/>
                  </a:ext>
                </a:extLst>
              </p14:cNvPr>
              <p14:cNvContentPartPr/>
              <p14:nvPr/>
            </p14:nvContentPartPr>
            <p14:xfrm>
              <a:off x="8641238" y="1545983"/>
              <a:ext cx="182880" cy="201960"/>
            </p14:xfrm>
          </p:contentPart>
        </mc:Choice>
        <mc:Fallback>
          <p:pic>
            <p:nvPicPr>
              <p:cNvPr id="17" name="Ink 16">
                <a:extLst>
                  <a:ext uri="{FF2B5EF4-FFF2-40B4-BE49-F238E27FC236}">
                    <a16:creationId xmlns:a16="http://schemas.microsoft.com/office/drawing/2014/main" id="{806D4E2C-E6CD-4C48-C1AC-E7D4A093D343}"/>
                  </a:ext>
                </a:extLst>
              </p:cNvPr>
              <p:cNvPicPr/>
              <p:nvPr/>
            </p:nvPicPr>
            <p:blipFill>
              <a:blip r:embed="rId5"/>
              <a:stretch>
                <a:fillRect/>
              </a:stretch>
            </p:blipFill>
            <p:spPr>
              <a:xfrm>
                <a:off x="8632598" y="1536983"/>
                <a:ext cx="20052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Ink 18">
                <a:extLst>
                  <a:ext uri="{FF2B5EF4-FFF2-40B4-BE49-F238E27FC236}">
                    <a16:creationId xmlns:a16="http://schemas.microsoft.com/office/drawing/2014/main" id="{956E76E6-1D0E-7294-ED23-1506304C9B09}"/>
                  </a:ext>
                </a:extLst>
              </p14:cNvPr>
              <p14:cNvContentPartPr/>
              <p14:nvPr/>
            </p14:nvContentPartPr>
            <p14:xfrm>
              <a:off x="2673518" y="2778263"/>
              <a:ext cx="6791400" cy="1603800"/>
            </p14:xfrm>
          </p:contentPart>
        </mc:Choice>
        <mc:Fallback>
          <p:pic>
            <p:nvPicPr>
              <p:cNvPr id="19" name="Ink 18">
                <a:extLst>
                  <a:ext uri="{FF2B5EF4-FFF2-40B4-BE49-F238E27FC236}">
                    <a16:creationId xmlns:a16="http://schemas.microsoft.com/office/drawing/2014/main" id="{956E76E6-1D0E-7294-ED23-1506304C9B09}"/>
                  </a:ext>
                </a:extLst>
              </p:cNvPr>
              <p:cNvPicPr/>
              <p:nvPr/>
            </p:nvPicPr>
            <p:blipFill>
              <a:blip r:embed="rId7"/>
              <a:stretch>
                <a:fillRect/>
              </a:stretch>
            </p:blipFill>
            <p:spPr>
              <a:xfrm>
                <a:off x="2664878" y="2769263"/>
                <a:ext cx="6809040" cy="1621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0" name="Ink 19">
                <a:extLst>
                  <a:ext uri="{FF2B5EF4-FFF2-40B4-BE49-F238E27FC236}">
                    <a16:creationId xmlns:a16="http://schemas.microsoft.com/office/drawing/2014/main" id="{2AE7B2D2-83FE-613F-5A0E-EA5157B2A9DB}"/>
                  </a:ext>
                </a:extLst>
              </p14:cNvPr>
              <p14:cNvContentPartPr/>
              <p14:nvPr/>
            </p14:nvContentPartPr>
            <p14:xfrm>
              <a:off x="3876278" y="3451103"/>
              <a:ext cx="825120" cy="337320"/>
            </p14:xfrm>
          </p:contentPart>
        </mc:Choice>
        <mc:Fallback>
          <p:pic>
            <p:nvPicPr>
              <p:cNvPr id="20" name="Ink 19">
                <a:extLst>
                  <a:ext uri="{FF2B5EF4-FFF2-40B4-BE49-F238E27FC236}">
                    <a16:creationId xmlns:a16="http://schemas.microsoft.com/office/drawing/2014/main" id="{2AE7B2D2-83FE-613F-5A0E-EA5157B2A9DB}"/>
                  </a:ext>
                </a:extLst>
              </p:cNvPr>
              <p:cNvPicPr/>
              <p:nvPr/>
            </p:nvPicPr>
            <p:blipFill>
              <a:blip r:embed="rId9"/>
              <a:stretch>
                <a:fillRect/>
              </a:stretch>
            </p:blipFill>
            <p:spPr>
              <a:xfrm>
                <a:off x="3867638" y="3442103"/>
                <a:ext cx="842760" cy="354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1" name="Ink 20">
                <a:extLst>
                  <a:ext uri="{FF2B5EF4-FFF2-40B4-BE49-F238E27FC236}">
                    <a16:creationId xmlns:a16="http://schemas.microsoft.com/office/drawing/2014/main" id="{5339BD64-3B21-95AD-5CE4-8D4E3F77B261}"/>
                  </a:ext>
                </a:extLst>
              </p14:cNvPr>
              <p14:cNvContentPartPr/>
              <p14:nvPr/>
            </p14:nvContentPartPr>
            <p14:xfrm>
              <a:off x="5183438" y="3508703"/>
              <a:ext cx="419760" cy="355320"/>
            </p14:xfrm>
          </p:contentPart>
        </mc:Choice>
        <mc:Fallback>
          <p:pic>
            <p:nvPicPr>
              <p:cNvPr id="21" name="Ink 20">
                <a:extLst>
                  <a:ext uri="{FF2B5EF4-FFF2-40B4-BE49-F238E27FC236}">
                    <a16:creationId xmlns:a16="http://schemas.microsoft.com/office/drawing/2014/main" id="{5339BD64-3B21-95AD-5CE4-8D4E3F77B261}"/>
                  </a:ext>
                </a:extLst>
              </p:cNvPr>
              <p:cNvPicPr/>
              <p:nvPr/>
            </p:nvPicPr>
            <p:blipFill>
              <a:blip r:embed="rId11"/>
              <a:stretch>
                <a:fillRect/>
              </a:stretch>
            </p:blipFill>
            <p:spPr>
              <a:xfrm>
                <a:off x="5174798" y="3500063"/>
                <a:ext cx="43740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2" name="Ink 21">
                <a:extLst>
                  <a:ext uri="{FF2B5EF4-FFF2-40B4-BE49-F238E27FC236}">
                    <a16:creationId xmlns:a16="http://schemas.microsoft.com/office/drawing/2014/main" id="{DAB7AB25-B818-E6A0-876A-520DD5652AC0}"/>
                  </a:ext>
                </a:extLst>
              </p14:cNvPr>
              <p14:cNvContentPartPr/>
              <p14:nvPr/>
            </p14:nvContentPartPr>
            <p14:xfrm>
              <a:off x="5742878" y="3531023"/>
              <a:ext cx="151920" cy="285120"/>
            </p14:xfrm>
          </p:contentPart>
        </mc:Choice>
        <mc:Fallback>
          <p:pic>
            <p:nvPicPr>
              <p:cNvPr id="22" name="Ink 21">
                <a:extLst>
                  <a:ext uri="{FF2B5EF4-FFF2-40B4-BE49-F238E27FC236}">
                    <a16:creationId xmlns:a16="http://schemas.microsoft.com/office/drawing/2014/main" id="{DAB7AB25-B818-E6A0-876A-520DD5652AC0}"/>
                  </a:ext>
                </a:extLst>
              </p:cNvPr>
              <p:cNvPicPr/>
              <p:nvPr/>
            </p:nvPicPr>
            <p:blipFill>
              <a:blip r:embed="rId13"/>
              <a:stretch>
                <a:fillRect/>
              </a:stretch>
            </p:blipFill>
            <p:spPr>
              <a:xfrm>
                <a:off x="5734238" y="3522023"/>
                <a:ext cx="16956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7" name="Ink 26">
                <a:extLst>
                  <a:ext uri="{FF2B5EF4-FFF2-40B4-BE49-F238E27FC236}">
                    <a16:creationId xmlns:a16="http://schemas.microsoft.com/office/drawing/2014/main" id="{45D5A21D-431A-F8BE-C219-0E37919869DE}"/>
                  </a:ext>
                </a:extLst>
              </p14:cNvPr>
              <p14:cNvContentPartPr/>
              <p14:nvPr/>
            </p14:nvContentPartPr>
            <p14:xfrm>
              <a:off x="5229518" y="4340303"/>
              <a:ext cx="24480" cy="448920"/>
            </p14:xfrm>
          </p:contentPart>
        </mc:Choice>
        <mc:Fallback>
          <p:pic>
            <p:nvPicPr>
              <p:cNvPr id="27" name="Ink 26">
                <a:extLst>
                  <a:ext uri="{FF2B5EF4-FFF2-40B4-BE49-F238E27FC236}">
                    <a16:creationId xmlns:a16="http://schemas.microsoft.com/office/drawing/2014/main" id="{45D5A21D-431A-F8BE-C219-0E37919869DE}"/>
                  </a:ext>
                </a:extLst>
              </p:cNvPr>
              <p:cNvPicPr/>
              <p:nvPr/>
            </p:nvPicPr>
            <p:blipFill>
              <a:blip r:embed="rId15"/>
              <a:stretch>
                <a:fillRect/>
              </a:stretch>
            </p:blipFill>
            <p:spPr>
              <a:xfrm>
                <a:off x="5220878" y="4331303"/>
                <a:ext cx="42120" cy="466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8" name="Ink 27">
                <a:extLst>
                  <a:ext uri="{FF2B5EF4-FFF2-40B4-BE49-F238E27FC236}">
                    <a16:creationId xmlns:a16="http://schemas.microsoft.com/office/drawing/2014/main" id="{9CB308EC-0776-1186-08CB-F35FBFD23A00}"/>
                  </a:ext>
                </a:extLst>
              </p14:cNvPr>
              <p14:cNvContentPartPr/>
              <p14:nvPr/>
            </p14:nvContentPartPr>
            <p14:xfrm>
              <a:off x="5116478" y="4838543"/>
              <a:ext cx="212040" cy="153720"/>
            </p14:xfrm>
          </p:contentPart>
        </mc:Choice>
        <mc:Fallback>
          <p:pic>
            <p:nvPicPr>
              <p:cNvPr id="28" name="Ink 27">
                <a:extLst>
                  <a:ext uri="{FF2B5EF4-FFF2-40B4-BE49-F238E27FC236}">
                    <a16:creationId xmlns:a16="http://schemas.microsoft.com/office/drawing/2014/main" id="{9CB308EC-0776-1186-08CB-F35FBFD23A00}"/>
                  </a:ext>
                </a:extLst>
              </p:cNvPr>
              <p:cNvPicPr/>
              <p:nvPr/>
            </p:nvPicPr>
            <p:blipFill>
              <a:blip r:embed="rId17"/>
              <a:stretch>
                <a:fillRect/>
              </a:stretch>
            </p:blipFill>
            <p:spPr>
              <a:xfrm>
                <a:off x="5107478" y="4829543"/>
                <a:ext cx="2296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9" name="Ink 28">
                <a:extLst>
                  <a:ext uri="{FF2B5EF4-FFF2-40B4-BE49-F238E27FC236}">
                    <a16:creationId xmlns:a16="http://schemas.microsoft.com/office/drawing/2014/main" id="{646F5917-BC71-D198-27FF-3D2824BFF0F3}"/>
                  </a:ext>
                </a:extLst>
              </p14:cNvPr>
              <p14:cNvContentPartPr/>
              <p14:nvPr/>
            </p14:nvContentPartPr>
            <p14:xfrm>
              <a:off x="5192078" y="5196743"/>
              <a:ext cx="7920" cy="27000"/>
            </p14:xfrm>
          </p:contentPart>
        </mc:Choice>
        <mc:Fallback>
          <p:pic>
            <p:nvPicPr>
              <p:cNvPr id="29" name="Ink 28">
                <a:extLst>
                  <a:ext uri="{FF2B5EF4-FFF2-40B4-BE49-F238E27FC236}">
                    <a16:creationId xmlns:a16="http://schemas.microsoft.com/office/drawing/2014/main" id="{646F5917-BC71-D198-27FF-3D2824BFF0F3}"/>
                  </a:ext>
                </a:extLst>
              </p:cNvPr>
              <p:cNvPicPr/>
              <p:nvPr/>
            </p:nvPicPr>
            <p:blipFill>
              <a:blip r:embed="rId19"/>
              <a:stretch>
                <a:fillRect/>
              </a:stretch>
            </p:blipFill>
            <p:spPr>
              <a:xfrm>
                <a:off x="5183078" y="5188103"/>
                <a:ext cx="255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0" name="Ink 29">
                <a:extLst>
                  <a:ext uri="{FF2B5EF4-FFF2-40B4-BE49-F238E27FC236}">
                    <a16:creationId xmlns:a16="http://schemas.microsoft.com/office/drawing/2014/main" id="{BBFCC518-0C7E-90C4-F93F-A0AB4F6C0BA0}"/>
                  </a:ext>
                </a:extLst>
              </p14:cNvPr>
              <p14:cNvContentPartPr/>
              <p14:nvPr/>
            </p14:nvContentPartPr>
            <p14:xfrm>
              <a:off x="4313318" y="5242103"/>
              <a:ext cx="2221920" cy="354240"/>
            </p14:xfrm>
          </p:contentPart>
        </mc:Choice>
        <mc:Fallback>
          <p:pic>
            <p:nvPicPr>
              <p:cNvPr id="30" name="Ink 29">
                <a:extLst>
                  <a:ext uri="{FF2B5EF4-FFF2-40B4-BE49-F238E27FC236}">
                    <a16:creationId xmlns:a16="http://schemas.microsoft.com/office/drawing/2014/main" id="{BBFCC518-0C7E-90C4-F93F-A0AB4F6C0BA0}"/>
                  </a:ext>
                </a:extLst>
              </p:cNvPr>
              <p:cNvPicPr/>
              <p:nvPr/>
            </p:nvPicPr>
            <p:blipFill>
              <a:blip r:embed="rId21"/>
              <a:stretch>
                <a:fillRect/>
              </a:stretch>
            </p:blipFill>
            <p:spPr>
              <a:xfrm>
                <a:off x="4304318" y="5233463"/>
                <a:ext cx="223956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1" name="Ink 30">
                <a:extLst>
                  <a:ext uri="{FF2B5EF4-FFF2-40B4-BE49-F238E27FC236}">
                    <a16:creationId xmlns:a16="http://schemas.microsoft.com/office/drawing/2014/main" id="{10643805-3004-F669-8CD9-3E13764BEF7D}"/>
                  </a:ext>
                </a:extLst>
              </p14:cNvPr>
              <p14:cNvContentPartPr/>
              <p14:nvPr/>
            </p14:nvContentPartPr>
            <p14:xfrm>
              <a:off x="4277678" y="5373503"/>
              <a:ext cx="2114640" cy="1041840"/>
            </p14:xfrm>
          </p:contentPart>
        </mc:Choice>
        <mc:Fallback>
          <p:pic>
            <p:nvPicPr>
              <p:cNvPr id="31" name="Ink 30">
                <a:extLst>
                  <a:ext uri="{FF2B5EF4-FFF2-40B4-BE49-F238E27FC236}">
                    <a16:creationId xmlns:a16="http://schemas.microsoft.com/office/drawing/2014/main" id="{10643805-3004-F669-8CD9-3E13764BEF7D}"/>
                  </a:ext>
                </a:extLst>
              </p:cNvPr>
              <p:cNvPicPr/>
              <p:nvPr/>
            </p:nvPicPr>
            <p:blipFill>
              <a:blip r:embed="rId23"/>
              <a:stretch>
                <a:fillRect/>
              </a:stretch>
            </p:blipFill>
            <p:spPr>
              <a:xfrm>
                <a:off x="4268678" y="5364863"/>
                <a:ext cx="2132280" cy="10594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2" name="Ink 31">
                <a:extLst>
                  <a:ext uri="{FF2B5EF4-FFF2-40B4-BE49-F238E27FC236}">
                    <a16:creationId xmlns:a16="http://schemas.microsoft.com/office/drawing/2014/main" id="{186BABDE-C7B9-E3FF-BB1A-D8340FB87484}"/>
                  </a:ext>
                </a:extLst>
              </p14:cNvPr>
              <p14:cNvContentPartPr/>
              <p14:nvPr/>
            </p14:nvContentPartPr>
            <p14:xfrm>
              <a:off x="6175238" y="5425703"/>
              <a:ext cx="87840" cy="819720"/>
            </p14:xfrm>
          </p:contentPart>
        </mc:Choice>
        <mc:Fallback>
          <p:pic>
            <p:nvPicPr>
              <p:cNvPr id="32" name="Ink 31">
                <a:extLst>
                  <a:ext uri="{FF2B5EF4-FFF2-40B4-BE49-F238E27FC236}">
                    <a16:creationId xmlns:a16="http://schemas.microsoft.com/office/drawing/2014/main" id="{186BABDE-C7B9-E3FF-BB1A-D8340FB87484}"/>
                  </a:ext>
                </a:extLst>
              </p:cNvPr>
              <p:cNvPicPr/>
              <p:nvPr/>
            </p:nvPicPr>
            <p:blipFill>
              <a:blip r:embed="rId25"/>
              <a:stretch>
                <a:fillRect/>
              </a:stretch>
            </p:blipFill>
            <p:spPr>
              <a:xfrm>
                <a:off x="6166598" y="5417063"/>
                <a:ext cx="105480" cy="837360"/>
              </a:xfrm>
              <a:prstGeom prst="rect">
                <a:avLst/>
              </a:prstGeom>
            </p:spPr>
          </p:pic>
        </mc:Fallback>
      </mc:AlternateContent>
      <p:grpSp>
        <p:nvGrpSpPr>
          <p:cNvPr id="61" name="Group 60">
            <a:extLst>
              <a:ext uri="{FF2B5EF4-FFF2-40B4-BE49-F238E27FC236}">
                <a16:creationId xmlns:a16="http://schemas.microsoft.com/office/drawing/2014/main" id="{F7C1DAFA-E084-701C-69B7-E2F9C27F7617}"/>
              </a:ext>
            </a:extLst>
          </p:cNvPr>
          <p:cNvGrpSpPr/>
          <p:nvPr/>
        </p:nvGrpSpPr>
        <p:grpSpPr>
          <a:xfrm>
            <a:off x="2795558" y="980063"/>
            <a:ext cx="1907280" cy="1901160"/>
            <a:chOff x="2795558" y="980063"/>
            <a:chExt cx="1907280" cy="1901160"/>
          </a:xfrm>
        </p:grpSpPr>
        <mc:AlternateContent xmlns:mc="http://schemas.openxmlformats.org/markup-compatibility/2006">
          <mc:Choice xmlns:p14="http://schemas.microsoft.com/office/powerpoint/2010/main" Requires="p14">
            <p:contentPart p14:bwMode="auto" r:id="rId26">
              <p14:nvContentPartPr>
                <p14:cNvPr id="3" name="Ink 2">
                  <a:extLst>
                    <a:ext uri="{FF2B5EF4-FFF2-40B4-BE49-F238E27FC236}">
                      <a16:creationId xmlns:a16="http://schemas.microsoft.com/office/drawing/2014/main" id="{5F3A42AF-CE32-4450-25D8-B79C65954FC6}"/>
                    </a:ext>
                  </a:extLst>
                </p14:cNvPr>
                <p14:cNvContentPartPr/>
                <p14:nvPr/>
              </p14:nvContentPartPr>
              <p14:xfrm>
                <a:off x="2795558" y="980063"/>
                <a:ext cx="495000" cy="519120"/>
              </p14:xfrm>
            </p:contentPart>
          </mc:Choice>
          <mc:Fallback>
            <p:pic>
              <p:nvPicPr>
                <p:cNvPr id="3" name="Ink 2">
                  <a:extLst>
                    <a:ext uri="{FF2B5EF4-FFF2-40B4-BE49-F238E27FC236}">
                      <a16:creationId xmlns:a16="http://schemas.microsoft.com/office/drawing/2014/main" id="{5F3A42AF-CE32-4450-25D8-B79C65954FC6}"/>
                    </a:ext>
                  </a:extLst>
                </p:cNvPr>
                <p:cNvPicPr/>
                <p:nvPr/>
              </p:nvPicPr>
              <p:blipFill>
                <a:blip r:embed="rId27"/>
                <a:stretch>
                  <a:fillRect/>
                </a:stretch>
              </p:blipFill>
              <p:spPr>
                <a:xfrm>
                  <a:off x="2786558" y="971063"/>
                  <a:ext cx="512640" cy="536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 name="Ink 3">
                  <a:extLst>
                    <a:ext uri="{FF2B5EF4-FFF2-40B4-BE49-F238E27FC236}">
                      <a16:creationId xmlns:a16="http://schemas.microsoft.com/office/drawing/2014/main" id="{F97D8EE9-0F7C-53BE-B9C1-E278D5A6245F}"/>
                    </a:ext>
                  </a:extLst>
                </p14:cNvPr>
                <p14:cNvContentPartPr/>
                <p14:nvPr/>
              </p14:nvContentPartPr>
              <p14:xfrm>
                <a:off x="2822918" y="1539863"/>
                <a:ext cx="158400" cy="451440"/>
              </p14:xfrm>
            </p:contentPart>
          </mc:Choice>
          <mc:Fallback>
            <p:pic>
              <p:nvPicPr>
                <p:cNvPr id="4" name="Ink 3">
                  <a:extLst>
                    <a:ext uri="{FF2B5EF4-FFF2-40B4-BE49-F238E27FC236}">
                      <a16:creationId xmlns:a16="http://schemas.microsoft.com/office/drawing/2014/main" id="{F97D8EE9-0F7C-53BE-B9C1-E278D5A6245F}"/>
                    </a:ext>
                  </a:extLst>
                </p:cNvPr>
                <p:cNvPicPr/>
                <p:nvPr/>
              </p:nvPicPr>
              <p:blipFill>
                <a:blip r:embed="rId29"/>
                <a:stretch>
                  <a:fillRect/>
                </a:stretch>
              </p:blipFill>
              <p:spPr>
                <a:xfrm>
                  <a:off x="2813918" y="1530863"/>
                  <a:ext cx="176040" cy="469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 name="Ink 4">
                  <a:extLst>
                    <a:ext uri="{FF2B5EF4-FFF2-40B4-BE49-F238E27FC236}">
                      <a16:creationId xmlns:a16="http://schemas.microsoft.com/office/drawing/2014/main" id="{C1939D4D-DA80-22E5-5853-7E8BCEC113FA}"/>
                    </a:ext>
                  </a:extLst>
                </p14:cNvPr>
                <p14:cNvContentPartPr/>
                <p14:nvPr/>
              </p14:nvContentPartPr>
              <p14:xfrm>
                <a:off x="3138638" y="1542023"/>
                <a:ext cx="100800" cy="360000"/>
              </p14:xfrm>
            </p:contentPart>
          </mc:Choice>
          <mc:Fallback>
            <p:pic>
              <p:nvPicPr>
                <p:cNvPr id="5" name="Ink 4">
                  <a:extLst>
                    <a:ext uri="{FF2B5EF4-FFF2-40B4-BE49-F238E27FC236}">
                      <a16:creationId xmlns:a16="http://schemas.microsoft.com/office/drawing/2014/main" id="{C1939D4D-DA80-22E5-5853-7E8BCEC113FA}"/>
                    </a:ext>
                  </a:extLst>
                </p:cNvPr>
                <p:cNvPicPr/>
                <p:nvPr/>
              </p:nvPicPr>
              <p:blipFill>
                <a:blip r:embed="rId31"/>
                <a:stretch>
                  <a:fillRect/>
                </a:stretch>
              </p:blipFill>
              <p:spPr>
                <a:xfrm>
                  <a:off x="3129998" y="1533383"/>
                  <a:ext cx="118440" cy="377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 name="Ink 5">
                  <a:extLst>
                    <a:ext uri="{FF2B5EF4-FFF2-40B4-BE49-F238E27FC236}">
                      <a16:creationId xmlns:a16="http://schemas.microsoft.com/office/drawing/2014/main" id="{E2451C25-046A-4143-7978-559A86837D4C}"/>
                    </a:ext>
                  </a:extLst>
                </p14:cNvPr>
                <p14:cNvContentPartPr/>
                <p14:nvPr/>
              </p14:nvContentPartPr>
              <p14:xfrm>
                <a:off x="2912198" y="1953863"/>
                <a:ext cx="402120" cy="13680"/>
              </p14:xfrm>
            </p:contentPart>
          </mc:Choice>
          <mc:Fallback>
            <p:pic>
              <p:nvPicPr>
                <p:cNvPr id="6" name="Ink 5">
                  <a:extLst>
                    <a:ext uri="{FF2B5EF4-FFF2-40B4-BE49-F238E27FC236}">
                      <a16:creationId xmlns:a16="http://schemas.microsoft.com/office/drawing/2014/main" id="{E2451C25-046A-4143-7978-559A86837D4C}"/>
                    </a:ext>
                  </a:extLst>
                </p:cNvPr>
                <p:cNvPicPr/>
                <p:nvPr/>
              </p:nvPicPr>
              <p:blipFill>
                <a:blip r:embed="rId33"/>
                <a:stretch>
                  <a:fillRect/>
                </a:stretch>
              </p:blipFill>
              <p:spPr>
                <a:xfrm>
                  <a:off x="2903558" y="1944863"/>
                  <a:ext cx="4197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F4F6229F-65B6-AD92-1FE2-B8EBC8B66865}"/>
                    </a:ext>
                  </a:extLst>
                </p14:cNvPr>
                <p14:cNvContentPartPr/>
                <p14:nvPr/>
              </p14:nvContentPartPr>
              <p14:xfrm>
                <a:off x="3256358" y="2172023"/>
                <a:ext cx="682920" cy="647280"/>
              </p14:xfrm>
            </p:contentPart>
          </mc:Choice>
          <mc:Fallback>
            <p:pic>
              <p:nvPicPr>
                <p:cNvPr id="23" name="Ink 22">
                  <a:extLst>
                    <a:ext uri="{FF2B5EF4-FFF2-40B4-BE49-F238E27FC236}">
                      <a16:creationId xmlns:a16="http://schemas.microsoft.com/office/drawing/2014/main" id="{F4F6229F-65B6-AD92-1FE2-B8EBC8B66865}"/>
                    </a:ext>
                  </a:extLst>
                </p:cNvPr>
                <p:cNvPicPr/>
                <p:nvPr/>
              </p:nvPicPr>
              <p:blipFill>
                <a:blip r:embed="rId35"/>
                <a:stretch>
                  <a:fillRect/>
                </a:stretch>
              </p:blipFill>
              <p:spPr>
                <a:xfrm>
                  <a:off x="3247358" y="2163023"/>
                  <a:ext cx="700560" cy="6649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F3A9D442-2D75-95A4-702A-D4CB389851CE}"/>
                    </a:ext>
                  </a:extLst>
                </p14:cNvPr>
                <p14:cNvContentPartPr/>
                <p14:nvPr/>
              </p14:nvContentPartPr>
              <p14:xfrm>
                <a:off x="3851438" y="2773223"/>
                <a:ext cx="165960" cy="50400"/>
              </p14:xfrm>
            </p:contentPart>
          </mc:Choice>
          <mc:Fallback>
            <p:pic>
              <p:nvPicPr>
                <p:cNvPr id="24" name="Ink 23">
                  <a:extLst>
                    <a:ext uri="{FF2B5EF4-FFF2-40B4-BE49-F238E27FC236}">
                      <a16:creationId xmlns:a16="http://schemas.microsoft.com/office/drawing/2014/main" id="{F3A9D442-2D75-95A4-702A-D4CB389851CE}"/>
                    </a:ext>
                  </a:extLst>
                </p:cNvPr>
                <p:cNvPicPr/>
                <p:nvPr/>
              </p:nvPicPr>
              <p:blipFill>
                <a:blip r:embed="rId37"/>
                <a:stretch>
                  <a:fillRect/>
                </a:stretch>
              </p:blipFill>
              <p:spPr>
                <a:xfrm>
                  <a:off x="3842798" y="2764583"/>
                  <a:ext cx="18360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9" name="Ink 58">
                  <a:extLst>
                    <a:ext uri="{FF2B5EF4-FFF2-40B4-BE49-F238E27FC236}">
                      <a16:creationId xmlns:a16="http://schemas.microsoft.com/office/drawing/2014/main" id="{9AB90DB7-4DBF-CAD8-32D5-3EA9698E5AD2}"/>
                    </a:ext>
                  </a:extLst>
                </p14:cNvPr>
                <p14:cNvContentPartPr/>
                <p14:nvPr/>
              </p14:nvContentPartPr>
              <p14:xfrm>
                <a:off x="3721478" y="1509623"/>
                <a:ext cx="981360" cy="1371600"/>
              </p14:xfrm>
            </p:contentPart>
          </mc:Choice>
          <mc:Fallback>
            <p:pic>
              <p:nvPicPr>
                <p:cNvPr id="59" name="Ink 58">
                  <a:extLst>
                    <a:ext uri="{FF2B5EF4-FFF2-40B4-BE49-F238E27FC236}">
                      <a16:creationId xmlns:a16="http://schemas.microsoft.com/office/drawing/2014/main" id="{9AB90DB7-4DBF-CAD8-32D5-3EA9698E5AD2}"/>
                    </a:ext>
                  </a:extLst>
                </p:cNvPr>
                <p:cNvPicPr/>
                <p:nvPr/>
              </p:nvPicPr>
              <p:blipFill>
                <a:blip r:embed="rId39"/>
                <a:stretch>
                  <a:fillRect/>
                </a:stretch>
              </p:blipFill>
              <p:spPr>
                <a:xfrm>
                  <a:off x="3712478" y="1500623"/>
                  <a:ext cx="999000" cy="1389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0" name="Ink 59">
                  <a:extLst>
                    <a:ext uri="{FF2B5EF4-FFF2-40B4-BE49-F238E27FC236}">
                      <a16:creationId xmlns:a16="http://schemas.microsoft.com/office/drawing/2014/main" id="{F04BC28E-4B81-AAE3-AC0B-CF2FC2508EAD}"/>
                    </a:ext>
                  </a:extLst>
                </p14:cNvPr>
                <p14:cNvContentPartPr/>
                <p14:nvPr/>
              </p14:nvContentPartPr>
              <p14:xfrm>
                <a:off x="3660638" y="1430063"/>
                <a:ext cx="178920" cy="180360"/>
              </p14:xfrm>
            </p:contentPart>
          </mc:Choice>
          <mc:Fallback>
            <p:pic>
              <p:nvPicPr>
                <p:cNvPr id="60" name="Ink 59">
                  <a:extLst>
                    <a:ext uri="{FF2B5EF4-FFF2-40B4-BE49-F238E27FC236}">
                      <a16:creationId xmlns:a16="http://schemas.microsoft.com/office/drawing/2014/main" id="{F04BC28E-4B81-AAE3-AC0B-CF2FC2508EAD}"/>
                    </a:ext>
                  </a:extLst>
                </p:cNvPr>
                <p:cNvPicPr/>
                <p:nvPr/>
              </p:nvPicPr>
              <p:blipFill>
                <a:blip r:embed="rId41"/>
                <a:stretch>
                  <a:fillRect/>
                </a:stretch>
              </p:blipFill>
              <p:spPr>
                <a:xfrm>
                  <a:off x="3651638" y="1421423"/>
                  <a:ext cx="196560" cy="198000"/>
                </a:xfrm>
                <a:prstGeom prst="rect">
                  <a:avLst/>
                </a:prstGeom>
              </p:spPr>
            </p:pic>
          </mc:Fallback>
        </mc:AlternateContent>
      </p:grpSp>
      <p:grpSp>
        <p:nvGrpSpPr>
          <p:cNvPr id="64" name="Group 63">
            <a:extLst>
              <a:ext uri="{FF2B5EF4-FFF2-40B4-BE49-F238E27FC236}">
                <a16:creationId xmlns:a16="http://schemas.microsoft.com/office/drawing/2014/main" id="{327CC796-C770-014A-3700-2B2437A262F2}"/>
              </a:ext>
            </a:extLst>
          </p:cNvPr>
          <p:cNvGrpSpPr/>
          <p:nvPr/>
        </p:nvGrpSpPr>
        <p:grpSpPr>
          <a:xfrm>
            <a:off x="6221678" y="957383"/>
            <a:ext cx="1565640" cy="1867320"/>
            <a:chOff x="6221678" y="957383"/>
            <a:chExt cx="1565640" cy="1867320"/>
          </a:xfrm>
        </p:grpSpPr>
        <mc:AlternateContent xmlns:mc="http://schemas.openxmlformats.org/markup-compatibility/2006">
          <mc:Choice xmlns:p14="http://schemas.microsoft.com/office/powerpoint/2010/main" Requires="p14">
            <p:contentPart p14:bwMode="auto" r:id="rId42">
              <p14:nvContentPartPr>
                <p14:cNvPr id="7" name="Ink 6">
                  <a:extLst>
                    <a:ext uri="{FF2B5EF4-FFF2-40B4-BE49-F238E27FC236}">
                      <a16:creationId xmlns:a16="http://schemas.microsoft.com/office/drawing/2014/main" id="{8D8EB6B3-FED9-49EB-333A-AF3A26F8B113}"/>
                    </a:ext>
                  </a:extLst>
                </p14:cNvPr>
                <p14:cNvContentPartPr/>
                <p14:nvPr/>
              </p14:nvContentPartPr>
              <p14:xfrm>
                <a:off x="7087118" y="957383"/>
                <a:ext cx="470880" cy="422280"/>
              </p14:xfrm>
            </p:contentPart>
          </mc:Choice>
          <mc:Fallback>
            <p:pic>
              <p:nvPicPr>
                <p:cNvPr id="7" name="Ink 6">
                  <a:extLst>
                    <a:ext uri="{FF2B5EF4-FFF2-40B4-BE49-F238E27FC236}">
                      <a16:creationId xmlns:a16="http://schemas.microsoft.com/office/drawing/2014/main" id="{8D8EB6B3-FED9-49EB-333A-AF3A26F8B113}"/>
                    </a:ext>
                  </a:extLst>
                </p:cNvPr>
                <p:cNvPicPr/>
                <p:nvPr/>
              </p:nvPicPr>
              <p:blipFill>
                <a:blip r:embed="rId43"/>
                <a:stretch>
                  <a:fillRect/>
                </a:stretch>
              </p:blipFill>
              <p:spPr>
                <a:xfrm>
                  <a:off x="7078118" y="948743"/>
                  <a:ext cx="488520" cy="439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8" name="Ink 7">
                  <a:extLst>
                    <a:ext uri="{FF2B5EF4-FFF2-40B4-BE49-F238E27FC236}">
                      <a16:creationId xmlns:a16="http://schemas.microsoft.com/office/drawing/2014/main" id="{28C63274-4D23-3E44-1025-88A27FB223CB}"/>
                    </a:ext>
                  </a:extLst>
                </p14:cNvPr>
                <p14:cNvContentPartPr/>
                <p14:nvPr/>
              </p14:nvContentPartPr>
              <p14:xfrm>
                <a:off x="7174598" y="1426823"/>
                <a:ext cx="98640" cy="354240"/>
              </p14:xfrm>
            </p:contentPart>
          </mc:Choice>
          <mc:Fallback>
            <p:pic>
              <p:nvPicPr>
                <p:cNvPr id="8" name="Ink 7">
                  <a:extLst>
                    <a:ext uri="{FF2B5EF4-FFF2-40B4-BE49-F238E27FC236}">
                      <a16:creationId xmlns:a16="http://schemas.microsoft.com/office/drawing/2014/main" id="{28C63274-4D23-3E44-1025-88A27FB223CB}"/>
                    </a:ext>
                  </a:extLst>
                </p:cNvPr>
                <p:cNvPicPr/>
                <p:nvPr/>
              </p:nvPicPr>
              <p:blipFill>
                <a:blip r:embed="rId45"/>
                <a:stretch>
                  <a:fillRect/>
                </a:stretch>
              </p:blipFill>
              <p:spPr>
                <a:xfrm>
                  <a:off x="7165958" y="1418183"/>
                  <a:ext cx="11628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9" name="Ink 8">
                  <a:extLst>
                    <a:ext uri="{FF2B5EF4-FFF2-40B4-BE49-F238E27FC236}">
                      <a16:creationId xmlns:a16="http://schemas.microsoft.com/office/drawing/2014/main" id="{04CA3B64-BC03-6012-E29D-9EBE2A3156A0}"/>
                    </a:ext>
                  </a:extLst>
                </p14:cNvPr>
                <p14:cNvContentPartPr/>
                <p14:nvPr/>
              </p14:nvContentPartPr>
              <p14:xfrm>
                <a:off x="7496798" y="1383983"/>
                <a:ext cx="124200" cy="331920"/>
              </p14:xfrm>
            </p:contentPart>
          </mc:Choice>
          <mc:Fallback>
            <p:pic>
              <p:nvPicPr>
                <p:cNvPr id="9" name="Ink 8">
                  <a:extLst>
                    <a:ext uri="{FF2B5EF4-FFF2-40B4-BE49-F238E27FC236}">
                      <a16:creationId xmlns:a16="http://schemas.microsoft.com/office/drawing/2014/main" id="{04CA3B64-BC03-6012-E29D-9EBE2A3156A0}"/>
                    </a:ext>
                  </a:extLst>
                </p:cNvPr>
                <p:cNvPicPr/>
                <p:nvPr/>
              </p:nvPicPr>
              <p:blipFill>
                <a:blip r:embed="rId47"/>
                <a:stretch>
                  <a:fillRect/>
                </a:stretch>
              </p:blipFill>
              <p:spPr>
                <a:xfrm>
                  <a:off x="7487798" y="1374983"/>
                  <a:ext cx="141840" cy="349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0" name="Ink 9">
                  <a:extLst>
                    <a:ext uri="{FF2B5EF4-FFF2-40B4-BE49-F238E27FC236}">
                      <a16:creationId xmlns:a16="http://schemas.microsoft.com/office/drawing/2014/main" id="{645E1E76-880C-0AA7-9DF1-6DB3DEF6B10D}"/>
                    </a:ext>
                  </a:extLst>
                </p14:cNvPr>
                <p14:cNvContentPartPr/>
                <p14:nvPr/>
              </p14:nvContentPartPr>
              <p14:xfrm>
                <a:off x="7216718" y="1815983"/>
                <a:ext cx="570600" cy="24840"/>
              </p14:xfrm>
            </p:contentPart>
          </mc:Choice>
          <mc:Fallback>
            <p:pic>
              <p:nvPicPr>
                <p:cNvPr id="10" name="Ink 9">
                  <a:extLst>
                    <a:ext uri="{FF2B5EF4-FFF2-40B4-BE49-F238E27FC236}">
                      <a16:creationId xmlns:a16="http://schemas.microsoft.com/office/drawing/2014/main" id="{645E1E76-880C-0AA7-9DF1-6DB3DEF6B10D}"/>
                    </a:ext>
                  </a:extLst>
                </p:cNvPr>
                <p:cNvPicPr/>
                <p:nvPr/>
              </p:nvPicPr>
              <p:blipFill>
                <a:blip r:embed="rId49"/>
                <a:stretch>
                  <a:fillRect/>
                </a:stretch>
              </p:blipFill>
              <p:spPr>
                <a:xfrm>
                  <a:off x="7207718" y="1807343"/>
                  <a:ext cx="5882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5" name="Ink 24">
                  <a:extLst>
                    <a:ext uri="{FF2B5EF4-FFF2-40B4-BE49-F238E27FC236}">
                      <a16:creationId xmlns:a16="http://schemas.microsoft.com/office/drawing/2014/main" id="{02F8F907-0061-96F7-104B-4F6F827C4058}"/>
                    </a:ext>
                  </a:extLst>
                </p14:cNvPr>
                <p14:cNvContentPartPr/>
                <p14:nvPr/>
              </p14:nvContentPartPr>
              <p14:xfrm>
                <a:off x="6898838" y="2144663"/>
                <a:ext cx="647640" cy="630720"/>
              </p14:xfrm>
            </p:contentPart>
          </mc:Choice>
          <mc:Fallback>
            <p:pic>
              <p:nvPicPr>
                <p:cNvPr id="25" name="Ink 24">
                  <a:extLst>
                    <a:ext uri="{FF2B5EF4-FFF2-40B4-BE49-F238E27FC236}">
                      <a16:creationId xmlns:a16="http://schemas.microsoft.com/office/drawing/2014/main" id="{02F8F907-0061-96F7-104B-4F6F827C4058}"/>
                    </a:ext>
                  </a:extLst>
                </p:cNvPr>
                <p:cNvPicPr/>
                <p:nvPr/>
              </p:nvPicPr>
              <p:blipFill>
                <a:blip r:embed="rId51"/>
                <a:stretch>
                  <a:fillRect/>
                </a:stretch>
              </p:blipFill>
              <p:spPr>
                <a:xfrm>
                  <a:off x="6889838" y="2135663"/>
                  <a:ext cx="665280" cy="648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6" name="Ink 25">
                  <a:extLst>
                    <a:ext uri="{FF2B5EF4-FFF2-40B4-BE49-F238E27FC236}">
                      <a16:creationId xmlns:a16="http://schemas.microsoft.com/office/drawing/2014/main" id="{CF667EB5-2D5B-CCFC-6745-75EF05F1DCDD}"/>
                    </a:ext>
                  </a:extLst>
                </p14:cNvPr>
                <p14:cNvContentPartPr/>
                <p14:nvPr/>
              </p14:nvContentPartPr>
              <p14:xfrm>
                <a:off x="6859958" y="2724263"/>
                <a:ext cx="168120" cy="64080"/>
              </p14:xfrm>
            </p:contentPart>
          </mc:Choice>
          <mc:Fallback>
            <p:pic>
              <p:nvPicPr>
                <p:cNvPr id="26" name="Ink 25">
                  <a:extLst>
                    <a:ext uri="{FF2B5EF4-FFF2-40B4-BE49-F238E27FC236}">
                      <a16:creationId xmlns:a16="http://schemas.microsoft.com/office/drawing/2014/main" id="{CF667EB5-2D5B-CCFC-6745-75EF05F1DCDD}"/>
                    </a:ext>
                  </a:extLst>
                </p:cNvPr>
                <p:cNvPicPr/>
                <p:nvPr/>
              </p:nvPicPr>
              <p:blipFill>
                <a:blip r:embed="rId53"/>
                <a:stretch>
                  <a:fillRect/>
                </a:stretch>
              </p:blipFill>
              <p:spPr>
                <a:xfrm>
                  <a:off x="6850958" y="2715623"/>
                  <a:ext cx="18576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2" name="Ink 61">
                  <a:extLst>
                    <a:ext uri="{FF2B5EF4-FFF2-40B4-BE49-F238E27FC236}">
                      <a16:creationId xmlns:a16="http://schemas.microsoft.com/office/drawing/2014/main" id="{3606C77B-26B1-262E-B6AB-A7A36C183D79}"/>
                    </a:ext>
                  </a:extLst>
                </p14:cNvPr>
                <p14:cNvContentPartPr/>
                <p14:nvPr/>
              </p14:nvContentPartPr>
              <p14:xfrm>
                <a:off x="6221678" y="1543103"/>
                <a:ext cx="926640" cy="1281600"/>
              </p14:xfrm>
            </p:contentPart>
          </mc:Choice>
          <mc:Fallback>
            <p:pic>
              <p:nvPicPr>
                <p:cNvPr id="62" name="Ink 61">
                  <a:extLst>
                    <a:ext uri="{FF2B5EF4-FFF2-40B4-BE49-F238E27FC236}">
                      <a16:creationId xmlns:a16="http://schemas.microsoft.com/office/drawing/2014/main" id="{3606C77B-26B1-262E-B6AB-A7A36C183D79}"/>
                    </a:ext>
                  </a:extLst>
                </p:cNvPr>
                <p:cNvPicPr/>
                <p:nvPr/>
              </p:nvPicPr>
              <p:blipFill>
                <a:blip r:embed="rId55"/>
                <a:stretch>
                  <a:fillRect/>
                </a:stretch>
              </p:blipFill>
              <p:spPr>
                <a:xfrm>
                  <a:off x="6213038" y="1534463"/>
                  <a:ext cx="944280" cy="1299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3" name="Ink 62">
                  <a:extLst>
                    <a:ext uri="{FF2B5EF4-FFF2-40B4-BE49-F238E27FC236}">
                      <a16:creationId xmlns:a16="http://schemas.microsoft.com/office/drawing/2014/main" id="{B4AA47D8-F1FF-1903-1073-794F5AF6D6B6}"/>
                    </a:ext>
                  </a:extLst>
                </p14:cNvPr>
                <p14:cNvContentPartPr/>
                <p14:nvPr/>
              </p14:nvContentPartPr>
              <p14:xfrm>
                <a:off x="7008638" y="1484783"/>
                <a:ext cx="204480" cy="135000"/>
              </p14:xfrm>
            </p:contentPart>
          </mc:Choice>
          <mc:Fallback>
            <p:pic>
              <p:nvPicPr>
                <p:cNvPr id="63" name="Ink 62">
                  <a:extLst>
                    <a:ext uri="{FF2B5EF4-FFF2-40B4-BE49-F238E27FC236}">
                      <a16:creationId xmlns:a16="http://schemas.microsoft.com/office/drawing/2014/main" id="{B4AA47D8-F1FF-1903-1073-794F5AF6D6B6}"/>
                    </a:ext>
                  </a:extLst>
                </p:cNvPr>
                <p:cNvPicPr/>
                <p:nvPr/>
              </p:nvPicPr>
              <p:blipFill>
                <a:blip r:embed="rId57"/>
                <a:stretch>
                  <a:fillRect/>
                </a:stretch>
              </p:blipFill>
              <p:spPr>
                <a:xfrm>
                  <a:off x="6999998" y="1476143"/>
                  <a:ext cx="222120" cy="152640"/>
                </a:xfrm>
                <a:prstGeom prst="rect">
                  <a:avLst/>
                </a:prstGeom>
              </p:spPr>
            </p:pic>
          </mc:Fallback>
        </mc:AlternateContent>
      </p:grpSp>
      <p:grpSp>
        <p:nvGrpSpPr>
          <p:cNvPr id="118" name="Group 117">
            <a:extLst>
              <a:ext uri="{FF2B5EF4-FFF2-40B4-BE49-F238E27FC236}">
                <a16:creationId xmlns:a16="http://schemas.microsoft.com/office/drawing/2014/main" id="{B92D90D2-43D4-6804-EEB4-6F3DD6600446}"/>
              </a:ext>
            </a:extLst>
          </p:cNvPr>
          <p:cNvGrpSpPr/>
          <p:nvPr/>
        </p:nvGrpSpPr>
        <p:grpSpPr>
          <a:xfrm>
            <a:off x="8974598" y="1438703"/>
            <a:ext cx="2839680" cy="1028880"/>
            <a:chOff x="8974598" y="1438703"/>
            <a:chExt cx="2839680" cy="1028880"/>
          </a:xfrm>
        </p:grpSpPr>
        <mc:AlternateContent xmlns:mc="http://schemas.openxmlformats.org/markup-compatibility/2006">
          <mc:Choice xmlns:p14="http://schemas.microsoft.com/office/powerpoint/2010/main" Requires="p14">
            <p:contentPart p14:bwMode="auto" r:id="rId58">
              <p14:nvContentPartPr>
                <p14:cNvPr id="105" name="Ink 104">
                  <a:extLst>
                    <a:ext uri="{FF2B5EF4-FFF2-40B4-BE49-F238E27FC236}">
                      <a16:creationId xmlns:a16="http://schemas.microsoft.com/office/drawing/2014/main" id="{581787B4-98A5-DA54-616C-DF861D8718C3}"/>
                    </a:ext>
                  </a:extLst>
                </p14:cNvPr>
                <p14:cNvContentPartPr/>
                <p14:nvPr/>
              </p14:nvContentPartPr>
              <p14:xfrm>
                <a:off x="8974598" y="1696823"/>
                <a:ext cx="938520" cy="119520"/>
              </p14:xfrm>
            </p:contentPart>
          </mc:Choice>
          <mc:Fallback>
            <p:pic>
              <p:nvPicPr>
                <p:cNvPr id="105" name="Ink 104">
                  <a:extLst>
                    <a:ext uri="{FF2B5EF4-FFF2-40B4-BE49-F238E27FC236}">
                      <a16:creationId xmlns:a16="http://schemas.microsoft.com/office/drawing/2014/main" id="{581787B4-98A5-DA54-616C-DF861D8718C3}"/>
                    </a:ext>
                  </a:extLst>
                </p:cNvPr>
                <p:cNvPicPr/>
                <p:nvPr/>
              </p:nvPicPr>
              <p:blipFill>
                <a:blip r:embed="rId59"/>
                <a:stretch>
                  <a:fillRect/>
                </a:stretch>
              </p:blipFill>
              <p:spPr>
                <a:xfrm>
                  <a:off x="8965958" y="1688183"/>
                  <a:ext cx="95616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06" name="Ink 105">
                  <a:extLst>
                    <a:ext uri="{FF2B5EF4-FFF2-40B4-BE49-F238E27FC236}">
                      <a16:creationId xmlns:a16="http://schemas.microsoft.com/office/drawing/2014/main" id="{0F33E9D5-9232-F6EB-2419-C07806858E76}"/>
                    </a:ext>
                  </a:extLst>
                </p14:cNvPr>
                <p14:cNvContentPartPr/>
                <p14:nvPr/>
              </p14:nvContentPartPr>
              <p14:xfrm>
                <a:off x="9181598" y="1621583"/>
                <a:ext cx="169560" cy="269640"/>
              </p14:xfrm>
            </p:contentPart>
          </mc:Choice>
          <mc:Fallback>
            <p:pic>
              <p:nvPicPr>
                <p:cNvPr id="106" name="Ink 105">
                  <a:extLst>
                    <a:ext uri="{FF2B5EF4-FFF2-40B4-BE49-F238E27FC236}">
                      <a16:creationId xmlns:a16="http://schemas.microsoft.com/office/drawing/2014/main" id="{0F33E9D5-9232-F6EB-2419-C07806858E76}"/>
                    </a:ext>
                  </a:extLst>
                </p:cNvPr>
                <p:cNvPicPr/>
                <p:nvPr/>
              </p:nvPicPr>
              <p:blipFill>
                <a:blip r:embed="rId61"/>
                <a:stretch>
                  <a:fillRect/>
                </a:stretch>
              </p:blipFill>
              <p:spPr>
                <a:xfrm>
                  <a:off x="9172598" y="1612583"/>
                  <a:ext cx="18720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07" name="Ink 106">
                  <a:extLst>
                    <a:ext uri="{FF2B5EF4-FFF2-40B4-BE49-F238E27FC236}">
                      <a16:creationId xmlns:a16="http://schemas.microsoft.com/office/drawing/2014/main" id="{82204405-06BF-F114-B697-9AC796459476}"/>
                    </a:ext>
                  </a:extLst>
                </p14:cNvPr>
                <p14:cNvContentPartPr/>
                <p14:nvPr/>
              </p14:nvContentPartPr>
              <p14:xfrm>
                <a:off x="10008518" y="1438703"/>
                <a:ext cx="193320" cy="462960"/>
              </p14:xfrm>
            </p:contentPart>
          </mc:Choice>
          <mc:Fallback>
            <p:pic>
              <p:nvPicPr>
                <p:cNvPr id="107" name="Ink 106">
                  <a:extLst>
                    <a:ext uri="{FF2B5EF4-FFF2-40B4-BE49-F238E27FC236}">
                      <a16:creationId xmlns:a16="http://schemas.microsoft.com/office/drawing/2014/main" id="{82204405-06BF-F114-B697-9AC796459476}"/>
                    </a:ext>
                  </a:extLst>
                </p:cNvPr>
                <p:cNvPicPr/>
                <p:nvPr/>
              </p:nvPicPr>
              <p:blipFill>
                <a:blip r:embed="rId63"/>
                <a:stretch>
                  <a:fillRect/>
                </a:stretch>
              </p:blipFill>
              <p:spPr>
                <a:xfrm>
                  <a:off x="9999518" y="1429703"/>
                  <a:ext cx="210960" cy="480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08" name="Ink 107">
                  <a:extLst>
                    <a:ext uri="{FF2B5EF4-FFF2-40B4-BE49-F238E27FC236}">
                      <a16:creationId xmlns:a16="http://schemas.microsoft.com/office/drawing/2014/main" id="{2BAC7EDB-4301-78D7-9841-64DFAD95810C}"/>
                    </a:ext>
                  </a:extLst>
                </p14:cNvPr>
                <p14:cNvContentPartPr/>
                <p14:nvPr/>
              </p14:nvContentPartPr>
              <p14:xfrm>
                <a:off x="10246118" y="1645703"/>
                <a:ext cx="112320" cy="197640"/>
              </p14:xfrm>
            </p:contentPart>
          </mc:Choice>
          <mc:Fallback>
            <p:pic>
              <p:nvPicPr>
                <p:cNvPr id="108" name="Ink 107">
                  <a:extLst>
                    <a:ext uri="{FF2B5EF4-FFF2-40B4-BE49-F238E27FC236}">
                      <a16:creationId xmlns:a16="http://schemas.microsoft.com/office/drawing/2014/main" id="{2BAC7EDB-4301-78D7-9841-64DFAD95810C}"/>
                    </a:ext>
                  </a:extLst>
                </p:cNvPr>
                <p:cNvPicPr/>
                <p:nvPr/>
              </p:nvPicPr>
              <p:blipFill>
                <a:blip r:embed="rId65"/>
                <a:stretch>
                  <a:fillRect/>
                </a:stretch>
              </p:blipFill>
              <p:spPr>
                <a:xfrm>
                  <a:off x="10237118" y="1637063"/>
                  <a:ext cx="12996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09" name="Ink 108">
                  <a:extLst>
                    <a:ext uri="{FF2B5EF4-FFF2-40B4-BE49-F238E27FC236}">
                      <a16:creationId xmlns:a16="http://schemas.microsoft.com/office/drawing/2014/main" id="{A1BAFAB7-93F3-77FC-988B-A1D2B0AE1E36}"/>
                    </a:ext>
                  </a:extLst>
                </p14:cNvPr>
                <p14:cNvContentPartPr/>
                <p14:nvPr/>
              </p14:nvContentPartPr>
              <p14:xfrm>
                <a:off x="10441958" y="1530143"/>
                <a:ext cx="48600" cy="265680"/>
              </p14:xfrm>
            </p:contentPart>
          </mc:Choice>
          <mc:Fallback>
            <p:pic>
              <p:nvPicPr>
                <p:cNvPr id="109" name="Ink 108">
                  <a:extLst>
                    <a:ext uri="{FF2B5EF4-FFF2-40B4-BE49-F238E27FC236}">
                      <a16:creationId xmlns:a16="http://schemas.microsoft.com/office/drawing/2014/main" id="{A1BAFAB7-93F3-77FC-988B-A1D2B0AE1E36}"/>
                    </a:ext>
                  </a:extLst>
                </p:cNvPr>
                <p:cNvPicPr/>
                <p:nvPr/>
              </p:nvPicPr>
              <p:blipFill>
                <a:blip r:embed="rId67"/>
                <a:stretch>
                  <a:fillRect/>
                </a:stretch>
              </p:blipFill>
              <p:spPr>
                <a:xfrm>
                  <a:off x="10433318" y="1521143"/>
                  <a:ext cx="6624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10" name="Ink 109">
                  <a:extLst>
                    <a:ext uri="{FF2B5EF4-FFF2-40B4-BE49-F238E27FC236}">
                      <a16:creationId xmlns:a16="http://schemas.microsoft.com/office/drawing/2014/main" id="{3C875F0A-652F-6C8D-7845-B8D3942EB013}"/>
                    </a:ext>
                  </a:extLst>
                </p14:cNvPr>
                <p14:cNvContentPartPr/>
                <p14:nvPr/>
              </p14:nvContentPartPr>
              <p14:xfrm>
                <a:off x="10513598" y="1648943"/>
                <a:ext cx="169920" cy="314280"/>
              </p14:xfrm>
            </p:contentPart>
          </mc:Choice>
          <mc:Fallback>
            <p:pic>
              <p:nvPicPr>
                <p:cNvPr id="110" name="Ink 109">
                  <a:extLst>
                    <a:ext uri="{FF2B5EF4-FFF2-40B4-BE49-F238E27FC236}">
                      <a16:creationId xmlns:a16="http://schemas.microsoft.com/office/drawing/2014/main" id="{3C875F0A-652F-6C8D-7845-B8D3942EB013}"/>
                    </a:ext>
                  </a:extLst>
                </p:cNvPr>
                <p:cNvPicPr/>
                <p:nvPr/>
              </p:nvPicPr>
              <p:blipFill>
                <a:blip r:embed="rId69"/>
                <a:stretch>
                  <a:fillRect/>
                </a:stretch>
              </p:blipFill>
              <p:spPr>
                <a:xfrm>
                  <a:off x="10504598" y="1639943"/>
                  <a:ext cx="18756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11" name="Ink 110">
                  <a:extLst>
                    <a:ext uri="{FF2B5EF4-FFF2-40B4-BE49-F238E27FC236}">
                      <a16:creationId xmlns:a16="http://schemas.microsoft.com/office/drawing/2014/main" id="{EAF5897B-19FA-D935-B5D4-B26C1F577171}"/>
                    </a:ext>
                  </a:extLst>
                </p14:cNvPr>
                <p14:cNvContentPartPr/>
                <p14:nvPr/>
              </p14:nvContentPartPr>
              <p14:xfrm>
                <a:off x="10069358" y="2143223"/>
                <a:ext cx="116280" cy="217080"/>
              </p14:xfrm>
            </p:contentPart>
          </mc:Choice>
          <mc:Fallback>
            <p:pic>
              <p:nvPicPr>
                <p:cNvPr id="111" name="Ink 110">
                  <a:extLst>
                    <a:ext uri="{FF2B5EF4-FFF2-40B4-BE49-F238E27FC236}">
                      <a16:creationId xmlns:a16="http://schemas.microsoft.com/office/drawing/2014/main" id="{EAF5897B-19FA-D935-B5D4-B26C1F577171}"/>
                    </a:ext>
                  </a:extLst>
                </p:cNvPr>
                <p:cNvPicPr/>
                <p:nvPr/>
              </p:nvPicPr>
              <p:blipFill>
                <a:blip r:embed="rId71"/>
                <a:stretch>
                  <a:fillRect/>
                </a:stretch>
              </p:blipFill>
              <p:spPr>
                <a:xfrm>
                  <a:off x="10060718" y="2134583"/>
                  <a:ext cx="1339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12" name="Ink 111">
                  <a:extLst>
                    <a:ext uri="{FF2B5EF4-FFF2-40B4-BE49-F238E27FC236}">
                      <a16:creationId xmlns:a16="http://schemas.microsoft.com/office/drawing/2014/main" id="{DA3BA35F-678E-707A-359E-BD0E9B000EA8}"/>
                    </a:ext>
                  </a:extLst>
                </p14:cNvPr>
                <p14:cNvContentPartPr/>
                <p14:nvPr/>
              </p14:nvContentPartPr>
              <p14:xfrm>
                <a:off x="10295438" y="2049983"/>
                <a:ext cx="577440" cy="238680"/>
              </p14:xfrm>
            </p:contentPart>
          </mc:Choice>
          <mc:Fallback>
            <p:pic>
              <p:nvPicPr>
                <p:cNvPr id="112" name="Ink 111">
                  <a:extLst>
                    <a:ext uri="{FF2B5EF4-FFF2-40B4-BE49-F238E27FC236}">
                      <a16:creationId xmlns:a16="http://schemas.microsoft.com/office/drawing/2014/main" id="{DA3BA35F-678E-707A-359E-BD0E9B000EA8}"/>
                    </a:ext>
                  </a:extLst>
                </p:cNvPr>
                <p:cNvPicPr/>
                <p:nvPr/>
              </p:nvPicPr>
              <p:blipFill>
                <a:blip r:embed="rId73"/>
                <a:stretch>
                  <a:fillRect/>
                </a:stretch>
              </p:blipFill>
              <p:spPr>
                <a:xfrm>
                  <a:off x="10286798" y="2040983"/>
                  <a:ext cx="59508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13" name="Ink 112">
                  <a:extLst>
                    <a:ext uri="{FF2B5EF4-FFF2-40B4-BE49-F238E27FC236}">
                      <a16:creationId xmlns:a16="http://schemas.microsoft.com/office/drawing/2014/main" id="{E0FF6F38-3C99-6FC5-3ED2-DD796FEDF721}"/>
                    </a:ext>
                  </a:extLst>
                </p14:cNvPr>
                <p14:cNvContentPartPr/>
                <p14:nvPr/>
              </p14:nvContentPartPr>
              <p14:xfrm>
                <a:off x="10822478" y="2196503"/>
                <a:ext cx="189360" cy="271080"/>
              </p14:xfrm>
            </p:contentPart>
          </mc:Choice>
          <mc:Fallback>
            <p:pic>
              <p:nvPicPr>
                <p:cNvPr id="113" name="Ink 112">
                  <a:extLst>
                    <a:ext uri="{FF2B5EF4-FFF2-40B4-BE49-F238E27FC236}">
                      <a16:creationId xmlns:a16="http://schemas.microsoft.com/office/drawing/2014/main" id="{E0FF6F38-3C99-6FC5-3ED2-DD796FEDF721}"/>
                    </a:ext>
                  </a:extLst>
                </p:cNvPr>
                <p:cNvPicPr/>
                <p:nvPr/>
              </p:nvPicPr>
              <p:blipFill>
                <a:blip r:embed="rId75"/>
                <a:stretch>
                  <a:fillRect/>
                </a:stretch>
              </p:blipFill>
              <p:spPr>
                <a:xfrm>
                  <a:off x="10813478" y="2187863"/>
                  <a:ext cx="207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14" name="Ink 113">
                  <a:extLst>
                    <a:ext uri="{FF2B5EF4-FFF2-40B4-BE49-F238E27FC236}">
                      <a16:creationId xmlns:a16="http://schemas.microsoft.com/office/drawing/2014/main" id="{D766C817-13B9-EC12-3AF7-72A6117A323F}"/>
                    </a:ext>
                  </a:extLst>
                </p14:cNvPr>
                <p14:cNvContentPartPr/>
                <p14:nvPr/>
              </p14:nvContentPartPr>
              <p14:xfrm>
                <a:off x="11173478" y="2166623"/>
                <a:ext cx="23400" cy="12960"/>
              </p14:xfrm>
            </p:contentPart>
          </mc:Choice>
          <mc:Fallback>
            <p:pic>
              <p:nvPicPr>
                <p:cNvPr id="114" name="Ink 113">
                  <a:extLst>
                    <a:ext uri="{FF2B5EF4-FFF2-40B4-BE49-F238E27FC236}">
                      <a16:creationId xmlns:a16="http://schemas.microsoft.com/office/drawing/2014/main" id="{D766C817-13B9-EC12-3AF7-72A6117A323F}"/>
                    </a:ext>
                  </a:extLst>
                </p:cNvPr>
                <p:cNvPicPr/>
                <p:nvPr/>
              </p:nvPicPr>
              <p:blipFill>
                <a:blip r:embed="rId77"/>
                <a:stretch>
                  <a:fillRect/>
                </a:stretch>
              </p:blipFill>
              <p:spPr>
                <a:xfrm>
                  <a:off x="11164838" y="2157983"/>
                  <a:ext cx="4104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15" name="Ink 114">
                  <a:extLst>
                    <a:ext uri="{FF2B5EF4-FFF2-40B4-BE49-F238E27FC236}">
                      <a16:creationId xmlns:a16="http://schemas.microsoft.com/office/drawing/2014/main" id="{031156B0-5645-9BD1-EC85-18BA2899F64C}"/>
                    </a:ext>
                  </a:extLst>
                </p14:cNvPr>
                <p14:cNvContentPartPr/>
                <p14:nvPr/>
              </p14:nvContentPartPr>
              <p14:xfrm>
                <a:off x="11192918" y="2229263"/>
                <a:ext cx="39960" cy="7200"/>
              </p14:xfrm>
            </p:contentPart>
          </mc:Choice>
          <mc:Fallback>
            <p:pic>
              <p:nvPicPr>
                <p:cNvPr id="115" name="Ink 114">
                  <a:extLst>
                    <a:ext uri="{FF2B5EF4-FFF2-40B4-BE49-F238E27FC236}">
                      <a16:creationId xmlns:a16="http://schemas.microsoft.com/office/drawing/2014/main" id="{031156B0-5645-9BD1-EC85-18BA2899F64C}"/>
                    </a:ext>
                  </a:extLst>
                </p:cNvPr>
                <p:cNvPicPr/>
                <p:nvPr/>
              </p:nvPicPr>
              <p:blipFill>
                <a:blip r:embed="rId79"/>
                <a:stretch>
                  <a:fillRect/>
                </a:stretch>
              </p:blipFill>
              <p:spPr>
                <a:xfrm>
                  <a:off x="11183918" y="2220623"/>
                  <a:ext cx="576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16" name="Ink 115">
                  <a:extLst>
                    <a:ext uri="{FF2B5EF4-FFF2-40B4-BE49-F238E27FC236}">
                      <a16:creationId xmlns:a16="http://schemas.microsoft.com/office/drawing/2014/main" id="{07CBD6E1-9FE3-54C8-A92A-34E726C14798}"/>
                    </a:ext>
                  </a:extLst>
                </p14:cNvPr>
                <p14:cNvContentPartPr/>
                <p14:nvPr/>
              </p14:nvContentPartPr>
              <p14:xfrm>
                <a:off x="11426918" y="2105783"/>
                <a:ext cx="209880" cy="199080"/>
              </p14:xfrm>
            </p:contentPart>
          </mc:Choice>
          <mc:Fallback>
            <p:pic>
              <p:nvPicPr>
                <p:cNvPr id="116" name="Ink 115">
                  <a:extLst>
                    <a:ext uri="{FF2B5EF4-FFF2-40B4-BE49-F238E27FC236}">
                      <a16:creationId xmlns:a16="http://schemas.microsoft.com/office/drawing/2014/main" id="{07CBD6E1-9FE3-54C8-A92A-34E726C14798}"/>
                    </a:ext>
                  </a:extLst>
                </p:cNvPr>
                <p:cNvPicPr/>
                <p:nvPr/>
              </p:nvPicPr>
              <p:blipFill>
                <a:blip r:embed="rId81"/>
                <a:stretch>
                  <a:fillRect/>
                </a:stretch>
              </p:blipFill>
              <p:spPr>
                <a:xfrm>
                  <a:off x="11417918" y="2097143"/>
                  <a:ext cx="22752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17" name="Ink 116">
                  <a:extLst>
                    <a:ext uri="{FF2B5EF4-FFF2-40B4-BE49-F238E27FC236}">
                      <a16:creationId xmlns:a16="http://schemas.microsoft.com/office/drawing/2014/main" id="{56B5B0A3-57DC-F662-8414-8F2F416745A8}"/>
                    </a:ext>
                  </a:extLst>
                </p14:cNvPr>
                <p14:cNvContentPartPr/>
                <p14:nvPr/>
              </p14:nvContentPartPr>
              <p14:xfrm>
                <a:off x="11696198" y="2111183"/>
                <a:ext cx="118080" cy="205560"/>
              </p14:xfrm>
            </p:contentPart>
          </mc:Choice>
          <mc:Fallback>
            <p:pic>
              <p:nvPicPr>
                <p:cNvPr id="117" name="Ink 116">
                  <a:extLst>
                    <a:ext uri="{FF2B5EF4-FFF2-40B4-BE49-F238E27FC236}">
                      <a16:creationId xmlns:a16="http://schemas.microsoft.com/office/drawing/2014/main" id="{56B5B0A3-57DC-F662-8414-8F2F416745A8}"/>
                    </a:ext>
                  </a:extLst>
                </p:cNvPr>
                <p:cNvPicPr/>
                <p:nvPr/>
              </p:nvPicPr>
              <p:blipFill>
                <a:blip r:embed="rId83"/>
                <a:stretch>
                  <a:fillRect/>
                </a:stretch>
              </p:blipFill>
              <p:spPr>
                <a:xfrm>
                  <a:off x="11687558" y="2102183"/>
                  <a:ext cx="135720" cy="223200"/>
                </a:xfrm>
                <a:prstGeom prst="rect">
                  <a:avLst/>
                </a:prstGeom>
              </p:spPr>
            </p:pic>
          </mc:Fallback>
        </mc:AlternateContent>
      </p:grpSp>
      <p:grpSp>
        <p:nvGrpSpPr>
          <p:cNvPr id="124" name="Group 123">
            <a:extLst>
              <a:ext uri="{FF2B5EF4-FFF2-40B4-BE49-F238E27FC236}">
                <a16:creationId xmlns:a16="http://schemas.microsoft.com/office/drawing/2014/main" id="{2DE0A56B-639D-EF26-CD93-392068F73C75}"/>
              </a:ext>
            </a:extLst>
          </p:cNvPr>
          <p:cNvGrpSpPr/>
          <p:nvPr/>
        </p:nvGrpSpPr>
        <p:grpSpPr>
          <a:xfrm>
            <a:off x="7291598" y="3945743"/>
            <a:ext cx="4070160" cy="2479320"/>
            <a:chOff x="7291598" y="3945743"/>
            <a:chExt cx="4070160" cy="2479320"/>
          </a:xfrm>
        </p:grpSpPr>
        <mc:AlternateContent xmlns:mc="http://schemas.openxmlformats.org/markup-compatibility/2006">
          <mc:Choice xmlns:p14="http://schemas.microsoft.com/office/powerpoint/2010/main" Requires="p14">
            <p:contentPart p14:bwMode="auto" r:id="rId84">
              <p14:nvContentPartPr>
                <p14:cNvPr id="33" name="Ink 32">
                  <a:extLst>
                    <a:ext uri="{FF2B5EF4-FFF2-40B4-BE49-F238E27FC236}">
                      <a16:creationId xmlns:a16="http://schemas.microsoft.com/office/drawing/2014/main" id="{A7093208-B374-AD15-3FFD-E8960099F8C9}"/>
                    </a:ext>
                  </a:extLst>
                </p14:cNvPr>
                <p14:cNvContentPartPr/>
                <p14:nvPr/>
              </p14:nvContentPartPr>
              <p14:xfrm>
                <a:off x="7291598" y="5097023"/>
                <a:ext cx="3242520" cy="1328040"/>
              </p14:xfrm>
            </p:contentPart>
          </mc:Choice>
          <mc:Fallback>
            <p:pic>
              <p:nvPicPr>
                <p:cNvPr id="33" name="Ink 32">
                  <a:extLst>
                    <a:ext uri="{FF2B5EF4-FFF2-40B4-BE49-F238E27FC236}">
                      <a16:creationId xmlns:a16="http://schemas.microsoft.com/office/drawing/2014/main" id="{A7093208-B374-AD15-3FFD-E8960099F8C9}"/>
                    </a:ext>
                  </a:extLst>
                </p:cNvPr>
                <p:cNvPicPr/>
                <p:nvPr/>
              </p:nvPicPr>
              <p:blipFill>
                <a:blip r:embed="rId85"/>
                <a:stretch>
                  <a:fillRect/>
                </a:stretch>
              </p:blipFill>
              <p:spPr>
                <a:xfrm>
                  <a:off x="7282958" y="5088383"/>
                  <a:ext cx="3260160" cy="13456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4" name="Ink 33">
                  <a:extLst>
                    <a:ext uri="{FF2B5EF4-FFF2-40B4-BE49-F238E27FC236}">
                      <a16:creationId xmlns:a16="http://schemas.microsoft.com/office/drawing/2014/main" id="{B5603EF6-822F-CA94-050A-6604CDE1E9ED}"/>
                    </a:ext>
                  </a:extLst>
                </p14:cNvPr>
                <p14:cNvContentPartPr/>
                <p14:nvPr/>
              </p14:nvContentPartPr>
              <p14:xfrm>
                <a:off x="7452518" y="5330303"/>
                <a:ext cx="2423520" cy="118080"/>
              </p14:xfrm>
            </p:contentPart>
          </mc:Choice>
          <mc:Fallback>
            <p:pic>
              <p:nvPicPr>
                <p:cNvPr id="34" name="Ink 33">
                  <a:extLst>
                    <a:ext uri="{FF2B5EF4-FFF2-40B4-BE49-F238E27FC236}">
                      <a16:creationId xmlns:a16="http://schemas.microsoft.com/office/drawing/2014/main" id="{B5603EF6-822F-CA94-050A-6604CDE1E9ED}"/>
                    </a:ext>
                  </a:extLst>
                </p:cNvPr>
                <p:cNvPicPr/>
                <p:nvPr/>
              </p:nvPicPr>
              <p:blipFill>
                <a:blip r:embed="rId87"/>
                <a:stretch>
                  <a:fillRect/>
                </a:stretch>
              </p:blipFill>
              <p:spPr>
                <a:xfrm>
                  <a:off x="7443878" y="5321303"/>
                  <a:ext cx="24411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5" name="Ink 34">
                  <a:extLst>
                    <a:ext uri="{FF2B5EF4-FFF2-40B4-BE49-F238E27FC236}">
                      <a16:creationId xmlns:a16="http://schemas.microsoft.com/office/drawing/2014/main" id="{9D5ADA4C-C636-18E7-2C43-329CF6AD65BA}"/>
                    </a:ext>
                  </a:extLst>
                </p14:cNvPr>
                <p14:cNvContentPartPr/>
                <p14:nvPr/>
              </p14:nvContentPartPr>
              <p14:xfrm>
                <a:off x="7333718" y="5743223"/>
                <a:ext cx="2858040" cy="81720"/>
              </p14:xfrm>
            </p:contentPart>
          </mc:Choice>
          <mc:Fallback>
            <p:pic>
              <p:nvPicPr>
                <p:cNvPr id="35" name="Ink 34">
                  <a:extLst>
                    <a:ext uri="{FF2B5EF4-FFF2-40B4-BE49-F238E27FC236}">
                      <a16:creationId xmlns:a16="http://schemas.microsoft.com/office/drawing/2014/main" id="{9D5ADA4C-C636-18E7-2C43-329CF6AD65BA}"/>
                    </a:ext>
                  </a:extLst>
                </p:cNvPr>
                <p:cNvPicPr/>
                <p:nvPr/>
              </p:nvPicPr>
              <p:blipFill>
                <a:blip r:embed="rId89"/>
                <a:stretch>
                  <a:fillRect/>
                </a:stretch>
              </p:blipFill>
              <p:spPr>
                <a:xfrm>
                  <a:off x="7325078" y="5734223"/>
                  <a:ext cx="287568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36" name="Ink 35">
                  <a:extLst>
                    <a:ext uri="{FF2B5EF4-FFF2-40B4-BE49-F238E27FC236}">
                      <a16:creationId xmlns:a16="http://schemas.microsoft.com/office/drawing/2014/main" id="{B093D417-DBF9-8CA4-725D-0C11A8F841BF}"/>
                    </a:ext>
                  </a:extLst>
                </p14:cNvPr>
                <p14:cNvContentPartPr/>
                <p14:nvPr/>
              </p14:nvContentPartPr>
              <p14:xfrm>
                <a:off x="7627838" y="6021863"/>
                <a:ext cx="2763000" cy="153720"/>
              </p14:xfrm>
            </p:contentPart>
          </mc:Choice>
          <mc:Fallback>
            <p:pic>
              <p:nvPicPr>
                <p:cNvPr id="36" name="Ink 35">
                  <a:extLst>
                    <a:ext uri="{FF2B5EF4-FFF2-40B4-BE49-F238E27FC236}">
                      <a16:creationId xmlns:a16="http://schemas.microsoft.com/office/drawing/2014/main" id="{B093D417-DBF9-8CA4-725D-0C11A8F841BF}"/>
                    </a:ext>
                  </a:extLst>
                </p:cNvPr>
                <p:cNvPicPr/>
                <p:nvPr/>
              </p:nvPicPr>
              <p:blipFill>
                <a:blip r:embed="rId91"/>
                <a:stretch>
                  <a:fillRect/>
                </a:stretch>
              </p:blipFill>
              <p:spPr>
                <a:xfrm>
                  <a:off x="7618838" y="6012863"/>
                  <a:ext cx="278064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7" name="Ink 36">
                  <a:extLst>
                    <a:ext uri="{FF2B5EF4-FFF2-40B4-BE49-F238E27FC236}">
                      <a16:creationId xmlns:a16="http://schemas.microsoft.com/office/drawing/2014/main" id="{8541BEE3-53B8-FD01-E4B8-80E61FBCD463}"/>
                    </a:ext>
                  </a:extLst>
                </p14:cNvPr>
                <p14:cNvContentPartPr/>
                <p14:nvPr/>
              </p14:nvContentPartPr>
              <p14:xfrm>
                <a:off x="8054078" y="5214383"/>
                <a:ext cx="96840" cy="1068480"/>
              </p14:xfrm>
            </p:contentPart>
          </mc:Choice>
          <mc:Fallback>
            <p:pic>
              <p:nvPicPr>
                <p:cNvPr id="37" name="Ink 36">
                  <a:extLst>
                    <a:ext uri="{FF2B5EF4-FFF2-40B4-BE49-F238E27FC236}">
                      <a16:creationId xmlns:a16="http://schemas.microsoft.com/office/drawing/2014/main" id="{8541BEE3-53B8-FD01-E4B8-80E61FBCD463}"/>
                    </a:ext>
                  </a:extLst>
                </p:cNvPr>
                <p:cNvPicPr/>
                <p:nvPr/>
              </p:nvPicPr>
              <p:blipFill>
                <a:blip r:embed="rId93"/>
                <a:stretch>
                  <a:fillRect/>
                </a:stretch>
              </p:blipFill>
              <p:spPr>
                <a:xfrm>
                  <a:off x="8045438" y="5205743"/>
                  <a:ext cx="114480" cy="1086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8" name="Ink 37">
                  <a:extLst>
                    <a:ext uri="{FF2B5EF4-FFF2-40B4-BE49-F238E27FC236}">
                      <a16:creationId xmlns:a16="http://schemas.microsoft.com/office/drawing/2014/main" id="{DE554D13-6F4E-51B3-70CB-21109116836D}"/>
                    </a:ext>
                  </a:extLst>
                </p14:cNvPr>
                <p14:cNvContentPartPr/>
                <p14:nvPr/>
              </p14:nvContentPartPr>
              <p14:xfrm>
                <a:off x="8661758" y="5116823"/>
                <a:ext cx="151920" cy="1164600"/>
              </p14:xfrm>
            </p:contentPart>
          </mc:Choice>
          <mc:Fallback>
            <p:pic>
              <p:nvPicPr>
                <p:cNvPr id="38" name="Ink 37">
                  <a:extLst>
                    <a:ext uri="{FF2B5EF4-FFF2-40B4-BE49-F238E27FC236}">
                      <a16:creationId xmlns:a16="http://schemas.microsoft.com/office/drawing/2014/main" id="{DE554D13-6F4E-51B3-70CB-21109116836D}"/>
                    </a:ext>
                  </a:extLst>
                </p:cNvPr>
                <p:cNvPicPr/>
                <p:nvPr/>
              </p:nvPicPr>
              <p:blipFill>
                <a:blip r:embed="rId95"/>
                <a:stretch>
                  <a:fillRect/>
                </a:stretch>
              </p:blipFill>
              <p:spPr>
                <a:xfrm>
                  <a:off x="8652758" y="5107823"/>
                  <a:ext cx="169560" cy="11822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9" name="Ink 38">
                  <a:extLst>
                    <a:ext uri="{FF2B5EF4-FFF2-40B4-BE49-F238E27FC236}">
                      <a16:creationId xmlns:a16="http://schemas.microsoft.com/office/drawing/2014/main" id="{FBE4A5A5-1CF4-CBA9-BEAA-47B787E4AEAC}"/>
                    </a:ext>
                  </a:extLst>
                </p14:cNvPr>
                <p14:cNvContentPartPr/>
                <p14:nvPr/>
              </p14:nvContentPartPr>
              <p14:xfrm>
                <a:off x="9325238" y="5129063"/>
                <a:ext cx="121320" cy="1126800"/>
              </p14:xfrm>
            </p:contentPart>
          </mc:Choice>
          <mc:Fallback>
            <p:pic>
              <p:nvPicPr>
                <p:cNvPr id="39" name="Ink 38">
                  <a:extLst>
                    <a:ext uri="{FF2B5EF4-FFF2-40B4-BE49-F238E27FC236}">
                      <a16:creationId xmlns:a16="http://schemas.microsoft.com/office/drawing/2014/main" id="{FBE4A5A5-1CF4-CBA9-BEAA-47B787E4AEAC}"/>
                    </a:ext>
                  </a:extLst>
                </p:cNvPr>
                <p:cNvPicPr/>
                <p:nvPr/>
              </p:nvPicPr>
              <p:blipFill>
                <a:blip r:embed="rId97"/>
                <a:stretch>
                  <a:fillRect/>
                </a:stretch>
              </p:blipFill>
              <p:spPr>
                <a:xfrm>
                  <a:off x="9316598" y="5120423"/>
                  <a:ext cx="138960" cy="1144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44" name="Ink 43">
                  <a:extLst>
                    <a:ext uri="{FF2B5EF4-FFF2-40B4-BE49-F238E27FC236}">
                      <a16:creationId xmlns:a16="http://schemas.microsoft.com/office/drawing/2014/main" id="{060788A6-FF04-F8C5-8334-D2D5AE7890D0}"/>
                    </a:ext>
                  </a:extLst>
                </p14:cNvPr>
                <p14:cNvContentPartPr/>
                <p14:nvPr/>
              </p14:nvContentPartPr>
              <p14:xfrm>
                <a:off x="8675798" y="4787063"/>
                <a:ext cx="279720" cy="263160"/>
              </p14:xfrm>
            </p:contentPart>
          </mc:Choice>
          <mc:Fallback>
            <p:pic>
              <p:nvPicPr>
                <p:cNvPr id="44" name="Ink 43">
                  <a:extLst>
                    <a:ext uri="{FF2B5EF4-FFF2-40B4-BE49-F238E27FC236}">
                      <a16:creationId xmlns:a16="http://schemas.microsoft.com/office/drawing/2014/main" id="{060788A6-FF04-F8C5-8334-D2D5AE7890D0}"/>
                    </a:ext>
                  </a:extLst>
                </p:cNvPr>
                <p:cNvPicPr/>
                <p:nvPr/>
              </p:nvPicPr>
              <p:blipFill>
                <a:blip r:embed="rId99"/>
                <a:stretch>
                  <a:fillRect/>
                </a:stretch>
              </p:blipFill>
              <p:spPr>
                <a:xfrm>
                  <a:off x="8666798" y="4778063"/>
                  <a:ext cx="29736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5" name="Ink 44">
                  <a:extLst>
                    <a:ext uri="{FF2B5EF4-FFF2-40B4-BE49-F238E27FC236}">
                      <a16:creationId xmlns:a16="http://schemas.microsoft.com/office/drawing/2014/main" id="{DBCBFD32-03A7-7212-1EED-8C288B6F33EE}"/>
                    </a:ext>
                  </a:extLst>
                </p14:cNvPr>
                <p14:cNvContentPartPr/>
                <p14:nvPr/>
              </p14:nvContentPartPr>
              <p14:xfrm>
                <a:off x="8949398" y="4857623"/>
                <a:ext cx="386640" cy="222120"/>
              </p14:xfrm>
            </p:contentPart>
          </mc:Choice>
          <mc:Fallback>
            <p:pic>
              <p:nvPicPr>
                <p:cNvPr id="45" name="Ink 44">
                  <a:extLst>
                    <a:ext uri="{FF2B5EF4-FFF2-40B4-BE49-F238E27FC236}">
                      <a16:creationId xmlns:a16="http://schemas.microsoft.com/office/drawing/2014/main" id="{DBCBFD32-03A7-7212-1EED-8C288B6F33EE}"/>
                    </a:ext>
                  </a:extLst>
                </p:cNvPr>
                <p:cNvPicPr/>
                <p:nvPr/>
              </p:nvPicPr>
              <p:blipFill>
                <a:blip r:embed="rId101"/>
                <a:stretch>
                  <a:fillRect/>
                </a:stretch>
              </p:blipFill>
              <p:spPr>
                <a:xfrm>
                  <a:off x="8940758" y="4848623"/>
                  <a:ext cx="4042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6" name="Ink 45">
                  <a:extLst>
                    <a:ext uri="{FF2B5EF4-FFF2-40B4-BE49-F238E27FC236}">
                      <a16:creationId xmlns:a16="http://schemas.microsoft.com/office/drawing/2014/main" id="{36203150-6154-2FC1-BD99-4AF137C28FE2}"/>
                    </a:ext>
                  </a:extLst>
                </p14:cNvPr>
                <p14:cNvContentPartPr/>
                <p14:nvPr/>
              </p14:nvContentPartPr>
              <p14:xfrm>
                <a:off x="8845358" y="5232023"/>
                <a:ext cx="24120" cy="123840"/>
              </p14:xfrm>
            </p:contentPart>
          </mc:Choice>
          <mc:Fallback>
            <p:pic>
              <p:nvPicPr>
                <p:cNvPr id="46" name="Ink 45">
                  <a:extLst>
                    <a:ext uri="{FF2B5EF4-FFF2-40B4-BE49-F238E27FC236}">
                      <a16:creationId xmlns:a16="http://schemas.microsoft.com/office/drawing/2014/main" id="{36203150-6154-2FC1-BD99-4AF137C28FE2}"/>
                    </a:ext>
                  </a:extLst>
                </p:cNvPr>
                <p:cNvPicPr/>
                <p:nvPr/>
              </p:nvPicPr>
              <p:blipFill>
                <a:blip r:embed="rId103"/>
                <a:stretch>
                  <a:fillRect/>
                </a:stretch>
              </p:blipFill>
              <p:spPr>
                <a:xfrm>
                  <a:off x="8836718" y="5223383"/>
                  <a:ext cx="417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7" name="Ink 46">
                  <a:extLst>
                    <a:ext uri="{FF2B5EF4-FFF2-40B4-BE49-F238E27FC236}">
                      <a16:creationId xmlns:a16="http://schemas.microsoft.com/office/drawing/2014/main" id="{C816EE57-2265-17A3-7B1E-4311AA3BAA98}"/>
                    </a:ext>
                  </a:extLst>
                </p14:cNvPr>
                <p14:cNvContentPartPr/>
                <p14:nvPr/>
              </p14:nvContentPartPr>
              <p14:xfrm>
                <a:off x="8937158" y="5187743"/>
                <a:ext cx="207000" cy="119160"/>
              </p14:xfrm>
            </p:contentPart>
          </mc:Choice>
          <mc:Fallback>
            <p:pic>
              <p:nvPicPr>
                <p:cNvPr id="47" name="Ink 46">
                  <a:extLst>
                    <a:ext uri="{FF2B5EF4-FFF2-40B4-BE49-F238E27FC236}">
                      <a16:creationId xmlns:a16="http://schemas.microsoft.com/office/drawing/2014/main" id="{C816EE57-2265-17A3-7B1E-4311AA3BAA98}"/>
                    </a:ext>
                  </a:extLst>
                </p:cNvPr>
                <p:cNvPicPr/>
                <p:nvPr/>
              </p:nvPicPr>
              <p:blipFill>
                <a:blip r:embed="rId105"/>
                <a:stretch>
                  <a:fillRect/>
                </a:stretch>
              </p:blipFill>
              <p:spPr>
                <a:xfrm>
                  <a:off x="8928518" y="5178743"/>
                  <a:ext cx="22464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8" name="Ink 47">
                  <a:extLst>
                    <a:ext uri="{FF2B5EF4-FFF2-40B4-BE49-F238E27FC236}">
                      <a16:creationId xmlns:a16="http://schemas.microsoft.com/office/drawing/2014/main" id="{6707F2FE-ACF8-AB59-B2EE-6CDB0FF1A8AE}"/>
                    </a:ext>
                  </a:extLst>
                </p14:cNvPr>
                <p14:cNvContentPartPr/>
                <p14:nvPr/>
              </p14:nvContentPartPr>
              <p14:xfrm>
                <a:off x="8851478" y="5498783"/>
                <a:ext cx="10800" cy="133920"/>
              </p14:xfrm>
            </p:contentPart>
          </mc:Choice>
          <mc:Fallback>
            <p:pic>
              <p:nvPicPr>
                <p:cNvPr id="48" name="Ink 47">
                  <a:extLst>
                    <a:ext uri="{FF2B5EF4-FFF2-40B4-BE49-F238E27FC236}">
                      <a16:creationId xmlns:a16="http://schemas.microsoft.com/office/drawing/2014/main" id="{6707F2FE-ACF8-AB59-B2EE-6CDB0FF1A8AE}"/>
                    </a:ext>
                  </a:extLst>
                </p:cNvPr>
                <p:cNvPicPr/>
                <p:nvPr/>
              </p:nvPicPr>
              <p:blipFill>
                <a:blip r:embed="rId107"/>
                <a:stretch>
                  <a:fillRect/>
                </a:stretch>
              </p:blipFill>
              <p:spPr>
                <a:xfrm>
                  <a:off x="8842838" y="5489783"/>
                  <a:ext cx="284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9" name="Ink 48">
                  <a:extLst>
                    <a:ext uri="{FF2B5EF4-FFF2-40B4-BE49-F238E27FC236}">
                      <a16:creationId xmlns:a16="http://schemas.microsoft.com/office/drawing/2014/main" id="{101A1279-B4C9-FFFD-159C-91ED2901E5A5}"/>
                    </a:ext>
                  </a:extLst>
                </p14:cNvPr>
                <p14:cNvContentPartPr/>
                <p14:nvPr/>
              </p14:nvContentPartPr>
              <p14:xfrm>
                <a:off x="8937158" y="5483663"/>
                <a:ext cx="182520" cy="136440"/>
              </p14:xfrm>
            </p:contentPart>
          </mc:Choice>
          <mc:Fallback>
            <p:pic>
              <p:nvPicPr>
                <p:cNvPr id="49" name="Ink 48">
                  <a:extLst>
                    <a:ext uri="{FF2B5EF4-FFF2-40B4-BE49-F238E27FC236}">
                      <a16:creationId xmlns:a16="http://schemas.microsoft.com/office/drawing/2014/main" id="{101A1279-B4C9-FFFD-159C-91ED2901E5A5}"/>
                    </a:ext>
                  </a:extLst>
                </p:cNvPr>
                <p:cNvPicPr/>
                <p:nvPr/>
              </p:nvPicPr>
              <p:blipFill>
                <a:blip r:embed="rId109"/>
                <a:stretch>
                  <a:fillRect/>
                </a:stretch>
              </p:blipFill>
              <p:spPr>
                <a:xfrm>
                  <a:off x="8928518" y="5474663"/>
                  <a:ext cx="2001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0" name="Ink 49">
                  <a:extLst>
                    <a:ext uri="{FF2B5EF4-FFF2-40B4-BE49-F238E27FC236}">
                      <a16:creationId xmlns:a16="http://schemas.microsoft.com/office/drawing/2014/main" id="{4DE97EF8-B07F-C31E-8F56-87B667405761}"/>
                    </a:ext>
                  </a:extLst>
                </p14:cNvPr>
                <p14:cNvContentPartPr/>
                <p14:nvPr/>
              </p14:nvContentPartPr>
              <p14:xfrm>
                <a:off x="8899358" y="5820983"/>
                <a:ext cx="124920" cy="154080"/>
              </p14:xfrm>
            </p:contentPart>
          </mc:Choice>
          <mc:Fallback>
            <p:pic>
              <p:nvPicPr>
                <p:cNvPr id="50" name="Ink 49">
                  <a:extLst>
                    <a:ext uri="{FF2B5EF4-FFF2-40B4-BE49-F238E27FC236}">
                      <a16:creationId xmlns:a16="http://schemas.microsoft.com/office/drawing/2014/main" id="{4DE97EF8-B07F-C31E-8F56-87B667405761}"/>
                    </a:ext>
                  </a:extLst>
                </p:cNvPr>
                <p:cNvPicPr/>
                <p:nvPr/>
              </p:nvPicPr>
              <p:blipFill>
                <a:blip r:embed="rId111"/>
                <a:stretch>
                  <a:fillRect/>
                </a:stretch>
              </p:blipFill>
              <p:spPr>
                <a:xfrm>
                  <a:off x="8890718" y="5812343"/>
                  <a:ext cx="14256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1" name="Ink 50">
                  <a:extLst>
                    <a:ext uri="{FF2B5EF4-FFF2-40B4-BE49-F238E27FC236}">
                      <a16:creationId xmlns:a16="http://schemas.microsoft.com/office/drawing/2014/main" id="{3B990599-F1C1-6F92-AC9A-5D981EC27E92}"/>
                    </a:ext>
                  </a:extLst>
                </p14:cNvPr>
                <p14:cNvContentPartPr/>
                <p14:nvPr/>
              </p14:nvContentPartPr>
              <p14:xfrm>
                <a:off x="9056318" y="5831063"/>
                <a:ext cx="34560" cy="24840"/>
              </p14:xfrm>
            </p:contentPart>
          </mc:Choice>
          <mc:Fallback>
            <p:pic>
              <p:nvPicPr>
                <p:cNvPr id="51" name="Ink 50">
                  <a:extLst>
                    <a:ext uri="{FF2B5EF4-FFF2-40B4-BE49-F238E27FC236}">
                      <a16:creationId xmlns:a16="http://schemas.microsoft.com/office/drawing/2014/main" id="{3B990599-F1C1-6F92-AC9A-5D981EC27E92}"/>
                    </a:ext>
                  </a:extLst>
                </p:cNvPr>
                <p:cNvPicPr/>
                <p:nvPr/>
              </p:nvPicPr>
              <p:blipFill>
                <a:blip r:embed="rId113"/>
                <a:stretch>
                  <a:fillRect/>
                </a:stretch>
              </p:blipFill>
              <p:spPr>
                <a:xfrm>
                  <a:off x="9047318" y="5822423"/>
                  <a:ext cx="522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2" name="Ink 51">
                  <a:extLst>
                    <a:ext uri="{FF2B5EF4-FFF2-40B4-BE49-F238E27FC236}">
                      <a16:creationId xmlns:a16="http://schemas.microsoft.com/office/drawing/2014/main" id="{D1E45959-3C38-6207-3ABB-F39C1B7FB63D}"/>
                    </a:ext>
                  </a:extLst>
                </p14:cNvPr>
                <p14:cNvContentPartPr/>
                <p14:nvPr/>
              </p14:nvContentPartPr>
              <p14:xfrm>
                <a:off x="9152078" y="5832143"/>
                <a:ext cx="47520" cy="142560"/>
              </p14:xfrm>
            </p:contentPart>
          </mc:Choice>
          <mc:Fallback>
            <p:pic>
              <p:nvPicPr>
                <p:cNvPr id="52" name="Ink 51">
                  <a:extLst>
                    <a:ext uri="{FF2B5EF4-FFF2-40B4-BE49-F238E27FC236}">
                      <a16:creationId xmlns:a16="http://schemas.microsoft.com/office/drawing/2014/main" id="{D1E45959-3C38-6207-3ABB-F39C1B7FB63D}"/>
                    </a:ext>
                  </a:extLst>
                </p:cNvPr>
                <p:cNvPicPr/>
                <p:nvPr/>
              </p:nvPicPr>
              <p:blipFill>
                <a:blip r:embed="rId115"/>
                <a:stretch>
                  <a:fillRect/>
                </a:stretch>
              </p:blipFill>
              <p:spPr>
                <a:xfrm>
                  <a:off x="9143438" y="5823503"/>
                  <a:ext cx="651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3" name="Ink 52">
                  <a:extLst>
                    <a:ext uri="{FF2B5EF4-FFF2-40B4-BE49-F238E27FC236}">
                      <a16:creationId xmlns:a16="http://schemas.microsoft.com/office/drawing/2014/main" id="{0067C506-DAEA-84F4-93D0-2AB4C7FE2B1E}"/>
                    </a:ext>
                  </a:extLst>
                </p14:cNvPr>
                <p14:cNvContentPartPr/>
                <p14:nvPr/>
              </p14:nvContentPartPr>
              <p14:xfrm>
                <a:off x="8902238" y="6121223"/>
                <a:ext cx="161640" cy="123480"/>
              </p14:xfrm>
            </p:contentPart>
          </mc:Choice>
          <mc:Fallback>
            <p:pic>
              <p:nvPicPr>
                <p:cNvPr id="53" name="Ink 52">
                  <a:extLst>
                    <a:ext uri="{FF2B5EF4-FFF2-40B4-BE49-F238E27FC236}">
                      <a16:creationId xmlns:a16="http://schemas.microsoft.com/office/drawing/2014/main" id="{0067C506-DAEA-84F4-93D0-2AB4C7FE2B1E}"/>
                    </a:ext>
                  </a:extLst>
                </p:cNvPr>
                <p:cNvPicPr/>
                <p:nvPr/>
              </p:nvPicPr>
              <p:blipFill>
                <a:blip r:embed="rId117"/>
                <a:stretch>
                  <a:fillRect/>
                </a:stretch>
              </p:blipFill>
              <p:spPr>
                <a:xfrm>
                  <a:off x="8893598" y="6112223"/>
                  <a:ext cx="1792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4" name="Ink 53">
                  <a:extLst>
                    <a:ext uri="{FF2B5EF4-FFF2-40B4-BE49-F238E27FC236}">
                      <a16:creationId xmlns:a16="http://schemas.microsoft.com/office/drawing/2014/main" id="{B658694D-E672-2034-EEAD-239059067AB5}"/>
                    </a:ext>
                  </a:extLst>
                </p14:cNvPr>
                <p14:cNvContentPartPr/>
                <p14:nvPr/>
              </p14:nvContentPartPr>
              <p14:xfrm>
                <a:off x="9112118" y="6078023"/>
                <a:ext cx="78480" cy="190080"/>
              </p14:xfrm>
            </p:contentPart>
          </mc:Choice>
          <mc:Fallback>
            <p:pic>
              <p:nvPicPr>
                <p:cNvPr id="54" name="Ink 53">
                  <a:extLst>
                    <a:ext uri="{FF2B5EF4-FFF2-40B4-BE49-F238E27FC236}">
                      <a16:creationId xmlns:a16="http://schemas.microsoft.com/office/drawing/2014/main" id="{B658694D-E672-2034-EEAD-239059067AB5}"/>
                    </a:ext>
                  </a:extLst>
                </p:cNvPr>
                <p:cNvPicPr/>
                <p:nvPr/>
              </p:nvPicPr>
              <p:blipFill>
                <a:blip r:embed="rId119"/>
                <a:stretch>
                  <a:fillRect/>
                </a:stretch>
              </p:blipFill>
              <p:spPr>
                <a:xfrm>
                  <a:off x="9103118" y="6069023"/>
                  <a:ext cx="961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5" name="Ink 54">
                  <a:extLst>
                    <a:ext uri="{FF2B5EF4-FFF2-40B4-BE49-F238E27FC236}">
                      <a16:creationId xmlns:a16="http://schemas.microsoft.com/office/drawing/2014/main" id="{28E75450-5C4D-5F26-DE1A-14F2549807E1}"/>
                    </a:ext>
                  </a:extLst>
                </p14:cNvPr>
                <p14:cNvContentPartPr/>
                <p14:nvPr/>
              </p14:nvContentPartPr>
              <p14:xfrm>
                <a:off x="7326518" y="4717583"/>
                <a:ext cx="189360" cy="274680"/>
              </p14:xfrm>
            </p:contentPart>
          </mc:Choice>
          <mc:Fallback>
            <p:pic>
              <p:nvPicPr>
                <p:cNvPr id="55" name="Ink 54">
                  <a:extLst>
                    <a:ext uri="{FF2B5EF4-FFF2-40B4-BE49-F238E27FC236}">
                      <a16:creationId xmlns:a16="http://schemas.microsoft.com/office/drawing/2014/main" id="{28E75450-5C4D-5F26-DE1A-14F2549807E1}"/>
                    </a:ext>
                  </a:extLst>
                </p:cNvPr>
                <p:cNvPicPr/>
                <p:nvPr/>
              </p:nvPicPr>
              <p:blipFill>
                <a:blip r:embed="rId121"/>
                <a:stretch>
                  <a:fillRect/>
                </a:stretch>
              </p:blipFill>
              <p:spPr>
                <a:xfrm>
                  <a:off x="7317518" y="4708943"/>
                  <a:ext cx="20700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7" name="Ink 56">
                  <a:extLst>
                    <a:ext uri="{FF2B5EF4-FFF2-40B4-BE49-F238E27FC236}">
                      <a16:creationId xmlns:a16="http://schemas.microsoft.com/office/drawing/2014/main" id="{F80C0AD8-35A0-FF21-A83D-2BE333441B0D}"/>
                    </a:ext>
                  </a:extLst>
                </p14:cNvPr>
                <p14:cNvContentPartPr/>
                <p14:nvPr/>
              </p14:nvContentPartPr>
              <p14:xfrm>
                <a:off x="7523438" y="4765103"/>
                <a:ext cx="397440" cy="186840"/>
              </p14:xfrm>
            </p:contentPart>
          </mc:Choice>
          <mc:Fallback>
            <p:pic>
              <p:nvPicPr>
                <p:cNvPr id="57" name="Ink 56">
                  <a:extLst>
                    <a:ext uri="{FF2B5EF4-FFF2-40B4-BE49-F238E27FC236}">
                      <a16:creationId xmlns:a16="http://schemas.microsoft.com/office/drawing/2014/main" id="{F80C0AD8-35A0-FF21-A83D-2BE333441B0D}"/>
                    </a:ext>
                  </a:extLst>
                </p:cNvPr>
                <p:cNvPicPr/>
                <p:nvPr/>
              </p:nvPicPr>
              <p:blipFill>
                <a:blip r:embed="rId123"/>
                <a:stretch>
                  <a:fillRect/>
                </a:stretch>
              </p:blipFill>
              <p:spPr>
                <a:xfrm>
                  <a:off x="7514438" y="4756463"/>
                  <a:ext cx="4150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5" name="Ink 64">
                  <a:extLst>
                    <a:ext uri="{FF2B5EF4-FFF2-40B4-BE49-F238E27FC236}">
                      <a16:creationId xmlns:a16="http://schemas.microsoft.com/office/drawing/2014/main" id="{3FC03897-3C9C-1CEA-33B4-F266D5018B38}"/>
                    </a:ext>
                  </a:extLst>
                </p14:cNvPr>
                <p14:cNvContentPartPr/>
                <p14:nvPr/>
              </p14:nvContentPartPr>
              <p14:xfrm>
                <a:off x="8447918" y="4560623"/>
                <a:ext cx="1147320" cy="517680"/>
              </p14:xfrm>
            </p:contentPart>
          </mc:Choice>
          <mc:Fallback>
            <p:pic>
              <p:nvPicPr>
                <p:cNvPr id="65" name="Ink 64">
                  <a:extLst>
                    <a:ext uri="{FF2B5EF4-FFF2-40B4-BE49-F238E27FC236}">
                      <a16:creationId xmlns:a16="http://schemas.microsoft.com/office/drawing/2014/main" id="{3FC03897-3C9C-1CEA-33B4-F266D5018B38}"/>
                    </a:ext>
                  </a:extLst>
                </p:cNvPr>
                <p:cNvPicPr/>
                <p:nvPr/>
              </p:nvPicPr>
              <p:blipFill>
                <a:blip r:embed="rId125"/>
                <a:stretch>
                  <a:fillRect/>
                </a:stretch>
              </p:blipFill>
              <p:spPr>
                <a:xfrm>
                  <a:off x="8438918" y="4551983"/>
                  <a:ext cx="1164960" cy="5353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66" name="Ink 65">
                  <a:extLst>
                    <a:ext uri="{FF2B5EF4-FFF2-40B4-BE49-F238E27FC236}">
                      <a16:creationId xmlns:a16="http://schemas.microsoft.com/office/drawing/2014/main" id="{124FEF21-CE5F-F268-7F77-8AAE74133CF5}"/>
                    </a:ext>
                  </a:extLst>
                </p14:cNvPr>
                <p14:cNvContentPartPr/>
                <p14:nvPr/>
              </p14:nvContentPartPr>
              <p14:xfrm>
                <a:off x="9794678" y="4037543"/>
                <a:ext cx="210600" cy="522000"/>
              </p14:xfrm>
            </p:contentPart>
          </mc:Choice>
          <mc:Fallback>
            <p:pic>
              <p:nvPicPr>
                <p:cNvPr id="66" name="Ink 65">
                  <a:extLst>
                    <a:ext uri="{FF2B5EF4-FFF2-40B4-BE49-F238E27FC236}">
                      <a16:creationId xmlns:a16="http://schemas.microsoft.com/office/drawing/2014/main" id="{124FEF21-CE5F-F268-7F77-8AAE74133CF5}"/>
                    </a:ext>
                  </a:extLst>
                </p:cNvPr>
                <p:cNvPicPr/>
                <p:nvPr/>
              </p:nvPicPr>
              <p:blipFill>
                <a:blip r:embed="rId127"/>
                <a:stretch>
                  <a:fillRect/>
                </a:stretch>
              </p:blipFill>
              <p:spPr>
                <a:xfrm>
                  <a:off x="9786038" y="4028903"/>
                  <a:ext cx="228240" cy="5396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7" name="Ink 66">
                  <a:extLst>
                    <a:ext uri="{FF2B5EF4-FFF2-40B4-BE49-F238E27FC236}">
                      <a16:creationId xmlns:a16="http://schemas.microsoft.com/office/drawing/2014/main" id="{24811C74-4EC5-8377-9BDC-CBF489C2AB0C}"/>
                    </a:ext>
                  </a:extLst>
                </p14:cNvPr>
                <p14:cNvContentPartPr/>
                <p14:nvPr/>
              </p14:nvContentPartPr>
              <p14:xfrm>
                <a:off x="10035878" y="4245623"/>
                <a:ext cx="387000" cy="231480"/>
              </p14:xfrm>
            </p:contentPart>
          </mc:Choice>
          <mc:Fallback>
            <p:pic>
              <p:nvPicPr>
                <p:cNvPr id="67" name="Ink 66">
                  <a:extLst>
                    <a:ext uri="{FF2B5EF4-FFF2-40B4-BE49-F238E27FC236}">
                      <a16:creationId xmlns:a16="http://schemas.microsoft.com/office/drawing/2014/main" id="{24811C74-4EC5-8377-9BDC-CBF489C2AB0C}"/>
                    </a:ext>
                  </a:extLst>
                </p:cNvPr>
                <p:cNvPicPr/>
                <p:nvPr/>
              </p:nvPicPr>
              <p:blipFill>
                <a:blip r:embed="rId129"/>
                <a:stretch>
                  <a:fillRect/>
                </a:stretch>
              </p:blipFill>
              <p:spPr>
                <a:xfrm>
                  <a:off x="10027238" y="4236623"/>
                  <a:ext cx="4046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8" name="Ink 67">
                  <a:extLst>
                    <a:ext uri="{FF2B5EF4-FFF2-40B4-BE49-F238E27FC236}">
                      <a16:creationId xmlns:a16="http://schemas.microsoft.com/office/drawing/2014/main" id="{DAE31E45-5DCD-E037-63FF-446DF34BD0E0}"/>
                    </a:ext>
                  </a:extLst>
                </p14:cNvPr>
                <p14:cNvContentPartPr/>
                <p14:nvPr/>
              </p14:nvContentPartPr>
              <p14:xfrm>
                <a:off x="10596758" y="3981023"/>
                <a:ext cx="126000" cy="410760"/>
              </p14:xfrm>
            </p:contentPart>
          </mc:Choice>
          <mc:Fallback>
            <p:pic>
              <p:nvPicPr>
                <p:cNvPr id="68" name="Ink 67">
                  <a:extLst>
                    <a:ext uri="{FF2B5EF4-FFF2-40B4-BE49-F238E27FC236}">
                      <a16:creationId xmlns:a16="http://schemas.microsoft.com/office/drawing/2014/main" id="{DAE31E45-5DCD-E037-63FF-446DF34BD0E0}"/>
                    </a:ext>
                  </a:extLst>
                </p:cNvPr>
                <p:cNvPicPr/>
                <p:nvPr/>
              </p:nvPicPr>
              <p:blipFill>
                <a:blip r:embed="rId131"/>
                <a:stretch>
                  <a:fillRect/>
                </a:stretch>
              </p:blipFill>
              <p:spPr>
                <a:xfrm>
                  <a:off x="10588118" y="3972383"/>
                  <a:ext cx="143640" cy="4284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9" name="Ink 68">
                  <a:extLst>
                    <a:ext uri="{FF2B5EF4-FFF2-40B4-BE49-F238E27FC236}">
                      <a16:creationId xmlns:a16="http://schemas.microsoft.com/office/drawing/2014/main" id="{53819D99-3F44-F9DE-57CA-FF7D9622E84D}"/>
                    </a:ext>
                  </a:extLst>
                </p14:cNvPr>
                <p14:cNvContentPartPr/>
                <p14:nvPr/>
              </p14:nvContentPartPr>
              <p14:xfrm>
                <a:off x="10772078" y="3945743"/>
                <a:ext cx="589680" cy="406800"/>
              </p14:xfrm>
            </p:contentPart>
          </mc:Choice>
          <mc:Fallback>
            <p:pic>
              <p:nvPicPr>
                <p:cNvPr id="69" name="Ink 68">
                  <a:extLst>
                    <a:ext uri="{FF2B5EF4-FFF2-40B4-BE49-F238E27FC236}">
                      <a16:creationId xmlns:a16="http://schemas.microsoft.com/office/drawing/2014/main" id="{53819D99-3F44-F9DE-57CA-FF7D9622E84D}"/>
                    </a:ext>
                  </a:extLst>
                </p:cNvPr>
                <p:cNvPicPr/>
                <p:nvPr/>
              </p:nvPicPr>
              <p:blipFill>
                <a:blip r:embed="rId133"/>
                <a:stretch>
                  <a:fillRect/>
                </a:stretch>
              </p:blipFill>
              <p:spPr>
                <a:xfrm>
                  <a:off x="10763438" y="3937103"/>
                  <a:ext cx="60732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0" name="Ink 69">
                  <a:extLst>
                    <a:ext uri="{FF2B5EF4-FFF2-40B4-BE49-F238E27FC236}">
                      <a16:creationId xmlns:a16="http://schemas.microsoft.com/office/drawing/2014/main" id="{9A1E0653-1D81-8CA1-ED83-BF3DE2367AA9}"/>
                    </a:ext>
                  </a:extLst>
                </p14:cNvPr>
                <p14:cNvContentPartPr/>
                <p14:nvPr/>
              </p14:nvContentPartPr>
              <p14:xfrm>
                <a:off x="10556438" y="4496903"/>
                <a:ext cx="150840" cy="223920"/>
              </p14:xfrm>
            </p:contentPart>
          </mc:Choice>
          <mc:Fallback>
            <p:pic>
              <p:nvPicPr>
                <p:cNvPr id="70" name="Ink 69">
                  <a:extLst>
                    <a:ext uri="{FF2B5EF4-FFF2-40B4-BE49-F238E27FC236}">
                      <a16:creationId xmlns:a16="http://schemas.microsoft.com/office/drawing/2014/main" id="{9A1E0653-1D81-8CA1-ED83-BF3DE2367AA9}"/>
                    </a:ext>
                  </a:extLst>
                </p:cNvPr>
                <p:cNvPicPr/>
                <p:nvPr/>
              </p:nvPicPr>
              <p:blipFill>
                <a:blip r:embed="rId135"/>
                <a:stretch>
                  <a:fillRect/>
                </a:stretch>
              </p:blipFill>
              <p:spPr>
                <a:xfrm>
                  <a:off x="10547438" y="4488263"/>
                  <a:ext cx="16848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1" name="Ink 70">
                  <a:extLst>
                    <a:ext uri="{FF2B5EF4-FFF2-40B4-BE49-F238E27FC236}">
                      <a16:creationId xmlns:a16="http://schemas.microsoft.com/office/drawing/2014/main" id="{F358CE81-1C99-204B-9465-E4D9381FD474}"/>
                    </a:ext>
                  </a:extLst>
                </p14:cNvPr>
                <p14:cNvContentPartPr/>
                <p14:nvPr/>
              </p14:nvContentPartPr>
              <p14:xfrm>
                <a:off x="10684598" y="4558463"/>
                <a:ext cx="269280" cy="146160"/>
              </p14:xfrm>
            </p:contentPart>
          </mc:Choice>
          <mc:Fallback>
            <p:pic>
              <p:nvPicPr>
                <p:cNvPr id="71" name="Ink 70">
                  <a:extLst>
                    <a:ext uri="{FF2B5EF4-FFF2-40B4-BE49-F238E27FC236}">
                      <a16:creationId xmlns:a16="http://schemas.microsoft.com/office/drawing/2014/main" id="{F358CE81-1C99-204B-9465-E4D9381FD474}"/>
                    </a:ext>
                  </a:extLst>
                </p:cNvPr>
                <p:cNvPicPr/>
                <p:nvPr/>
              </p:nvPicPr>
              <p:blipFill>
                <a:blip r:embed="rId137"/>
                <a:stretch>
                  <a:fillRect/>
                </a:stretch>
              </p:blipFill>
              <p:spPr>
                <a:xfrm>
                  <a:off x="10675598" y="4549463"/>
                  <a:ext cx="28692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2" name="Ink 71">
                  <a:extLst>
                    <a:ext uri="{FF2B5EF4-FFF2-40B4-BE49-F238E27FC236}">
                      <a16:creationId xmlns:a16="http://schemas.microsoft.com/office/drawing/2014/main" id="{A6512288-4FEE-1880-8428-5C9987977726}"/>
                    </a:ext>
                  </a:extLst>
                </p14:cNvPr>
                <p14:cNvContentPartPr/>
                <p14:nvPr/>
              </p14:nvContentPartPr>
              <p14:xfrm>
                <a:off x="11003198" y="4560263"/>
                <a:ext cx="82800" cy="132480"/>
              </p14:xfrm>
            </p:contentPart>
          </mc:Choice>
          <mc:Fallback>
            <p:pic>
              <p:nvPicPr>
                <p:cNvPr id="72" name="Ink 71">
                  <a:extLst>
                    <a:ext uri="{FF2B5EF4-FFF2-40B4-BE49-F238E27FC236}">
                      <a16:creationId xmlns:a16="http://schemas.microsoft.com/office/drawing/2014/main" id="{A6512288-4FEE-1880-8428-5C9987977726}"/>
                    </a:ext>
                  </a:extLst>
                </p:cNvPr>
                <p:cNvPicPr/>
                <p:nvPr/>
              </p:nvPicPr>
              <p:blipFill>
                <a:blip r:embed="rId139"/>
                <a:stretch>
                  <a:fillRect/>
                </a:stretch>
              </p:blipFill>
              <p:spPr>
                <a:xfrm>
                  <a:off x="10994198" y="4551263"/>
                  <a:ext cx="10044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3" name="Ink 72">
                  <a:extLst>
                    <a:ext uri="{FF2B5EF4-FFF2-40B4-BE49-F238E27FC236}">
                      <a16:creationId xmlns:a16="http://schemas.microsoft.com/office/drawing/2014/main" id="{FA765266-A31B-7B8B-3010-30F73A76ECAE}"/>
                    </a:ext>
                  </a:extLst>
                </p14:cNvPr>
                <p14:cNvContentPartPr/>
                <p14:nvPr/>
              </p14:nvContentPartPr>
              <p14:xfrm>
                <a:off x="11231078" y="4611743"/>
                <a:ext cx="11520" cy="14040"/>
              </p14:xfrm>
            </p:contentPart>
          </mc:Choice>
          <mc:Fallback>
            <p:pic>
              <p:nvPicPr>
                <p:cNvPr id="73" name="Ink 72">
                  <a:extLst>
                    <a:ext uri="{FF2B5EF4-FFF2-40B4-BE49-F238E27FC236}">
                      <a16:creationId xmlns:a16="http://schemas.microsoft.com/office/drawing/2014/main" id="{FA765266-A31B-7B8B-3010-30F73A76ECAE}"/>
                    </a:ext>
                  </a:extLst>
                </p:cNvPr>
                <p:cNvPicPr/>
                <p:nvPr/>
              </p:nvPicPr>
              <p:blipFill>
                <a:blip r:embed="rId141"/>
                <a:stretch>
                  <a:fillRect/>
                </a:stretch>
              </p:blipFill>
              <p:spPr>
                <a:xfrm>
                  <a:off x="11222078" y="4603103"/>
                  <a:ext cx="2916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9" name="Ink 118">
                  <a:extLst>
                    <a:ext uri="{FF2B5EF4-FFF2-40B4-BE49-F238E27FC236}">
                      <a16:creationId xmlns:a16="http://schemas.microsoft.com/office/drawing/2014/main" id="{6CD2764D-6CEE-6BBC-D955-C837A2006CF3}"/>
                    </a:ext>
                  </a:extLst>
                </p14:cNvPr>
                <p14:cNvContentPartPr/>
                <p14:nvPr/>
              </p14:nvContentPartPr>
              <p14:xfrm>
                <a:off x="8038238" y="4194143"/>
                <a:ext cx="877680" cy="423000"/>
              </p14:xfrm>
            </p:contentPart>
          </mc:Choice>
          <mc:Fallback>
            <p:pic>
              <p:nvPicPr>
                <p:cNvPr id="119" name="Ink 118">
                  <a:extLst>
                    <a:ext uri="{FF2B5EF4-FFF2-40B4-BE49-F238E27FC236}">
                      <a16:creationId xmlns:a16="http://schemas.microsoft.com/office/drawing/2014/main" id="{6CD2764D-6CEE-6BBC-D955-C837A2006CF3}"/>
                    </a:ext>
                  </a:extLst>
                </p:cNvPr>
                <p:cNvPicPr/>
                <p:nvPr/>
              </p:nvPicPr>
              <p:blipFill>
                <a:blip r:embed="rId143"/>
                <a:stretch>
                  <a:fillRect/>
                </a:stretch>
              </p:blipFill>
              <p:spPr>
                <a:xfrm>
                  <a:off x="8029598" y="4185143"/>
                  <a:ext cx="895320" cy="4406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0" name="Ink 119">
                  <a:extLst>
                    <a:ext uri="{FF2B5EF4-FFF2-40B4-BE49-F238E27FC236}">
                      <a16:creationId xmlns:a16="http://schemas.microsoft.com/office/drawing/2014/main" id="{76137A1C-C339-0B21-51E2-D4DCF015D395}"/>
                    </a:ext>
                  </a:extLst>
                </p14:cNvPr>
                <p14:cNvContentPartPr/>
                <p14:nvPr/>
              </p14:nvContentPartPr>
              <p14:xfrm>
                <a:off x="8834918" y="4575383"/>
                <a:ext cx="153720" cy="74880"/>
              </p14:xfrm>
            </p:contentPart>
          </mc:Choice>
          <mc:Fallback>
            <p:pic>
              <p:nvPicPr>
                <p:cNvPr id="120" name="Ink 119">
                  <a:extLst>
                    <a:ext uri="{FF2B5EF4-FFF2-40B4-BE49-F238E27FC236}">
                      <a16:creationId xmlns:a16="http://schemas.microsoft.com/office/drawing/2014/main" id="{76137A1C-C339-0B21-51E2-D4DCF015D395}"/>
                    </a:ext>
                  </a:extLst>
                </p:cNvPr>
                <p:cNvPicPr/>
                <p:nvPr/>
              </p:nvPicPr>
              <p:blipFill>
                <a:blip r:embed="rId145"/>
                <a:stretch>
                  <a:fillRect/>
                </a:stretch>
              </p:blipFill>
              <p:spPr>
                <a:xfrm>
                  <a:off x="8825918" y="4566743"/>
                  <a:ext cx="17136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2" name="Ink 121">
                  <a:extLst>
                    <a:ext uri="{FF2B5EF4-FFF2-40B4-BE49-F238E27FC236}">
                      <a16:creationId xmlns:a16="http://schemas.microsoft.com/office/drawing/2014/main" id="{932ADD08-9186-A46E-0E11-12B0453AF97D}"/>
                    </a:ext>
                  </a:extLst>
                </p14:cNvPr>
                <p14:cNvContentPartPr/>
                <p14:nvPr/>
              </p14:nvContentPartPr>
              <p14:xfrm>
                <a:off x="7487798" y="4222223"/>
                <a:ext cx="1133280" cy="544320"/>
              </p14:xfrm>
            </p:contentPart>
          </mc:Choice>
          <mc:Fallback>
            <p:pic>
              <p:nvPicPr>
                <p:cNvPr id="122" name="Ink 121">
                  <a:extLst>
                    <a:ext uri="{FF2B5EF4-FFF2-40B4-BE49-F238E27FC236}">
                      <a16:creationId xmlns:a16="http://schemas.microsoft.com/office/drawing/2014/main" id="{932ADD08-9186-A46E-0E11-12B0453AF97D}"/>
                    </a:ext>
                  </a:extLst>
                </p:cNvPr>
                <p:cNvPicPr/>
                <p:nvPr/>
              </p:nvPicPr>
              <p:blipFill>
                <a:blip r:embed="rId147"/>
                <a:stretch>
                  <a:fillRect/>
                </a:stretch>
              </p:blipFill>
              <p:spPr>
                <a:xfrm>
                  <a:off x="7479158" y="4213223"/>
                  <a:ext cx="1150920" cy="5619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3" name="Ink 122">
                  <a:extLst>
                    <a:ext uri="{FF2B5EF4-FFF2-40B4-BE49-F238E27FC236}">
                      <a16:creationId xmlns:a16="http://schemas.microsoft.com/office/drawing/2014/main" id="{5DA6BE74-4A27-7C92-5A0C-4DB73E6EBF27}"/>
                    </a:ext>
                  </a:extLst>
                </p14:cNvPr>
                <p14:cNvContentPartPr/>
                <p14:nvPr/>
              </p14:nvContentPartPr>
              <p14:xfrm>
                <a:off x="7555118" y="4110623"/>
                <a:ext cx="100440" cy="174240"/>
              </p14:xfrm>
            </p:contentPart>
          </mc:Choice>
          <mc:Fallback>
            <p:pic>
              <p:nvPicPr>
                <p:cNvPr id="123" name="Ink 122">
                  <a:extLst>
                    <a:ext uri="{FF2B5EF4-FFF2-40B4-BE49-F238E27FC236}">
                      <a16:creationId xmlns:a16="http://schemas.microsoft.com/office/drawing/2014/main" id="{5DA6BE74-4A27-7C92-5A0C-4DB73E6EBF27}"/>
                    </a:ext>
                  </a:extLst>
                </p:cNvPr>
                <p:cNvPicPr/>
                <p:nvPr/>
              </p:nvPicPr>
              <p:blipFill>
                <a:blip r:embed="rId149"/>
                <a:stretch>
                  <a:fillRect/>
                </a:stretch>
              </p:blipFill>
              <p:spPr>
                <a:xfrm>
                  <a:off x="7546118" y="4101983"/>
                  <a:ext cx="118080" cy="191880"/>
                </a:xfrm>
                <a:prstGeom prst="rect">
                  <a:avLst/>
                </a:prstGeom>
              </p:spPr>
            </p:pic>
          </mc:Fallback>
        </mc:AlternateContent>
      </p:grpSp>
      <p:grpSp>
        <p:nvGrpSpPr>
          <p:cNvPr id="127" name="Group 126">
            <a:extLst>
              <a:ext uri="{FF2B5EF4-FFF2-40B4-BE49-F238E27FC236}">
                <a16:creationId xmlns:a16="http://schemas.microsoft.com/office/drawing/2014/main" id="{7CF542C4-D6E2-AC01-CD0D-DCE959D64957}"/>
              </a:ext>
            </a:extLst>
          </p:cNvPr>
          <p:cNvGrpSpPr/>
          <p:nvPr/>
        </p:nvGrpSpPr>
        <p:grpSpPr>
          <a:xfrm>
            <a:off x="362318" y="1141703"/>
            <a:ext cx="2134440" cy="2265480"/>
            <a:chOff x="362318" y="1141703"/>
            <a:chExt cx="2134440" cy="2265480"/>
          </a:xfrm>
        </p:grpSpPr>
        <mc:AlternateContent xmlns:mc="http://schemas.openxmlformats.org/markup-compatibility/2006">
          <mc:Choice xmlns:p14="http://schemas.microsoft.com/office/powerpoint/2010/main" Requires="p14">
            <p:contentPart p14:bwMode="auto" r:id="rId150">
              <p14:nvContentPartPr>
                <p14:cNvPr id="11" name="Ink 10">
                  <a:extLst>
                    <a:ext uri="{FF2B5EF4-FFF2-40B4-BE49-F238E27FC236}">
                      <a16:creationId xmlns:a16="http://schemas.microsoft.com/office/drawing/2014/main" id="{6962ADCB-B7D5-08A0-EEC9-37E7A409DCB8}"/>
                    </a:ext>
                  </a:extLst>
                </p14:cNvPr>
                <p14:cNvContentPartPr/>
                <p14:nvPr/>
              </p14:nvContentPartPr>
              <p14:xfrm>
                <a:off x="2026238" y="1633103"/>
                <a:ext cx="3240" cy="149040"/>
              </p14:xfrm>
            </p:contentPart>
          </mc:Choice>
          <mc:Fallback>
            <p:pic>
              <p:nvPicPr>
                <p:cNvPr id="11" name="Ink 10">
                  <a:extLst>
                    <a:ext uri="{FF2B5EF4-FFF2-40B4-BE49-F238E27FC236}">
                      <a16:creationId xmlns:a16="http://schemas.microsoft.com/office/drawing/2014/main" id="{6962ADCB-B7D5-08A0-EEC9-37E7A409DCB8}"/>
                    </a:ext>
                  </a:extLst>
                </p:cNvPr>
                <p:cNvPicPr/>
                <p:nvPr/>
              </p:nvPicPr>
              <p:blipFill>
                <a:blip r:embed="rId151"/>
                <a:stretch>
                  <a:fillRect/>
                </a:stretch>
              </p:blipFill>
              <p:spPr>
                <a:xfrm>
                  <a:off x="2017598" y="1624463"/>
                  <a:ext cx="2088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 name="Ink 11">
                  <a:extLst>
                    <a:ext uri="{FF2B5EF4-FFF2-40B4-BE49-F238E27FC236}">
                      <a16:creationId xmlns:a16="http://schemas.microsoft.com/office/drawing/2014/main" id="{58885D5F-9FC8-A805-01D5-5293EDFF4B70}"/>
                    </a:ext>
                  </a:extLst>
                </p14:cNvPr>
                <p14:cNvContentPartPr/>
                <p14:nvPr/>
              </p14:nvContentPartPr>
              <p14:xfrm>
                <a:off x="2110838" y="1583063"/>
                <a:ext cx="180720" cy="189720"/>
              </p14:xfrm>
            </p:contentPart>
          </mc:Choice>
          <mc:Fallback>
            <p:pic>
              <p:nvPicPr>
                <p:cNvPr id="12" name="Ink 11">
                  <a:extLst>
                    <a:ext uri="{FF2B5EF4-FFF2-40B4-BE49-F238E27FC236}">
                      <a16:creationId xmlns:a16="http://schemas.microsoft.com/office/drawing/2014/main" id="{58885D5F-9FC8-A805-01D5-5293EDFF4B70}"/>
                    </a:ext>
                  </a:extLst>
                </p:cNvPr>
                <p:cNvPicPr/>
                <p:nvPr/>
              </p:nvPicPr>
              <p:blipFill>
                <a:blip r:embed="rId153"/>
                <a:stretch>
                  <a:fillRect/>
                </a:stretch>
              </p:blipFill>
              <p:spPr>
                <a:xfrm>
                  <a:off x="2102198" y="1574063"/>
                  <a:ext cx="19836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5" name="Ink 74">
                  <a:extLst>
                    <a:ext uri="{FF2B5EF4-FFF2-40B4-BE49-F238E27FC236}">
                      <a16:creationId xmlns:a16="http://schemas.microsoft.com/office/drawing/2014/main" id="{C1C8B7FF-13D6-509A-926A-1F452C33A302}"/>
                    </a:ext>
                  </a:extLst>
                </p14:cNvPr>
                <p14:cNvContentPartPr/>
                <p14:nvPr/>
              </p14:nvContentPartPr>
              <p14:xfrm>
                <a:off x="362318" y="1586303"/>
                <a:ext cx="63000" cy="273960"/>
              </p14:xfrm>
            </p:contentPart>
          </mc:Choice>
          <mc:Fallback>
            <p:pic>
              <p:nvPicPr>
                <p:cNvPr id="75" name="Ink 74">
                  <a:extLst>
                    <a:ext uri="{FF2B5EF4-FFF2-40B4-BE49-F238E27FC236}">
                      <a16:creationId xmlns:a16="http://schemas.microsoft.com/office/drawing/2014/main" id="{C1C8B7FF-13D6-509A-926A-1F452C33A302}"/>
                    </a:ext>
                  </a:extLst>
                </p:cNvPr>
                <p:cNvPicPr/>
                <p:nvPr/>
              </p:nvPicPr>
              <p:blipFill>
                <a:blip r:embed="rId155"/>
                <a:stretch>
                  <a:fillRect/>
                </a:stretch>
              </p:blipFill>
              <p:spPr>
                <a:xfrm>
                  <a:off x="353318" y="1577303"/>
                  <a:ext cx="8064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6" name="Ink 75">
                  <a:extLst>
                    <a:ext uri="{FF2B5EF4-FFF2-40B4-BE49-F238E27FC236}">
                      <a16:creationId xmlns:a16="http://schemas.microsoft.com/office/drawing/2014/main" id="{5C2F8212-1436-2BC4-6D9D-B0A677E75A6E}"/>
                    </a:ext>
                  </a:extLst>
                </p14:cNvPr>
                <p14:cNvContentPartPr/>
                <p14:nvPr/>
              </p14:nvContentPartPr>
              <p14:xfrm>
                <a:off x="391478" y="1141703"/>
                <a:ext cx="1224000" cy="823320"/>
              </p14:xfrm>
            </p:contentPart>
          </mc:Choice>
          <mc:Fallback>
            <p:pic>
              <p:nvPicPr>
                <p:cNvPr id="76" name="Ink 75">
                  <a:extLst>
                    <a:ext uri="{FF2B5EF4-FFF2-40B4-BE49-F238E27FC236}">
                      <a16:creationId xmlns:a16="http://schemas.microsoft.com/office/drawing/2014/main" id="{5C2F8212-1436-2BC4-6D9D-B0A677E75A6E}"/>
                    </a:ext>
                  </a:extLst>
                </p:cNvPr>
                <p:cNvPicPr/>
                <p:nvPr/>
              </p:nvPicPr>
              <p:blipFill>
                <a:blip r:embed="rId157"/>
                <a:stretch>
                  <a:fillRect/>
                </a:stretch>
              </p:blipFill>
              <p:spPr>
                <a:xfrm>
                  <a:off x="382478" y="1133063"/>
                  <a:ext cx="1241640" cy="8409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77" name="Ink 76">
                  <a:extLst>
                    <a:ext uri="{FF2B5EF4-FFF2-40B4-BE49-F238E27FC236}">
                      <a16:creationId xmlns:a16="http://schemas.microsoft.com/office/drawing/2014/main" id="{D4DB2EDF-BA89-D1EB-BA04-B267E4923833}"/>
                    </a:ext>
                  </a:extLst>
                </p14:cNvPr>
                <p14:cNvContentPartPr/>
                <p14:nvPr/>
              </p14:nvContentPartPr>
              <p14:xfrm>
                <a:off x="657518" y="1324583"/>
                <a:ext cx="230760" cy="360000"/>
              </p14:xfrm>
            </p:contentPart>
          </mc:Choice>
          <mc:Fallback>
            <p:pic>
              <p:nvPicPr>
                <p:cNvPr id="77" name="Ink 76">
                  <a:extLst>
                    <a:ext uri="{FF2B5EF4-FFF2-40B4-BE49-F238E27FC236}">
                      <a16:creationId xmlns:a16="http://schemas.microsoft.com/office/drawing/2014/main" id="{D4DB2EDF-BA89-D1EB-BA04-B267E4923833}"/>
                    </a:ext>
                  </a:extLst>
                </p:cNvPr>
                <p:cNvPicPr/>
                <p:nvPr/>
              </p:nvPicPr>
              <p:blipFill>
                <a:blip r:embed="rId159"/>
                <a:stretch>
                  <a:fillRect/>
                </a:stretch>
              </p:blipFill>
              <p:spPr>
                <a:xfrm>
                  <a:off x="648878" y="1315943"/>
                  <a:ext cx="248400" cy="3776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78" name="Ink 77">
                  <a:extLst>
                    <a:ext uri="{FF2B5EF4-FFF2-40B4-BE49-F238E27FC236}">
                      <a16:creationId xmlns:a16="http://schemas.microsoft.com/office/drawing/2014/main" id="{1199D02A-2357-47F7-EED8-6B1172DA5020}"/>
                    </a:ext>
                  </a:extLst>
                </p14:cNvPr>
                <p14:cNvContentPartPr/>
                <p14:nvPr/>
              </p14:nvContentPartPr>
              <p14:xfrm>
                <a:off x="888638" y="1531943"/>
                <a:ext cx="152280" cy="104040"/>
              </p14:xfrm>
            </p:contentPart>
          </mc:Choice>
          <mc:Fallback>
            <p:pic>
              <p:nvPicPr>
                <p:cNvPr id="78" name="Ink 77">
                  <a:extLst>
                    <a:ext uri="{FF2B5EF4-FFF2-40B4-BE49-F238E27FC236}">
                      <a16:creationId xmlns:a16="http://schemas.microsoft.com/office/drawing/2014/main" id="{1199D02A-2357-47F7-EED8-6B1172DA5020}"/>
                    </a:ext>
                  </a:extLst>
                </p:cNvPr>
                <p:cNvPicPr/>
                <p:nvPr/>
              </p:nvPicPr>
              <p:blipFill>
                <a:blip r:embed="rId161"/>
                <a:stretch>
                  <a:fillRect/>
                </a:stretch>
              </p:blipFill>
              <p:spPr>
                <a:xfrm>
                  <a:off x="879998" y="1522943"/>
                  <a:ext cx="16992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79" name="Ink 78">
                  <a:extLst>
                    <a:ext uri="{FF2B5EF4-FFF2-40B4-BE49-F238E27FC236}">
                      <a16:creationId xmlns:a16="http://schemas.microsoft.com/office/drawing/2014/main" id="{FD337FB9-99CB-8C16-1F44-14088901D1B8}"/>
                    </a:ext>
                  </a:extLst>
                </p14:cNvPr>
                <p14:cNvContentPartPr/>
                <p14:nvPr/>
              </p14:nvContentPartPr>
              <p14:xfrm>
                <a:off x="1032998" y="1394783"/>
                <a:ext cx="32040" cy="206640"/>
              </p14:xfrm>
            </p:contentPart>
          </mc:Choice>
          <mc:Fallback>
            <p:pic>
              <p:nvPicPr>
                <p:cNvPr id="79" name="Ink 78">
                  <a:extLst>
                    <a:ext uri="{FF2B5EF4-FFF2-40B4-BE49-F238E27FC236}">
                      <a16:creationId xmlns:a16="http://schemas.microsoft.com/office/drawing/2014/main" id="{FD337FB9-99CB-8C16-1F44-14088901D1B8}"/>
                    </a:ext>
                  </a:extLst>
                </p:cNvPr>
                <p:cNvPicPr/>
                <p:nvPr/>
              </p:nvPicPr>
              <p:blipFill>
                <a:blip r:embed="rId163"/>
                <a:stretch>
                  <a:fillRect/>
                </a:stretch>
              </p:blipFill>
              <p:spPr>
                <a:xfrm>
                  <a:off x="1024358" y="1385783"/>
                  <a:ext cx="4968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80" name="Ink 79">
                  <a:extLst>
                    <a:ext uri="{FF2B5EF4-FFF2-40B4-BE49-F238E27FC236}">
                      <a16:creationId xmlns:a16="http://schemas.microsoft.com/office/drawing/2014/main" id="{46E50095-B8C1-1A7D-3B85-158DE7C37247}"/>
                    </a:ext>
                  </a:extLst>
                </p14:cNvPr>
                <p14:cNvContentPartPr/>
                <p14:nvPr/>
              </p14:nvContentPartPr>
              <p14:xfrm>
                <a:off x="1120838" y="1473623"/>
                <a:ext cx="138240" cy="172080"/>
              </p14:xfrm>
            </p:contentPart>
          </mc:Choice>
          <mc:Fallback>
            <p:pic>
              <p:nvPicPr>
                <p:cNvPr id="80" name="Ink 79">
                  <a:extLst>
                    <a:ext uri="{FF2B5EF4-FFF2-40B4-BE49-F238E27FC236}">
                      <a16:creationId xmlns:a16="http://schemas.microsoft.com/office/drawing/2014/main" id="{46E50095-B8C1-1A7D-3B85-158DE7C37247}"/>
                    </a:ext>
                  </a:extLst>
                </p:cNvPr>
                <p:cNvPicPr/>
                <p:nvPr/>
              </p:nvPicPr>
              <p:blipFill>
                <a:blip r:embed="rId165"/>
                <a:stretch>
                  <a:fillRect/>
                </a:stretch>
              </p:blipFill>
              <p:spPr>
                <a:xfrm>
                  <a:off x="1112198" y="1464983"/>
                  <a:ext cx="15588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82" name="Ink 81">
                  <a:extLst>
                    <a:ext uri="{FF2B5EF4-FFF2-40B4-BE49-F238E27FC236}">
                      <a16:creationId xmlns:a16="http://schemas.microsoft.com/office/drawing/2014/main" id="{ABC3D47E-2703-646E-6AD9-E7EC30587826}"/>
                    </a:ext>
                  </a:extLst>
                </p14:cNvPr>
                <p14:cNvContentPartPr/>
                <p14:nvPr/>
              </p14:nvContentPartPr>
              <p14:xfrm>
                <a:off x="983318" y="1851623"/>
                <a:ext cx="100080" cy="384480"/>
              </p14:xfrm>
            </p:contentPart>
          </mc:Choice>
          <mc:Fallback>
            <p:pic>
              <p:nvPicPr>
                <p:cNvPr id="82" name="Ink 81">
                  <a:extLst>
                    <a:ext uri="{FF2B5EF4-FFF2-40B4-BE49-F238E27FC236}">
                      <a16:creationId xmlns:a16="http://schemas.microsoft.com/office/drawing/2014/main" id="{ABC3D47E-2703-646E-6AD9-E7EC30587826}"/>
                    </a:ext>
                  </a:extLst>
                </p:cNvPr>
                <p:cNvPicPr/>
                <p:nvPr/>
              </p:nvPicPr>
              <p:blipFill>
                <a:blip r:embed="rId167"/>
                <a:stretch>
                  <a:fillRect/>
                </a:stretch>
              </p:blipFill>
              <p:spPr>
                <a:xfrm>
                  <a:off x="974318" y="1842623"/>
                  <a:ext cx="117720" cy="4021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83" name="Ink 82">
                  <a:extLst>
                    <a:ext uri="{FF2B5EF4-FFF2-40B4-BE49-F238E27FC236}">
                      <a16:creationId xmlns:a16="http://schemas.microsoft.com/office/drawing/2014/main" id="{8C880B2A-81C5-A36C-8DD4-23FBC31E9DC7}"/>
                    </a:ext>
                  </a:extLst>
                </p14:cNvPr>
                <p14:cNvContentPartPr/>
                <p14:nvPr/>
              </p14:nvContentPartPr>
              <p14:xfrm>
                <a:off x="1023278" y="2187143"/>
                <a:ext cx="160560" cy="83520"/>
              </p14:xfrm>
            </p:contentPart>
          </mc:Choice>
          <mc:Fallback>
            <p:pic>
              <p:nvPicPr>
                <p:cNvPr id="83" name="Ink 82">
                  <a:extLst>
                    <a:ext uri="{FF2B5EF4-FFF2-40B4-BE49-F238E27FC236}">
                      <a16:creationId xmlns:a16="http://schemas.microsoft.com/office/drawing/2014/main" id="{8C880B2A-81C5-A36C-8DD4-23FBC31E9DC7}"/>
                    </a:ext>
                  </a:extLst>
                </p:cNvPr>
                <p:cNvPicPr/>
                <p:nvPr/>
              </p:nvPicPr>
              <p:blipFill>
                <a:blip r:embed="rId169"/>
                <a:stretch>
                  <a:fillRect/>
                </a:stretch>
              </p:blipFill>
              <p:spPr>
                <a:xfrm>
                  <a:off x="1014278" y="2178143"/>
                  <a:ext cx="17820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85" name="Ink 84">
                  <a:extLst>
                    <a:ext uri="{FF2B5EF4-FFF2-40B4-BE49-F238E27FC236}">
                      <a16:creationId xmlns:a16="http://schemas.microsoft.com/office/drawing/2014/main" id="{2FB32DAB-57C1-2E94-BD07-C7A441ACF179}"/>
                    </a:ext>
                  </a:extLst>
                </p14:cNvPr>
                <p14:cNvContentPartPr/>
                <p14:nvPr/>
              </p14:nvContentPartPr>
              <p14:xfrm>
                <a:off x="693158" y="2371463"/>
                <a:ext cx="375120" cy="366840"/>
              </p14:xfrm>
            </p:contentPart>
          </mc:Choice>
          <mc:Fallback>
            <p:pic>
              <p:nvPicPr>
                <p:cNvPr id="85" name="Ink 84">
                  <a:extLst>
                    <a:ext uri="{FF2B5EF4-FFF2-40B4-BE49-F238E27FC236}">
                      <a16:creationId xmlns:a16="http://schemas.microsoft.com/office/drawing/2014/main" id="{2FB32DAB-57C1-2E94-BD07-C7A441ACF179}"/>
                    </a:ext>
                  </a:extLst>
                </p:cNvPr>
                <p:cNvPicPr/>
                <p:nvPr/>
              </p:nvPicPr>
              <p:blipFill>
                <a:blip r:embed="rId171"/>
                <a:stretch>
                  <a:fillRect/>
                </a:stretch>
              </p:blipFill>
              <p:spPr>
                <a:xfrm>
                  <a:off x="684518" y="2362823"/>
                  <a:ext cx="39276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86" name="Ink 85">
                  <a:extLst>
                    <a:ext uri="{FF2B5EF4-FFF2-40B4-BE49-F238E27FC236}">
                      <a16:creationId xmlns:a16="http://schemas.microsoft.com/office/drawing/2014/main" id="{161E447D-FA64-CF0C-F29F-78A4F984335E}"/>
                    </a:ext>
                  </a:extLst>
                </p14:cNvPr>
                <p14:cNvContentPartPr/>
                <p14:nvPr/>
              </p14:nvContentPartPr>
              <p14:xfrm>
                <a:off x="1102118" y="2392343"/>
                <a:ext cx="56880" cy="262080"/>
              </p14:xfrm>
            </p:contentPart>
          </mc:Choice>
          <mc:Fallback>
            <p:pic>
              <p:nvPicPr>
                <p:cNvPr id="86" name="Ink 85">
                  <a:extLst>
                    <a:ext uri="{FF2B5EF4-FFF2-40B4-BE49-F238E27FC236}">
                      <a16:creationId xmlns:a16="http://schemas.microsoft.com/office/drawing/2014/main" id="{161E447D-FA64-CF0C-F29F-78A4F984335E}"/>
                    </a:ext>
                  </a:extLst>
                </p:cNvPr>
                <p:cNvPicPr/>
                <p:nvPr/>
              </p:nvPicPr>
              <p:blipFill>
                <a:blip r:embed="rId173"/>
                <a:stretch>
                  <a:fillRect/>
                </a:stretch>
              </p:blipFill>
              <p:spPr>
                <a:xfrm>
                  <a:off x="1093478" y="2383703"/>
                  <a:ext cx="7452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87" name="Ink 86">
                  <a:extLst>
                    <a:ext uri="{FF2B5EF4-FFF2-40B4-BE49-F238E27FC236}">
                      <a16:creationId xmlns:a16="http://schemas.microsoft.com/office/drawing/2014/main" id="{B2672ADA-2510-0460-B4B7-133771C820E4}"/>
                    </a:ext>
                  </a:extLst>
                </p14:cNvPr>
                <p14:cNvContentPartPr/>
                <p14:nvPr/>
              </p14:nvContentPartPr>
              <p14:xfrm>
                <a:off x="1040198" y="2485943"/>
                <a:ext cx="274680" cy="141840"/>
              </p14:xfrm>
            </p:contentPart>
          </mc:Choice>
          <mc:Fallback>
            <p:pic>
              <p:nvPicPr>
                <p:cNvPr id="87" name="Ink 86">
                  <a:extLst>
                    <a:ext uri="{FF2B5EF4-FFF2-40B4-BE49-F238E27FC236}">
                      <a16:creationId xmlns:a16="http://schemas.microsoft.com/office/drawing/2014/main" id="{B2672ADA-2510-0460-B4B7-133771C820E4}"/>
                    </a:ext>
                  </a:extLst>
                </p:cNvPr>
                <p:cNvPicPr/>
                <p:nvPr/>
              </p:nvPicPr>
              <p:blipFill>
                <a:blip r:embed="rId175"/>
                <a:stretch>
                  <a:fillRect/>
                </a:stretch>
              </p:blipFill>
              <p:spPr>
                <a:xfrm>
                  <a:off x="1031558" y="2476943"/>
                  <a:ext cx="2923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88" name="Ink 87">
                  <a:extLst>
                    <a:ext uri="{FF2B5EF4-FFF2-40B4-BE49-F238E27FC236}">
                      <a16:creationId xmlns:a16="http://schemas.microsoft.com/office/drawing/2014/main" id="{0F04F53E-1288-39E9-1084-99E0092EC973}"/>
                    </a:ext>
                  </a:extLst>
                </p14:cNvPr>
                <p14:cNvContentPartPr/>
                <p14:nvPr/>
              </p14:nvContentPartPr>
              <p14:xfrm>
                <a:off x="1402718" y="2511143"/>
                <a:ext cx="360" cy="3960"/>
              </p14:xfrm>
            </p:contentPart>
          </mc:Choice>
          <mc:Fallback>
            <p:pic>
              <p:nvPicPr>
                <p:cNvPr id="88" name="Ink 87">
                  <a:extLst>
                    <a:ext uri="{FF2B5EF4-FFF2-40B4-BE49-F238E27FC236}">
                      <a16:creationId xmlns:a16="http://schemas.microsoft.com/office/drawing/2014/main" id="{0F04F53E-1288-39E9-1084-99E0092EC973}"/>
                    </a:ext>
                  </a:extLst>
                </p:cNvPr>
                <p:cNvPicPr/>
                <p:nvPr/>
              </p:nvPicPr>
              <p:blipFill>
                <a:blip r:embed="rId177"/>
                <a:stretch>
                  <a:fillRect/>
                </a:stretch>
              </p:blipFill>
              <p:spPr>
                <a:xfrm>
                  <a:off x="1393718" y="2502503"/>
                  <a:ext cx="180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90" name="Ink 89">
                  <a:extLst>
                    <a:ext uri="{FF2B5EF4-FFF2-40B4-BE49-F238E27FC236}">
                      <a16:creationId xmlns:a16="http://schemas.microsoft.com/office/drawing/2014/main" id="{73A3300C-B5FD-13AA-CF1F-111093B5DA63}"/>
                    </a:ext>
                  </a:extLst>
                </p14:cNvPr>
                <p14:cNvContentPartPr/>
                <p14:nvPr/>
              </p14:nvContentPartPr>
              <p14:xfrm>
                <a:off x="871718" y="2908943"/>
                <a:ext cx="115200" cy="279360"/>
              </p14:xfrm>
            </p:contentPart>
          </mc:Choice>
          <mc:Fallback>
            <p:pic>
              <p:nvPicPr>
                <p:cNvPr id="90" name="Ink 89">
                  <a:extLst>
                    <a:ext uri="{FF2B5EF4-FFF2-40B4-BE49-F238E27FC236}">
                      <a16:creationId xmlns:a16="http://schemas.microsoft.com/office/drawing/2014/main" id="{73A3300C-B5FD-13AA-CF1F-111093B5DA63}"/>
                    </a:ext>
                  </a:extLst>
                </p:cNvPr>
                <p:cNvPicPr/>
                <p:nvPr/>
              </p:nvPicPr>
              <p:blipFill>
                <a:blip r:embed="rId179"/>
                <a:stretch>
                  <a:fillRect/>
                </a:stretch>
              </p:blipFill>
              <p:spPr>
                <a:xfrm>
                  <a:off x="863078" y="2900303"/>
                  <a:ext cx="13284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91" name="Ink 90">
                  <a:extLst>
                    <a:ext uri="{FF2B5EF4-FFF2-40B4-BE49-F238E27FC236}">
                      <a16:creationId xmlns:a16="http://schemas.microsoft.com/office/drawing/2014/main" id="{F2B1C593-FE82-1492-2CF9-E8C9D5116396}"/>
                    </a:ext>
                  </a:extLst>
                </p14:cNvPr>
                <p14:cNvContentPartPr/>
                <p14:nvPr/>
              </p14:nvContentPartPr>
              <p14:xfrm>
                <a:off x="1108598" y="2927663"/>
                <a:ext cx="99720" cy="197280"/>
              </p14:xfrm>
            </p:contentPart>
          </mc:Choice>
          <mc:Fallback>
            <p:pic>
              <p:nvPicPr>
                <p:cNvPr id="91" name="Ink 90">
                  <a:extLst>
                    <a:ext uri="{FF2B5EF4-FFF2-40B4-BE49-F238E27FC236}">
                      <a16:creationId xmlns:a16="http://schemas.microsoft.com/office/drawing/2014/main" id="{F2B1C593-FE82-1492-2CF9-E8C9D5116396}"/>
                    </a:ext>
                  </a:extLst>
                </p:cNvPr>
                <p:cNvPicPr/>
                <p:nvPr/>
              </p:nvPicPr>
              <p:blipFill>
                <a:blip r:embed="rId181"/>
                <a:stretch>
                  <a:fillRect/>
                </a:stretch>
              </p:blipFill>
              <p:spPr>
                <a:xfrm>
                  <a:off x="1099598" y="2918663"/>
                  <a:ext cx="11736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92" name="Ink 91">
                  <a:extLst>
                    <a:ext uri="{FF2B5EF4-FFF2-40B4-BE49-F238E27FC236}">
                      <a16:creationId xmlns:a16="http://schemas.microsoft.com/office/drawing/2014/main" id="{7DBB3E59-5EA0-6754-4D75-7ABB6B31990C}"/>
                    </a:ext>
                  </a:extLst>
                </p14:cNvPr>
                <p14:cNvContentPartPr/>
                <p14:nvPr/>
              </p14:nvContentPartPr>
              <p14:xfrm>
                <a:off x="1277438" y="2883383"/>
                <a:ext cx="88920" cy="190440"/>
              </p14:xfrm>
            </p:contentPart>
          </mc:Choice>
          <mc:Fallback>
            <p:pic>
              <p:nvPicPr>
                <p:cNvPr id="92" name="Ink 91">
                  <a:extLst>
                    <a:ext uri="{FF2B5EF4-FFF2-40B4-BE49-F238E27FC236}">
                      <a16:creationId xmlns:a16="http://schemas.microsoft.com/office/drawing/2014/main" id="{7DBB3E59-5EA0-6754-4D75-7ABB6B31990C}"/>
                    </a:ext>
                  </a:extLst>
                </p:cNvPr>
                <p:cNvPicPr/>
                <p:nvPr/>
              </p:nvPicPr>
              <p:blipFill>
                <a:blip r:embed="rId183"/>
                <a:stretch>
                  <a:fillRect/>
                </a:stretch>
              </p:blipFill>
              <p:spPr>
                <a:xfrm>
                  <a:off x="1268798" y="2874383"/>
                  <a:ext cx="10656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93" name="Ink 92">
                  <a:extLst>
                    <a:ext uri="{FF2B5EF4-FFF2-40B4-BE49-F238E27FC236}">
                      <a16:creationId xmlns:a16="http://schemas.microsoft.com/office/drawing/2014/main" id="{52D05BE0-C2A8-4C2E-9CD3-5C1D9F412AB3}"/>
                    </a:ext>
                  </a:extLst>
                </p14:cNvPr>
                <p14:cNvContentPartPr/>
                <p14:nvPr/>
              </p14:nvContentPartPr>
              <p14:xfrm>
                <a:off x="1415318" y="2857463"/>
                <a:ext cx="174960" cy="136800"/>
              </p14:xfrm>
            </p:contentPart>
          </mc:Choice>
          <mc:Fallback>
            <p:pic>
              <p:nvPicPr>
                <p:cNvPr id="93" name="Ink 92">
                  <a:extLst>
                    <a:ext uri="{FF2B5EF4-FFF2-40B4-BE49-F238E27FC236}">
                      <a16:creationId xmlns:a16="http://schemas.microsoft.com/office/drawing/2014/main" id="{52D05BE0-C2A8-4C2E-9CD3-5C1D9F412AB3}"/>
                    </a:ext>
                  </a:extLst>
                </p:cNvPr>
                <p:cNvPicPr/>
                <p:nvPr/>
              </p:nvPicPr>
              <p:blipFill>
                <a:blip r:embed="rId185"/>
                <a:stretch>
                  <a:fillRect/>
                </a:stretch>
              </p:blipFill>
              <p:spPr>
                <a:xfrm>
                  <a:off x="1406318" y="2848463"/>
                  <a:ext cx="19260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94" name="Ink 93">
                  <a:extLst>
                    <a:ext uri="{FF2B5EF4-FFF2-40B4-BE49-F238E27FC236}">
                      <a16:creationId xmlns:a16="http://schemas.microsoft.com/office/drawing/2014/main" id="{D0DED586-D348-6306-8C99-31892EF89F0C}"/>
                    </a:ext>
                  </a:extLst>
                </p14:cNvPr>
                <p14:cNvContentPartPr/>
                <p14:nvPr/>
              </p14:nvContentPartPr>
              <p14:xfrm>
                <a:off x="1578758" y="2692223"/>
                <a:ext cx="268920" cy="514080"/>
              </p14:xfrm>
            </p:contentPart>
          </mc:Choice>
          <mc:Fallback>
            <p:pic>
              <p:nvPicPr>
                <p:cNvPr id="94" name="Ink 93">
                  <a:extLst>
                    <a:ext uri="{FF2B5EF4-FFF2-40B4-BE49-F238E27FC236}">
                      <a16:creationId xmlns:a16="http://schemas.microsoft.com/office/drawing/2014/main" id="{D0DED586-D348-6306-8C99-31892EF89F0C}"/>
                    </a:ext>
                  </a:extLst>
                </p:cNvPr>
                <p:cNvPicPr/>
                <p:nvPr/>
              </p:nvPicPr>
              <p:blipFill>
                <a:blip r:embed="rId187"/>
                <a:stretch>
                  <a:fillRect/>
                </a:stretch>
              </p:blipFill>
              <p:spPr>
                <a:xfrm>
                  <a:off x="1570118" y="2683223"/>
                  <a:ext cx="286560" cy="531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95" name="Ink 94">
                  <a:extLst>
                    <a:ext uri="{FF2B5EF4-FFF2-40B4-BE49-F238E27FC236}">
                      <a16:creationId xmlns:a16="http://schemas.microsoft.com/office/drawing/2014/main" id="{6C354EAA-1331-F8E4-289B-6A0FD383DD2C}"/>
                    </a:ext>
                  </a:extLst>
                </p14:cNvPr>
                <p14:cNvContentPartPr/>
                <p14:nvPr/>
              </p14:nvContentPartPr>
              <p14:xfrm>
                <a:off x="1921838" y="2722823"/>
                <a:ext cx="19800" cy="14040"/>
              </p14:xfrm>
            </p:contentPart>
          </mc:Choice>
          <mc:Fallback>
            <p:pic>
              <p:nvPicPr>
                <p:cNvPr id="95" name="Ink 94">
                  <a:extLst>
                    <a:ext uri="{FF2B5EF4-FFF2-40B4-BE49-F238E27FC236}">
                      <a16:creationId xmlns:a16="http://schemas.microsoft.com/office/drawing/2014/main" id="{6C354EAA-1331-F8E4-289B-6A0FD383DD2C}"/>
                    </a:ext>
                  </a:extLst>
                </p:cNvPr>
                <p:cNvPicPr/>
                <p:nvPr/>
              </p:nvPicPr>
              <p:blipFill>
                <a:blip r:embed="rId189"/>
                <a:stretch>
                  <a:fillRect/>
                </a:stretch>
              </p:blipFill>
              <p:spPr>
                <a:xfrm>
                  <a:off x="1912838" y="2714183"/>
                  <a:ext cx="374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96" name="Ink 95">
                  <a:extLst>
                    <a:ext uri="{FF2B5EF4-FFF2-40B4-BE49-F238E27FC236}">
                      <a16:creationId xmlns:a16="http://schemas.microsoft.com/office/drawing/2014/main" id="{7CD731FC-FEBB-8A24-0B1B-F0BD87A32DC1}"/>
                    </a:ext>
                  </a:extLst>
                </p14:cNvPr>
                <p14:cNvContentPartPr/>
                <p14:nvPr/>
              </p14:nvContentPartPr>
              <p14:xfrm>
                <a:off x="1929758" y="2795183"/>
                <a:ext cx="38880" cy="12960"/>
              </p14:xfrm>
            </p:contentPart>
          </mc:Choice>
          <mc:Fallback>
            <p:pic>
              <p:nvPicPr>
                <p:cNvPr id="96" name="Ink 95">
                  <a:extLst>
                    <a:ext uri="{FF2B5EF4-FFF2-40B4-BE49-F238E27FC236}">
                      <a16:creationId xmlns:a16="http://schemas.microsoft.com/office/drawing/2014/main" id="{7CD731FC-FEBB-8A24-0B1B-F0BD87A32DC1}"/>
                    </a:ext>
                  </a:extLst>
                </p:cNvPr>
                <p:cNvPicPr/>
                <p:nvPr/>
              </p:nvPicPr>
              <p:blipFill>
                <a:blip r:embed="rId191"/>
                <a:stretch>
                  <a:fillRect/>
                </a:stretch>
              </p:blipFill>
              <p:spPr>
                <a:xfrm>
                  <a:off x="1921118" y="2786183"/>
                  <a:ext cx="565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98" name="Ink 97">
                  <a:extLst>
                    <a:ext uri="{FF2B5EF4-FFF2-40B4-BE49-F238E27FC236}">
                      <a16:creationId xmlns:a16="http://schemas.microsoft.com/office/drawing/2014/main" id="{7E786631-4410-D200-1A61-6B3E1643C014}"/>
                    </a:ext>
                  </a:extLst>
                </p14:cNvPr>
                <p14:cNvContentPartPr/>
                <p14:nvPr/>
              </p14:nvContentPartPr>
              <p14:xfrm>
                <a:off x="2026238" y="2552543"/>
                <a:ext cx="34200" cy="94680"/>
              </p14:xfrm>
            </p:contentPart>
          </mc:Choice>
          <mc:Fallback>
            <p:pic>
              <p:nvPicPr>
                <p:cNvPr id="98" name="Ink 97">
                  <a:extLst>
                    <a:ext uri="{FF2B5EF4-FFF2-40B4-BE49-F238E27FC236}">
                      <a16:creationId xmlns:a16="http://schemas.microsoft.com/office/drawing/2014/main" id="{7E786631-4410-D200-1A61-6B3E1643C014}"/>
                    </a:ext>
                  </a:extLst>
                </p:cNvPr>
                <p:cNvPicPr/>
                <p:nvPr/>
              </p:nvPicPr>
              <p:blipFill>
                <a:blip r:embed="rId193"/>
                <a:stretch>
                  <a:fillRect/>
                </a:stretch>
              </p:blipFill>
              <p:spPr>
                <a:xfrm>
                  <a:off x="2017598" y="2543543"/>
                  <a:ext cx="518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99" name="Ink 98">
                  <a:extLst>
                    <a:ext uri="{FF2B5EF4-FFF2-40B4-BE49-F238E27FC236}">
                      <a16:creationId xmlns:a16="http://schemas.microsoft.com/office/drawing/2014/main" id="{8C856404-8C57-28B6-BCFC-4333CF4A76C3}"/>
                    </a:ext>
                  </a:extLst>
                </p14:cNvPr>
                <p14:cNvContentPartPr/>
                <p14:nvPr/>
              </p14:nvContentPartPr>
              <p14:xfrm>
                <a:off x="2165198" y="2617703"/>
                <a:ext cx="27000" cy="106560"/>
              </p14:xfrm>
            </p:contentPart>
          </mc:Choice>
          <mc:Fallback>
            <p:pic>
              <p:nvPicPr>
                <p:cNvPr id="99" name="Ink 98">
                  <a:extLst>
                    <a:ext uri="{FF2B5EF4-FFF2-40B4-BE49-F238E27FC236}">
                      <a16:creationId xmlns:a16="http://schemas.microsoft.com/office/drawing/2014/main" id="{8C856404-8C57-28B6-BCFC-4333CF4A76C3}"/>
                    </a:ext>
                  </a:extLst>
                </p:cNvPr>
                <p:cNvPicPr/>
                <p:nvPr/>
              </p:nvPicPr>
              <p:blipFill>
                <a:blip r:embed="rId195"/>
                <a:stretch>
                  <a:fillRect/>
                </a:stretch>
              </p:blipFill>
              <p:spPr>
                <a:xfrm>
                  <a:off x="2156558" y="2609063"/>
                  <a:ext cx="4464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00" name="Ink 99">
                  <a:extLst>
                    <a:ext uri="{FF2B5EF4-FFF2-40B4-BE49-F238E27FC236}">
                      <a16:creationId xmlns:a16="http://schemas.microsoft.com/office/drawing/2014/main" id="{54E9243E-6B11-DA23-E6C3-46C9F6162EB4}"/>
                    </a:ext>
                  </a:extLst>
                </p14:cNvPr>
                <p14:cNvContentPartPr/>
                <p14:nvPr/>
              </p14:nvContentPartPr>
              <p14:xfrm>
                <a:off x="2173118" y="2604023"/>
                <a:ext cx="55800" cy="56880"/>
              </p14:xfrm>
            </p:contentPart>
          </mc:Choice>
          <mc:Fallback>
            <p:pic>
              <p:nvPicPr>
                <p:cNvPr id="100" name="Ink 99">
                  <a:extLst>
                    <a:ext uri="{FF2B5EF4-FFF2-40B4-BE49-F238E27FC236}">
                      <a16:creationId xmlns:a16="http://schemas.microsoft.com/office/drawing/2014/main" id="{54E9243E-6B11-DA23-E6C3-46C9F6162EB4}"/>
                    </a:ext>
                  </a:extLst>
                </p:cNvPr>
                <p:cNvPicPr/>
                <p:nvPr/>
              </p:nvPicPr>
              <p:blipFill>
                <a:blip r:embed="rId197"/>
                <a:stretch>
                  <a:fillRect/>
                </a:stretch>
              </p:blipFill>
              <p:spPr>
                <a:xfrm>
                  <a:off x="2164118" y="2595023"/>
                  <a:ext cx="7344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01" name="Ink 100">
                  <a:extLst>
                    <a:ext uri="{FF2B5EF4-FFF2-40B4-BE49-F238E27FC236}">
                      <a16:creationId xmlns:a16="http://schemas.microsoft.com/office/drawing/2014/main" id="{9EF6FEBF-0336-4569-63C6-13ED3EE590F4}"/>
                    </a:ext>
                  </a:extLst>
                </p14:cNvPr>
                <p14:cNvContentPartPr/>
                <p14:nvPr/>
              </p14:nvContentPartPr>
              <p14:xfrm>
                <a:off x="2185718" y="2543903"/>
                <a:ext cx="157680" cy="127440"/>
              </p14:xfrm>
            </p:contentPart>
          </mc:Choice>
          <mc:Fallback>
            <p:pic>
              <p:nvPicPr>
                <p:cNvPr id="101" name="Ink 100">
                  <a:extLst>
                    <a:ext uri="{FF2B5EF4-FFF2-40B4-BE49-F238E27FC236}">
                      <a16:creationId xmlns:a16="http://schemas.microsoft.com/office/drawing/2014/main" id="{9EF6FEBF-0336-4569-63C6-13ED3EE590F4}"/>
                    </a:ext>
                  </a:extLst>
                </p:cNvPr>
                <p:cNvPicPr/>
                <p:nvPr/>
              </p:nvPicPr>
              <p:blipFill>
                <a:blip r:embed="rId199"/>
                <a:stretch>
                  <a:fillRect/>
                </a:stretch>
              </p:blipFill>
              <p:spPr>
                <a:xfrm>
                  <a:off x="2176718" y="2535263"/>
                  <a:ext cx="1753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02" name="Ink 101">
                  <a:extLst>
                    <a:ext uri="{FF2B5EF4-FFF2-40B4-BE49-F238E27FC236}">
                      <a16:creationId xmlns:a16="http://schemas.microsoft.com/office/drawing/2014/main" id="{ECCB3848-6C46-DCA3-640B-59083E12E260}"/>
                    </a:ext>
                  </a:extLst>
                </p14:cNvPr>
                <p14:cNvContentPartPr/>
                <p14:nvPr/>
              </p14:nvContentPartPr>
              <p14:xfrm>
                <a:off x="2028758" y="2640743"/>
                <a:ext cx="57960" cy="94320"/>
              </p14:xfrm>
            </p:contentPart>
          </mc:Choice>
          <mc:Fallback>
            <p:pic>
              <p:nvPicPr>
                <p:cNvPr id="102" name="Ink 101">
                  <a:extLst>
                    <a:ext uri="{FF2B5EF4-FFF2-40B4-BE49-F238E27FC236}">
                      <a16:creationId xmlns:a16="http://schemas.microsoft.com/office/drawing/2014/main" id="{ECCB3848-6C46-DCA3-640B-59083E12E260}"/>
                    </a:ext>
                  </a:extLst>
                </p:cNvPr>
                <p:cNvPicPr/>
                <p:nvPr/>
              </p:nvPicPr>
              <p:blipFill>
                <a:blip r:embed="rId201"/>
                <a:stretch>
                  <a:fillRect/>
                </a:stretch>
              </p:blipFill>
              <p:spPr>
                <a:xfrm>
                  <a:off x="2020118" y="2631743"/>
                  <a:ext cx="7560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03" name="Ink 102">
                  <a:extLst>
                    <a:ext uri="{FF2B5EF4-FFF2-40B4-BE49-F238E27FC236}">
                      <a16:creationId xmlns:a16="http://schemas.microsoft.com/office/drawing/2014/main" id="{8C16C514-470B-0B48-B235-9A9E0943F54D}"/>
                    </a:ext>
                  </a:extLst>
                </p14:cNvPr>
                <p14:cNvContentPartPr/>
                <p14:nvPr/>
              </p14:nvContentPartPr>
              <p14:xfrm>
                <a:off x="2467598" y="2404223"/>
                <a:ext cx="29160" cy="55800"/>
              </p14:xfrm>
            </p:contentPart>
          </mc:Choice>
          <mc:Fallback>
            <p:pic>
              <p:nvPicPr>
                <p:cNvPr id="103" name="Ink 102">
                  <a:extLst>
                    <a:ext uri="{FF2B5EF4-FFF2-40B4-BE49-F238E27FC236}">
                      <a16:creationId xmlns:a16="http://schemas.microsoft.com/office/drawing/2014/main" id="{8C16C514-470B-0B48-B235-9A9E0943F54D}"/>
                    </a:ext>
                  </a:extLst>
                </p:cNvPr>
                <p:cNvPicPr/>
                <p:nvPr/>
              </p:nvPicPr>
              <p:blipFill>
                <a:blip r:embed="rId203"/>
                <a:stretch>
                  <a:fillRect/>
                </a:stretch>
              </p:blipFill>
              <p:spPr>
                <a:xfrm>
                  <a:off x="2458598" y="2395583"/>
                  <a:ext cx="4680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5" name="Ink 124">
                  <a:extLst>
                    <a:ext uri="{FF2B5EF4-FFF2-40B4-BE49-F238E27FC236}">
                      <a16:creationId xmlns:a16="http://schemas.microsoft.com/office/drawing/2014/main" id="{B5178958-D28A-9C93-10D7-5C27E1D3F2D4}"/>
                    </a:ext>
                  </a:extLst>
                </p14:cNvPr>
                <p14:cNvContentPartPr/>
                <p14:nvPr/>
              </p14:nvContentPartPr>
              <p14:xfrm>
                <a:off x="1214798" y="3241583"/>
                <a:ext cx="209880" cy="165600"/>
              </p14:xfrm>
            </p:contentPart>
          </mc:Choice>
          <mc:Fallback>
            <p:pic>
              <p:nvPicPr>
                <p:cNvPr id="125" name="Ink 124">
                  <a:extLst>
                    <a:ext uri="{FF2B5EF4-FFF2-40B4-BE49-F238E27FC236}">
                      <a16:creationId xmlns:a16="http://schemas.microsoft.com/office/drawing/2014/main" id="{B5178958-D28A-9C93-10D7-5C27E1D3F2D4}"/>
                    </a:ext>
                  </a:extLst>
                </p:cNvPr>
                <p:cNvPicPr/>
                <p:nvPr/>
              </p:nvPicPr>
              <p:blipFill>
                <a:blip r:embed="rId205"/>
                <a:stretch>
                  <a:fillRect/>
                </a:stretch>
              </p:blipFill>
              <p:spPr>
                <a:xfrm>
                  <a:off x="1205798" y="3232943"/>
                  <a:ext cx="2275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6" name="Ink 125">
                  <a:extLst>
                    <a:ext uri="{FF2B5EF4-FFF2-40B4-BE49-F238E27FC236}">
                      <a16:creationId xmlns:a16="http://schemas.microsoft.com/office/drawing/2014/main" id="{30FD081F-5AC2-EFCF-3D9A-CD49A765D110}"/>
                    </a:ext>
                  </a:extLst>
                </p14:cNvPr>
                <p14:cNvContentPartPr/>
                <p14:nvPr/>
              </p14:nvContentPartPr>
              <p14:xfrm>
                <a:off x="1317038" y="3252743"/>
                <a:ext cx="388440" cy="143280"/>
              </p14:xfrm>
            </p:contentPart>
          </mc:Choice>
          <mc:Fallback>
            <p:pic>
              <p:nvPicPr>
                <p:cNvPr id="126" name="Ink 125">
                  <a:extLst>
                    <a:ext uri="{FF2B5EF4-FFF2-40B4-BE49-F238E27FC236}">
                      <a16:creationId xmlns:a16="http://schemas.microsoft.com/office/drawing/2014/main" id="{30FD081F-5AC2-EFCF-3D9A-CD49A765D110}"/>
                    </a:ext>
                  </a:extLst>
                </p:cNvPr>
                <p:cNvPicPr/>
                <p:nvPr/>
              </p:nvPicPr>
              <p:blipFill>
                <a:blip r:embed="rId207"/>
                <a:stretch>
                  <a:fillRect/>
                </a:stretch>
              </p:blipFill>
              <p:spPr>
                <a:xfrm>
                  <a:off x="1308398" y="3243743"/>
                  <a:ext cx="406080" cy="160920"/>
                </a:xfrm>
                <a:prstGeom prst="rect">
                  <a:avLst/>
                </a:prstGeom>
              </p:spPr>
            </p:pic>
          </mc:Fallback>
        </mc:AlternateContent>
      </p:grpSp>
    </p:spTree>
    <p:extLst>
      <p:ext uri="{BB962C8B-B14F-4D97-AF65-F5344CB8AC3E}">
        <p14:creationId xmlns:p14="http://schemas.microsoft.com/office/powerpoint/2010/main" val="1093195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5B26-98A0-8B61-6C35-4243AE931A01}"/>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7FBF4CF-893F-10EC-7DC3-EB8D874016EF}"/>
                  </a:ext>
                </a:extLst>
              </p14:cNvPr>
              <p14:cNvContentPartPr/>
              <p14:nvPr/>
            </p14:nvContentPartPr>
            <p14:xfrm>
              <a:off x="1741118" y="613583"/>
              <a:ext cx="360" cy="360"/>
            </p14:xfrm>
          </p:contentPart>
        </mc:Choice>
        <mc:Fallback>
          <p:pic>
            <p:nvPicPr>
              <p:cNvPr id="3" name="Ink 2">
                <a:extLst>
                  <a:ext uri="{FF2B5EF4-FFF2-40B4-BE49-F238E27FC236}">
                    <a16:creationId xmlns:a16="http://schemas.microsoft.com/office/drawing/2014/main" id="{47FBF4CF-893F-10EC-7DC3-EB8D874016EF}"/>
                  </a:ext>
                </a:extLst>
              </p:cNvPr>
              <p:cNvPicPr/>
              <p:nvPr/>
            </p:nvPicPr>
            <p:blipFill>
              <a:blip r:embed="rId3"/>
              <a:stretch>
                <a:fillRect/>
              </a:stretch>
            </p:blipFill>
            <p:spPr>
              <a:xfrm>
                <a:off x="1732118" y="604583"/>
                <a:ext cx="18000" cy="18000"/>
              </a:xfrm>
              <a:prstGeom prst="rect">
                <a:avLst/>
              </a:prstGeom>
            </p:spPr>
          </p:pic>
        </mc:Fallback>
      </mc:AlternateContent>
      <p:grpSp>
        <p:nvGrpSpPr>
          <p:cNvPr id="138" name="Group 137">
            <a:extLst>
              <a:ext uri="{FF2B5EF4-FFF2-40B4-BE49-F238E27FC236}">
                <a16:creationId xmlns:a16="http://schemas.microsoft.com/office/drawing/2014/main" id="{2B01F61E-97C0-C950-6007-A541D6B6899E}"/>
              </a:ext>
            </a:extLst>
          </p:cNvPr>
          <p:cNvGrpSpPr/>
          <p:nvPr/>
        </p:nvGrpSpPr>
        <p:grpSpPr>
          <a:xfrm>
            <a:off x="4568918" y="1186343"/>
            <a:ext cx="7662240" cy="5335200"/>
            <a:chOff x="4568918" y="1186343"/>
            <a:chExt cx="7662240" cy="5335200"/>
          </a:xfrm>
        </p:grpSpPr>
        <mc:AlternateContent xmlns:mc="http://schemas.openxmlformats.org/markup-compatibility/2006">
          <mc:Choice xmlns:p14="http://schemas.microsoft.com/office/powerpoint/2010/main" Requires="p14">
            <p:contentPart p14:bwMode="auto" r:id="rId4">
              <p14:nvContentPartPr>
                <p14:cNvPr id="24" name="Ink 23">
                  <a:extLst>
                    <a:ext uri="{FF2B5EF4-FFF2-40B4-BE49-F238E27FC236}">
                      <a16:creationId xmlns:a16="http://schemas.microsoft.com/office/drawing/2014/main" id="{E8073FBA-D778-5907-EE8E-3A7FAF391135}"/>
                    </a:ext>
                  </a:extLst>
                </p14:cNvPr>
                <p14:cNvContentPartPr/>
                <p14:nvPr/>
              </p14:nvContentPartPr>
              <p14:xfrm>
                <a:off x="7414718" y="1426823"/>
                <a:ext cx="188280" cy="156960"/>
              </p14:xfrm>
            </p:contentPart>
          </mc:Choice>
          <mc:Fallback>
            <p:pic>
              <p:nvPicPr>
                <p:cNvPr id="24" name="Ink 23">
                  <a:extLst>
                    <a:ext uri="{FF2B5EF4-FFF2-40B4-BE49-F238E27FC236}">
                      <a16:creationId xmlns:a16="http://schemas.microsoft.com/office/drawing/2014/main" id="{E8073FBA-D778-5907-EE8E-3A7FAF391135}"/>
                    </a:ext>
                  </a:extLst>
                </p:cNvPr>
                <p:cNvPicPr/>
                <p:nvPr/>
              </p:nvPicPr>
              <p:blipFill>
                <a:blip r:embed="rId5"/>
                <a:stretch>
                  <a:fillRect/>
                </a:stretch>
              </p:blipFill>
              <p:spPr>
                <a:xfrm>
                  <a:off x="7405718" y="1418183"/>
                  <a:ext cx="20592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5" name="Ink 24">
                  <a:extLst>
                    <a:ext uri="{FF2B5EF4-FFF2-40B4-BE49-F238E27FC236}">
                      <a16:creationId xmlns:a16="http://schemas.microsoft.com/office/drawing/2014/main" id="{CEFE7E98-C049-F78A-8781-CAE615D93EAC}"/>
                    </a:ext>
                  </a:extLst>
                </p14:cNvPr>
                <p14:cNvContentPartPr/>
                <p14:nvPr/>
              </p14:nvContentPartPr>
              <p14:xfrm>
                <a:off x="7696958" y="1356623"/>
                <a:ext cx="137520" cy="207720"/>
              </p14:xfrm>
            </p:contentPart>
          </mc:Choice>
          <mc:Fallback>
            <p:pic>
              <p:nvPicPr>
                <p:cNvPr id="25" name="Ink 24">
                  <a:extLst>
                    <a:ext uri="{FF2B5EF4-FFF2-40B4-BE49-F238E27FC236}">
                      <a16:creationId xmlns:a16="http://schemas.microsoft.com/office/drawing/2014/main" id="{CEFE7E98-C049-F78A-8781-CAE615D93EAC}"/>
                    </a:ext>
                  </a:extLst>
                </p:cNvPr>
                <p:cNvPicPr/>
                <p:nvPr/>
              </p:nvPicPr>
              <p:blipFill>
                <a:blip r:embed="rId7"/>
                <a:stretch>
                  <a:fillRect/>
                </a:stretch>
              </p:blipFill>
              <p:spPr>
                <a:xfrm>
                  <a:off x="7688318" y="1347983"/>
                  <a:ext cx="1551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6" name="Ink 25">
                  <a:extLst>
                    <a:ext uri="{FF2B5EF4-FFF2-40B4-BE49-F238E27FC236}">
                      <a16:creationId xmlns:a16="http://schemas.microsoft.com/office/drawing/2014/main" id="{6ECBBC6F-10E4-BA9C-FC5D-6C6F614BE468}"/>
                    </a:ext>
                  </a:extLst>
                </p14:cNvPr>
                <p14:cNvContentPartPr/>
                <p14:nvPr/>
              </p14:nvContentPartPr>
              <p14:xfrm>
                <a:off x="7955798" y="1433303"/>
                <a:ext cx="79560" cy="120240"/>
              </p14:xfrm>
            </p:contentPart>
          </mc:Choice>
          <mc:Fallback>
            <p:pic>
              <p:nvPicPr>
                <p:cNvPr id="26" name="Ink 25">
                  <a:extLst>
                    <a:ext uri="{FF2B5EF4-FFF2-40B4-BE49-F238E27FC236}">
                      <a16:creationId xmlns:a16="http://schemas.microsoft.com/office/drawing/2014/main" id="{6ECBBC6F-10E4-BA9C-FC5D-6C6F614BE468}"/>
                    </a:ext>
                  </a:extLst>
                </p:cNvPr>
                <p:cNvPicPr/>
                <p:nvPr/>
              </p:nvPicPr>
              <p:blipFill>
                <a:blip r:embed="rId9"/>
                <a:stretch>
                  <a:fillRect/>
                </a:stretch>
              </p:blipFill>
              <p:spPr>
                <a:xfrm>
                  <a:off x="7946798" y="1424303"/>
                  <a:ext cx="972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7" name="Ink 26">
                  <a:extLst>
                    <a:ext uri="{FF2B5EF4-FFF2-40B4-BE49-F238E27FC236}">
                      <a16:creationId xmlns:a16="http://schemas.microsoft.com/office/drawing/2014/main" id="{60DE8B1A-A209-3BF1-C22B-2D807C0C8D15}"/>
                    </a:ext>
                  </a:extLst>
                </p14:cNvPr>
                <p14:cNvContentPartPr/>
                <p14:nvPr/>
              </p14:nvContentPartPr>
              <p14:xfrm>
                <a:off x="8379158" y="1319543"/>
                <a:ext cx="201960" cy="228960"/>
              </p14:xfrm>
            </p:contentPart>
          </mc:Choice>
          <mc:Fallback>
            <p:pic>
              <p:nvPicPr>
                <p:cNvPr id="27" name="Ink 26">
                  <a:extLst>
                    <a:ext uri="{FF2B5EF4-FFF2-40B4-BE49-F238E27FC236}">
                      <a16:creationId xmlns:a16="http://schemas.microsoft.com/office/drawing/2014/main" id="{60DE8B1A-A209-3BF1-C22B-2D807C0C8D15}"/>
                    </a:ext>
                  </a:extLst>
                </p:cNvPr>
                <p:cNvPicPr/>
                <p:nvPr/>
              </p:nvPicPr>
              <p:blipFill>
                <a:blip r:embed="rId11"/>
                <a:stretch>
                  <a:fillRect/>
                </a:stretch>
              </p:blipFill>
              <p:spPr>
                <a:xfrm>
                  <a:off x="8370158" y="1310543"/>
                  <a:ext cx="21960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8" name="Ink 27">
                  <a:extLst>
                    <a:ext uri="{FF2B5EF4-FFF2-40B4-BE49-F238E27FC236}">
                      <a16:creationId xmlns:a16="http://schemas.microsoft.com/office/drawing/2014/main" id="{976BE371-3CF6-F791-AEAE-FA95F32695F2}"/>
                    </a:ext>
                  </a:extLst>
                </p14:cNvPr>
                <p14:cNvContentPartPr/>
                <p14:nvPr/>
              </p14:nvContentPartPr>
              <p14:xfrm>
                <a:off x="8667878" y="1431143"/>
                <a:ext cx="84600" cy="117720"/>
              </p14:xfrm>
            </p:contentPart>
          </mc:Choice>
          <mc:Fallback>
            <p:pic>
              <p:nvPicPr>
                <p:cNvPr id="28" name="Ink 27">
                  <a:extLst>
                    <a:ext uri="{FF2B5EF4-FFF2-40B4-BE49-F238E27FC236}">
                      <a16:creationId xmlns:a16="http://schemas.microsoft.com/office/drawing/2014/main" id="{976BE371-3CF6-F791-AEAE-FA95F32695F2}"/>
                    </a:ext>
                  </a:extLst>
                </p:cNvPr>
                <p:cNvPicPr/>
                <p:nvPr/>
              </p:nvPicPr>
              <p:blipFill>
                <a:blip r:embed="rId13"/>
                <a:stretch>
                  <a:fillRect/>
                </a:stretch>
              </p:blipFill>
              <p:spPr>
                <a:xfrm>
                  <a:off x="8658878" y="1422143"/>
                  <a:ext cx="10224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9" name="Ink 28">
                  <a:extLst>
                    <a:ext uri="{FF2B5EF4-FFF2-40B4-BE49-F238E27FC236}">
                      <a16:creationId xmlns:a16="http://schemas.microsoft.com/office/drawing/2014/main" id="{B78921B1-E289-869D-FCB1-92DF93BD618C}"/>
                    </a:ext>
                  </a:extLst>
                </p14:cNvPr>
                <p14:cNvContentPartPr/>
                <p14:nvPr/>
              </p14:nvContentPartPr>
              <p14:xfrm>
                <a:off x="8817998" y="1420343"/>
                <a:ext cx="127800" cy="224640"/>
              </p14:xfrm>
            </p:contentPart>
          </mc:Choice>
          <mc:Fallback>
            <p:pic>
              <p:nvPicPr>
                <p:cNvPr id="29" name="Ink 28">
                  <a:extLst>
                    <a:ext uri="{FF2B5EF4-FFF2-40B4-BE49-F238E27FC236}">
                      <a16:creationId xmlns:a16="http://schemas.microsoft.com/office/drawing/2014/main" id="{B78921B1-E289-869D-FCB1-92DF93BD618C}"/>
                    </a:ext>
                  </a:extLst>
                </p:cNvPr>
                <p:cNvPicPr/>
                <p:nvPr/>
              </p:nvPicPr>
              <p:blipFill>
                <a:blip r:embed="rId15"/>
                <a:stretch>
                  <a:fillRect/>
                </a:stretch>
              </p:blipFill>
              <p:spPr>
                <a:xfrm>
                  <a:off x="8808998" y="1411703"/>
                  <a:ext cx="14544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0" name="Ink 29">
                  <a:extLst>
                    <a:ext uri="{FF2B5EF4-FFF2-40B4-BE49-F238E27FC236}">
                      <a16:creationId xmlns:a16="http://schemas.microsoft.com/office/drawing/2014/main" id="{F2E89221-9F7B-0BEF-C9F6-954C7F9E7F07}"/>
                    </a:ext>
                  </a:extLst>
                </p14:cNvPr>
                <p14:cNvContentPartPr/>
                <p14:nvPr/>
              </p14:nvContentPartPr>
              <p14:xfrm>
                <a:off x="8981078" y="1327463"/>
                <a:ext cx="37080" cy="151560"/>
              </p14:xfrm>
            </p:contentPart>
          </mc:Choice>
          <mc:Fallback>
            <p:pic>
              <p:nvPicPr>
                <p:cNvPr id="30" name="Ink 29">
                  <a:extLst>
                    <a:ext uri="{FF2B5EF4-FFF2-40B4-BE49-F238E27FC236}">
                      <a16:creationId xmlns:a16="http://schemas.microsoft.com/office/drawing/2014/main" id="{F2E89221-9F7B-0BEF-C9F6-954C7F9E7F07}"/>
                    </a:ext>
                  </a:extLst>
                </p:cNvPr>
                <p:cNvPicPr/>
                <p:nvPr/>
              </p:nvPicPr>
              <p:blipFill>
                <a:blip r:embed="rId17"/>
                <a:stretch>
                  <a:fillRect/>
                </a:stretch>
              </p:blipFill>
              <p:spPr>
                <a:xfrm>
                  <a:off x="8972078" y="1318823"/>
                  <a:ext cx="5472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1" name="Ink 30">
                  <a:extLst>
                    <a:ext uri="{FF2B5EF4-FFF2-40B4-BE49-F238E27FC236}">
                      <a16:creationId xmlns:a16="http://schemas.microsoft.com/office/drawing/2014/main" id="{E55E0BB9-9569-0826-9B2D-3DCE0541E10C}"/>
                    </a:ext>
                  </a:extLst>
                </p14:cNvPr>
                <p14:cNvContentPartPr/>
                <p14:nvPr/>
              </p14:nvContentPartPr>
              <p14:xfrm>
                <a:off x="9113198" y="1426823"/>
                <a:ext cx="269640" cy="266040"/>
              </p14:xfrm>
            </p:contentPart>
          </mc:Choice>
          <mc:Fallback>
            <p:pic>
              <p:nvPicPr>
                <p:cNvPr id="31" name="Ink 30">
                  <a:extLst>
                    <a:ext uri="{FF2B5EF4-FFF2-40B4-BE49-F238E27FC236}">
                      <a16:creationId xmlns:a16="http://schemas.microsoft.com/office/drawing/2014/main" id="{E55E0BB9-9569-0826-9B2D-3DCE0541E10C}"/>
                    </a:ext>
                  </a:extLst>
                </p:cNvPr>
                <p:cNvPicPr/>
                <p:nvPr/>
              </p:nvPicPr>
              <p:blipFill>
                <a:blip r:embed="rId19"/>
                <a:stretch>
                  <a:fillRect/>
                </a:stretch>
              </p:blipFill>
              <p:spPr>
                <a:xfrm>
                  <a:off x="9104198" y="1417823"/>
                  <a:ext cx="28728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2" name="Ink 31">
                  <a:extLst>
                    <a:ext uri="{FF2B5EF4-FFF2-40B4-BE49-F238E27FC236}">
                      <a16:creationId xmlns:a16="http://schemas.microsoft.com/office/drawing/2014/main" id="{52B415BF-647D-75C7-1B8E-9D47443551B6}"/>
                    </a:ext>
                  </a:extLst>
                </p14:cNvPr>
                <p14:cNvContentPartPr/>
                <p14:nvPr/>
              </p14:nvContentPartPr>
              <p14:xfrm>
                <a:off x="9605678" y="1440503"/>
                <a:ext cx="82080" cy="6480"/>
              </p14:xfrm>
            </p:contentPart>
          </mc:Choice>
          <mc:Fallback>
            <p:pic>
              <p:nvPicPr>
                <p:cNvPr id="32" name="Ink 31">
                  <a:extLst>
                    <a:ext uri="{FF2B5EF4-FFF2-40B4-BE49-F238E27FC236}">
                      <a16:creationId xmlns:a16="http://schemas.microsoft.com/office/drawing/2014/main" id="{52B415BF-647D-75C7-1B8E-9D47443551B6}"/>
                    </a:ext>
                  </a:extLst>
                </p:cNvPr>
                <p:cNvPicPr/>
                <p:nvPr/>
              </p:nvPicPr>
              <p:blipFill>
                <a:blip r:embed="rId21"/>
                <a:stretch>
                  <a:fillRect/>
                </a:stretch>
              </p:blipFill>
              <p:spPr>
                <a:xfrm>
                  <a:off x="9597038" y="1431503"/>
                  <a:ext cx="997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3" name="Ink 32">
                  <a:extLst>
                    <a:ext uri="{FF2B5EF4-FFF2-40B4-BE49-F238E27FC236}">
                      <a16:creationId xmlns:a16="http://schemas.microsoft.com/office/drawing/2014/main" id="{C745C6B5-55B3-C755-A570-B8EE447E768A}"/>
                    </a:ext>
                  </a:extLst>
                </p14:cNvPr>
                <p14:cNvContentPartPr/>
                <p14:nvPr/>
              </p14:nvContentPartPr>
              <p14:xfrm>
                <a:off x="9833918" y="1444463"/>
                <a:ext cx="52920" cy="8640"/>
              </p14:xfrm>
            </p:contentPart>
          </mc:Choice>
          <mc:Fallback>
            <p:pic>
              <p:nvPicPr>
                <p:cNvPr id="33" name="Ink 32">
                  <a:extLst>
                    <a:ext uri="{FF2B5EF4-FFF2-40B4-BE49-F238E27FC236}">
                      <a16:creationId xmlns:a16="http://schemas.microsoft.com/office/drawing/2014/main" id="{C745C6B5-55B3-C755-A570-B8EE447E768A}"/>
                    </a:ext>
                  </a:extLst>
                </p:cNvPr>
                <p:cNvPicPr/>
                <p:nvPr/>
              </p:nvPicPr>
              <p:blipFill>
                <a:blip r:embed="rId23"/>
                <a:stretch>
                  <a:fillRect/>
                </a:stretch>
              </p:blipFill>
              <p:spPr>
                <a:xfrm>
                  <a:off x="9824918" y="1435823"/>
                  <a:ext cx="705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4" name="Ink 33">
                  <a:extLst>
                    <a:ext uri="{FF2B5EF4-FFF2-40B4-BE49-F238E27FC236}">
                      <a16:creationId xmlns:a16="http://schemas.microsoft.com/office/drawing/2014/main" id="{082959C4-8F60-4A3E-04E1-AF742729E900}"/>
                    </a:ext>
                  </a:extLst>
                </p14:cNvPr>
                <p14:cNvContentPartPr/>
                <p14:nvPr/>
              </p14:nvContentPartPr>
              <p14:xfrm>
                <a:off x="10033718" y="1329983"/>
                <a:ext cx="12240" cy="219600"/>
              </p14:xfrm>
            </p:contentPart>
          </mc:Choice>
          <mc:Fallback>
            <p:pic>
              <p:nvPicPr>
                <p:cNvPr id="34" name="Ink 33">
                  <a:extLst>
                    <a:ext uri="{FF2B5EF4-FFF2-40B4-BE49-F238E27FC236}">
                      <a16:creationId xmlns:a16="http://schemas.microsoft.com/office/drawing/2014/main" id="{082959C4-8F60-4A3E-04E1-AF742729E900}"/>
                    </a:ext>
                  </a:extLst>
                </p:cNvPr>
                <p:cNvPicPr/>
                <p:nvPr/>
              </p:nvPicPr>
              <p:blipFill>
                <a:blip r:embed="rId25"/>
                <a:stretch>
                  <a:fillRect/>
                </a:stretch>
              </p:blipFill>
              <p:spPr>
                <a:xfrm>
                  <a:off x="10025078" y="1321343"/>
                  <a:ext cx="2988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5" name="Ink 34">
                  <a:extLst>
                    <a:ext uri="{FF2B5EF4-FFF2-40B4-BE49-F238E27FC236}">
                      <a16:creationId xmlns:a16="http://schemas.microsoft.com/office/drawing/2014/main" id="{2749CBBC-9CA4-051B-3406-24F983956C16}"/>
                    </a:ext>
                  </a:extLst>
                </p14:cNvPr>
                <p14:cNvContentPartPr/>
                <p14:nvPr/>
              </p14:nvContentPartPr>
              <p14:xfrm>
                <a:off x="10036598" y="1450943"/>
                <a:ext cx="227880" cy="85320"/>
              </p14:xfrm>
            </p:contentPart>
          </mc:Choice>
          <mc:Fallback>
            <p:pic>
              <p:nvPicPr>
                <p:cNvPr id="35" name="Ink 34">
                  <a:extLst>
                    <a:ext uri="{FF2B5EF4-FFF2-40B4-BE49-F238E27FC236}">
                      <a16:creationId xmlns:a16="http://schemas.microsoft.com/office/drawing/2014/main" id="{2749CBBC-9CA4-051B-3406-24F983956C16}"/>
                    </a:ext>
                  </a:extLst>
                </p:cNvPr>
                <p:cNvPicPr/>
                <p:nvPr/>
              </p:nvPicPr>
              <p:blipFill>
                <a:blip r:embed="rId27"/>
                <a:stretch>
                  <a:fillRect/>
                </a:stretch>
              </p:blipFill>
              <p:spPr>
                <a:xfrm>
                  <a:off x="10027598" y="1441943"/>
                  <a:ext cx="24552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51" name="Ink 50">
                  <a:extLst>
                    <a:ext uri="{FF2B5EF4-FFF2-40B4-BE49-F238E27FC236}">
                      <a16:creationId xmlns:a16="http://schemas.microsoft.com/office/drawing/2014/main" id="{D8FD7F55-A4A8-8D9A-E3C5-6D8C80E8E403}"/>
                    </a:ext>
                  </a:extLst>
                </p14:cNvPr>
                <p14:cNvContentPartPr/>
                <p14:nvPr/>
              </p14:nvContentPartPr>
              <p14:xfrm>
                <a:off x="4568918" y="1186343"/>
                <a:ext cx="655920" cy="4858920"/>
              </p14:xfrm>
            </p:contentPart>
          </mc:Choice>
          <mc:Fallback>
            <p:pic>
              <p:nvPicPr>
                <p:cNvPr id="51" name="Ink 50">
                  <a:extLst>
                    <a:ext uri="{FF2B5EF4-FFF2-40B4-BE49-F238E27FC236}">
                      <a16:creationId xmlns:a16="http://schemas.microsoft.com/office/drawing/2014/main" id="{D8FD7F55-A4A8-8D9A-E3C5-6D8C80E8E403}"/>
                    </a:ext>
                  </a:extLst>
                </p:cNvPr>
                <p:cNvPicPr/>
                <p:nvPr/>
              </p:nvPicPr>
              <p:blipFill>
                <a:blip r:embed="rId29"/>
                <a:stretch>
                  <a:fillRect/>
                </a:stretch>
              </p:blipFill>
              <p:spPr>
                <a:xfrm>
                  <a:off x="4560278" y="1177343"/>
                  <a:ext cx="673560" cy="4876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2" name="Ink 51">
                  <a:extLst>
                    <a:ext uri="{FF2B5EF4-FFF2-40B4-BE49-F238E27FC236}">
                      <a16:creationId xmlns:a16="http://schemas.microsoft.com/office/drawing/2014/main" id="{DEADB80A-E04A-1B71-5DD1-4E286DF3B053}"/>
                    </a:ext>
                  </a:extLst>
                </p14:cNvPr>
                <p14:cNvContentPartPr/>
                <p14:nvPr/>
              </p14:nvContentPartPr>
              <p14:xfrm>
                <a:off x="4787798" y="2990663"/>
                <a:ext cx="2561040" cy="2273040"/>
              </p14:xfrm>
            </p:contentPart>
          </mc:Choice>
          <mc:Fallback>
            <p:pic>
              <p:nvPicPr>
                <p:cNvPr id="52" name="Ink 51">
                  <a:extLst>
                    <a:ext uri="{FF2B5EF4-FFF2-40B4-BE49-F238E27FC236}">
                      <a16:creationId xmlns:a16="http://schemas.microsoft.com/office/drawing/2014/main" id="{DEADB80A-E04A-1B71-5DD1-4E286DF3B053}"/>
                    </a:ext>
                  </a:extLst>
                </p:cNvPr>
                <p:cNvPicPr/>
                <p:nvPr/>
              </p:nvPicPr>
              <p:blipFill>
                <a:blip r:embed="rId31"/>
                <a:stretch>
                  <a:fillRect/>
                </a:stretch>
              </p:blipFill>
              <p:spPr>
                <a:xfrm>
                  <a:off x="4778798" y="2981663"/>
                  <a:ext cx="2578680" cy="22906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53" name="Ink 52">
                  <a:extLst>
                    <a:ext uri="{FF2B5EF4-FFF2-40B4-BE49-F238E27FC236}">
                      <a16:creationId xmlns:a16="http://schemas.microsoft.com/office/drawing/2014/main" id="{4CA184E4-964C-FC7B-22CB-FE6A60ED1615}"/>
                    </a:ext>
                  </a:extLst>
                </p14:cNvPr>
                <p14:cNvContentPartPr/>
                <p14:nvPr/>
              </p14:nvContentPartPr>
              <p14:xfrm>
                <a:off x="7333718" y="5135543"/>
                <a:ext cx="64440" cy="193680"/>
              </p14:xfrm>
            </p:contentPart>
          </mc:Choice>
          <mc:Fallback>
            <p:pic>
              <p:nvPicPr>
                <p:cNvPr id="53" name="Ink 52">
                  <a:extLst>
                    <a:ext uri="{FF2B5EF4-FFF2-40B4-BE49-F238E27FC236}">
                      <a16:creationId xmlns:a16="http://schemas.microsoft.com/office/drawing/2014/main" id="{4CA184E4-964C-FC7B-22CB-FE6A60ED1615}"/>
                    </a:ext>
                  </a:extLst>
                </p:cNvPr>
                <p:cNvPicPr/>
                <p:nvPr/>
              </p:nvPicPr>
              <p:blipFill>
                <a:blip r:embed="rId33"/>
                <a:stretch>
                  <a:fillRect/>
                </a:stretch>
              </p:blipFill>
              <p:spPr>
                <a:xfrm>
                  <a:off x="7325078" y="5126903"/>
                  <a:ext cx="8208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54" name="Ink 53">
                  <a:extLst>
                    <a:ext uri="{FF2B5EF4-FFF2-40B4-BE49-F238E27FC236}">
                      <a16:creationId xmlns:a16="http://schemas.microsoft.com/office/drawing/2014/main" id="{99E37BC8-3EBD-9973-9CF3-74C0584E7A0C}"/>
                    </a:ext>
                  </a:extLst>
                </p14:cNvPr>
                <p14:cNvContentPartPr/>
                <p14:nvPr/>
              </p14:nvContentPartPr>
              <p14:xfrm>
                <a:off x="7704158" y="4551623"/>
                <a:ext cx="3811320" cy="1969920"/>
              </p14:xfrm>
            </p:contentPart>
          </mc:Choice>
          <mc:Fallback>
            <p:pic>
              <p:nvPicPr>
                <p:cNvPr id="54" name="Ink 53">
                  <a:extLst>
                    <a:ext uri="{FF2B5EF4-FFF2-40B4-BE49-F238E27FC236}">
                      <a16:creationId xmlns:a16="http://schemas.microsoft.com/office/drawing/2014/main" id="{99E37BC8-3EBD-9973-9CF3-74C0584E7A0C}"/>
                    </a:ext>
                  </a:extLst>
                </p:cNvPr>
                <p:cNvPicPr/>
                <p:nvPr/>
              </p:nvPicPr>
              <p:blipFill>
                <a:blip r:embed="rId35"/>
                <a:stretch>
                  <a:fillRect/>
                </a:stretch>
              </p:blipFill>
              <p:spPr>
                <a:xfrm>
                  <a:off x="7695158" y="4542623"/>
                  <a:ext cx="3828960" cy="19875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5" name="Ink 54">
                  <a:extLst>
                    <a:ext uri="{FF2B5EF4-FFF2-40B4-BE49-F238E27FC236}">
                      <a16:creationId xmlns:a16="http://schemas.microsoft.com/office/drawing/2014/main" id="{158B88C2-5758-7707-E28B-ACE8604503BB}"/>
                    </a:ext>
                  </a:extLst>
                </p14:cNvPr>
                <p14:cNvContentPartPr/>
                <p14:nvPr/>
              </p14:nvContentPartPr>
              <p14:xfrm>
                <a:off x="10784678" y="4507703"/>
                <a:ext cx="287280" cy="313200"/>
              </p14:xfrm>
            </p:contentPart>
          </mc:Choice>
          <mc:Fallback>
            <p:pic>
              <p:nvPicPr>
                <p:cNvPr id="55" name="Ink 54">
                  <a:extLst>
                    <a:ext uri="{FF2B5EF4-FFF2-40B4-BE49-F238E27FC236}">
                      <a16:creationId xmlns:a16="http://schemas.microsoft.com/office/drawing/2014/main" id="{158B88C2-5758-7707-E28B-ACE8604503BB}"/>
                    </a:ext>
                  </a:extLst>
                </p:cNvPr>
                <p:cNvPicPr/>
                <p:nvPr/>
              </p:nvPicPr>
              <p:blipFill>
                <a:blip r:embed="rId37"/>
                <a:stretch>
                  <a:fillRect/>
                </a:stretch>
              </p:blipFill>
              <p:spPr>
                <a:xfrm>
                  <a:off x="10776038" y="4498703"/>
                  <a:ext cx="304920" cy="330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6" name="Ink 55">
                  <a:extLst>
                    <a:ext uri="{FF2B5EF4-FFF2-40B4-BE49-F238E27FC236}">
                      <a16:creationId xmlns:a16="http://schemas.microsoft.com/office/drawing/2014/main" id="{0F065873-18CD-05F4-158C-2AE8D5802E28}"/>
                    </a:ext>
                  </a:extLst>
                </p14:cNvPr>
                <p14:cNvContentPartPr/>
                <p14:nvPr/>
              </p14:nvContentPartPr>
              <p14:xfrm>
                <a:off x="11091398" y="4518503"/>
                <a:ext cx="306000" cy="288000"/>
              </p14:xfrm>
            </p:contentPart>
          </mc:Choice>
          <mc:Fallback>
            <p:pic>
              <p:nvPicPr>
                <p:cNvPr id="56" name="Ink 55">
                  <a:extLst>
                    <a:ext uri="{FF2B5EF4-FFF2-40B4-BE49-F238E27FC236}">
                      <a16:creationId xmlns:a16="http://schemas.microsoft.com/office/drawing/2014/main" id="{0F065873-18CD-05F4-158C-2AE8D5802E28}"/>
                    </a:ext>
                  </a:extLst>
                </p:cNvPr>
                <p:cNvPicPr/>
                <p:nvPr/>
              </p:nvPicPr>
              <p:blipFill>
                <a:blip r:embed="rId39"/>
                <a:stretch>
                  <a:fillRect/>
                </a:stretch>
              </p:blipFill>
              <p:spPr>
                <a:xfrm>
                  <a:off x="11082758" y="4509503"/>
                  <a:ext cx="32364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7" name="Ink 56">
                  <a:extLst>
                    <a:ext uri="{FF2B5EF4-FFF2-40B4-BE49-F238E27FC236}">
                      <a16:creationId xmlns:a16="http://schemas.microsoft.com/office/drawing/2014/main" id="{AFFA4517-091A-A78D-5D28-C3335289EFAD}"/>
                    </a:ext>
                  </a:extLst>
                </p14:cNvPr>
                <p14:cNvContentPartPr/>
                <p14:nvPr/>
              </p14:nvContentPartPr>
              <p14:xfrm>
                <a:off x="11436278" y="4494383"/>
                <a:ext cx="245160" cy="337320"/>
              </p14:xfrm>
            </p:contentPart>
          </mc:Choice>
          <mc:Fallback>
            <p:pic>
              <p:nvPicPr>
                <p:cNvPr id="57" name="Ink 56">
                  <a:extLst>
                    <a:ext uri="{FF2B5EF4-FFF2-40B4-BE49-F238E27FC236}">
                      <a16:creationId xmlns:a16="http://schemas.microsoft.com/office/drawing/2014/main" id="{AFFA4517-091A-A78D-5D28-C3335289EFAD}"/>
                    </a:ext>
                  </a:extLst>
                </p:cNvPr>
                <p:cNvPicPr/>
                <p:nvPr/>
              </p:nvPicPr>
              <p:blipFill>
                <a:blip r:embed="rId41"/>
                <a:stretch>
                  <a:fillRect/>
                </a:stretch>
              </p:blipFill>
              <p:spPr>
                <a:xfrm>
                  <a:off x="11427278" y="4485743"/>
                  <a:ext cx="262800" cy="354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0" name="Ink 59">
                  <a:extLst>
                    <a:ext uri="{FF2B5EF4-FFF2-40B4-BE49-F238E27FC236}">
                      <a16:creationId xmlns:a16="http://schemas.microsoft.com/office/drawing/2014/main" id="{9AF85AC7-97C9-03E9-EFB7-FFEA22A7B0DB}"/>
                    </a:ext>
                  </a:extLst>
                </p14:cNvPr>
                <p14:cNvContentPartPr/>
                <p14:nvPr/>
              </p14:nvContentPartPr>
              <p14:xfrm>
                <a:off x="10504238" y="4859063"/>
                <a:ext cx="468360" cy="295200"/>
              </p14:xfrm>
            </p:contentPart>
          </mc:Choice>
          <mc:Fallback>
            <p:pic>
              <p:nvPicPr>
                <p:cNvPr id="60" name="Ink 59">
                  <a:extLst>
                    <a:ext uri="{FF2B5EF4-FFF2-40B4-BE49-F238E27FC236}">
                      <a16:creationId xmlns:a16="http://schemas.microsoft.com/office/drawing/2014/main" id="{9AF85AC7-97C9-03E9-EFB7-FFEA22A7B0DB}"/>
                    </a:ext>
                  </a:extLst>
                </p:cNvPr>
                <p:cNvPicPr/>
                <p:nvPr/>
              </p:nvPicPr>
              <p:blipFill>
                <a:blip r:embed="rId43"/>
                <a:stretch>
                  <a:fillRect/>
                </a:stretch>
              </p:blipFill>
              <p:spPr>
                <a:xfrm>
                  <a:off x="10495238" y="4850423"/>
                  <a:ext cx="48600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2" name="Ink 61">
                  <a:extLst>
                    <a:ext uri="{FF2B5EF4-FFF2-40B4-BE49-F238E27FC236}">
                      <a16:creationId xmlns:a16="http://schemas.microsoft.com/office/drawing/2014/main" id="{C5651FF2-32F0-B5DC-9963-5455A3D467CA}"/>
                    </a:ext>
                  </a:extLst>
                </p14:cNvPr>
                <p14:cNvContentPartPr/>
                <p14:nvPr/>
              </p14:nvContentPartPr>
              <p14:xfrm>
                <a:off x="8778038" y="5323823"/>
                <a:ext cx="300960" cy="257760"/>
              </p14:xfrm>
            </p:contentPart>
          </mc:Choice>
          <mc:Fallback>
            <p:pic>
              <p:nvPicPr>
                <p:cNvPr id="62" name="Ink 61">
                  <a:extLst>
                    <a:ext uri="{FF2B5EF4-FFF2-40B4-BE49-F238E27FC236}">
                      <a16:creationId xmlns:a16="http://schemas.microsoft.com/office/drawing/2014/main" id="{C5651FF2-32F0-B5DC-9963-5455A3D467CA}"/>
                    </a:ext>
                  </a:extLst>
                </p:cNvPr>
                <p:cNvPicPr/>
                <p:nvPr/>
              </p:nvPicPr>
              <p:blipFill>
                <a:blip r:embed="rId45"/>
                <a:stretch>
                  <a:fillRect/>
                </a:stretch>
              </p:blipFill>
              <p:spPr>
                <a:xfrm>
                  <a:off x="8769398" y="5314823"/>
                  <a:ext cx="31860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3" name="Ink 62">
                  <a:extLst>
                    <a:ext uri="{FF2B5EF4-FFF2-40B4-BE49-F238E27FC236}">
                      <a16:creationId xmlns:a16="http://schemas.microsoft.com/office/drawing/2014/main" id="{2071DF83-EAAA-4FC1-4617-4A82A7974246}"/>
                    </a:ext>
                  </a:extLst>
                </p14:cNvPr>
                <p14:cNvContentPartPr/>
                <p14:nvPr/>
              </p14:nvContentPartPr>
              <p14:xfrm>
                <a:off x="9125438" y="5351543"/>
                <a:ext cx="81000" cy="346680"/>
              </p14:xfrm>
            </p:contentPart>
          </mc:Choice>
          <mc:Fallback>
            <p:pic>
              <p:nvPicPr>
                <p:cNvPr id="63" name="Ink 62">
                  <a:extLst>
                    <a:ext uri="{FF2B5EF4-FFF2-40B4-BE49-F238E27FC236}">
                      <a16:creationId xmlns:a16="http://schemas.microsoft.com/office/drawing/2014/main" id="{2071DF83-EAAA-4FC1-4617-4A82A7974246}"/>
                    </a:ext>
                  </a:extLst>
                </p:cNvPr>
                <p:cNvPicPr/>
                <p:nvPr/>
              </p:nvPicPr>
              <p:blipFill>
                <a:blip r:embed="rId47"/>
                <a:stretch>
                  <a:fillRect/>
                </a:stretch>
              </p:blipFill>
              <p:spPr>
                <a:xfrm>
                  <a:off x="9116438" y="5342903"/>
                  <a:ext cx="9864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64" name="Ink 63">
                  <a:extLst>
                    <a:ext uri="{FF2B5EF4-FFF2-40B4-BE49-F238E27FC236}">
                      <a16:creationId xmlns:a16="http://schemas.microsoft.com/office/drawing/2014/main" id="{3FCF2658-3E89-9F23-66E4-D89459731431}"/>
                    </a:ext>
                  </a:extLst>
                </p14:cNvPr>
                <p14:cNvContentPartPr/>
                <p14:nvPr/>
              </p14:nvContentPartPr>
              <p14:xfrm>
                <a:off x="9293918" y="5374943"/>
                <a:ext cx="68760" cy="298440"/>
              </p14:xfrm>
            </p:contentPart>
          </mc:Choice>
          <mc:Fallback>
            <p:pic>
              <p:nvPicPr>
                <p:cNvPr id="64" name="Ink 63">
                  <a:extLst>
                    <a:ext uri="{FF2B5EF4-FFF2-40B4-BE49-F238E27FC236}">
                      <a16:creationId xmlns:a16="http://schemas.microsoft.com/office/drawing/2014/main" id="{3FCF2658-3E89-9F23-66E4-D89459731431}"/>
                    </a:ext>
                  </a:extLst>
                </p:cNvPr>
                <p:cNvPicPr/>
                <p:nvPr/>
              </p:nvPicPr>
              <p:blipFill>
                <a:blip r:embed="rId49"/>
                <a:stretch>
                  <a:fillRect/>
                </a:stretch>
              </p:blipFill>
              <p:spPr>
                <a:xfrm>
                  <a:off x="9285278" y="5366303"/>
                  <a:ext cx="8640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5" name="Ink 64">
                  <a:extLst>
                    <a:ext uri="{FF2B5EF4-FFF2-40B4-BE49-F238E27FC236}">
                      <a16:creationId xmlns:a16="http://schemas.microsoft.com/office/drawing/2014/main" id="{36A906C8-E543-D8D6-BCDB-60CA9D6FA6C8}"/>
                    </a:ext>
                  </a:extLst>
                </p14:cNvPr>
                <p14:cNvContentPartPr/>
                <p14:nvPr/>
              </p14:nvContentPartPr>
              <p14:xfrm>
                <a:off x="8598038" y="5150303"/>
                <a:ext cx="1147320" cy="798480"/>
              </p14:xfrm>
            </p:contentPart>
          </mc:Choice>
          <mc:Fallback>
            <p:pic>
              <p:nvPicPr>
                <p:cNvPr id="65" name="Ink 64">
                  <a:extLst>
                    <a:ext uri="{FF2B5EF4-FFF2-40B4-BE49-F238E27FC236}">
                      <a16:creationId xmlns:a16="http://schemas.microsoft.com/office/drawing/2014/main" id="{36A906C8-E543-D8D6-BCDB-60CA9D6FA6C8}"/>
                    </a:ext>
                  </a:extLst>
                </p:cNvPr>
                <p:cNvPicPr/>
                <p:nvPr/>
              </p:nvPicPr>
              <p:blipFill>
                <a:blip r:embed="rId51"/>
                <a:stretch>
                  <a:fillRect/>
                </a:stretch>
              </p:blipFill>
              <p:spPr>
                <a:xfrm>
                  <a:off x="8589038" y="5141303"/>
                  <a:ext cx="1164960" cy="8161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7" name="Ink 66">
                  <a:extLst>
                    <a:ext uri="{FF2B5EF4-FFF2-40B4-BE49-F238E27FC236}">
                      <a16:creationId xmlns:a16="http://schemas.microsoft.com/office/drawing/2014/main" id="{52DC9A6F-87A9-C594-9BEC-EF4D711D8F19}"/>
                    </a:ext>
                  </a:extLst>
                </p14:cNvPr>
                <p14:cNvContentPartPr/>
                <p14:nvPr/>
              </p14:nvContentPartPr>
              <p14:xfrm>
                <a:off x="9338198" y="3874103"/>
                <a:ext cx="133200" cy="1386720"/>
              </p14:xfrm>
            </p:contentPart>
          </mc:Choice>
          <mc:Fallback>
            <p:pic>
              <p:nvPicPr>
                <p:cNvPr id="67" name="Ink 66">
                  <a:extLst>
                    <a:ext uri="{FF2B5EF4-FFF2-40B4-BE49-F238E27FC236}">
                      <a16:creationId xmlns:a16="http://schemas.microsoft.com/office/drawing/2014/main" id="{52DC9A6F-87A9-C594-9BEC-EF4D711D8F19}"/>
                    </a:ext>
                  </a:extLst>
                </p:cNvPr>
                <p:cNvPicPr/>
                <p:nvPr/>
              </p:nvPicPr>
              <p:blipFill>
                <a:blip r:embed="rId53"/>
                <a:stretch>
                  <a:fillRect/>
                </a:stretch>
              </p:blipFill>
              <p:spPr>
                <a:xfrm>
                  <a:off x="9329198" y="3865103"/>
                  <a:ext cx="150840" cy="14043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8" name="Ink 67">
                  <a:extLst>
                    <a:ext uri="{FF2B5EF4-FFF2-40B4-BE49-F238E27FC236}">
                      <a16:creationId xmlns:a16="http://schemas.microsoft.com/office/drawing/2014/main" id="{C3A4F4B1-3562-F60C-C2C0-7DF1A77EDCE7}"/>
                    </a:ext>
                  </a:extLst>
                </p14:cNvPr>
                <p14:cNvContentPartPr/>
                <p14:nvPr/>
              </p14:nvContentPartPr>
              <p14:xfrm>
                <a:off x="8938598" y="3431663"/>
                <a:ext cx="1015920" cy="435600"/>
              </p14:xfrm>
            </p:contentPart>
          </mc:Choice>
          <mc:Fallback>
            <p:pic>
              <p:nvPicPr>
                <p:cNvPr id="68" name="Ink 67">
                  <a:extLst>
                    <a:ext uri="{FF2B5EF4-FFF2-40B4-BE49-F238E27FC236}">
                      <a16:creationId xmlns:a16="http://schemas.microsoft.com/office/drawing/2014/main" id="{C3A4F4B1-3562-F60C-C2C0-7DF1A77EDCE7}"/>
                    </a:ext>
                  </a:extLst>
                </p:cNvPr>
                <p:cNvPicPr/>
                <p:nvPr/>
              </p:nvPicPr>
              <p:blipFill>
                <a:blip r:embed="rId55"/>
                <a:stretch>
                  <a:fillRect/>
                </a:stretch>
              </p:blipFill>
              <p:spPr>
                <a:xfrm>
                  <a:off x="8929958" y="3423023"/>
                  <a:ext cx="1033560" cy="453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9" name="Ink 68">
                  <a:extLst>
                    <a:ext uri="{FF2B5EF4-FFF2-40B4-BE49-F238E27FC236}">
                      <a16:creationId xmlns:a16="http://schemas.microsoft.com/office/drawing/2014/main" id="{4A346A46-7AE4-8947-F4AD-0564FC2D175E}"/>
                    </a:ext>
                  </a:extLst>
                </p14:cNvPr>
                <p14:cNvContentPartPr/>
                <p14:nvPr/>
              </p14:nvContentPartPr>
              <p14:xfrm>
                <a:off x="9219398" y="3559103"/>
                <a:ext cx="137880" cy="151560"/>
              </p14:xfrm>
            </p:contentPart>
          </mc:Choice>
          <mc:Fallback>
            <p:pic>
              <p:nvPicPr>
                <p:cNvPr id="69" name="Ink 68">
                  <a:extLst>
                    <a:ext uri="{FF2B5EF4-FFF2-40B4-BE49-F238E27FC236}">
                      <a16:creationId xmlns:a16="http://schemas.microsoft.com/office/drawing/2014/main" id="{4A346A46-7AE4-8947-F4AD-0564FC2D175E}"/>
                    </a:ext>
                  </a:extLst>
                </p:cNvPr>
                <p:cNvPicPr/>
                <p:nvPr/>
              </p:nvPicPr>
              <p:blipFill>
                <a:blip r:embed="rId57"/>
                <a:stretch>
                  <a:fillRect/>
                </a:stretch>
              </p:blipFill>
              <p:spPr>
                <a:xfrm>
                  <a:off x="9210398" y="3550463"/>
                  <a:ext cx="15552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0" name="Ink 69">
                  <a:extLst>
                    <a:ext uri="{FF2B5EF4-FFF2-40B4-BE49-F238E27FC236}">
                      <a16:creationId xmlns:a16="http://schemas.microsoft.com/office/drawing/2014/main" id="{5A339BF9-32BA-12B6-1EEF-297438CBCF8E}"/>
                    </a:ext>
                  </a:extLst>
                </p14:cNvPr>
                <p14:cNvContentPartPr/>
                <p14:nvPr/>
              </p14:nvContentPartPr>
              <p14:xfrm>
                <a:off x="9393278" y="3556943"/>
                <a:ext cx="119160" cy="183240"/>
              </p14:xfrm>
            </p:contentPart>
          </mc:Choice>
          <mc:Fallback>
            <p:pic>
              <p:nvPicPr>
                <p:cNvPr id="70" name="Ink 69">
                  <a:extLst>
                    <a:ext uri="{FF2B5EF4-FFF2-40B4-BE49-F238E27FC236}">
                      <a16:creationId xmlns:a16="http://schemas.microsoft.com/office/drawing/2014/main" id="{5A339BF9-32BA-12B6-1EEF-297438CBCF8E}"/>
                    </a:ext>
                  </a:extLst>
                </p:cNvPr>
                <p:cNvPicPr/>
                <p:nvPr/>
              </p:nvPicPr>
              <p:blipFill>
                <a:blip r:embed="rId59"/>
                <a:stretch>
                  <a:fillRect/>
                </a:stretch>
              </p:blipFill>
              <p:spPr>
                <a:xfrm>
                  <a:off x="9384638" y="3548303"/>
                  <a:ext cx="13680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71" name="Ink 70">
                  <a:extLst>
                    <a:ext uri="{FF2B5EF4-FFF2-40B4-BE49-F238E27FC236}">
                      <a16:creationId xmlns:a16="http://schemas.microsoft.com/office/drawing/2014/main" id="{7C1E05D6-5C1C-745F-8FE9-FC7EDABD8E5C}"/>
                    </a:ext>
                  </a:extLst>
                </p14:cNvPr>
                <p14:cNvContentPartPr/>
                <p14:nvPr/>
              </p14:nvContentPartPr>
              <p14:xfrm>
                <a:off x="9569678" y="3640823"/>
                <a:ext cx="14400" cy="68400"/>
              </p14:xfrm>
            </p:contentPart>
          </mc:Choice>
          <mc:Fallback>
            <p:pic>
              <p:nvPicPr>
                <p:cNvPr id="71" name="Ink 70">
                  <a:extLst>
                    <a:ext uri="{FF2B5EF4-FFF2-40B4-BE49-F238E27FC236}">
                      <a16:creationId xmlns:a16="http://schemas.microsoft.com/office/drawing/2014/main" id="{7C1E05D6-5C1C-745F-8FE9-FC7EDABD8E5C}"/>
                    </a:ext>
                  </a:extLst>
                </p:cNvPr>
                <p:cNvPicPr/>
                <p:nvPr/>
              </p:nvPicPr>
              <p:blipFill>
                <a:blip r:embed="rId61"/>
                <a:stretch>
                  <a:fillRect/>
                </a:stretch>
              </p:blipFill>
              <p:spPr>
                <a:xfrm>
                  <a:off x="9560678" y="3632183"/>
                  <a:ext cx="3204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2" name="Ink 71">
                  <a:extLst>
                    <a:ext uri="{FF2B5EF4-FFF2-40B4-BE49-F238E27FC236}">
                      <a16:creationId xmlns:a16="http://schemas.microsoft.com/office/drawing/2014/main" id="{CB25F3E8-E769-E133-FA70-101E8FC17443}"/>
                    </a:ext>
                  </a:extLst>
                </p14:cNvPr>
                <p14:cNvContentPartPr/>
                <p14:nvPr/>
              </p14:nvContentPartPr>
              <p14:xfrm>
                <a:off x="9598478" y="3618143"/>
                <a:ext cx="2880" cy="14040"/>
              </p14:xfrm>
            </p:contentPart>
          </mc:Choice>
          <mc:Fallback>
            <p:pic>
              <p:nvPicPr>
                <p:cNvPr id="72" name="Ink 71">
                  <a:extLst>
                    <a:ext uri="{FF2B5EF4-FFF2-40B4-BE49-F238E27FC236}">
                      <a16:creationId xmlns:a16="http://schemas.microsoft.com/office/drawing/2014/main" id="{CB25F3E8-E769-E133-FA70-101E8FC17443}"/>
                    </a:ext>
                  </a:extLst>
                </p:cNvPr>
                <p:cNvPicPr/>
                <p:nvPr/>
              </p:nvPicPr>
              <p:blipFill>
                <a:blip r:embed="rId63"/>
                <a:stretch>
                  <a:fillRect/>
                </a:stretch>
              </p:blipFill>
              <p:spPr>
                <a:xfrm>
                  <a:off x="9589838" y="3609143"/>
                  <a:ext cx="2052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3" name="Ink 72">
                  <a:extLst>
                    <a:ext uri="{FF2B5EF4-FFF2-40B4-BE49-F238E27FC236}">
                      <a16:creationId xmlns:a16="http://schemas.microsoft.com/office/drawing/2014/main" id="{DC20F69E-3BED-D06D-AFFD-FBCA1929DC74}"/>
                    </a:ext>
                  </a:extLst>
                </p14:cNvPr>
                <p14:cNvContentPartPr/>
                <p14:nvPr/>
              </p14:nvContentPartPr>
              <p14:xfrm>
                <a:off x="9368078" y="2709143"/>
                <a:ext cx="591840" cy="754560"/>
              </p14:xfrm>
            </p:contentPart>
          </mc:Choice>
          <mc:Fallback>
            <p:pic>
              <p:nvPicPr>
                <p:cNvPr id="73" name="Ink 72">
                  <a:extLst>
                    <a:ext uri="{FF2B5EF4-FFF2-40B4-BE49-F238E27FC236}">
                      <a16:creationId xmlns:a16="http://schemas.microsoft.com/office/drawing/2014/main" id="{DC20F69E-3BED-D06D-AFFD-FBCA1929DC74}"/>
                    </a:ext>
                  </a:extLst>
                </p:cNvPr>
                <p:cNvPicPr/>
                <p:nvPr/>
              </p:nvPicPr>
              <p:blipFill>
                <a:blip r:embed="rId65"/>
                <a:stretch>
                  <a:fillRect/>
                </a:stretch>
              </p:blipFill>
              <p:spPr>
                <a:xfrm>
                  <a:off x="9359438" y="2700143"/>
                  <a:ext cx="609480" cy="772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74" name="Ink 73">
                  <a:extLst>
                    <a:ext uri="{FF2B5EF4-FFF2-40B4-BE49-F238E27FC236}">
                      <a16:creationId xmlns:a16="http://schemas.microsoft.com/office/drawing/2014/main" id="{9FA31EC5-3AED-1356-300C-39DB7D90D67E}"/>
                    </a:ext>
                  </a:extLst>
                </p14:cNvPr>
                <p14:cNvContentPartPr/>
                <p14:nvPr/>
              </p14:nvContentPartPr>
              <p14:xfrm>
                <a:off x="9861998" y="2668463"/>
                <a:ext cx="90000" cy="130320"/>
              </p14:xfrm>
            </p:contentPart>
          </mc:Choice>
          <mc:Fallback>
            <p:pic>
              <p:nvPicPr>
                <p:cNvPr id="74" name="Ink 73">
                  <a:extLst>
                    <a:ext uri="{FF2B5EF4-FFF2-40B4-BE49-F238E27FC236}">
                      <a16:creationId xmlns:a16="http://schemas.microsoft.com/office/drawing/2014/main" id="{9FA31EC5-3AED-1356-300C-39DB7D90D67E}"/>
                    </a:ext>
                  </a:extLst>
                </p:cNvPr>
                <p:cNvPicPr/>
                <p:nvPr/>
              </p:nvPicPr>
              <p:blipFill>
                <a:blip r:embed="rId67"/>
                <a:stretch>
                  <a:fillRect/>
                </a:stretch>
              </p:blipFill>
              <p:spPr>
                <a:xfrm>
                  <a:off x="9852998" y="2659823"/>
                  <a:ext cx="1076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5" name="Ink 74">
                  <a:extLst>
                    <a:ext uri="{FF2B5EF4-FFF2-40B4-BE49-F238E27FC236}">
                      <a16:creationId xmlns:a16="http://schemas.microsoft.com/office/drawing/2014/main" id="{84C247C9-E6E4-A43F-EF96-40182448DED3}"/>
                    </a:ext>
                  </a:extLst>
                </p14:cNvPr>
                <p14:cNvContentPartPr/>
                <p14:nvPr/>
              </p14:nvContentPartPr>
              <p14:xfrm>
                <a:off x="10151078" y="2485943"/>
                <a:ext cx="825840" cy="167760"/>
              </p14:xfrm>
            </p:contentPart>
          </mc:Choice>
          <mc:Fallback>
            <p:pic>
              <p:nvPicPr>
                <p:cNvPr id="75" name="Ink 74">
                  <a:extLst>
                    <a:ext uri="{FF2B5EF4-FFF2-40B4-BE49-F238E27FC236}">
                      <a16:creationId xmlns:a16="http://schemas.microsoft.com/office/drawing/2014/main" id="{84C247C9-E6E4-A43F-EF96-40182448DED3}"/>
                    </a:ext>
                  </a:extLst>
                </p:cNvPr>
                <p:cNvPicPr/>
                <p:nvPr/>
              </p:nvPicPr>
              <p:blipFill>
                <a:blip r:embed="rId69"/>
                <a:stretch>
                  <a:fillRect/>
                </a:stretch>
              </p:blipFill>
              <p:spPr>
                <a:xfrm>
                  <a:off x="10142438" y="2477303"/>
                  <a:ext cx="84348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6" name="Ink 75">
                  <a:extLst>
                    <a:ext uri="{FF2B5EF4-FFF2-40B4-BE49-F238E27FC236}">
                      <a16:creationId xmlns:a16="http://schemas.microsoft.com/office/drawing/2014/main" id="{ABC7F562-29D3-329B-B68F-E8789CA0D8FE}"/>
                    </a:ext>
                  </a:extLst>
                </p14:cNvPr>
                <p14:cNvContentPartPr/>
                <p14:nvPr/>
              </p14:nvContentPartPr>
              <p14:xfrm>
                <a:off x="10102118" y="2567663"/>
                <a:ext cx="962280" cy="410400"/>
              </p14:xfrm>
            </p:contentPart>
          </mc:Choice>
          <mc:Fallback>
            <p:pic>
              <p:nvPicPr>
                <p:cNvPr id="76" name="Ink 75">
                  <a:extLst>
                    <a:ext uri="{FF2B5EF4-FFF2-40B4-BE49-F238E27FC236}">
                      <a16:creationId xmlns:a16="http://schemas.microsoft.com/office/drawing/2014/main" id="{ABC7F562-29D3-329B-B68F-E8789CA0D8FE}"/>
                    </a:ext>
                  </a:extLst>
                </p:cNvPr>
                <p:cNvPicPr/>
                <p:nvPr/>
              </p:nvPicPr>
              <p:blipFill>
                <a:blip r:embed="rId71"/>
                <a:stretch>
                  <a:fillRect/>
                </a:stretch>
              </p:blipFill>
              <p:spPr>
                <a:xfrm>
                  <a:off x="10093118" y="2559023"/>
                  <a:ext cx="97992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7" name="Ink 76">
                  <a:extLst>
                    <a:ext uri="{FF2B5EF4-FFF2-40B4-BE49-F238E27FC236}">
                      <a16:creationId xmlns:a16="http://schemas.microsoft.com/office/drawing/2014/main" id="{887AC65A-DB4E-82C7-CAD1-324AC1ECCC68}"/>
                    </a:ext>
                  </a:extLst>
                </p14:cNvPr>
                <p14:cNvContentPartPr/>
                <p14:nvPr/>
              </p14:nvContentPartPr>
              <p14:xfrm>
                <a:off x="10937318" y="2614103"/>
                <a:ext cx="35640" cy="375120"/>
              </p14:xfrm>
            </p:contentPart>
          </mc:Choice>
          <mc:Fallback>
            <p:pic>
              <p:nvPicPr>
                <p:cNvPr id="77" name="Ink 76">
                  <a:extLst>
                    <a:ext uri="{FF2B5EF4-FFF2-40B4-BE49-F238E27FC236}">
                      <a16:creationId xmlns:a16="http://schemas.microsoft.com/office/drawing/2014/main" id="{887AC65A-DB4E-82C7-CAD1-324AC1ECCC68}"/>
                    </a:ext>
                  </a:extLst>
                </p:cNvPr>
                <p:cNvPicPr/>
                <p:nvPr/>
              </p:nvPicPr>
              <p:blipFill>
                <a:blip r:embed="rId73"/>
                <a:stretch>
                  <a:fillRect/>
                </a:stretch>
              </p:blipFill>
              <p:spPr>
                <a:xfrm>
                  <a:off x="10928678" y="2605103"/>
                  <a:ext cx="5328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8" name="Ink 77">
                  <a:extLst>
                    <a:ext uri="{FF2B5EF4-FFF2-40B4-BE49-F238E27FC236}">
                      <a16:creationId xmlns:a16="http://schemas.microsoft.com/office/drawing/2014/main" id="{D528E427-1654-DC40-A133-A0138565506B}"/>
                    </a:ext>
                  </a:extLst>
                </p14:cNvPr>
                <p14:cNvContentPartPr/>
                <p14:nvPr/>
              </p14:nvContentPartPr>
              <p14:xfrm>
                <a:off x="11094638" y="2182463"/>
                <a:ext cx="434160" cy="292320"/>
              </p14:xfrm>
            </p:contentPart>
          </mc:Choice>
          <mc:Fallback>
            <p:pic>
              <p:nvPicPr>
                <p:cNvPr id="78" name="Ink 77">
                  <a:extLst>
                    <a:ext uri="{FF2B5EF4-FFF2-40B4-BE49-F238E27FC236}">
                      <a16:creationId xmlns:a16="http://schemas.microsoft.com/office/drawing/2014/main" id="{D528E427-1654-DC40-A133-A0138565506B}"/>
                    </a:ext>
                  </a:extLst>
                </p:cNvPr>
                <p:cNvPicPr/>
                <p:nvPr/>
              </p:nvPicPr>
              <p:blipFill>
                <a:blip r:embed="rId75"/>
                <a:stretch>
                  <a:fillRect/>
                </a:stretch>
              </p:blipFill>
              <p:spPr>
                <a:xfrm>
                  <a:off x="11085998" y="2173823"/>
                  <a:ext cx="45180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9" name="Ink 78">
                  <a:extLst>
                    <a:ext uri="{FF2B5EF4-FFF2-40B4-BE49-F238E27FC236}">
                      <a16:creationId xmlns:a16="http://schemas.microsoft.com/office/drawing/2014/main" id="{43A93536-C2E3-2137-0469-10FEF0F7D00D}"/>
                    </a:ext>
                  </a:extLst>
                </p14:cNvPr>
                <p14:cNvContentPartPr/>
                <p14:nvPr/>
              </p14:nvContentPartPr>
              <p14:xfrm>
                <a:off x="11540678" y="2281823"/>
                <a:ext cx="8640" cy="16920"/>
              </p14:xfrm>
            </p:contentPart>
          </mc:Choice>
          <mc:Fallback>
            <p:pic>
              <p:nvPicPr>
                <p:cNvPr id="79" name="Ink 78">
                  <a:extLst>
                    <a:ext uri="{FF2B5EF4-FFF2-40B4-BE49-F238E27FC236}">
                      <a16:creationId xmlns:a16="http://schemas.microsoft.com/office/drawing/2014/main" id="{43A93536-C2E3-2137-0469-10FEF0F7D00D}"/>
                    </a:ext>
                  </a:extLst>
                </p:cNvPr>
                <p:cNvPicPr/>
                <p:nvPr/>
              </p:nvPicPr>
              <p:blipFill>
                <a:blip r:embed="rId77"/>
                <a:stretch>
                  <a:fillRect/>
                </a:stretch>
              </p:blipFill>
              <p:spPr>
                <a:xfrm>
                  <a:off x="11531678" y="2272823"/>
                  <a:ext cx="2628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36" name="Ink 35">
                  <a:extLst>
                    <a:ext uri="{FF2B5EF4-FFF2-40B4-BE49-F238E27FC236}">
                      <a16:creationId xmlns:a16="http://schemas.microsoft.com/office/drawing/2014/main" id="{55DD85B2-2893-B7F3-4D33-93B7458A5E11}"/>
                    </a:ext>
                  </a:extLst>
                </p14:cNvPr>
                <p14:cNvContentPartPr/>
                <p14:nvPr/>
              </p14:nvContentPartPr>
              <p14:xfrm>
                <a:off x="10602158" y="1303703"/>
                <a:ext cx="99360" cy="221760"/>
              </p14:xfrm>
            </p:contentPart>
          </mc:Choice>
          <mc:Fallback>
            <p:pic>
              <p:nvPicPr>
                <p:cNvPr id="36" name="Ink 35">
                  <a:extLst>
                    <a:ext uri="{FF2B5EF4-FFF2-40B4-BE49-F238E27FC236}">
                      <a16:creationId xmlns:a16="http://schemas.microsoft.com/office/drawing/2014/main" id="{55DD85B2-2893-B7F3-4D33-93B7458A5E11}"/>
                    </a:ext>
                  </a:extLst>
                </p:cNvPr>
                <p:cNvPicPr/>
                <p:nvPr/>
              </p:nvPicPr>
              <p:blipFill>
                <a:blip r:embed="rId79"/>
                <a:stretch>
                  <a:fillRect/>
                </a:stretch>
              </p:blipFill>
              <p:spPr>
                <a:xfrm>
                  <a:off x="10593518" y="1294703"/>
                  <a:ext cx="11700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37" name="Ink 36">
                  <a:extLst>
                    <a:ext uri="{FF2B5EF4-FFF2-40B4-BE49-F238E27FC236}">
                      <a16:creationId xmlns:a16="http://schemas.microsoft.com/office/drawing/2014/main" id="{95BA88A6-8450-2B61-A99D-ACFB31EDAF16}"/>
                    </a:ext>
                  </a:extLst>
                </p14:cNvPr>
                <p14:cNvContentPartPr/>
                <p14:nvPr/>
              </p14:nvContentPartPr>
              <p14:xfrm>
                <a:off x="10827518" y="1409903"/>
                <a:ext cx="77760" cy="88560"/>
              </p14:xfrm>
            </p:contentPart>
          </mc:Choice>
          <mc:Fallback>
            <p:pic>
              <p:nvPicPr>
                <p:cNvPr id="37" name="Ink 36">
                  <a:extLst>
                    <a:ext uri="{FF2B5EF4-FFF2-40B4-BE49-F238E27FC236}">
                      <a16:creationId xmlns:a16="http://schemas.microsoft.com/office/drawing/2014/main" id="{95BA88A6-8450-2B61-A99D-ACFB31EDAF16}"/>
                    </a:ext>
                  </a:extLst>
                </p:cNvPr>
                <p:cNvPicPr/>
                <p:nvPr/>
              </p:nvPicPr>
              <p:blipFill>
                <a:blip r:embed="rId81"/>
                <a:stretch>
                  <a:fillRect/>
                </a:stretch>
              </p:blipFill>
              <p:spPr>
                <a:xfrm>
                  <a:off x="10818518" y="1400903"/>
                  <a:ext cx="954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8" name="Ink 37">
                  <a:extLst>
                    <a:ext uri="{FF2B5EF4-FFF2-40B4-BE49-F238E27FC236}">
                      <a16:creationId xmlns:a16="http://schemas.microsoft.com/office/drawing/2014/main" id="{1F0CEEBA-4396-9919-7336-1E53032C9F74}"/>
                    </a:ext>
                  </a:extLst>
                </p14:cNvPr>
                <p14:cNvContentPartPr/>
                <p14:nvPr/>
              </p14:nvContentPartPr>
              <p14:xfrm>
                <a:off x="10891238" y="1435103"/>
                <a:ext cx="39240" cy="119520"/>
              </p14:xfrm>
            </p:contentPart>
          </mc:Choice>
          <mc:Fallback>
            <p:pic>
              <p:nvPicPr>
                <p:cNvPr id="38" name="Ink 37">
                  <a:extLst>
                    <a:ext uri="{FF2B5EF4-FFF2-40B4-BE49-F238E27FC236}">
                      <a16:creationId xmlns:a16="http://schemas.microsoft.com/office/drawing/2014/main" id="{1F0CEEBA-4396-9919-7336-1E53032C9F74}"/>
                    </a:ext>
                  </a:extLst>
                </p:cNvPr>
                <p:cNvPicPr/>
                <p:nvPr/>
              </p:nvPicPr>
              <p:blipFill>
                <a:blip r:embed="rId83"/>
                <a:stretch>
                  <a:fillRect/>
                </a:stretch>
              </p:blipFill>
              <p:spPr>
                <a:xfrm>
                  <a:off x="10882238" y="1426463"/>
                  <a:ext cx="5688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9" name="Ink 38">
                  <a:extLst>
                    <a:ext uri="{FF2B5EF4-FFF2-40B4-BE49-F238E27FC236}">
                      <a16:creationId xmlns:a16="http://schemas.microsoft.com/office/drawing/2014/main" id="{1DFA8FB1-B7E9-6597-E67C-570D79C8E31F}"/>
                    </a:ext>
                  </a:extLst>
                </p14:cNvPr>
                <p14:cNvContentPartPr/>
                <p14:nvPr/>
              </p14:nvContentPartPr>
              <p14:xfrm>
                <a:off x="10982678" y="1436183"/>
                <a:ext cx="149040" cy="91440"/>
              </p14:xfrm>
            </p:contentPart>
          </mc:Choice>
          <mc:Fallback>
            <p:pic>
              <p:nvPicPr>
                <p:cNvPr id="39" name="Ink 38">
                  <a:extLst>
                    <a:ext uri="{FF2B5EF4-FFF2-40B4-BE49-F238E27FC236}">
                      <a16:creationId xmlns:a16="http://schemas.microsoft.com/office/drawing/2014/main" id="{1DFA8FB1-B7E9-6597-E67C-570D79C8E31F}"/>
                    </a:ext>
                  </a:extLst>
                </p:cNvPr>
                <p:cNvPicPr/>
                <p:nvPr/>
              </p:nvPicPr>
              <p:blipFill>
                <a:blip r:embed="rId85"/>
                <a:stretch>
                  <a:fillRect/>
                </a:stretch>
              </p:blipFill>
              <p:spPr>
                <a:xfrm>
                  <a:off x="10973678" y="1427183"/>
                  <a:ext cx="1666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0" name="Ink 39">
                  <a:extLst>
                    <a:ext uri="{FF2B5EF4-FFF2-40B4-BE49-F238E27FC236}">
                      <a16:creationId xmlns:a16="http://schemas.microsoft.com/office/drawing/2014/main" id="{F84E3767-3BA2-3B78-66B5-D899089F0935}"/>
                    </a:ext>
                  </a:extLst>
                </p14:cNvPr>
                <p14:cNvContentPartPr/>
                <p14:nvPr/>
              </p14:nvContentPartPr>
              <p14:xfrm>
                <a:off x="11207318" y="1413143"/>
                <a:ext cx="122400" cy="114840"/>
              </p14:xfrm>
            </p:contentPart>
          </mc:Choice>
          <mc:Fallback>
            <p:pic>
              <p:nvPicPr>
                <p:cNvPr id="40" name="Ink 39">
                  <a:extLst>
                    <a:ext uri="{FF2B5EF4-FFF2-40B4-BE49-F238E27FC236}">
                      <a16:creationId xmlns:a16="http://schemas.microsoft.com/office/drawing/2014/main" id="{F84E3767-3BA2-3B78-66B5-D899089F0935}"/>
                    </a:ext>
                  </a:extLst>
                </p:cNvPr>
                <p:cNvPicPr/>
                <p:nvPr/>
              </p:nvPicPr>
              <p:blipFill>
                <a:blip r:embed="rId87"/>
                <a:stretch>
                  <a:fillRect/>
                </a:stretch>
              </p:blipFill>
              <p:spPr>
                <a:xfrm>
                  <a:off x="11198678" y="1404503"/>
                  <a:ext cx="1400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1" name="Ink 40">
                  <a:extLst>
                    <a:ext uri="{FF2B5EF4-FFF2-40B4-BE49-F238E27FC236}">
                      <a16:creationId xmlns:a16="http://schemas.microsoft.com/office/drawing/2014/main" id="{605A7DA2-D675-5E06-908C-9777C822EBE8}"/>
                    </a:ext>
                  </a:extLst>
                </p14:cNvPr>
                <p14:cNvContentPartPr/>
                <p14:nvPr/>
              </p14:nvContentPartPr>
              <p14:xfrm>
                <a:off x="11385878" y="1418903"/>
                <a:ext cx="10080" cy="5400"/>
              </p14:xfrm>
            </p:contentPart>
          </mc:Choice>
          <mc:Fallback>
            <p:pic>
              <p:nvPicPr>
                <p:cNvPr id="41" name="Ink 40">
                  <a:extLst>
                    <a:ext uri="{FF2B5EF4-FFF2-40B4-BE49-F238E27FC236}">
                      <a16:creationId xmlns:a16="http://schemas.microsoft.com/office/drawing/2014/main" id="{605A7DA2-D675-5E06-908C-9777C822EBE8}"/>
                    </a:ext>
                  </a:extLst>
                </p:cNvPr>
                <p:cNvPicPr/>
                <p:nvPr/>
              </p:nvPicPr>
              <p:blipFill>
                <a:blip r:embed="rId89"/>
                <a:stretch>
                  <a:fillRect/>
                </a:stretch>
              </p:blipFill>
              <p:spPr>
                <a:xfrm>
                  <a:off x="11376878" y="1409903"/>
                  <a:ext cx="277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2" name="Ink 41">
                  <a:extLst>
                    <a:ext uri="{FF2B5EF4-FFF2-40B4-BE49-F238E27FC236}">
                      <a16:creationId xmlns:a16="http://schemas.microsoft.com/office/drawing/2014/main" id="{7B078006-74C6-713F-47B2-118F38446C75}"/>
                    </a:ext>
                  </a:extLst>
                </p14:cNvPr>
                <p14:cNvContentPartPr/>
                <p14:nvPr/>
              </p14:nvContentPartPr>
              <p14:xfrm>
                <a:off x="11380478" y="1515383"/>
                <a:ext cx="10800" cy="32040"/>
              </p14:xfrm>
            </p:contentPart>
          </mc:Choice>
          <mc:Fallback>
            <p:pic>
              <p:nvPicPr>
                <p:cNvPr id="42" name="Ink 41">
                  <a:extLst>
                    <a:ext uri="{FF2B5EF4-FFF2-40B4-BE49-F238E27FC236}">
                      <a16:creationId xmlns:a16="http://schemas.microsoft.com/office/drawing/2014/main" id="{7B078006-74C6-713F-47B2-118F38446C75}"/>
                    </a:ext>
                  </a:extLst>
                </p:cNvPr>
                <p:cNvPicPr/>
                <p:nvPr/>
              </p:nvPicPr>
              <p:blipFill>
                <a:blip r:embed="rId91"/>
                <a:stretch>
                  <a:fillRect/>
                </a:stretch>
              </p:blipFill>
              <p:spPr>
                <a:xfrm>
                  <a:off x="11371478" y="1506383"/>
                  <a:ext cx="284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3" name="Ink 42">
                  <a:extLst>
                    <a:ext uri="{FF2B5EF4-FFF2-40B4-BE49-F238E27FC236}">
                      <a16:creationId xmlns:a16="http://schemas.microsoft.com/office/drawing/2014/main" id="{8682942D-C52F-7F01-34B4-0026E659D898}"/>
                    </a:ext>
                  </a:extLst>
                </p14:cNvPr>
                <p14:cNvContentPartPr/>
                <p14:nvPr/>
              </p14:nvContentPartPr>
              <p14:xfrm>
                <a:off x="11449958" y="1423943"/>
                <a:ext cx="295920" cy="120960"/>
              </p14:xfrm>
            </p:contentPart>
          </mc:Choice>
          <mc:Fallback>
            <p:pic>
              <p:nvPicPr>
                <p:cNvPr id="43" name="Ink 42">
                  <a:extLst>
                    <a:ext uri="{FF2B5EF4-FFF2-40B4-BE49-F238E27FC236}">
                      <a16:creationId xmlns:a16="http://schemas.microsoft.com/office/drawing/2014/main" id="{8682942D-C52F-7F01-34B4-0026E659D898}"/>
                    </a:ext>
                  </a:extLst>
                </p:cNvPr>
                <p:cNvPicPr/>
                <p:nvPr/>
              </p:nvPicPr>
              <p:blipFill>
                <a:blip r:embed="rId93"/>
                <a:stretch>
                  <a:fillRect/>
                </a:stretch>
              </p:blipFill>
              <p:spPr>
                <a:xfrm>
                  <a:off x="11440958" y="1415303"/>
                  <a:ext cx="31356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44" name="Ink 43">
                  <a:extLst>
                    <a:ext uri="{FF2B5EF4-FFF2-40B4-BE49-F238E27FC236}">
                      <a16:creationId xmlns:a16="http://schemas.microsoft.com/office/drawing/2014/main" id="{6577C9B9-3212-4B10-F06C-4AFEA26C08E9}"/>
                    </a:ext>
                  </a:extLst>
                </p14:cNvPr>
                <p14:cNvContentPartPr/>
                <p14:nvPr/>
              </p14:nvContentPartPr>
              <p14:xfrm>
                <a:off x="11764238" y="1321343"/>
                <a:ext cx="29160" cy="25200"/>
              </p14:xfrm>
            </p:contentPart>
          </mc:Choice>
          <mc:Fallback>
            <p:pic>
              <p:nvPicPr>
                <p:cNvPr id="44" name="Ink 43">
                  <a:extLst>
                    <a:ext uri="{FF2B5EF4-FFF2-40B4-BE49-F238E27FC236}">
                      <a16:creationId xmlns:a16="http://schemas.microsoft.com/office/drawing/2014/main" id="{6577C9B9-3212-4B10-F06C-4AFEA26C08E9}"/>
                    </a:ext>
                  </a:extLst>
                </p:cNvPr>
                <p:cNvPicPr/>
                <p:nvPr/>
              </p:nvPicPr>
              <p:blipFill>
                <a:blip r:embed="rId95"/>
                <a:stretch>
                  <a:fillRect/>
                </a:stretch>
              </p:blipFill>
              <p:spPr>
                <a:xfrm>
                  <a:off x="11755598" y="1312343"/>
                  <a:ext cx="4680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45" name="Ink 44">
                  <a:extLst>
                    <a:ext uri="{FF2B5EF4-FFF2-40B4-BE49-F238E27FC236}">
                      <a16:creationId xmlns:a16="http://schemas.microsoft.com/office/drawing/2014/main" id="{B2D76449-FED8-F5F9-032A-EBA9A8B15035}"/>
                    </a:ext>
                  </a:extLst>
                </p14:cNvPr>
                <p14:cNvContentPartPr/>
                <p14:nvPr/>
              </p14:nvContentPartPr>
              <p14:xfrm>
                <a:off x="11819318" y="1296863"/>
                <a:ext cx="194400" cy="212400"/>
              </p14:xfrm>
            </p:contentPart>
          </mc:Choice>
          <mc:Fallback>
            <p:pic>
              <p:nvPicPr>
                <p:cNvPr id="45" name="Ink 44">
                  <a:extLst>
                    <a:ext uri="{FF2B5EF4-FFF2-40B4-BE49-F238E27FC236}">
                      <a16:creationId xmlns:a16="http://schemas.microsoft.com/office/drawing/2014/main" id="{B2D76449-FED8-F5F9-032A-EBA9A8B15035}"/>
                    </a:ext>
                  </a:extLst>
                </p:cNvPr>
                <p:cNvPicPr/>
                <p:nvPr/>
              </p:nvPicPr>
              <p:blipFill>
                <a:blip r:embed="rId97"/>
                <a:stretch>
                  <a:fillRect/>
                </a:stretch>
              </p:blipFill>
              <p:spPr>
                <a:xfrm>
                  <a:off x="11810678" y="1287863"/>
                  <a:ext cx="21204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46" name="Ink 45">
                  <a:extLst>
                    <a:ext uri="{FF2B5EF4-FFF2-40B4-BE49-F238E27FC236}">
                      <a16:creationId xmlns:a16="http://schemas.microsoft.com/office/drawing/2014/main" id="{88606EE2-8B2C-33C2-6212-5F08B55696E3}"/>
                    </a:ext>
                  </a:extLst>
                </p14:cNvPr>
                <p14:cNvContentPartPr/>
                <p14:nvPr/>
              </p14:nvContentPartPr>
              <p14:xfrm>
                <a:off x="12055118" y="1397303"/>
                <a:ext cx="176040" cy="318600"/>
              </p14:xfrm>
            </p:contentPart>
          </mc:Choice>
          <mc:Fallback>
            <p:pic>
              <p:nvPicPr>
                <p:cNvPr id="46" name="Ink 45">
                  <a:extLst>
                    <a:ext uri="{FF2B5EF4-FFF2-40B4-BE49-F238E27FC236}">
                      <a16:creationId xmlns:a16="http://schemas.microsoft.com/office/drawing/2014/main" id="{88606EE2-8B2C-33C2-6212-5F08B55696E3}"/>
                    </a:ext>
                  </a:extLst>
                </p:cNvPr>
                <p:cNvPicPr/>
                <p:nvPr/>
              </p:nvPicPr>
              <p:blipFill>
                <a:blip r:embed="rId99"/>
                <a:stretch>
                  <a:fillRect/>
                </a:stretch>
              </p:blipFill>
              <p:spPr>
                <a:xfrm>
                  <a:off x="12046478" y="1388663"/>
                  <a:ext cx="193680" cy="3362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1" name="Ink 80">
                  <a:extLst>
                    <a:ext uri="{FF2B5EF4-FFF2-40B4-BE49-F238E27FC236}">
                      <a16:creationId xmlns:a16="http://schemas.microsoft.com/office/drawing/2014/main" id="{E9C43037-D08F-09C1-68DA-D96D07D11687}"/>
                    </a:ext>
                  </a:extLst>
                </p14:cNvPr>
                <p14:cNvContentPartPr/>
                <p14:nvPr/>
              </p14:nvContentPartPr>
              <p14:xfrm>
                <a:off x="11798078" y="1634543"/>
                <a:ext cx="305280" cy="84600"/>
              </p14:xfrm>
            </p:contentPart>
          </mc:Choice>
          <mc:Fallback>
            <p:pic>
              <p:nvPicPr>
                <p:cNvPr id="81" name="Ink 80">
                  <a:extLst>
                    <a:ext uri="{FF2B5EF4-FFF2-40B4-BE49-F238E27FC236}">
                      <a16:creationId xmlns:a16="http://schemas.microsoft.com/office/drawing/2014/main" id="{E9C43037-D08F-09C1-68DA-D96D07D11687}"/>
                    </a:ext>
                  </a:extLst>
                </p:cNvPr>
                <p:cNvPicPr/>
                <p:nvPr/>
              </p:nvPicPr>
              <p:blipFill>
                <a:blip r:embed="rId101"/>
                <a:stretch>
                  <a:fillRect/>
                </a:stretch>
              </p:blipFill>
              <p:spPr>
                <a:xfrm>
                  <a:off x="11789078" y="1625903"/>
                  <a:ext cx="32292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2" name="Ink 81">
                  <a:extLst>
                    <a:ext uri="{FF2B5EF4-FFF2-40B4-BE49-F238E27FC236}">
                      <a16:creationId xmlns:a16="http://schemas.microsoft.com/office/drawing/2014/main" id="{0D84B782-FC12-AEB0-F713-659063F9F50B}"/>
                    </a:ext>
                  </a:extLst>
                </p14:cNvPr>
                <p14:cNvContentPartPr/>
                <p14:nvPr/>
              </p14:nvContentPartPr>
              <p14:xfrm>
                <a:off x="10530158" y="2886983"/>
                <a:ext cx="10440" cy="360"/>
              </p14:xfrm>
            </p:contentPart>
          </mc:Choice>
          <mc:Fallback>
            <p:pic>
              <p:nvPicPr>
                <p:cNvPr id="82" name="Ink 81">
                  <a:extLst>
                    <a:ext uri="{FF2B5EF4-FFF2-40B4-BE49-F238E27FC236}">
                      <a16:creationId xmlns:a16="http://schemas.microsoft.com/office/drawing/2014/main" id="{0D84B782-FC12-AEB0-F713-659063F9F50B}"/>
                    </a:ext>
                  </a:extLst>
                </p:cNvPr>
                <p:cNvPicPr/>
                <p:nvPr/>
              </p:nvPicPr>
              <p:blipFill>
                <a:blip r:embed="rId103"/>
                <a:stretch>
                  <a:fillRect/>
                </a:stretch>
              </p:blipFill>
              <p:spPr>
                <a:xfrm>
                  <a:off x="10521518" y="2877983"/>
                  <a:ext cx="28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3" name="Ink 82">
                  <a:extLst>
                    <a:ext uri="{FF2B5EF4-FFF2-40B4-BE49-F238E27FC236}">
                      <a16:creationId xmlns:a16="http://schemas.microsoft.com/office/drawing/2014/main" id="{0AED041E-D1A4-59A0-B42B-070DC8E6F3C8}"/>
                    </a:ext>
                  </a:extLst>
                </p14:cNvPr>
                <p14:cNvContentPartPr/>
                <p14:nvPr/>
              </p14:nvContentPartPr>
              <p14:xfrm>
                <a:off x="10470038" y="2843423"/>
                <a:ext cx="65160" cy="360"/>
              </p14:xfrm>
            </p:contentPart>
          </mc:Choice>
          <mc:Fallback>
            <p:pic>
              <p:nvPicPr>
                <p:cNvPr id="83" name="Ink 82">
                  <a:extLst>
                    <a:ext uri="{FF2B5EF4-FFF2-40B4-BE49-F238E27FC236}">
                      <a16:creationId xmlns:a16="http://schemas.microsoft.com/office/drawing/2014/main" id="{0AED041E-D1A4-59A0-B42B-070DC8E6F3C8}"/>
                    </a:ext>
                  </a:extLst>
                </p:cNvPr>
                <p:cNvPicPr/>
                <p:nvPr/>
              </p:nvPicPr>
              <p:blipFill>
                <a:blip r:embed="rId105"/>
                <a:stretch>
                  <a:fillRect/>
                </a:stretch>
              </p:blipFill>
              <p:spPr>
                <a:xfrm>
                  <a:off x="10461398" y="2834423"/>
                  <a:ext cx="828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86" name="Ink 85">
                  <a:extLst>
                    <a:ext uri="{FF2B5EF4-FFF2-40B4-BE49-F238E27FC236}">
                      <a16:creationId xmlns:a16="http://schemas.microsoft.com/office/drawing/2014/main" id="{709F5A18-3183-B112-5DA3-E0EA15979B24}"/>
                    </a:ext>
                  </a:extLst>
                </p14:cNvPr>
                <p14:cNvContentPartPr/>
                <p14:nvPr/>
              </p14:nvContentPartPr>
              <p14:xfrm>
                <a:off x="7170998" y="4002983"/>
                <a:ext cx="287640" cy="249840"/>
              </p14:xfrm>
            </p:contentPart>
          </mc:Choice>
          <mc:Fallback>
            <p:pic>
              <p:nvPicPr>
                <p:cNvPr id="86" name="Ink 85">
                  <a:extLst>
                    <a:ext uri="{FF2B5EF4-FFF2-40B4-BE49-F238E27FC236}">
                      <a16:creationId xmlns:a16="http://schemas.microsoft.com/office/drawing/2014/main" id="{709F5A18-3183-B112-5DA3-E0EA15979B24}"/>
                    </a:ext>
                  </a:extLst>
                </p:cNvPr>
                <p:cNvPicPr/>
                <p:nvPr/>
              </p:nvPicPr>
              <p:blipFill>
                <a:blip r:embed="rId107"/>
                <a:stretch>
                  <a:fillRect/>
                </a:stretch>
              </p:blipFill>
              <p:spPr>
                <a:xfrm>
                  <a:off x="7162358" y="3994343"/>
                  <a:ext cx="30528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7" name="Ink 86">
                  <a:extLst>
                    <a:ext uri="{FF2B5EF4-FFF2-40B4-BE49-F238E27FC236}">
                      <a16:creationId xmlns:a16="http://schemas.microsoft.com/office/drawing/2014/main" id="{4E10887D-2EEA-F23E-3050-8BE92B0BD3AC}"/>
                    </a:ext>
                  </a:extLst>
                </p14:cNvPr>
                <p14:cNvContentPartPr/>
                <p14:nvPr/>
              </p14:nvContentPartPr>
              <p14:xfrm>
                <a:off x="7173158" y="4300703"/>
                <a:ext cx="199080" cy="169560"/>
              </p14:xfrm>
            </p:contentPart>
          </mc:Choice>
          <mc:Fallback>
            <p:pic>
              <p:nvPicPr>
                <p:cNvPr id="87" name="Ink 86">
                  <a:extLst>
                    <a:ext uri="{FF2B5EF4-FFF2-40B4-BE49-F238E27FC236}">
                      <a16:creationId xmlns:a16="http://schemas.microsoft.com/office/drawing/2014/main" id="{4E10887D-2EEA-F23E-3050-8BE92B0BD3AC}"/>
                    </a:ext>
                  </a:extLst>
                </p:cNvPr>
                <p:cNvPicPr/>
                <p:nvPr/>
              </p:nvPicPr>
              <p:blipFill>
                <a:blip r:embed="rId109"/>
                <a:stretch>
                  <a:fillRect/>
                </a:stretch>
              </p:blipFill>
              <p:spPr>
                <a:xfrm>
                  <a:off x="7164518" y="4292063"/>
                  <a:ext cx="21672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8" name="Ink 87">
                  <a:extLst>
                    <a:ext uri="{FF2B5EF4-FFF2-40B4-BE49-F238E27FC236}">
                      <a16:creationId xmlns:a16="http://schemas.microsoft.com/office/drawing/2014/main" id="{41B1A2FB-0E81-6E5F-52E6-9B35E041DFD6}"/>
                    </a:ext>
                  </a:extLst>
                </p14:cNvPr>
                <p14:cNvContentPartPr/>
                <p14:nvPr/>
              </p14:nvContentPartPr>
              <p14:xfrm>
                <a:off x="7545398" y="4031063"/>
                <a:ext cx="196200" cy="166320"/>
              </p14:xfrm>
            </p:contentPart>
          </mc:Choice>
          <mc:Fallback>
            <p:pic>
              <p:nvPicPr>
                <p:cNvPr id="88" name="Ink 87">
                  <a:extLst>
                    <a:ext uri="{FF2B5EF4-FFF2-40B4-BE49-F238E27FC236}">
                      <a16:creationId xmlns:a16="http://schemas.microsoft.com/office/drawing/2014/main" id="{41B1A2FB-0E81-6E5F-52E6-9B35E041DFD6}"/>
                    </a:ext>
                  </a:extLst>
                </p:cNvPr>
                <p:cNvPicPr/>
                <p:nvPr/>
              </p:nvPicPr>
              <p:blipFill>
                <a:blip r:embed="rId111"/>
                <a:stretch>
                  <a:fillRect/>
                </a:stretch>
              </p:blipFill>
              <p:spPr>
                <a:xfrm>
                  <a:off x="7536398" y="4022063"/>
                  <a:ext cx="21384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9" name="Ink 88">
                  <a:extLst>
                    <a:ext uri="{FF2B5EF4-FFF2-40B4-BE49-F238E27FC236}">
                      <a16:creationId xmlns:a16="http://schemas.microsoft.com/office/drawing/2014/main" id="{386DB794-C0E8-6D42-CFD2-49DEE5B3BADC}"/>
                    </a:ext>
                  </a:extLst>
                </p14:cNvPr>
                <p14:cNvContentPartPr/>
                <p14:nvPr/>
              </p14:nvContentPartPr>
              <p14:xfrm>
                <a:off x="7492478" y="4220783"/>
                <a:ext cx="205560" cy="189720"/>
              </p14:xfrm>
            </p:contentPart>
          </mc:Choice>
          <mc:Fallback>
            <p:pic>
              <p:nvPicPr>
                <p:cNvPr id="89" name="Ink 88">
                  <a:extLst>
                    <a:ext uri="{FF2B5EF4-FFF2-40B4-BE49-F238E27FC236}">
                      <a16:creationId xmlns:a16="http://schemas.microsoft.com/office/drawing/2014/main" id="{386DB794-C0E8-6D42-CFD2-49DEE5B3BADC}"/>
                    </a:ext>
                  </a:extLst>
                </p:cNvPr>
                <p:cNvPicPr/>
                <p:nvPr/>
              </p:nvPicPr>
              <p:blipFill>
                <a:blip r:embed="rId113"/>
                <a:stretch>
                  <a:fillRect/>
                </a:stretch>
              </p:blipFill>
              <p:spPr>
                <a:xfrm>
                  <a:off x="7483478" y="4212143"/>
                  <a:ext cx="22320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90" name="Ink 89">
                  <a:extLst>
                    <a:ext uri="{FF2B5EF4-FFF2-40B4-BE49-F238E27FC236}">
                      <a16:creationId xmlns:a16="http://schemas.microsoft.com/office/drawing/2014/main" id="{D50AFDCA-045F-EBFE-C52F-FFE24334CA67}"/>
                    </a:ext>
                  </a:extLst>
                </p14:cNvPr>
                <p14:cNvContentPartPr/>
                <p14:nvPr/>
              </p14:nvContentPartPr>
              <p14:xfrm>
                <a:off x="7772918" y="4016303"/>
                <a:ext cx="157680" cy="160920"/>
              </p14:xfrm>
            </p:contentPart>
          </mc:Choice>
          <mc:Fallback>
            <p:pic>
              <p:nvPicPr>
                <p:cNvPr id="90" name="Ink 89">
                  <a:extLst>
                    <a:ext uri="{FF2B5EF4-FFF2-40B4-BE49-F238E27FC236}">
                      <a16:creationId xmlns:a16="http://schemas.microsoft.com/office/drawing/2014/main" id="{D50AFDCA-045F-EBFE-C52F-FFE24334CA67}"/>
                    </a:ext>
                  </a:extLst>
                </p:cNvPr>
                <p:cNvPicPr/>
                <p:nvPr/>
              </p:nvPicPr>
              <p:blipFill>
                <a:blip r:embed="rId115"/>
                <a:stretch>
                  <a:fillRect/>
                </a:stretch>
              </p:blipFill>
              <p:spPr>
                <a:xfrm>
                  <a:off x="7764278" y="4007663"/>
                  <a:ext cx="17532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91" name="Ink 90">
                  <a:extLst>
                    <a:ext uri="{FF2B5EF4-FFF2-40B4-BE49-F238E27FC236}">
                      <a16:creationId xmlns:a16="http://schemas.microsoft.com/office/drawing/2014/main" id="{2D95534F-C4E9-5C5B-460C-41E5D7ECFDA1}"/>
                    </a:ext>
                  </a:extLst>
                </p14:cNvPr>
                <p14:cNvContentPartPr/>
                <p14:nvPr/>
              </p14:nvContentPartPr>
              <p14:xfrm>
                <a:off x="7766438" y="4213583"/>
                <a:ext cx="146520" cy="205920"/>
              </p14:xfrm>
            </p:contentPart>
          </mc:Choice>
          <mc:Fallback>
            <p:pic>
              <p:nvPicPr>
                <p:cNvPr id="91" name="Ink 90">
                  <a:extLst>
                    <a:ext uri="{FF2B5EF4-FFF2-40B4-BE49-F238E27FC236}">
                      <a16:creationId xmlns:a16="http://schemas.microsoft.com/office/drawing/2014/main" id="{2D95534F-C4E9-5C5B-460C-41E5D7ECFDA1}"/>
                    </a:ext>
                  </a:extLst>
                </p:cNvPr>
                <p:cNvPicPr/>
                <p:nvPr/>
              </p:nvPicPr>
              <p:blipFill>
                <a:blip r:embed="rId117"/>
                <a:stretch>
                  <a:fillRect/>
                </a:stretch>
              </p:blipFill>
              <p:spPr>
                <a:xfrm>
                  <a:off x="7757798" y="4204943"/>
                  <a:ext cx="1641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2" name="Ink 91">
                  <a:extLst>
                    <a:ext uri="{FF2B5EF4-FFF2-40B4-BE49-F238E27FC236}">
                      <a16:creationId xmlns:a16="http://schemas.microsoft.com/office/drawing/2014/main" id="{9875D8BF-F355-96D1-4432-21D05EED9B7D}"/>
                    </a:ext>
                  </a:extLst>
                </p14:cNvPr>
                <p14:cNvContentPartPr/>
                <p14:nvPr/>
              </p14:nvContentPartPr>
              <p14:xfrm>
                <a:off x="7996478" y="4018463"/>
                <a:ext cx="164160" cy="196560"/>
              </p14:xfrm>
            </p:contentPart>
          </mc:Choice>
          <mc:Fallback>
            <p:pic>
              <p:nvPicPr>
                <p:cNvPr id="92" name="Ink 91">
                  <a:extLst>
                    <a:ext uri="{FF2B5EF4-FFF2-40B4-BE49-F238E27FC236}">
                      <a16:creationId xmlns:a16="http://schemas.microsoft.com/office/drawing/2014/main" id="{9875D8BF-F355-96D1-4432-21D05EED9B7D}"/>
                    </a:ext>
                  </a:extLst>
                </p:cNvPr>
                <p:cNvPicPr/>
                <p:nvPr/>
              </p:nvPicPr>
              <p:blipFill>
                <a:blip r:embed="rId119"/>
                <a:stretch>
                  <a:fillRect/>
                </a:stretch>
              </p:blipFill>
              <p:spPr>
                <a:xfrm>
                  <a:off x="7987478" y="4009823"/>
                  <a:ext cx="1818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3" name="Ink 92">
                  <a:extLst>
                    <a:ext uri="{FF2B5EF4-FFF2-40B4-BE49-F238E27FC236}">
                      <a16:creationId xmlns:a16="http://schemas.microsoft.com/office/drawing/2014/main" id="{FD8C8CF0-D196-D423-FCD1-E7EE851F5EC3}"/>
                    </a:ext>
                  </a:extLst>
                </p14:cNvPr>
                <p14:cNvContentPartPr/>
                <p14:nvPr/>
              </p14:nvContentPartPr>
              <p14:xfrm>
                <a:off x="8019518" y="4202063"/>
                <a:ext cx="141840" cy="197280"/>
              </p14:xfrm>
            </p:contentPart>
          </mc:Choice>
          <mc:Fallback>
            <p:pic>
              <p:nvPicPr>
                <p:cNvPr id="93" name="Ink 92">
                  <a:extLst>
                    <a:ext uri="{FF2B5EF4-FFF2-40B4-BE49-F238E27FC236}">
                      <a16:creationId xmlns:a16="http://schemas.microsoft.com/office/drawing/2014/main" id="{FD8C8CF0-D196-D423-FCD1-E7EE851F5EC3}"/>
                    </a:ext>
                  </a:extLst>
                </p:cNvPr>
                <p:cNvPicPr/>
                <p:nvPr/>
              </p:nvPicPr>
              <p:blipFill>
                <a:blip r:embed="rId121"/>
                <a:stretch>
                  <a:fillRect/>
                </a:stretch>
              </p:blipFill>
              <p:spPr>
                <a:xfrm>
                  <a:off x="8010878" y="4193423"/>
                  <a:ext cx="15948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94" name="Ink 93">
                  <a:extLst>
                    <a:ext uri="{FF2B5EF4-FFF2-40B4-BE49-F238E27FC236}">
                      <a16:creationId xmlns:a16="http://schemas.microsoft.com/office/drawing/2014/main" id="{A2EBD635-F54F-9D28-E5C4-42AF1874A492}"/>
                    </a:ext>
                  </a:extLst>
                </p14:cNvPr>
                <p14:cNvContentPartPr/>
                <p14:nvPr/>
              </p14:nvContentPartPr>
              <p14:xfrm>
                <a:off x="7077038" y="4523903"/>
                <a:ext cx="1047960" cy="148320"/>
              </p14:xfrm>
            </p:contentPart>
          </mc:Choice>
          <mc:Fallback>
            <p:pic>
              <p:nvPicPr>
                <p:cNvPr id="94" name="Ink 93">
                  <a:extLst>
                    <a:ext uri="{FF2B5EF4-FFF2-40B4-BE49-F238E27FC236}">
                      <a16:creationId xmlns:a16="http://schemas.microsoft.com/office/drawing/2014/main" id="{A2EBD635-F54F-9D28-E5C4-42AF1874A492}"/>
                    </a:ext>
                  </a:extLst>
                </p:cNvPr>
                <p:cNvPicPr/>
                <p:nvPr/>
              </p:nvPicPr>
              <p:blipFill>
                <a:blip r:embed="rId123"/>
                <a:stretch>
                  <a:fillRect/>
                </a:stretch>
              </p:blipFill>
              <p:spPr>
                <a:xfrm>
                  <a:off x="7068038" y="4515263"/>
                  <a:ext cx="10656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95" name="Ink 94">
                  <a:extLst>
                    <a:ext uri="{FF2B5EF4-FFF2-40B4-BE49-F238E27FC236}">
                      <a16:creationId xmlns:a16="http://schemas.microsoft.com/office/drawing/2014/main" id="{68CAF2CB-F7B9-ADBC-FF29-A8BC179D114E}"/>
                    </a:ext>
                  </a:extLst>
                </p14:cNvPr>
                <p14:cNvContentPartPr/>
                <p14:nvPr/>
              </p14:nvContentPartPr>
              <p14:xfrm>
                <a:off x="7842758" y="4600223"/>
                <a:ext cx="230040" cy="196920"/>
              </p14:xfrm>
            </p:contentPart>
          </mc:Choice>
          <mc:Fallback>
            <p:pic>
              <p:nvPicPr>
                <p:cNvPr id="95" name="Ink 94">
                  <a:extLst>
                    <a:ext uri="{FF2B5EF4-FFF2-40B4-BE49-F238E27FC236}">
                      <a16:creationId xmlns:a16="http://schemas.microsoft.com/office/drawing/2014/main" id="{68CAF2CB-F7B9-ADBC-FF29-A8BC179D114E}"/>
                    </a:ext>
                  </a:extLst>
                </p:cNvPr>
                <p:cNvPicPr/>
                <p:nvPr/>
              </p:nvPicPr>
              <p:blipFill>
                <a:blip r:embed="rId125"/>
                <a:stretch>
                  <a:fillRect/>
                </a:stretch>
              </p:blipFill>
              <p:spPr>
                <a:xfrm>
                  <a:off x="7833758" y="4591583"/>
                  <a:ext cx="24768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96" name="Ink 95">
                  <a:extLst>
                    <a:ext uri="{FF2B5EF4-FFF2-40B4-BE49-F238E27FC236}">
                      <a16:creationId xmlns:a16="http://schemas.microsoft.com/office/drawing/2014/main" id="{C4A626B5-2309-20D6-E414-D177B4FC788A}"/>
                    </a:ext>
                  </a:extLst>
                </p14:cNvPr>
                <p14:cNvContentPartPr/>
                <p14:nvPr/>
              </p14:nvContentPartPr>
              <p14:xfrm>
                <a:off x="8012318" y="4726943"/>
                <a:ext cx="72720" cy="112320"/>
              </p14:xfrm>
            </p:contentPart>
          </mc:Choice>
          <mc:Fallback>
            <p:pic>
              <p:nvPicPr>
                <p:cNvPr id="96" name="Ink 95">
                  <a:extLst>
                    <a:ext uri="{FF2B5EF4-FFF2-40B4-BE49-F238E27FC236}">
                      <a16:creationId xmlns:a16="http://schemas.microsoft.com/office/drawing/2014/main" id="{C4A626B5-2309-20D6-E414-D177B4FC788A}"/>
                    </a:ext>
                  </a:extLst>
                </p:cNvPr>
                <p:cNvPicPr/>
                <p:nvPr/>
              </p:nvPicPr>
              <p:blipFill>
                <a:blip r:embed="rId127"/>
                <a:stretch>
                  <a:fillRect/>
                </a:stretch>
              </p:blipFill>
              <p:spPr>
                <a:xfrm>
                  <a:off x="8003318" y="4718303"/>
                  <a:ext cx="9036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37" name="Ink 136">
                  <a:extLst>
                    <a:ext uri="{FF2B5EF4-FFF2-40B4-BE49-F238E27FC236}">
                      <a16:creationId xmlns:a16="http://schemas.microsoft.com/office/drawing/2014/main" id="{D5D75EB0-191D-1950-E996-F89F3CA6D4C4}"/>
                    </a:ext>
                  </a:extLst>
                </p14:cNvPr>
                <p14:cNvContentPartPr/>
                <p14:nvPr/>
              </p14:nvContentPartPr>
              <p14:xfrm>
                <a:off x="9099518" y="3315383"/>
                <a:ext cx="1115280" cy="545400"/>
              </p14:xfrm>
            </p:contentPart>
          </mc:Choice>
          <mc:Fallback>
            <p:pic>
              <p:nvPicPr>
                <p:cNvPr id="137" name="Ink 136">
                  <a:extLst>
                    <a:ext uri="{FF2B5EF4-FFF2-40B4-BE49-F238E27FC236}">
                      <a16:creationId xmlns:a16="http://schemas.microsoft.com/office/drawing/2014/main" id="{D5D75EB0-191D-1950-E996-F89F3CA6D4C4}"/>
                    </a:ext>
                  </a:extLst>
                </p:cNvPr>
                <p:cNvPicPr/>
                <p:nvPr/>
              </p:nvPicPr>
              <p:blipFill>
                <a:blip r:embed="rId129"/>
                <a:stretch>
                  <a:fillRect/>
                </a:stretch>
              </p:blipFill>
              <p:spPr>
                <a:xfrm>
                  <a:off x="9090878" y="3306383"/>
                  <a:ext cx="1132920" cy="563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0">
            <p14:nvContentPartPr>
              <p14:cNvPr id="4" name="Ink 3">
                <a:extLst>
                  <a:ext uri="{FF2B5EF4-FFF2-40B4-BE49-F238E27FC236}">
                    <a16:creationId xmlns:a16="http://schemas.microsoft.com/office/drawing/2014/main" id="{3CFD139F-A8E7-7607-2BFC-8ABC914C12BC}"/>
                  </a:ext>
                </a:extLst>
              </p14:cNvPr>
              <p14:cNvContentPartPr/>
              <p14:nvPr/>
            </p14:nvContentPartPr>
            <p14:xfrm>
              <a:off x="662918" y="1327823"/>
              <a:ext cx="341280" cy="231840"/>
            </p14:xfrm>
          </p:contentPart>
        </mc:Choice>
        <mc:Fallback>
          <p:pic>
            <p:nvPicPr>
              <p:cNvPr id="4" name="Ink 3">
                <a:extLst>
                  <a:ext uri="{FF2B5EF4-FFF2-40B4-BE49-F238E27FC236}">
                    <a16:creationId xmlns:a16="http://schemas.microsoft.com/office/drawing/2014/main" id="{3CFD139F-A8E7-7607-2BFC-8ABC914C12BC}"/>
                  </a:ext>
                </a:extLst>
              </p:cNvPr>
              <p:cNvPicPr/>
              <p:nvPr/>
            </p:nvPicPr>
            <p:blipFill>
              <a:blip r:embed="rId131"/>
              <a:stretch>
                <a:fillRect/>
              </a:stretch>
            </p:blipFill>
            <p:spPr>
              <a:xfrm>
                <a:off x="653918" y="1318823"/>
                <a:ext cx="35892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 name="Ink 4">
                <a:extLst>
                  <a:ext uri="{FF2B5EF4-FFF2-40B4-BE49-F238E27FC236}">
                    <a16:creationId xmlns:a16="http://schemas.microsoft.com/office/drawing/2014/main" id="{01229C29-FE3F-FC6A-90DD-63217D75A6C5}"/>
                  </a:ext>
                </a:extLst>
              </p14:cNvPr>
              <p14:cNvContentPartPr/>
              <p14:nvPr/>
            </p14:nvContentPartPr>
            <p14:xfrm>
              <a:off x="1089878" y="1357703"/>
              <a:ext cx="105120" cy="156960"/>
            </p14:xfrm>
          </p:contentPart>
        </mc:Choice>
        <mc:Fallback>
          <p:pic>
            <p:nvPicPr>
              <p:cNvPr id="5" name="Ink 4">
                <a:extLst>
                  <a:ext uri="{FF2B5EF4-FFF2-40B4-BE49-F238E27FC236}">
                    <a16:creationId xmlns:a16="http://schemas.microsoft.com/office/drawing/2014/main" id="{01229C29-FE3F-FC6A-90DD-63217D75A6C5}"/>
                  </a:ext>
                </a:extLst>
              </p:cNvPr>
              <p:cNvPicPr/>
              <p:nvPr/>
            </p:nvPicPr>
            <p:blipFill>
              <a:blip r:embed="rId133"/>
              <a:stretch>
                <a:fillRect/>
              </a:stretch>
            </p:blipFill>
            <p:spPr>
              <a:xfrm>
                <a:off x="1081238" y="1348703"/>
                <a:ext cx="12276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 name="Ink 5">
                <a:extLst>
                  <a:ext uri="{FF2B5EF4-FFF2-40B4-BE49-F238E27FC236}">
                    <a16:creationId xmlns:a16="http://schemas.microsoft.com/office/drawing/2014/main" id="{A20638BE-BE9C-A34A-D3CE-C6D5A6EA3342}"/>
                  </a:ext>
                </a:extLst>
              </p14:cNvPr>
              <p14:cNvContentPartPr/>
              <p14:nvPr/>
            </p14:nvContentPartPr>
            <p14:xfrm>
              <a:off x="1244678" y="1255823"/>
              <a:ext cx="137160" cy="264960"/>
            </p14:xfrm>
          </p:contentPart>
        </mc:Choice>
        <mc:Fallback>
          <p:pic>
            <p:nvPicPr>
              <p:cNvPr id="6" name="Ink 5">
                <a:extLst>
                  <a:ext uri="{FF2B5EF4-FFF2-40B4-BE49-F238E27FC236}">
                    <a16:creationId xmlns:a16="http://schemas.microsoft.com/office/drawing/2014/main" id="{A20638BE-BE9C-A34A-D3CE-C6D5A6EA3342}"/>
                  </a:ext>
                </a:extLst>
              </p:cNvPr>
              <p:cNvPicPr/>
              <p:nvPr/>
            </p:nvPicPr>
            <p:blipFill>
              <a:blip r:embed="rId135"/>
              <a:stretch>
                <a:fillRect/>
              </a:stretch>
            </p:blipFill>
            <p:spPr>
              <a:xfrm>
                <a:off x="1236038" y="1246823"/>
                <a:ext cx="15480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 name="Ink 6">
                <a:extLst>
                  <a:ext uri="{FF2B5EF4-FFF2-40B4-BE49-F238E27FC236}">
                    <a16:creationId xmlns:a16="http://schemas.microsoft.com/office/drawing/2014/main" id="{47004E44-8B87-9D88-E104-84B5A2F99B29}"/>
                  </a:ext>
                </a:extLst>
              </p14:cNvPr>
              <p14:cNvContentPartPr/>
              <p14:nvPr/>
            </p14:nvContentPartPr>
            <p14:xfrm>
              <a:off x="1470758" y="1371023"/>
              <a:ext cx="115560" cy="120960"/>
            </p14:xfrm>
          </p:contentPart>
        </mc:Choice>
        <mc:Fallback>
          <p:pic>
            <p:nvPicPr>
              <p:cNvPr id="7" name="Ink 6">
                <a:extLst>
                  <a:ext uri="{FF2B5EF4-FFF2-40B4-BE49-F238E27FC236}">
                    <a16:creationId xmlns:a16="http://schemas.microsoft.com/office/drawing/2014/main" id="{47004E44-8B87-9D88-E104-84B5A2F99B29}"/>
                  </a:ext>
                </a:extLst>
              </p:cNvPr>
              <p:cNvPicPr/>
              <p:nvPr/>
            </p:nvPicPr>
            <p:blipFill>
              <a:blip r:embed="rId137"/>
              <a:stretch>
                <a:fillRect/>
              </a:stretch>
            </p:blipFill>
            <p:spPr>
              <a:xfrm>
                <a:off x="1461758" y="1362383"/>
                <a:ext cx="1332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 name="Ink 7">
                <a:extLst>
                  <a:ext uri="{FF2B5EF4-FFF2-40B4-BE49-F238E27FC236}">
                    <a16:creationId xmlns:a16="http://schemas.microsoft.com/office/drawing/2014/main" id="{521EC825-36DD-512C-4BBD-EF56140AC2B4}"/>
                  </a:ext>
                </a:extLst>
              </p14:cNvPr>
              <p14:cNvContentPartPr/>
              <p14:nvPr/>
            </p14:nvContentPartPr>
            <p14:xfrm>
              <a:off x="1631318" y="1308383"/>
              <a:ext cx="10440" cy="178920"/>
            </p14:xfrm>
          </p:contentPart>
        </mc:Choice>
        <mc:Fallback>
          <p:pic>
            <p:nvPicPr>
              <p:cNvPr id="8" name="Ink 7">
                <a:extLst>
                  <a:ext uri="{FF2B5EF4-FFF2-40B4-BE49-F238E27FC236}">
                    <a16:creationId xmlns:a16="http://schemas.microsoft.com/office/drawing/2014/main" id="{521EC825-36DD-512C-4BBD-EF56140AC2B4}"/>
                  </a:ext>
                </a:extLst>
              </p:cNvPr>
              <p:cNvPicPr/>
              <p:nvPr/>
            </p:nvPicPr>
            <p:blipFill>
              <a:blip r:embed="rId139"/>
              <a:stretch>
                <a:fillRect/>
              </a:stretch>
            </p:blipFill>
            <p:spPr>
              <a:xfrm>
                <a:off x="1622318" y="1299743"/>
                <a:ext cx="2808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 name="Ink 8">
                <a:extLst>
                  <a:ext uri="{FF2B5EF4-FFF2-40B4-BE49-F238E27FC236}">
                    <a16:creationId xmlns:a16="http://schemas.microsoft.com/office/drawing/2014/main" id="{D9B86445-12D0-27EF-6CFB-18F098EDB352}"/>
                  </a:ext>
                </a:extLst>
              </p14:cNvPr>
              <p14:cNvContentPartPr/>
              <p14:nvPr/>
            </p14:nvContentPartPr>
            <p14:xfrm>
              <a:off x="1729598" y="1359863"/>
              <a:ext cx="79560" cy="138960"/>
            </p14:xfrm>
          </p:contentPart>
        </mc:Choice>
        <mc:Fallback>
          <p:pic>
            <p:nvPicPr>
              <p:cNvPr id="9" name="Ink 8">
                <a:extLst>
                  <a:ext uri="{FF2B5EF4-FFF2-40B4-BE49-F238E27FC236}">
                    <a16:creationId xmlns:a16="http://schemas.microsoft.com/office/drawing/2014/main" id="{D9B86445-12D0-27EF-6CFB-18F098EDB352}"/>
                  </a:ext>
                </a:extLst>
              </p:cNvPr>
              <p:cNvPicPr/>
              <p:nvPr/>
            </p:nvPicPr>
            <p:blipFill>
              <a:blip r:embed="rId141"/>
              <a:stretch>
                <a:fillRect/>
              </a:stretch>
            </p:blipFill>
            <p:spPr>
              <a:xfrm>
                <a:off x="1720598" y="1350863"/>
                <a:ext cx="9720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 name="Ink 9">
                <a:extLst>
                  <a:ext uri="{FF2B5EF4-FFF2-40B4-BE49-F238E27FC236}">
                    <a16:creationId xmlns:a16="http://schemas.microsoft.com/office/drawing/2014/main" id="{5D3CDCAA-4BC6-BC4F-CEBD-55879CC032C7}"/>
                  </a:ext>
                </a:extLst>
              </p14:cNvPr>
              <p14:cNvContentPartPr/>
              <p14:nvPr/>
            </p14:nvContentPartPr>
            <p14:xfrm>
              <a:off x="1851278" y="1317743"/>
              <a:ext cx="137880" cy="159120"/>
            </p14:xfrm>
          </p:contentPart>
        </mc:Choice>
        <mc:Fallback>
          <p:pic>
            <p:nvPicPr>
              <p:cNvPr id="10" name="Ink 9">
                <a:extLst>
                  <a:ext uri="{FF2B5EF4-FFF2-40B4-BE49-F238E27FC236}">
                    <a16:creationId xmlns:a16="http://schemas.microsoft.com/office/drawing/2014/main" id="{5D3CDCAA-4BC6-BC4F-CEBD-55879CC032C7}"/>
                  </a:ext>
                </a:extLst>
              </p:cNvPr>
              <p:cNvPicPr/>
              <p:nvPr/>
            </p:nvPicPr>
            <p:blipFill>
              <a:blip r:embed="rId143"/>
              <a:stretch>
                <a:fillRect/>
              </a:stretch>
            </p:blipFill>
            <p:spPr>
              <a:xfrm>
                <a:off x="1842638" y="1308743"/>
                <a:ext cx="15552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 name="Ink 10">
                <a:extLst>
                  <a:ext uri="{FF2B5EF4-FFF2-40B4-BE49-F238E27FC236}">
                    <a16:creationId xmlns:a16="http://schemas.microsoft.com/office/drawing/2014/main" id="{ABDA9484-6D96-7962-2EA3-4B4D49CCFBFB}"/>
                  </a:ext>
                </a:extLst>
              </p14:cNvPr>
              <p14:cNvContentPartPr/>
              <p14:nvPr/>
            </p14:nvContentPartPr>
            <p14:xfrm>
              <a:off x="2117318" y="1308743"/>
              <a:ext cx="18360" cy="1440"/>
            </p14:xfrm>
          </p:contentPart>
        </mc:Choice>
        <mc:Fallback>
          <p:pic>
            <p:nvPicPr>
              <p:cNvPr id="11" name="Ink 10">
                <a:extLst>
                  <a:ext uri="{FF2B5EF4-FFF2-40B4-BE49-F238E27FC236}">
                    <a16:creationId xmlns:a16="http://schemas.microsoft.com/office/drawing/2014/main" id="{ABDA9484-6D96-7962-2EA3-4B4D49CCFBFB}"/>
                  </a:ext>
                </a:extLst>
              </p:cNvPr>
              <p:cNvPicPr/>
              <p:nvPr/>
            </p:nvPicPr>
            <p:blipFill>
              <a:blip r:embed="rId145"/>
              <a:stretch>
                <a:fillRect/>
              </a:stretch>
            </p:blipFill>
            <p:spPr>
              <a:xfrm>
                <a:off x="2108678" y="1299743"/>
                <a:ext cx="360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 name="Ink 11">
                <a:extLst>
                  <a:ext uri="{FF2B5EF4-FFF2-40B4-BE49-F238E27FC236}">
                    <a16:creationId xmlns:a16="http://schemas.microsoft.com/office/drawing/2014/main" id="{720C7130-2439-B44D-7B96-6320D688C8BD}"/>
                  </a:ext>
                </a:extLst>
              </p14:cNvPr>
              <p14:cNvContentPartPr/>
              <p14:nvPr/>
            </p14:nvContentPartPr>
            <p14:xfrm>
              <a:off x="2129558" y="1459223"/>
              <a:ext cx="9000" cy="3960"/>
            </p14:xfrm>
          </p:contentPart>
        </mc:Choice>
        <mc:Fallback>
          <p:pic>
            <p:nvPicPr>
              <p:cNvPr id="12" name="Ink 11">
                <a:extLst>
                  <a:ext uri="{FF2B5EF4-FFF2-40B4-BE49-F238E27FC236}">
                    <a16:creationId xmlns:a16="http://schemas.microsoft.com/office/drawing/2014/main" id="{720C7130-2439-B44D-7B96-6320D688C8BD}"/>
                  </a:ext>
                </a:extLst>
              </p:cNvPr>
              <p:cNvPicPr/>
              <p:nvPr/>
            </p:nvPicPr>
            <p:blipFill>
              <a:blip r:embed="rId89"/>
              <a:stretch>
                <a:fillRect/>
              </a:stretch>
            </p:blipFill>
            <p:spPr>
              <a:xfrm>
                <a:off x="2120558" y="1450223"/>
                <a:ext cx="2664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4" name="Ink 13">
                <a:extLst>
                  <a:ext uri="{FF2B5EF4-FFF2-40B4-BE49-F238E27FC236}">
                    <a16:creationId xmlns:a16="http://schemas.microsoft.com/office/drawing/2014/main" id="{6231994D-7C4C-86C4-493F-37BABB4F88A6}"/>
                  </a:ext>
                </a:extLst>
              </p14:cNvPr>
              <p14:cNvContentPartPr/>
              <p14:nvPr/>
            </p14:nvContentPartPr>
            <p14:xfrm>
              <a:off x="1629158" y="1941263"/>
              <a:ext cx="142560" cy="7200"/>
            </p14:xfrm>
          </p:contentPart>
        </mc:Choice>
        <mc:Fallback>
          <p:pic>
            <p:nvPicPr>
              <p:cNvPr id="14" name="Ink 13">
                <a:extLst>
                  <a:ext uri="{FF2B5EF4-FFF2-40B4-BE49-F238E27FC236}">
                    <a16:creationId xmlns:a16="http://schemas.microsoft.com/office/drawing/2014/main" id="{6231994D-7C4C-86C4-493F-37BABB4F88A6}"/>
                  </a:ext>
                </a:extLst>
              </p:cNvPr>
              <p:cNvPicPr/>
              <p:nvPr/>
            </p:nvPicPr>
            <p:blipFill>
              <a:blip r:embed="rId148"/>
              <a:stretch>
                <a:fillRect/>
              </a:stretch>
            </p:blipFill>
            <p:spPr>
              <a:xfrm>
                <a:off x="1620518" y="1932263"/>
                <a:ext cx="1602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5" name="Ink 14">
                <a:extLst>
                  <a:ext uri="{FF2B5EF4-FFF2-40B4-BE49-F238E27FC236}">
                    <a16:creationId xmlns:a16="http://schemas.microsoft.com/office/drawing/2014/main" id="{5B65E367-A80E-EDA4-63D9-90FBF20288CF}"/>
                  </a:ext>
                </a:extLst>
              </p14:cNvPr>
              <p14:cNvContentPartPr/>
              <p14:nvPr/>
            </p14:nvContentPartPr>
            <p14:xfrm>
              <a:off x="1966838" y="1767743"/>
              <a:ext cx="207720" cy="262440"/>
            </p14:xfrm>
          </p:contentPart>
        </mc:Choice>
        <mc:Fallback>
          <p:pic>
            <p:nvPicPr>
              <p:cNvPr id="15" name="Ink 14">
                <a:extLst>
                  <a:ext uri="{FF2B5EF4-FFF2-40B4-BE49-F238E27FC236}">
                    <a16:creationId xmlns:a16="http://schemas.microsoft.com/office/drawing/2014/main" id="{5B65E367-A80E-EDA4-63D9-90FBF20288CF}"/>
                  </a:ext>
                </a:extLst>
              </p:cNvPr>
              <p:cNvPicPr/>
              <p:nvPr/>
            </p:nvPicPr>
            <p:blipFill>
              <a:blip r:embed="rId150"/>
              <a:stretch>
                <a:fillRect/>
              </a:stretch>
            </p:blipFill>
            <p:spPr>
              <a:xfrm>
                <a:off x="1958198" y="1759103"/>
                <a:ext cx="22536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6" name="Ink 15">
                <a:extLst>
                  <a:ext uri="{FF2B5EF4-FFF2-40B4-BE49-F238E27FC236}">
                    <a16:creationId xmlns:a16="http://schemas.microsoft.com/office/drawing/2014/main" id="{AA972D83-1584-469F-938F-C65551F69B48}"/>
                  </a:ext>
                </a:extLst>
              </p14:cNvPr>
              <p14:cNvContentPartPr/>
              <p14:nvPr/>
            </p14:nvContentPartPr>
            <p14:xfrm>
              <a:off x="2247278" y="1720223"/>
              <a:ext cx="176760" cy="259920"/>
            </p14:xfrm>
          </p:contentPart>
        </mc:Choice>
        <mc:Fallback>
          <p:pic>
            <p:nvPicPr>
              <p:cNvPr id="16" name="Ink 15">
                <a:extLst>
                  <a:ext uri="{FF2B5EF4-FFF2-40B4-BE49-F238E27FC236}">
                    <a16:creationId xmlns:a16="http://schemas.microsoft.com/office/drawing/2014/main" id="{AA972D83-1584-469F-938F-C65551F69B48}"/>
                  </a:ext>
                </a:extLst>
              </p:cNvPr>
              <p:cNvPicPr/>
              <p:nvPr/>
            </p:nvPicPr>
            <p:blipFill>
              <a:blip r:embed="rId152"/>
              <a:stretch>
                <a:fillRect/>
              </a:stretch>
            </p:blipFill>
            <p:spPr>
              <a:xfrm>
                <a:off x="2238638" y="1711223"/>
                <a:ext cx="19440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7" name="Ink 16">
                <a:extLst>
                  <a:ext uri="{FF2B5EF4-FFF2-40B4-BE49-F238E27FC236}">
                    <a16:creationId xmlns:a16="http://schemas.microsoft.com/office/drawing/2014/main" id="{480D32FF-D994-3E54-7FE5-8AF946D01963}"/>
                  </a:ext>
                </a:extLst>
              </p14:cNvPr>
              <p14:cNvContentPartPr/>
              <p14:nvPr/>
            </p14:nvContentPartPr>
            <p14:xfrm>
              <a:off x="2502158" y="1966103"/>
              <a:ext cx="102960" cy="13680"/>
            </p14:xfrm>
          </p:contentPart>
        </mc:Choice>
        <mc:Fallback>
          <p:pic>
            <p:nvPicPr>
              <p:cNvPr id="17" name="Ink 16">
                <a:extLst>
                  <a:ext uri="{FF2B5EF4-FFF2-40B4-BE49-F238E27FC236}">
                    <a16:creationId xmlns:a16="http://schemas.microsoft.com/office/drawing/2014/main" id="{480D32FF-D994-3E54-7FE5-8AF946D01963}"/>
                  </a:ext>
                </a:extLst>
              </p:cNvPr>
              <p:cNvPicPr/>
              <p:nvPr/>
            </p:nvPicPr>
            <p:blipFill>
              <a:blip r:embed="rId154"/>
              <a:stretch>
                <a:fillRect/>
              </a:stretch>
            </p:blipFill>
            <p:spPr>
              <a:xfrm>
                <a:off x="2493518" y="1957463"/>
                <a:ext cx="12060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8" name="Ink 17">
                <a:extLst>
                  <a:ext uri="{FF2B5EF4-FFF2-40B4-BE49-F238E27FC236}">
                    <a16:creationId xmlns:a16="http://schemas.microsoft.com/office/drawing/2014/main" id="{48EDB505-CAB7-2A94-2301-2152CE6D2230}"/>
                  </a:ext>
                </a:extLst>
              </p14:cNvPr>
              <p14:cNvContentPartPr/>
              <p14:nvPr/>
            </p14:nvContentPartPr>
            <p14:xfrm>
              <a:off x="2686478" y="1741463"/>
              <a:ext cx="209520" cy="243360"/>
            </p14:xfrm>
          </p:contentPart>
        </mc:Choice>
        <mc:Fallback>
          <p:pic>
            <p:nvPicPr>
              <p:cNvPr id="18" name="Ink 17">
                <a:extLst>
                  <a:ext uri="{FF2B5EF4-FFF2-40B4-BE49-F238E27FC236}">
                    <a16:creationId xmlns:a16="http://schemas.microsoft.com/office/drawing/2014/main" id="{48EDB505-CAB7-2A94-2301-2152CE6D2230}"/>
                  </a:ext>
                </a:extLst>
              </p:cNvPr>
              <p:cNvPicPr/>
              <p:nvPr/>
            </p:nvPicPr>
            <p:blipFill>
              <a:blip r:embed="rId156"/>
              <a:stretch>
                <a:fillRect/>
              </a:stretch>
            </p:blipFill>
            <p:spPr>
              <a:xfrm>
                <a:off x="2677478" y="1732823"/>
                <a:ext cx="22716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9" name="Ink 18">
                <a:extLst>
                  <a:ext uri="{FF2B5EF4-FFF2-40B4-BE49-F238E27FC236}">
                    <a16:creationId xmlns:a16="http://schemas.microsoft.com/office/drawing/2014/main" id="{B3E6B5C1-FC15-2D96-F1D0-27D991D893A0}"/>
                  </a:ext>
                </a:extLst>
              </p14:cNvPr>
              <p14:cNvContentPartPr/>
              <p14:nvPr/>
            </p14:nvContentPartPr>
            <p14:xfrm>
              <a:off x="2949638" y="1799063"/>
              <a:ext cx="305280" cy="274320"/>
            </p14:xfrm>
          </p:contentPart>
        </mc:Choice>
        <mc:Fallback>
          <p:pic>
            <p:nvPicPr>
              <p:cNvPr id="19" name="Ink 18">
                <a:extLst>
                  <a:ext uri="{FF2B5EF4-FFF2-40B4-BE49-F238E27FC236}">
                    <a16:creationId xmlns:a16="http://schemas.microsoft.com/office/drawing/2014/main" id="{B3E6B5C1-FC15-2D96-F1D0-27D991D893A0}"/>
                  </a:ext>
                </a:extLst>
              </p:cNvPr>
              <p:cNvPicPr/>
              <p:nvPr/>
            </p:nvPicPr>
            <p:blipFill>
              <a:blip r:embed="rId158"/>
              <a:stretch>
                <a:fillRect/>
              </a:stretch>
            </p:blipFill>
            <p:spPr>
              <a:xfrm>
                <a:off x="2940638" y="1790063"/>
                <a:ext cx="32292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20" name="Ink 19">
                <a:extLst>
                  <a:ext uri="{FF2B5EF4-FFF2-40B4-BE49-F238E27FC236}">
                    <a16:creationId xmlns:a16="http://schemas.microsoft.com/office/drawing/2014/main" id="{92EC1C6A-E2E4-A997-378D-61D94F351001}"/>
                  </a:ext>
                </a:extLst>
              </p14:cNvPr>
              <p14:cNvContentPartPr/>
              <p14:nvPr/>
            </p14:nvContentPartPr>
            <p14:xfrm>
              <a:off x="3288038" y="1733543"/>
              <a:ext cx="44640" cy="211680"/>
            </p14:xfrm>
          </p:contentPart>
        </mc:Choice>
        <mc:Fallback>
          <p:pic>
            <p:nvPicPr>
              <p:cNvPr id="20" name="Ink 19">
                <a:extLst>
                  <a:ext uri="{FF2B5EF4-FFF2-40B4-BE49-F238E27FC236}">
                    <a16:creationId xmlns:a16="http://schemas.microsoft.com/office/drawing/2014/main" id="{92EC1C6A-E2E4-A997-378D-61D94F351001}"/>
                  </a:ext>
                </a:extLst>
              </p:cNvPr>
              <p:cNvPicPr/>
              <p:nvPr/>
            </p:nvPicPr>
            <p:blipFill>
              <a:blip r:embed="rId160"/>
              <a:stretch>
                <a:fillRect/>
              </a:stretch>
            </p:blipFill>
            <p:spPr>
              <a:xfrm>
                <a:off x="3279038" y="1724543"/>
                <a:ext cx="6228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21" name="Ink 20">
                <a:extLst>
                  <a:ext uri="{FF2B5EF4-FFF2-40B4-BE49-F238E27FC236}">
                    <a16:creationId xmlns:a16="http://schemas.microsoft.com/office/drawing/2014/main" id="{A8329369-8A89-C649-F357-001CD13A0D11}"/>
                  </a:ext>
                </a:extLst>
              </p14:cNvPr>
              <p14:cNvContentPartPr/>
              <p14:nvPr/>
            </p14:nvContentPartPr>
            <p14:xfrm>
              <a:off x="3406838" y="1842263"/>
              <a:ext cx="254880" cy="325800"/>
            </p14:xfrm>
          </p:contentPart>
        </mc:Choice>
        <mc:Fallback>
          <p:pic>
            <p:nvPicPr>
              <p:cNvPr id="21" name="Ink 20">
                <a:extLst>
                  <a:ext uri="{FF2B5EF4-FFF2-40B4-BE49-F238E27FC236}">
                    <a16:creationId xmlns:a16="http://schemas.microsoft.com/office/drawing/2014/main" id="{A8329369-8A89-C649-F357-001CD13A0D11}"/>
                  </a:ext>
                </a:extLst>
              </p:cNvPr>
              <p:cNvPicPr/>
              <p:nvPr/>
            </p:nvPicPr>
            <p:blipFill>
              <a:blip r:embed="rId162"/>
              <a:stretch>
                <a:fillRect/>
              </a:stretch>
            </p:blipFill>
            <p:spPr>
              <a:xfrm>
                <a:off x="3398198" y="1833263"/>
                <a:ext cx="27252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22" name="Ink 21">
                <a:extLst>
                  <a:ext uri="{FF2B5EF4-FFF2-40B4-BE49-F238E27FC236}">
                    <a16:creationId xmlns:a16="http://schemas.microsoft.com/office/drawing/2014/main" id="{83E79859-4793-F427-AFE5-37DB1417657B}"/>
                  </a:ext>
                </a:extLst>
              </p14:cNvPr>
              <p14:cNvContentPartPr/>
              <p14:nvPr/>
            </p14:nvContentPartPr>
            <p14:xfrm>
              <a:off x="3749918" y="1823903"/>
              <a:ext cx="302760" cy="155880"/>
            </p14:xfrm>
          </p:contentPart>
        </mc:Choice>
        <mc:Fallback>
          <p:pic>
            <p:nvPicPr>
              <p:cNvPr id="22" name="Ink 21">
                <a:extLst>
                  <a:ext uri="{FF2B5EF4-FFF2-40B4-BE49-F238E27FC236}">
                    <a16:creationId xmlns:a16="http://schemas.microsoft.com/office/drawing/2014/main" id="{83E79859-4793-F427-AFE5-37DB1417657B}"/>
                  </a:ext>
                </a:extLst>
              </p:cNvPr>
              <p:cNvPicPr/>
              <p:nvPr/>
            </p:nvPicPr>
            <p:blipFill>
              <a:blip r:embed="rId164"/>
              <a:stretch>
                <a:fillRect/>
              </a:stretch>
            </p:blipFill>
            <p:spPr>
              <a:xfrm>
                <a:off x="3741278" y="1814903"/>
                <a:ext cx="3204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8" name="Ink 97">
                <a:extLst>
                  <a:ext uri="{FF2B5EF4-FFF2-40B4-BE49-F238E27FC236}">
                    <a16:creationId xmlns:a16="http://schemas.microsoft.com/office/drawing/2014/main" id="{8E9BE911-6822-3F00-A3E0-14FF5FA4EFDE}"/>
                  </a:ext>
                </a:extLst>
              </p14:cNvPr>
              <p14:cNvContentPartPr/>
              <p14:nvPr/>
            </p14:nvContentPartPr>
            <p14:xfrm>
              <a:off x="1635638" y="2436983"/>
              <a:ext cx="160560" cy="30960"/>
            </p14:xfrm>
          </p:contentPart>
        </mc:Choice>
        <mc:Fallback>
          <p:pic>
            <p:nvPicPr>
              <p:cNvPr id="98" name="Ink 97">
                <a:extLst>
                  <a:ext uri="{FF2B5EF4-FFF2-40B4-BE49-F238E27FC236}">
                    <a16:creationId xmlns:a16="http://schemas.microsoft.com/office/drawing/2014/main" id="{8E9BE911-6822-3F00-A3E0-14FF5FA4EFDE}"/>
                  </a:ext>
                </a:extLst>
              </p:cNvPr>
              <p:cNvPicPr/>
              <p:nvPr/>
            </p:nvPicPr>
            <p:blipFill>
              <a:blip r:embed="rId166"/>
              <a:stretch>
                <a:fillRect/>
              </a:stretch>
            </p:blipFill>
            <p:spPr>
              <a:xfrm>
                <a:off x="1626638" y="2427983"/>
                <a:ext cx="17820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99" name="Ink 98">
                <a:extLst>
                  <a:ext uri="{FF2B5EF4-FFF2-40B4-BE49-F238E27FC236}">
                    <a16:creationId xmlns:a16="http://schemas.microsoft.com/office/drawing/2014/main" id="{6D7F3784-4F82-989A-2744-FE38C0071408}"/>
                  </a:ext>
                </a:extLst>
              </p14:cNvPr>
              <p14:cNvContentPartPr/>
              <p14:nvPr/>
            </p14:nvContentPartPr>
            <p14:xfrm>
              <a:off x="2070158" y="2353103"/>
              <a:ext cx="182520" cy="203040"/>
            </p14:xfrm>
          </p:contentPart>
        </mc:Choice>
        <mc:Fallback>
          <p:pic>
            <p:nvPicPr>
              <p:cNvPr id="99" name="Ink 98">
                <a:extLst>
                  <a:ext uri="{FF2B5EF4-FFF2-40B4-BE49-F238E27FC236}">
                    <a16:creationId xmlns:a16="http://schemas.microsoft.com/office/drawing/2014/main" id="{6D7F3784-4F82-989A-2744-FE38C0071408}"/>
                  </a:ext>
                </a:extLst>
              </p:cNvPr>
              <p:cNvPicPr/>
              <p:nvPr/>
            </p:nvPicPr>
            <p:blipFill>
              <a:blip r:embed="rId168"/>
              <a:stretch>
                <a:fillRect/>
              </a:stretch>
            </p:blipFill>
            <p:spPr>
              <a:xfrm>
                <a:off x="2061518" y="2344463"/>
                <a:ext cx="2001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00" name="Ink 99">
                <a:extLst>
                  <a:ext uri="{FF2B5EF4-FFF2-40B4-BE49-F238E27FC236}">
                    <a16:creationId xmlns:a16="http://schemas.microsoft.com/office/drawing/2014/main" id="{9F6BB19B-01F3-8A21-6C00-47C9FE543DD8}"/>
                  </a:ext>
                </a:extLst>
              </p14:cNvPr>
              <p14:cNvContentPartPr/>
              <p14:nvPr/>
            </p14:nvContentPartPr>
            <p14:xfrm>
              <a:off x="2273198" y="2341223"/>
              <a:ext cx="231840" cy="159120"/>
            </p14:xfrm>
          </p:contentPart>
        </mc:Choice>
        <mc:Fallback>
          <p:pic>
            <p:nvPicPr>
              <p:cNvPr id="100" name="Ink 99">
                <a:extLst>
                  <a:ext uri="{FF2B5EF4-FFF2-40B4-BE49-F238E27FC236}">
                    <a16:creationId xmlns:a16="http://schemas.microsoft.com/office/drawing/2014/main" id="{9F6BB19B-01F3-8A21-6C00-47C9FE543DD8}"/>
                  </a:ext>
                </a:extLst>
              </p:cNvPr>
              <p:cNvPicPr/>
              <p:nvPr/>
            </p:nvPicPr>
            <p:blipFill>
              <a:blip r:embed="rId170"/>
              <a:stretch>
                <a:fillRect/>
              </a:stretch>
            </p:blipFill>
            <p:spPr>
              <a:xfrm>
                <a:off x="2264558" y="2332223"/>
                <a:ext cx="24948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1" name="Ink 100">
                <a:extLst>
                  <a:ext uri="{FF2B5EF4-FFF2-40B4-BE49-F238E27FC236}">
                    <a16:creationId xmlns:a16="http://schemas.microsoft.com/office/drawing/2014/main" id="{3E67F1EF-9A10-A524-4561-1B4896F9C754}"/>
                  </a:ext>
                </a:extLst>
              </p14:cNvPr>
              <p14:cNvContentPartPr/>
              <p14:nvPr/>
            </p14:nvContentPartPr>
            <p14:xfrm>
              <a:off x="2561198" y="2350223"/>
              <a:ext cx="195480" cy="173880"/>
            </p14:xfrm>
          </p:contentPart>
        </mc:Choice>
        <mc:Fallback>
          <p:pic>
            <p:nvPicPr>
              <p:cNvPr id="101" name="Ink 100">
                <a:extLst>
                  <a:ext uri="{FF2B5EF4-FFF2-40B4-BE49-F238E27FC236}">
                    <a16:creationId xmlns:a16="http://schemas.microsoft.com/office/drawing/2014/main" id="{3E67F1EF-9A10-A524-4561-1B4896F9C754}"/>
                  </a:ext>
                </a:extLst>
              </p:cNvPr>
              <p:cNvPicPr/>
              <p:nvPr/>
            </p:nvPicPr>
            <p:blipFill>
              <a:blip r:embed="rId172"/>
              <a:stretch>
                <a:fillRect/>
              </a:stretch>
            </p:blipFill>
            <p:spPr>
              <a:xfrm>
                <a:off x="2552558" y="2341223"/>
                <a:ext cx="2131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2" name="Ink 101">
                <a:extLst>
                  <a:ext uri="{FF2B5EF4-FFF2-40B4-BE49-F238E27FC236}">
                    <a16:creationId xmlns:a16="http://schemas.microsoft.com/office/drawing/2014/main" id="{E8443B93-36ED-0361-C710-AE9487A2E80F}"/>
                  </a:ext>
                </a:extLst>
              </p14:cNvPr>
              <p14:cNvContentPartPr/>
              <p14:nvPr/>
            </p14:nvContentPartPr>
            <p14:xfrm>
              <a:off x="2804558" y="2432303"/>
              <a:ext cx="161640" cy="29160"/>
            </p14:xfrm>
          </p:contentPart>
        </mc:Choice>
        <mc:Fallback>
          <p:pic>
            <p:nvPicPr>
              <p:cNvPr id="102" name="Ink 101">
                <a:extLst>
                  <a:ext uri="{FF2B5EF4-FFF2-40B4-BE49-F238E27FC236}">
                    <a16:creationId xmlns:a16="http://schemas.microsoft.com/office/drawing/2014/main" id="{E8443B93-36ED-0361-C710-AE9487A2E80F}"/>
                  </a:ext>
                </a:extLst>
              </p:cNvPr>
              <p:cNvPicPr/>
              <p:nvPr/>
            </p:nvPicPr>
            <p:blipFill>
              <a:blip r:embed="rId174"/>
              <a:stretch>
                <a:fillRect/>
              </a:stretch>
            </p:blipFill>
            <p:spPr>
              <a:xfrm>
                <a:off x="2795558" y="2423663"/>
                <a:ext cx="17928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3" name="Ink 102">
                <a:extLst>
                  <a:ext uri="{FF2B5EF4-FFF2-40B4-BE49-F238E27FC236}">
                    <a16:creationId xmlns:a16="http://schemas.microsoft.com/office/drawing/2014/main" id="{7FEE48DE-13D1-4B93-8A85-FF58557F4FAC}"/>
                  </a:ext>
                </a:extLst>
              </p14:cNvPr>
              <p14:cNvContentPartPr/>
              <p14:nvPr/>
            </p14:nvContentPartPr>
            <p14:xfrm>
              <a:off x="3133238" y="2349143"/>
              <a:ext cx="174960" cy="136440"/>
            </p14:xfrm>
          </p:contentPart>
        </mc:Choice>
        <mc:Fallback>
          <p:pic>
            <p:nvPicPr>
              <p:cNvPr id="103" name="Ink 102">
                <a:extLst>
                  <a:ext uri="{FF2B5EF4-FFF2-40B4-BE49-F238E27FC236}">
                    <a16:creationId xmlns:a16="http://schemas.microsoft.com/office/drawing/2014/main" id="{7FEE48DE-13D1-4B93-8A85-FF58557F4FAC}"/>
                  </a:ext>
                </a:extLst>
              </p:cNvPr>
              <p:cNvPicPr/>
              <p:nvPr/>
            </p:nvPicPr>
            <p:blipFill>
              <a:blip r:embed="rId176"/>
              <a:stretch>
                <a:fillRect/>
              </a:stretch>
            </p:blipFill>
            <p:spPr>
              <a:xfrm>
                <a:off x="3124598" y="2340503"/>
                <a:ext cx="19260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4" name="Ink 103">
                <a:extLst>
                  <a:ext uri="{FF2B5EF4-FFF2-40B4-BE49-F238E27FC236}">
                    <a16:creationId xmlns:a16="http://schemas.microsoft.com/office/drawing/2014/main" id="{4861E88C-208F-3F9F-A430-008C68263762}"/>
                  </a:ext>
                </a:extLst>
              </p14:cNvPr>
              <p14:cNvContentPartPr/>
              <p14:nvPr/>
            </p14:nvContentPartPr>
            <p14:xfrm>
              <a:off x="3403958" y="2336543"/>
              <a:ext cx="102240" cy="155160"/>
            </p14:xfrm>
          </p:contentPart>
        </mc:Choice>
        <mc:Fallback>
          <p:pic>
            <p:nvPicPr>
              <p:cNvPr id="104" name="Ink 103">
                <a:extLst>
                  <a:ext uri="{FF2B5EF4-FFF2-40B4-BE49-F238E27FC236}">
                    <a16:creationId xmlns:a16="http://schemas.microsoft.com/office/drawing/2014/main" id="{4861E88C-208F-3F9F-A430-008C68263762}"/>
                  </a:ext>
                </a:extLst>
              </p:cNvPr>
              <p:cNvPicPr/>
              <p:nvPr/>
            </p:nvPicPr>
            <p:blipFill>
              <a:blip r:embed="rId178"/>
              <a:stretch>
                <a:fillRect/>
              </a:stretch>
            </p:blipFill>
            <p:spPr>
              <a:xfrm>
                <a:off x="3394958" y="2327543"/>
                <a:ext cx="11988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5" name="Ink 104">
                <a:extLst>
                  <a:ext uri="{FF2B5EF4-FFF2-40B4-BE49-F238E27FC236}">
                    <a16:creationId xmlns:a16="http://schemas.microsoft.com/office/drawing/2014/main" id="{5F494414-E65F-076C-4BB5-65A42BAA5DF5}"/>
                  </a:ext>
                </a:extLst>
              </p14:cNvPr>
              <p14:cNvContentPartPr/>
              <p14:nvPr/>
            </p14:nvContentPartPr>
            <p14:xfrm>
              <a:off x="3576758" y="2262023"/>
              <a:ext cx="116640" cy="230040"/>
            </p14:xfrm>
          </p:contentPart>
        </mc:Choice>
        <mc:Fallback>
          <p:pic>
            <p:nvPicPr>
              <p:cNvPr id="105" name="Ink 104">
                <a:extLst>
                  <a:ext uri="{FF2B5EF4-FFF2-40B4-BE49-F238E27FC236}">
                    <a16:creationId xmlns:a16="http://schemas.microsoft.com/office/drawing/2014/main" id="{5F494414-E65F-076C-4BB5-65A42BAA5DF5}"/>
                  </a:ext>
                </a:extLst>
              </p:cNvPr>
              <p:cNvPicPr/>
              <p:nvPr/>
            </p:nvPicPr>
            <p:blipFill>
              <a:blip r:embed="rId180"/>
              <a:stretch>
                <a:fillRect/>
              </a:stretch>
            </p:blipFill>
            <p:spPr>
              <a:xfrm>
                <a:off x="3567758" y="2253023"/>
                <a:ext cx="13428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6" name="Ink 105">
                <a:extLst>
                  <a:ext uri="{FF2B5EF4-FFF2-40B4-BE49-F238E27FC236}">
                    <a16:creationId xmlns:a16="http://schemas.microsoft.com/office/drawing/2014/main" id="{44942799-E975-5C38-0109-993E6DBF025B}"/>
                  </a:ext>
                </a:extLst>
              </p14:cNvPr>
              <p14:cNvContentPartPr/>
              <p14:nvPr/>
            </p14:nvContentPartPr>
            <p14:xfrm>
              <a:off x="3766118" y="2328263"/>
              <a:ext cx="51480" cy="152640"/>
            </p14:xfrm>
          </p:contentPart>
        </mc:Choice>
        <mc:Fallback>
          <p:pic>
            <p:nvPicPr>
              <p:cNvPr id="106" name="Ink 105">
                <a:extLst>
                  <a:ext uri="{FF2B5EF4-FFF2-40B4-BE49-F238E27FC236}">
                    <a16:creationId xmlns:a16="http://schemas.microsoft.com/office/drawing/2014/main" id="{44942799-E975-5C38-0109-993E6DBF025B}"/>
                  </a:ext>
                </a:extLst>
              </p:cNvPr>
              <p:cNvPicPr/>
              <p:nvPr/>
            </p:nvPicPr>
            <p:blipFill>
              <a:blip r:embed="rId182"/>
              <a:stretch>
                <a:fillRect/>
              </a:stretch>
            </p:blipFill>
            <p:spPr>
              <a:xfrm>
                <a:off x="3757478" y="2319623"/>
                <a:ext cx="691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7" name="Ink 106">
                <a:extLst>
                  <a:ext uri="{FF2B5EF4-FFF2-40B4-BE49-F238E27FC236}">
                    <a16:creationId xmlns:a16="http://schemas.microsoft.com/office/drawing/2014/main" id="{9C2AFB4E-41EF-4CA7-EC1C-85E1F117E668}"/>
                  </a:ext>
                </a:extLst>
              </p14:cNvPr>
              <p14:cNvContentPartPr/>
              <p14:nvPr/>
            </p14:nvContentPartPr>
            <p14:xfrm>
              <a:off x="3920918" y="2336543"/>
              <a:ext cx="26280" cy="227520"/>
            </p14:xfrm>
          </p:contentPart>
        </mc:Choice>
        <mc:Fallback>
          <p:pic>
            <p:nvPicPr>
              <p:cNvPr id="107" name="Ink 106">
                <a:extLst>
                  <a:ext uri="{FF2B5EF4-FFF2-40B4-BE49-F238E27FC236}">
                    <a16:creationId xmlns:a16="http://schemas.microsoft.com/office/drawing/2014/main" id="{9C2AFB4E-41EF-4CA7-EC1C-85E1F117E668}"/>
                  </a:ext>
                </a:extLst>
              </p:cNvPr>
              <p:cNvPicPr/>
              <p:nvPr/>
            </p:nvPicPr>
            <p:blipFill>
              <a:blip r:embed="rId184"/>
              <a:stretch>
                <a:fillRect/>
              </a:stretch>
            </p:blipFill>
            <p:spPr>
              <a:xfrm>
                <a:off x="3912278" y="2327903"/>
                <a:ext cx="4392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08" name="Ink 107">
                <a:extLst>
                  <a:ext uri="{FF2B5EF4-FFF2-40B4-BE49-F238E27FC236}">
                    <a16:creationId xmlns:a16="http://schemas.microsoft.com/office/drawing/2014/main" id="{62C9A55F-E8E2-520C-A7A6-8129DFC902AA}"/>
                  </a:ext>
                </a:extLst>
              </p14:cNvPr>
              <p14:cNvContentPartPr/>
              <p14:nvPr/>
            </p14:nvContentPartPr>
            <p14:xfrm>
              <a:off x="3957998" y="2166983"/>
              <a:ext cx="17280" cy="23400"/>
            </p14:xfrm>
          </p:contentPart>
        </mc:Choice>
        <mc:Fallback>
          <p:pic>
            <p:nvPicPr>
              <p:cNvPr id="108" name="Ink 107">
                <a:extLst>
                  <a:ext uri="{FF2B5EF4-FFF2-40B4-BE49-F238E27FC236}">
                    <a16:creationId xmlns:a16="http://schemas.microsoft.com/office/drawing/2014/main" id="{62C9A55F-E8E2-520C-A7A6-8129DFC902AA}"/>
                  </a:ext>
                </a:extLst>
              </p:cNvPr>
              <p:cNvPicPr/>
              <p:nvPr/>
            </p:nvPicPr>
            <p:blipFill>
              <a:blip r:embed="rId186"/>
              <a:stretch>
                <a:fillRect/>
              </a:stretch>
            </p:blipFill>
            <p:spPr>
              <a:xfrm>
                <a:off x="3949358" y="2157983"/>
                <a:ext cx="349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09" name="Ink 108">
                <a:extLst>
                  <a:ext uri="{FF2B5EF4-FFF2-40B4-BE49-F238E27FC236}">
                    <a16:creationId xmlns:a16="http://schemas.microsoft.com/office/drawing/2014/main" id="{0E45927B-0871-909B-7614-9048F8760737}"/>
                  </a:ext>
                </a:extLst>
              </p14:cNvPr>
              <p14:cNvContentPartPr/>
              <p14:nvPr/>
            </p14:nvContentPartPr>
            <p14:xfrm>
              <a:off x="4077518" y="2310983"/>
              <a:ext cx="122760" cy="157680"/>
            </p14:xfrm>
          </p:contentPart>
        </mc:Choice>
        <mc:Fallback>
          <p:pic>
            <p:nvPicPr>
              <p:cNvPr id="109" name="Ink 108">
                <a:extLst>
                  <a:ext uri="{FF2B5EF4-FFF2-40B4-BE49-F238E27FC236}">
                    <a16:creationId xmlns:a16="http://schemas.microsoft.com/office/drawing/2014/main" id="{0E45927B-0871-909B-7614-9048F8760737}"/>
                  </a:ext>
                </a:extLst>
              </p:cNvPr>
              <p:cNvPicPr/>
              <p:nvPr/>
            </p:nvPicPr>
            <p:blipFill>
              <a:blip r:embed="rId188"/>
              <a:stretch>
                <a:fillRect/>
              </a:stretch>
            </p:blipFill>
            <p:spPr>
              <a:xfrm>
                <a:off x="4068878" y="2302343"/>
                <a:ext cx="1404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24" name="Ink 123">
                <a:extLst>
                  <a:ext uri="{FF2B5EF4-FFF2-40B4-BE49-F238E27FC236}">
                    <a16:creationId xmlns:a16="http://schemas.microsoft.com/office/drawing/2014/main" id="{D3B9B1B1-1642-E4E9-4143-DE81DFF91413}"/>
                  </a:ext>
                </a:extLst>
              </p14:cNvPr>
              <p14:cNvContentPartPr/>
              <p14:nvPr/>
            </p14:nvContentPartPr>
            <p14:xfrm>
              <a:off x="1391198" y="3632543"/>
              <a:ext cx="237960" cy="269640"/>
            </p14:xfrm>
          </p:contentPart>
        </mc:Choice>
        <mc:Fallback>
          <p:pic>
            <p:nvPicPr>
              <p:cNvPr id="124" name="Ink 123">
                <a:extLst>
                  <a:ext uri="{FF2B5EF4-FFF2-40B4-BE49-F238E27FC236}">
                    <a16:creationId xmlns:a16="http://schemas.microsoft.com/office/drawing/2014/main" id="{D3B9B1B1-1642-E4E9-4143-DE81DFF91413}"/>
                  </a:ext>
                </a:extLst>
              </p:cNvPr>
              <p:cNvPicPr/>
              <p:nvPr/>
            </p:nvPicPr>
            <p:blipFill>
              <a:blip r:embed="rId190"/>
              <a:stretch>
                <a:fillRect/>
              </a:stretch>
            </p:blipFill>
            <p:spPr>
              <a:xfrm>
                <a:off x="1382558" y="3623903"/>
                <a:ext cx="25560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25" name="Ink 124">
                <a:extLst>
                  <a:ext uri="{FF2B5EF4-FFF2-40B4-BE49-F238E27FC236}">
                    <a16:creationId xmlns:a16="http://schemas.microsoft.com/office/drawing/2014/main" id="{C0365979-80D7-84A1-93C1-343C1E72AB8A}"/>
                  </a:ext>
                </a:extLst>
              </p14:cNvPr>
              <p14:cNvContentPartPr/>
              <p14:nvPr/>
            </p14:nvContentPartPr>
            <p14:xfrm>
              <a:off x="1684238" y="3689423"/>
              <a:ext cx="200160" cy="237600"/>
            </p14:xfrm>
          </p:contentPart>
        </mc:Choice>
        <mc:Fallback>
          <p:pic>
            <p:nvPicPr>
              <p:cNvPr id="125" name="Ink 124">
                <a:extLst>
                  <a:ext uri="{FF2B5EF4-FFF2-40B4-BE49-F238E27FC236}">
                    <a16:creationId xmlns:a16="http://schemas.microsoft.com/office/drawing/2014/main" id="{C0365979-80D7-84A1-93C1-343C1E72AB8A}"/>
                  </a:ext>
                </a:extLst>
              </p:cNvPr>
              <p:cNvPicPr/>
              <p:nvPr/>
            </p:nvPicPr>
            <p:blipFill>
              <a:blip r:embed="rId192"/>
              <a:stretch>
                <a:fillRect/>
              </a:stretch>
            </p:blipFill>
            <p:spPr>
              <a:xfrm>
                <a:off x="1675238" y="3680423"/>
                <a:ext cx="21780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26" name="Ink 125">
                <a:extLst>
                  <a:ext uri="{FF2B5EF4-FFF2-40B4-BE49-F238E27FC236}">
                    <a16:creationId xmlns:a16="http://schemas.microsoft.com/office/drawing/2014/main" id="{EBCBECE0-3323-0F21-37A4-24ECA1A1EE21}"/>
                  </a:ext>
                </a:extLst>
              </p14:cNvPr>
              <p14:cNvContentPartPr/>
              <p14:nvPr/>
            </p14:nvContentPartPr>
            <p14:xfrm>
              <a:off x="1909958" y="3801023"/>
              <a:ext cx="7200" cy="72360"/>
            </p14:xfrm>
          </p:contentPart>
        </mc:Choice>
        <mc:Fallback>
          <p:pic>
            <p:nvPicPr>
              <p:cNvPr id="126" name="Ink 125">
                <a:extLst>
                  <a:ext uri="{FF2B5EF4-FFF2-40B4-BE49-F238E27FC236}">
                    <a16:creationId xmlns:a16="http://schemas.microsoft.com/office/drawing/2014/main" id="{EBCBECE0-3323-0F21-37A4-24ECA1A1EE21}"/>
                  </a:ext>
                </a:extLst>
              </p:cNvPr>
              <p:cNvPicPr/>
              <p:nvPr/>
            </p:nvPicPr>
            <p:blipFill>
              <a:blip r:embed="rId194"/>
              <a:stretch>
                <a:fillRect/>
              </a:stretch>
            </p:blipFill>
            <p:spPr>
              <a:xfrm>
                <a:off x="1901318" y="3792023"/>
                <a:ext cx="248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27" name="Ink 126">
                <a:extLst>
                  <a:ext uri="{FF2B5EF4-FFF2-40B4-BE49-F238E27FC236}">
                    <a16:creationId xmlns:a16="http://schemas.microsoft.com/office/drawing/2014/main" id="{AC469EF4-AD79-1C85-7B3B-5E65DD700983}"/>
                  </a:ext>
                </a:extLst>
              </p14:cNvPr>
              <p14:cNvContentPartPr/>
              <p14:nvPr/>
            </p14:nvContentPartPr>
            <p14:xfrm>
              <a:off x="1936598" y="3709223"/>
              <a:ext cx="11520" cy="23760"/>
            </p14:xfrm>
          </p:contentPart>
        </mc:Choice>
        <mc:Fallback>
          <p:pic>
            <p:nvPicPr>
              <p:cNvPr id="127" name="Ink 126">
                <a:extLst>
                  <a:ext uri="{FF2B5EF4-FFF2-40B4-BE49-F238E27FC236}">
                    <a16:creationId xmlns:a16="http://schemas.microsoft.com/office/drawing/2014/main" id="{AC469EF4-AD79-1C85-7B3B-5E65DD700983}"/>
                  </a:ext>
                </a:extLst>
              </p:cNvPr>
              <p:cNvPicPr/>
              <p:nvPr/>
            </p:nvPicPr>
            <p:blipFill>
              <a:blip r:embed="rId196"/>
              <a:stretch>
                <a:fillRect/>
              </a:stretch>
            </p:blipFill>
            <p:spPr>
              <a:xfrm>
                <a:off x="1927598" y="3700583"/>
                <a:ext cx="2916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28" name="Ink 127">
                <a:extLst>
                  <a:ext uri="{FF2B5EF4-FFF2-40B4-BE49-F238E27FC236}">
                    <a16:creationId xmlns:a16="http://schemas.microsoft.com/office/drawing/2014/main" id="{154FD123-F25F-42D3-F01D-9CD4DDE3B47B}"/>
                  </a:ext>
                </a:extLst>
              </p14:cNvPr>
              <p14:cNvContentPartPr/>
              <p14:nvPr/>
            </p14:nvContentPartPr>
            <p14:xfrm>
              <a:off x="2054318" y="3807503"/>
              <a:ext cx="48600" cy="360"/>
            </p14:xfrm>
          </p:contentPart>
        </mc:Choice>
        <mc:Fallback>
          <p:pic>
            <p:nvPicPr>
              <p:cNvPr id="128" name="Ink 127">
                <a:extLst>
                  <a:ext uri="{FF2B5EF4-FFF2-40B4-BE49-F238E27FC236}">
                    <a16:creationId xmlns:a16="http://schemas.microsoft.com/office/drawing/2014/main" id="{154FD123-F25F-42D3-F01D-9CD4DDE3B47B}"/>
                  </a:ext>
                </a:extLst>
              </p:cNvPr>
              <p:cNvPicPr/>
              <p:nvPr/>
            </p:nvPicPr>
            <p:blipFill>
              <a:blip r:embed="rId198"/>
              <a:stretch>
                <a:fillRect/>
              </a:stretch>
            </p:blipFill>
            <p:spPr>
              <a:xfrm>
                <a:off x="2045318" y="3798863"/>
                <a:ext cx="662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29" name="Ink 128">
                <a:extLst>
                  <a:ext uri="{FF2B5EF4-FFF2-40B4-BE49-F238E27FC236}">
                    <a16:creationId xmlns:a16="http://schemas.microsoft.com/office/drawing/2014/main" id="{481B8B8D-F4CB-69E9-4A09-2A7FA6722355}"/>
                  </a:ext>
                </a:extLst>
              </p14:cNvPr>
              <p14:cNvContentPartPr/>
              <p14:nvPr/>
            </p14:nvContentPartPr>
            <p14:xfrm>
              <a:off x="2246558" y="3562703"/>
              <a:ext cx="224280" cy="352440"/>
            </p14:xfrm>
          </p:contentPart>
        </mc:Choice>
        <mc:Fallback>
          <p:pic>
            <p:nvPicPr>
              <p:cNvPr id="129" name="Ink 128">
                <a:extLst>
                  <a:ext uri="{FF2B5EF4-FFF2-40B4-BE49-F238E27FC236}">
                    <a16:creationId xmlns:a16="http://schemas.microsoft.com/office/drawing/2014/main" id="{481B8B8D-F4CB-69E9-4A09-2A7FA6722355}"/>
                  </a:ext>
                </a:extLst>
              </p:cNvPr>
              <p:cNvPicPr/>
              <p:nvPr/>
            </p:nvPicPr>
            <p:blipFill>
              <a:blip r:embed="rId200"/>
              <a:stretch>
                <a:fillRect/>
              </a:stretch>
            </p:blipFill>
            <p:spPr>
              <a:xfrm>
                <a:off x="2237558" y="3554063"/>
                <a:ext cx="24192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30" name="Ink 129">
                <a:extLst>
                  <a:ext uri="{FF2B5EF4-FFF2-40B4-BE49-F238E27FC236}">
                    <a16:creationId xmlns:a16="http://schemas.microsoft.com/office/drawing/2014/main" id="{38C5A1CE-E54C-00A8-39B8-2489FE36EDF0}"/>
                  </a:ext>
                </a:extLst>
              </p14:cNvPr>
              <p14:cNvContentPartPr/>
              <p14:nvPr/>
            </p14:nvContentPartPr>
            <p14:xfrm>
              <a:off x="2535278" y="3707783"/>
              <a:ext cx="104400" cy="139680"/>
            </p14:xfrm>
          </p:contentPart>
        </mc:Choice>
        <mc:Fallback>
          <p:pic>
            <p:nvPicPr>
              <p:cNvPr id="130" name="Ink 129">
                <a:extLst>
                  <a:ext uri="{FF2B5EF4-FFF2-40B4-BE49-F238E27FC236}">
                    <a16:creationId xmlns:a16="http://schemas.microsoft.com/office/drawing/2014/main" id="{38C5A1CE-E54C-00A8-39B8-2489FE36EDF0}"/>
                  </a:ext>
                </a:extLst>
              </p:cNvPr>
              <p:cNvPicPr/>
              <p:nvPr/>
            </p:nvPicPr>
            <p:blipFill>
              <a:blip r:embed="rId202"/>
              <a:stretch>
                <a:fillRect/>
              </a:stretch>
            </p:blipFill>
            <p:spPr>
              <a:xfrm>
                <a:off x="2526278" y="3698783"/>
                <a:ext cx="1220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31" name="Ink 130">
                <a:extLst>
                  <a:ext uri="{FF2B5EF4-FFF2-40B4-BE49-F238E27FC236}">
                    <a16:creationId xmlns:a16="http://schemas.microsoft.com/office/drawing/2014/main" id="{8E847E6E-D174-02CB-FB95-B32386B40889}"/>
                  </a:ext>
                </a:extLst>
              </p14:cNvPr>
              <p14:cNvContentPartPr/>
              <p14:nvPr/>
            </p14:nvContentPartPr>
            <p14:xfrm>
              <a:off x="2661638" y="3709223"/>
              <a:ext cx="151920" cy="162360"/>
            </p14:xfrm>
          </p:contentPart>
        </mc:Choice>
        <mc:Fallback>
          <p:pic>
            <p:nvPicPr>
              <p:cNvPr id="131" name="Ink 130">
                <a:extLst>
                  <a:ext uri="{FF2B5EF4-FFF2-40B4-BE49-F238E27FC236}">
                    <a16:creationId xmlns:a16="http://schemas.microsoft.com/office/drawing/2014/main" id="{8E847E6E-D174-02CB-FB95-B32386B40889}"/>
                  </a:ext>
                </a:extLst>
              </p:cNvPr>
              <p:cNvPicPr/>
              <p:nvPr/>
            </p:nvPicPr>
            <p:blipFill>
              <a:blip r:embed="rId204"/>
              <a:stretch>
                <a:fillRect/>
              </a:stretch>
            </p:blipFill>
            <p:spPr>
              <a:xfrm>
                <a:off x="2652998" y="3700223"/>
                <a:ext cx="16956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32" name="Ink 131">
                <a:extLst>
                  <a:ext uri="{FF2B5EF4-FFF2-40B4-BE49-F238E27FC236}">
                    <a16:creationId xmlns:a16="http://schemas.microsoft.com/office/drawing/2014/main" id="{1C50CC9A-902C-6BB5-1BC5-42226909B10B}"/>
                  </a:ext>
                </a:extLst>
              </p14:cNvPr>
              <p14:cNvContentPartPr/>
              <p14:nvPr/>
            </p14:nvContentPartPr>
            <p14:xfrm>
              <a:off x="2867198" y="3700943"/>
              <a:ext cx="326160" cy="120600"/>
            </p14:xfrm>
          </p:contentPart>
        </mc:Choice>
        <mc:Fallback>
          <p:pic>
            <p:nvPicPr>
              <p:cNvPr id="132" name="Ink 131">
                <a:extLst>
                  <a:ext uri="{FF2B5EF4-FFF2-40B4-BE49-F238E27FC236}">
                    <a16:creationId xmlns:a16="http://schemas.microsoft.com/office/drawing/2014/main" id="{1C50CC9A-902C-6BB5-1BC5-42226909B10B}"/>
                  </a:ext>
                </a:extLst>
              </p:cNvPr>
              <p:cNvPicPr/>
              <p:nvPr/>
            </p:nvPicPr>
            <p:blipFill>
              <a:blip r:embed="rId206"/>
              <a:stretch>
                <a:fillRect/>
              </a:stretch>
            </p:blipFill>
            <p:spPr>
              <a:xfrm>
                <a:off x="2858558" y="3692303"/>
                <a:ext cx="3438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33" name="Ink 132">
                <a:extLst>
                  <a:ext uri="{FF2B5EF4-FFF2-40B4-BE49-F238E27FC236}">
                    <a16:creationId xmlns:a16="http://schemas.microsoft.com/office/drawing/2014/main" id="{6B02C610-1D61-F64D-3BC4-D7C37C7EE1A8}"/>
                  </a:ext>
                </a:extLst>
              </p14:cNvPr>
              <p14:cNvContentPartPr/>
              <p14:nvPr/>
            </p14:nvContentPartPr>
            <p14:xfrm>
              <a:off x="3238358" y="3676103"/>
              <a:ext cx="18000" cy="58680"/>
            </p14:xfrm>
          </p:contentPart>
        </mc:Choice>
        <mc:Fallback>
          <p:pic>
            <p:nvPicPr>
              <p:cNvPr id="133" name="Ink 132">
                <a:extLst>
                  <a:ext uri="{FF2B5EF4-FFF2-40B4-BE49-F238E27FC236}">
                    <a16:creationId xmlns:a16="http://schemas.microsoft.com/office/drawing/2014/main" id="{6B02C610-1D61-F64D-3BC4-D7C37C7EE1A8}"/>
                  </a:ext>
                </a:extLst>
              </p:cNvPr>
              <p:cNvPicPr/>
              <p:nvPr/>
            </p:nvPicPr>
            <p:blipFill>
              <a:blip r:embed="rId208"/>
              <a:stretch>
                <a:fillRect/>
              </a:stretch>
            </p:blipFill>
            <p:spPr>
              <a:xfrm>
                <a:off x="3229718" y="3667463"/>
                <a:ext cx="356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34" name="Ink 133">
                <a:extLst>
                  <a:ext uri="{FF2B5EF4-FFF2-40B4-BE49-F238E27FC236}">
                    <a16:creationId xmlns:a16="http://schemas.microsoft.com/office/drawing/2014/main" id="{08416B6C-BE23-F27B-D400-0ECBB4E5C67F}"/>
                  </a:ext>
                </a:extLst>
              </p14:cNvPr>
              <p14:cNvContentPartPr/>
              <p14:nvPr/>
            </p14:nvContentPartPr>
            <p14:xfrm>
              <a:off x="3262838" y="3598343"/>
              <a:ext cx="6840" cy="2880"/>
            </p14:xfrm>
          </p:contentPart>
        </mc:Choice>
        <mc:Fallback>
          <p:pic>
            <p:nvPicPr>
              <p:cNvPr id="134" name="Ink 133">
                <a:extLst>
                  <a:ext uri="{FF2B5EF4-FFF2-40B4-BE49-F238E27FC236}">
                    <a16:creationId xmlns:a16="http://schemas.microsoft.com/office/drawing/2014/main" id="{08416B6C-BE23-F27B-D400-0ECBB4E5C67F}"/>
                  </a:ext>
                </a:extLst>
              </p:cNvPr>
              <p:cNvPicPr/>
              <p:nvPr/>
            </p:nvPicPr>
            <p:blipFill>
              <a:blip r:embed="rId210"/>
              <a:stretch>
                <a:fillRect/>
              </a:stretch>
            </p:blipFill>
            <p:spPr>
              <a:xfrm>
                <a:off x="3253838" y="3589343"/>
                <a:ext cx="244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35" name="Ink 134">
                <a:extLst>
                  <a:ext uri="{FF2B5EF4-FFF2-40B4-BE49-F238E27FC236}">
                    <a16:creationId xmlns:a16="http://schemas.microsoft.com/office/drawing/2014/main" id="{FB6127BB-EE04-9C49-0D8D-A1B9E41DD74F}"/>
                  </a:ext>
                </a:extLst>
              </p14:cNvPr>
              <p14:cNvContentPartPr/>
              <p14:nvPr/>
            </p14:nvContentPartPr>
            <p14:xfrm>
              <a:off x="3319358" y="3660623"/>
              <a:ext cx="57600" cy="146880"/>
            </p14:xfrm>
          </p:contentPart>
        </mc:Choice>
        <mc:Fallback>
          <p:pic>
            <p:nvPicPr>
              <p:cNvPr id="135" name="Ink 134">
                <a:extLst>
                  <a:ext uri="{FF2B5EF4-FFF2-40B4-BE49-F238E27FC236}">
                    <a16:creationId xmlns:a16="http://schemas.microsoft.com/office/drawing/2014/main" id="{FB6127BB-EE04-9C49-0D8D-A1B9E41DD74F}"/>
                  </a:ext>
                </a:extLst>
              </p:cNvPr>
              <p:cNvPicPr/>
              <p:nvPr/>
            </p:nvPicPr>
            <p:blipFill>
              <a:blip r:embed="rId212"/>
              <a:stretch>
                <a:fillRect/>
              </a:stretch>
            </p:blipFill>
            <p:spPr>
              <a:xfrm>
                <a:off x="3310358" y="3651623"/>
                <a:ext cx="7524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36" name="Ink 135">
                <a:extLst>
                  <a:ext uri="{FF2B5EF4-FFF2-40B4-BE49-F238E27FC236}">
                    <a16:creationId xmlns:a16="http://schemas.microsoft.com/office/drawing/2014/main" id="{DECFA669-A75A-CBC4-32FD-2E84B3BA4650}"/>
                  </a:ext>
                </a:extLst>
              </p14:cNvPr>
              <p14:cNvContentPartPr/>
              <p14:nvPr/>
            </p14:nvContentPartPr>
            <p14:xfrm>
              <a:off x="3460478" y="3647303"/>
              <a:ext cx="160200" cy="149040"/>
            </p14:xfrm>
          </p:contentPart>
        </mc:Choice>
        <mc:Fallback>
          <p:pic>
            <p:nvPicPr>
              <p:cNvPr id="136" name="Ink 135">
                <a:extLst>
                  <a:ext uri="{FF2B5EF4-FFF2-40B4-BE49-F238E27FC236}">
                    <a16:creationId xmlns:a16="http://schemas.microsoft.com/office/drawing/2014/main" id="{DECFA669-A75A-CBC4-32FD-2E84B3BA4650}"/>
                  </a:ext>
                </a:extLst>
              </p:cNvPr>
              <p:cNvPicPr/>
              <p:nvPr/>
            </p:nvPicPr>
            <p:blipFill>
              <a:blip r:embed="rId214"/>
              <a:stretch>
                <a:fillRect/>
              </a:stretch>
            </p:blipFill>
            <p:spPr>
              <a:xfrm>
                <a:off x="3451838" y="3638303"/>
                <a:ext cx="1778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40" name="Ink 139">
                <a:extLst>
                  <a:ext uri="{FF2B5EF4-FFF2-40B4-BE49-F238E27FC236}">
                    <a16:creationId xmlns:a16="http://schemas.microsoft.com/office/drawing/2014/main" id="{C637D7ED-801F-E96D-3AA3-EA706043D197}"/>
                  </a:ext>
                </a:extLst>
              </p14:cNvPr>
              <p14:cNvContentPartPr/>
              <p14:nvPr/>
            </p14:nvContentPartPr>
            <p14:xfrm>
              <a:off x="1096718" y="3739103"/>
              <a:ext cx="104760" cy="43920"/>
            </p14:xfrm>
          </p:contentPart>
        </mc:Choice>
        <mc:Fallback>
          <p:pic>
            <p:nvPicPr>
              <p:cNvPr id="140" name="Ink 139">
                <a:extLst>
                  <a:ext uri="{FF2B5EF4-FFF2-40B4-BE49-F238E27FC236}">
                    <a16:creationId xmlns:a16="http://schemas.microsoft.com/office/drawing/2014/main" id="{C637D7ED-801F-E96D-3AA3-EA706043D197}"/>
                  </a:ext>
                </a:extLst>
              </p:cNvPr>
              <p:cNvPicPr/>
              <p:nvPr/>
            </p:nvPicPr>
            <p:blipFill>
              <a:blip r:embed="rId216"/>
              <a:stretch>
                <a:fillRect/>
              </a:stretch>
            </p:blipFill>
            <p:spPr>
              <a:xfrm>
                <a:off x="1088078" y="3730463"/>
                <a:ext cx="12240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41" name="Ink 140">
                <a:extLst>
                  <a:ext uri="{FF2B5EF4-FFF2-40B4-BE49-F238E27FC236}">
                    <a16:creationId xmlns:a16="http://schemas.microsoft.com/office/drawing/2014/main" id="{1AEFA693-FA6C-170C-E66A-A83F4AAE7570}"/>
                  </a:ext>
                </a:extLst>
              </p14:cNvPr>
              <p14:cNvContentPartPr/>
              <p14:nvPr/>
            </p14:nvContentPartPr>
            <p14:xfrm>
              <a:off x="1135958" y="4516703"/>
              <a:ext cx="76320" cy="49320"/>
            </p14:xfrm>
          </p:contentPart>
        </mc:Choice>
        <mc:Fallback>
          <p:pic>
            <p:nvPicPr>
              <p:cNvPr id="141" name="Ink 140">
                <a:extLst>
                  <a:ext uri="{FF2B5EF4-FFF2-40B4-BE49-F238E27FC236}">
                    <a16:creationId xmlns:a16="http://schemas.microsoft.com/office/drawing/2014/main" id="{1AEFA693-FA6C-170C-E66A-A83F4AAE7570}"/>
                  </a:ext>
                </a:extLst>
              </p:cNvPr>
              <p:cNvPicPr/>
              <p:nvPr/>
            </p:nvPicPr>
            <p:blipFill>
              <a:blip r:embed="rId218"/>
              <a:stretch>
                <a:fillRect/>
              </a:stretch>
            </p:blipFill>
            <p:spPr>
              <a:xfrm>
                <a:off x="1126958" y="4508063"/>
                <a:ext cx="939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42" name="Ink 141">
                <a:extLst>
                  <a:ext uri="{FF2B5EF4-FFF2-40B4-BE49-F238E27FC236}">
                    <a16:creationId xmlns:a16="http://schemas.microsoft.com/office/drawing/2014/main" id="{35652053-4CC6-B2FB-6341-6B4E5900A678}"/>
                  </a:ext>
                </a:extLst>
              </p14:cNvPr>
              <p14:cNvContentPartPr/>
              <p14:nvPr/>
            </p14:nvContentPartPr>
            <p14:xfrm>
              <a:off x="1428638" y="4342823"/>
              <a:ext cx="586800" cy="241560"/>
            </p14:xfrm>
          </p:contentPart>
        </mc:Choice>
        <mc:Fallback>
          <p:pic>
            <p:nvPicPr>
              <p:cNvPr id="142" name="Ink 141">
                <a:extLst>
                  <a:ext uri="{FF2B5EF4-FFF2-40B4-BE49-F238E27FC236}">
                    <a16:creationId xmlns:a16="http://schemas.microsoft.com/office/drawing/2014/main" id="{35652053-4CC6-B2FB-6341-6B4E5900A678}"/>
                  </a:ext>
                </a:extLst>
              </p:cNvPr>
              <p:cNvPicPr/>
              <p:nvPr/>
            </p:nvPicPr>
            <p:blipFill>
              <a:blip r:embed="rId220"/>
              <a:stretch>
                <a:fillRect/>
              </a:stretch>
            </p:blipFill>
            <p:spPr>
              <a:xfrm>
                <a:off x="1419638" y="4333823"/>
                <a:ext cx="60444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43" name="Ink 142">
                <a:extLst>
                  <a:ext uri="{FF2B5EF4-FFF2-40B4-BE49-F238E27FC236}">
                    <a16:creationId xmlns:a16="http://schemas.microsoft.com/office/drawing/2014/main" id="{D3A601E4-D3A4-1C70-1AF8-3BCAFA0F03B9}"/>
                  </a:ext>
                </a:extLst>
              </p14:cNvPr>
              <p14:cNvContentPartPr/>
              <p14:nvPr/>
            </p14:nvContentPartPr>
            <p14:xfrm>
              <a:off x="2035238" y="4408703"/>
              <a:ext cx="265320" cy="168840"/>
            </p14:xfrm>
          </p:contentPart>
        </mc:Choice>
        <mc:Fallback>
          <p:pic>
            <p:nvPicPr>
              <p:cNvPr id="143" name="Ink 142">
                <a:extLst>
                  <a:ext uri="{FF2B5EF4-FFF2-40B4-BE49-F238E27FC236}">
                    <a16:creationId xmlns:a16="http://schemas.microsoft.com/office/drawing/2014/main" id="{D3A601E4-D3A4-1C70-1AF8-3BCAFA0F03B9}"/>
                  </a:ext>
                </a:extLst>
              </p:cNvPr>
              <p:cNvPicPr/>
              <p:nvPr/>
            </p:nvPicPr>
            <p:blipFill>
              <a:blip r:embed="rId222"/>
              <a:stretch>
                <a:fillRect/>
              </a:stretch>
            </p:blipFill>
            <p:spPr>
              <a:xfrm>
                <a:off x="2026238" y="4399703"/>
                <a:ext cx="28296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44" name="Ink 143">
                <a:extLst>
                  <a:ext uri="{FF2B5EF4-FFF2-40B4-BE49-F238E27FC236}">
                    <a16:creationId xmlns:a16="http://schemas.microsoft.com/office/drawing/2014/main" id="{EC6B13F3-ABC5-9F28-902A-2CF9B593C50B}"/>
                  </a:ext>
                </a:extLst>
              </p14:cNvPr>
              <p14:cNvContentPartPr/>
              <p14:nvPr/>
            </p14:nvContentPartPr>
            <p14:xfrm>
              <a:off x="2493158" y="4379183"/>
              <a:ext cx="56880" cy="190440"/>
            </p14:xfrm>
          </p:contentPart>
        </mc:Choice>
        <mc:Fallback>
          <p:pic>
            <p:nvPicPr>
              <p:cNvPr id="144" name="Ink 143">
                <a:extLst>
                  <a:ext uri="{FF2B5EF4-FFF2-40B4-BE49-F238E27FC236}">
                    <a16:creationId xmlns:a16="http://schemas.microsoft.com/office/drawing/2014/main" id="{EC6B13F3-ABC5-9F28-902A-2CF9B593C50B}"/>
                  </a:ext>
                </a:extLst>
              </p:cNvPr>
              <p:cNvPicPr/>
              <p:nvPr/>
            </p:nvPicPr>
            <p:blipFill>
              <a:blip r:embed="rId224"/>
              <a:stretch>
                <a:fillRect/>
              </a:stretch>
            </p:blipFill>
            <p:spPr>
              <a:xfrm>
                <a:off x="2484518" y="4370543"/>
                <a:ext cx="7452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45" name="Ink 144">
                <a:extLst>
                  <a:ext uri="{FF2B5EF4-FFF2-40B4-BE49-F238E27FC236}">
                    <a16:creationId xmlns:a16="http://schemas.microsoft.com/office/drawing/2014/main" id="{7FB293D1-1118-A199-AB4A-B970629185DE}"/>
                  </a:ext>
                </a:extLst>
              </p14:cNvPr>
              <p14:cNvContentPartPr/>
              <p14:nvPr/>
            </p14:nvContentPartPr>
            <p14:xfrm>
              <a:off x="2691518" y="4383863"/>
              <a:ext cx="78840" cy="143280"/>
            </p14:xfrm>
          </p:contentPart>
        </mc:Choice>
        <mc:Fallback>
          <p:pic>
            <p:nvPicPr>
              <p:cNvPr id="145" name="Ink 144">
                <a:extLst>
                  <a:ext uri="{FF2B5EF4-FFF2-40B4-BE49-F238E27FC236}">
                    <a16:creationId xmlns:a16="http://schemas.microsoft.com/office/drawing/2014/main" id="{7FB293D1-1118-A199-AB4A-B970629185DE}"/>
                  </a:ext>
                </a:extLst>
              </p:cNvPr>
              <p:cNvPicPr/>
              <p:nvPr/>
            </p:nvPicPr>
            <p:blipFill>
              <a:blip r:embed="rId226"/>
              <a:stretch>
                <a:fillRect/>
              </a:stretch>
            </p:blipFill>
            <p:spPr>
              <a:xfrm>
                <a:off x="2682518" y="4375223"/>
                <a:ext cx="9648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46" name="Ink 145">
                <a:extLst>
                  <a:ext uri="{FF2B5EF4-FFF2-40B4-BE49-F238E27FC236}">
                    <a16:creationId xmlns:a16="http://schemas.microsoft.com/office/drawing/2014/main" id="{AA52EF4B-8F43-347D-5F41-A19D0A709C5A}"/>
                  </a:ext>
                </a:extLst>
              </p14:cNvPr>
              <p14:cNvContentPartPr/>
              <p14:nvPr/>
            </p14:nvContentPartPr>
            <p14:xfrm>
              <a:off x="2708798" y="4387463"/>
              <a:ext cx="103320" cy="142560"/>
            </p14:xfrm>
          </p:contentPart>
        </mc:Choice>
        <mc:Fallback>
          <p:pic>
            <p:nvPicPr>
              <p:cNvPr id="146" name="Ink 145">
                <a:extLst>
                  <a:ext uri="{FF2B5EF4-FFF2-40B4-BE49-F238E27FC236}">
                    <a16:creationId xmlns:a16="http://schemas.microsoft.com/office/drawing/2014/main" id="{AA52EF4B-8F43-347D-5F41-A19D0A709C5A}"/>
                  </a:ext>
                </a:extLst>
              </p:cNvPr>
              <p:cNvPicPr/>
              <p:nvPr/>
            </p:nvPicPr>
            <p:blipFill>
              <a:blip r:embed="rId228"/>
              <a:stretch>
                <a:fillRect/>
              </a:stretch>
            </p:blipFill>
            <p:spPr>
              <a:xfrm>
                <a:off x="2699798" y="4378823"/>
                <a:ext cx="1209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47" name="Ink 146">
                <a:extLst>
                  <a:ext uri="{FF2B5EF4-FFF2-40B4-BE49-F238E27FC236}">
                    <a16:creationId xmlns:a16="http://schemas.microsoft.com/office/drawing/2014/main" id="{4532DC02-CD21-6C10-43FC-85FD0FC7EB39}"/>
                  </a:ext>
                </a:extLst>
              </p14:cNvPr>
              <p14:cNvContentPartPr/>
              <p14:nvPr/>
            </p14:nvContentPartPr>
            <p14:xfrm>
              <a:off x="2880158" y="4383143"/>
              <a:ext cx="78840" cy="151200"/>
            </p14:xfrm>
          </p:contentPart>
        </mc:Choice>
        <mc:Fallback>
          <p:pic>
            <p:nvPicPr>
              <p:cNvPr id="147" name="Ink 146">
                <a:extLst>
                  <a:ext uri="{FF2B5EF4-FFF2-40B4-BE49-F238E27FC236}">
                    <a16:creationId xmlns:a16="http://schemas.microsoft.com/office/drawing/2014/main" id="{4532DC02-CD21-6C10-43FC-85FD0FC7EB39}"/>
                  </a:ext>
                </a:extLst>
              </p:cNvPr>
              <p:cNvPicPr/>
              <p:nvPr/>
            </p:nvPicPr>
            <p:blipFill>
              <a:blip r:embed="rId230"/>
              <a:stretch>
                <a:fillRect/>
              </a:stretch>
            </p:blipFill>
            <p:spPr>
              <a:xfrm>
                <a:off x="2871518" y="4374143"/>
                <a:ext cx="964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48" name="Ink 147">
                <a:extLst>
                  <a:ext uri="{FF2B5EF4-FFF2-40B4-BE49-F238E27FC236}">
                    <a16:creationId xmlns:a16="http://schemas.microsoft.com/office/drawing/2014/main" id="{EFAD9496-684F-2C35-FFBA-F78F25404B2B}"/>
                  </a:ext>
                </a:extLst>
              </p14:cNvPr>
              <p14:cNvContentPartPr/>
              <p14:nvPr/>
            </p14:nvContentPartPr>
            <p14:xfrm>
              <a:off x="3018398" y="4396103"/>
              <a:ext cx="132120" cy="138960"/>
            </p14:xfrm>
          </p:contentPart>
        </mc:Choice>
        <mc:Fallback>
          <p:pic>
            <p:nvPicPr>
              <p:cNvPr id="148" name="Ink 147">
                <a:extLst>
                  <a:ext uri="{FF2B5EF4-FFF2-40B4-BE49-F238E27FC236}">
                    <a16:creationId xmlns:a16="http://schemas.microsoft.com/office/drawing/2014/main" id="{EFAD9496-684F-2C35-FFBA-F78F25404B2B}"/>
                  </a:ext>
                </a:extLst>
              </p:cNvPr>
              <p:cNvPicPr/>
              <p:nvPr/>
            </p:nvPicPr>
            <p:blipFill>
              <a:blip r:embed="rId232"/>
              <a:stretch>
                <a:fillRect/>
              </a:stretch>
            </p:blipFill>
            <p:spPr>
              <a:xfrm>
                <a:off x="3009758" y="4387463"/>
                <a:ext cx="14976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49" name="Ink 148">
                <a:extLst>
                  <a:ext uri="{FF2B5EF4-FFF2-40B4-BE49-F238E27FC236}">
                    <a16:creationId xmlns:a16="http://schemas.microsoft.com/office/drawing/2014/main" id="{AEA38127-4943-E4E0-E9AA-BA2FD13FBF82}"/>
                  </a:ext>
                </a:extLst>
              </p14:cNvPr>
              <p14:cNvContentPartPr/>
              <p14:nvPr/>
            </p14:nvContentPartPr>
            <p14:xfrm>
              <a:off x="3181478" y="4387823"/>
              <a:ext cx="117360" cy="140040"/>
            </p14:xfrm>
          </p:contentPart>
        </mc:Choice>
        <mc:Fallback>
          <p:pic>
            <p:nvPicPr>
              <p:cNvPr id="149" name="Ink 148">
                <a:extLst>
                  <a:ext uri="{FF2B5EF4-FFF2-40B4-BE49-F238E27FC236}">
                    <a16:creationId xmlns:a16="http://schemas.microsoft.com/office/drawing/2014/main" id="{AEA38127-4943-E4E0-E9AA-BA2FD13FBF82}"/>
                  </a:ext>
                </a:extLst>
              </p:cNvPr>
              <p:cNvPicPr/>
              <p:nvPr/>
            </p:nvPicPr>
            <p:blipFill>
              <a:blip r:embed="rId234"/>
              <a:stretch>
                <a:fillRect/>
              </a:stretch>
            </p:blipFill>
            <p:spPr>
              <a:xfrm>
                <a:off x="3172838" y="4379183"/>
                <a:ext cx="1350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50" name="Ink 149">
                <a:extLst>
                  <a:ext uri="{FF2B5EF4-FFF2-40B4-BE49-F238E27FC236}">
                    <a16:creationId xmlns:a16="http://schemas.microsoft.com/office/drawing/2014/main" id="{1EDB4906-6322-DEB8-D2FA-4B3D4731551A}"/>
                  </a:ext>
                </a:extLst>
              </p14:cNvPr>
              <p14:cNvContentPartPr/>
              <p14:nvPr/>
            </p14:nvContentPartPr>
            <p14:xfrm>
              <a:off x="3375878" y="4385303"/>
              <a:ext cx="105480" cy="110880"/>
            </p14:xfrm>
          </p:contentPart>
        </mc:Choice>
        <mc:Fallback>
          <p:pic>
            <p:nvPicPr>
              <p:cNvPr id="150" name="Ink 149">
                <a:extLst>
                  <a:ext uri="{FF2B5EF4-FFF2-40B4-BE49-F238E27FC236}">
                    <a16:creationId xmlns:a16="http://schemas.microsoft.com/office/drawing/2014/main" id="{1EDB4906-6322-DEB8-D2FA-4B3D4731551A}"/>
                  </a:ext>
                </a:extLst>
              </p:cNvPr>
              <p:cNvPicPr/>
              <p:nvPr/>
            </p:nvPicPr>
            <p:blipFill>
              <a:blip r:embed="rId236"/>
              <a:stretch>
                <a:fillRect/>
              </a:stretch>
            </p:blipFill>
            <p:spPr>
              <a:xfrm>
                <a:off x="3366878" y="4376303"/>
                <a:ext cx="1231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51" name="Ink 150">
                <a:extLst>
                  <a:ext uri="{FF2B5EF4-FFF2-40B4-BE49-F238E27FC236}">
                    <a16:creationId xmlns:a16="http://schemas.microsoft.com/office/drawing/2014/main" id="{D9DF1554-D450-4C4B-993E-E53A4CD87268}"/>
                  </a:ext>
                </a:extLst>
              </p14:cNvPr>
              <p14:cNvContentPartPr/>
              <p14:nvPr/>
            </p14:nvContentPartPr>
            <p14:xfrm>
              <a:off x="3483158" y="4310063"/>
              <a:ext cx="164880" cy="248400"/>
            </p14:xfrm>
          </p:contentPart>
        </mc:Choice>
        <mc:Fallback>
          <p:pic>
            <p:nvPicPr>
              <p:cNvPr id="151" name="Ink 150">
                <a:extLst>
                  <a:ext uri="{FF2B5EF4-FFF2-40B4-BE49-F238E27FC236}">
                    <a16:creationId xmlns:a16="http://schemas.microsoft.com/office/drawing/2014/main" id="{D9DF1554-D450-4C4B-993E-E53A4CD87268}"/>
                  </a:ext>
                </a:extLst>
              </p:cNvPr>
              <p:cNvPicPr/>
              <p:nvPr/>
            </p:nvPicPr>
            <p:blipFill>
              <a:blip r:embed="rId238"/>
              <a:stretch>
                <a:fillRect/>
              </a:stretch>
            </p:blipFill>
            <p:spPr>
              <a:xfrm>
                <a:off x="3474158" y="4301063"/>
                <a:ext cx="18252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54" name="Ink 153">
                <a:extLst>
                  <a:ext uri="{FF2B5EF4-FFF2-40B4-BE49-F238E27FC236}">
                    <a16:creationId xmlns:a16="http://schemas.microsoft.com/office/drawing/2014/main" id="{9312666F-B228-BA07-0BC3-EAB182D90E75}"/>
                  </a:ext>
                </a:extLst>
              </p14:cNvPr>
              <p14:cNvContentPartPr/>
              <p14:nvPr/>
            </p14:nvContentPartPr>
            <p14:xfrm>
              <a:off x="309758" y="1158623"/>
              <a:ext cx="414360" cy="3930120"/>
            </p14:xfrm>
          </p:contentPart>
        </mc:Choice>
        <mc:Fallback>
          <p:pic>
            <p:nvPicPr>
              <p:cNvPr id="154" name="Ink 153">
                <a:extLst>
                  <a:ext uri="{FF2B5EF4-FFF2-40B4-BE49-F238E27FC236}">
                    <a16:creationId xmlns:a16="http://schemas.microsoft.com/office/drawing/2014/main" id="{9312666F-B228-BA07-0BC3-EAB182D90E75}"/>
                  </a:ext>
                </a:extLst>
              </p:cNvPr>
              <p:cNvPicPr/>
              <p:nvPr/>
            </p:nvPicPr>
            <p:blipFill>
              <a:blip r:embed="rId240"/>
              <a:stretch>
                <a:fillRect/>
              </a:stretch>
            </p:blipFill>
            <p:spPr>
              <a:xfrm>
                <a:off x="301118" y="1149623"/>
                <a:ext cx="432000" cy="3947760"/>
              </a:xfrm>
              <a:prstGeom prst="rect">
                <a:avLst/>
              </a:prstGeom>
            </p:spPr>
          </p:pic>
        </mc:Fallback>
      </mc:AlternateContent>
      <p:grpSp>
        <p:nvGrpSpPr>
          <p:cNvPr id="165" name="Group 164">
            <a:extLst>
              <a:ext uri="{FF2B5EF4-FFF2-40B4-BE49-F238E27FC236}">
                <a16:creationId xmlns:a16="http://schemas.microsoft.com/office/drawing/2014/main" id="{00DD8E78-A899-C030-C389-C37B1F9F0F3E}"/>
              </a:ext>
            </a:extLst>
          </p:cNvPr>
          <p:cNvGrpSpPr/>
          <p:nvPr/>
        </p:nvGrpSpPr>
        <p:grpSpPr>
          <a:xfrm>
            <a:off x="282398" y="5184143"/>
            <a:ext cx="1684440" cy="524160"/>
            <a:chOff x="282398" y="5184143"/>
            <a:chExt cx="1684440" cy="524160"/>
          </a:xfrm>
        </p:grpSpPr>
        <mc:AlternateContent xmlns:mc="http://schemas.openxmlformats.org/markup-compatibility/2006">
          <mc:Choice xmlns:p14="http://schemas.microsoft.com/office/powerpoint/2010/main" Requires="p14">
            <p:contentPart p14:bwMode="auto" r:id="rId241">
              <p14:nvContentPartPr>
                <p14:cNvPr id="155" name="Ink 154">
                  <a:extLst>
                    <a:ext uri="{FF2B5EF4-FFF2-40B4-BE49-F238E27FC236}">
                      <a16:creationId xmlns:a16="http://schemas.microsoft.com/office/drawing/2014/main" id="{D58A1459-274A-272A-B01D-5996C98F0AFB}"/>
                    </a:ext>
                  </a:extLst>
                </p14:cNvPr>
                <p14:cNvContentPartPr/>
                <p14:nvPr/>
              </p14:nvContentPartPr>
              <p14:xfrm>
                <a:off x="282398" y="5471423"/>
                <a:ext cx="337320" cy="236880"/>
              </p14:xfrm>
            </p:contentPart>
          </mc:Choice>
          <mc:Fallback>
            <p:pic>
              <p:nvPicPr>
                <p:cNvPr id="155" name="Ink 154">
                  <a:extLst>
                    <a:ext uri="{FF2B5EF4-FFF2-40B4-BE49-F238E27FC236}">
                      <a16:creationId xmlns:a16="http://schemas.microsoft.com/office/drawing/2014/main" id="{D58A1459-274A-272A-B01D-5996C98F0AFB}"/>
                    </a:ext>
                  </a:extLst>
                </p:cNvPr>
                <p:cNvPicPr/>
                <p:nvPr/>
              </p:nvPicPr>
              <p:blipFill>
                <a:blip r:embed="rId242"/>
                <a:stretch>
                  <a:fillRect/>
                </a:stretch>
              </p:blipFill>
              <p:spPr>
                <a:xfrm>
                  <a:off x="273398" y="5462423"/>
                  <a:ext cx="35496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56" name="Ink 155">
                  <a:extLst>
                    <a:ext uri="{FF2B5EF4-FFF2-40B4-BE49-F238E27FC236}">
                      <a16:creationId xmlns:a16="http://schemas.microsoft.com/office/drawing/2014/main" id="{39DB11A5-E8FF-F957-F573-71B04BF24A8D}"/>
                    </a:ext>
                  </a:extLst>
                </p14:cNvPr>
                <p14:cNvContentPartPr/>
                <p14:nvPr/>
              </p14:nvContentPartPr>
              <p14:xfrm>
                <a:off x="713678" y="5350823"/>
                <a:ext cx="56880" cy="227880"/>
              </p14:xfrm>
            </p:contentPart>
          </mc:Choice>
          <mc:Fallback>
            <p:pic>
              <p:nvPicPr>
                <p:cNvPr id="156" name="Ink 155">
                  <a:extLst>
                    <a:ext uri="{FF2B5EF4-FFF2-40B4-BE49-F238E27FC236}">
                      <a16:creationId xmlns:a16="http://schemas.microsoft.com/office/drawing/2014/main" id="{39DB11A5-E8FF-F957-F573-71B04BF24A8D}"/>
                    </a:ext>
                  </a:extLst>
                </p:cNvPr>
                <p:cNvPicPr/>
                <p:nvPr/>
              </p:nvPicPr>
              <p:blipFill>
                <a:blip r:embed="rId244"/>
                <a:stretch>
                  <a:fillRect/>
                </a:stretch>
              </p:blipFill>
              <p:spPr>
                <a:xfrm>
                  <a:off x="705038" y="5341823"/>
                  <a:ext cx="7452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57" name="Ink 156">
                  <a:extLst>
                    <a:ext uri="{FF2B5EF4-FFF2-40B4-BE49-F238E27FC236}">
                      <a16:creationId xmlns:a16="http://schemas.microsoft.com/office/drawing/2014/main" id="{6EAC5AE3-A0B2-88CA-7E0D-E109D78D4365}"/>
                    </a:ext>
                  </a:extLst>
                </p14:cNvPr>
                <p14:cNvContentPartPr/>
                <p14:nvPr/>
              </p14:nvContentPartPr>
              <p14:xfrm>
                <a:off x="707558" y="5391143"/>
                <a:ext cx="354960" cy="164520"/>
              </p14:xfrm>
            </p:contentPart>
          </mc:Choice>
          <mc:Fallback>
            <p:pic>
              <p:nvPicPr>
                <p:cNvPr id="157" name="Ink 156">
                  <a:extLst>
                    <a:ext uri="{FF2B5EF4-FFF2-40B4-BE49-F238E27FC236}">
                      <a16:creationId xmlns:a16="http://schemas.microsoft.com/office/drawing/2014/main" id="{6EAC5AE3-A0B2-88CA-7E0D-E109D78D4365}"/>
                    </a:ext>
                  </a:extLst>
                </p:cNvPr>
                <p:cNvPicPr/>
                <p:nvPr/>
              </p:nvPicPr>
              <p:blipFill>
                <a:blip r:embed="rId246"/>
                <a:stretch>
                  <a:fillRect/>
                </a:stretch>
              </p:blipFill>
              <p:spPr>
                <a:xfrm>
                  <a:off x="698918" y="5382503"/>
                  <a:ext cx="3726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58" name="Ink 157">
                  <a:extLst>
                    <a:ext uri="{FF2B5EF4-FFF2-40B4-BE49-F238E27FC236}">
                      <a16:creationId xmlns:a16="http://schemas.microsoft.com/office/drawing/2014/main" id="{17CBF0AD-3FF7-E93B-0C8D-7610A84434B9}"/>
                    </a:ext>
                  </a:extLst>
                </p14:cNvPr>
                <p14:cNvContentPartPr/>
                <p14:nvPr/>
              </p14:nvContentPartPr>
              <p14:xfrm>
                <a:off x="1120118" y="5442263"/>
                <a:ext cx="30600" cy="6840"/>
              </p14:xfrm>
            </p:contentPart>
          </mc:Choice>
          <mc:Fallback>
            <p:pic>
              <p:nvPicPr>
                <p:cNvPr id="158" name="Ink 157">
                  <a:extLst>
                    <a:ext uri="{FF2B5EF4-FFF2-40B4-BE49-F238E27FC236}">
                      <a16:creationId xmlns:a16="http://schemas.microsoft.com/office/drawing/2014/main" id="{17CBF0AD-3FF7-E93B-0C8D-7610A84434B9}"/>
                    </a:ext>
                  </a:extLst>
                </p:cNvPr>
                <p:cNvPicPr/>
                <p:nvPr/>
              </p:nvPicPr>
              <p:blipFill>
                <a:blip r:embed="rId248"/>
                <a:stretch>
                  <a:fillRect/>
                </a:stretch>
              </p:blipFill>
              <p:spPr>
                <a:xfrm>
                  <a:off x="1111118" y="5433263"/>
                  <a:ext cx="482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61" name="Ink 160">
                  <a:extLst>
                    <a:ext uri="{FF2B5EF4-FFF2-40B4-BE49-F238E27FC236}">
                      <a16:creationId xmlns:a16="http://schemas.microsoft.com/office/drawing/2014/main" id="{DAA72434-FD89-2359-565F-99F0965AAD7B}"/>
                    </a:ext>
                  </a:extLst>
                </p14:cNvPr>
                <p14:cNvContentPartPr/>
                <p14:nvPr/>
              </p14:nvContentPartPr>
              <p14:xfrm>
                <a:off x="1265198" y="5337863"/>
                <a:ext cx="132840" cy="331200"/>
              </p14:xfrm>
            </p:contentPart>
          </mc:Choice>
          <mc:Fallback>
            <p:pic>
              <p:nvPicPr>
                <p:cNvPr id="161" name="Ink 160">
                  <a:extLst>
                    <a:ext uri="{FF2B5EF4-FFF2-40B4-BE49-F238E27FC236}">
                      <a16:creationId xmlns:a16="http://schemas.microsoft.com/office/drawing/2014/main" id="{DAA72434-FD89-2359-565F-99F0965AAD7B}"/>
                    </a:ext>
                  </a:extLst>
                </p:cNvPr>
                <p:cNvPicPr/>
                <p:nvPr/>
              </p:nvPicPr>
              <p:blipFill>
                <a:blip r:embed="rId250"/>
                <a:stretch>
                  <a:fillRect/>
                </a:stretch>
              </p:blipFill>
              <p:spPr>
                <a:xfrm>
                  <a:off x="1256198" y="5328863"/>
                  <a:ext cx="15048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62" name="Ink 161">
                  <a:extLst>
                    <a:ext uri="{FF2B5EF4-FFF2-40B4-BE49-F238E27FC236}">
                      <a16:creationId xmlns:a16="http://schemas.microsoft.com/office/drawing/2014/main" id="{08FBB13D-304A-61DC-6CB1-1FBD9473CC87}"/>
                    </a:ext>
                  </a:extLst>
                </p14:cNvPr>
                <p14:cNvContentPartPr/>
                <p14:nvPr/>
              </p14:nvContentPartPr>
              <p14:xfrm>
                <a:off x="1502798" y="5313383"/>
                <a:ext cx="110520" cy="140400"/>
              </p14:xfrm>
            </p:contentPart>
          </mc:Choice>
          <mc:Fallback>
            <p:pic>
              <p:nvPicPr>
                <p:cNvPr id="162" name="Ink 161">
                  <a:extLst>
                    <a:ext uri="{FF2B5EF4-FFF2-40B4-BE49-F238E27FC236}">
                      <a16:creationId xmlns:a16="http://schemas.microsoft.com/office/drawing/2014/main" id="{08FBB13D-304A-61DC-6CB1-1FBD9473CC87}"/>
                    </a:ext>
                  </a:extLst>
                </p:cNvPr>
                <p:cNvPicPr/>
                <p:nvPr/>
              </p:nvPicPr>
              <p:blipFill>
                <a:blip r:embed="rId252"/>
                <a:stretch>
                  <a:fillRect/>
                </a:stretch>
              </p:blipFill>
              <p:spPr>
                <a:xfrm>
                  <a:off x="1494158" y="5304383"/>
                  <a:ext cx="1281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63" name="Ink 162">
                  <a:extLst>
                    <a:ext uri="{FF2B5EF4-FFF2-40B4-BE49-F238E27FC236}">
                      <a16:creationId xmlns:a16="http://schemas.microsoft.com/office/drawing/2014/main" id="{442A9666-FA62-5DB9-FAEE-A29667F9EF51}"/>
                    </a:ext>
                  </a:extLst>
                </p14:cNvPr>
                <p14:cNvContentPartPr/>
                <p14:nvPr/>
              </p14:nvContentPartPr>
              <p14:xfrm>
                <a:off x="1678478" y="5184143"/>
                <a:ext cx="244440" cy="216360"/>
              </p14:xfrm>
            </p:contentPart>
          </mc:Choice>
          <mc:Fallback>
            <p:pic>
              <p:nvPicPr>
                <p:cNvPr id="163" name="Ink 162">
                  <a:extLst>
                    <a:ext uri="{FF2B5EF4-FFF2-40B4-BE49-F238E27FC236}">
                      <a16:creationId xmlns:a16="http://schemas.microsoft.com/office/drawing/2014/main" id="{442A9666-FA62-5DB9-FAEE-A29667F9EF51}"/>
                    </a:ext>
                  </a:extLst>
                </p:cNvPr>
                <p:cNvPicPr/>
                <p:nvPr/>
              </p:nvPicPr>
              <p:blipFill>
                <a:blip r:embed="rId254"/>
                <a:stretch>
                  <a:fillRect/>
                </a:stretch>
              </p:blipFill>
              <p:spPr>
                <a:xfrm>
                  <a:off x="1669838" y="5175143"/>
                  <a:ext cx="26208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64" name="Ink 163">
                  <a:extLst>
                    <a:ext uri="{FF2B5EF4-FFF2-40B4-BE49-F238E27FC236}">
                      <a16:creationId xmlns:a16="http://schemas.microsoft.com/office/drawing/2014/main" id="{7162D7FA-8A22-BE46-908E-B1794D13C5AC}"/>
                    </a:ext>
                  </a:extLst>
                </p14:cNvPr>
                <p14:cNvContentPartPr/>
                <p14:nvPr/>
              </p14:nvContentPartPr>
              <p14:xfrm>
                <a:off x="1965038" y="5304743"/>
                <a:ext cx="1800" cy="360"/>
              </p14:xfrm>
            </p:contentPart>
          </mc:Choice>
          <mc:Fallback>
            <p:pic>
              <p:nvPicPr>
                <p:cNvPr id="164" name="Ink 163">
                  <a:extLst>
                    <a:ext uri="{FF2B5EF4-FFF2-40B4-BE49-F238E27FC236}">
                      <a16:creationId xmlns:a16="http://schemas.microsoft.com/office/drawing/2014/main" id="{7162D7FA-8A22-BE46-908E-B1794D13C5AC}"/>
                    </a:ext>
                  </a:extLst>
                </p:cNvPr>
                <p:cNvPicPr/>
                <p:nvPr/>
              </p:nvPicPr>
              <p:blipFill>
                <a:blip r:embed="rId3"/>
                <a:stretch>
                  <a:fillRect/>
                </a:stretch>
              </p:blipFill>
              <p:spPr>
                <a:xfrm>
                  <a:off x="1956038" y="5295743"/>
                  <a:ext cx="19440" cy="18000"/>
                </a:xfrm>
                <a:prstGeom prst="rect">
                  <a:avLst/>
                </a:prstGeom>
              </p:spPr>
            </p:pic>
          </mc:Fallback>
        </mc:AlternateContent>
      </p:grpSp>
      <p:grpSp>
        <p:nvGrpSpPr>
          <p:cNvPr id="175" name="Group 174">
            <a:extLst>
              <a:ext uri="{FF2B5EF4-FFF2-40B4-BE49-F238E27FC236}">
                <a16:creationId xmlns:a16="http://schemas.microsoft.com/office/drawing/2014/main" id="{365B6B19-E6A6-780A-0745-838D419EA3DA}"/>
              </a:ext>
            </a:extLst>
          </p:cNvPr>
          <p:cNvGrpSpPr/>
          <p:nvPr/>
        </p:nvGrpSpPr>
        <p:grpSpPr>
          <a:xfrm>
            <a:off x="644918" y="2711663"/>
            <a:ext cx="2492640" cy="623160"/>
            <a:chOff x="644918" y="2711663"/>
            <a:chExt cx="2492640" cy="623160"/>
          </a:xfrm>
        </p:grpSpPr>
        <mc:AlternateContent xmlns:mc="http://schemas.openxmlformats.org/markup-compatibility/2006">
          <mc:Choice xmlns:p14="http://schemas.microsoft.com/office/powerpoint/2010/main" Requires="p14">
            <p:contentPart p14:bwMode="auto" r:id="rId256">
              <p14:nvContentPartPr>
                <p14:cNvPr id="111" name="Ink 110">
                  <a:extLst>
                    <a:ext uri="{FF2B5EF4-FFF2-40B4-BE49-F238E27FC236}">
                      <a16:creationId xmlns:a16="http://schemas.microsoft.com/office/drawing/2014/main" id="{A343823C-5D7D-3AB2-10A1-5672B4A39018}"/>
                    </a:ext>
                  </a:extLst>
                </p14:cNvPr>
                <p14:cNvContentPartPr/>
                <p14:nvPr/>
              </p14:nvContentPartPr>
              <p14:xfrm>
                <a:off x="644918" y="3105863"/>
                <a:ext cx="167040" cy="228960"/>
              </p14:xfrm>
            </p:contentPart>
          </mc:Choice>
          <mc:Fallback>
            <p:pic>
              <p:nvPicPr>
                <p:cNvPr id="111" name="Ink 110">
                  <a:extLst>
                    <a:ext uri="{FF2B5EF4-FFF2-40B4-BE49-F238E27FC236}">
                      <a16:creationId xmlns:a16="http://schemas.microsoft.com/office/drawing/2014/main" id="{A343823C-5D7D-3AB2-10A1-5672B4A39018}"/>
                    </a:ext>
                  </a:extLst>
                </p:cNvPr>
                <p:cNvPicPr/>
                <p:nvPr/>
              </p:nvPicPr>
              <p:blipFill>
                <a:blip r:embed="rId257"/>
                <a:stretch>
                  <a:fillRect/>
                </a:stretch>
              </p:blipFill>
              <p:spPr>
                <a:xfrm>
                  <a:off x="635918" y="3096863"/>
                  <a:ext cx="18468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12" name="Ink 111">
                  <a:extLst>
                    <a:ext uri="{FF2B5EF4-FFF2-40B4-BE49-F238E27FC236}">
                      <a16:creationId xmlns:a16="http://schemas.microsoft.com/office/drawing/2014/main" id="{549DCFF3-16E4-6D0F-A57F-2CE04EDCC790}"/>
                    </a:ext>
                  </a:extLst>
                </p14:cNvPr>
                <p14:cNvContentPartPr/>
                <p14:nvPr/>
              </p14:nvContentPartPr>
              <p14:xfrm>
                <a:off x="801158" y="3150143"/>
                <a:ext cx="119520" cy="165240"/>
              </p14:xfrm>
            </p:contentPart>
          </mc:Choice>
          <mc:Fallback>
            <p:pic>
              <p:nvPicPr>
                <p:cNvPr id="112" name="Ink 111">
                  <a:extLst>
                    <a:ext uri="{FF2B5EF4-FFF2-40B4-BE49-F238E27FC236}">
                      <a16:creationId xmlns:a16="http://schemas.microsoft.com/office/drawing/2014/main" id="{549DCFF3-16E4-6D0F-A57F-2CE04EDCC790}"/>
                    </a:ext>
                  </a:extLst>
                </p:cNvPr>
                <p:cNvPicPr/>
                <p:nvPr/>
              </p:nvPicPr>
              <p:blipFill>
                <a:blip r:embed="rId259"/>
                <a:stretch>
                  <a:fillRect/>
                </a:stretch>
              </p:blipFill>
              <p:spPr>
                <a:xfrm>
                  <a:off x="792158" y="3141503"/>
                  <a:ext cx="13716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13" name="Ink 112">
                  <a:extLst>
                    <a:ext uri="{FF2B5EF4-FFF2-40B4-BE49-F238E27FC236}">
                      <a16:creationId xmlns:a16="http://schemas.microsoft.com/office/drawing/2014/main" id="{F7A94E2B-3731-8C55-1D1B-264B1D36EF89}"/>
                    </a:ext>
                  </a:extLst>
                </p14:cNvPr>
                <p14:cNvContentPartPr/>
                <p14:nvPr/>
              </p14:nvContentPartPr>
              <p14:xfrm>
                <a:off x="951998" y="3138623"/>
                <a:ext cx="123840" cy="178920"/>
              </p14:xfrm>
            </p:contentPart>
          </mc:Choice>
          <mc:Fallback>
            <p:pic>
              <p:nvPicPr>
                <p:cNvPr id="113" name="Ink 112">
                  <a:extLst>
                    <a:ext uri="{FF2B5EF4-FFF2-40B4-BE49-F238E27FC236}">
                      <a16:creationId xmlns:a16="http://schemas.microsoft.com/office/drawing/2014/main" id="{F7A94E2B-3731-8C55-1D1B-264B1D36EF89}"/>
                    </a:ext>
                  </a:extLst>
                </p:cNvPr>
                <p:cNvPicPr/>
                <p:nvPr/>
              </p:nvPicPr>
              <p:blipFill>
                <a:blip r:embed="rId261"/>
                <a:stretch>
                  <a:fillRect/>
                </a:stretch>
              </p:blipFill>
              <p:spPr>
                <a:xfrm>
                  <a:off x="942998" y="3129983"/>
                  <a:ext cx="14148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14" name="Ink 113">
                  <a:extLst>
                    <a:ext uri="{FF2B5EF4-FFF2-40B4-BE49-F238E27FC236}">
                      <a16:creationId xmlns:a16="http://schemas.microsoft.com/office/drawing/2014/main" id="{892881F3-A5ED-D955-A82B-840BB55B9A7A}"/>
                    </a:ext>
                  </a:extLst>
                </p14:cNvPr>
                <p14:cNvContentPartPr/>
                <p14:nvPr/>
              </p14:nvContentPartPr>
              <p14:xfrm>
                <a:off x="1138838" y="3167783"/>
                <a:ext cx="96840" cy="125640"/>
              </p14:xfrm>
            </p:contentPart>
          </mc:Choice>
          <mc:Fallback>
            <p:pic>
              <p:nvPicPr>
                <p:cNvPr id="114" name="Ink 113">
                  <a:extLst>
                    <a:ext uri="{FF2B5EF4-FFF2-40B4-BE49-F238E27FC236}">
                      <a16:creationId xmlns:a16="http://schemas.microsoft.com/office/drawing/2014/main" id="{892881F3-A5ED-D955-A82B-840BB55B9A7A}"/>
                    </a:ext>
                  </a:extLst>
                </p:cNvPr>
                <p:cNvPicPr/>
                <p:nvPr/>
              </p:nvPicPr>
              <p:blipFill>
                <a:blip r:embed="rId263"/>
                <a:stretch>
                  <a:fillRect/>
                </a:stretch>
              </p:blipFill>
              <p:spPr>
                <a:xfrm>
                  <a:off x="1129838" y="3158783"/>
                  <a:ext cx="1144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15" name="Ink 114">
                  <a:extLst>
                    <a:ext uri="{FF2B5EF4-FFF2-40B4-BE49-F238E27FC236}">
                      <a16:creationId xmlns:a16="http://schemas.microsoft.com/office/drawing/2014/main" id="{465A6C13-80B1-9238-109A-824ADE7CF89E}"/>
                    </a:ext>
                  </a:extLst>
                </p14:cNvPr>
                <p14:cNvContentPartPr/>
                <p14:nvPr/>
              </p14:nvContentPartPr>
              <p14:xfrm>
                <a:off x="1297598" y="3184343"/>
                <a:ext cx="63000" cy="110520"/>
              </p14:xfrm>
            </p:contentPart>
          </mc:Choice>
          <mc:Fallback>
            <p:pic>
              <p:nvPicPr>
                <p:cNvPr id="115" name="Ink 114">
                  <a:extLst>
                    <a:ext uri="{FF2B5EF4-FFF2-40B4-BE49-F238E27FC236}">
                      <a16:creationId xmlns:a16="http://schemas.microsoft.com/office/drawing/2014/main" id="{465A6C13-80B1-9238-109A-824ADE7CF89E}"/>
                    </a:ext>
                  </a:extLst>
                </p:cNvPr>
                <p:cNvPicPr/>
                <p:nvPr/>
              </p:nvPicPr>
              <p:blipFill>
                <a:blip r:embed="rId265"/>
                <a:stretch>
                  <a:fillRect/>
                </a:stretch>
              </p:blipFill>
              <p:spPr>
                <a:xfrm>
                  <a:off x="1288598" y="3175343"/>
                  <a:ext cx="8064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16" name="Ink 115">
                  <a:extLst>
                    <a:ext uri="{FF2B5EF4-FFF2-40B4-BE49-F238E27FC236}">
                      <a16:creationId xmlns:a16="http://schemas.microsoft.com/office/drawing/2014/main" id="{C170ADEB-6BDC-D2F4-4B7B-EADD16432987}"/>
                    </a:ext>
                  </a:extLst>
                </p14:cNvPr>
                <p14:cNvContentPartPr/>
                <p14:nvPr/>
              </p14:nvContentPartPr>
              <p14:xfrm>
                <a:off x="1373198" y="3138263"/>
                <a:ext cx="23760" cy="43200"/>
              </p14:xfrm>
            </p:contentPart>
          </mc:Choice>
          <mc:Fallback>
            <p:pic>
              <p:nvPicPr>
                <p:cNvPr id="116" name="Ink 115">
                  <a:extLst>
                    <a:ext uri="{FF2B5EF4-FFF2-40B4-BE49-F238E27FC236}">
                      <a16:creationId xmlns:a16="http://schemas.microsoft.com/office/drawing/2014/main" id="{C170ADEB-6BDC-D2F4-4B7B-EADD16432987}"/>
                    </a:ext>
                  </a:extLst>
                </p:cNvPr>
                <p:cNvPicPr/>
                <p:nvPr/>
              </p:nvPicPr>
              <p:blipFill>
                <a:blip r:embed="rId267"/>
                <a:stretch>
                  <a:fillRect/>
                </a:stretch>
              </p:blipFill>
              <p:spPr>
                <a:xfrm>
                  <a:off x="1364198" y="3129623"/>
                  <a:ext cx="4140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17" name="Ink 116">
                  <a:extLst>
                    <a:ext uri="{FF2B5EF4-FFF2-40B4-BE49-F238E27FC236}">
                      <a16:creationId xmlns:a16="http://schemas.microsoft.com/office/drawing/2014/main" id="{DD28CDF4-7400-DAD5-8F07-236A221023C4}"/>
                    </a:ext>
                  </a:extLst>
                </p14:cNvPr>
                <p14:cNvContentPartPr/>
                <p14:nvPr/>
              </p14:nvContentPartPr>
              <p14:xfrm>
                <a:off x="1471478" y="3166703"/>
                <a:ext cx="102960" cy="107280"/>
              </p14:xfrm>
            </p:contentPart>
          </mc:Choice>
          <mc:Fallback>
            <p:pic>
              <p:nvPicPr>
                <p:cNvPr id="117" name="Ink 116">
                  <a:extLst>
                    <a:ext uri="{FF2B5EF4-FFF2-40B4-BE49-F238E27FC236}">
                      <a16:creationId xmlns:a16="http://schemas.microsoft.com/office/drawing/2014/main" id="{DD28CDF4-7400-DAD5-8F07-236A221023C4}"/>
                    </a:ext>
                  </a:extLst>
                </p:cNvPr>
                <p:cNvPicPr/>
                <p:nvPr/>
              </p:nvPicPr>
              <p:blipFill>
                <a:blip r:embed="rId269"/>
                <a:stretch>
                  <a:fillRect/>
                </a:stretch>
              </p:blipFill>
              <p:spPr>
                <a:xfrm>
                  <a:off x="1462478" y="3158063"/>
                  <a:ext cx="1206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18" name="Ink 117">
                  <a:extLst>
                    <a:ext uri="{FF2B5EF4-FFF2-40B4-BE49-F238E27FC236}">
                      <a16:creationId xmlns:a16="http://schemas.microsoft.com/office/drawing/2014/main" id="{4DA945F9-7857-52B8-97EA-A43B6F1B8678}"/>
                    </a:ext>
                  </a:extLst>
                </p14:cNvPr>
                <p14:cNvContentPartPr/>
                <p14:nvPr/>
              </p14:nvContentPartPr>
              <p14:xfrm>
                <a:off x="1621238" y="3177143"/>
                <a:ext cx="88920" cy="137520"/>
              </p14:xfrm>
            </p:contentPart>
          </mc:Choice>
          <mc:Fallback>
            <p:pic>
              <p:nvPicPr>
                <p:cNvPr id="118" name="Ink 117">
                  <a:extLst>
                    <a:ext uri="{FF2B5EF4-FFF2-40B4-BE49-F238E27FC236}">
                      <a16:creationId xmlns:a16="http://schemas.microsoft.com/office/drawing/2014/main" id="{4DA945F9-7857-52B8-97EA-A43B6F1B8678}"/>
                    </a:ext>
                  </a:extLst>
                </p:cNvPr>
                <p:cNvPicPr/>
                <p:nvPr/>
              </p:nvPicPr>
              <p:blipFill>
                <a:blip r:embed="rId271"/>
                <a:stretch>
                  <a:fillRect/>
                </a:stretch>
              </p:blipFill>
              <p:spPr>
                <a:xfrm>
                  <a:off x="1612238" y="3168503"/>
                  <a:ext cx="10656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19" name="Ink 118">
                  <a:extLst>
                    <a:ext uri="{FF2B5EF4-FFF2-40B4-BE49-F238E27FC236}">
                      <a16:creationId xmlns:a16="http://schemas.microsoft.com/office/drawing/2014/main" id="{7704D79A-02AB-91DC-6918-7AFFCACDC054}"/>
                    </a:ext>
                  </a:extLst>
                </p14:cNvPr>
                <p14:cNvContentPartPr/>
                <p14:nvPr/>
              </p14:nvContentPartPr>
              <p14:xfrm>
                <a:off x="1786478" y="3156983"/>
                <a:ext cx="119880" cy="143280"/>
              </p14:xfrm>
            </p:contentPart>
          </mc:Choice>
          <mc:Fallback>
            <p:pic>
              <p:nvPicPr>
                <p:cNvPr id="119" name="Ink 118">
                  <a:extLst>
                    <a:ext uri="{FF2B5EF4-FFF2-40B4-BE49-F238E27FC236}">
                      <a16:creationId xmlns:a16="http://schemas.microsoft.com/office/drawing/2014/main" id="{7704D79A-02AB-91DC-6918-7AFFCACDC054}"/>
                    </a:ext>
                  </a:extLst>
                </p:cNvPr>
                <p:cNvPicPr/>
                <p:nvPr/>
              </p:nvPicPr>
              <p:blipFill>
                <a:blip r:embed="rId273"/>
                <a:stretch>
                  <a:fillRect/>
                </a:stretch>
              </p:blipFill>
              <p:spPr>
                <a:xfrm>
                  <a:off x="1777478" y="3148343"/>
                  <a:ext cx="13752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20" name="Ink 119">
                  <a:extLst>
                    <a:ext uri="{FF2B5EF4-FFF2-40B4-BE49-F238E27FC236}">
                      <a16:creationId xmlns:a16="http://schemas.microsoft.com/office/drawing/2014/main" id="{8E338071-4108-53E3-7E1E-BDF0EDC69139}"/>
                    </a:ext>
                  </a:extLst>
                </p14:cNvPr>
                <p14:cNvContentPartPr/>
                <p14:nvPr/>
              </p14:nvContentPartPr>
              <p14:xfrm>
                <a:off x="1951358" y="3126743"/>
                <a:ext cx="125640" cy="184680"/>
              </p14:xfrm>
            </p:contentPart>
          </mc:Choice>
          <mc:Fallback>
            <p:pic>
              <p:nvPicPr>
                <p:cNvPr id="120" name="Ink 119">
                  <a:extLst>
                    <a:ext uri="{FF2B5EF4-FFF2-40B4-BE49-F238E27FC236}">
                      <a16:creationId xmlns:a16="http://schemas.microsoft.com/office/drawing/2014/main" id="{8E338071-4108-53E3-7E1E-BDF0EDC69139}"/>
                    </a:ext>
                  </a:extLst>
                </p:cNvPr>
                <p:cNvPicPr/>
                <p:nvPr/>
              </p:nvPicPr>
              <p:blipFill>
                <a:blip r:embed="rId275"/>
                <a:stretch>
                  <a:fillRect/>
                </a:stretch>
              </p:blipFill>
              <p:spPr>
                <a:xfrm>
                  <a:off x="1942718" y="3117743"/>
                  <a:ext cx="14328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21" name="Ink 120">
                  <a:extLst>
                    <a:ext uri="{FF2B5EF4-FFF2-40B4-BE49-F238E27FC236}">
                      <a16:creationId xmlns:a16="http://schemas.microsoft.com/office/drawing/2014/main" id="{615BDDDA-588F-C639-7376-FD298127D810}"/>
                    </a:ext>
                  </a:extLst>
                </p14:cNvPr>
                <p14:cNvContentPartPr/>
                <p14:nvPr/>
              </p14:nvContentPartPr>
              <p14:xfrm>
                <a:off x="2286878" y="3144023"/>
                <a:ext cx="30600" cy="360"/>
              </p14:xfrm>
            </p:contentPart>
          </mc:Choice>
          <mc:Fallback>
            <p:pic>
              <p:nvPicPr>
                <p:cNvPr id="121" name="Ink 120">
                  <a:extLst>
                    <a:ext uri="{FF2B5EF4-FFF2-40B4-BE49-F238E27FC236}">
                      <a16:creationId xmlns:a16="http://schemas.microsoft.com/office/drawing/2014/main" id="{615BDDDA-588F-C639-7376-FD298127D810}"/>
                    </a:ext>
                  </a:extLst>
                </p:cNvPr>
                <p:cNvPicPr/>
                <p:nvPr/>
              </p:nvPicPr>
              <p:blipFill>
                <a:blip r:embed="rId277"/>
                <a:stretch>
                  <a:fillRect/>
                </a:stretch>
              </p:blipFill>
              <p:spPr>
                <a:xfrm>
                  <a:off x="2278238" y="3135023"/>
                  <a:ext cx="482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22" name="Ink 121">
                  <a:extLst>
                    <a:ext uri="{FF2B5EF4-FFF2-40B4-BE49-F238E27FC236}">
                      <a16:creationId xmlns:a16="http://schemas.microsoft.com/office/drawing/2014/main" id="{18CDDB3E-A7AF-85D3-21D2-A07DF2ACBA8F}"/>
                    </a:ext>
                  </a:extLst>
                </p14:cNvPr>
                <p14:cNvContentPartPr/>
                <p14:nvPr/>
              </p14:nvContentPartPr>
              <p14:xfrm>
                <a:off x="2273198" y="3325463"/>
                <a:ext cx="1440" cy="2880"/>
              </p14:xfrm>
            </p:contentPart>
          </mc:Choice>
          <mc:Fallback>
            <p:pic>
              <p:nvPicPr>
                <p:cNvPr id="122" name="Ink 121">
                  <a:extLst>
                    <a:ext uri="{FF2B5EF4-FFF2-40B4-BE49-F238E27FC236}">
                      <a16:creationId xmlns:a16="http://schemas.microsoft.com/office/drawing/2014/main" id="{18CDDB3E-A7AF-85D3-21D2-A07DF2ACBA8F}"/>
                    </a:ext>
                  </a:extLst>
                </p:cNvPr>
                <p:cNvPicPr/>
                <p:nvPr/>
              </p:nvPicPr>
              <p:blipFill>
                <a:blip r:embed="rId279"/>
                <a:stretch>
                  <a:fillRect/>
                </a:stretch>
              </p:blipFill>
              <p:spPr>
                <a:xfrm>
                  <a:off x="2264558" y="3316463"/>
                  <a:ext cx="190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6" name="Ink 165">
                  <a:extLst>
                    <a:ext uri="{FF2B5EF4-FFF2-40B4-BE49-F238E27FC236}">
                      <a16:creationId xmlns:a16="http://schemas.microsoft.com/office/drawing/2014/main" id="{8FC91203-2DC9-47E4-C593-7F359F29B3EF}"/>
                    </a:ext>
                  </a:extLst>
                </p14:cNvPr>
                <p14:cNvContentPartPr/>
                <p14:nvPr/>
              </p14:nvContentPartPr>
              <p14:xfrm>
                <a:off x="1609358" y="2825783"/>
                <a:ext cx="120240" cy="12960"/>
              </p14:xfrm>
            </p:contentPart>
          </mc:Choice>
          <mc:Fallback>
            <p:pic>
              <p:nvPicPr>
                <p:cNvPr id="166" name="Ink 165">
                  <a:extLst>
                    <a:ext uri="{FF2B5EF4-FFF2-40B4-BE49-F238E27FC236}">
                      <a16:creationId xmlns:a16="http://schemas.microsoft.com/office/drawing/2014/main" id="{8FC91203-2DC9-47E4-C593-7F359F29B3EF}"/>
                    </a:ext>
                  </a:extLst>
                </p:cNvPr>
                <p:cNvPicPr/>
                <p:nvPr/>
              </p:nvPicPr>
              <p:blipFill>
                <a:blip r:embed="rId281"/>
                <a:stretch>
                  <a:fillRect/>
                </a:stretch>
              </p:blipFill>
              <p:spPr>
                <a:xfrm>
                  <a:off x="1600358" y="2817143"/>
                  <a:ext cx="13788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67" name="Ink 166">
                  <a:extLst>
                    <a:ext uri="{FF2B5EF4-FFF2-40B4-BE49-F238E27FC236}">
                      <a16:creationId xmlns:a16="http://schemas.microsoft.com/office/drawing/2014/main" id="{642FA7E3-173A-8956-E1F9-CCDDB344CFB9}"/>
                    </a:ext>
                  </a:extLst>
                </p14:cNvPr>
                <p14:cNvContentPartPr/>
                <p14:nvPr/>
              </p14:nvContentPartPr>
              <p14:xfrm>
                <a:off x="2003558" y="2775743"/>
                <a:ext cx="395640" cy="211320"/>
              </p14:xfrm>
            </p:contentPart>
          </mc:Choice>
          <mc:Fallback>
            <p:pic>
              <p:nvPicPr>
                <p:cNvPr id="167" name="Ink 166">
                  <a:extLst>
                    <a:ext uri="{FF2B5EF4-FFF2-40B4-BE49-F238E27FC236}">
                      <a16:creationId xmlns:a16="http://schemas.microsoft.com/office/drawing/2014/main" id="{642FA7E3-173A-8956-E1F9-CCDDB344CFB9}"/>
                    </a:ext>
                  </a:extLst>
                </p:cNvPr>
                <p:cNvPicPr/>
                <p:nvPr/>
              </p:nvPicPr>
              <p:blipFill>
                <a:blip r:embed="rId283"/>
                <a:stretch>
                  <a:fillRect/>
                </a:stretch>
              </p:blipFill>
              <p:spPr>
                <a:xfrm>
                  <a:off x="1994558" y="2767103"/>
                  <a:ext cx="4132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68" name="Ink 167">
                  <a:extLst>
                    <a:ext uri="{FF2B5EF4-FFF2-40B4-BE49-F238E27FC236}">
                      <a16:creationId xmlns:a16="http://schemas.microsoft.com/office/drawing/2014/main" id="{067E8D35-C8B0-EB9F-4E9E-F8810A675B6D}"/>
                    </a:ext>
                  </a:extLst>
                </p14:cNvPr>
                <p14:cNvContentPartPr/>
                <p14:nvPr/>
              </p14:nvContentPartPr>
              <p14:xfrm>
                <a:off x="2452478" y="2785103"/>
                <a:ext cx="120240" cy="192240"/>
              </p14:xfrm>
            </p:contentPart>
          </mc:Choice>
          <mc:Fallback>
            <p:pic>
              <p:nvPicPr>
                <p:cNvPr id="168" name="Ink 167">
                  <a:extLst>
                    <a:ext uri="{FF2B5EF4-FFF2-40B4-BE49-F238E27FC236}">
                      <a16:creationId xmlns:a16="http://schemas.microsoft.com/office/drawing/2014/main" id="{067E8D35-C8B0-EB9F-4E9E-F8810A675B6D}"/>
                    </a:ext>
                  </a:extLst>
                </p:cNvPr>
                <p:cNvPicPr/>
                <p:nvPr/>
              </p:nvPicPr>
              <p:blipFill>
                <a:blip r:embed="rId285"/>
                <a:stretch>
                  <a:fillRect/>
                </a:stretch>
              </p:blipFill>
              <p:spPr>
                <a:xfrm>
                  <a:off x="2443478" y="2776463"/>
                  <a:ext cx="13788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69" name="Ink 168">
                  <a:extLst>
                    <a:ext uri="{FF2B5EF4-FFF2-40B4-BE49-F238E27FC236}">
                      <a16:creationId xmlns:a16="http://schemas.microsoft.com/office/drawing/2014/main" id="{7CC4BF68-89F2-1CAD-F128-FA241C2707ED}"/>
                    </a:ext>
                  </a:extLst>
                </p14:cNvPr>
                <p14:cNvContentPartPr/>
                <p14:nvPr/>
              </p14:nvContentPartPr>
              <p14:xfrm>
                <a:off x="2610158" y="2849543"/>
                <a:ext cx="75960" cy="6120"/>
              </p14:xfrm>
            </p:contentPart>
          </mc:Choice>
          <mc:Fallback>
            <p:pic>
              <p:nvPicPr>
                <p:cNvPr id="169" name="Ink 168">
                  <a:extLst>
                    <a:ext uri="{FF2B5EF4-FFF2-40B4-BE49-F238E27FC236}">
                      <a16:creationId xmlns:a16="http://schemas.microsoft.com/office/drawing/2014/main" id="{7CC4BF68-89F2-1CAD-F128-FA241C2707ED}"/>
                    </a:ext>
                  </a:extLst>
                </p:cNvPr>
                <p:cNvPicPr/>
                <p:nvPr/>
              </p:nvPicPr>
              <p:blipFill>
                <a:blip r:embed="rId287"/>
                <a:stretch>
                  <a:fillRect/>
                </a:stretch>
              </p:blipFill>
              <p:spPr>
                <a:xfrm>
                  <a:off x="2601518" y="2840543"/>
                  <a:ext cx="936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0" name="Ink 169">
                  <a:extLst>
                    <a:ext uri="{FF2B5EF4-FFF2-40B4-BE49-F238E27FC236}">
                      <a16:creationId xmlns:a16="http://schemas.microsoft.com/office/drawing/2014/main" id="{03B59C9E-4C7B-1E3D-C3FC-1C19E4A70E08}"/>
                    </a:ext>
                  </a:extLst>
                </p14:cNvPr>
                <p14:cNvContentPartPr/>
                <p14:nvPr/>
              </p14:nvContentPartPr>
              <p14:xfrm>
                <a:off x="2848838" y="2737943"/>
                <a:ext cx="184320" cy="170640"/>
              </p14:xfrm>
            </p:contentPart>
          </mc:Choice>
          <mc:Fallback>
            <p:pic>
              <p:nvPicPr>
                <p:cNvPr id="170" name="Ink 169">
                  <a:extLst>
                    <a:ext uri="{FF2B5EF4-FFF2-40B4-BE49-F238E27FC236}">
                      <a16:creationId xmlns:a16="http://schemas.microsoft.com/office/drawing/2014/main" id="{03B59C9E-4C7B-1E3D-C3FC-1C19E4A70E08}"/>
                    </a:ext>
                  </a:extLst>
                </p:cNvPr>
                <p:cNvPicPr/>
                <p:nvPr/>
              </p:nvPicPr>
              <p:blipFill>
                <a:blip r:embed="rId289"/>
                <a:stretch>
                  <a:fillRect/>
                </a:stretch>
              </p:blipFill>
              <p:spPr>
                <a:xfrm>
                  <a:off x="2839838" y="2728943"/>
                  <a:ext cx="20196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1" name="Ink 170">
                  <a:extLst>
                    <a:ext uri="{FF2B5EF4-FFF2-40B4-BE49-F238E27FC236}">
                      <a16:creationId xmlns:a16="http://schemas.microsoft.com/office/drawing/2014/main" id="{4B2CB6F3-0967-5181-42A4-1439A86C2272}"/>
                    </a:ext>
                  </a:extLst>
                </p14:cNvPr>
                <p14:cNvContentPartPr/>
                <p14:nvPr/>
              </p14:nvContentPartPr>
              <p14:xfrm>
                <a:off x="3118478" y="2806703"/>
                <a:ext cx="19080" cy="128520"/>
              </p14:xfrm>
            </p:contentPart>
          </mc:Choice>
          <mc:Fallback>
            <p:pic>
              <p:nvPicPr>
                <p:cNvPr id="171" name="Ink 170">
                  <a:extLst>
                    <a:ext uri="{FF2B5EF4-FFF2-40B4-BE49-F238E27FC236}">
                      <a16:creationId xmlns:a16="http://schemas.microsoft.com/office/drawing/2014/main" id="{4B2CB6F3-0967-5181-42A4-1439A86C2272}"/>
                    </a:ext>
                  </a:extLst>
                </p:cNvPr>
                <p:cNvPicPr/>
                <p:nvPr/>
              </p:nvPicPr>
              <p:blipFill>
                <a:blip r:embed="rId291"/>
                <a:stretch>
                  <a:fillRect/>
                </a:stretch>
              </p:blipFill>
              <p:spPr>
                <a:xfrm>
                  <a:off x="3109838" y="2797703"/>
                  <a:ext cx="367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3" name="Ink 172">
                  <a:extLst>
                    <a:ext uri="{FF2B5EF4-FFF2-40B4-BE49-F238E27FC236}">
                      <a16:creationId xmlns:a16="http://schemas.microsoft.com/office/drawing/2014/main" id="{D9EB49BC-5FD1-FB3B-7ED3-EACCE25253A8}"/>
                    </a:ext>
                  </a:extLst>
                </p14:cNvPr>
                <p14:cNvContentPartPr/>
                <p14:nvPr/>
              </p14:nvContentPartPr>
              <p14:xfrm>
                <a:off x="1922558" y="2711663"/>
                <a:ext cx="609840" cy="216360"/>
              </p14:xfrm>
            </p:contentPart>
          </mc:Choice>
          <mc:Fallback>
            <p:pic>
              <p:nvPicPr>
                <p:cNvPr id="173" name="Ink 172">
                  <a:extLst>
                    <a:ext uri="{FF2B5EF4-FFF2-40B4-BE49-F238E27FC236}">
                      <a16:creationId xmlns:a16="http://schemas.microsoft.com/office/drawing/2014/main" id="{D9EB49BC-5FD1-FB3B-7ED3-EACCE25253A8}"/>
                    </a:ext>
                  </a:extLst>
                </p:cNvPr>
                <p:cNvPicPr/>
                <p:nvPr/>
              </p:nvPicPr>
              <p:blipFill>
                <a:blip r:embed="rId293"/>
                <a:stretch>
                  <a:fillRect/>
                </a:stretch>
              </p:blipFill>
              <p:spPr>
                <a:xfrm>
                  <a:off x="1913558" y="2702663"/>
                  <a:ext cx="62748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4" name="Ink 173">
                  <a:extLst>
                    <a:ext uri="{FF2B5EF4-FFF2-40B4-BE49-F238E27FC236}">
                      <a16:creationId xmlns:a16="http://schemas.microsoft.com/office/drawing/2014/main" id="{83F071D9-249F-797E-A051-ED844BF6E0EE}"/>
                    </a:ext>
                  </a:extLst>
                </p14:cNvPr>
                <p14:cNvContentPartPr/>
                <p14:nvPr/>
              </p14:nvContentPartPr>
              <p14:xfrm>
                <a:off x="1961438" y="2742983"/>
                <a:ext cx="480960" cy="282240"/>
              </p14:xfrm>
            </p:contentPart>
          </mc:Choice>
          <mc:Fallback>
            <p:pic>
              <p:nvPicPr>
                <p:cNvPr id="174" name="Ink 173">
                  <a:extLst>
                    <a:ext uri="{FF2B5EF4-FFF2-40B4-BE49-F238E27FC236}">
                      <a16:creationId xmlns:a16="http://schemas.microsoft.com/office/drawing/2014/main" id="{83F071D9-249F-797E-A051-ED844BF6E0EE}"/>
                    </a:ext>
                  </a:extLst>
                </p:cNvPr>
                <p:cNvPicPr/>
                <p:nvPr/>
              </p:nvPicPr>
              <p:blipFill>
                <a:blip r:embed="rId295"/>
                <a:stretch>
                  <a:fillRect/>
                </a:stretch>
              </p:blipFill>
              <p:spPr>
                <a:xfrm>
                  <a:off x="1952798" y="2734343"/>
                  <a:ext cx="498600" cy="299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6">
            <p14:nvContentPartPr>
              <p14:cNvPr id="176" name="Ink 175">
                <a:extLst>
                  <a:ext uri="{FF2B5EF4-FFF2-40B4-BE49-F238E27FC236}">
                    <a16:creationId xmlns:a16="http://schemas.microsoft.com/office/drawing/2014/main" id="{BE6B9730-5064-3E7C-644E-2CBBC829A226}"/>
                  </a:ext>
                </a:extLst>
              </p14:cNvPr>
              <p14:cNvContentPartPr/>
              <p14:nvPr/>
            </p14:nvContentPartPr>
            <p14:xfrm>
              <a:off x="4382798" y="1693583"/>
              <a:ext cx="241560" cy="171720"/>
            </p14:xfrm>
          </p:contentPart>
        </mc:Choice>
        <mc:Fallback>
          <p:pic>
            <p:nvPicPr>
              <p:cNvPr id="176" name="Ink 175">
                <a:extLst>
                  <a:ext uri="{FF2B5EF4-FFF2-40B4-BE49-F238E27FC236}">
                    <a16:creationId xmlns:a16="http://schemas.microsoft.com/office/drawing/2014/main" id="{BE6B9730-5064-3E7C-644E-2CBBC829A226}"/>
                  </a:ext>
                </a:extLst>
              </p:cNvPr>
              <p:cNvPicPr/>
              <p:nvPr/>
            </p:nvPicPr>
            <p:blipFill>
              <a:blip r:embed="rId297"/>
              <a:stretch>
                <a:fillRect/>
              </a:stretch>
            </p:blipFill>
            <p:spPr>
              <a:xfrm>
                <a:off x="4374158" y="1684583"/>
                <a:ext cx="25920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7" name="Ink 176">
                <a:extLst>
                  <a:ext uri="{FF2B5EF4-FFF2-40B4-BE49-F238E27FC236}">
                    <a16:creationId xmlns:a16="http://schemas.microsoft.com/office/drawing/2014/main" id="{B6F6AB32-4065-83F4-2CA8-3739A5CCE795}"/>
                  </a:ext>
                </a:extLst>
              </p14:cNvPr>
              <p14:cNvContentPartPr/>
              <p14:nvPr/>
            </p14:nvContentPartPr>
            <p14:xfrm>
              <a:off x="4446518" y="2283623"/>
              <a:ext cx="355320" cy="154440"/>
            </p14:xfrm>
          </p:contentPart>
        </mc:Choice>
        <mc:Fallback>
          <p:pic>
            <p:nvPicPr>
              <p:cNvPr id="177" name="Ink 176">
                <a:extLst>
                  <a:ext uri="{FF2B5EF4-FFF2-40B4-BE49-F238E27FC236}">
                    <a16:creationId xmlns:a16="http://schemas.microsoft.com/office/drawing/2014/main" id="{B6F6AB32-4065-83F4-2CA8-3739A5CCE795}"/>
                  </a:ext>
                </a:extLst>
              </p:cNvPr>
              <p:cNvPicPr/>
              <p:nvPr/>
            </p:nvPicPr>
            <p:blipFill>
              <a:blip r:embed="rId299"/>
              <a:stretch>
                <a:fillRect/>
              </a:stretch>
            </p:blipFill>
            <p:spPr>
              <a:xfrm>
                <a:off x="4437878" y="2274983"/>
                <a:ext cx="37296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78" name="Ink 177">
                <a:extLst>
                  <a:ext uri="{FF2B5EF4-FFF2-40B4-BE49-F238E27FC236}">
                    <a16:creationId xmlns:a16="http://schemas.microsoft.com/office/drawing/2014/main" id="{D5EECE94-08F2-82BA-DD7F-B654E5F07ABB}"/>
                  </a:ext>
                </a:extLst>
              </p14:cNvPr>
              <p14:cNvContentPartPr/>
              <p14:nvPr/>
            </p14:nvContentPartPr>
            <p14:xfrm>
              <a:off x="3757838" y="3562703"/>
              <a:ext cx="414360" cy="181080"/>
            </p14:xfrm>
          </p:contentPart>
        </mc:Choice>
        <mc:Fallback>
          <p:pic>
            <p:nvPicPr>
              <p:cNvPr id="178" name="Ink 177">
                <a:extLst>
                  <a:ext uri="{FF2B5EF4-FFF2-40B4-BE49-F238E27FC236}">
                    <a16:creationId xmlns:a16="http://schemas.microsoft.com/office/drawing/2014/main" id="{D5EECE94-08F2-82BA-DD7F-B654E5F07ABB}"/>
                  </a:ext>
                </a:extLst>
              </p:cNvPr>
              <p:cNvPicPr/>
              <p:nvPr/>
            </p:nvPicPr>
            <p:blipFill>
              <a:blip r:embed="rId301"/>
              <a:stretch>
                <a:fillRect/>
              </a:stretch>
            </p:blipFill>
            <p:spPr>
              <a:xfrm>
                <a:off x="3748838" y="3554063"/>
                <a:ext cx="43200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79" name="Ink 178">
                <a:extLst>
                  <a:ext uri="{FF2B5EF4-FFF2-40B4-BE49-F238E27FC236}">
                    <a16:creationId xmlns:a16="http://schemas.microsoft.com/office/drawing/2014/main" id="{11CFD4A8-EAC6-0C94-DED3-96CC40E40B70}"/>
                  </a:ext>
                </a:extLst>
              </p14:cNvPr>
              <p14:cNvContentPartPr/>
              <p14:nvPr/>
            </p14:nvContentPartPr>
            <p14:xfrm>
              <a:off x="3770078" y="4198103"/>
              <a:ext cx="528840" cy="282240"/>
            </p14:xfrm>
          </p:contentPart>
        </mc:Choice>
        <mc:Fallback>
          <p:pic>
            <p:nvPicPr>
              <p:cNvPr id="179" name="Ink 178">
                <a:extLst>
                  <a:ext uri="{FF2B5EF4-FFF2-40B4-BE49-F238E27FC236}">
                    <a16:creationId xmlns:a16="http://schemas.microsoft.com/office/drawing/2014/main" id="{11CFD4A8-EAC6-0C94-DED3-96CC40E40B70}"/>
                  </a:ext>
                </a:extLst>
              </p:cNvPr>
              <p:cNvPicPr/>
              <p:nvPr/>
            </p:nvPicPr>
            <p:blipFill>
              <a:blip r:embed="rId303"/>
              <a:stretch>
                <a:fillRect/>
              </a:stretch>
            </p:blipFill>
            <p:spPr>
              <a:xfrm>
                <a:off x="3761438" y="4189463"/>
                <a:ext cx="546480" cy="299880"/>
              </a:xfrm>
              <a:prstGeom prst="rect">
                <a:avLst/>
              </a:prstGeom>
            </p:spPr>
          </p:pic>
        </mc:Fallback>
      </mc:AlternateContent>
    </p:spTree>
    <p:extLst>
      <p:ext uri="{BB962C8B-B14F-4D97-AF65-F5344CB8AC3E}">
        <p14:creationId xmlns:p14="http://schemas.microsoft.com/office/powerpoint/2010/main" val="395978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8</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cxnSpLocks/>
            <a:stCxn id="31" idx="2"/>
            <a:endCxn id="29" idx="0"/>
          </p:cNvCxnSpPr>
          <p:nvPr/>
        </p:nvCxnSpPr>
        <p:spPr>
          <a:xfrm flipH="1">
            <a:off x="4438659" y="5661105"/>
            <a:ext cx="1439785" cy="438793"/>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mc:AlternateContent xmlns:mc="http://schemas.openxmlformats.org/markup-compatibility/2006">
        <mc:Choice xmlns:p14="http://schemas.microsoft.com/office/powerpoint/2010/main" Requires="p14">
          <p:contentPart p14:bwMode="auto" r:id="rId7">
            <p14:nvContentPartPr>
              <p14:cNvPr id="36" name="Ink 35">
                <a:extLst>
                  <a:ext uri="{FF2B5EF4-FFF2-40B4-BE49-F238E27FC236}">
                    <a16:creationId xmlns:a16="http://schemas.microsoft.com/office/drawing/2014/main" id="{69DBA903-16FC-0241-BFEE-6F57BB5A4AAE}"/>
                  </a:ext>
                </a:extLst>
              </p14:cNvPr>
              <p14:cNvContentPartPr/>
              <p14:nvPr/>
            </p14:nvContentPartPr>
            <p14:xfrm>
              <a:off x="8610278" y="3813983"/>
              <a:ext cx="64080" cy="93240"/>
            </p14:xfrm>
          </p:contentPart>
        </mc:Choice>
        <mc:Fallback>
          <p:pic>
            <p:nvPicPr>
              <p:cNvPr id="36" name="Ink 35">
                <a:extLst>
                  <a:ext uri="{FF2B5EF4-FFF2-40B4-BE49-F238E27FC236}">
                    <a16:creationId xmlns:a16="http://schemas.microsoft.com/office/drawing/2014/main" id="{69DBA903-16FC-0241-BFEE-6F57BB5A4AAE}"/>
                  </a:ext>
                </a:extLst>
              </p:cNvPr>
              <p:cNvPicPr/>
              <p:nvPr/>
            </p:nvPicPr>
            <p:blipFill>
              <a:blip r:embed="rId8"/>
              <a:stretch>
                <a:fillRect/>
              </a:stretch>
            </p:blipFill>
            <p:spPr>
              <a:xfrm>
                <a:off x="8601638" y="3805343"/>
                <a:ext cx="817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7" name="Ink 36">
                <a:extLst>
                  <a:ext uri="{FF2B5EF4-FFF2-40B4-BE49-F238E27FC236}">
                    <a16:creationId xmlns:a16="http://schemas.microsoft.com/office/drawing/2014/main" id="{169F8F2D-7513-D990-4EFB-A928310D8B28}"/>
                  </a:ext>
                </a:extLst>
              </p14:cNvPr>
              <p14:cNvContentPartPr/>
              <p14:nvPr/>
            </p14:nvContentPartPr>
            <p14:xfrm>
              <a:off x="8636558" y="3774023"/>
              <a:ext cx="316440" cy="253440"/>
            </p14:xfrm>
          </p:contentPart>
        </mc:Choice>
        <mc:Fallback>
          <p:pic>
            <p:nvPicPr>
              <p:cNvPr id="37" name="Ink 36">
                <a:extLst>
                  <a:ext uri="{FF2B5EF4-FFF2-40B4-BE49-F238E27FC236}">
                    <a16:creationId xmlns:a16="http://schemas.microsoft.com/office/drawing/2014/main" id="{169F8F2D-7513-D990-4EFB-A928310D8B28}"/>
                  </a:ext>
                </a:extLst>
              </p:cNvPr>
              <p:cNvPicPr/>
              <p:nvPr/>
            </p:nvPicPr>
            <p:blipFill>
              <a:blip r:embed="rId10"/>
              <a:stretch>
                <a:fillRect/>
              </a:stretch>
            </p:blipFill>
            <p:spPr>
              <a:xfrm>
                <a:off x="8627558" y="3765023"/>
                <a:ext cx="334080" cy="271080"/>
              </a:xfrm>
              <a:prstGeom prst="rect">
                <a:avLst/>
              </a:prstGeom>
            </p:spPr>
          </p:pic>
        </mc:Fallback>
      </mc:AlternateContent>
      <p:grpSp>
        <p:nvGrpSpPr>
          <p:cNvPr id="55" name="Group 54">
            <a:extLst>
              <a:ext uri="{FF2B5EF4-FFF2-40B4-BE49-F238E27FC236}">
                <a16:creationId xmlns:a16="http://schemas.microsoft.com/office/drawing/2014/main" id="{40C30E31-9CF0-AC6E-5466-676E5B4A123B}"/>
              </a:ext>
            </a:extLst>
          </p:cNvPr>
          <p:cNvGrpSpPr/>
          <p:nvPr/>
        </p:nvGrpSpPr>
        <p:grpSpPr>
          <a:xfrm>
            <a:off x="3613478" y="5197823"/>
            <a:ext cx="1717560" cy="1554480"/>
            <a:chOff x="3613478" y="5197823"/>
            <a:chExt cx="1717560" cy="1554480"/>
          </a:xfrm>
        </p:grpSpPr>
        <mc:AlternateContent xmlns:mc="http://schemas.openxmlformats.org/markup-compatibility/2006">
          <mc:Choice xmlns:p14="http://schemas.microsoft.com/office/powerpoint/2010/main" Requires="p14">
            <p:contentPart p14:bwMode="auto" r:id="rId11">
              <p14:nvContentPartPr>
                <p14:cNvPr id="51" name="Ink 50">
                  <a:extLst>
                    <a:ext uri="{FF2B5EF4-FFF2-40B4-BE49-F238E27FC236}">
                      <a16:creationId xmlns:a16="http://schemas.microsoft.com/office/drawing/2014/main" id="{DD025E86-D11B-94F5-4103-F150DEE49DE6}"/>
                    </a:ext>
                  </a:extLst>
                </p14:cNvPr>
                <p14:cNvContentPartPr/>
                <p14:nvPr/>
              </p14:nvContentPartPr>
              <p14:xfrm>
                <a:off x="3613478" y="5197823"/>
                <a:ext cx="1717560" cy="383760"/>
              </p14:xfrm>
            </p:contentPart>
          </mc:Choice>
          <mc:Fallback>
            <p:pic>
              <p:nvPicPr>
                <p:cNvPr id="51" name="Ink 50">
                  <a:extLst>
                    <a:ext uri="{FF2B5EF4-FFF2-40B4-BE49-F238E27FC236}">
                      <a16:creationId xmlns:a16="http://schemas.microsoft.com/office/drawing/2014/main" id="{DD025E86-D11B-94F5-4103-F150DEE49DE6}"/>
                    </a:ext>
                  </a:extLst>
                </p:cNvPr>
                <p:cNvPicPr/>
                <p:nvPr/>
              </p:nvPicPr>
              <p:blipFill>
                <a:blip r:embed="rId12"/>
                <a:stretch>
                  <a:fillRect/>
                </a:stretch>
              </p:blipFill>
              <p:spPr>
                <a:xfrm>
                  <a:off x="3604478" y="5188823"/>
                  <a:ext cx="173520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2" name="Ink 51">
                  <a:extLst>
                    <a:ext uri="{FF2B5EF4-FFF2-40B4-BE49-F238E27FC236}">
                      <a16:creationId xmlns:a16="http://schemas.microsoft.com/office/drawing/2014/main" id="{417FC74F-D777-12AC-A823-19991CB188AB}"/>
                    </a:ext>
                  </a:extLst>
                </p14:cNvPr>
                <p14:cNvContentPartPr/>
                <p14:nvPr/>
              </p14:nvContentPartPr>
              <p14:xfrm>
                <a:off x="4043318" y="5572223"/>
                <a:ext cx="22680" cy="430920"/>
              </p14:xfrm>
            </p:contentPart>
          </mc:Choice>
          <mc:Fallback>
            <p:pic>
              <p:nvPicPr>
                <p:cNvPr id="52" name="Ink 51">
                  <a:extLst>
                    <a:ext uri="{FF2B5EF4-FFF2-40B4-BE49-F238E27FC236}">
                      <a16:creationId xmlns:a16="http://schemas.microsoft.com/office/drawing/2014/main" id="{417FC74F-D777-12AC-A823-19991CB188AB}"/>
                    </a:ext>
                  </a:extLst>
                </p:cNvPr>
                <p:cNvPicPr/>
                <p:nvPr/>
              </p:nvPicPr>
              <p:blipFill>
                <a:blip r:embed="rId14"/>
                <a:stretch>
                  <a:fillRect/>
                </a:stretch>
              </p:blipFill>
              <p:spPr>
                <a:xfrm>
                  <a:off x="4034318" y="5563223"/>
                  <a:ext cx="40320" cy="4485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53" name="Ink 52">
                  <a:extLst>
                    <a:ext uri="{FF2B5EF4-FFF2-40B4-BE49-F238E27FC236}">
                      <a16:creationId xmlns:a16="http://schemas.microsoft.com/office/drawing/2014/main" id="{DED0CAA4-9304-36D6-7F58-131A812737D5}"/>
                    </a:ext>
                  </a:extLst>
                </p14:cNvPr>
                <p14:cNvContentPartPr/>
                <p14:nvPr/>
              </p14:nvContentPartPr>
              <p14:xfrm>
                <a:off x="3957998" y="5931143"/>
                <a:ext cx="167760" cy="113400"/>
              </p14:xfrm>
            </p:contentPart>
          </mc:Choice>
          <mc:Fallback>
            <p:pic>
              <p:nvPicPr>
                <p:cNvPr id="53" name="Ink 52">
                  <a:extLst>
                    <a:ext uri="{FF2B5EF4-FFF2-40B4-BE49-F238E27FC236}">
                      <a16:creationId xmlns:a16="http://schemas.microsoft.com/office/drawing/2014/main" id="{DED0CAA4-9304-36D6-7F58-131A812737D5}"/>
                    </a:ext>
                  </a:extLst>
                </p:cNvPr>
                <p:cNvPicPr/>
                <p:nvPr/>
              </p:nvPicPr>
              <p:blipFill>
                <a:blip r:embed="rId16"/>
                <a:stretch>
                  <a:fillRect/>
                </a:stretch>
              </p:blipFill>
              <p:spPr>
                <a:xfrm>
                  <a:off x="3949358" y="5922143"/>
                  <a:ext cx="18540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54" name="Ink 53">
                  <a:extLst>
                    <a:ext uri="{FF2B5EF4-FFF2-40B4-BE49-F238E27FC236}">
                      <a16:creationId xmlns:a16="http://schemas.microsoft.com/office/drawing/2014/main" id="{A2D8AAA6-9983-2238-E3E4-BD456C5BDB75}"/>
                    </a:ext>
                  </a:extLst>
                </p14:cNvPr>
                <p14:cNvContentPartPr/>
                <p14:nvPr/>
              </p14:nvContentPartPr>
              <p14:xfrm>
                <a:off x="3812198" y="6130943"/>
                <a:ext cx="1395000" cy="621360"/>
              </p14:xfrm>
            </p:contentPart>
          </mc:Choice>
          <mc:Fallback>
            <p:pic>
              <p:nvPicPr>
                <p:cNvPr id="54" name="Ink 53">
                  <a:extLst>
                    <a:ext uri="{FF2B5EF4-FFF2-40B4-BE49-F238E27FC236}">
                      <a16:creationId xmlns:a16="http://schemas.microsoft.com/office/drawing/2014/main" id="{A2D8AAA6-9983-2238-E3E4-BD456C5BDB75}"/>
                    </a:ext>
                  </a:extLst>
                </p:cNvPr>
                <p:cNvPicPr/>
                <p:nvPr/>
              </p:nvPicPr>
              <p:blipFill>
                <a:blip r:embed="rId18"/>
                <a:stretch>
                  <a:fillRect/>
                </a:stretch>
              </p:blipFill>
              <p:spPr>
                <a:xfrm>
                  <a:off x="3803558" y="6121943"/>
                  <a:ext cx="1412640" cy="639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
            <p14:nvContentPartPr>
              <p14:cNvPr id="56" name="Ink 55">
                <a:extLst>
                  <a:ext uri="{FF2B5EF4-FFF2-40B4-BE49-F238E27FC236}">
                    <a16:creationId xmlns:a16="http://schemas.microsoft.com/office/drawing/2014/main" id="{90C24001-AB9C-A5CB-CCAA-7931A247AC4F}"/>
                  </a:ext>
                </a:extLst>
              </p14:cNvPr>
              <p14:cNvContentPartPr/>
              <p14:nvPr/>
            </p14:nvContentPartPr>
            <p14:xfrm>
              <a:off x="5768078" y="5706143"/>
              <a:ext cx="455040" cy="12240"/>
            </p14:xfrm>
          </p:contentPart>
        </mc:Choice>
        <mc:Fallback>
          <p:pic>
            <p:nvPicPr>
              <p:cNvPr id="56" name="Ink 55">
                <a:extLst>
                  <a:ext uri="{FF2B5EF4-FFF2-40B4-BE49-F238E27FC236}">
                    <a16:creationId xmlns:a16="http://schemas.microsoft.com/office/drawing/2014/main" id="{90C24001-AB9C-A5CB-CCAA-7931A247AC4F}"/>
                  </a:ext>
                </a:extLst>
              </p:cNvPr>
              <p:cNvPicPr/>
              <p:nvPr/>
            </p:nvPicPr>
            <p:blipFill>
              <a:blip r:embed="rId20"/>
              <a:stretch>
                <a:fillRect/>
              </a:stretch>
            </p:blipFill>
            <p:spPr>
              <a:xfrm>
                <a:off x="5759438" y="5697143"/>
                <a:ext cx="472680" cy="29880"/>
              </a:xfrm>
              <a:prstGeom prst="rect">
                <a:avLst/>
              </a:prstGeom>
            </p:spPr>
          </p:pic>
        </mc:Fallback>
      </mc:AlternateContent>
      <p:grpSp>
        <p:nvGrpSpPr>
          <p:cNvPr id="94" name="Group 93">
            <a:extLst>
              <a:ext uri="{FF2B5EF4-FFF2-40B4-BE49-F238E27FC236}">
                <a16:creationId xmlns:a16="http://schemas.microsoft.com/office/drawing/2014/main" id="{5E6B3BFB-72B0-43F1-7CC2-030642B60338}"/>
              </a:ext>
            </a:extLst>
          </p:cNvPr>
          <p:cNvGrpSpPr/>
          <p:nvPr/>
        </p:nvGrpSpPr>
        <p:grpSpPr>
          <a:xfrm>
            <a:off x="5668718" y="4663223"/>
            <a:ext cx="2727360" cy="887760"/>
            <a:chOff x="5668718" y="4663223"/>
            <a:chExt cx="2727360" cy="887760"/>
          </a:xfrm>
        </p:grpSpPr>
        <mc:AlternateContent xmlns:mc="http://schemas.openxmlformats.org/markup-compatibility/2006">
          <mc:Choice xmlns:p14="http://schemas.microsoft.com/office/powerpoint/2010/main" Requires="p14">
            <p:contentPart p14:bwMode="auto" r:id="rId21">
              <p14:nvContentPartPr>
                <p14:cNvPr id="57" name="Ink 56">
                  <a:extLst>
                    <a:ext uri="{FF2B5EF4-FFF2-40B4-BE49-F238E27FC236}">
                      <a16:creationId xmlns:a16="http://schemas.microsoft.com/office/drawing/2014/main" id="{DC2851D6-AFCA-30F1-12EF-600A207A7BBB}"/>
                    </a:ext>
                  </a:extLst>
                </p14:cNvPr>
                <p14:cNvContentPartPr/>
                <p14:nvPr/>
              </p14:nvContentPartPr>
              <p14:xfrm>
                <a:off x="5668718" y="5106743"/>
                <a:ext cx="412920" cy="208800"/>
              </p14:xfrm>
            </p:contentPart>
          </mc:Choice>
          <mc:Fallback>
            <p:pic>
              <p:nvPicPr>
                <p:cNvPr id="57" name="Ink 56">
                  <a:extLst>
                    <a:ext uri="{FF2B5EF4-FFF2-40B4-BE49-F238E27FC236}">
                      <a16:creationId xmlns:a16="http://schemas.microsoft.com/office/drawing/2014/main" id="{DC2851D6-AFCA-30F1-12EF-600A207A7BBB}"/>
                    </a:ext>
                  </a:extLst>
                </p:cNvPr>
                <p:cNvPicPr/>
                <p:nvPr/>
              </p:nvPicPr>
              <p:blipFill>
                <a:blip r:embed="rId22"/>
                <a:stretch>
                  <a:fillRect/>
                </a:stretch>
              </p:blipFill>
              <p:spPr>
                <a:xfrm>
                  <a:off x="5660078" y="5098103"/>
                  <a:ext cx="43056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58" name="Ink 57">
                  <a:extLst>
                    <a:ext uri="{FF2B5EF4-FFF2-40B4-BE49-F238E27FC236}">
                      <a16:creationId xmlns:a16="http://schemas.microsoft.com/office/drawing/2014/main" id="{8F685E1C-5C66-100E-C792-A5C6508386C8}"/>
                    </a:ext>
                  </a:extLst>
                </p14:cNvPr>
                <p14:cNvContentPartPr/>
                <p14:nvPr/>
              </p14:nvContentPartPr>
              <p14:xfrm>
                <a:off x="6030878" y="5146343"/>
                <a:ext cx="256320" cy="195840"/>
              </p14:xfrm>
            </p:contentPart>
          </mc:Choice>
          <mc:Fallback>
            <p:pic>
              <p:nvPicPr>
                <p:cNvPr id="58" name="Ink 57">
                  <a:extLst>
                    <a:ext uri="{FF2B5EF4-FFF2-40B4-BE49-F238E27FC236}">
                      <a16:creationId xmlns:a16="http://schemas.microsoft.com/office/drawing/2014/main" id="{8F685E1C-5C66-100E-C792-A5C6508386C8}"/>
                    </a:ext>
                  </a:extLst>
                </p:cNvPr>
                <p:cNvPicPr/>
                <p:nvPr/>
              </p:nvPicPr>
              <p:blipFill>
                <a:blip r:embed="rId24"/>
                <a:stretch>
                  <a:fillRect/>
                </a:stretch>
              </p:blipFill>
              <p:spPr>
                <a:xfrm>
                  <a:off x="6022238" y="5137343"/>
                  <a:ext cx="27396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60" name="Ink 59">
                  <a:extLst>
                    <a:ext uri="{FF2B5EF4-FFF2-40B4-BE49-F238E27FC236}">
                      <a16:creationId xmlns:a16="http://schemas.microsoft.com/office/drawing/2014/main" id="{9E0753E5-7388-57E4-3052-A6318C832C4B}"/>
                    </a:ext>
                  </a:extLst>
                </p14:cNvPr>
                <p14:cNvContentPartPr/>
                <p14:nvPr/>
              </p14:nvContentPartPr>
              <p14:xfrm>
                <a:off x="6450638" y="4994783"/>
                <a:ext cx="353880" cy="197280"/>
              </p14:xfrm>
            </p:contentPart>
          </mc:Choice>
          <mc:Fallback>
            <p:pic>
              <p:nvPicPr>
                <p:cNvPr id="60" name="Ink 59">
                  <a:extLst>
                    <a:ext uri="{FF2B5EF4-FFF2-40B4-BE49-F238E27FC236}">
                      <a16:creationId xmlns:a16="http://schemas.microsoft.com/office/drawing/2014/main" id="{9E0753E5-7388-57E4-3052-A6318C832C4B}"/>
                    </a:ext>
                  </a:extLst>
                </p:cNvPr>
                <p:cNvPicPr/>
                <p:nvPr/>
              </p:nvPicPr>
              <p:blipFill>
                <a:blip r:embed="rId26"/>
                <a:stretch>
                  <a:fillRect/>
                </a:stretch>
              </p:blipFill>
              <p:spPr>
                <a:xfrm>
                  <a:off x="6441998" y="4985783"/>
                  <a:ext cx="37152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61" name="Ink 60">
                  <a:extLst>
                    <a:ext uri="{FF2B5EF4-FFF2-40B4-BE49-F238E27FC236}">
                      <a16:creationId xmlns:a16="http://schemas.microsoft.com/office/drawing/2014/main" id="{2179D197-07DF-6883-F6EE-B6529093B4B5}"/>
                    </a:ext>
                  </a:extLst>
                </p14:cNvPr>
                <p14:cNvContentPartPr/>
                <p14:nvPr/>
              </p14:nvContentPartPr>
              <p14:xfrm>
                <a:off x="6362798" y="5279543"/>
                <a:ext cx="349920" cy="168480"/>
              </p14:xfrm>
            </p:contentPart>
          </mc:Choice>
          <mc:Fallback>
            <p:pic>
              <p:nvPicPr>
                <p:cNvPr id="61" name="Ink 60">
                  <a:extLst>
                    <a:ext uri="{FF2B5EF4-FFF2-40B4-BE49-F238E27FC236}">
                      <a16:creationId xmlns:a16="http://schemas.microsoft.com/office/drawing/2014/main" id="{2179D197-07DF-6883-F6EE-B6529093B4B5}"/>
                    </a:ext>
                  </a:extLst>
                </p:cNvPr>
                <p:cNvPicPr/>
                <p:nvPr/>
              </p:nvPicPr>
              <p:blipFill>
                <a:blip r:embed="rId28"/>
                <a:stretch>
                  <a:fillRect/>
                </a:stretch>
              </p:blipFill>
              <p:spPr>
                <a:xfrm>
                  <a:off x="6354158" y="5270543"/>
                  <a:ext cx="3675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63" name="Ink 62">
                  <a:extLst>
                    <a:ext uri="{FF2B5EF4-FFF2-40B4-BE49-F238E27FC236}">
                      <a16:creationId xmlns:a16="http://schemas.microsoft.com/office/drawing/2014/main" id="{AE08E7A3-9D5A-7EC7-2F6B-9EED82BE139A}"/>
                    </a:ext>
                  </a:extLst>
                </p14:cNvPr>
                <p14:cNvContentPartPr/>
                <p14:nvPr/>
              </p14:nvContentPartPr>
              <p14:xfrm>
                <a:off x="6981998" y="4806143"/>
                <a:ext cx="95400" cy="146880"/>
              </p14:xfrm>
            </p:contentPart>
          </mc:Choice>
          <mc:Fallback>
            <p:pic>
              <p:nvPicPr>
                <p:cNvPr id="63" name="Ink 62">
                  <a:extLst>
                    <a:ext uri="{FF2B5EF4-FFF2-40B4-BE49-F238E27FC236}">
                      <a16:creationId xmlns:a16="http://schemas.microsoft.com/office/drawing/2014/main" id="{AE08E7A3-9D5A-7EC7-2F6B-9EED82BE139A}"/>
                    </a:ext>
                  </a:extLst>
                </p:cNvPr>
                <p:cNvPicPr/>
                <p:nvPr/>
              </p:nvPicPr>
              <p:blipFill>
                <a:blip r:embed="rId30"/>
                <a:stretch>
                  <a:fillRect/>
                </a:stretch>
              </p:blipFill>
              <p:spPr>
                <a:xfrm>
                  <a:off x="6972998" y="4797503"/>
                  <a:ext cx="11304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64" name="Ink 63">
                  <a:extLst>
                    <a:ext uri="{FF2B5EF4-FFF2-40B4-BE49-F238E27FC236}">
                      <a16:creationId xmlns:a16="http://schemas.microsoft.com/office/drawing/2014/main" id="{AB7E082E-3163-76E6-67D0-7801B137B330}"/>
                    </a:ext>
                  </a:extLst>
                </p14:cNvPr>
                <p14:cNvContentPartPr/>
                <p14:nvPr/>
              </p14:nvContentPartPr>
              <p14:xfrm>
                <a:off x="6970478" y="4796783"/>
                <a:ext cx="102600" cy="189720"/>
              </p14:xfrm>
            </p:contentPart>
          </mc:Choice>
          <mc:Fallback>
            <p:pic>
              <p:nvPicPr>
                <p:cNvPr id="64" name="Ink 63">
                  <a:extLst>
                    <a:ext uri="{FF2B5EF4-FFF2-40B4-BE49-F238E27FC236}">
                      <a16:creationId xmlns:a16="http://schemas.microsoft.com/office/drawing/2014/main" id="{AB7E082E-3163-76E6-67D0-7801B137B330}"/>
                    </a:ext>
                  </a:extLst>
                </p:cNvPr>
                <p:cNvPicPr/>
                <p:nvPr/>
              </p:nvPicPr>
              <p:blipFill>
                <a:blip r:embed="rId32"/>
                <a:stretch>
                  <a:fillRect/>
                </a:stretch>
              </p:blipFill>
              <p:spPr>
                <a:xfrm>
                  <a:off x="6961478" y="4788143"/>
                  <a:ext cx="12024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65" name="Ink 64">
                  <a:extLst>
                    <a:ext uri="{FF2B5EF4-FFF2-40B4-BE49-F238E27FC236}">
                      <a16:creationId xmlns:a16="http://schemas.microsoft.com/office/drawing/2014/main" id="{7E7BC5E8-6B16-94FE-493F-AA66EC3E5FF4}"/>
                    </a:ext>
                  </a:extLst>
                </p14:cNvPr>
                <p14:cNvContentPartPr/>
                <p14:nvPr/>
              </p14:nvContentPartPr>
              <p14:xfrm>
                <a:off x="7146158" y="4779143"/>
                <a:ext cx="54360" cy="159840"/>
              </p14:xfrm>
            </p:contentPart>
          </mc:Choice>
          <mc:Fallback>
            <p:pic>
              <p:nvPicPr>
                <p:cNvPr id="65" name="Ink 64">
                  <a:extLst>
                    <a:ext uri="{FF2B5EF4-FFF2-40B4-BE49-F238E27FC236}">
                      <a16:creationId xmlns:a16="http://schemas.microsoft.com/office/drawing/2014/main" id="{7E7BC5E8-6B16-94FE-493F-AA66EC3E5FF4}"/>
                    </a:ext>
                  </a:extLst>
                </p:cNvPr>
                <p:cNvPicPr/>
                <p:nvPr/>
              </p:nvPicPr>
              <p:blipFill>
                <a:blip r:embed="rId34"/>
                <a:stretch>
                  <a:fillRect/>
                </a:stretch>
              </p:blipFill>
              <p:spPr>
                <a:xfrm>
                  <a:off x="7137518" y="4770503"/>
                  <a:ext cx="720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66" name="Ink 65">
                  <a:extLst>
                    <a:ext uri="{FF2B5EF4-FFF2-40B4-BE49-F238E27FC236}">
                      <a16:creationId xmlns:a16="http://schemas.microsoft.com/office/drawing/2014/main" id="{1CFACC38-2E72-57D5-8967-E0AD5BFECEEA}"/>
                    </a:ext>
                  </a:extLst>
                </p14:cNvPr>
                <p14:cNvContentPartPr/>
                <p14:nvPr/>
              </p14:nvContentPartPr>
              <p14:xfrm>
                <a:off x="7314998" y="4834223"/>
                <a:ext cx="56880" cy="13320"/>
              </p14:xfrm>
            </p:contentPart>
          </mc:Choice>
          <mc:Fallback>
            <p:pic>
              <p:nvPicPr>
                <p:cNvPr id="66" name="Ink 65">
                  <a:extLst>
                    <a:ext uri="{FF2B5EF4-FFF2-40B4-BE49-F238E27FC236}">
                      <a16:creationId xmlns:a16="http://schemas.microsoft.com/office/drawing/2014/main" id="{1CFACC38-2E72-57D5-8967-E0AD5BFECEEA}"/>
                    </a:ext>
                  </a:extLst>
                </p:cNvPr>
                <p:cNvPicPr/>
                <p:nvPr/>
              </p:nvPicPr>
              <p:blipFill>
                <a:blip r:embed="rId36"/>
                <a:stretch>
                  <a:fillRect/>
                </a:stretch>
              </p:blipFill>
              <p:spPr>
                <a:xfrm>
                  <a:off x="7305998" y="4825583"/>
                  <a:ext cx="7452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67" name="Ink 66">
                  <a:extLst>
                    <a:ext uri="{FF2B5EF4-FFF2-40B4-BE49-F238E27FC236}">
                      <a16:creationId xmlns:a16="http://schemas.microsoft.com/office/drawing/2014/main" id="{34DF0678-827D-A048-9FF4-4275FF96046A}"/>
                    </a:ext>
                  </a:extLst>
                </p14:cNvPr>
                <p14:cNvContentPartPr/>
                <p14:nvPr/>
              </p14:nvContentPartPr>
              <p14:xfrm>
                <a:off x="7421558" y="4761143"/>
                <a:ext cx="55440" cy="161280"/>
              </p14:xfrm>
            </p:contentPart>
          </mc:Choice>
          <mc:Fallback>
            <p:pic>
              <p:nvPicPr>
                <p:cNvPr id="67" name="Ink 66">
                  <a:extLst>
                    <a:ext uri="{FF2B5EF4-FFF2-40B4-BE49-F238E27FC236}">
                      <a16:creationId xmlns:a16="http://schemas.microsoft.com/office/drawing/2014/main" id="{34DF0678-827D-A048-9FF4-4275FF96046A}"/>
                    </a:ext>
                  </a:extLst>
                </p:cNvPr>
                <p:cNvPicPr/>
                <p:nvPr/>
              </p:nvPicPr>
              <p:blipFill>
                <a:blip r:embed="rId38"/>
                <a:stretch>
                  <a:fillRect/>
                </a:stretch>
              </p:blipFill>
              <p:spPr>
                <a:xfrm>
                  <a:off x="7412558" y="4752143"/>
                  <a:ext cx="7308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68" name="Ink 67">
                  <a:extLst>
                    <a:ext uri="{FF2B5EF4-FFF2-40B4-BE49-F238E27FC236}">
                      <a16:creationId xmlns:a16="http://schemas.microsoft.com/office/drawing/2014/main" id="{EC102718-DA5E-3331-F9D6-B5D470163387}"/>
                    </a:ext>
                  </a:extLst>
                </p14:cNvPr>
                <p14:cNvContentPartPr/>
                <p14:nvPr/>
              </p14:nvContentPartPr>
              <p14:xfrm>
                <a:off x="7551878" y="4766543"/>
                <a:ext cx="75240" cy="142920"/>
              </p14:xfrm>
            </p:contentPart>
          </mc:Choice>
          <mc:Fallback>
            <p:pic>
              <p:nvPicPr>
                <p:cNvPr id="68" name="Ink 67">
                  <a:extLst>
                    <a:ext uri="{FF2B5EF4-FFF2-40B4-BE49-F238E27FC236}">
                      <a16:creationId xmlns:a16="http://schemas.microsoft.com/office/drawing/2014/main" id="{EC102718-DA5E-3331-F9D6-B5D470163387}"/>
                    </a:ext>
                  </a:extLst>
                </p:cNvPr>
                <p:cNvPicPr/>
                <p:nvPr/>
              </p:nvPicPr>
              <p:blipFill>
                <a:blip r:embed="rId40"/>
                <a:stretch>
                  <a:fillRect/>
                </a:stretch>
              </p:blipFill>
              <p:spPr>
                <a:xfrm>
                  <a:off x="7542878" y="4757903"/>
                  <a:ext cx="9288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69" name="Ink 68">
                  <a:extLst>
                    <a:ext uri="{FF2B5EF4-FFF2-40B4-BE49-F238E27FC236}">
                      <a16:creationId xmlns:a16="http://schemas.microsoft.com/office/drawing/2014/main" id="{BB7D50CB-4881-55AD-58C8-2896AD543A26}"/>
                    </a:ext>
                  </a:extLst>
                </p14:cNvPr>
                <p14:cNvContentPartPr/>
                <p14:nvPr/>
              </p14:nvContentPartPr>
              <p14:xfrm>
                <a:off x="7680398" y="4767983"/>
                <a:ext cx="83160" cy="129960"/>
              </p14:xfrm>
            </p:contentPart>
          </mc:Choice>
          <mc:Fallback>
            <p:pic>
              <p:nvPicPr>
                <p:cNvPr id="69" name="Ink 68">
                  <a:extLst>
                    <a:ext uri="{FF2B5EF4-FFF2-40B4-BE49-F238E27FC236}">
                      <a16:creationId xmlns:a16="http://schemas.microsoft.com/office/drawing/2014/main" id="{BB7D50CB-4881-55AD-58C8-2896AD543A26}"/>
                    </a:ext>
                  </a:extLst>
                </p:cNvPr>
                <p:cNvPicPr/>
                <p:nvPr/>
              </p:nvPicPr>
              <p:blipFill>
                <a:blip r:embed="rId42"/>
                <a:stretch>
                  <a:fillRect/>
                </a:stretch>
              </p:blipFill>
              <p:spPr>
                <a:xfrm>
                  <a:off x="7671758" y="4758983"/>
                  <a:ext cx="10080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70" name="Ink 69">
                  <a:extLst>
                    <a:ext uri="{FF2B5EF4-FFF2-40B4-BE49-F238E27FC236}">
                      <a16:creationId xmlns:a16="http://schemas.microsoft.com/office/drawing/2014/main" id="{0870BBFF-A17F-D955-7113-5A786F2542A3}"/>
                    </a:ext>
                  </a:extLst>
                </p14:cNvPr>
                <p14:cNvContentPartPr/>
                <p14:nvPr/>
              </p14:nvContentPartPr>
              <p14:xfrm>
                <a:off x="7795958" y="4759343"/>
                <a:ext cx="119520" cy="99360"/>
              </p14:xfrm>
            </p:contentPart>
          </mc:Choice>
          <mc:Fallback>
            <p:pic>
              <p:nvPicPr>
                <p:cNvPr id="70" name="Ink 69">
                  <a:extLst>
                    <a:ext uri="{FF2B5EF4-FFF2-40B4-BE49-F238E27FC236}">
                      <a16:creationId xmlns:a16="http://schemas.microsoft.com/office/drawing/2014/main" id="{0870BBFF-A17F-D955-7113-5A786F2542A3}"/>
                    </a:ext>
                  </a:extLst>
                </p:cNvPr>
                <p:cNvPicPr/>
                <p:nvPr/>
              </p:nvPicPr>
              <p:blipFill>
                <a:blip r:embed="rId44"/>
                <a:stretch>
                  <a:fillRect/>
                </a:stretch>
              </p:blipFill>
              <p:spPr>
                <a:xfrm>
                  <a:off x="7786958" y="4750343"/>
                  <a:ext cx="13716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71" name="Ink 70">
                  <a:extLst>
                    <a:ext uri="{FF2B5EF4-FFF2-40B4-BE49-F238E27FC236}">
                      <a16:creationId xmlns:a16="http://schemas.microsoft.com/office/drawing/2014/main" id="{5C341756-290B-AA6A-6FE0-0AD5C7B9F209}"/>
                    </a:ext>
                  </a:extLst>
                </p14:cNvPr>
                <p14:cNvContentPartPr/>
                <p14:nvPr/>
              </p14:nvContentPartPr>
              <p14:xfrm>
                <a:off x="7947518" y="4732703"/>
                <a:ext cx="82800" cy="123480"/>
              </p14:xfrm>
            </p:contentPart>
          </mc:Choice>
          <mc:Fallback>
            <p:pic>
              <p:nvPicPr>
                <p:cNvPr id="71" name="Ink 70">
                  <a:extLst>
                    <a:ext uri="{FF2B5EF4-FFF2-40B4-BE49-F238E27FC236}">
                      <a16:creationId xmlns:a16="http://schemas.microsoft.com/office/drawing/2014/main" id="{5C341756-290B-AA6A-6FE0-0AD5C7B9F209}"/>
                    </a:ext>
                  </a:extLst>
                </p:cNvPr>
                <p:cNvPicPr/>
                <p:nvPr/>
              </p:nvPicPr>
              <p:blipFill>
                <a:blip r:embed="rId46"/>
                <a:stretch>
                  <a:fillRect/>
                </a:stretch>
              </p:blipFill>
              <p:spPr>
                <a:xfrm>
                  <a:off x="7938878" y="4723703"/>
                  <a:ext cx="1004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72" name="Ink 71">
                  <a:extLst>
                    <a:ext uri="{FF2B5EF4-FFF2-40B4-BE49-F238E27FC236}">
                      <a16:creationId xmlns:a16="http://schemas.microsoft.com/office/drawing/2014/main" id="{D3BD02DB-3C60-72FF-EAD3-3077E87F5036}"/>
                    </a:ext>
                  </a:extLst>
                </p14:cNvPr>
                <p14:cNvContentPartPr/>
                <p14:nvPr/>
              </p14:nvContentPartPr>
              <p14:xfrm>
                <a:off x="8085398" y="4717223"/>
                <a:ext cx="2880" cy="5400"/>
              </p14:xfrm>
            </p:contentPart>
          </mc:Choice>
          <mc:Fallback>
            <p:pic>
              <p:nvPicPr>
                <p:cNvPr id="72" name="Ink 71">
                  <a:extLst>
                    <a:ext uri="{FF2B5EF4-FFF2-40B4-BE49-F238E27FC236}">
                      <a16:creationId xmlns:a16="http://schemas.microsoft.com/office/drawing/2014/main" id="{D3BD02DB-3C60-72FF-EAD3-3077E87F5036}"/>
                    </a:ext>
                  </a:extLst>
                </p:cNvPr>
                <p:cNvPicPr/>
                <p:nvPr/>
              </p:nvPicPr>
              <p:blipFill>
                <a:blip r:embed="rId48"/>
                <a:stretch>
                  <a:fillRect/>
                </a:stretch>
              </p:blipFill>
              <p:spPr>
                <a:xfrm>
                  <a:off x="8076758" y="4708583"/>
                  <a:ext cx="205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73" name="Ink 72">
                  <a:extLst>
                    <a:ext uri="{FF2B5EF4-FFF2-40B4-BE49-F238E27FC236}">
                      <a16:creationId xmlns:a16="http://schemas.microsoft.com/office/drawing/2014/main" id="{76AA35B5-9C58-5A69-2607-2AEE04EFD0F8}"/>
                    </a:ext>
                  </a:extLst>
                </p14:cNvPr>
                <p14:cNvContentPartPr/>
                <p14:nvPr/>
              </p14:nvContentPartPr>
              <p14:xfrm>
                <a:off x="8065598" y="4663223"/>
                <a:ext cx="1440" cy="2880"/>
              </p14:xfrm>
            </p:contentPart>
          </mc:Choice>
          <mc:Fallback>
            <p:pic>
              <p:nvPicPr>
                <p:cNvPr id="73" name="Ink 72">
                  <a:extLst>
                    <a:ext uri="{FF2B5EF4-FFF2-40B4-BE49-F238E27FC236}">
                      <a16:creationId xmlns:a16="http://schemas.microsoft.com/office/drawing/2014/main" id="{76AA35B5-9C58-5A69-2607-2AEE04EFD0F8}"/>
                    </a:ext>
                  </a:extLst>
                </p:cNvPr>
                <p:cNvPicPr/>
                <p:nvPr/>
              </p:nvPicPr>
              <p:blipFill>
                <a:blip r:embed="rId50"/>
                <a:stretch>
                  <a:fillRect/>
                </a:stretch>
              </p:blipFill>
              <p:spPr>
                <a:xfrm>
                  <a:off x="8056598" y="4654583"/>
                  <a:ext cx="190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74" name="Ink 73">
                  <a:extLst>
                    <a:ext uri="{FF2B5EF4-FFF2-40B4-BE49-F238E27FC236}">
                      <a16:creationId xmlns:a16="http://schemas.microsoft.com/office/drawing/2014/main" id="{09904949-40D9-767B-2474-9630F2EAB520}"/>
                    </a:ext>
                  </a:extLst>
                </p14:cNvPr>
                <p14:cNvContentPartPr/>
                <p14:nvPr/>
              </p14:nvContentPartPr>
              <p14:xfrm>
                <a:off x="8109878" y="4678343"/>
                <a:ext cx="7200" cy="201240"/>
              </p14:xfrm>
            </p:contentPart>
          </mc:Choice>
          <mc:Fallback>
            <p:pic>
              <p:nvPicPr>
                <p:cNvPr id="74" name="Ink 73">
                  <a:extLst>
                    <a:ext uri="{FF2B5EF4-FFF2-40B4-BE49-F238E27FC236}">
                      <a16:creationId xmlns:a16="http://schemas.microsoft.com/office/drawing/2014/main" id="{09904949-40D9-767B-2474-9630F2EAB520}"/>
                    </a:ext>
                  </a:extLst>
                </p:cNvPr>
                <p:cNvPicPr/>
                <p:nvPr/>
              </p:nvPicPr>
              <p:blipFill>
                <a:blip r:embed="rId52"/>
                <a:stretch>
                  <a:fillRect/>
                </a:stretch>
              </p:blipFill>
              <p:spPr>
                <a:xfrm>
                  <a:off x="8101238" y="4669343"/>
                  <a:ext cx="2484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75" name="Ink 74">
                  <a:extLst>
                    <a:ext uri="{FF2B5EF4-FFF2-40B4-BE49-F238E27FC236}">
                      <a16:creationId xmlns:a16="http://schemas.microsoft.com/office/drawing/2014/main" id="{B4BCA36E-1C75-23C4-247D-551E6EB20E88}"/>
                    </a:ext>
                  </a:extLst>
                </p14:cNvPr>
                <p14:cNvContentPartPr/>
                <p14:nvPr/>
              </p14:nvContentPartPr>
              <p14:xfrm>
                <a:off x="8100158" y="4761863"/>
                <a:ext cx="231840" cy="337680"/>
              </p14:xfrm>
            </p:contentPart>
          </mc:Choice>
          <mc:Fallback>
            <p:pic>
              <p:nvPicPr>
                <p:cNvPr id="75" name="Ink 74">
                  <a:extLst>
                    <a:ext uri="{FF2B5EF4-FFF2-40B4-BE49-F238E27FC236}">
                      <a16:creationId xmlns:a16="http://schemas.microsoft.com/office/drawing/2014/main" id="{B4BCA36E-1C75-23C4-247D-551E6EB20E88}"/>
                    </a:ext>
                  </a:extLst>
                </p:cNvPr>
                <p:cNvPicPr/>
                <p:nvPr/>
              </p:nvPicPr>
              <p:blipFill>
                <a:blip r:embed="rId54"/>
                <a:stretch>
                  <a:fillRect/>
                </a:stretch>
              </p:blipFill>
              <p:spPr>
                <a:xfrm>
                  <a:off x="8091518" y="4753223"/>
                  <a:ext cx="24948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77" name="Ink 76">
                  <a:extLst>
                    <a:ext uri="{FF2B5EF4-FFF2-40B4-BE49-F238E27FC236}">
                      <a16:creationId xmlns:a16="http://schemas.microsoft.com/office/drawing/2014/main" id="{96B316F5-7BB5-5336-AF7E-098B1996FA25}"/>
                    </a:ext>
                  </a:extLst>
                </p14:cNvPr>
                <p14:cNvContentPartPr/>
                <p14:nvPr/>
              </p14:nvContentPartPr>
              <p14:xfrm>
                <a:off x="6643598" y="4812263"/>
                <a:ext cx="38520" cy="163800"/>
              </p14:xfrm>
            </p:contentPart>
          </mc:Choice>
          <mc:Fallback>
            <p:pic>
              <p:nvPicPr>
                <p:cNvPr id="77" name="Ink 76">
                  <a:extLst>
                    <a:ext uri="{FF2B5EF4-FFF2-40B4-BE49-F238E27FC236}">
                      <a16:creationId xmlns:a16="http://schemas.microsoft.com/office/drawing/2014/main" id="{96B316F5-7BB5-5336-AF7E-098B1996FA25}"/>
                    </a:ext>
                  </a:extLst>
                </p:cNvPr>
                <p:cNvPicPr/>
                <p:nvPr/>
              </p:nvPicPr>
              <p:blipFill>
                <a:blip r:embed="rId56"/>
                <a:stretch>
                  <a:fillRect/>
                </a:stretch>
              </p:blipFill>
              <p:spPr>
                <a:xfrm>
                  <a:off x="6634598" y="4803263"/>
                  <a:ext cx="561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78" name="Ink 77">
                  <a:extLst>
                    <a:ext uri="{FF2B5EF4-FFF2-40B4-BE49-F238E27FC236}">
                      <a16:creationId xmlns:a16="http://schemas.microsoft.com/office/drawing/2014/main" id="{E9444944-436B-3C0E-3DC4-88AC388C8C91}"/>
                    </a:ext>
                  </a:extLst>
                </p14:cNvPr>
                <p14:cNvContentPartPr/>
                <p14:nvPr/>
              </p14:nvContentPartPr>
              <p14:xfrm>
                <a:off x="6665558" y="4782383"/>
                <a:ext cx="93240" cy="324720"/>
              </p14:xfrm>
            </p:contentPart>
          </mc:Choice>
          <mc:Fallback>
            <p:pic>
              <p:nvPicPr>
                <p:cNvPr id="78" name="Ink 77">
                  <a:extLst>
                    <a:ext uri="{FF2B5EF4-FFF2-40B4-BE49-F238E27FC236}">
                      <a16:creationId xmlns:a16="http://schemas.microsoft.com/office/drawing/2014/main" id="{E9444944-436B-3C0E-3DC4-88AC388C8C91}"/>
                    </a:ext>
                  </a:extLst>
                </p:cNvPr>
                <p:cNvPicPr/>
                <p:nvPr/>
              </p:nvPicPr>
              <p:blipFill>
                <a:blip r:embed="rId58"/>
                <a:stretch>
                  <a:fillRect/>
                </a:stretch>
              </p:blipFill>
              <p:spPr>
                <a:xfrm>
                  <a:off x="6656558" y="4773743"/>
                  <a:ext cx="110880" cy="3423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80" name="Ink 79">
                  <a:extLst>
                    <a:ext uri="{FF2B5EF4-FFF2-40B4-BE49-F238E27FC236}">
                      <a16:creationId xmlns:a16="http://schemas.microsoft.com/office/drawing/2014/main" id="{4B2FC648-C771-2404-FC8D-3E542E6D435C}"/>
                    </a:ext>
                  </a:extLst>
                </p14:cNvPr>
                <p14:cNvContentPartPr/>
                <p14:nvPr/>
              </p14:nvContentPartPr>
              <p14:xfrm>
                <a:off x="6763838" y="5360903"/>
                <a:ext cx="55800" cy="88560"/>
              </p14:xfrm>
            </p:contentPart>
          </mc:Choice>
          <mc:Fallback>
            <p:pic>
              <p:nvPicPr>
                <p:cNvPr id="80" name="Ink 79">
                  <a:extLst>
                    <a:ext uri="{FF2B5EF4-FFF2-40B4-BE49-F238E27FC236}">
                      <a16:creationId xmlns:a16="http://schemas.microsoft.com/office/drawing/2014/main" id="{4B2FC648-C771-2404-FC8D-3E542E6D435C}"/>
                    </a:ext>
                  </a:extLst>
                </p:cNvPr>
                <p:cNvPicPr/>
                <p:nvPr/>
              </p:nvPicPr>
              <p:blipFill>
                <a:blip r:embed="rId60"/>
                <a:stretch>
                  <a:fillRect/>
                </a:stretch>
              </p:blipFill>
              <p:spPr>
                <a:xfrm>
                  <a:off x="6754838" y="5351903"/>
                  <a:ext cx="7344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81" name="Ink 80">
                  <a:extLst>
                    <a:ext uri="{FF2B5EF4-FFF2-40B4-BE49-F238E27FC236}">
                      <a16:creationId xmlns:a16="http://schemas.microsoft.com/office/drawing/2014/main" id="{6BD6CAC2-912D-D741-20E3-C7EFE06F8B07}"/>
                    </a:ext>
                  </a:extLst>
                </p14:cNvPr>
                <p14:cNvContentPartPr/>
                <p14:nvPr/>
              </p14:nvContentPartPr>
              <p14:xfrm>
                <a:off x="6780398" y="5334263"/>
                <a:ext cx="99360" cy="216720"/>
              </p14:xfrm>
            </p:contentPart>
          </mc:Choice>
          <mc:Fallback>
            <p:pic>
              <p:nvPicPr>
                <p:cNvPr id="81" name="Ink 80">
                  <a:extLst>
                    <a:ext uri="{FF2B5EF4-FFF2-40B4-BE49-F238E27FC236}">
                      <a16:creationId xmlns:a16="http://schemas.microsoft.com/office/drawing/2014/main" id="{6BD6CAC2-912D-D741-20E3-C7EFE06F8B07}"/>
                    </a:ext>
                  </a:extLst>
                </p:cNvPr>
                <p:cNvPicPr/>
                <p:nvPr/>
              </p:nvPicPr>
              <p:blipFill>
                <a:blip r:embed="rId62"/>
                <a:stretch>
                  <a:fillRect/>
                </a:stretch>
              </p:blipFill>
              <p:spPr>
                <a:xfrm>
                  <a:off x="6771398" y="5325623"/>
                  <a:ext cx="11700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82" name="Ink 81">
                  <a:extLst>
                    <a:ext uri="{FF2B5EF4-FFF2-40B4-BE49-F238E27FC236}">
                      <a16:creationId xmlns:a16="http://schemas.microsoft.com/office/drawing/2014/main" id="{7891C3ED-FC2B-C2E3-BB67-0F9D255528F6}"/>
                    </a:ext>
                  </a:extLst>
                </p14:cNvPr>
                <p14:cNvContentPartPr/>
                <p14:nvPr/>
              </p14:nvContentPartPr>
              <p14:xfrm>
                <a:off x="7033478" y="5292143"/>
                <a:ext cx="166320" cy="203760"/>
              </p14:xfrm>
            </p:contentPart>
          </mc:Choice>
          <mc:Fallback>
            <p:pic>
              <p:nvPicPr>
                <p:cNvPr id="82" name="Ink 81">
                  <a:extLst>
                    <a:ext uri="{FF2B5EF4-FFF2-40B4-BE49-F238E27FC236}">
                      <a16:creationId xmlns:a16="http://schemas.microsoft.com/office/drawing/2014/main" id="{7891C3ED-FC2B-C2E3-BB67-0F9D255528F6}"/>
                    </a:ext>
                  </a:extLst>
                </p:cNvPr>
                <p:cNvPicPr/>
                <p:nvPr/>
              </p:nvPicPr>
              <p:blipFill>
                <a:blip r:embed="rId64"/>
                <a:stretch>
                  <a:fillRect/>
                </a:stretch>
              </p:blipFill>
              <p:spPr>
                <a:xfrm>
                  <a:off x="7024478" y="5283503"/>
                  <a:ext cx="18396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83" name="Ink 82">
                  <a:extLst>
                    <a:ext uri="{FF2B5EF4-FFF2-40B4-BE49-F238E27FC236}">
                      <a16:creationId xmlns:a16="http://schemas.microsoft.com/office/drawing/2014/main" id="{C690EE8A-A189-37F1-4C05-D2D7DED0B5E9}"/>
                    </a:ext>
                  </a:extLst>
                </p14:cNvPr>
                <p14:cNvContentPartPr/>
                <p14:nvPr/>
              </p14:nvContentPartPr>
              <p14:xfrm>
                <a:off x="7201598" y="5246783"/>
                <a:ext cx="252360" cy="230760"/>
              </p14:xfrm>
            </p:contentPart>
          </mc:Choice>
          <mc:Fallback>
            <p:pic>
              <p:nvPicPr>
                <p:cNvPr id="83" name="Ink 82">
                  <a:extLst>
                    <a:ext uri="{FF2B5EF4-FFF2-40B4-BE49-F238E27FC236}">
                      <a16:creationId xmlns:a16="http://schemas.microsoft.com/office/drawing/2014/main" id="{C690EE8A-A189-37F1-4C05-D2D7DED0B5E9}"/>
                    </a:ext>
                  </a:extLst>
                </p:cNvPr>
                <p:cNvPicPr/>
                <p:nvPr/>
              </p:nvPicPr>
              <p:blipFill>
                <a:blip r:embed="rId66"/>
                <a:stretch>
                  <a:fillRect/>
                </a:stretch>
              </p:blipFill>
              <p:spPr>
                <a:xfrm>
                  <a:off x="7192598" y="5238143"/>
                  <a:ext cx="2700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84" name="Ink 83">
                  <a:extLst>
                    <a:ext uri="{FF2B5EF4-FFF2-40B4-BE49-F238E27FC236}">
                      <a16:creationId xmlns:a16="http://schemas.microsoft.com/office/drawing/2014/main" id="{D14F148A-AA31-6FB0-D78D-A91E01E7EB32}"/>
                    </a:ext>
                  </a:extLst>
                </p14:cNvPr>
                <p14:cNvContentPartPr/>
                <p14:nvPr/>
              </p14:nvContentPartPr>
              <p14:xfrm>
                <a:off x="7484198" y="5324903"/>
                <a:ext cx="360" cy="11160"/>
              </p14:xfrm>
            </p:contentPart>
          </mc:Choice>
          <mc:Fallback>
            <p:pic>
              <p:nvPicPr>
                <p:cNvPr id="84" name="Ink 83">
                  <a:extLst>
                    <a:ext uri="{FF2B5EF4-FFF2-40B4-BE49-F238E27FC236}">
                      <a16:creationId xmlns:a16="http://schemas.microsoft.com/office/drawing/2014/main" id="{D14F148A-AA31-6FB0-D78D-A91E01E7EB32}"/>
                    </a:ext>
                  </a:extLst>
                </p:cNvPr>
                <p:cNvPicPr/>
                <p:nvPr/>
              </p:nvPicPr>
              <p:blipFill>
                <a:blip r:embed="rId68"/>
                <a:stretch>
                  <a:fillRect/>
                </a:stretch>
              </p:blipFill>
              <p:spPr>
                <a:xfrm>
                  <a:off x="7475558" y="5316263"/>
                  <a:ext cx="180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85" name="Ink 84">
                  <a:extLst>
                    <a:ext uri="{FF2B5EF4-FFF2-40B4-BE49-F238E27FC236}">
                      <a16:creationId xmlns:a16="http://schemas.microsoft.com/office/drawing/2014/main" id="{51DDE0FD-5748-50B5-9C98-D81E82D0544B}"/>
                    </a:ext>
                  </a:extLst>
                </p14:cNvPr>
                <p14:cNvContentPartPr/>
                <p14:nvPr/>
              </p14:nvContentPartPr>
              <p14:xfrm>
                <a:off x="7514798" y="5272343"/>
                <a:ext cx="122400" cy="177840"/>
              </p14:xfrm>
            </p:contentPart>
          </mc:Choice>
          <mc:Fallback>
            <p:pic>
              <p:nvPicPr>
                <p:cNvPr id="85" name="Ink 84">
                  <a:extLst>
                    <a:ext uri="{FF2B5EF4-FFF2-40B4-BE49-F238E27FC236}">
                      <a16:creationId xmlns:a16="http://schemas.microsoft.com/office/drawing/2014/main" id="{51DDE0FD-5748-50B5-9C98-D81E82D0544B}"/>
                    </a:ext>
                  </a:extLst>
                </p:cNvPr>
                <p:cNvPicPr/>
                <p:nvPr/>
              </p:nvPicPr>
              <p:blipFill>
                <a:blip r:embed="rId70"/>
                <a:stretch>
                  <a:fillRect/>
                </a:stretch>
              </p:blipFill>
              <p:spPr>
                <a:xfrm>
                  <a:off x="7505798" y="5263343"/>
                  <a:ext cx="14004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86" name="Ink 85">
                  <a:extLst>
                    <a:ext uri="{FF2B5EF4-FFF2-40B4-BE49-F238E27FC236}">
                      <a16:creationId xmlns:a16="http://schemas.microsoft.com/office/drawing/2014/main" id="{08C608BA-99DB-BCB6-55B6-316BBD1A9ABA}"/>
                    </a:ext>
                  </a:extLst>
                </p14:cNvPr>
                <p14:cNvContentPartPr/>
                <p14:nvPr/>
              </p14:nvContentPartPr>
              <p14:xfrm>
                <a:off x="7683278" y="5256143"/>
                <a:ext cx="169920" cy="175680"/>
              </p14:xfrm>
            </p:contentPart>
          </mc:Choice>
          <mc:Fallback>
            <p:pic>
              <p:nvPicPr>
                <p:cNvPr id="86" name="Ink 85">
                  <a:extLst>
                    <a:ext uri="{FF2B5EF4-FFF2-40B4-BE49-F238E27FC236}">
                      <a16:creationId xmlns:a16="http://schemas.microsoft.com/office/drawing/2014/main" id="{08C608BA-99DB-BCB6-55B6-316BBD1A9ABA}"/>
                    </a:ext>
                  </a:extLst>
                </p:cNvPr>
                <p:cNvPicPr/>
                <p:nvPr/>
              </p:nvPicPr>
              <p:blipFill>
                <a:blip r:embed="rId72"/>
                <a:stretch>
                  <a:fillRect/>
                </a:stretch>
              </p:blipFill>
              <p:spPr>
                <a:xfrm>
                  <a:off x="7674278" y="5247143"/>
                  <a:ext cx="1875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87" name="Ink 86">
                  <a:extLst>
                    <a:ext uri="{FF2B5EF4-FFF2-40B4-BE49-F238E27FC236}">
                      <a16:creationId xmlns:a16="http://schemas.microsoft.com/office/drawing/2014/main" id="{FDF81692-A61B-D875-4E1B-A1AA71FDC717}"/>
                    </a:ext>
                  </a:extLst>
                </p14:cNvPr>
                <p14:cNvContentPartPr/>
                <p14:nvPr/>
              </p14:nvContentPartPr>
              <p14:xfrm>
                <a:off x="7828718" y="5297903"/>
                <a:ext cx="151560" cy="134640"/>
              </p14:xfrm>
            </p:contentPart>
          </mc:Choice>
          <mc:Fallback>
            <p:pic>
              <p:nvPicPr>
                <p:cNvPr id="87" name="Ink 86">
                  <a:extLst>
                    <a:ext uri="{FF2B5EF4-FFF2-40B4-BE49-F238E27FC236}">
                      <a16:creationId xmlns:a16="http://schemas.microsoft.com/office/drawing/2014/main" id="{FDF81692-A61B-D875-4E1B-A1AA71FDC717}"/>
                    </a:ext>
                  </a:extLst>
                </p:cNvPr>
                <p:cNvPicPr/>
                <p:nvPr/>
              </p:nvPicPr>
              <p:blipFill>
                <a:blip r:embed="rId74"/>
                <a:stretch>
                  <a:fillRect/>
                </a:stretch>
              </p:blipFill>
              <p:spPr>
                <a:xfrm>
                  <a:off x="7819718" y="5288903"/>
                  <a:ext cx="16920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88" name="Ink 87">
                  <a:extLst>
                    <a:ext uri="{FF2B5EF4-FFF2-40B4-BE49-F238E27FC236}">
                      <a16:creationId xmlns:a16="http://schemas.microsoft.com/office/drawing/2014/main" id="{5FA1CCD9-B20E-3E02-C211-27160BA73168}"/>
                    </a:ext>
                  </a:extLst>
                </p14:cNvPr>
                <p14:cNvContentPartPr/>
                <p14:nvPr/>
              </p14:nvContentPartPr>
              <p14:xfrm>
                <a:off x="7960118" y="5279543"/>
                <a:ext cx="115560" cy="193680"/>
              </p14:xfrm>
            </p:contentPart>
          </mc:Choice>
          <mc:Fallback>
            <p:pic>
              <p:nvPicPr>
                <p:cNvPr id="88" name="Ink 87">
                  <a:extLst>
                    <a:ext uri="{FF2B5EF4-FFF2-40B4-BE49-F238E27FC236}">
                      <a16:creationId xmlns:a16="http://schemas.microsoft.com/office/drawing/2014/main" id="{5FA1CCD9-B20E-3E02-C211-27160BA73168}"/>
                    </a:ext>
                  </a:extLst>
                </p:cNvPr>
                <p:cNvPicPr/>
                <p:nvPr/>
              </p:nvPicPr>
              <p:blipFill>
                <a:blip r:embed="rId76"/>
                <a:stretch>
                  <a:fillRect/>
                </a:stretch>
              </p:blipFill>
              <p:spPr>
                <a:xfrm>
                  <a:off x="7951118" y="5270903"/>
                  <a:ext cx="1332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89" name="Ink 88">
                  <a:extLst>
                    <a:ext uri="{FF2B5EF4-FFF2-40B4-BE49-F238E27FC236}">
                      <a16:creationId xmlns:a16="http://schemas.microsoft.com/office/drawing/2014/main" id="{74DB6C4A-1D53-F2EE-57D1-475C95745B70}"/>
                    </a:ext>
                  </a:extLst>
                </p14:cNvPr>
                <p14:cNvContentPartPr/>
                <p14:nvPr/>
              </p14:nvContentPartPr>
              <p14:xfrm>
                <a:off x="8104118" y="5348663"/>
                <a:ext cx="170640" cy="117720"/>
              </p14:xfrm>
            </p:contentPart>
          </mc:Choice>
          <mc:Fallback>
            <p:pic>
              <p:nvPicPr>
                <p:cNvPr id="89" name="Ink 88">
                  <a:extLst>
                    <a:ext uri="{FF2B5EF4-FFF2-40B4-BE49-F238E27FC236}">
                      <a16:creationId xmlns:a16="http://schemas.microsoft.com/office/drawing/2014/main" id="{74DB6C4A-1D53-F2EE-57D1-475C95745B70}"/>
                    </a:ext>
                  </a:extLst>
                </p:cNvPr>
                <p:cNvPicPr/>
                <p:nvPr/>
              </p:nvPicPr>
              <p:blipFill>
                <a:blip r:embed="rId78"/>
                <a:stretch>
                  <a:fillRect/>
                </a:stretch>
              </p:blipFill>
              <p:spPr>
                <a:xfrm>
                  <a:off x="8095478" y="5339663"/>
                  <a:ext cx="1882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90" name="Ink 89">
                  <a:extLst>
                    <a:ext uri="{FF2B5EF4-FFF2-40B4-BE49-F238E27FC236}">
                      <a16:creationId xmlns:a16="http://schemas.microsoft.com/office/drawing/2014/main" id="{44F08E2C-7FBC-8DC6-774F-38B5BC9AA9AB}"/>
                    </a:ext>
                  </a:extLst>
                </p14:cNvPr>
                <p14:cNvContentPartPr/>
                <p14:nvPr/>
              </p14:nvContentPartPr>
              <p14:xfrm>
                <a:off x="8310758" y="5307623"/>
                <a:ext cx="85320" cy="169560"/>
              </p14:xfrm>
            </p:contentPart>
          </mc:Choice>
          <mc:Fallback>
            <p:pic>
              <p:nvPicPr>
                <p:cNvPr id="90" name="Ink 89">
                  <a:extLst>
                    <a:ext uri="{FF2B5EF4-FFF2-40B4-BE49-F238E27FC236}">
                      <a16:creationId xmlns:a16="http://schemas.microsoft.com/office/drawing/2014/main" id="{44F08E2C-7FBC-8DC6-774F-38B5BC9AA9AB}"/>
                    </a:ext>
                  </a:extLst>
                </p:cNvPr>
                <p:cNvPicPr/>
                <p:nvPr/>
              </p:nvPicPr>
              <p:blipFill>
                <a:blip r:embed="rId80"/>
                <a:stretch>
                  <a:fillRect/>
                </a:stretch>
              </p:blipFill>
              <p:spPr>
                <a:xfrm>
                  <a:off x="8302118" y="5298983"/>
                  <a:ext cx="1029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92" name="Ink 91">
                  <a:extLst>
                    <a:ext uri="{FF2B5EF4-FFF2-40B4-BE49-F238E27FC236}">
                      <a16:creationId xmlns:a16="http://schemas.microsoft.com/office/drawing/2014/main" id="{A167C273-422D-BF3B-642E-420E8A16A6B3}"/>
                    </a:ext>
                  </a:extLst>
                </p14:cNvPr>
                <p14:cNvContentPartPr/>
                <p14:nvPr/>
              </p14:nvContentPartPr>
              <p14:xfrm>
                <a:off x="5937638" y="5316983"/>
                <a:ext cx="275400" cy="19800"/>
              </p14:xfrm>
            </p:contentPart>
          </mc:Choice>
          <mc:Fallback>
            <p:pic>
              <p:nvPicPr>
                <p:cNvPr id="92" name="Ink 91">
                  <a:extLst>
                    <a:ext uri="{FF2B5EF4-FFF2-40B4-BE49-F238E27FC236}">
                      <a16:creationId xmlns:a16="http://schemas.microsoft.com/office/drawing/2014/main" id="{A167C273-422D-BF3B-642E-420E8A16A6B3}"/>
                    </a:ext>
                  </a:extLst>
                </p:cNvPr>
                <p:cNvPicPr/>
                <p:nvPr/>
              </p:nvPicPr>
              <p:blipFill>
                <a:blip r:embed="rId82"/>
                <a:stretch>
                  <a:fillRect/>
                </a:stretch>
              </p:blipFill>
              <p:spPr>
                <a:xfrm>
                  <a:off x="5928998" y="5308343"/>
                  <a:ext cx="2930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93" name="Ink 92">
                  <a:extLst>
                    <a:ext uri="{FF2B5EF4-FFF2-40B4-BE49-F238E27FC236}">
                      <a16:creationId xmlns:a16="http://schemas.microsoft.com/office/drawing/2014/main" id="{E85CE59E-FF4E-BE99-9EC0-41D266FC4D61}"/>
                    </a:ext>
                  </a:extLst>
                </p14:cNvPr>
                <p14:cNvContentPartPr/>
                <p14:nvPr/>
              </p14:nvContentPartPr>
              <p14:xfrm>
                <a:off x="6004958" y="5392223"/>
                <a:ext cx="252720" cy="6120"/>
              </p14:xfrm>
            </p:contentPart>
          </mc:Choice>
          <mc:Fallback>
            <p:pic>
              <p:nvPicPr>
                <p:cNvPr id="93" name="Ink 92">
                  <a:extLst>
                    <a:ext uri="{FF2B5EF4-FFF2-40B4-BE49-F238E27FC236}">
                      <a16:creationId xmlns:a16="http://schemas.microsoft.com/office/drawing/2014/main" id="{E85CE59E-FF4E-BE99-9EC0-41D266FC4D61}"/>
                    </a:ext>
                  </a:extLst>
                </p:cNvPr>
                <p:cNvPicPr/>
                <p:nvPr/>
              </p:nvPicPr>
              <p:blipFill>
                <a:blip r:embed="rId84"/>
                <a:stretch>
                  <a:fillRect/>
                </a:stretch>
              </p:blipFill>
              <p:spPr>
                <a:xfrm>
                  <a:off x="5996318" y="5383583"/>
                  <a:ext cx="270360" cy="23760"/>
                </a:xfrm>
                <a:prstGeom prst="rect">
                  <a:avLst/>
                </a:prstGeom>
              </p:spPr>
            </p:pic>
          </mc:Fallback>
        </mc:AlternateContent>
      </p:grpSp>
    </p:spTree>
    <p:extLst>
      <p:ext uri="{BB962C8B-B14F-4D97-AF65-F5344CB8AC3E}">
        <p14:creationId xmlns:p14="http://schemas.microsoft.com/office/powerpoint/2010/main" val="34121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How it works behind scenes</a:t>
            </a:r>
            <a:endParaRPr lang="en-IN" dirty="0"/>
          </a:p>
        </p:txBody>
      </p:sp>
      <p:pic>
        <p:nvPicPr>
          <p:cNvPr id="4" name="Picture 3" descr="Icon&#10;&#10;Description automatically generated">
            <a:extLst>
              <a:ext uri="{FF2B5EF4-FFF2-40B4-BE49-F238E27FC236}">
                <a16:creationId xmlns:a16="http://schemas.microsoft.com/office/drawing/2014/main" id="{814846B4-B965-238F-DDE0-4674D196BA3B}"/>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306857" y="773693"/>
            <a:ext cx="982807" cy="991115"/>
          </a:xfrm>
          <a:prstGeom prst="rect">
            <a:avLst/>
          </a:prstGeom>
          <a:ln>
            <a:solidFill>
              <a:schemeClr val="bg1"/>
            </a:solidFill>
          </a:ln>
        </p:spPr>
      </p:pic>
      <p:sp>
        <p:nvSpPr>
          <p:cNvPr id="5" name="Rectangle 4">
            <a:extLst>
              <a:ext uri="{FF2B5EF4-FFF2-40B4-BE49-F238E27FC236}">
                <a16:creationId xmlns:a16="http://schemas.microsoft.com/office/drawing/2014/main" id="{AB771F5C-5323-B558-B82A-B5BD808B9CD2}"/>
              </a:ext>
            </a:extLst>
          </p:cNvPr>
          <p:cNvSpPr/>
          <p:nvPr/>
        </p:nvSpPr>
        <p:spPr>
          <a:xfrm>
            <a:off x="4536797" y="1917179"/>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App</a:t>
            </a:r>
          </a:p>
        </p:txBody>
      </p:sp>
      <p:cxnSp>
        <p:nvCxnSpPr>
          <p:cNvPr id="6" name="Straight Arrow Connector 5">
            <a:extLst>
              <a:ext uri="{FF2B5EF4-FFF2-40B4-BE49-F238E27FC236}">
                <a16:creationId xmlns:a16="http://schemas.microsoft.com/office/drawing/2014/main" id="{FC337487-243A-994B-4FAA-77EE83073B1D}"/>
              </a:ext>
            </a:extLst>
          </p:cNvPr>
          <p:cNvCxnSpPr>
            <a:cxnSpLocks/>
            <a:endCxn id="5" idx="1"/>
          </p:cNvCxnSpPr>
          <p:nvPr/>
        </p:nvCxnSpPr>
        <p:spPr>
          <a:xfrm>
            <a:off x="1415112" y="2349114"/>
            <a:ext cx="312168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1E2EEC2-0FD1-4EF2-2CEF-862F70DDF4F5}"/>
              </a:ext>
            </a:extLst>
          </p:cNvPr>
          <p:cNvSpPr/>
          <p:nvPr/>
        </p:nvSpPr>
        <p:spPr>
          <a:xfrm>
            <a:off x="6385145" y="2720139"/>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2399" dirty="0" err="1">
                <a:solidFill>
                  <a:prstClr val="white"/>
                </a:solidFill>
                <a:latin typeface="Segoe UI"/>
              </a:rPr>
              <a:t>ourxsuaa</a:t>
            </a:r>
            <a:endParaRPr lang="en-US" sz="2399" dirty="0">
              <a:solidFill>
                <a:prstClr val="white"/>
              </a:solidFill>
              <a:latin typeface="Segoe UI"/>
            </a:endParaRPr>
          </a:p>
        </p:txBody>
      </p:sp>
      <p:sp>
        <p:nvSpPr>
          <p:cNvPr id="8" name="Rectangle 7">
            <a:extLst>
              <a:ext uri="{FF2B5EF4-FFF2-40B4-BE49-F238E27FC236}">
                <a16:creationId xmlns:a16="http://schemas.microsoft.com/office/drawing/2014/main" id="{79496F2E-B052-6CF3-F4F6-A3F880430DE7}"/>
              </a:ext>
            </a:extLst>
          </p:cNvPr>
          <p:cNvSpPr/>
          <p:nvPr/>
        </p:nvSpPr>
        <p:spPr>
          <a:xfrm>
            <a:off x="4766365" y="1643930"/>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1100" dirty="0">
                <a:solidFill>
                  <a:prstClr val="white"/>
                </a:solidFill>
                <a:latin typeface="Segoe UI"/>
              </a:rPr>
              <a:t>code</a:t>
            </a:r>
          </a:p>
        </p:txBody>
      </p:sp>
      <p:cxnSp>
        <p:nvCxnSpPr>
          <p:cNvPr id="9" name="Straight Arrow Connector 8">
            <a:extLst>
              <a:ext uri="{FF2B5EF4-FFF2-40B4-BE49-F238E27FC236}">
                <a16:creationId xmlns:a16="http://schemas.microsoft.com/office/drawing/2014/main" id="{C1E86AEA-54EF-33A3-5854-9BC5C342905A}"/>
              </a:ext>
            </a:extLst>
          </p:cNvPr>
          <p:cNvCxnSpPr>
            <a:cxnSpLocks/>
          </p:cNvCxnSpPr>
          <p:nvPr/>
        </p:nvCxnSpPr>
        <p:spPr>
          <a:xfrm flipH="1">
            <a:off x="1289663" y="2603549"/>
            <a:ext cx="324713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DD80DE9-A6FA-9AF2-B628-38DF7869A775}"/>
              </a:ext>
            </a:extLst>
          </p:cNvPr>
          <p:cNvSpPr/>
          <p:nvPr/>
        </p:nvSpPr>
        <p:spPr>
          <a:xfrm>
            <a:off x="191294" y="2061206"/>
            <a:ext cx="1151828"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Browser</a:t>
            </a:r>
          </a:p>
          <a:p>
            <a:pPr algn="ctr" defTabSz="1218621"/>
            <a:r>
              <a:rPr lang="en-US" sz="1800" dirty="0">
                <a:solidFill>
                  <a:prstClr val="white"/>
                </a:solidFill>
                <a:latin typeface="Segoe UI"/>
              </a:rPr>
              <a:t>postman</a:t>
            </a:r>
          </a:p>
        </p:txBody>
      </p:sp>
      <p:cxnSp>
        <p:nvCxnSpPr>
          <p:cNvPr id="11" name="Straight Arrow Connector 10">
            <a:extLst>
              <a:ext uri="{FF2B5EF4-FFF2-40B4-BE49-F238E27FC236}">
                <a16:creationId xmlns:a16="http://schemas.microsoft.com/office/drawing/2014/main" id="{571200EF-86F1-DED3-88FA-2AE359C65A33}"/>
              </a:ext>
            </a:extLst>
          </p:cNvPr>
          <p:cNvCxnSpPr>
            <a:cxnSpLocks/>
            <a:stCxn id="10" idx="2"/>
          </p:cNvCxnSpPr>
          <p:nvPr/>
        </p:nvCxnSpPr>
        <p:spPr>
          <a:xfrm>
            <a:off x="767209" y="2781052"/>
            <a:ext cx="3769589" cy="14647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44D77AC-6B43-B0F9-C898-A96C51C6F15E}"/>
              </a:ext>
            </a:extLst>
          </p:cNvPr>
          <p:cNvSpPr/>
          <p:nvPr/>
        </p:nvSpPr>
        <p:spPr>
          <a:xfrm>
            <a:off x="4536797" y="4051173"/>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13" name="Straight Arrow Connector 12">
            <a:extLst>
              <a:ext uri="{FF2B5EF4-FFF2-40B4-BE49-F238E27FC236}">
                <a16:creationId xmlns:a16="http://schemas.microsoft.com/office/drawing/2014/main" id="{40E1B0E9-F615-7826-1EFF-CC76DA4E6B5A}"/>
              </a:ext>
            </a:extLst>
          </p:cNvPr>
          <p:cNvCxnSpPr>
            <a:cxnSpLocks/>
            <a:stCxn id="12" idx="1"/>
          </p:cNvCxnSpPr>
          <p:nvPr/>
        </p:nvCxnSpPr>
        <p:spPr>
          <a:xfrm flipH="1" flipV="1">
            <a:off x="479252" y="2853088"/>
            <a:ext cx="4057546" cy="16300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744B89-AE01-1AFE-2D0C-7B80EAD834E7}"/>
              </a:ext>
            </a:extLst>
          </p:cNvPr>
          <p:cNvCxnSpPr/>
          <p:nvPr/>
        </p:nvCxnSpPr>
        <p:spPr>
          <a:xfrm>
            <a:off x="191294"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A7D5A2F-2282-43D3-91D7-A4E86F116D4C}"/>
              </a:ext>
            </a:extLst>
          </p:cNvPr>
          <p:cNvSpPr/>
          <p:nvPr/>
        </p:nvSpPr>
        <p:spPr>
          <a:xfrm>
            <a:off x="119304" y="5444701"/>
            <a:ext cx="1655753"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IdP</a:t>
            </a:r>
          </a:p>
        </p:txBody>
      </p:sp>
      <p:pic>
        <p:nvPicPr>
          <p:cNvPr id="16" name="Picture 15">
            <a:extLst>
              <a:ext uri="{FF2B5EF4-FFF2-40B4-BE49-F238E27FC236}">
                <a16:creationId xmlns:a16="http://schemas.microsoft.com/office/drawing/2014/main" id="{E6BA8F46-8075-2E91-8004-686B5EF95376}"/>
              </a:ext>
            </a:extLst>
          </p:cNvPr>
          <p:cNvPicPr>
            <a:picLocks noChangeAspect="1"/>
          </p:cNvPicPr>
          <p:nvPr/>
        </p:nvPicPr>
        <p:blipFill>
          <a:blip r:embed="rId4"/>
          <a:stretch>
            <a:fillRect/>
          </a:stretch>
        </p:blipFill>
        <p:spPr>
          <a:xfrm>
            <a:off x="5950433" y="5114448"/>
            <a:ext cx="2015699" cy="1361082"/>
          </a:xfrm>
          <a:prstGeom prst="rect">
            <a:avLst/>
          </a:prstGeom>
          <a:ln>
            <a:solidFill>
              <a:schemeClr val="bg1"/>
            </a:solidFill>
          </a:ln>
        </p:spPr>
      </p:pic>
      <p:pic>
        <p:nvPicPr>
          <p:cNvPr id="17" name="Picture 16">
            <a:extLst>
              <a:ext uri="{FF2B5EF4-FFF2-40B4-BE49-F238E27FC236}">
                <a16:creationId xmlns:a16="http://schemas.microsoft.com/office/drawing/2014/main" id="{F06141F9-53BD-36FF-9942-866DDB500278}"/>
              </a:ext>
            </a:extLst>
          </p:cNvPr>
          <p:cNvPicPr>
            <a:picLocks noChangeAspect="1"/>
          </p:cNvPicPr>
          <p:nvPr/>
        </p:nvPicPr>
        <p:blipFill>
          <a:blip r:embed="rId5"/>
          <a:stretch>
            <a:fillRect/>
          </a:stretch>
        </p:blipFill>
        <p:spPr>
          <a:xfrm>
            <a:off x="8057337" y="5075713"/>
            <a:ext cx="2428420" cy="1390183"/>
          </a:xfrm>
          <a:prstGeom prst="rect">
            <a:avLst/>
          </a:prstGeom>
          <a:ln>
            <a:solidFill>
              <a:schemeClr val="bg1"/>
            </a:solidFill>
          </a:ln>
        </p:spPr>
      </p:pic>
      <p:cxnSp>
        <p:nvCxnSpPr>
          <p:cNvPr id="18" name="Straight Arrow Connector 17">
            <a:extLst>
              <a:ext uri="{FF2B5EF4-FFF2-40B4-BE49-F238E27FC236}">
                <a16:creationId xmlns:a16="http://schemas.microsoft.com/office/drawing/2014/main" id="{B3A99372-D1C6-AE14-51F0-4C81FB668B99}"/>
              </a:ext>
            </a:extLst>
          </p:cNvPr>
          <p:cNvCxnSpPr/>
          <p:nvPr/>
        </p:nvCxnSpPr>
        <p:spPr>
          <a:xfrm flipV="1">
            <a:off x="479251"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9FBE10-64FE-EB83-3880-2BD272348A3D}"/>
              </a:ext>
            </a:extLst>
          </p:cNvPr>
          <p:cNvSpPr txBox="1"/>
          <p:nvPr/>
        </p:nvSpPr>
        <p:spPr>
          <a:xfrm>
            <a:off x="623229" y="4652819"/>
            <a:ext cx="1799731" cy="471262"/>
          </a:xfrm>
          <a:prstGeom prst="rect">
            <a:avLst/>
          </a:prstGeom>
          <a:noFill/>
          <a:ln>
            <a:noFill/>
          </a:ln>
        </p:spPr>
        <p:txBody>
          <a:bodyPr wrap="square" rtlCol="0">
            <a:spAutoFit/>
          </a:bodyPr>
          <a:lstStyle/>
          <a:p>
            <a:pPr defTabSz="1218621"/>
            <a:r>
              <a:rPr lang="en-US" sz="2399" b="1" dirty="0">
                <a:solidFill>
                  <a:prstClr val="white"/>
                </a:solidFill>
                <a:latin typeface="Segoe UI"/>
              </a:rPr>
              <a:t>SAML</a:t>
            </a:r>
          </a:p>
        </p:txBody>
      </p:sp>
      <p:cxnSp>
        <p:nvCxnSpPr>
          <p:cNvPr id="20" name="Straight Arrow Connector 19">
            <a:extLst>
              <a:ext uri="{FF2B5EF4-FFF2-40B4-BE49-F238E27FC236}">
                <a16:creationId xmlns:a16="http://schemas.microsoft.com/office/drawing/2014/main" id="{D9AF08C7-9B1E-5055-6265-B06EBF10AFCB}"/>
              </a:ext>
            </a:extLst>
          </p:cNvPr>
          <p:cNvCxnSpPr/>
          <p:nvPr/>
        </p:nvCxnSpPr>
        <p:spPr>
          <a:xfrm flipH="1">
            <a:off x="1775058" y="4854133"/>
            <a:ext cx="2761740" cy="590566"/>
          </a:xfrm>
          <a:prstGeom prst="straightConnector1">
            <a:avLst/>
          </a:prstGeom>
          <a:ln>
            <a:solidFill>
              <a:schemeClr val="bg1"/>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68CCD73E-4261-3A94-70B7-1A81CE4325B8}"/>
              </a:ext>
            </a:extLst>
          </p:cNvPr>
          <p:cNvSpPr txBox="1"/>
          <p:nvPr/>
        </p:nvSpPr>
        <p:spPr>
          <a:xfrm>
            <a:off x="2422960" y="4915045"/>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0" name="TextBox 39">
            <a:extLst>
              <a:ext uri="{FF2B5EF4-FFF2-40B4-BE49-F238E27FC236}">
                <a16:creationId xmlns:a16="http://schemas.microsoft.com/office/drawing/2014/main" id="{61E0A965-EFB8-7809-B73B-AB5E04FB25C2}"/>
              </a:ext>
            </a:extLst>
          </p:cNvPr>
          <p:cNvSpPr txBox="1"/>
          <p:nvPr/>
        </p:nvSpPr>
        <p:spPr>
          <a:xfrm>
            <a:off x="6614252" y="4145382"/>
            <a:ext cx="1243510" cy="461545"/>
          </a:xfrm>
          <a:prstGeom prst="rect">
            <a:avLst/>
          </a:prstGeom>
          <a:noFill/>
          <a:ln>
            <a:noFill/>
          </a:ln>
        </p:spPr>
        <p:txBody>
          <a:bodyPr wrap="square" rtlCol="0">
            <a:spAutoFit/>
          </a:bodyPr>
          <a:lstStyle/>
          <a:p>
            <a:pPr defTabSz="1218621"/>
            <a:r>
              <a:rPr lang="en-US" sz="2399" b="1" dirty="0">
                <a:solidFill>
                  <a:prstClr val="white"/>
                </a:solidFill>
                <a:latin typeface="Segoe UI"/>
              </a:rPr>
              <a:t>Scope</a:t>
            </a:r>
          </a:p>
        </p:txBody>
      </p:sp>
      <p:sp>
        <p:nvSpPr>
          <p:cNvPr id="41" name="TextBox 40">
            <a:extLst>
              <a:ext uri="{FF2B5EF4-FFF2-40B4-BE49-F238E27FC236}">
                <a16:creationId xmlns:a16="http://schemas.microsoft.com/office/drawing/2014/main" id="{E0CF7A11-09D3-9A03-994C-9B5415A0635B}"/>
              </a:ext>
            </a:extLst>
          </p:cNvPr>
          <p:cNvSpPr txBox="1"/>
          <p:nvPr/>
        </p:nvSpPr>
        <p:spPr>
          <a:xfrm>
            <a:off x="1598314" y="3429001"/>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sp>
        <p:nvSpPr>
          <p:cNvPr id="42" name="TextBox 41">
            <a:extLst>
              <a:ext uri="{FF2B5EF4-FFF2-40B4-BE49-F238E27FC236}">
                <a16:creationId xmlns:a16="http://schemas.microsoft.com/office/drawing/2014/main" id="{15874FC5-7E19-DFA2-286C-82B3AB00B89A}"/>
              </a:ext>
            </a:extLst>
          </p:cNvPr>
          <p:cNvSpPr txBox="1"/>
          <p:nvPr/>
        </p:nvSpPr>
        <p:spPr>
          <a:xfrm>
            <a:off x="2356928" y="1870833"/>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cxnSp>
        <p:nvCxnSpPr>
          <p:cNvPr id="43" name="Connector: Elbow 42">
            <a:extLst>
              <a:ext uri="{FF2B5EF4-FFF2-40B4-BE49-F238E27FC236}">
                <a16:creationId xmlns:a16="http://schemas.microsoft.com/office/drawing/2014/main" id="{1D0116CF-EE39-A7C8-9798-757DF33C7C88}"/>
              </a:ext>
            </a:extLst>
          </p:cNvPr>
          <p:cNvCxnSpPr>
            <a:cxnSpLocks/>
            <a:stCxn id="7" idx="2"/>
            <a:endCxn id="12" idx="0"/>
          </p:cNvCxnSpPr>
          <p:nvPr/>
        </p:nvCxnSpPr>
        <p:spPr>
          <a:xfrm rot="5400000">
            <a:off x="5893292" y="2803430"/>
            <a:ext cx="899099" cy="1596386"/>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6D3AC8-122B-01F5-F952-46EB61FF54A8}"/>
              </a:ext>
            </a:extLst>
          </p:cNvPr>
          <p:cNvSpPr txBox="1"/>
          <p:nvPr/>
        </p:nvSpPr>
        <p:spPr>
          <a:xfrm>
            <a:off x="6342839" y="3246283"/>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5" name="TextBox 44">
            <a:extLst>
              <a:ext uri="{FF2B5EF4-FFF2-40B4-BE49-F238E27FC236}">
                <a16:creationId xmlns:a16="http://schemas.microsoft.com/office/drawing/2014/main" id="{B0AEC2F2-77E4-4A70-FC14-BFC5C17C8189}"/>
              </a:ext>
            </a:extLst>
          </p:cNvPr>
          <p:cNvSpPr txBox="1"/>
          <p:nvPr/>
        </p:nvSpPr>
        <p:spPr>
          <a:xfrm>
            <a:off x="6614251" y="969725"/>
            <a:ext cx="5383280" cy="1568739"/>
          </a:xfrm>
          <a:prstGeom prst="rect">
            <a:avLst/>
          </a:prstGeom>
          <a:noFill/>
          <a:ln>
            <a:solidFill>
              <a:schemeClr val="bg1"/>
            </a:solidFill>
          </a:ln>
        </p:spPr>
        <p:txBody>
          <a:bodyPr wrap="square" rtlCol="0">
            <a:spAutoFit/>
          </a:bodyPr>
          <a:lstStyle/>
          <a:p>
            <a:pPr defTabSz="1218621"/>
            <a:r>
              <a:rPr lang="en-US" sz="2399" dirty="0" err="1">
                <a:solidFill>
                  <a:prstClr val="white"/>
                </a:solidFill>
                <a:latin typeface="Segoe UI"/>
              </a:rPr>
              <a:t>xs-security.json</a:t>
            </a:r>
            <a:r>
              <a:rPr lang="en-US" sz="2399" dirty="0">
                <a:solidFill>
                  <a:prstClr val="white"/>
                </a:solidFill>
                <a:latin typeface="Segoe UI"/>
              </a:rPr>
              <a:t> contains information which we need to register to define what are all permissions required in our app</a:t>
            </a:r>
          </a:p>
        </p:txBody>
      </p:sp>
      <p:pic>
        <p:nvPicPr>
          <p:cNvPr id="46" name="Picture 45" descr="Icon&#10;&#10;Description automatically generated">
            <a:extLst>
              <a:ext uri="{FF2B5EF4-FFF2-40B4-BE49-F238E27FC236}">
                <a16:creationId xmlns:a16="http://schemas.microsoft.com/office/drawing/2014/main" id="{C5D15A3F-1701-C50C-9063-827697F8AEE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86852" y="5607186"/>
            <a:ext cx="666351" cy="666351"/>
          </a:xfrm>
          <a:prstGeom prst="rect">
            <a:avLst/>
          </a:prstGeom>
          <a:ln>
            <a:solidFill>
              <a:schemeClr val="bg1"/>
            </a:solidFill>
          </a:ln>
        </p:spPr>
      </p:pic>
      <mc:AlternateContent xmlns:mc="http://schemas.openxmlformats.org/markup-compatibility/2006">
        <mc:Choice xmlns:p14="http://schemas.microsoft.com/office/powerpoint/2010/main" Requires="p14">
          <p:contentPart p14:bwMode="auto" r:id="rId8">
            <p14:nvContentPartPr>
              <p14:cNvPr id="87" name="Ink 86">
                <a:extLst>
                  <a:ext uri="{FF2B5EF4-FFF2-40B4-BE49-F238E27FC236}">
                    <a16:creationId xmlns:a16="http://schemas.microsoft.com/office/drawing/2014/main" id="{06C26A3B-B7D6-62AC-4646-91C0AD8BDCE3}"/>
                  </a:ext>
                </a:extLst>
              </p14:cNvPr>
              <p14:cNvContentPartPr/>
              <p14:nvPr/>
            </p14:nvContentPartPr>
            <p14:xfrm>
              <a:off x="10026878" y="4045823"/>
              <a:ext cx="360" cy="360"/>
            </p14:xfrm>
          </p:contentPart>
        </mc:Choice>
        <mc:Fallback>
          <p:pic>
            <p:nvPicPr>
              <p:cNvPr id="87" name="Ink 86">
                <a:extLst>
                  <a:ext uri="{FF2B5EF4-FFF2-40B4-BE49-F238E27FC236}">
                    <a16:creationId xmlns:a16="http://schemas.microsoft.com/office/drawing/2014/main" id="{06C26A3B-B7D6-62AC-4646-91C0AD8BDCE3}"/>
                  </a:ext>
                </a:extLst>
              </p:cNvPr>
              <p:cNvPicPr/>
              <p:nvPr/>
            </p:nvPicPr>
            <p:blipFill>
              <a:blip r:embed="rId9"/>
              <a:stretch>
                <a:fillRect/>
              </a:stretch>
            </p:blipFill>
            <p:spPr>
              <a:xfrm>
                <a:off x="10018238" y="4037183"/>
                <a:ext cx="18000" cy="18000"/>
              </a:xfrm>
              <a:prstGeom prst="rect">
                <a:avLst/>
              </a:prstGeom>
            </p:spPr>
          </p:pic>
        </mc:Fallback>
      </mc:AlternateContent>
      <p:grpSp>
        <p:nvGrpSpPr>
          <p:cNvPr id="96" name="Group 95">
            <a:extLst>
              <a:ext uri="{FF2B5EF4-FFF2-40B4-BE49-F238E27FC236}">
                <a16:creationId xmlns:a16="http://schemas.microsoft.com/office/drawing/2014/main" id="{C2447D92-D217-13AA-D9EA-8163276909F4}"/>
              </a:ext>
            </a:extLst>
          </p:cNvPr>
          <p:cNvGrpSpPr/>
          <p:nvPr/>
        </p:nvGrpSpPr>
        <p:grpSpPr>
          <a:xfrm>
            <a:off x="768758" y="1755143"/>
            <a:ext cx="3850920" cy="588960"/>
            <a:chOff x="768758" y="1755143"/>
            <a:chExt cx="3850920" cy="588960"/>
          </a:xfrm>
        </p:grpSpPr>
        <mc:AlternateContent xmlns:mc="http://schemas.openxmlformats.org/markup-compatibility/2006">
          <mc:Choice xmlns:p14="http://schemas.microsoft.com/office/powerpoint/2010/main" Requires="p14">
            <p:contentPart p14:bwMode="auto" r:id="rId10">
              <p14:nvContentPartPr>
                <p14:cNvPr id="88" name="Ink 87">
                  <a:extLst>
                    <a:ext uri="{FF2B5EF4-FFF2-40B4-BE49-F238E27FC236}">
                      <a16:creationId xmlns:a16="http://schemas.microsoft.com/office/drawing/2014/main" id="{F3027549-D322-2C24-C936-94A4B5362007}"/>
                    </a:ext>
                  </a:extLst>
                </p14:cNvPr>
                <p14:cNvContentPartPr/>
                <p14:nvPr/>
              </p14:nvContentPartPr>
              <p14:xfrm>
                <a:off x="768758" y="1755143"/>
                <a:ext cx="85320" cy="431280"/>
              </p14:xfrm>
            </p:contentPart>
          </mc:Choice>
          <mc:Fallback>
            <p:pic>
              <p:nvPicPr>
                <p:cNvPr id="88" name="Ink 87">
                  <a:extLst>
                    <a:ext uri="{FF2B5EF4-FFF2-40B4-BE49-F238E27FC236}">
                      <a16:creationId xmlns:a16="http://schemas.microsoft.com/office/drawing/2014/main" id="{F3027549-D322-2C24-C936-94A4B5362007}"/>
                    </a:ext>
                  </a:extLst>
                </p:cNvPr>
                <p:cNvPicPr/>
                <p:nvPr/>
              </p:nvPicPr>
              <p:blipFill>
                <a:blip r:embed="rId11"/>
                <a:stretch>
                  <a:fillRect/>
                </a:stretch>
              </p:blipFill>
              <p:spPr>
                <a:xfrm>
                  <a:off x="759758" y="1746503"/>
                  <a:ext cx="102960" cy="448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9" name="Ink 88">
                  <a:extLst>
                    <a:ext uri="{FF2B5EF4-FFF2-40B4-BE49-F238E27FC236}">
                      <a16:creationId xmlns:a16="http://schemas.microsoft.com/office/drawing/2014/main" id="{E8BF32F4-6B5A-5837-6338-3580C0E3C3FC}"/>
                    </a:ext>
                  </a:extLst>
                </p14:cNvPr>
                <p14:cNvContentPartPr/>
                <p14:nvPr/>
              </p14:nvContentPartPr>
              <p14:xfrm>
                <a:off x="771278" y="2117663"/>
                <a:ext cx="163080" cy="109800"/>
              </p14:xfrm>
            </p:contentPart>
          </mc:Choice>
          <mc:Fallback>
            <p:pic>
              <p:nvPicPr>
                <p:cNvPr id="89" name="Ink 88">
                  <a:extLst>
                    <a:ext uri="{FF2B5EF4-FFF2-40B4-BE49-F238E27FC236}">
                      <a16:creationId xmlns:a16="http://schemas.microsoft.com/office/drawing/2014/main" id="{E8BF32F4-6B5A-5837-6338-3580C0E3C3FC}"/>
                    </a:ext>
                  </a:extLst>
                </p:cNvPr>
                <p:cNvPicPr/>
                <p:nvPr/>
              </p:nvPicPr>
              <p:blipFill>
                <a:blip r:embed="rId13"/>
                <a:stretch>
                  <a:fillRect/>
                </a:stretch>
              </p:blipFill>
              <p:spPr>
                <a:xfrm>
                  <a:off x="762278" y="2108663"/>
                  <a:ext cx="18072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1" name="Ink 90">
                  <a:extLst>
                    <a:ext uri="{FF2B5EF4-FFF2-40B4-BE49-F238E27FC236}">
                      <a16:creationId xmlns:a16="http://schemas.microsoft.com/office/drawing/2014/main" id="{6F4AAB86-831D-88ED-B210-4B423F154B35}"/>
                    </a:ext>
                  </a:extLst>
                </p14:cNvPr>
                <p14:cNvContentPartPr/>
                <p14:nvPr/>
              </p14:nvContentPartPr>
              <p14:xfrm>
                <a:off x="1365278" y="2229263"/>
                <a:ext cx="3239280" cy="113400"/>
              </p14:xfrm>
            </p:contentPart>
          </mc:Choice>
          <mc:Fallback>
            <p:pic>
              <p:nvPicPr>
                <p:cNvPr id="91" name="Ink 90">
                  <a:extLst>
                    <a:ext uri="{FF2B5EF4-FFF2-40B4-BE49-F238E27FC236}">
                      <a16:creationId xmlns:a16="http://schemas.microsoft.com/office/drawing/2014/main" id="{6F4AAB86-831D-88ED-B210-4B423F154B35}"/>
                    </a:ext>
                  </a:extLst>
                </p:cNvPr>
                <p:cNvPicPr/>
                <p:nvPr/>
              </p:nvPicPr>
              <p:blipFill>
                <a:blip r:embed="rId15"/>
                <a:stretch>
                  <a:fillRect/>
                </a:stretch>
              </p:blipFill>
              <p:spPr>
                <a:xfrm>
                  <a:off x="1356638" y="2220263"/>
                  <a:ext cx="325692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2" name="Ink 91">
                  <a:extLst>
                    <a:ext uri="{FF2B5EF4-FFF2-40B4-BE49-F238E27FC236}">
                      <a16:creationId xmlns:a16="http://schemas.microsoft.com/office/drawing/2014/main" id="{5B2F09B7-4087-FE96-EE6C-001C4F802D7C}"/>
                    </a:ext>
                  </a:extLst>
                </p14:cNvPr>
                <p14:cNvContentPartPr/>
                <p14:nvPr/>
              </p14:nvContentPartPr>
              <p14:xfrm>
                <a:off x="4474598" y="2168063"/>
                <a:ext cx="145080" cy="176040"/>
              </p14:xfrm>
            </p:contentPart>
          </mc:Choice>
          <mc:Fallback>
            <p:pic>
              <p:nvPicPr>
                <p:cNvPr id="92" name="Ink 91">
                  <a:extLst>
                    <a:ext uri="{FF2B5EF4-FFF2-40B4-BE49-F238E27FC236}">
                      <a16:creationId xmlns:a16="http://schemas.microsoft.com/office/drawing/2014/main" id="{5B2F09B7-4087-FE96-EE6C-001C4F802D7C}"/>
                    </a:ext>
                  </a:extLst>
                </p:cNvPr>
                <p:cNvPicPr/>
                <p:nvPr/>
              </p:nvPicPr>
              <p:blipFill>
                <a:blip r:embed="rId17"/>
                <a:stretch>
                  <a:fillRect/>
                </a:stretch>
              </p:blipFill>
              <p:spPr>
                <a:xfrm>
                  <a:off x="4465598" y="2159423"/>
                  <a:ext cx="162720" cy="193680"/>
                </a:xfrm>
                <a:prstGeom prst="rect">
                  <a:avLst/>
                </a:prstGeom>
              </p:spPr>
            </p:pic>
          </mc:Fallback>
        </mc:AlternateContent>
      </p:grpSp>
      <p:grpSp>
        <p:nvGrpSpPr>
          <p:cNvPr id="99" name="Group 98">
            <a:extLst>
              <a:ext uri="{FF2B5EF4-FFF2-40B4-BE49-F238E27FC236}">
                <a16:creationId xmlns:a16="http://schemas.microsoft.com/office/drawing/2014/main" id="{725E8701-4F5D-9CC5-8F4B-C6B2129B81BD}"/>
              </a:ext>
            </a:extLst>
          </p:cNvPr>
          <p:cNvGrpSpPr/>
          <p:nvPr/>
        </p:nvGrpSpPr>
        <p:grpSpPr>
          <a:xfrm>
            <a:off x="5577278" y="1445543"/>
            <a:ext cx="127440" cy="320400"/>
            <a:chOff x="5577278" y="1445543"/>
            <a:chExt cx="127440" cy="320400"/>
          </a:xfrm>
        </p:grpSpPr>
        <mc:AlternateContent xmlns:mc="http://schemas.openxmlformats.org/markup-compatibility/2006">
          <mc:Choice xmlns:p14="http://schemas.microsoft.com/office/powerpoint/2010/main" Requires="p14">
            <p:contentPart p14:bwMode="auto" r:id="rId18">
              <p14:nvContentPartPr>
                <p14:cNvPr id="97" name="Ink 96">
                  <a:extLst>
                    <a:ext uri="{FF2B5EF4-FFF2-40B4-BE49-F238E27FC236}">
                      <a16:creationId xmlns:a16="http://schemas.microsoft.com/office/drawing/2014/main" id="{CB649DD6-6BEA-97AC-24F8-58D4D773081A}"/>
                    </a:ext>
                  </a:extLst>
                </p14:cNvPr>
                <p14:cNvContentPartPr/>
                <p14:nvPr/>
              </p14:nvContentPartPr>
              <p14:xfrm>
                <a:off x="5586998" y="1445543"/>
                <a:ext cx="48960" cy="319320"/>
              </p14:xfrm>
            </p:contentPart>
          </mc:Choice>
          <mc:Fallback>
            <p:pic>
              <p:nvPicPr>
                <p:cNvPr id="97" name="Ink 96">
                  <a:extLst>
                    <a:ext uri="{FF2B5EF4-FFF2-40B4-BE49-F238E27FC236}">
                      <a16:creationId xmlns:a16="http://schemas.microsoft.com/office/drawing/2014/main" id="{CB649DD6-6BEA-97AC-24F8-58D4D773081A}"/>
                    </a:ext>
                  </a:extLst>
                </p:cNvPr>
                <p:cNvPicPr/>
                <p:nvPr/>
              </p:nvPicPr>
              <p:blipFill>
                <a:blip r:embed="rId19"/>
                <a:stretch>
                  <a:fillRect/>
                </a:stretch>
              </p:blipFill>
              <p:spPr>
                <a:xfrm>
                  <a:off x="5578358" y="1436903"/>
                  <a:ext cx="66600" cy="336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8" name="Ink 97">
                  <a:extLst>
                    <a:ext uri="{FF2B5EF4-FFF2-40B4-BE49-F238E27FC236}">
                      <a16:creationId xmlns:a16="http://schemas.microsoft.com/office/drawing/2014/main" id="{4BF434E3-3FA5-DFA6-7F76-9114DF80CCBA}"/>
                    </a:ext>
                  </a:extLst>
                </p14:cNvPr>
                <p14:cNvContentPartPr/>
                <p14:nvPr/>
              </p14:nvContentPartPr>
              <p14:xfrm>
                <a:off x="5577278" y="1703303"/>
                <a:ext cx="127440" cy="62640"/>
              </p14:xfrm>
            </p:contentPart>
          </mc:Choice>
          <mc:Fallback>
            <p:pic>
              <p:nvPicPr>
                <p:cNvPr id="98" name="Ink 97">
                  <a:extLst>
                    <a:ext uri="{FF2B5EF4-FFF2-40B4-BE49-F238E27FC236}">
                      <a16:creationId xmlns:a16="http://schemas.microsoft.com/office/drawing/2014/main" id="{4BF434E3-3FA5-DFA6-7F76-9114DF80CCBA}"/>
                    </a:ext>
                  </a:extLst>
                </p:cNvPr>
                <p:cNvPicPr/>
                <p:nvPr/>
              </p:nvPicPr>
              <p:blipFill>
                <a:blip r:embed="rId21"/>
                <a:stretch>
                  <a:fillRect/>
                </a:stretch>
              </p:blipFill>
              <p:spPr>
                <a:xfrm>
                  <a:off x="5568278" y="1694663"/>
                  <a:ext cx="145080" cy="80280"/>
                </a:xfrm>
                <a:prstGeom prst="rect">
                  <a:avLst/>
                </a:prstGeom>
              </p:spPr>
            </p:pic>
          </mc:Fallback>
        </mc:AlternateContent>
      </p:grpSp>
      <p:grpSp>
        <p:nvGrpSpPr>
          <p:cNvPr id="117" name="Group 116">
            <a:extLst>
              <a:ext uri="{FF2B5EF4-FFF2-40B4-BE49-F238E27FC236}">
                <a16:creationId xmlns:a16="http://schemas.microsoft.com/office/drawing/2014/main" id="{67814055-D6BE-00FE-FE04-B5D7A4B9C6B1}"/>
              </a:ext>
            </a:extLst>
          </p:cNvPr>
          <p:cNvGrpSpPr/>
          <p:nvPr/>
        </p:nvGrpSpPr>
        <p:grpSpPr>
          <a:xfrm>
            <a:off x="768758" y="5938343"/>
            <a:ext cx="177840" cy="95400"/>
            <a:chOff x="768758" y="5938343"/>
            <a:chExt cx="177840" cy="95400"/>
          </a:xfrm>
        </p:grpSpPr>
        <mc:AlternateContent xmlns:mc="http://schemas.openxmlformats.org/markup-compatibility/2006">
          <mc:Choice xmlns:p14="http://schemas.microsoft.com/office/powerpoint/2010/main" Requires="p14">
            <p:contentPart p14:bwMode="auto" r:id="rId22">
              <p14:nvContentPartPr>
                <p14:cNvPr id="115" name="Ink 114">
                  <a:extLst>
                    <a:ext uri="{FF2B5EF4-FFF2-40B4-BE49-F238E27FC236}">
                      <a16:creationId xmlns:a16="http://schemas.microsoft.com/office/drawing/2014/main" id="{50FCEF08-A145-68C6-080B-D15A0814D775}"/>
                    </a:ext>
                  </a:extLst>
                </p14:cNvPr>
                <p14:cNvContentPartPr/>
                <p14:nvPr/>
              </p14:nvContentPartPr>
              <p14:xfrm>
                <a:off x="768758" y="5938343"/>
                <a:ext cx="93600" cy="5400"/>
              </p14:xfrm>
            </p:contentPart>
          </mc:Choice>
          <mc:Fallback>
            <p:pic>
              <p:nvPicPr>
                <p:cNvPr id="115" name="Ink 114">
                  <a:extLst>
                    <a:ext uri="{FF2B5EF4-FFF2-40B4-BE49-F238E27FC236}">
                      <a16:creationId xmlns:a16="http://schemas.microsoft.com/office/drawing/2014/main" id="{50FCEF08-A145-68C6-080B-D15A0814D775}"/>
                    </a:ext>
                  </a:extLst>
                </p:cNvPr>
                <p:cNvPicPr/>
                <p:nvPr/>
              </p:nvPicPr>
              <p:blipFill>
                <a:blip r:embed="rId23"/>
                <a:stretch>
                  <a:fillRect/>
                </a:stretch>
              </p:blipFill>
              <p:spPr>
                <a:xfrm>
                  <a:off x="760118" y="5929703"/>
                  <a:ext cx="11124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16" name="Ink 115">
                  <a:extLst>
                    <a:ext uri="{FF2B5EF4-FFF2-40B4-BE49-F238E27FC236}">
                      <a16:creationId xmlns:a16="http://schemas.microsoft.com/office/drawing/2014/main" id="{2810A88E-10C4-EAEB-8924-65D84CA46057}"/>
                    </a:ext>
                  </a:extLst>
                </p14:cNvPr>
                <p14:cNvContentPartPr/>
                <p14:nvPr/>
              </p14:nvContentPartPr>
              <p14:xfrm>
                <a:off x="795038" y="6008543"/>
                <a:ext cx="151560" cy="25200"/>
              </p14:xfrm>
            </p:contentPart>
          </mc:Choice>
          <mc:Fallback>
            <p:pic>
              <p:nvPicPr>
                <p:cNvPr id="116" name="Ink 115">
                  <a:extLst>
                    <a:ext uri="{FF2B5EF4-FFF2-40B4-BE49-F238E27FC236}">
                      <a16:creationId xmlns:a16="http://schemas.microsoft.com/office/drawing/2014/main" id="{2810A88E-10C4-EAEB-8924-65D84CA46057}"/>
                    </a:ext>
                  </a:extLst>
                </p:cNvPr>
                <p:cNvPicPr/>
                <p:nvPr/>
              </p:nvPicPr>
              <p:blipFill>
                <a:blip r:embed="rId25"/>
                <a:stretch>
                  <a:fillRect/>
                </a:stretch>
              </p:blipFill>
              <p:spPr>
                <a:xfrm>
                  <a:off x="786038" y="5999903"/>
                  <a:ext cx="169200" cy="42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112" name="Ink 111">
                <a:extLst>
                  <a:ext uri="{FF2B5EF4-FFF2-40B4-BE49-F238E27FC236}">
                    <a16:creationId xmlns:a16="http://schemas.microsoft.com/office/drawing/2014/main" id="{C1816637-63D8-3283-B41C-EA7FB89F6045}"/>
                  </a:ext>
                </a:extLst>
              </p14:cNvPr>
              <p14:cNvContentPartPr/>
              <p14:nvPr/>
            </p14:nvContentPartPr>
            <p14:xfrm>
              <a:off x="1825358" y="4771943"/>
              <a:ext cx="2972160" cy="599760"/>
            </p14:xfrm>
          </p:contentPart>
        </mc:Choice>
        <mc:Fallback>
          <p:pic>
            <p:nvPicPr>
              <p:cNvPr id="112" name="Ink 111">
                <a:extLst>
                  <a:ext uri="{FF2B5EF4-FFF2-40B4-BE49-F238E27FC236}">
                    <a16:creationId xmlns:a16="http://schemas.microsoft.com/office/drawing/2014/main" id="{C1816637-63D8-3283-B41C-EA7FB89F6045}"/>
                  </a:ext>
                </a:extLst>
              </p:cNvPr>
              <p:cNvPicPr/>
              <p:nvPr/>
            </p:nvPicPr>
            <p:blipFill>
              <a:blip r:embed="rId27"/>
              <a:stretch>
                <a:fillRect/>
              </a:stretch>
            </p:blipFill>
            <p:spPr>
              <a:xfrm>
                <a:off x="1816718" y="4763303"/>
                <a:ext cx="2989800" cy="617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13" name="Ink 112">
                <a:extLst>
                  <a:ext uri="{FF2B5EF4-FFF2-40B4-BE49-F238E27FC236}">
                    <a16:creationId xmlns:a16="http://schemas.microsoft.com/office/drawing/2014/main" id="{CF85C080-B1FE-E441-C914-E120F69293EC}"/>
                  </a:ext>
                </a:extLst>
              </p14:cNvPr>
              <p14:cNvContentPartPr/>
              <p14:nvPr/>
            </p14:nvContentPartPr>
            <p14:xfrm>
              <a:off x="1715198" y="5252543"/>
              <a:ext cx="178920" cy="225720"/>
            </p14:xfrm>
          </p:contentPart>
        </mc:Choice>
        <mc:Fallback>
          <p:pic>
            <p:nvPicPr>
              <p:cNvPr id="113" name="Ink 112">
                <a:extLst>
                  <a:ext uri="{FF2B5EF4-FFF2-40B4-BE49-F238E27FC236}">
                    <a16:creationId xmlns:a16="http://schemas.microsoft.com/office/drawing/2014/main" id="{CF85C080-B1FE-E441-C914-E120F69293EC}"/>
                  </a:ext>
                </a:extLst>
              </p:cNvPr>
              <p:cNvPicPr/>
              <p:nvPr/>
            </p:nvPicPr>
            <p:blipFill>
              <a:blip r:embed="rId29"/>
              <a:stretch>
                <a:fillRect/>
              </a:stretch>
            </p:blipFill>
            <p:spPr>
              <a:xfrm>
                <a:off x="1706198" y="5243903"/>
                <a:ext cx="19656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18" name="Ink 117">
                <a:extLst>
                  <a:ext uri="{FF2B5EF4-FFF2-40B4-BE49-F238E27FC236}">
                    <a16:creationId xmlns:a16="http://schemas.microsoft.com/office/drawing/2014/main" id="{22F84FCA-E1C9-E3EE-4BC8-97D35CF17269}"/>
                  </a:ext>
                </a:extLst>
              </p14:cNvPr>
              <p14:cNvContentPartPr/>
              <p14:nvPr/>
            </p14:nvContentPartPr>
            <p14:xfrm>
              <a:off x="1991318" y="5083343"/>
              <a:ext cx="2649600" cy="441000"/>
            </p14:xfrm>
          </p:contentPart>
        </mc:Choice>
        <mc:Fallback>
          <p:pic>
            <p:nvPicPr>
              <p:cNvPr id="118" name="Ink 117">
                <a:extLst>
                  <a:ext uri="{FF2B5EF4-FFF2-40B4-BE49-F238E27FC236}">
                    <a16:creationId xmlns:a16="http://schemas.microsoft.com/office/drawing/2014/main" id="{22F84FCA-E1C9-E3EE-4BC8-97D35CF17269}"/>
                  </a:ext>
                </a:extLst>
              </p:cNvPr>
              <p:cNvPicPr/>
              <p:nvPr/>
            </p:nvPicPr>
            <p:blipFill>
              <a:blip r:embed="rId31"/>
              <a:stretch>
                <a:fillRect/>
              </a:stretch>
            </p:blipFill>
            <p:spPr>
              <a:xfrm>
                <a:off x="1982318" y="5074343"/>
                <a:ext cx="2667240" cy="458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19" name="Ink 118">
                <a:extLst>
                  <a:ext uri="{FF2B5EF4-FFF2-40B4-BE49-F238E27FC236}">
                    <a16:creationId xmlns:a16="http://schemas.microsoft.com/office/drawing/2014/main" id="{88F7A320-9E66-E23B-4D4C-37FAD025F62B}"/>
                  </a:ext>
                </a:extLst>
              </p14:cNvPr>
              <p14:cNvContentPartPr/>
              <p14:nvPr/>
            </p14:nvContentPartPr>
            <p14:xfrm>
              <a:off x="4540478" y="5047343"/>
              <a:ext cx="149400" cy="116640"/>
            </p14:xfrm>
          </p:contentPart>
        </mc:Choice>
        <mc:Fallback>
          <p:pic>
            <p:nvPicPr>
              <p:cNvPr id="119" name="Ink 118">
                <a:extLst>
                  <a:ext uri="{FF2B5EF4-FFF2-40B4-BE49-F238E27FC236}">
                    <a16:creationId xmlns:a16="http://schemas.microsoft.com/office/drawing/2014/main" id="{88F7A320-9E66-E23B-4D4C-37FAD025F62B}"/>
                  </a:ext>
                </a:extLst>
              </p:cNvPr>
              <p:cNvPicPr/>
              <p:nvPr/>
            </p:nvPicPr>
            <p:blipFill>
              <a:blip r:embed="rId33"/>
              <a:stretch>
                <a:fillRect/>
              </a:stretch>
            </p:blipFill>
            <p:spPr>
              <a:xfrm>
                <a:off x="4531478" y="5038703"/>
                <a:ext cx="16704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0" name="Ink 99">
                <a:extLst>
                  <a:ext uri="{FF2B5EF4-FFF2-40B4-BE49-F238E27FC236}">
                    <a16:creationId xmlns:a16="http://schemas.microsoft.com/office/drawing/2014/main" id="{94386189-FDB1-0179-C4C1-7E9E5D2AA280}"/>
                  </a:ext>
                </a:extLst>
              </p14:cNvPr>
              <p14:cNvContentPartPr/>
              <p14:nvPr/>
            </p14:nvContentPartPr>
            <p14:xfrm>
              <a:off x="1215878" y="2560823"/>
              <a:ext cx="3274560" cy="45000"/>
            </p14:xfrm>
          </p:contentPart>
        </mc:Choice>
        <mc:Fallback>
          <p:pic>
            <p:nvPicPr>
              <p:cNvPr id="100" name="Ink 99">
                <a:extLst>
                  <a:ext uri="{FF2B5EF4-FFF2-40B4-BE49-F238E27FC236}">
                    <a16:creationId xmlns:a16="http://schemas.microsoft.com/office/drawing/2014/main" id="{94386189-FDB1-0179-C4C1-7E9E5D2AA280}"/>
                  </a:ext>
                </a:extLst>
              </p:cNvPr>
              <p:cNvPicPr/>
              <p:nvPr/>
            </p:nvPicPr>
            <p:blipFill>
              <a:blip r:embed="rId35"/>
              <a:stretch>
                <a:fillRect/>
              </a:stretch>
            </p:blipFill>
            <p:spPr>
              <a:xfrm>
                <a:off x="1207238" y="2552183"/>
                <a:ext cx="32922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1" name="Ink 100">
                <a:extLst>
                  <a:ext uri="{FF2B5EF4-FFF2-40B4-BE49-F238E27FC236}">
                    <a16:creationId xmlns:a16="http://schemas.microsoft.com/office/drawing/2014/main" id="{67FDAFBD-EC6D-D160-8F49-8C0FB3D5FF94}"/>
                  </a:ext>
                </a:extLst>
              </p14:cNvPr>
              <p14:cNvContentPartPr/>
              <p14:nvPr/>
            </p14:nvContentPartPr>
            <p14:xfrm>
              <a:off x="1277798" y="2496743"/>
              <a:ext cx="90000" cy="149400"/>
            </p14:xfrm>
          </p:contentPart>
        </mc:Choice>
        <mc:Fallback>
          <p:pic>
            <p:nvPicPr>
              <p:cNvPr id="101" name="Ink 100">
                <a:extLst>
                  <a:ext uri="{FF2B5EF4-FFF2-40B4-BE49-F238E27FC236}">
                    <a16:creationId xmlns:a16="http://schemas.microsoft.com/office/drawing/2014/main" id="{67FDAFBD-EC6D-D160-8F49-8C0FB3D5FF94}"/>
                  </a:ext>
                </a:extLst>
              </p:cNvPr>
              <p:cNvPicPr/>
              <p:nvPr/>
            </p:nvPicPr>
            <p:blipFill>
              <a:blip r:embed="rId37"/>
              <a:stretch>
                <a:fillRect/>
              </a:stretch>
            </p:blipFill>
            <p:spPr>
              <a:xfrm>
                <a:off x="1268798" y="2487743"/>
                <a:ext cx="10764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25" name="Ink 124">
                <a:extLst>
                  <a:ext uri="{FF2B5EF4-FFF2-40B4-BE49-F238E27FC236}">
                    <a16:creationId xmlns:a16="http://schemas.microsoft.com/office/drawing/2014/main" id="{2A666D86-C53D-555A-3590-ABFB6154467D}"/>
                  </a:ext>
                </a:extLst>
              </p14:cNvPr>
              <p14:cNvContentPartPr/>
              <p14:nvPr/>
            </p14:nvContentPartPr>
            <p14:xfrm>
              <a:off x="1678478" y="2568383"/>
              <a:ext cx="2576520" cy="43560"/>
            </p14:xfrm>
          </p:contentPart>
        </mc:Choice>
        <mc:Fallback>
          <p:pic>
            <p:nvPicPr>
              <p:cNvPr id="125" name="Ink 124">
                <a:extLst>
                  <a:ext uri="{FF2B5EF4-FFF2-40B4-BE49-F238E27FC236}">
                    <a16:creationId xmlns:a16="http://schemas.microsoft.com/office/drawing/2014/main" id="{2A666D86-C53D-555A-3590-ABFB6154467D}"/>
                  </a:ext>
                </a:extLst>
              </p:cNvPr>
              <p:cNvPicPr/>
              <p:nvPr/>
            </p:nvPicPr>
            <p:blipFill>
              <a:blip r:embed="rId39"/>
              <a:stretch>
                <a:fillRect/>
              </a:stretch>
            </p:blipFill>
            <p:spPr>
              <a:xfrm>
                <a:off x="1669838" y="2559383"/>
                <a:ext cx="25941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26" name="Ink 125">
                <a:extLst>
                  <a:ext uri="{FF2B5EF4-FFF2-40B4-BE49-F238E27FC236}">
                    <a16:creationId xmlns:a16="http://schemas.microsoft.com/office/drawing/2014/main" id="{8FF4287B-903E-AE84-DC6A-1094D1230F7A}"/>
                  </a:ext>
                </a:extLst>
              </p14:cNvPr>
              <p14:cNvContentPartPr/>
              <p14:nvPr/>
            </p14:nvContentPartPr>
            <p14:xfrm>
              <a:off x="4264718" y="2489543"/>
              <a:ext cx="89280" cy="127800"/>
            </p14:xfrm>
          </p:contentPart>
        </mc:Choice>
        <mc:Fallback>
          <p:pic>
            <p:nvPicPr>
              <p:cNvPr id="126" name="Ink 125">
                <a:extLst>
                  <a:ext uri="{FF2B5EF4-FFF2-40B4-BE49-F238E27FC236}">
                    <a16:creationId xmlns:a16="http://schemas.microsoft.com/office/drawing/2014/main" id="{8FF4287B-903E-AE84-DC6A-1094D1230F7A}"/>
                  </a:ext>
                </a:extLst>
              </p:cNvPr>
              <p:cNvPicPr/>
              <p:nvPr/>
            </p:nvPicPr>
            <p:blipFill>
              <a:blip r:embed="rId41"/>
              <a:stretch>
                <a:fillRect/>
              </a:stretch>
            </p:blipFill>
            <p:spPr>
              <a:xfrm>
                <a:off x="4256078" y="2480903"/>
                <a:ext cx="106920" cy="145440"/>
              </a:xfrm>
              <a:prstGeom prst="rect">
                <a:avLst/>
              </a:prstGeom>
            </p:spPr>
          </p:pic>
        </mc:Fallback>
      </mc:AlternateContent>
      <p:grpSp>
        <p:nvGrpSpPr>
          <p:cNvPr id="130" name="Group 129">
            <a:extLst>
              <a:ext uri="{FF2B5EF4-FFF2-40B4-BE49-F238E27FC236}">
                <a16:creationId xmlns:a16="http://schemas.microsoft.com/office/drawing/2014/main" id="{2977276A-036D-B4A9-7BB8-031270FA575C}"/>
              </a:ext>
            </a:extLst>
          </p:cNvPr>
          <p:cNvGrpSpPr/>
          <p:nvPr/>
        </p:nvGrpSpPr>
        <p:grpSpPr>
          <a:xfrm>
            <a:off x="5339318" y="2567663"/>
            <a:ext cx="349200" cy="187920"/>
            <a:chOff x="5339318" y="2567663"/>
            <a:chExt cx="349200" cy="187920"/>
          </a:xfrm>
        </p:grpSpPr>
        <mc:AlternateContent xmlns:mc="http://schemas.openxmlformats.org/markup-compatibility/2006">
          <mc:Choice xmlns:p14="http://schemas.microsoft.com/office/powerpoint/2010/main" Requires="p14">
            <p:contentPart p14:bwMode="auto" r:id="rId42">
              <p14:nvContentPartPr>
                <p14:cNvPr id="93" name="Ink 92">
                  <a:extLst>
                    <a:ext uri="{FF2B5EF4-FFF2-40B4-BE49-F238E27FC236}">
                      <a16:creationId xmlns:a16="http://schemas.microsoft.com/office/drawing/2014/main" id="{DF55BF26-3C4F-47BB-9C15-27DD17060B22}"/>
                    </a:ext>
                  </a:extLst>
                </p14:cNvPr>
                <p14:cNvContentPartPr/>
                <p14:nvPr/>
              </p14:nvContentPartPr>
              <p14:xfrm>
                <a:off x="5339318" y="2567663"/>
                <a:ext cx="349200" cy="24840"/>
              </p14:xfrm>
            </p:contentPart>
          </mc:Choice>
          <mc:Fallback>
            <p:pic>
              <p:nvPicPr>
                <p:cNvPr id="93" name="Ink 92">
                  <a:extLst>
                    <a:ext uri="{FF2B5EF4-FFF2-40B4-BE49-F238E27FC236}">
                      <a16:creationId xmlns:a16="http://schemas.microsoft.com/office/drawing/2014/main" id="{DF55BF26-3C4F-47BB-9C15-27DD17060B22}"/>
                    </a:ext>
                  </a:extLst>
                </p:cNvPr>
                <p:cNvPicPr/>
                <p:nvPr/>
              </p:nvPicPr>
              <p:blipFill>
                <a:blip r:embed="rId43"/>
                <a:stretch>
                  <a:fillRect/>
                </a:stretch>
              </p:blipFill>
              <p:spPr>
                <a:xfrm>
                  <a:off x="5330678" y="2559023"/>
                  <a:ext cx="3668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94" name="Ink 93">
                  <a:extLst>
                    <a:ext uri="{FF2B5EF4-FFF2-40B4-BE49-F238E27FC236}">
                      <a16:creationId xmlns:a16="http://schemas.microsoft.com/office/drawing/2014/main" id="{1B3746AD-5244-E498-57D3-F7F4DF5AE83A}"/>
                    </a:ext>
                  </a:extLst>
                </p14:cNvPr>
                <p14:cNvContentPartPr/>
                <p14:nvPr/>
              </p14:nvContentPartPr>
              <p14:xfrm>
                <a:off x="5367398" y="2650463"/>
                <a:ext cx="183600" cy="36360"/>
              </p14:xfrm>
            </p:contentPart>
          </mc:Choice>
          <mc:Fallback>
            <p:pic>
              <p:nvPicPr>
                <p:cNvPr id="94" name="Ink 93">
                  <a:extLst>
                    <a:ext uri="{FF2B5EF4-FFF2-40B4-BE49-F238E27FC236}">
                      <a16:creationId xmlns:a16="http://schemas.microsoft.com/office/drawing/2014/main" id="{1B3746AD-5244-E498-57D3-F7F4DF5AE83A}"/>
                    </a:ext>
                  </a:extLst>
                </p:cNvPr>
                <p:cNvPicPr/>
                <p:nvPr/>
              </p:nvPicPr>
              <p:blipFill>
                <a:blip r:embed="rId45"/>
                <a:stretch>
                  <a:fillRect/>
                </a:stretch>
              </p:blipFill>
              <p:spPr>
                <a:xfrm>
                  <a:off x="5358398" y="2641823"/>
                  <a:ext cx="20124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28" name="Ink 127">
                  <a:extLst>
                    <a:ext uri="{FF2B5EF4-FFF2-40B4-BE49-F238E27FC236}">
                      <a16:creationId xmlns:a16="http://schemas.microsoft.com/office/drawing/2014/main" id="{35DD0452-E1C3-C109-183E-B8C6931B36BA}"/>
                    </a:ext>
                  </a:extLst>
                </p14:cNvPr>
                <p14:cNvContentPartPr/>
                <p14:nvPr/>
              </p14:nvContentPartPr>
              <p14:xfrm>
                <a:off x="5373518" y="2649023"/>
                <a:ext cx="123120" cy="6120"/>
              </p14:xfrm>
            </p:contentPart>
          </mc:Choice>
          <mc:Fallback>
            <p:pic>
              <p:nvPicPr>
                <p:cNvPr id="128" name="Ink 127">
                  <a:extLst>
                    <a:ext uri="{FF2B5EF4-FFF2-40B4-BE49-F238E27FC236}">
                      <a16:creationId xmlns:a16="http://schemas.microsoft.com/office/drawing/2014/main" id="{35DD0452-E1C3-C109-183E-B8C6931B36BA}"/>
                    </a:ext>
                  </a:extLst>
                </p:cNvPr>
                <p:cNvPicPr/>
                <p:nvPr/>
              </p:nvPicPr>
              <p:blipFill>
                <a:blip r:embed="rId47"/>
                <a:stretch>
                  <a:fillRect/>
                </a:stretch>
              </p:blipFill>
              <p:spPr>
                <a:xfrm>
                  <a:off x="5364518" y="2640383"/>
                  <a:ext cx="14076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29" name="Ink 128">
                  <a:extLst>
                    <a:ext uri="{FF2B5EF4-FFF2-40B4-BE49-F238E27FC236}">
                      <a16:creationId xmlns:a16="http://schemas.microsoft.com/office/drawing/2014/main" id="{9963040D-E19F-6B19-BEA8-EF8B3A0D29A6}"/>
                    </a:ext>
                  </a:extLst>
                </p14:cNvPr>
                <p14:cNvContentPartPr/>
                <p14:nvPr/>
              </p14:nvContentPartPr>
              <p14:xfrm>
                <a:off x="5393318" y="2743703"/>
                <a:ext cx="196920" cy="11880"/>
              </p14:xfrm>
            </p:contentPart>
          </mc:Choice>
          <mc:Fallback>
            <p:pic>
              <p:nvPicPr>
                <p:cNvPr id="129" name="Ink 128">
                  <a:extLst>
                    <a:ext uri="{FF2B5EF4-FFF2-40B4-BE49-F238E27FC236}">
                      <a16:creationId xmlns:a16="http://schemas.microsoft.com/office/drawing/2014/main" id="{9963040D-E19F-6B19-BEA8-EF8B3A0D29A6}"/>
                    </a:ext>
                  </a:extLst>
                </p:cNvPr>
                <p:cNvPicPr/>
                <p:nvPr/>
              </p:nvPicPr>
              <p:blipFill>
                <a:blip r:embed="rId49"/>
                <a:stretch>
                  <a:fillRect/>
                </a:stretch>
              </p:blipFill>
              <p:spPr>
                <a:xfrm>
                  <a:off x="5384318" y="2734703"/>
                  <a:ext cx="214560" cy="29520"/>
                </a:xfrm>
                <a:prstGeom prst="rect">
                  <a:avLst/>
                </a:prstGeom>
              </p:spPr>
            </p:pic>
          </mc:Fallback>
        </mc:AlternateContent>
      </p:grpSp>
      <p:grpSp>
        <p:nvGrpSpPr>
          <p:cNvPr id="134" name="Group 133">
            <a:extLst>
              <a:ext uri="{FF2B5EF4-FFF2-40B4-BE49-F238E27FC236}">
                <a16:creationId xmlns:a16="http://schemas.microsoft.com/office/drawing/2014/main" id="{5FEA52E5-A182-AF69-97B1-23B899459B8B}"/>
              </a:ext>
            </a:extLst>
          </p:cNvPr>
          <p:cNvGrpSpPr/>
          <p:nvPr/>
        </p:nvGrpSpPr>
        <p:grpSpPr>
          <a:xfrm>
            <a:off x="7457918" y="3199823"/>
            <a:ext cx="693360" cy="288720"/>
            <a:chOff x="7457918" y="3199823"/>
            <a:chExt cx="693360" cy="288720"/>
          </a:xfrm>
        </p:grpSpPr>
        <mc:AlternateContent xmlns:mc="http://schemas.openxmlformats.org/markup-compatibility/2006">
          <mc:Choice xmlns:p14="http://schemas.microsoft.com/office/powerpoint/2010/main" Requires="p14">
            <p:contentPart p14:bwMode="auto" r:id="rId50">
              <p14:nvContentPartPr>
                <p14:cNvPr id="131" name="Ink 130">
                  <a:extLst>
                    <a:ext uri="{FF2B5EF4-FFF2-40B4-BE49-F238E27FC236}">
                      <a16:creationId xmlns:a16="http://schemas.microsoft.com/office/drawing/2014/main" id="{17F0FC63-8A64-9725-BDCB-2ED8CFF30A59}"/>
                    </a:ext>
                  </a:extLst>
                </p14:cNvPr>
                <p14:cNvContentPartPr/>
                <p14:nvPr/>
              </p14:nvContentPartPr>
              <p14:xfrm>
                <a:off x="7457918" y="3199823"/>
                <a:ext cx="467280" cy="214200"/>
              </p14:xfrm>
            </p:contentPart>
          </mc:Choice>
          <mc:Fallback>
            <p:pic>
              <p:nvPicPr>
                <p:cNvPr id="131" name="Ink 130">
                  <a:extLst>
                    <a:ext uri="{FF2B5EF4-FFF2-40B4-BE49-F238E27FC236}">
                      <a16:creationId xmlns:a16="http://schemas.microsoft.com/office/drawing/2014/main" id="{17F0FC63-8A64-9725-BDCB-2ED8CFF30A59}"/>
                    </a:ext>
                  </a:extLst>
                </p:cNvPr>
                <p:cNvPicPr/>
                <p:nvPr/>
              </p:nvPicPr>
              <p:blipFill>
                <a:blip r:embed="rId51"/>
                <a:stretch>
                  <a:fillRect/>
                </a:stretch>
              </p:blipFill>
              <p:spPr>
                <a:xfrm>
                  <a:off x="7449278" y="3191183"/>
                  <a:ext cx="48492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32" name="Ink 131">
                  <a:extLst>
                    <a:ext uri="{FF2B5EF4-FFF2-40B4-BE49-F238E27FC236}">
                      <a16:creationId xmlns:a16="http://schemas.microsoft.com/office/drawing/2014/main" id="{EA6DE82D-5644-1052-983D-F4EC656C128C}"/>
                    </a:ext>
                  </a:extLst>
                </p14:cNvPr>
                <p14:cNvContentPartPr/>
                <p14:nvPr/>
              </p14:nvContentPartPr>
              <p14:xfrm>
                <a:off x="7903598" y="3232583"/>
                <a:ext cx="208440" cy="152280"/>
              </p14:xfrm>
            </p:contentPart>
          </mc:Choice>
          <mc:Fallback>
            <p:pic>
              <p:nvPicPr>
                <p:cNvPr id="132" name="Ink 131">
                  <a:extLst>
                    <a:ext uri="{FF2B5EF4-FFF2-40B4-BE49-F238E27FC236}">
                      <a16:creationId xmlns:a16="http://schemas.microsoft.com/office/drawing/2014/main" id="{EA6DE82D-5644-1052-983D-F4EC656C128C}"/>
                    </a:ext>
                  </a:extLst>
                </p:cNvPr>
                <p:cNvPicPr/>
                <p:nvPr/>
              </p:nvPicPr>
              <p:blipFill>
                <a:blip r:embed="rId53"/>
                <a:stretch>
                  <a:fillRect/>
                </a:stretch>
              </p:blipFill>
              <p:spPr>
                <a:xfrm>
                  <a:off x="7894958" y="3223943"/>
                  <a:ext cx="2260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33" name="Ink 132">
                  <a:extLst>
                    <a:ext uri="{FF2B5EF4-FFF2-40B4-BE49-F238E27FC236}">
                      <a16:creationId xmlns:a16="http://schemas.microsoft.com/office/drawing/2014/main" id="{9ED689FF-21BC-4C5C-F9B6-55532C08342B}"/>
                    </a:ext>
                  </a:extLst>
                </p14:cNvPr>
                <p14:cNvContentPartPr/>
                <p14:nvPr/>
              </p14:nvContentPartPr>
              <p14:xfrm>
                <a:off x="7612718" y="3461543"/>
                <a:ext cx="538560" cy="27000"/>
              </p14:xfrm>
            </p:contentPart>
          </mc:Choice>
          <mc:Fallback>
            <p:pic>
              <p:nvPicPr>
                <p:cNvPr id="133" name="Ink 132">
                  <a:extLst>
                    <a:ext uri="{FF2B5EF4-FFF2-40B4-BE49-F238E27FC236}">
                      <a16:creationId xmlns:a16="http://schemas.microsoft.com/office/drawing/2014/main" id="{9ED689FF-21BC-4C5C-F9B6-55532C08342B}"/>
                    </a:ext>
                  </a:extLst>
                </p:cNvPr>
                <p:cNvPicPr/>
                <p:nvPr/>
              </p:nvPicPr>
              <p:blipFill>
                <a:blip r:embed="rId55"/>
                <a:stretch>
                  <a:fillRect/>
                </a:stretch>
              </p:blipFill>
              <p:spPr>
                <a:xfrm>
                  <a:off x="7603718" y="3452903"/>
                  <a:ext cx="556200" cy="44640"/>
                </a:xfrm>
                <a:prstGeom prst="rect">
                  <a:avLst/>
                </a:prstGeom>
              </p:spPr>
            </p:pic>
          </mc:Fallback>
        </mc:AlternateContent>
      </p:grpSp>
      <p:grpSp>
        <p:nvGrpSpPr>
          <p:cNvPr id="137" name="Group 136">
            <a:extLst>
              <a:ext uri="{FF2B5EF4-FFF2-40B4-BE49-F238E27FC236}">
                <a16:creationId xmlns:a16="http://schemas.microsoft.com/office/drawing/2014/main" id="{A3FC1AE7-0171-CC37-76E1-D769722D9035}"/>
              </a:ext>
            </a:extLst>
          </p:cNvPr>
          <p:cNvGrpSpPr/>
          <p:nvPr/>
        </p:nvGrpSpPr>
        <p:grpSpPr>
          <a:xfrm>
            <a:off x="5736398" y="3151223"/>
            <a:ext cx="926640" cy="896040"/>
            <a:chOff x="5736398" y="3151223"/>
            <a:chExt cx="926640" cy="896040"/>
          </a:xfrm>
        </p:grpSpPr>
        <mc:AlternateContent xmlns:mc="http://schemas.openxmlformats.org/markup-compatibility/2006">
          <mc:Choice xmlns:p14="http://schemas.microsoft.com/office/powerpoint/2010/main" Requires="p14">
            <p:contentPart p14:bwMode="auto" r:id="rId56">
              <p14:nvContentPartPr>
                <p14:cNvPr id="135" name="Ink 134">
                  <a:extLst>
                    <a:ext uri="{FF2B5EF4-FFF2-40B4-BE49-F238E27FC236}">
                      <a16:creationId xmlns:a16="http://schemas.microsoft.com/office/drawing/2014/main" id="{FBA29AD3-5045-5583-01BF-F740C014951C}"/>
                    </a:ext>
                  </a:extLst>
                </p14:cNvPr>
                <p14:cNvContentPartPr/>
                <p14:nvPr/>
              </p14:nvContentPartPr>
              <p14:xfrm>
                <a:off x="5795798" y="3151223"/>
                <a:ext cx="867240" cy="818640"/>
              </p14:xfrm>
            </p:contentPart>
          </mc:Choice>
          <mc:Fallback>
            <p:pic>
              <p:nvPicPr>
                <p:cNvPr id="135" name="Ink 134">
                  <a:extLst>
                    <a:ext uri="{FF2B5EF4-FFF2-40B4-BE49-F238E27FC236}">
                      <a16:creationId xmlns:a16="http://schemas.microsoft.com/office/drawing/2014/main" id="{FBA29AD3-5045-5583-01BF-F740C014951C}"/>
                    </a:ext>
                  </a:extLst>
                </p:cNvPr>
                <p:cNvPicPr/>
                <p:nvPr/>
              </p:nvPicPr>
              <p:blipFill>
                <a:blip r:embed="rId57"/>
                <a:stretch>
                  <a:fillRect/>
                </a:stretch>
              </p:blipFill>
              <p:spPr>
                <a:xfrm>
                  <a:off x="5787158" y="3142583"/>
                  <a:ext cx="884880" cy="836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36" name="Ink 135">
                  <a:extLst>
                    <a:ext uri="{FF2B5EF4-FFF2-40B4-BE49-F238E27FC236}">
                      <a16:creationId xmlns:a16="http://schemas.microsoft.com/office/drawing/2014/main" id="{EA3DBA88-7984-F9EB-0371-BEE6850CDC96}"/>
                    </a:ext>
                  </a:extLst>
                </p14:cNvPr>
                <p14:cNvContentPartPr/>
                <p14:nvPr/>
              </p14:nvContentPartPr>
              <p14:xfrm>
                <a:off x="5736398" y="3887063"/>
                <a:ext cx="218520" cy="160200"/>
              </p14:xfrm>
            </p:contentPart>
          </mc:Choice>
          <mc:Fallback>
            <p:pic>
              <p:nvPicPr>
                <p:cNvPr id="136" name="Ink 135">
                  <a:extLst>
                    <a:ext uri="{FF2B5EF4-FFF2-40B4-BE49-F238E27FC236}">
                      <a16:creationId xmlns:a16="http://schemas.microsoft.com/office/drawing/2014/main" id="{EA3DBA88-7984-F9EB-0371-BEE6850CDC96}"/>
                    </a:ext>
                  </a:extLst>
                </p:cNvPr>
                <p:cNvPicPr/>
                <p:nvPr/>
              </p:nvPicPr>
              <p:blipFill>
                <a:blip r:embed="rId59"/>
                <a:stretch>
                  <a:fillRect/>
                </a:stretch>
              </p:blipFill>
              <p:spPr>
                <a:xfrm>
                  <a:off x="5727758" y="3878063"/>
                  <a:ext cx="236160" cy="177840"/>
                </a:xfrm>
                <a:prstGeom prst="rect">
                  <a:avLst/>
                </a:prstGeom>
              </p:spPr>
            </p:pic>
          </mc:Fallback>
        </mc:AlternateContent>
      </p:grpSp>
      <p:grpSp>
        <p:nvGrpSpPr>
          <p:cNvPr id="140" name="Group 139">
            <a:extLst>
              <a:ext uri="{FF2B5EF4-FFF2-40B4-BE49-F238E27FC236}">
                <a16:creationId xmlns:a16="http://schemas.microsoft.com/office/drawing/2014/main" id="{F64E275F-79BA-5EA0-4B4B-176711768E0B}"/>
              </a:ext>
            </a:extLst>
          </p:cNvPr>
          <p:cNvGrpSpPr/>
          <p:nvPr/>
        </p:nvGrpSpPr>
        <p:grpSpPr>
          <a:xfrm>
            <a:off x="5880758" y="2691863"/>
            <a:ext cx="557640" cy="182160"/>
            <a:chOff x="5880758" y="2691863"/>
            <a:chExt cx="557640" cy="182160"/>
          </a:xfrm>
        </p:grpSpPr>
        <mc:AlternateContent xmlns:mc="http://schemas.openxmlformats.org/markup-compatibility/2006">
          <mc:Choice xmlns:p14="http://schemas.microsoft.com/office/powerpoint/2010/main" Requires="p14">
            <p:contentPart p14:bwMode="auto" r:id="rId60">
              <p14:nvContentPartPr>
                <p14:cNvPr id="138" name="Ink 137">
                  <a:extLst>
                    <a:ext uri="{FF2B5EF4-FFF2-40B4-BE49-F238E27FC236}">
                      <a16:creationId xmlns:a16="http://schemas.microsoft.com/office/drawing/2014/main" id="{88E88D97-DDF4-2683-2B2B-0458CD3AD871}"/>
                    </a:ext>
                  </a:extLst>
                </p14:cNvPr>
                <p14:cNvContentPartPr/>
                <p14:nvPr/>
              </p14:nvContentPartPr>
              <p14:xfrm>
                <a:off x="5880758" y="2691863"/>
                <a:ext cx="531720" cy="134640"/>
              </p14:xfrm>
            </p:contentPart>
          </mc:Choice>
          <mc:Fallback>
            <p:pic>
              <p:nvPicPr>
                <p:cNvPr id="138" name="Ink 137">
                  <a:extLst>
                    <a:ext uri="{FF2B5EF4-FFF2-40B4-BE49-F238E27FC236}">
                      <a16:creationId xmlns:a16="http://schemas.microsoft.com/office/drawing/2014/main" id="{88E88D97-DDF4-2683-2B2B-0458CD3AD871}"/>
                    </a:ext>
                  </a:extLst>
                </p:cNvPr>
                <p:cNvPicPr/>
                <p:nvPr/>
              </p:nvPicPr>
              <p:blipFill>
                <a:blip r:embed="rId61"/>
                <a:stretch>
                  <a:fillRect/>
                </a:stretch>
              </p:blipFill>
              <p:spPr>
                <a:xfrm>
                  <a:off x="5872118" y="2683223"/>
                  <a:ext cx="54936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39" name="Ink 138">
                  <a:extLst>
                    <a:ext uri="{FF2B5EF4-FFF2-40B4-BE49-F238E27FC236}">
                      <a16:creationId xmlns:a16="http://schemas.microsoft.com/office/drawing/2014/main" id="{59DECF72-EE26-4B46-2CDC-E7C2DBDFCEF8}"/>
                    </a:ext>
                  </a:extLst>
                </p14:cNvPr>
                <p14:cNvContentPartPr/>
                <p14:nvPr/>
              </p14:nvContentPartPr>
              <p14:xfrm>
                <a:off x="6397718" y="2793023"/>
                <a:ext cx="40680" cy="81000"/>
              </p14:xfrm>
            </p:contentPart>
          </mc:Choice>
          <mc:Fallback>
            <p:pic>
              <p:nvPicPr>
                <p:cNvPr id="139" name="Ink 138">
                  <a:extLst>
                    <a:ext uri="{FF2B5EF4-FFF2-40B4-BE49-F238E27FC236}">
                      <a16:creationId xmlns:a16="http://schemas.microsoft.com/office/drawing/2014/main" id="{59DECF72-EE26-4B46-2CDC-E7C2DBDFCEF8}"/>
                    </a:ext>
                  </a:extLst>
                </p:cNvPr>
                <p:cNvPicPr/>
                <p:nvPr/>
              </p:nvPicPr>
              <p:blipFill>
                <a:blip r:embed="rId63"/>
                <a:stretch>
                  <a:fillRect/>
                </a:stretch>
              </p:blipFill>
              <p:spPr>
                <a:xfrm>
                  <a:off x="6389078" y="2784383"/>
                  <a:ext cx="58320" cy="98640"/>
                </a:xfrm>
                <a:prstGeom prst="rect">
                  <a:avLst/>
                </a:prstGeom>
              </p:spPr>
            </p:pic>
          </mc:Fallback>
        </mc:AlternateContent>
      </p:grpSp>
      <p:grpSp>
        <p:nvGrpSpPr>
          <p:cNvPr id="143" name="Group 142">
            <a:extLst>
              <a:ext uri="{FF2B5EF4-FFF2-40B4-BE49-F238E27FC236}">
                <a16:creationId xmlns:a16="http://schemas.microsoft.com/office/drawing/2014/main" id="{DA540972-5818-7007-A5BC-C81AB1008850}"/>
              </a:ext>
            </a:extLst>
          </p:cNvPr>
          <p:cNvGrpSpPr/>
          <p:nvPr/>
        </p:nvGrpSpPr>
        <p:grpSpPr>
          <a:xfrm>
            <a:off x="5266958" y="4684103"/>
            <a:ext cx="389520" cy="118800"/>
            <a:chOff x="5266958" y="4684103"/>
            <a:chExt cx="389520" cy="118800"/>
          </a:xfrm>
        </p:grpSpPr>
        <mc:AlternateContent xmlns:mc="http://schemas.openxmlformats.org/markup-compatibility/2006">
          <mc:Choice xmlns:p14="http://schemas.microsoft.com/office/powerpoint/2010/main" Requires="p14">
            <p:contentPart p14:bwMode="auto" r:id="rId64">
              <p14:nvContentPartPr>
                <p14:cNvPr id="106" name="Ink 105">
                  <a:extLst>
                    <a:ext uri="{FF2B5EF4-FFF2-40B4-BE49-F238E27FC236}">
                      <a16:creationId xmlns:a16="http://schemas.microsoft.com/office/drawing/2014/main" id="{15E3E1B2-1D33-9469-791F-69684E953109}"/>
                    </a:ext>
                  </a:extLst>
                </p14:cNvPr>
                <p14:cNvContentPartPr/>
                <p14:nvPr/>
              </p14:nvContentPartPr>
              <p14:xfrm>
                <a:off x="5505278" y="4684103"/>
                <a:ext cx="151200" cy="25920"/>
              </p14:xfrm>
            </p:contentPart>
          </mc:Choice>
          <mc:Fallback>
            <p:pic>
              <p:nvPicPr>
                <p:cNvPr id="106" name="Ink 105">
                  <a:extLst>
                    <a:ext uri="{FF2B5EF4-FFF2-40B4-BE49-F238E27FC236}">
                      <a16:creationId xmlns:a16="http://schemas.microsoft.com/office/drawing/2014/main" id="{15E3E1B2-1D33-9469-791F-69684E953109}"/>
                    </a:ext>
                  </a:extLst>
                </p:cNvPr>
                <p:cNvPicPr/>
                <p:nvPr/>
              </p:nvPicPr>
              <p:blipFill>
                <a:blip r:embed="rId65"/>
                <a:stretch>
                  <a:fillRect/>
                </a:stretch>
              </p:blipFill>
              <p:spPr>
                <a:xfrm>
                  <a:off x="5496278" y="4675103"/>
                  <a:ext cx="1688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07" name="Ink 106">
                  <a:extLst>
                    <a:ext uri="{FF2B5EF4-FFF2-40B4-BE49-F238E27FC236}">
                      <a16:creationId xmlns:a16="http://schemas.microsoft.com/office/drawing/2014/main" id="{6004E515-EC3D-1040-9C21-8A783ECA7044}"/>
                    </a:ext>
                  </a:extLst>
                </p14:cNvPr>
                <p14:cNvContentPartPr/>
                <p14:nvPr/>
              </p14:nvContentPartPr>
              <p14:xfrm>
                <a:off x="5542718" y="4766903"/>
                <a:ext cx="113400" cy="18360"/>
              </p14:xfrm>
            </p:contentPart>
          </mc:Choice>
          <mc:Fallback>
            <p:pic>
              <p:nvPicPr>
                <p:cNvPr id="107" name="Ink 106">
                  <a:extLst>
                    <a:ext uri="{FF2B5EF4-FFF2-40B4-BE49-F238E27FC236}">
                      <a16:creationId xmlns:a16="http://schemas.microsoft.com/office/drawing/2014/main" id="{6004E515-EC3D-1040-9C21-8A783ECA7044}"/>
                    </a:ext>
                  </a:extLst>
                </p:cNvPr>
                <p:cNvPicPr/>
                <p:nvPr/>
              </p:nvPicPr>
              <p:blipFill>
                <a:blip r:embed="rId67"/>
                <a:stretch>
                  <a:fillRect/>
                </a:stretch>
              </p:blipFill>
              <p:spPr>
                <a:xfrm>
                  <a:off x="5534078" y="4758263"/>
                  <a:ext cx="1310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41" name="Ink 140">
                  <a:extLst>
                    <a:ext uri="{FF2B5EF4-FFF2-40B4-BE49-F238E27FC236}">
                      <a16:creationId xmlns:a16="http://schemas.microsoft.com/office/drawing/2014/main" id="{08960113-9F20-3BDA-42A7-4DFAB08A5E1B}"/>
                    </a:ext>
                  </a:extLst>
                </p14:cNvPr>
                <p14:cNvContentPartPr/>
                <p14:nvPr/>
              </p14:nvContentPartPr>
              <p14:xfrm>
                <a:off x="5266958" y="4718303"/>
                <a:ext cx="147600" cy="16920"/>
              </p14:xfrm>
            </p:contentPart>
          </mc:Choice>
          <mc:Fallback>
            <p:pic>
              <p:nvPicPr>
                <p:cNvPr id="141" name="Ink 140">
                  <a:extLst>
                    <a:ext uri="{FF2B5EF4-FFF2-40B4-BE49-F238E27FC236}">
                      <a16:creationId xmlns:a16="http://schemas.microsoft.com/office/drawing/2014/main" id="{08960113-9F20-3BDA-42A7-4DFAB08A5E1B}"/>
                    </a:ext>
                  </a:extLst>
                </p:cNvPr>
                <p:cNvPicPr/>
                <p:nvPr/>
              </p:nvPicPr>
              <p:blipFill>
                <a:blip r:embed="rId69"/>
                <a:stretch>
                  <a:fillRect/>
                </a:stretch>
              </p:blipFill>
              <p:spPr>
                <a:xfrm>
                  <a:off x="5257958" y="4709303"/>
                  <a:ext cx="16524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42" name="Ink 141">
                  <a:extLst>
                    <a:ext uri="{FF2B5EF4-FFF2-40B4-BE49-F238E27FC236}">
                      <a16:creationId xmlns:a16="http://schemas.microsoft.com/office/drawing/2014/main" id="{85DE4D13-4B04-A5BB-1DFD-6AA341B94267}"/>
                    </a:ext>
                  </a:extLst>
                </p14:cNvPr>
                <p14:cNvContentPartPr/>
                <p14:nvPr/>
              </p14:nvContentPartPr>
              <p14:xfrm>
                <a:off x="5300438" y="4761503"/>
                <a:ext cx="217440" cy="41400"/>
              </p14:xfrm>
            </p:contentPart>
          </mc:Choice>
          <mc:Fallback>
            <p:pic>
              <p:nvPicPr>
                <p:cNvPr id="142" name="Ink 141">
                  <a:extLst>
                    <a:ext uri="{FF2B5EF4-FFF2-40B4-BE49-F238E27FC236}">
                      <a16:creationId xmlns:a16="http://schemas.microsoft.com/office/drawing/2014/main" id="{85DE4D13-4B04-A5BB-1DFD-6AA341B94267}"/>
                    </a:ext>
                  </a:extLst>
                </p:cNvPr>
                <p:cNvPicPr/>
                <p:nvPr/>
              </p:nvPicPr>
              <p:blipFill>
                <a:blip r:embed="rId71"/>
                <a:stretch>
                  <a:fillRect/>
                </a:stretch>
              </p:blipFill>
              <p:spPr>
                <a:xfrm>
                  <a:off x="5291438" y="4752503"/>
                  <a:ext cx="235080" cy="59040"/>
                </a:xfrm>
                <a:prstGeom prst="rect">
                  <a:avLst/>
                </a:prstGeom>
              </p:spPr>
            </p:pic>
          </mc:Fallback>
        </mc:AlternateContent>
      </p:grpSp>
      <p:grpSp>
        <p:nvGrpSpPr>
          <p:cNvPr id="146" name="Group 145">
            <a:extLst>
              <a:ext uri="{FF2B5EF4-FFF2-40B4-BE49-F238E27FC236}">
                <a16:creationId xmlns:a16="http://schemas.microsoft.com/office/drawing/2014/main" id="{4386C561-5AF2-159F-896F-3B3B54DA3AF3}"/>
              </a:ext>
            </a:extLst>
          </p:cNvPr>
          <p:cNvGrpSpPr/>
          <p:nvPr/>
        </p:nvGrpSpPr>
        <p:grpSpPr>
          <a:xfrm>
            <a:off x="647798" y="2799143"/>
            <a:ext cx="3961800" cy="1697760"/>
            <a:chOff x="647798" y="2799143"/>
            <a:chExt cx="3961800" cy="1697760"/>
          </a:xfrm>
        </p:grpSpPr>
        <mc:AlternateContent xmlns:mc="http://schemas.openxmlformats.org/markup-compatibility/2006">
          <mc:Choice xmlns:p14="http://schemas.microsoft.com/office/powerpoint/2010/main" Requires="p14">
            <p:contentPart p14:bwMode="auto" r:id="rId72">
              <p14:nvContentPartPr>
                <p14:cNvPr id="103" name="Ink 102">
                  <a:extLst>
                    <a:ext uri="{FF2B5EF4-FFF2-40B4-BE49-F238E27FC236}">
                      <a16:creationId xmlns:a16="http://schemas.microsoft.com/office/drawing/2014/main" id="{FDB25933-7A3B-6DAD-B68D-7FE252E0885B}"/>
                    </a:ext>
                  </a:extLst>
                </p14:cNvPr>
                <p14:cNvContentPartPr/>
                <p14:nvPr/>
              </p14:nvContentPartPr>
              <p14:xfrm>
                <a:off x="1202198" y="2799143"/>
                <a:ext cx="3129840" cy="1402920"/>
              </p14:xfrm>
            </p:contentPart>
          </mc:Choice>
          <mc:Fallback>
            <p:pic>
              <p:nvPicPr>
                <p:cNvPr id="103" name="Ink 102">
                  <a:extLst>
                    <a:ext uri="{FF2B5EF4-FFF2-40B4-BE49-F238E27FC236}">
                      <a16:creationId xmlns:a16="http://schemas.microsoft.com/office/drawing/2014/main" id="{FDB25933-7A3B-6DAD-B68D-7FE252E0885B}"/>
                    </a:ext>
                  </a:extLst>
                </p:cNvPr>
                <p:cNvPicPr/>
                <p:nvPr/>
              </p:nvPicPr>
              <p:blipFill>
                <a:blip r:embed="rId73"/>
                <a:stretch>
                  <a:fillRect/>
                </a:stretch>
              </p:blipFill>
              <p:spPr>
                <a:xfrm>
                  <a:off x="1193558" y="2790503"/>
                  <a:ext cx="3147480" cy="14205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04" name="Ink 103">
                  <a:extLst>
                    <a:ext uri="{FF2B5EF4-FFF2-40B4-BE49-F238E27FC236}">
                      <a16:creationId xmlns:a16="http://schemas.microsoft.com/office/drawing/2014/main" id="{3C981C0D-4608-DF2C-0DD6-FBFEA4225556}"/>
                    </a:ext>
                  </a:extLst>
                </p14:cNvPr>
                <p14:cNvContentPartPr/>
                <p14:nvPr/>
              </p14:nvContentPartPr>
              <p14:xfrm>
                <a:off x="4213958" y="4039343"/>
                <a:ext cx="187920" cy="230400"/>
              </p14:xfrm>
            </p:contentPart>
          </mc:Choice>
          <mc:Fallback>
            <p:pic>
              <p:nvPicPr>
                <p:cNvPr id="104" name="Ink 103">
                  <a:extLst>
                    <a:ext uri="{FF2B5EF4-FFF2-40B4-BE49-F238E27FC236}">
                      <a16:creationId xmlns:a16="http://schemas.microsoft.com/office/drawing/2014/main" id="{3C981C0D-4608-DF2C-0DD6-FBFEA4225556}"/>
                    </a:ext>
                  </a:extLst>
                </p:cNvPr>
                <p:cNvPicPr/>
                <p:nvPr/>
              </p:nvPicPr>
              <p:blipFill>
                <a:blip r:embed="rId75"/>
                <a:stretch>
                  <a:fillRect/>
                </a:stretch>
              </p:blipFill>
              <p:spPr>
                <a:xfrm>
                  <a:off x="4205318" y="4030703"/>
                  <a:ext cx="2055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09" name="Ink 108">
                  <a:extLst>
                    <a:ext uri="{FF2B5EF4-FFF2-40B4-BE49-F238E27FC236}">
                      <a16:creationId xmlns:a16="http://schemas.microsoft.com/office/drawing/2014/main" id="{A921F8FA-BCDA-58FC-B11B-4DCA32019F95}"/>
                    </a:ext>
                  </a:extLst>
                </p14:cNvPr>
                <p14:cNvContentPartPr/>
                <p14:nvPr/>
              </p14:nvContentPartPr>
              <p14:xfrm>
                <a:off x="1783238" y="3873383"/>
                <a:ext cx="239760" cy="39600"/>
              </p14:xfrm>
            </p:contentPart>
          </mc:Choice>
          <mc:Fallback>
            <p:pic>
              <p:nvPicPr>
                <p:cNvPr id="109" name="Ink 108">
                  <a:extLst>
                    <a:ext uri="{FF2B5EF4-FFF2-40B4-BE49-F238E27FC236}">
                      <a16:creationId xmlns:a16="http://schemas.microsoft.com/office/drawing/2014/main" id="{A921F8FA-BCDA-58FC-B11B-4DCA32019F95}"/>
                    </a:ext>
                  </a:extLst>
                </p:cNvPr>
                <p:cNvPicPr/>
                <p:nvPr/>
              </p:nvPicPr>
              <p:blipFill>
                <a:blip r:embed="rId77"/>
                <a:stretch>
                  <a:fillRect/>
                </a:stretch>
              </p:blipFill>
              <p:spPr>
                <a:xfrm>
                  <a:off x="1774598" y="3864743"/>
                  <a:ext cx="25740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10" name="Ink 109">
                  <a:extLst>
                    <a:ext uri="{FF2B5EF4-FFF2-40B4-BE49-F238E27FC236}">
                      <a16:creationId xmlns:a16="http://schemas.microsoft.com/office/drawing/2014/main" id="{73788326-40DC-47CF-F08A-03D379B9B54D}"/>
                    </a:ext>
                  </a:extLst>
                </p14:cNvPr>
                <p14:cNvContentPartPr/>
                <p14:nvPr/>
              </p14:nvContentPartPr>
              <p14:xfrm>
                <a:off x="1845518" y="3957263"/>
                <a:ext cx="180000" cy="23760"/>
              </p14:xfrm>
            </p:contentPart>
          </mc:Choice>
          <mc:Fallback>
            <p:pic>
              <p:nvPicPr>
                <p:cNvPr id="110" name="Ink 109">
                  <a:extLst>
                    <a:ext uri="{FF2B5EF4-FFF2-40B4-BE49-F238E27FC236}">
                      <a16:creationId xmlns:a16="http://schemas.microsoft.com/office/drawing/2014/main" id="{73788326-40DC-47CF-F08A-03D379B9B54D}"/>
                    </a:ext>
                  </a:extLst>
                </p:cNvPr>
                <p:cNvPicPr/>
                <p:nvPr/>
              </p:nvPicPr>
              <p:blipFill>
                <a:blip r:embed="rId79"/>
                <a:stretch>
                  <a:fillRect/>
                </a:stretch>
              </p:blipFill>
              <p:spPr>
                <a:xfrm>
                  <a:off x="1836878" y="3948623"/>
                  <a:ext cx="19764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21" name="Ink 120">
                  <a:extLst>
                    <a:ext uri="{FF2B5EF4-FFF2-40B4-BE49-F238E27FC236}">
                      <a16:creationId xmlns:a16="http://schemas.microsoft.com/office/drawing/2014/main" id="{E6116F28-C1CD-11F8-0538-E235299D36B2}"/>
                    </a:ext>
                  </a:extLst>
                </p14:cNvPr>
                <p14:cNvContentPartPr/>
                <p14:nvPr/>
              </p14:nvContentPartPr>
              <p14:xfrm>
                <a:off x="2503598" y="3930263"/>
                <a:ext cx="2106000" cy="566640"/>
              </p14:xfrm>
            </p:contentPart>
          </mc:Choice>
          <mc:Fallback>
            <p:pic>
              <p:nvPicPr>
                <p:cNvPr id="121" name="Ink 120">
                  <a:extLst>
                    <a:ext uri="{FF2B5EF4-FFF2-40B4-BE49-F238E27FC236}">
                      <a16:creationId xmlns:a16="http://schemas.microsoft.com/office/drawing/2014/main" id="{E6116F28-C1CD-11F8-0538-E235299D36B2}"/>
                    </a:ext>
                  </a:extLst>
                </p:cNvPr>
                <p:cNvPicPr/>
                <p:nvPr/>
              </p:nvPicPr>
              <p:blipFill>
                <a:blip r:embed="rId81"/>
                <a:stretch>
                  <a:fillRect/>
                </a:stretch>
              </p:blipFill>
              <p:spPr>
                <a:xfrm>
                  <a:off x="2494958" y="3921623"/>
                  <a:ext cx="2123640" cy="5842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22" name="Ink 121">
                  <a:extLst>
                    <a:ext uri="{FF2B5EF4-FFF2-40B4-BE49-F238E27FC236}">
                      <a16:creationId xmlns:a16="http://schemas.microsoft.com/office/drawing/2014/main" id="{D6B1E552-37C1-9979-66C9-0F85B76645ED}"/>
                    </a:ext>
                  </a:extLst>
                </p14:cNvPr>
                <p14:cNvContentPartPr/>
                <p14:nvPr/>
              </p14:nvContentPartPr>
              <p14:xfrm>
                <a:off x="2399918" y="3882743"/>
                <a:ext cx="149400" cy="117720"/>
              </p14:xfrm>
            </p:contentPart>
          </mc:Choice>
          <mc:Fallback>
            <p:pic>
              <p:nvPicPr>
                <p:cNvPr id="122" name="Ink 121">
                  <a:extLst>
                    <a:ext uri="{FF2B5EF4-FFF2-40B4-BE49-F238E27FC236}">
                      <a16:creationId xmlns:a16="http://schemas.microsoft.com/office/drawing/2014/main" id="{D6B1E552-37C1-9979-66C9-0F85B76645ED}"/>
                    </a:ext>
                  </a:extLst>
                </p:cNvPr>
                <p:cNvPicPr/>
                <p:nvPr/>
              </p:nvPicPr>
              <p:blipFill>
                <a:blip r:embed="rId83"/>
                <a:stretch>
                  <a:fillRect/>
                </a:stretch>
              </p:blipFill>
              <p:spPr>
                <a:xfrm>
                  <a:off x="2390918" y="3874103"/>
                  <a:ext cx="16704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23" name="Ink 122">
                  <a:extLst>
                    <a:ext uri="{FF2B5EF4-FFF2-40B4-BE49-F238E27FC236}">
                      <a16:creationId xmlns:a16="http://schemas.microsoft.com/office/drawing/2014/main" id="{7199EA47-5542-DA79-0F62-1886B7FADD02}"/>
                    </a:ext>
                  </a:extLst>
                </p14:cNvPr>
                <p14:cNvContentPartPr/>
                <p14:nvPr/>
              </p14:nvContentPartPr>
              <p14:xfrm>
                <a:off x="647798" y="3070223"/>
                <a:ext cx="868320" cy="506160"/>
              </p14:xfrm>
            </p:contentPart>
          </mc:Choice>
          <mc:Fallback>
            <p:pic>
              <p:nvPicPr>
                <p:cNvPr id="123" name="Ink 122">
                  <a:extLst>
                    <a:ext uri="{FF2B5EF4-FFF2-40B4-BE49-F238E27FC236}">
                      <a16:creationId xmlns:a16="http://schemas.microsoft.com/office/drawing/2014/main" id="{7199EA47-5542-DA79-0F62-1886B7FADD02}"/>
                    </a:ext>
                  </a:extLst>
                </p:cNvPr>
                <p:cNvPicPr/>
                <p:nvPr/>
              </p:nvPicPr>
              <p:blipFill>
                <a:blip r:embed="rId85"/>
                <a:stretch>
                  <a:fillRect/>
                </a:stretch>
              </p:blipFill>
              <p:spPr>
                <a:xfrm>
                  <a:off x="638798" y="3061223"/>
                  <a:ext cx="885960" cy="5238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44" name="Ink 143">
                  <a:extLst>
                    <a:ext uri="{FF2B5EF4-FFF2-40B4-BE49-F238E27FC236}">
                      <a16:creationId xmlns:a16="http://schemas.microsoft.com/office/drawing/2014/main" id="{50A906DF-FE96-FC32-61F7-8B2C3A134384}"/>
                    </a:ext>
                  </a:extLst>
                </p14:cNvPr>
                <p14:cNvContentPartPr/>
                <p14:nvPr/>
              </p14:nvContentPartPr>
              <p14:xfrm>
                <a:off x="1909958" y="3897863"/>
                <a:ext cx="196920" cy="35640"/>
              </p14:xfrm>
            </p:contentPart>
          </mc:Choice>
          <mc:Fallback>
            <p:pic>
              <p:nvPicPr>
                <p:cNvPr id="144" name="Ink 143">
                  <a:extLst>
                    <a:ext uri="{FF2B5EF4-FFF2-40B4-BE49-F238E27FC236}">
                      <a16:creationId xmlns:a16="http://schemas.microsoft.com/office/drawing/2014/main" id="{50A906DF-FE96-FC32-61F7-8B2C3A134384}"/>
                    </a:ext>
                  </a:extLst>
                </p:cNvPr>
                <p:cNvPicPr/>
                <p:nvPr/>
              </p:nvPicPr>
              <p:blipFill>
                <a:blip r:embed="rId87"/>
                <a:stretch>
                  <a:fillRect/>
                </a:stretch>
              </p:blipFill>
              <p:spPr>
                <a:xfrm>
                  <a:off x="1901318" y="3888863"/>
                  <a:ext cx="21456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45" name="Ink 144">
                  <a:extLst>
                    <a:ext uri="{FF2B5EF4-FFF2-40B4-BE49-F238E27FC236}">
                      <a16:creationId xmlns:a16="http://schemas.microsoft.com/office/drawing/2014/main" id="{6DAAD018-DFE4-9789-1D3C-1DD75ACD9C2B}"/>
                    </a:ext>
                  </a:extLst>
                </p14:cNvPr>
                <p14:cNvContentPartPr/>
                <p14:nvPr/>
              </p14:nvContentPartPr>
              <p14:xfrm>
                <a:off x="1970798" y="3984623"/>
                <a:ext cx="187920" cy="38880"/>
              </p14:xfrm>
            </p:contentPart>
          </mc:Choice>
          <mc:Fallback>
            <p:pic>
              <p:nvPicPr>
                <p:cNvPr id="145" name="Ink 144">
                  <a:extLst>
                    <a:ext uri="{FF2B5EF4-FFF2-40B4-BE49-F238E27FC236}">
                      <a16:creationId xmlns:a16="http://schemas.microsoft.com/office/drawing/2014/main" id="{6DAAD018-DFE4-9789-1D3C-1DD75ACD9C2B}"/>
                    </a:ext>
                  </a:extLst>
                </p:cNvPr>
                <p:cNvPicPr/>
                <p:nvPr/>
              </p:nvPicPr>
              <p:blipFill>
                <a:blip r:embed="rId89"/>
                <a:stretch>
                  <a:fillRect/>
                </a:stretch>
              </p:blipFill>
              <p:spPr>
                <a:xfrm>
                  <a:off x="1962158" y="3975623"/>
                  <a:ext cx="205560" cy="56520"/>
                </a:xfrm>
                <a:prstGeom prst="rect">
                  <a:avLst/>
                </a:prstGeom>
              </p:spPr>
            </p:pic>
          </mc:Fallback>
        </mc:AlternateContent>
      </p:grpSp>
    </p:spTree>
    <p:extLst>
      <p:ext uri="{BB962C8B-B14F-4D97-AF65-F5344CB8AC3E}">
        <p14:creationId xmlns:p14="http://schemas.microsoft.com/office/powerpoint/2010/main" val="113437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Hands-on Add Security and Test Microservice</a:t>
            </a:r>
          </a:p>
        </p:txBody>
      </p:sp>
      <p:pic>
        <p:nvPicPr>
          <p:cNvPr id="1026" name="Picture 2" descr="Page 34 | Identity Access Management Images - Free Download on Freepik">
            <a:extLst>
              <a:ext uri="{FF2B5EF4-FFF2-40B4-BE49-F238E27FC236}">
                <a16:creationId xmlns:a16="http://schemas.microsoft.com/office/drawing/2014/main" id="{BB81E557-BBEB-08A0-6A2C-2FE38C6F6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148" y="2132856"/>
            <a:ext cx="3428107" cy="34281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FC04D6-78E0-8064-4A47-0E7C46BB694F}"/>
              </a:ext>
            </a:extLst>
          </p:cNvPr>
          <p:cNvSpPr txBox="1"/>
          <p:nvPr/>
        </p:nvSpPr>
        <p:spPr>
          <a:xfrm>
            <a:off x="189756" y="908720"/>
            <a:ext cx="6048672" cy="461665"/>
          </a:xfrm>
          <a:prstGeom prst="rect">
            <a:avLst/>
          </a:prstGeom>
          <a:noFill/>
        </p:spPr>
        <p:txBody>
          <a:bodyPr wrap="square" rtlCol="0">
            <a:spAutoFit/>
          </a:bodyPr>
          <a:lstStyle/>
          <a:p>
            <a:r>
              <a:rPr lang="en-US" dirty="0" err="1">
                <a:solidFill>
                  <a:schemeClr val="bg1"/>
                </a:solidFill>
              </a:rPr>
              <a:t>cds</a:t>
            </a:r>
            <a:r>
              <a:rPr lang="en-US" dirty="0">
                <a:solidFill>
                  <a:schemeClr val="bg1"/>
                </a:solidFill>
              </a:rPr>
              <a:t> add </a:t>
            </a:r>
            <a:r>
              <a:rPr lang="en-US" dirty="0" err="1">
                <a:solidFill>
                  <a:schemeClr val="bg1"/>
                </a:solidFill>
              </a:rPr>
              <a:t>xsuaa</a:t>
            </a:r>
            <a:endParaRPr lang="en-US" dirty="0">
              <a:solidFill>
                <a:schemeClr val="bg1"/>
              </a:solidFill>
            </a:endParaRPr>
          </a:p>
        </p:txBody>
      </p:sp>
    </p:spTree>
    <p:extLst>
      <p:ext uri="{BB962C8B-B14F-4D97-AF65-F5344CB8AC3E}">
        <p14:creationId xmlns:p14="http://schemas.microsoft.com/office/powerpoint/2010/main" val="144417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2A3BADB7-FA7C-8578-13B3-A2BA0410264F}"/>
              </a:ext>
            </a:extLst>
          </p:cNvPr>
          <p:cNvSpPr/>
          <p:nvPr/>
        </p:nvSpPr>
        <p:spPr>
          <a:xfrm>
            <a:off x="261764" y="2636912"/>
            <a:ext cx="3816424" cy="3456384"/>
          </a:xfrm>
          <a:prstGeom prst="verticalScroll">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err="1"/>
              <a:t>Xs-security.json</a:t>
            </a:r>
            <a:endParaRPr lang="en-US" dirty="0"/>
          </a:p>
        </p:txBody>
      </p:sp>
      <p:sp>
        <p:nvSpPr>
          <p:cNvPr id="4" name="Arrow: Right 3">
            <a:extLst>
              <a:ext uri="{FF2B5EF4-FFF2-40B4-BE49-F238E27FC236}">
                <a16:creationId xmlns:a16="http://schemas.microsoft.com/office/drawing/2014/main" id="{2F7B84A3-1EAA-562F-2EB3-4CCBC33BB249}"/>
              </a:ext>
            </a:extLst>
          </p:cNvPr>
          <p:cNvSpPr/>
          <p:nvPr/>
        </p:nvSpPr>
        <p:spPr>
          <a:xfrm>
            <a:off x="3718148" y="3429000"/>
            <a:ext cx="1368152" cy="72008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9CB001-4CAF-65E4-3358-B188C061B1F3}"/>
              </a:ext>
            </a:extLst>
          </p:cNvPr>
          <p:cNvSpPr/>
          <p:nvPr/>
        </p:nvSpPr>
        <p:spPr>
          <a:xfrm>
            <a:off x="5119716" y="3320550"/>
            <a:ext cx="2376264" cy="936104"/>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Xs-uaa</a:t>
            </a:r>
            <a:r>
              <a:rPr lang="en-US" dirty="0"/>
              <a:t> backing service</a:t>
            </a:r>
          </a:p>
        </p:txBody>
      </p:sp>
      <p:sp>
        <p:nvSpPr>
          <p:cNvPr id="6" name="Thought Bubble: Cloud 5">
            <a:extLst>
              <a:ext uri="{FF2B5EF4-FFF2-40B4-BE49-F238E27FC236}">
                <a16:creationId xmlns:a16="http://schemas.microsoft.com/office/drawing/2014/main" id="{5A8E66B9-0E96-A1DD-FC2A-5972B1F7C134}"/>
              </a:ext>
            </a:extLst>
          </p:cNvPr>
          <p:cNvSpPr/>
          <p:nvPr/>
        </p:nvSpPr>
        <p:spPr>
          <a:xfrm>
            <a:off x="9632254" y="3429438"/>
            <a:ext cx="3240360" cy="1944216"/>
          </a:xfrm>
          <a:prstGeom prst="cloudCallout">
            <a:avLst>
              <a:gd name="adj1" fmla="val -8696"/>
              <a:gd name="adj2" fmla="val 397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BTP Account</a:t>
            </a:r>
          </a:p>
        </p:txBody>
      </p:sp>
      <p:sp>
        <p:nvSpPr>
          <p:cNvPr id="7" name="Arrow: Right 6">
            <a:extLst>
              <a:ext uri="{FF2B5EF4-FFF2-40B4-BE49-F238E27FC236}">
                <a16:creationId xmlns:a16="http://schemas.microsoft.com/office/drawing/2014/main" id="{A85C4672-21C3-374C-05E6-F48DE01DDF2F}"/>
              </a:ext>
            </a:extLst>
          </p:cNvPr>
          <p:cNvSpPr/>
          <p:nvPr/>
        </p:nvSpPr>
        <p:spPr>
          <a:xfrm>
            <a:off x="7546655" y="3429438"/>
            <a:ext cx="2220165" cy="72008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152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15C6-C2BC-F8B3-73CE-FEB48FB667F9}"/>
              </a:ext>
            </a:extLst>
          </p:cNvPr>
          <p:cNvSpPr>
            <a:spLocks noGrp="1"/>
          </p:cNvSpPr>
          <p:nvPr>
            <p:ph type="title"/>
          </p:nvPr>
        </p:nvSpPr>
        <p:spPr/>
        <p:txBody>
          <a:bodyPr/>
          <a:lstStyle/>
          <a:p>
            <a:r>
              <a:rPr lang="en-US" dirty="0"/>
              <a:t>Testing the Microservice from postman</a:t>
            </a:r>
          </a:p>
        </p:txBody>
      </p:sp>
      <p:sp>
        <p:nvSpPr>
          <p:cNvPr id="3" name="TextBox 2">
            <a:extLst>
              <a:ext uri="{FF2B5EF4-FFF2-40B4-BE49-F238E27FC236}">
                <a16:creationId xmlns:a16="http://schemas.microsoft.com/office/drawing/2014/main" id="{B21F1C54-8E03-60C7-9B24-9BC9CF50ED85}"/>
              </a:ext>
            </a:extLst>
          </p:cNvPr>
          <p:cNvSpPr txBox="1"/>
          <p:nvPr/>
        </p:nvSpPr>
        <p:spPr>
          <a:xfrm>
            <a:off x="160139" y="811178"/>
            <a:ext cx="11806237" cy="1630791"/>
          </a:xfrm>
          <a:prstGeom prst="rect">
            <a:avLst/>
          </a:prstGeom>
          <a:noFill/>
        </p:spPr>
        <p:txBody>
          <a:bodyPr wrap="square" rtlCol="0">
            <a:spAutoFit/>
          </a:bodyPr>
          <a:lstStyle/>
          <a:p>
            <a:pPr marL="457063" indent="-457063">
              <a:buFontTx/>
              <a:buAutoNum type="arabicPeriod"/>
              <a:defRPr/>
            </a:pPr>
            <a:r>
              <a:rPr lang="en-US" sz="1999" kern="0" dirty="0">
                <a:solidFill>
                  <a:prstClr val="white"/>
                </a:solidFill>
                <a:latin typeface="Segoe UI"/>
              </a:rPr>
              <a:t>After the deployment, we open the postman tool and try to access resource with URL /vendor </a:t>
            </a:r>
            <a:r>
              <a:rPr lang="en-US" sz="1999" kern="0" dirty="0" err="1">
                <a:solidFill>
                  <a:prstClr val="white"/>
                </a:solidFill>
                <a:latin typeface="Segoe UI"/>
              </a:rPr>
              <a:t>url</a:t>
            </a:r>
            <a:r>
              <a:rPr lang="en-US" sz="1999" kern="0" dirty="0">
                <a:solidFill>
                  <a:prstClr val="white"/>
                </a:solidFill>
                <a:latin typeface="Segoe UI"/>
              </a:rPr>
              <a:t>, it gives unauthenticated.</a:t>
            </a:r>
          </a:p>
          <a:p>
            <a:pPr marL="457063" indent="-457063">
              <a:buFontTx/>
              <a:buAutoNum type="arabicPeriod"/>
              <a:defRPr/>
            </a:pPr>
            <a:r>
              <a:rPr lang="en-US" sz="1999" kern="0" dirty="0">
                <a:solidFill>
                  <a:prstClr val="white"/>
                </a:solidFill>
                <a:latin typeface="Segoe UI"/>
              </a:rPr>
              <a:t>We need to obtain access token so we went to authorization table and added the OAuth2.0 option and provided</a:t>
            </a:r>
          </a:p>
          <a:p>
            <a:pPr>
              <a:defRPr/>
            </a:pPr>
            <a:endParaRPr lang="en-IN" sz="1999" kern="0" dirty="0">
              <a:solidFill>
                <a:prstClr val="white"/>
              </a:solidFill>
              <a:latin typeface="Segoe UI"/>
            </a:endParaRPr>
          </a:p>
        </p:txBody>
      </p:sp>
      <p:graphicFrame>
        <p:nvGraphicFramePr>
          <p:cNvPr id="4" name="Table 2">
            <a:extLst>
              <a:ext uri="{FF2B5EF4-FFF2-40B4-BE49-F238E27FC236}">
                <a16:creationId xmlns:a16="http://schemas.microsoft.com/office/drawing/2014/main" id="{A1C8B054-AC28-43FF-46FA-F411BBD3FD51}"/>
              </a:ext>
            </a:extLst>
          </p:cNvPr>
          <p:cNvGraphicFramePr>
            <a:graphicFrameLocks noGrp="1"/>
          </p:cNvGraphicFramePr>
          <p:nvPr/>
        </p:nvGraphicFramePr>
        <p:xfrm>
          <a:off x="180860" y="2236348"/>
          <a:ext cx="11644514" cy="2965944"/>
        </p:xfrm>
        <a:graphic>
          <a:graphicData uri="http://schemas.openxmlformats.org/drawingml/2006/table">
            <a:tbl>
              <a:tblPr firstRow="1" bandRow="1"/>
              <a:tblGrid>
                <a:gridCol w="3290785">
                  <a:extLst>
                    <a:ext uri="{9D8B030D-6E8A-4147-A177-3AD203B41FA5}">
                      <a16:colId xmlns:a16="http://schemas.microsoft.com/office/drawing/2014/main" val="686647361"/>
                    </a:ext>
                  </a:extLst>
                </a:gridCol>
                <a:gridCol w="8353729">
                  <a:extLst>
                    <a:ext uri="{9D8B030D-6E8A-4147-A177-3AD203B41FA5}">
                      <a16:colId xmlns:a16="http://schemas.microsoft.com/office/drawing/2014/main" val="2464886500"/>
                    </a:ext>
                  </a:extLst>
                </a:gridCol>
              </a:tblGrid>
              <a:tr h="370743">
                <a:tc>
                  <a:txBody>
                    <a:bodyPr/>
                    <a:lstStyle>
                      <a:lvl1pPr marL="0" algn="l" defTabSz="1218987" rtl="0" eaLnBrk="1" latinLnBrk="0" hangingPunct="1">
                        <a:defRPr sz="2400" b="1" kern="1200">
                          <a:solidFill>
                            <a:schemeClr val="lt1"/>
                          </a:solidFill>
                          <a:latin typeface="Segoe UI"/>
                        </a:defRPr>
                      </a:lvl1pPr>
                      <a:lvl2pPr marL="609493" algn="l" defTabSz="1218987" rtl="0" eaLnBrk="1" latinLnBrk="0" hangingPunct="1">
                        <a:defRPr sz="2400" b="1" kern="1200">
                          <a:solidFill>
                            <a:schemeClr val="lt1"/>
                          </a:solidFill>
                          <a:latin typeface="Segoe UI"/>
                        </a:defRPr>
                      </a:lvl2pPr>
                      <a:lvl3pPr marL="1218987" algn="l" defTabSz="1218987" rtl="0" eaLnBrk="1" latinLnBrk="0" hangingPunct="1">
                        <a:defRPr sz="2400" b="1" kern="1200">
                          <a:solidFill>
                            <a:schemeClr val="lt1"/>
                          </a:solidFill>
                          <a:latin typeface="Segoe UI"/>
                        </a:defRPr>
                      </a:lvl3pPr>
                      <a:lvl4pPr marL="1828480" algn="l" defTabSz="1218987" rtl="0" eaLnBrk="1" latinLnBrk="0" hangingPunct="1">
                        <a:defRPr sz="2400" b="1" kern="1200">
                          <a:solidFill>
                            <a:schemeClr val="lt1"/>
                          </a:solidFill>
                          <a:latin typeface="Segoe UI"/>
                        </a:defRPr>
                      </a:lvl4pPr>
                      <a:lvl5pPr marL="2437973" algn="l" defTabSz="1218987" rtl="0" eaLnBrk="1" latinLnBrk="0" hangingPunct="1">
                        <a:defRPr sz="2400" b="1" kern="1200">
                          <a:solidFill>
                            <a:schemeClr val="lt1"/>
                          </a:solidFill>
                          <a:latin typeface="Segoe UI"/>
                        </a:defRPr>
                      </a:lvl5pPr>
                      <a:lvl6pPr marL="3047467" algn="l" defTabSz="1218987" rtl="0" eaLnBrk="1" latinLnBrk="0" hangingPunct="1">
                        <a:defRPr sz="2400" b="1" kern="1200">
                          <a:solidFill>
                            <a:schemeClr val="lt1"/>
                          </a:solidFill>
                          <a:latin typeface="Segoe UI"/>
                        </a:defRPr>
                      </a:lvl6pPr>
                      <a:lvl7pPr marL="3656960" algn="l" defTabSz="1218987" rtl="0" eaLnBrk="1" latinLnBrk="0" hangingPunct="1">
                        <a:defRPr sz="2400" b="1" kern="1200">
                          <a:solidFill>
                            <a:schemeClr val="lt1"/>
                          </a:solidFill>
                          <a:latin typeface="Segoe UI"/>
                        </a:defRPr>
                      </a:lvl7pPr>
                      <a:lvl8pPr marL="4266453" algn="l" defTabSz="1218987" rtl="0" eaLnBrk="1" latinLnBrk="0" hangingPunct="1">
                        <a:defRPr sz="2400" b="1" kern="1200">
                          <a:solidFill>
                            <a:schemeClr val="lt1"/>
                          </a:solidFill>
                          <a:latin typeface="Segoe UI"/>
                        </a:defRPr>
                      </a:lvl8pPr>
                      <a:lvl9pPr marL="4875947" algn="l" defTabSz="1218987" rtl="0" eaLnBrk="1" latinLnBrk="0" hangingPunct="1">
                        <a:defRPr sz="2400" b="1" kern="1200">
                          <a:solidFill>
                            <a:schemeClr val="lt1"/>
                          </a:solidFill>
                          <a:latin typeface="Segoe UI"/>
                        </a:defRPr>
                      </a:lvl9pPr>
                    </a:lstStyle>
                    <a:p>
                      <a:r>
                        <a:rPr lang="en-US" sz="1600" dirty="0"/>
                        <a:t>Properties</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02B50"/>
                    </a:solidFill>
                  </a:tcPr>
                </a:tc>
                <a:tc>
                  <a:txBody>
                    <a:bodyPr/>
                    <a:lstStyle>
                      <a:lvl1pPr marL="0" algn="l" defTabSz="1218987" rtl="0" eaLnBrk="1" latinLnBrk="0" hangingPunct="1">
                        <a:defRPr sz="2400" b="1" kern="1200">
                          <a:solidFill>
                            <a:schemeClr val="lt1"/>
                          </a:solidFill>
                          <a:latin typeface="Segoe UI"/>
                        </a:defRPr>
                      </a:lvl1pPr>
                      <a:lvl2pPr marL="609493" algn="l" defTabSz="1218987" rtl="0" eaLnBrk="1" latinLnBrk="0" hangingPunct="1">
                        <a:defRPr sz="2400" b="1" kern="1200">
                          <a:solidFill>
                            <a:schemeClr val="lt1"/>
                          </a:solidFill>
                          <a:latin typeface="Segoe UI"/>
                        </a:defRPr>
                      </a:lvl2pPr>
                      <a:lvl3pPr marL="1218987" algn="l" defTabSz="1218987" rtl="0" eaLnBrk="1" latinLnBrk="0" hangingPunct="1">
                        <a:defRPr sz="2400" b="1" kern="1200">
                          <a:solidFill>
                            <a:schemeClr val="lt1"/>
                          </a:solidFill>
                          <a:latin typeface="Segoe UI"/>
                        </a:defRPr>
                      </a:lvl3pPr>
                      <a:lvl4pPr marL="1828480" algn="l" defTabSz="1218987" rtl="0" eaLnBrk="1" latinLnBrk="0" hangingPunct="1">
                        <a:defRPr sz="2400" b="1" kern="1200">
                          <a:solidFill>
                            <a:schemeClr val="lt1"/>
                          </a:solidFill>
                          <a:latin typeface="Segoe UI"/>
                        </a:defRPr>
                      </a:lvl4pPr>
                      <a:lvl5pPr marL="2437973" algn="l" defTabSz="1218987" rtl="0" eaLnBrk="1" latinLnBrk="0" hangingPunct="1">
                        <a:defRPr sz="2400" b="1" kern="1200">
                          <a:solidFill>
                            <a:schemeClr val="lt1"/>
                          </a:solidFill>
                          <a:latin typeface="Segoe UI"/>
                        </a:defRPr>
                      </a:lvl5pPr>
                      <a:lvl6pPr marL="3047467" algn="l" defTabSz="1218987" rtl="0" eaLnBrk="1" latinLnBrk="0" hangingPunct="1">
                        <a:defRPr sz="2400" b="1" kern="1200">
                          <a:solidFill>
                            <a:schemeClr val="lt1"/>
                          </a:solidFill>
                          <a:latin typeface="Segoe UI"/>
                        </a:defRPr>
                      </a:lvl6pPr>
                      <a:lvl7pPr marL="3656960" algn="l" defTabSz="1218987" rtl="0" eaLnBrk="1" latinLnBrk="0" hangingPunct="1">
                        <a:defRPr sz="2400" b="1" kern="1200">
                          <a:solidFill>
                            <a:schemeClr val="lt1"/>
                          </a:solidFill>
                          <a:latin typeface="Segoe UI"/>
                        </a:defRPr>
                      </a:lvl7pPr>
                      <a:lvl8pPr marL="4266453" algn="l" defTabSz="1218987" rtl="0" eaLnBrk="1" latinLnBrk="0" hangingPunct="1">
                        <a:defRPr sz="2400" b="1" kern="1200">
                          <a:solidFill>
                            <a:schemeClr val="lt1"/>
                          </a:solidFill>
                          <a:latin typeface="Segoe UI"/>
                        </a:defRPr>
                      </a:lvl8pPr>
                      <a:lvl9pPr marL="4875947" algn="l" defTabSz="1218987" rtl="0" eaLnBrk="1" latinLnBrk="0" hangingPunct="1">
                        <a:defRPr sz="2400" b="1" kern="1200">
                          <a:solidFill>
                            <a:schemeClr val="lt1"/>
                          </a:solidFill>
                          <a:latin typeface="Segoe UI"/>
                        </a:defRPr>
                      </a:lvl9pPr>
                    </a:lstStyle>
                    <a:p>
                      <a:r>
                        <a:rPr lang="en-US" sz="1600" dirty="0"/>
                        <a:t>Value</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02B50"/>
                    </a:solidFill>
                  </a:tcPr>
                </a:tc>
                <a:extLst>
                  <a:ext uri="{0D108BD9-81ED-4DB2-BD59-A6C34878D82A}">
                    <a16:rowId xmlns:a16="http://schemas.microsoft.com/office/drawing/2014/main" val="1022972069"/>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Token Name</a:t>
                      </a:r>
                    </a:p>
                  </a:txBody>
                  <a:tcPr marL="91416" marR="91416" marT="45708" marB="457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b="0" i="0" kern="1200" dirty="0" err="1">
                          <a:solidFill>
                            <a:schemeClr val="dk1"/>
                          </a:solidFill>
                          <a:effectLst/>
                          <a:latin typeface="+mn-lt"/>
                          <a:ea typeface="+mn-ea"/>
                          <a:cs typeface="+mn-cs"/>
                        </a:rPr>
                        <a:t>BTPJWTToken</a:t>
                      </a:r>
                      <a:endParaRPr lang="en-US" sz="1600" dirty="0"/>
                    </a:p>
                  </a:txBody>
                  <a:tcPr marL="91416" marR="91416" marT="45708" marB="4570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1261289465"/>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Grant Type</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Password credentials</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extLst>
                  <a:ext uri="{0D108BD9-81ED-4DB2-BD59-A6C34878D82A}">
                    <a16:rowId xmlns:a16="http://schemas.microsoft.com/office/drawing/2014/main" val="3393752812"/>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Access Token URL</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Service key of </a:t>
                      </a:r>
                      <a:r>
                        <a:rPr lang="en-US" sz="1600" dirty="0" err="1"/>
                        <a:t>xsuaa</a:t>
                      </a:r>
                      <a:r>
                        <a:rPr lang="en-US" sz="1600" dirty="0"/>
                        <a:t> – </a:t>
                      </a:r>
                      <a:r>
                        <a:rPr lang="en-US" sz="1600" dirty="0" err="1"/>
                        <a:t>url</a:t>
                      </a:r>
                      <a:r>
                        <a:rPr lang="en-US" sz="1600" dirty="0"/>
                        <a:t>, append </a:t>
                      </a:r>
                      <a:r>
                        <a:rPr lang="en-US" sz="1600" b="1" i="0" kern="1200" dirty="0">
                          <a:solidFill>
                            <a:schemeClr val="dk1"/>
                          </a:solidFill>
                          <a:effectLst/>
                          <a:latin typeface="+mn-lt"/>
                          <a:ea typeface="+mn-ea"/>
                          <a:cs typeface="+mn-cs"/>
                        </a:rPr>
                        <a:t>/</a:t>
                      </a:r>
                      <a:r>
                        <a:rPr lang="en-US" sz="1600" b="1" i="0" kern="1200" dirty="0" err="1">
                          <a:solidFill>
                            <a:schemeClr val="dk1"/>
                          </a:solidFill>
                          <a:effectLst/>
                          <a:latin typeface="+mn-lt"/>
                          <a:ea typeface="+mn-ea"/>
                          <a:cs typeface="+mn-cs"/>
                        </a:rPr>
                        <a:t>oauth</a:t>
                      </a:r>
                      <a:r>
                        <a:rPr lang="en-US" sz="1600" b="1" i="0" kern="1200" dirty="0">
                          <a:solidFill>
                            <a:schemeClr val="dk1"/>
                          </a:solidFill>
                          <a:effectLst/>
                          <a:latin typeface="+mn-lt"/>
                          <a:ea typeface="+mn-ea"/>
                          <a:cs typeface="+mn-cs"/>
                        </a:rPr>
                        <a:t>/token</a:t>
                      </a:r>
                      <a:endParaRPr lang="en-US" sz="1600" b="1" dirty="0"/>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2283187099"/>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Client Id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Service key – </a:t>
                      </a:r>
                      <a:r>
                        <a:rPr lang="en-US" sz="1600" dirty="0" err="1"/>
                        <a:t>client_id</a:t>
                      </a:r>
                      <a:endParaRPr lang="en-US" sz="1600" dirty="0"/>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extLst>
                  <a:ext uri="{0D108BD9-81ED-4DB2-BD59-A6C34878D82A}">
                    <a16:rowId xmlns:a16="http://schemas.microsoft.com/office/drawing/2014/main" val="1626269835"/>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Client Secret</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Service key – </a:t>
                      </a:r>
                      <a:r>
                        <a:rPr lang="en-US" sz="1600" dirty="0" err="1"/>
                        <a:t>client_secret</a:t>
                      </a:r>
                      <a:endParaRPr lang="en-US" sz="1600" dirty="0"/>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1640203588"/>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Username</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Our BTP account user id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20000"/>
                      </a:srgbClr>
                    </a:solidFill>
                  </a:tcPr>
                </a:tc>
                <a:extLst>
                  <a:ext uri="{0D108BD9-81ED-4DB2-BD59-A6C34878D82A}">
                    <a16:rowId xmlns:a16="http://schemas.microsoft.com/office/drawing/2014/main" val="865788176"/>
                  </a:ext>
                </a:extLst>
              </a:tr>
              <a:tr h="370743">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Password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tc>
                  <a:txBody>
                    <a:bodyPr/>
                    <a:lstStyle>
                      <a:lvl1pPr marL="0" algn="l" defTabSz="1218987" rtl="0" eaLnBrk="1" latinLnBrk="0" hangingPunct="1">
                        <a:defRPr sz="2400" kern="1200">
                          <a:solidFill>
                            <a:schemeClr val="dk1"/>
                          </a:solidFill>
                          <a:latin typeface="Segoe UI"/>
                        </a:defRPr>
                      </a:lvl1pPr>
                      <a:lvl2pPr marL="609493" algn="l" defTabSz="1218987" rtl="0" eaLnBrk="1" latinLnBrk="0" hangingPunct="1">
                        <a:defRPr sz="2400" kern="1200">
                          <a:solidFill>
                            <a:schemeClr val="dk1"/>
                          </a:solidFill>
                          <a:latin typeface="Segoe UI"/>
                        </a:defRPr>
                      </a:lvl2pPr>
                      <a:lvl3pPr marL="1218987" algn="l" defTabSz="1218987" rtl="0" eaLnBrk="1" latinLnBrk="0" hangingPunct="1">
                        <a:defRPr sz="2400" kern="1200">
                          <a:solidFill>
                            <a:schemeClr val="dk1"/>
                          </a:solidFill>
                          <a:latin typeface="Segoe UI"/>
                        </a:defRPr>
                      </a:lvl3pPr>
                      <a:lvl4pPr marL="1828480" algn="l" defTabSz="1218987" rtl="0" eaLnBrk="1" latinLnBrk="0" hangingPunct="1">
                        <a:defRPr sz="2400" kern="1200">
                          <a:solidFill>
                            <a:schemeClr val="dk1"/>
                          </a:solidFill>
                          <a:latin typeface="Segoe UI"/>
                        </a:defRPr>
                      </a:lvl4pPr>
                      <a:lvl5pPr marL="2437973" algn="l" defTabSz="1218987" rtl="0" eaLnBrk="1" latinLnBrk="0" hangingPunct="1">
                        <a:defRPr sz="2400" kern="1200">
                          <a:solidFill>
                            <a:schemeClr val="dk1"/>
                          </a:solidFill>
                          <a:latin typeface="Segoe UI"/>
                        </a:defRPr>
                      </a:lvl5pPr>
                      <a:lvl6pPr marL="3047467" algn="l" defTabSz="1218987" rtl="0" eaLnBrk="1" latinLnBrk="0" hangingPunct="1">
                        <a:defRPr sz="2400" kern="1200">
                          <a:solidFill>
                            <a:schemeClr val="dk1"/>
                          </a:solidFill>
                          <a:latin typeface="Segoe UI"/>
                        </a:defRPr>
                      </a:lvl6pPr>
                      <a:lvl7pPr marL="3656960" algn="l" defTabSz="1218987" rtl="0" eaLnBrk="1" latinLnBrk="0" hangingPunct="1">
                        <a:defRPr sz="2400" kern="1200">
                          <a:solidFill>
                            <a:schemeClr val="dk1"/>
                          </a:solidFill>
                          <a:latin typeface="Segoe UI"/>
                        </a:defRPr>
                      </a:lvl7pPr>
                      <a:lvl8pPr marL="4266453" algn="l" defTabSz="1218987" rtl="0" eaLnBrk="1" latinLnBrk="0" hangingPunct="1">
                        <a:defRPr sz="2400" kern="1200">
                          <a:solidFill>
                            <a:schemeClr val="dk1"/>
                          </a:solidFill>
                          <a:latin typeface="Segoe UI"/>
                        </a:defRPr>
                      </a:lvl8pPr>
                      <a:lvl9pPr marL="4875947" algn="l" defTabSz="1218987" rtl="0" eaLnBrk="1" latinLnBrk="0" hangingPunct="1">
                        <a:defRPr sz="2400" kern="1200">
                          <a:solidFill>
                            <a:schemeClr val="dk1"/>
                          </a:solidFill>
                          <a:latin typeface="Segoe UI"/>
                        </a:defRPr>
                      </a:lvl9pPr>
                    </a:lstStyle>
                    <a:p>
                      <a:r>
                        <a:rPr lang="en-US" sz="1600" dirty="0"/>
                        <a:t>Our BTP account password</a:t>
                      </a:r>
                    </a:p>
                  </a:txBody>
                  <a:tcPr marL="91416" marR="91416" marT="45708" marB="4570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02B50">
                        <a:tint val="40000"/>
                      </a:srgbClr>
                    </a:solidFill>
                  </a:tcPr>
                </a:tc>
                <a:extLst>
                  <a:ext uri="{0D108BD9-81ED-4DB2-BD59-A6C34878D82A}">
                    <a16:rowId xmlns:a16="http://schemas.microsoft.com/office/drawing/2014/main" val="3205658408"/>
                  </a:ext>
                </a:extLst>
              </a:tr>
            </a:tbl>
          </a:graphicData>
        </a:graphic>
      </p:graphicFrame>
      <p:sp>
        <p:nvSpPr>
          <p:cNvPr id="5" name="TextBox 4">
            <a:extLst>
              <a:ext uri="{FF2B5EF4-FFF2-40B4-BE49-F238E27FC236}">
                <a16:creationId xmlns:a16="http://schemas.microsoft.com/office/drawing/2014/main" id="{DFB5595D-B4F0-BA65-4DAB-48724BA32027}"/>
              </a:ext>
            </a:extLst>
          </p:cNvPr>
          <p:cNvSpPr txBox="1"/>
          <p:nvPr/>
        </p:nvSpPr>
        <p:spPr>
          <a:xfrm>
            <a:off x="160139" y="5234036"/>
            <a:ext cx="11922315" cy="1569251"/>
          </a:xfrm>
          <a:prstGeom prst="rect">
            <a:avLst/>
          </a:prstGeom>
          <a:noFill/>
        </p:spPr>
        <p:txBody>
          <a:bodyPr wrap="square">
            <a:spAutoFit/>
          </a:bodyPr>
          <a:lstStyle/>
          <a:p>
            <a:pPr>
              <a:defRPr/>
            </a:pPr>
            <a:r>
              <a:rPr lang="en-US" sz="1600" kern="0" dirty="0">
                <a:solidFill>
                  <a:prstClr val="white"/>
                </a:solidFill>
                <a:latin typeface="Segoe UI"/>
              </a:rPr>
              <a:t>3. Call get token and choose use token button once token was fetched.</a:t>
            </a:r>
          </a:p>
          <a:p>
            <a:pPr>
              <a:defRPr/>
            </a:pPr>
            <a:r>
              <a:rPr lang="en-US" sz="1600" kern="0" dirty="0">
                <a:solidFill>
                  <a:prstClr val="white"/>
                </a:solidFill>
                <a:latin typeface="Segoe UI"/>
              </a:rPr>
              <a:t>4. Again make get request for /vendor, and we should get response.</a:t>
            </a:r>
          </a:p>
          <a:p>
            <a:pPr>
              <a:defRPr/>
            </a:pPr>
            <a:r>
              <a:rPr lang="en-US" sz="1600" kern="0" dirty="0">
                <a:solidFill>
                  <a:prstClr val="white"/>
                </a:solidFill>
                <a:latin typeface="Segoe UI"/>
              </a:rPr>
              <a:t>5. If we try </a:t>
            </a:r>
            <a:r>
              <a:rPr lang="en-US" sz="1600" kern="0">
                <a:solidFill>
                  <a:prstClr val="white"/>
                </a:solidFill>
                <a:latin typeface="Segoe UI"/>
              </a:rPr>
              <a:t>/vendor/, </a:t>
            </a:r>
            <a:r>
              <a:rPr lang="en-US" sz="1600" kern="0" dirty="0">
                <a:solidFill>
                  <a:prstClr val="white"/>
                </a:solidFill>
                <a:latin typeface="Segoe UI"/>
              </a:rPr>
              <a:t>it will not work because, we are looking for Role. </a:t>
            </a:r>
          </a:p>
          <a:p>
            <a:pPr>
              <a:defRPr/>
            </a:pPr>
            <a:r>
              <a:rPr lang="en-US" sz="1600" kern="0" dirty="0">
                <a:solidFill>
                  <a:prstClr val="white"/>
                </a:solidFill>
                <a:latin typeface="Segoe UI"/>
              </a:rPr>
              <a:t>6. Went to BTP subaccount and created a Role collection, added the role template and assign same to our user</a:t>
            </a:r>
          </a:p>
          <a:p>
            <a:pPr>
              <a:defRPr/>
            </a:pPr>
            <a:r>
              <a:rPr lang="en-US" sz="1600" kern="0" dirty="0">
                <a:solidFill>
                  <a:prstClr val="white"/>
                </a:solidFill>
                <a:latin typeface="Segoe UI"/>
              </a:rPr>
              <a:t>7. Again get the token and try to access end point for OData, this time it works.</a:t>
            </a:r>
          </a:p>
          <a:p>
            <a:pPr>
              <a:defRPr/>
            </a:pPr>
            <a:endParaRPr lang="en-IN" sz="1600" kern="0" dirty="0">
              <a:solidFill>
                <a:prstClr val="white"/>
              </a:solidFill>
              <a:latin typeface="Segoe UI"/>
            </a:endParaRPr>
          </a:p>
        </p:txBody>
      </p:sp>
    </p:spTree>
    <p:extLst>
      <p:ext uri="{BB962C8B-B14F-4D97-AF65-F5344CB8AC3E}">
        <p14:creationId xmlns:p14="http://schemas.microsoft.com/office/powerpoint/2010/main" val="1733546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Challenges in Current Approach</a:t>
            </a:r>
          </a:p>
        </p:txBody>
      </p:sp>
      <p:sp>
        <p:nvSpPr>
          <p:cNvPr id="3" name="TextBox 2">
            <a:extLst>
              <a:ext uri="{FF2B5EF4-FFF2-40B4-BE49-F238E27FC236}">
                <a16:creationId xmlns:a16="http://schemas.microsoft.com/office/drawing/2014/main" id="{FC796D8E-6200-6FFF-317A-54B3F37144BC}"/>
              </a:ext>
            </a:extLst>
          </p:cNvPr>
          <p:cNvSpPr txBox="1"/>
          <p:nvPr/>
        </p:nvSpPr>
        <p:spPr>
          <a:xfrm>
            <a:off x="191294" y="837387"/>
            <a:ext cx="11806237" cy="3416320"/>
          </a:xfrm>
          <a:prstGeom prst="rect">
            <a:avLst/>
          </a:prstGeom>
          <a:noFill/>
        </p:spPr>
        <p:txBody>
          <a:bodyPr wrap="square" rtlCol="0">
            <a:spAutoFit/>
          </a:bodyPr>
          <a:lstStyle/>
          <a:p>
            <a:pPr marL="342797" indent="-342797">
              <a:buFontTx/>
              <a:buChar char="-"/>
              <a:defRPr/>
            </a:pPr>
            <a:r>
              <a:rPr lang="en-US" sz="1800" kern="0" dirty="0">
                <a:solidFill>
                  <a:prstClr val="white"/>
                </a:solidFill>
                <a:latin typeface="Segoe UI"/>
              </a:rPr>
              <a:t>Did you notice, that we need to first pass lots of technical details from service key</a:t>
            </a:r>
          </a:p>
          <a:p>
            <a:pPr marL="342797" indent="-342797">
              <a:buFontTx/>
              <a:buChar char="-"/>
              <a:defRPr/>
            </a:pPr>
            <a:r>
              <a:rPr lang="en-IN" sz="1800" kern="0" dirty="0">
                <a:solidFill>
                  <a:prstClr val="white"/>
                </a:solidFill>
                <a:latin typeface="Segoe UI"/>
              </a:rPr>
              <a:t>Pass all the info in correct manner to postman to obtain token</a:t>
            </a:r>
          </a:p>
          <a:p>
            <a:pPr marL="342797" indent="-342797">
              <a:buFontTx/>
              <a:buChar char="-"/>
              <a:defRPr/>
            </a:pPr>
            <a:r>
              <a:rPr lang="en-IN" sz="1800" kern="0" dirty="0">
                <a:solidFill>
                  <a:prstClr val="white"/>
                </a:solidFill>
                <a:latin typeface="Segoe UI"/>
              </a:rPr>
              <a:t>Once the token expired, we need to reobtain again and again</a:t>
            </a:r>
          </a:p>
          <a:p>
            <a:pPr marL="342797" indent="-342797">
              <a:buFontTx/>
              <a:buChar char="-"/>
              <a:defRPr/>
            </a:pPr>
            <a:r>
              <a:rPr lang="en-IN" sz="1800" kern="0" dirty="0">
                <a:solidFill>
                  <a:prstClr val="white"/>
                </a:solidFill>
                <a:latin typeface="Segoe UI"/>
              </a:rPr>
              <a:t>Our </a:t>
            </a:r>
            <a:r>
              <a:rPr lang="en-IN" sz="1800" b="1" kern="0" dirty="0">
                <a:solidFill>
                  <a:prstClr val="white"/>
                </a:solidFill>
                <a:latin typeface="Segoe UI"/>
              </a:rPr>
              <a:t>end user </a:t>
            </a:r>
            <a:r>
              <a:rPr lang="en-IN" sz="1800" kern="0" dirty="0">
                <a:solidFill>
                  <a:prstClr val="white"/>
                </a:solidFill>
                <a:latin typeface="Segoe UI"/>
              </a:rPr>
              <a:t>do not know all this. Automate the XSUAA JWT token processing.</a:t>
            </a:r>
          </a:p>
          <a:p>
            <a:pPr marL="342797" indent="-342797">
              <a:buFontTx/>
              <a:buChar char="-"/>
              <a:defRPr/>
            </a:pPr>
            <a:r>
              <a:rPr lang="en-IN" sz="1800" kern="0" dirty="0">
                <a:solidFill>
                  <a:prstClr val="white"/>
                </a:solidFill>
                <a:latin typeface="Segoe UI"/>
              </a:rPr>
              <a:t>In our app, we will have multiple microservices, like java, sap ui5, node app, </a:t>
            </a:r>
            <a:r>
              <a:rPr lang="en-IN" sz="1800" kern="0" dirty="0" err="1">
                <a:solidFill>
                  <a:prstClr val="white"/>
                </a:solidFill>
                <a:latin typeface="Segoe UI"/>
              </a:rPr>
              <a:t>xsuaa</a:t>
            </a:r>
            <a:r>
              <a:rPr lang="en-IN" sz="1800" kern="0" dirty="0">
                <a:solidFill>
                  <a:prstClr val="white"/>
                </a:solidFill>
                <a:latin typeface="Segoe UI"/>
              </a:rPr>
              <a:t>…</a:t>
            </a:r>
          </a:p>
          <a:p>
            <a:pPr marL="342797" indent="-342797">
              <a:buFontTx/>
              <a:buChar char="-"/>
              <a:defRPr/>
            </a:pPr>
            <a:r>
              <a:rPr lang="en-IN" sz="1800" kern="0" dirty="0">
                <a:solidFill>
                  <a:prstClr val="white"/>
                </a:solidFill>
                <a:latin typeface="Segoe UI"/>
              </a:rPr>
              <a:t>Each service produce one end point e.g. /vendors, /index.html, /customers, they all logically belongs to same app. Will you give 3 </a:t>
            </a:r>
            <a:r>
              <a:rPr lang="en-IN" sz="1800" kern="0" dirty="0" err="1">
                <a:solidFill>
                  <a:prstClr val="white"/>
                </a:solidFill>
                <a:latin typeface="Segoe UI"/>
              </a:rPr>
              <a:t>url</a:t>
            </a:r>
            <a:r>
              <a:rPr lang="en-IN" sz="1800" kern="0" dirty="0">
                <a:solidFill>
                  <a:prstClr val="white"/>
                </a:solidFill>
                <a:latin typeface="Segoe UI"/>
              </a:rPr>
              <a:t> to our user to access these apps?</a:t>
            </a:r>
          </a:p>
          <a:p>
            <a:pPr marL="342797" indent="-342797">
              <a:buFontTx/>
              <a:buChar char="-"/>
              <a:defRPr/>
            </a:pPr>
            <a:r>
              <a:rPr lang="en-IN" sz="1800" kern="0" dirty="0">
                <a:solidFill>
                  <a:prstClr val="white"/>
                </a:solidFill>
                <a:latin typeface="Segoe UI"/>
              </a:rPr>
              <a:t>These microservices also needs to communicate with each other. Provided we give a single end point to access our entire app to end user.</a:t>
            </a:r>
          </a:p>
          <a:p>
            <a:pPr marL="342797" indent="-342797">
              <a:buFontTx/>
              <a:buChar char="-"/>
              <a:defRPr/>
            </a:pPr>
            <a:r>
              <a:rPr lang="en-IN" sz="1800" kern="0" dirty="0">
                <a:solidFill>
                  <a:prstClr val="white"/>
                </a:solidFill>
                <a:latin typeface="Segoe UI"/>
              </a:rPr>
              <a:t>We want to complete redirect mechanism to let user go to login screen, authenticate on IDP and exchange of all the tokens should be seamless behind the scenes.</a:t>
            </a:r>
          </a:p>
          <a:p>
            <a:pPr marL="342797" indent="-342797">
              <a:buFontTx/>
              <a:buChar char="-"/>
              <a:defRPr/>
            </a:pPr>
            <a:r>
              <a:rPr lang="en-IN" sz="1800" kern="0" dirty="0">
                <a:solidFill>
                  <a:prstClr val="white"/>
                </a:solidFill>
                <a:latin typeface="Segoe UI"/>
              </a:rPr>
              <a:t>We need a </a:t>
            </a:r>
            <a:r>
              <a:rPr lang="en-IN" sz="1800" b="1" kern="0" dirty="0">
                <a:solidFill>
                  <a:prstClr val="white"/>
                </a:solidFill>
                <a:latin typeface="Segoe UI"/>
              </a:rPr>
              <a:t>single entry </a:t>
            </a:r>
            <a:r>
              <a:rPr lang="en-IN" sz="1800" kern="0" dirty="0">
                <a:solidFill>
                  <a:prstClr val="white"/>
                </a:solidFill>
                <a:latin typeface="Segoe UI"/>
              </a:rPr>
              <a:t>point for entire app, </a:t>
            </a:r>
            <a:r>
              <a:rPr lang="en-IN" sz="1800" kern="0" dirty="0" err="1">
                <a:solidFill>
                  <a:prstClr val="white"/>
                </a:solidFill>
                <a:latin typeface="Segoe UI"/>
              </a:rPr>
              <a:t>forwardAuth</a:t>
            </a:r>
            <a:r>
              <a:rPr lang="en-IN" sz="1800" kern="0" dirty="0">
                <a:solidFill>
                  <a:prstClr val="white"/>
                </a:solidFill>
                <a:latin typeface="Segoe UI"/>
              </a:rPr>
              <a:t> tokens should be done automatic.</a:t>
            </a:r>
          </a:p>
        </p:txBody>
      </p:sp>
      <p:sp>
        <p:nvSpPr>
          <p:cNvPr id="4" name="Rectangle 3">
            <a:extLst>
              <a:ext uri="{FF2B5EF4-FFF2-40B4-BE49-F238E27FC236}">
                <a16:creationId xmlns:a16="http://schemas.microsoft.com/office/drawing/2014/main" id="{150E049D-A442-373C-AC02-8012B77C7E77}"/>
              </a:ext>
            </a:extLst>
          </p:cNvPr>
          <p:cNvSpPr/>
          <p:nvPr/>
        </p:nvSpPr>
        <p:spPr>
          <a:xfrm>
            <a:off x="3070864" y="4569660"/>
            <a:ext cx="5327204" cy="863871"/>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1600" kern="0" dirty="0">
                <a:solidFill>
                  <a:prstClr val="white"/>
                </a:solidFill>
                <a:latin typeface="Segoe UI"/>
              </a:rPr>
              <a:t>Application router</a:t>
            </a:r>
          </a:p>
          <a:p>
            <a:pPr algn="ctr">
              <a:defRPr/>
            </a:pPr>
            <a:r>
              <a:rPr lang="en-US" sz="1600" kern="0" dirty="0">
                <a:solidFill>
                  <a:prstClr val="white"/>
                </a:solidFill>
                <a:latin typeface="Segoe UI"/>
              </a:rPr>
              <a:t>(Provide single entry point, exchange auth token,</a:t>
            </a:r>
          </a:p>
          <a:p>
            <a:pPr algn="ctr">
              <a:defRPr/>
            </a:pPr>
            <a:r>
              <a:rPr lang="en-US" sz="1600" kern="0" dirty="0">
                <a:solidFill>
                  <a:prstClr val="white"/>
                </a:solidFill>
                <a:latin typeface="Segoe UI"/>
              </a:rPr>
              <a:t>Communicate between microservices, like a facade)</a:t>
            </a:r>
          </a:p>
        </p:txBody>
      </p:sp>
      <p:sp>
        <p:nvSpPr>
          <p:cNvPr id="5" name="Smiley Face 4">
            <a:extLst>
              <a:ext uri="{FF2B5EF4-FFF2-40B4-BE49-F238E27FC236}">
                <a16:creationId xmlns:a16="http://schemas.microsoft.com/office/drawing/2014/main" id="{ED52A723-E120-C2D3-AF27-A7F5275D1592}"/>
              </a:ext>
            </a:extLst>
          </p:cNvPr>
          <p:cNvSpPr/>
          <p:nvPr/>
        </p:nvSpPr>
        <p:spPr>
          <a:xfrm>
            <a:off x="551240" y="4569660"/>
            <a:ext cx="575914" cy="503925"/>
          </a:xfrm>
          <a:prstGeom prst="smileyFace">
            <a:avLst/>
          </a:prstGeom>
          <a:solidFill>
            <a:srgbClr val="38C6C6"/>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algn="ctr">
              <a:defRPr/>
            </a:pPr>
            <a:endParaRPr lang="en-US" sz="2399" kern="0" dirty="0">
              <a:solidFill>
                <a:prstClr val="white"/>
              </a:solidFill>
              <a:latin typeface="Segoe UI"/>
            </a:endParaRPr>
          </a:p>
        </p:txBody>
      </p:sp>
      <p:cxnSp>
        <p:nvCxnSpPr>
          <p:cNvPr id="6" name="Connector: Elbow 5">
            <a:extLst>
              <a:ext uri="{FF2B5EF4-FFF2-40B4-BE49-F238E27FC236}">
                <a16:creationId xmlns:a16="http://schemas.microsoft.com/office/drawing/2014/main" id="{4D211C58-732F-B6F2-EA91-BBD27364F9F8}"/>
              </a:ext>
            </a:extLst>
          </p:cNvPr>
          <p:cNvCxnSpPr>
            <a:stCxn id="5" idx="6"/>
            <a:endCxn id="4" idx="1"/>
          </p:cNvCxnSpPr>
          <p:nvPr/>
        </p:nvCxnSpPr>
        <p:spPr>
          <a:xfrm>
            <a:off x="1127154" y="4821622"/>
            <a:ext cx="1943710" cy="179973"/>
          </a:xfrm>
          <a:prstGeom prst="bentConnector3">
            <a:avLst/>
          </a:prstGeom>
          <a:noFill/>
          <a:ln w="9525" cap="flat" cmpd="sng" algn="ctr">
            <a:solidFill>
              <a:schemeClr val="bg1"/>
            </a:solidFill>
            <a:prstDash val="solid"/>
            <a:tailEnd type="triangle"/>
          </a:ln>
          <a:effectLst/>
        </p:spPr>
      </p:cxnSp>
      <p:sp>
        <p:nvSpPr>
          <p:cNvPr id="7" name="TextBox 6">
            <a:extLst>
              <a:ext uri="{FF2B5EF4-FFF2-40B4-BE49-F238E27FC236}">
                <a16:creationId xmlns:a16="http://schemas.microsoft.com/office/drawing/2014/main" id="{B508CAFA-0D77-5FB6-FFEA-74B15D948AC0}"/>
              </a:ext>
            </a:extLst>
          </p:cNvPr>
          <p:cNvSpPr txBox="1"/>
          <p:nvPr/>
        </p:nvSpPr>
        <p:spPr>
          <a:xfrm>
            <a:off x="1551735" y="4506861"/>
            <a:ext cx="1176870" cy="461417"/>
          </a:xfrm>
          <a:prstGeom prst="rect">
            <a:avLst/>
          </a:prstGeom>
          <a:noFill/>
        </p:spPr>
        <p:txBody>
          <a:bodyPr wrap="square" rtlCol="0">
            <a:spAutoFit/>
          </a:bodyPr>
          <a:lstStyle/>
          <a:p>
            <a:pPr>
              <a:defRPr/>
            </a:pPr>
            <a:r>
              <a:rPr lang="en-US" sz="2399" b="1" kern="0" dirty="0" err="1">
                <a:solidFill>
                  <a:prstClr val="white"/>
                </a:solidFill>
                <a:latin typeface="Segoe UI"/>
              </a:rPr>
              <a:t>url</a:t>
            </a:r>
            <a:endParaRPr lang="en-US" sz="2399" b="1" kern="0" dirty="0">
              <a:solidFill>
                <a:prstClr val="white"/>
              </a:solidFill>
              <a:latin typeface="Segoe UI"/>
            </a:endParaRPr>
          </a:p>
        </p:txBody>
      </p:sp>
      <p:sp>
        <p:nvSpPr>
          <p:cNvPr id="8" name="Rectangle 7">
            <a:extLst>
              <a:ext uri="{FF2B5EF4-FFF2-40B4-BE49-F238E27FC236}">
                <a16:creationId xmlns:a16="http://schemas.microsoft.com/office/drawing/2014/main" id="{7A027F3B-16BC-4EBD-1929-1FB9B9D8263A}"/>
              </a:ext>
            </a:extLst>
          </p:cNvPr>
          <p:cNvSpPr/>
          <p:nvPr/>
        </p:nvSpPr>
        <p:spPr>
          <a:xfrm>
            <a:off x="3070863" y="5865466"/>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Java</a:t>
            </a:r>
          </a:p>
          <a:p>
            <a:pPr algn="ctr">
              <a:defRPr/>
            </a:pPr>
            <a:r>
              <a:rPr lang="en-US" sz="1800" kern="0" dirty="0">
                <a:solidFill>
                  <a:prstClr val="white"/>
                </a:solidFill>
                <a:latin typeface="Segoe UI"/>
              </a:rPr>
              <a:t>/</a:t>
            </a:r>
            <a:r>
              <a:rPr lang="en-US" sz="1800" kern="0" dirty="0" err="1">
                <a:solidFill>
                  <a:prstClr val="white"/>
                </a:solidFill>
                <a:latin typeface="Segoe UI"/>
              </a:rPr>
              <a:t>Anubhav.svc</a:t>
            </a:r>
            <a:endParaRPr lang="en-US" sz="1800" kern="0" dirty="0">
              <a:solidFill>
                <a:prstClr val="white"/>
              </a:solidFill>
              <a:latin typeface="Segoe UI"/>
            </a:endParaRPr>
          </a:p>
        </p:txBody>
      </p:sp>
      <p:sp>
        <p:nvSpPr>
          <p:cNvPr id="9" name="Rectangle 8">
            <a:extLst>
              <a:ext uri="{FF2B5EF4-FFF2-40B4-BE49-F238E27FC236}">
                <a16:creationId xmlns:a16="http://schemas.microsoft.com/office/drawing/2014/main" id="{BE7A687B-65C1-D483-3BDB-F2A80C69C337}"/>
              </a:ext>
            </a:extLst>
          </p:cNvPr>
          <p:cNvSpPr/>
          <p:nvPr/>
        </p:nvSpPr>
        <p:spPr>
          <a:xfrm>
            <a:off x="4918521" y="5877301"/>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UI5 App</a:t>
            </a:r>
          </a:p>
          <a:p>
            <a:pPr algn="ctr">
              <a:defRPr/>
            </a:pPr>
            <a:r>
              <a:rPr lang="en-US" sz="2000" kern="0" dirty="0">
                <a:solidFill>
                  <a:prstClr val="white"/>
                </a:solidFill>
                <a:latin typeface="Segoe UI"/>
              </a:rPr>
              <a:t>/index.html</a:t>
            </a:r>
          </a:p>
        </p:txBody>
      </p:sp>
      <p:sp>
        <p:nvSpPr>
          <p:cNvPr id="10" name="Rectangle 9">
            <a:extLst>
              <a:ext uri="{FF2B5EF4-FFF2-40B4-BE49-F238E27FC236}">
                <a16:creationId xmlns:a16="http://schemas.microsoft.com/office/drawing/2014/main" id="{7735C6B4-D300-0754-D47C-612609044B7E}"/>
              </a:ext>
            </a:extLst>
          </p:cNvPr>
          <p:cNvSpPr/>
          <p:nvPr/>
        </p:nvSpPr>
        <p:spPr>
          <a:xfrm>
            <a:off x="6766179" y="5882708"/>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Node</a:t>
            </a:r>
          </a:p>
          <a:p>
            <a:pPr algn="ctr">
              <a:defRPr/>
            </a:pPr>
            <a:r>
              <a:rPr lang="en-US" sz="2000" kern="0" dirty="0">
                <a:solidFill>
                  <a:prstClr val="white"/>
                </a:solidFill>
                <a:latin typeface="Segoe UI"/>
              </a:rPr>
              <a:t>/customer</a:t>
            </a:r>
          </a:p>
        </p:txBody>
      </p:sp>
      <p:sp>
        <p:nvSpPr>
          <p:cNvPr id="11" name="Arrow: U-Turn 10">
            <a:extLst>
              <a:ext uri="{FF2B5EF4-FFF2-40B4-BE49-F238E27FC236}">
                <a16:creationId xmlns:a16="http://schemas.microsoft.com/office/drawing/2014/main" id="{E4B8BD5C-48FD-A35A-0B18-BD7062293ABD}"/>
              </a:ext>
            </a:extLst>
          </p:cNvPr>
          <p:cNvSpPr/>
          <p:nvPr/>
        </p:nvSpPr>
        <p:spPr>
          <a:xfrm>
            <a:off x="4357055" y="5454742"/>
            <a:ext cx="1403790"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2" name="Arrow: U-Turn 11">
            <a:extLst>
              <a:ext uri="{FF2B5EF4-FFF2-40B4-BE49-F238E27FC236}">
                <a16:creationId xmlns:a16="http://schemas.microsoft.com/office/drawing/2014/main" id="{EF56615D-E0AA-8001-F926-EFE113DA1DC8}"/>
              </a:ext>
            </a:extLst>
          </p:cNvPr>
          <p:cNvSpPr/>
          <p:nvPr/>
        </p:nvSpPr>
        <p:spPr>
          <a:xfrm>
            <a:off x="6394452" y="5458737"/>
            <a:ext cx="1403790"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3" name="Arrow: U-Turn 12">
            <a:extLst>
              <a:ext uri="{FF2B5EF4-FFF2-40B4-BE49-F238E27FC236}">
                <a16:creationId xmlns:a16="http://schemas.microsoft.com/office/drawing/2014/main" id="{1BB3AC61-254F-0D4F-D268-3CE08494DF47}"/>
              </a:ext>
            </a:extLst>
          </p:cNvPr>
          <p:cNvSpPr/>
          <p:nvPr/>
        </p:nvSpPr>
        <p:spPr>
          <a:xfrm flipH="1">
            <a:off x="3403197" y="5470725"/>
            <a:ext cx="1655753"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4" name="Arrow: U-Turn 13">
            <a:extLst>
              <a:ext uri="{FF2B5EF4-FFF2-40B4-BE49-F238E27FC236}">
                <a16:creationId xmlns:a16="http://schemas.microsoft.com/office/drawing/2014/main" id="{0A3C6A81-904C-67EA-C3E0-196F54E4957F}"/>
              </a:ext>
            </a:extLst>
          </p:cNvPr>
          <p:cNvSpPr/>
          <p:nvPr/>
        </p:nvSpPr>
        <p:spPr>
          <a:xfrm flipH="1">
            <a:off x="5205592" y="5495173"/>
            <a:ext cx="2132065"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5" name="Rectangle 14">
            <a:extLst>
              <a:ext uri="{FF2B5EF4-FFF2-40B4-BE49-F238E27FC236}">
                <a16:creationId xmlns:a16="http://schemas.microsoft.com/office/drawing/2014/main" id="{A4F8EA13-DC47-5B7A-30A8-1765E352D908}"/>
              </a:ext>
            </a:extLst>
          </p:cNvPr>
          <p:cNvSpPr/>
          <p:nvPr/>
        </p:nvSpPr>
        <p:spPr>
          <a:xfrm>
            <a:off x="9909842" y="4876096"/>
            <a:ext cx="1727742" cy="594629"/>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err="1">
                <a:solidFill>
                  <a:prstClr val="white"/>
                </a:solidFill>
                <a:latin typeface="Segoe UI"/>
              </a:rPr>
              <a:t>xsuaa</a:t>
            </a:r>
            <a:endParaRPr lang="en-US" sz="2399" kern="0" dirty="0">
              <a:solidFill>
                <a:prstClr val="white"/>
              </a:solidFill>
              <a:latin typeface="Segoe UI"/>
            </a:endParaRPr>
          </a:p>
        </p:txBody>
      </p:sp>
      <p:cxnSp>
        <p:nvCxnSpPr>
          <p:cNvPr id="16" name="Straight Arrow Connector 15">
            <a:extLst>
              <a:ext uri="{FF2B5EF4-FFF2-40B4-BE49-F238E27FC236}">
                <a16:creationId xmlns:a16="http://schemas.microsoft.com/office/drawing/2014/main" id="{60134498-0A01-D1F1-3812-5EB05D8E51B8}"/>
              </a:ext>
            </a:extLst>
          </p:cNvPr>
          <p:cNvCxnSpPr>
            <a:stCxn id="4" idx="3"/>
          </p:cNvCxnSpPr>
          <p:nvPr/>
        </p:nvCxnSpPr>
        <p:spPr>
          <a:xfrm>
            <a:off x="8398068" y="5001595"/>
            <a:ext cx="1511774" cy="0"/>
          </a:xfrm>
          <a:prstGeom prst="straightConnector1">
            <a:avLst/>
          </a:prstGeom>
          <a:noFill/>
          <a:ln w="9525" cap="flat" cmpd="sng" algn="ctr">
            <a:solidFill>
              <a:schemeClr val="bg1"/>
            </a:solidFill>
            <a:prstDash val="solid"/>
            <a:tailEnd type="triangle"/>
          </a:ln>
          <a:effectLst/>
        </p:spPr>
      </p:cxnSp>
      <p:cxnSp>
        <p:nvCxnSpPr>
          <p:cNvPr id="17" name="Straight Arrow Connector 16">
            <a:extLst>
              <a:ext uri="{FF2B5EF4-FFF2-40B4-BE49-F238E27FC236}">
                <a16:creationId xmlns:a16="http://schemas.microsoft.com/office/drawing/2014/main" id="{468F7DE8-70C0-0093-4FE0-0EB19E88027A}"/>
              </a:ext>
            </a:extLst>
          </p:cNvPr>
          <p:cNvCxnSpPr>
            <a:cxnSpLocks/>
            <a:stCxn id="15" idx="1"/>
          </p:cNvCxnSpPr>
          <p:nvPr/>
        </p:nvCxnSpPr>
        <p:spPr>
          <a:xfrm flipH="1">
            <a:off x="8421932" y="5173411"/>
            <a:ext cx="1487910" cy="0"/>
          </a:xfrm>
          <a:prstGeom prst="straightConnector1">
            <a:avLst/>
          </a:prstGeom>
          <a:noFill/>
          <a:ln w="9525" cap="flat" cmpd="sng" algn="ctr">
            <a:solidFill>
              <a:schemeClr val="bg1"/>
            </a:solidFill>
            <a:prstDash val="solid"/>
            <a:tailEnd type="triangle"/>
          </a:ln>
          <a:effectLst/>
        </p:spPr>
      </p:cxnSp>
    </p:spTree>
    <p:extLst>
      <p:ext uri="{BB962C8B-B14F-4D97-AF65-F5344CB8AC3E}">
        <p14:creationId xmlns:p14="http://schemas.microsoft.com/office/powerpoint/2010/main" val="56310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circle(in)">
                                      <p:cBhvr>
                                        <p:cTn id="70" dur="2000"/>
                                        <p:tgtEl>
                                          <p:spTgt spid="4"/>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circle(in)">
                                      <p:cBhvr>
                                        <p:cTn id="73" dur="2000"/>
                                        <p:tgtEl>
                                          <p:spTgt spid="5"/>
                                        </p:tgtEl>
                                      </p:cBhvr>
                                    </p:animEffect>
                                  </p:childTnLst>
                                </p:cTn>
                              </p:par>
                              <p:par>
                                <p:cTn id="74" presetID="6" presetClass="entr" presetSubtype="16" fill="hold" nodeType="with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circle(in)">
                                      <p:cBhvr>
                                        <p:cTn id="76" dur="2000"/>
                                        <p:tgtEl>
                                          <p:spTgt spid="6"/>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circle(in)">
                                      <p:cBhvr>
                                        <p:cTn id="79" dur="2000"/>
                                        <p:tgtEl>
                                          <p:spTgt spid="7"/>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circle(in)">
                                      <p:cBhvr>
                                        <p:cTn id="82" dur="2000"/>
                                        <p:tgtEl>
                                          <p:spTgt spid="8"/>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circle(in)">
                                      <p:cBhvr>
                                        <p:cTn id="85" dur="2000"/>
                                        <p:tgtEl>
                                          <p:spTgt spid="9"/>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circle(in)">
                                      <p:cBhvr>
                                        <p:cTn id="88" dur="2000"/>
                                        <p:tgtEl>
                                          <p:spTgt spid="10"/>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circle(in)">
                                      <p:cBhvr>
                                        <p:cTn id="91" dur="2000"/>
                                        <p:tgtEl>
                                          <p:spTgt spid="11"/>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circle(in)">
                                      <p:cBhvr>
                                        <p:cTn id="94" dur="2000"/>
                                        <p:tgtEl>
                                          <p:spTgt spid="12"/>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circle(in)">
                                      <p:cBhvr>
                                        <p:cTn id="97" dur="2000"/>
                                        <p:tgtEl>
                                          <p:spTgt spid="13"/>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circle(in)">
                                      <p:cBhvr>
                                        <p:cTn id="100" dur="2000"/>
                                        <p:tgtEl>
                                          <p:spTgt spid="14"/>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circle(in)">
                                      <p:cBhvr>
                                        <p:cTn id="103" dur="2000"/>
                                        <p:tgtEl>
                                          <p:spTgt spid="15"/>
                                        </p:tgtEl>
                                      </p:cBhvr>
                                    </p:animEffect>
                                  </p:childTnLst>
                                </p:cTn>
                              </p:par>
                              <p:par>
                                <p:cTn id="104" presetID="6" presetClass="entr" presetSubtype="16" fill="hold" nodeType="withEffect">
                                  <p:stCondLst>
                                    <p:cond delay="0"/>
                                  </p:stCondLst>
                                  <p:childTnLst>
                                    <p:set>
                                      <p:cBhvr>
                                        <p:cTn id="105" dur="1" fill="hold">
                                          <p:stCondLst>
                                            <p:cond delay="0"/>
                                          </p:stCondLst>
                                        </p:cTn>
                                        <p:tgtEl>
                                          <p:spTgt spid="16"/>
                                        </p:tgtEl>
                                        <p:attrNameLst>
                                          <p:attrName>style.visibility</p:attrName>
                                        </p:attrNameLst>
                                      </p:cBhvr>
                                      <p:to>
                                        <p:strVal val="visible"/>
                                      </p:to>
                                    </p:set>
                                    <p:animEffect transition="in" filter="circle(in)">
                                      <p:cBhvr>
                                        <p:cTn id="106" dur="2000"/>
                                        <p:tgtEl>
                                          <p:spTgt spid="16"/>
                                        </p:tgtEl>
                                      </p:cBhvr>
                                    </p:animEffect>
                                  </p:childTnLst>
                                </p:cTn>
                              </p:par>
                              <p:par>
                                <p:cTn id="107" presetID="6" presetClass="entr" presetSubtype="16" fill="hold" nodeType="withEffect">
                                  <p:stCondLst>
                                    <p:cond delay="0"/>
                                  </p:stCondLst>
                                  <p:childTnLst>
                                    <p:set>
                                      <p:cBhvr>
                                        <p:cTn id="108" dur="1" fill="hold">
                                          <p:stCondLst>
                                            <p:cond delay="0"/>
                                          </p:stCondLst>
                                        </p:cTn>
                                        <p:tgtEl>
                                          <p:spTgt spid="17"/>
                                        </p:tgtEl>
                                        <p:attrNameLst>
                                          <p:attrName>style.visibility</p:attrName>
                                        </p:attrNameLst>
                                      </p:cBhvr>
                                      <p:to>
                                        <p:strVal val="visible"/>
                                      </p:to>
                                    </p:set>
                                    <p:animEffect transition="in" filter="circle(in)">
                                      <p:cBhvr>
                                        <p:cTn id="109"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animBg="1"/>
      <p:bldP spid="9" grpId="0" animBg="1"/>
      <p:bldP spid="10" grpId="0" animBg="1"/>
      <p:bldP spid="11" grpId="0" animBg="1"/>
      <p:bldP spid="12"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App Router</a:t>
            </a:r>
          </a:p>
        </p:txBody>
      </p:sp>
      <p:sp>
        <p:nvSpPr>
          <p:cNvPr id="3" name="TextBox 2">
            <a:extLst>
              <a:ext uri="{FF2B5EF4-FFF2-40B4-BE49-F238E27FC236}">
                <a16:creationId xmlns:a16="http://schemas.microsoft.com/office/drawing/2014/main" id="{DA9125C8-EE73-BED6-16B3-BB424E7483AB}"/>
              </a:ext>
            </a:extLst>
          </p:cNvPr>
          <p:cNvSpPr txBox="1"/>
          <p:nvPr/>
        </p:nvSpPr>
        <p:spPr>
          <a:xfrm>
            <a:off x="161034" y="909378"/>
            <a:ext cx="11806237" cy="4521599"/>
          </a:xfrm>
          <a:prstGeom prst="rect">
            <a:avLst/>
          </a:prstGeom>
          <a:noFill/>
        </p:spPr>
        <p:txBody>
          <a:bodyPr wrap="square" rtlCol="0">
            <a:spAutoFit/>
          </a:bodyPr>
          <a:lstStyle/>
          <a:p>
            <a:pPr marL="342797" indent="-342797" defTabSz="1218621">
              <a:buFont typeface="Arial" panose="020B0604020202020204" pitchFamily="34" charset="0"/>
              <a:buChar char="•"/>
            </a:pPr>
            <a:r>
              <a:rPr lang="en-US" sz="2399" dirty="0">
                <a:solidFill>
                  <a:prstClr val="white"/>
                </a:solidFill>
                <a:latin typeface="Segoe UI"/>
              </a:rPr>
              <a:t>It is a Node JS Application </a:t>
            </a:r>
          </a:p>
          <a:p>
            <a:pPr marL="342797" indent="-342797" defTabSz="1218621">
              <a:buFont typeface="Arial" panose="020B0604020202020204" pitchFamily="34" charset="0"/>
              <a:buChar char="•"/>
            </a:pPr>
            <a:r>
              <a:rPr lang="en-US" sz="2399" dirty="0">
                <a:solidFill>
                  <a:prstClr val="white"/>
                </a:solidFill>
                <a:latin typeface="Segoe UI"/>
              </a:rPr>
              <a:t>It is used to automate the process of authentication, authorization with XSUAA to do token exchange</a:t>
            </a:r>
          </a:p>
          <a:p>
            <a:pPr marL="342797" indent="-342797" defTabSz="1218621">
              <a:buFont typeface="Arial" panose="020B0604020202020204" pitchFamily="34" charset="0"/>
              <a:buChar char="•"/>
            </a:pPr>
            <a:r>
              <a:rPr lang="en-US" sz="2399" dirty="0">
                <a:solidFill>
                  <a:prstClr val="white"/>
                </a:solidFill>
                <a:latin typeface="Segoe UI"/>
              </a:rPr>
              <a:t>It sits in the middle of IDP and XSUAA, it will redirect the request to our microservice to </a:t>
            </a:r>
            <a:r>
              <a:rPr lang="en-US" sz="2399" dirty="0" err="1">
                <a:solidFill>
                  <a:prstClr val="white"/>
                </a:solidFill>
                <a:latin typeface="Segoe UI"/>
              </a:rPr>
              <a:t>xsuaa</a:t>
            </a:r>
            <a:r>
              <a:rPr lang="en-US" sz="2399" dirty="0">
                <a:solidFill>
                  <a:prstClr val="white"/>
                </a:solidFill>
                <a:latin typeface="Segoe UI"/>
              </a:rPr>
              <a:t>, and eventually to </a:t>
            </a:r>
            <a:r>
              <a:rPr lang="en-US" sz="2399" dirty="0" err="1">
                <a:solidFill>
                  <a:prstClr val="white"/>
                </a:solidFill>
                <a:latin typeface="Segoe UI"/>
              </a:rPr>
              <a:t>idp</a:t>
            </a:r>
            <a:endParaRPr lang="en-US" sz="2399" dirty="0">
              <a:solidFill>
                <a:prstClr val="white"/>
              </a:solidFill>
              <a:latin typeface="Segoe UI"/>
            </a:endParaRPr>
          </a:p>
          <a:p>
            <a:pPr marL="342797" indent="-342797" defTabSz="1218621">
              <a:buFont typeface="Arial" panose="020B0604020202020204" pitchFamily="34" charset="0"/>
              <a:buChar char="•"/>
            </a:pPr>
            <a:r>
              <a:rPr lang="en-US" sz="2399" dirty="0">
                <a:solidFill>
                  <a:prstClr val="white"/>
                </a:solidFill>
                <a:latin typeface="Segoe UI"/>
              </a:rPr>
              <a:t>IDP sends the login screen to the user, user authenticates, which is taken to XSUAA, XSUAA issues JWT Token, this JWT token is presented to </a:t>
            </a:r>
            <a:r>
              <a:rPr lang="en-US" sz="2399" dirty="0" err="1">
                <a:solidFill>
                  <a:prstClr val="white"/>
                </a:solidFill>
                <a:latin typeface="Segoe UI"/>
              </a:rPr>
              <a:t>api</a:t>
            </a:r>
            <a:r>
              <a:rPr lang="en-US" sz="2399" dirty="0">
                <a:solidFill>
                  <a:prstClr val="white"/>
                </a:solidFill>
                <a:latin typeface="Segoe UI"/>
              </a:rPr>
              <a:t> end points</a:t>
            </a:r>
          </a:p>
          <a:p>
            <a:pPr marL="342797" indent="-342797" defTabSz="1218621">
              <a:buFont typeface="Arial" panose="020B0604020202020204" pitchFamily="34" charset="0"/>
              <a:buChar char="•"/>
            </a:pPr>
            <a:r>
              <a:rPr lang="en-US" sz="2399" dirty="0">
                <a:solidFill>
                  <a:prstClr val="white"/>
                </a:solidFill>
                <a:latin typeface="Segoe UI"/>
              </a:rPr>
              <a:t>App Router takes the JWT token from XSUAA and gives it to our microservices and even exchange this token to multiple microservices inside</a:t>
            </a:r>
          </a:p>
          <a:p>
            <a:pPr marL="342797" indent="-342797" defTabSz="1218621">
              <a:buFont typeface="Arial" panose="020B0604020202020204" pitchFamily="34" charset="0"/>
              <a:buChar char="•"/>
            </a:pPr>
            <a:r>
              <a:rPr lang="en-US" sz="2399" dirty="0">
                <a:solidFill>
                  <a:prstClr val="white"/>
                </a:solidFill>
                <a:latin typeface="Segoe UI"/>
              </a:rPr>
              <a:t>It Serves as a single entry point for the entire app.</a:t>
            </a:r>
          </a:p>
          <a:p>
            <a:pPr marL="342797" indent="-342797" defTabSz="1218621">
              <a:buFont typeface="Arial" panose="020B0604020202020204" pitchFamily="34" charset="0"/>
              <a:buChar char="•"/>
            </a:pPr>
            <a:r>
              <a:rPr lang="en-IN" sz="2399" dirty="0">
                <a:solidFill>
                  <a:prstClr val="white"/>
                </a:solidFill>
                <a:latin typeface="Segoe UI"/>
              </a:rPr>
              <a:t>To tell app router about our multiple microservices so that it can re-direct, we need to create a configuration file named as </a:t>
            </a:r>
            <a:r>
              <a:rPr lang="en-IN" sz="2399" b="1" dirty="0" err="1">
                <a:solidFill>
                  <a:prstClr val="white"/>
                </a:solidFill>
                <a:latin typeface="Segoe UI"/>
              </a:rPr>
              <a:t>xs-app.json</a:t>
            </a:r>
            <a:r>
              <a:rPr lang="en-IN" sz="2399" dirty="0">
                <a:solidFill>
                  <a:prstClr val="white"/>
                </a:solidFill>
                <a:latin typeface="Segoe UI"/>
              </a:rPr>
              <a:t> which contains the details.</a:t>
            </a:r>
          </a:p>
        </p:txBody>
      </p:sp>
    </p:spTree>
    <p:extLst>
      <p:ext uri="{BB962C8B-B14F-4D97-AF65-F5344CB8AC3E}">
        <p14:creationId xmlns:p14="http://schemas.microsoft.com/office/powerpoint/2010/main" val="3319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200" dirty="0"/>
              <a:t>Real World Example</a:t>
            </a:r>
          </a:p>
        </p:txBody>
      </p:sp>
      <p:sp>
        <p:nvSpPr>
          <p:cNvPr id="3" name="Rectangle 2">
            <a:extLst>
              <a:ext uri="{FF2B5EF4-FFF2-40B4-BE49-F238E27FC236}">
                <a16:creationId xmlns:a16="http://schemas.microsoft.com/office/drawing/2014/main" id="{C2EA533E-B375-495B-C297-1E34514386FD}"/>
              </a:ext>
            </a:extLst>
          </p:cNvPr>
          <p:cNvSpPr/>
          <p:nvPr/>
        </p:nvSpPr>
        <p:spPr>
          <a:xfrm>
            <a:off x="10028249" y="2829492"/>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Loan</a:t>
            </a:r>
          </a:p>
        </p:txBody>
      </p:sp>
      <p:sp>
        <p:nvSpPr>
          <p:cNvPr id="4" name="Rectangle 3">
            <a:extLst>
              <a:ext uri="{FF2B5EF4-FFF2-40B4-BE49-F238E27FC236}">
                <a16:creationId xmlns:a16="http://schemas.microsoft.com/office/drawing/2014/main" id="{6936DB1B-5BB2-1C6B-1C9A-FD527662AD3B}"/>
              </a:ext>
            </a:extLst>
          </p:cNvPr>
          <p:cNvSpPr/>
          <p:nvPr/>
        </p:nvSpPr>
        <p:spPr>
          <a:xfrm>
            <a:off x="10028249" y="346482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Credit Card</a:t>
            </a:r>
          </a:p>
        </p:txBody>
      </p:sp>
      <p:sp>
        <p:nvSpPr>
          <p:cNvPr id="5" name="Rectangle 4">
            <a:extLst>
              <a:ext uri="{FF2B5EF4-FFF2-40B4-BE49-F238E27FC236}">
                <a16:creationId xmlns:a16="http://schemas.microsoft.com/office/drawing/2014/main" id="{579C15EF-FC9E-DC26-ADB2-5A8A7913CF1E}"/>
              </a:ext>
            </a:extLst>
          </p:cNvPr>
          <p:cNvSpPr/>
          <p:nvPr/>
        </p:nvSpPr>
        <p:spPr>
          <a:xfrm>
            <a:off x="10028249" y="410015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Deposit</a:t>
            </a:r>
          </a:p>
        </p:txBody>
      </p:sp>
      <p:sp>
        <p:nvSpPr>
          <p:cNvPr id="6" name="Rectangle 5">
            <a:extLst>
              <a:ext uri="{FF2B5EF4-FFF2-40B4-BE49-F238E27FC236}">
                <a16:creationId xmlns:a16="http://schemas.microsoft.com/office/drawing/2014/main" id="{92356AC6-451F-9EFC-F182-E64D4AF591B1}"/>
              </a:ext>
            </a:extLst>
          </p:cNvPr>
          <p:cNvSpPr/>
          <p:nvPr/>
        </p:nvSpPr>
        <p:spPr>
          <a:xfrm>
            <a:off x="10053820" y="4735484"/>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Draft/Cheque</a:t>
            </a:r>
          </a:p>
        </p:txBody>
      </p:sp>
      <p:sp>
        <p:nvSpPr>
          <p:cNvPr id="7" name="Rectangle 6">
            <a:extLst>
              <a:ext uri="{FF2B5EF4-FFF2-40B4-BE49-F238E27FC236}">
                <a16:creationId xmlns:a16="http://schemas.microsoft.com/office/drawing/2014/main" id="{BD111B6E-46C2-C252-ED42-B0E715054D58}"/>
              </a:ext>
            </a:extLst>
          </p:cNvPr>
          <p:cNvSpPr/>
          <p:nvPr/>
        </p:nvSpPr>
        <p:spPr>
          <a:xfrm>
            <a:off x="10053964" y="5366291"/>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FD</a:t>
            </a:r>
          </a:p>
        </p:txBody>
      </p:sp>
      <p:sp>
        <p:nvSpPr>
          <p:cNvPr id="8" name="Rectangle 7">
            <a:extLst>
              <a:ext uri="{FF2B5EF4-FFF2-40B4-BE49-F238E27FC236}">
                <a16:creationId xmlns:a16="http://schemas.microsoft.com/office/drawing/2014/main" id="{6F713BAD-A756-CE90-30A2-C455D59C0ACA}"/>
              </a:ext>
            </a:extLst>
          </p:cNvPr>
          <p:cNvSpPr/>
          <p:nvPr/>
        </p:nvSpPr>
        <p:spPr>
          <a:xfrm>
            <a:off x="10053820" y="602061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Locker</a:t>
            </a:r>
          </a:p>
        </p:txBody>
      </p:sp>
      <p:pic>
        <p:nvPicPr>
          <p:cNvPr id="9" name="Picture 8" descr="Icon&#10;&#10;Description automatically generated">
            <a:extLst>
              <a:ext uri="{FF2B5EF4-FFF2-40B4-BE49-F238E27FC236}">
                <a16:creationId xmlns:a16="http://schemas.microsoft.com/office/drawing/2014/main" id="{070111FB-6C2D-B285-7982-7544388F4519}"/>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7645" y="1353879"/>
            <a:ext cx="1083615" cy="1083615"/>
          </a:xfrm>
          <a:prstGeom prst="rect">
            <a:avLst/>
          </a:prstGeom>
          <a:ln>
            <a:solidFill>
              <a:schemeClr val="bg1"/>
            </a:solidFill>
          </a:ln>
        </p:spPr>
      </p:pic>
      <p:sp>
        <p:nvSpPr>
          <p:cNvPr id="10" name="TextBox 9">
            <a:extLst>
              <a:ext uri="{FF2B5EF4-FFF2-40B4-BE49-F238E27FC236}">
                <a16:creationId xmlns:a16="http://schemas.microsoft.com/office/drawing/2014/main" id="{1DC93980-FD63-3685-BA93-DA4037E2A56F}"/>
              </a:ext>
            </a:extLst>
          </p:cNvPr>
          <p:cNvSpPr txBox="1"/>
          <p:nvPr/>
        </p:nvSpPr>
        <p:spPr>
          <a:xfrm>
            <a:off x="335272" y="1032062"/>
            <a:ext cx="1295806" cy="307777"/>
          </a:xfrm>
          <a:prstGeom prst="rect">
            <a:avLst/>
          </a:prstGeom>
          <a:noFill/>
          <a:ln>
            <a:solidFill>
              <a:schemeClr val="bg1"/>
            </a:solidFill>
          </a:ln>
        </p:spPr>
        <p:txBody>
          <a:bodyPr wrap="square" rtlCol="0">
            <a:spAutoFit/>
          </a:bodyPr>
          <a:lstStyle/>
          <a:p>
            <a:pPr defTabSz="1218621"/>
            <a:r>
              <a:rPr lang="en-US" sz="1400" b="1" dirty="0">
                <a:solidFill>
                  <a:prstClr val="white"/>
                </a:solidFill>
                <a:latin typeface="Segoe UI"/>
              </a:rPr>
              <a:t>Customer</a:t>
            </a:r>
          </a:p>
        </p:txBody>
      </p:sp>
      <p:cxnSp>
        <p:nvCxnSpPr>
          <p:cNvPr id="11" name="Straight Arrow Connector 10">
            <a:extLst>
              <a:ext uri="{FF2B5EF4-FFF2-40B4-BE49-F238E27FC236}">
                <a16:creationId xmlns:a16="http://schemas.microsoft.com/office/drawing/2014/main" id="{4957B6AB-C7CA-2A1B-233F-9F9C7D532060}"/>
              </a:ext>
            </a:extLst>
          </p:cNvPr>
          <p:cNvCxnSpPr>
            <a:cxnSpLocks/>
          </p:cNvCxnSpPr>
          <p:nvPr/>
        </p:nvCxnSpPr>
        <p:spPr>
          <a:xfrm flipV="1">
            <a:off x="1455662" y="1629270"/>
            <a:ext cx="416922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descr="Icon&#10;&#10;Description automatically generated">
            <a:extLst>
              <a:ext uri="{FF2B5EF4-FFF2-40B4-BE49-F238E27FC236}">
                <a16:creationId xmlns:a16="http://schemas.microsoft.com/office/drawing/2014/main" id="{4B0383D5-7DD1-02CF-EEBC-88D4D498629D}"/>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5590487" y="1235015"/>
            <a:ext cx="1655753" cy="2289552"/>
          </a:xfrm>
          <a:prstGeom prst="rect">
            <a:avLst/>
          </a:prstGeom>
          <a:ln>
            <a:solidFill>
              <a:schemeClr val="bg1"/>
            </a:solidFill>
          </a:ln>
        </p:spPr>
      </p:pic>
      <p:sp>
        <p:nvSpPr>
          <p:cNvPr id="13" name="Oval 12">
            <a:extLst>
              <a:ext uri="{FF2B5EF4-FFF2-40B4-BE49-F238E27FC236}">
                <a16:creationId xmlns:a16="http://schemas.microsoft.com/office/drawing/2014/main" id="{82548D8D-B1BC-D516-A585-B01B1881E525}"/>
              </a:ext>
            </a:extLst>
          </p:cNvPr>
          <p:cNvSpPr/>
          <p:nvPr/>
        </p:nvSpPr>
        <p:spPr>
          <a:xfrm>
            <a:off x="2710918" y="140746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1</a:t>
            </a:r>
          </a:p>
        </p:txBody>
      </p:sp>
      <p:cxnSp>
        <p:nvCxnSpPr>
          <p:cNvPr id="14" name="Straight Arrow Connector 13">
            <a:extLst>
              <a:ext uri="{FF2B5EF4-FFF2-40B4-BE49-F238E27FC236}">
                <a16:creationId xmlns:a16="http://schemas.microsoft.com/office/drawing/2014/main" id="{4B39DA18-89FF-2842-5B78-64BDA3DF7C96}"/>
              </a:ext>
            </a:extLst>
          </p:cNvPr>
          <p:cNvCxnSpPr/>
          <p:nvPr/>
        </p:nvCxnSpPr>
        <p:spPr>
          <a:xfrm flipH="1">
            <a:off x="1455660" y="1773247"/>
            <a:ext cx="413482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A picture containing text, parking, machine, meter&#10;&#10;Description automatically generated">
            <a:extLst>
              <a:ext uri="{FF2B5EF4-FFF2-40B4-BE49-F238E27FC236}">
                <a16:creationId xmlns:a16="http://schemas.microsoft.com/office/drawing/2014/main" id="{BBC0DADA-D9A2-DA21-95E2-18E03C3AFF1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33824" y="3730119"/>
            <a:ext cx="1711332" cy="1231691"/>
          </a:xfrm>
          <a:prstGeom prst="rect">
            <a:avLst/>
          </a:prstGeom>
          <a:ln>
            <a:solidFill>
              <a:schemeClr val="bg1"/>
            </a:solidFill>
          </a:ln>
        </p:spPr>
      </p:pic>
      <p:sp>
        <p:nvSpPr>
          <p:cNvPr id="16" name="TextBox 15">
            <a:extLst>
              <a:ext uri="{FF2B5EF4-FFF2-40B4-BE49-F238E27FC236}">
                <a16:creationId xmlns:a16="http://schemas.microsoft.com/office/drawing/2014/main" id="{D38F7EAB-F03E-4A39-6E1E-14A442C77DC0}"/>
              </a:ext>
            </a:extLst>
          </p:cNvPr>
          <p:cNvSpPr txBox="1"/>
          <p:nvPr/>
        </p:nvSpPr>
        <p:spPr>
          <a:xfrm>
            <a:off x="1331345" y="6857107"/>
            <a:ext cx="9526138" cy="215444"/>
          </a:xfrm>
          <a:prstGeom prst="rect">
            <a:avLst/>
          </a:prstGeom>
          <a:noFill/>
          <a:ln>
            <a:solidFill>
              <a:schemeClr val="bg1"/>
            </a:solidFill>
          </a:ln>
        </p:spPr>
        <p:txBody>
          <a:bodyPr wrap="square" rtlCol="0">
            <a:spAutoFit/>
          </a:bodyPr>
          <a:lstStyle/>
          <a:p>
            <a:pPr defTabSz="1218621"/>
            <a:r>
              <a:rPr lang="en-US" sz="800">
                <a:solidFill>
                  <a:prstClr val="black"/>
                </a:solidFill>
                <a:latin typeface="Segoe UI"/>
                <a:hlinkClick r:id="rId7" tooltip="https://www.flickr.com/photos/jeepersmedia/14765960308/"/>
              </a:rPr>
              <a:t>This Photo</a:t>
            </a:r>
            <a:r>
              <a:rPr lang="en-US" sz="800">
                <a:solidFill>
                  <a:prstClr val="black"/>
                </a:solidFill>
                <a:latin typeface="Segoe UI"/>
              </a:rPr>
              <a:t> by Unknown Author is licensed under </a:t>
            </a:r>
            <a:r>
              <a:rPr lang="en-US" sz="800">
                <a:solidFill>
                  <a:prstClr val="black"/>
                </a:solidFill>
                <a:latin typeface="Segoe UI"/>
                <a:hlinkClick r:id="rId8" tooltip="https://creativecommons.org/licenses/by/3.0/"/>
              </a:rPr>
              <a:t>CC BY</a:t>
            </a:r>
            <a:endParaRPr lang="en-US" sz="800">
              <a:solidFill>
                <a:prstClr val="black"/>
              </a:solidFill>
              <a:latin typeface="Segoe UI"/>
            </a:endParaRPr>
          </a:p>
        </p:txBody>
      </p:sp>
      <p:cxnSp>
        <p:nvCxnSpPr>
          <p:cNvPr id="17" name="Straight Arrow Connector 16">
            <a:extLst>
              <a:ext uri="{FF2B5EF4-FFF2-40B4-BE49-F238E27FC236}">
                <a16:creationId xmlns:a16="http://schemas.microsoft.com/office/drawing/2014/main" id="{B5A2B9F5-841F-1EDB-859C-2C5C4A5C5C4D}"/>
              </a:ext>
            </a:extLst>
          </p:cNvPr>
          <p:cNvCxnSpPr>
            <a:stCxn id="9" idx="2"/>
            <a:endCxn id="15" idx="0"/>
          </p:cNvCxnSpPr>
          <p:nvPr/>
        </p:nvCxnSpPr>
        <p:spPr>
          <a:xfrm>
            <a:off x="879453" y="2437494"/>
            <a:ext cx="10038" cy="1292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985EF3C-623F-4F13-28C8-8E3CB3B1508E}"/>
              </a:ext>
            </a:extLst>
          </p:cNvPr>
          <p:cNvSpPr/>
          <p:nvPr/>
        </p:nvSpPr>
        <p:spPr>
          <a:xfrm>
            <a:off x="33824" y="5714346"/>
            <a:ext cx="1711332" cy="40374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a:t>
            </a:r>
          </a:p>
        </p:txBody>
      </p:sp>
      <p:cxnSp>
        <p:nvCxnSpPr>
          <p:cNvPr id="19" name="Straight Arrow Connector 18">
            <a:extLst>
              <a:ext uri="{FF2B5EF4-FFF2-40B4-BE49-F238E27FC236}">
                <a16:creationId xmlns:a16="http://schemas.microsoft.com/office/drawing/2014/main" id="{07E0C267-9B09-10B0-9791-36B97BFC1EBE}"/>
              </a:ext>
            </a:extLst>
          </p:cNvPr>
          <p:cNvCxnSpPr>
            <a:stCxn id="15" idx="2"/>
            <a:endCxn id="18" idx="0"/>
          </p:cNvCxnSpPr>
          <p:nvPr/>
        </p:nvCxnSpPr>
        <p:spPr>
          <a:xfrm>
            <a:off x="889490" y="4961810"/>
            <a:ext cx="0" cy="7525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21E8ADA-FBDB-0223-EDFA-0297C75D10B6}"/>
              </a:ext>
            </a:extLst>
          </p:cNvPr>
          <p:cNvCxnSpPr/>
          <p:nvPr/>
        </p:nvCxnSpPr>
        <p:spPr>
          <a:xfrm flipV="1">
            <a:off x="695218" y="4961811"/>
            <a:ext cx="0" cy="69243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AC01570-9A95-69A1-4B28-816A639DDD18}"/>
              </a:ext>
            </a:extLst>
          </p:cNvPr>
          <p:cNvCxnSpPr/>
          <p:nvPr/>
        </p:nvCxnSpPr>
        <p:spPr>
          <a:xfrm flipV="1">
            <a:off x="695218" y="2379793"/>
            <a:ext cx="0" cy="135032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61E608-4361-CED8-02D4-02A054BCDE60}"/>
              </a:ext>
            </a:extLst>
          </p:cNvPr>
          <p:cNvSpPr/>
          <p:nvPr/>
        </p:nvSpPr>
        <p:spPr>
          <a:xfrm>
            <a:off x="767208" y="2822672"/>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2</a:t>
            </a:r>
          </a:p>
        </p:txBody>
      </p:sp>
      <p:sp>
        <p:nvSpPr>
          <p:cNvPr id="23" name="Oval 22">
            <a:extLst>
              <a:ext uri="{FF2B5EF4-FFF2-40B4-BE49-F238E27FC236}">
                <a16:creationId xmlns:a16="http://schemas.microsoft.com/office/drawing/2014/main" id="{B82C6420-EF79-3831-013D-B5E561219E1F}"/>
              </a:ext>
            </a:extLst>
          </p:cNvPr>
          <p:cNvSpPr/>
          <p:nvPr/>
        </p:nvSpPr>
        <p:spPr>
          <a:xfrm>
            <a:off x="767208" y="506962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3</a:t>
            </a:r>
          </a:p>
        </p:txBody>
      </p:sp>
      <p:sp>
        <p:nvSpPr>
          <p:cNvPr id="24" name="Oval 23">
            <a:extLst>
              <a:ext uri="{FF2B5EF4-FFF2-40B4-BE49-F238E27FC236}">
                <a16:creationId xmlns:a16="http://schemas.microsoft.com/office/drawing/2014/main" id="{6FC0A25E-C437-DE46-D027-B5EEDF3E96D1}"/>
              </a:ext>
            </a:extLst>
          </p:cNvPr>
          <p:cNvSpPr/>
          <p:nvPr/>
        </p:nvSpPr>
        <p:spPr>
          <a:xfrm>
            <a:off x="353831" y="2497591"/>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4</a:t>
            </a:r>
          </a:p>
        </p:txBody>
      </p:sp>
      <p:cxnSp>
        <p:nvCxnSpPr>
          <p:cNvPr id="25" name="Straight Arrow Connector 24">
            <a:extLst>
              <a:ext uri="{FF2B5EF4-FFF2-40B4-BE49-F238E27FC236}">
                <a16:creationId xmlns:a16="http://schemas.microsoft.com/office/drawing/2014/main" id="{809305B0-C4D4-BBB5-2BA2-513DB9C20447}"/>
              </a:ext>
            </a:extLst>
          </p:cNvPr>
          <p:cNvCxnSpPr>
            <a:cxnSpLocks/>
          </p:cNvCxnSpPr>
          <p:nvPr/>
        </p:nvCxnSpPr>
        <p:spPr>
          <a:xfrm flipV="1">
            <a:off x="1455662" y="2157385"/>
            <a:ext cx="416922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FEABC96-1E27-2553-2C0E-81F675867AD1}"/>
              </a:ext>
            </a:extLst>
          </p:cNvPr>
          <p:cNvSpPr/>
          <p:nvPr/>
        </p:nvSpPr>
        <p:spPr>
          <a:xfrm>
            <a:off x="2710918" y="1935578"/>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5</a:t>
            </a:r>
          </a:p>
        </p:txBody>
      </p:sp>
      <p:cxnSp>
        <p:nvCxnSpPr>
          <p:cNvPr id="27" name="Straight Arrow Connector 26">
            <a:extLst>
              <a:ext uri="{FF2B5EF4-FFF2-40B4-BE49-F238E27FC236}">
                <a16:creationId xmlns:a16="http://schemas.microsoft.com/office/drawing/2014/main" id="{98E5881B-F0FD-D913-199F-D4A478F6245D}"/>
              </a:ext>
            </a:extLst>
          </p:cNvPr>
          <p:cNvCxnSpPr/>
          <p:nvPr/>
        </p:nvCxnSpPr>
        <p:spPr>
          <a:xfrm flipH="1">
            <a:off x="1455660" y="2301362"/>
            <a:ext cx="413482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FA6C84D5-C8B3-EF20-9779-10988BAB0E5E}"/>
              </a:ext>
            </a:extLst>
          </p:cNvPr>
          <p:cNvSpPr/>
          <p:nvPr/>
        </p:nvSpPr>
        <p:spPr>
          <a:xfrm>
            <a:off x="3565018" y="4106792"/>
            <a:ext cx="503925" cy="441663"/>
          </a:xfrm>
          <a:prstGeom prst="diamond">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000">
              <a:solidFill>
                <a:prstClr val="white"/>
              </a:solidFill>
              <a:latin typeface="Segoe UI"/>
            </a:endParaRPr>
          </a:p>
        </p:txBody>
      </p:sp>
      <p:cxnSp>
        <p:nvCxnSpPr>
          <p:cNvPr id="29" name="Connector: Elbow 28">
            <a:extLst>
              <a:ext uri="{FF2B5EF4-FFF2-40B4-BE49-F238E27FC236}">
                <a16:creationId xmlns:a16="http://schemas.microsoft.com/office/drawing/2014/main" id="{D03073B4-532F-029D-E7D7-E8DC1BE72DA2}"/>
              </a:ext>
            </a:extLst>
          </p:cNvPr>
          <p:cNvCxnSpPr>
            <a:cxnSpLocks/>
          </p:cNvCxnSpPr>
          <p:nvPr/>
        </p:nvCxnSpPr>
        <p:spPr>
          <a:xfrm rot="5400000">
            <a:off x="3636952" y="1572099"/>
            <a:ext cx="821397" cy="4673208"/>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0" name="Picture 29" descr="A picture containing text&#10;&#10;Description automatically generated">
            <a:extLst>
              <a:ext uri="{FF2B5EF4-FFF2-40B4-BE49-F238E27FC236}">
                <a16:creationId xmlns:a16="http://schemas.microsoft.com/office/drawing/2014/main" id="{610ED705-5F91-9684-7A85-131C1315877B}"/>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3257768" y="1999585"/>
            <a:ext cx="431936" cy="559744"/>
          </a:xfrm>
          <a:prstGeom prst="rect">
            <a:avLst/>
          </a:prstGeom>
          <a:ln>
            <a:solidFill>
              <a:schemeClr val="bg1"/>
            </a:solidFill>
          </a:ln>
        </p:spPr>
      </p:pic>
      <p:pic>
        <p:nvPicPr>
          <p:cNvPr id="31" name="Picture 30" descr="A picture containing text&#10;&#10;Description automatically generated">
            <a:extLst>
              <a:ext uri="{FF2B5EF4-FFF2-40B4-BE49-F238E27FC236}">
                <a16:creationId xmlns:a16="http://schemas.microsoft.com/office/drawing/2014/main" id="{9D09D388-92C2-4B3D-2938-BA9ADE40A1D3}"/>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93550" y="2799284"/>
            <a:ext cx="431936" cy="559744"/>
          </a:xfrm>
          <a:prstGeom prst="rect">
            <a:avLst/>
          </a:prstGeom>
          <a:ln>
            <a:solidFill>
              <a:schemeClr val="bg1"/>
            </a:solidFill>
          </a:ln>
        </p:spPr>
      </p:pic>
      <p:sp>
        <p:nvSpPr>
          <p:cNvPr id="32" name="TextBox 31">
            <a:extLst>
              <a:ext uri="{FF2B5EF4-FFF2-40B4-BE49-F238E27FC236}">
                <a16:creationId xmlns:a16="http://schemas.microsoft.com/office/drawing/2014/main" id="{6D4978EF-301C-D1F9-60A5-32128B305C89}"/>
              </a:ext>
            </a:extLst>
          </p:cNvPr>
          <p:cNvSpPr txBox="1"/>
          <p:nvPr/>
        </p:nvSpPr>
        <p:spPr>
          <a:xfrm>
            <a:off x="4210611" y="4038269"/>
            <a:ext cx="2604637" cy="276999"/>
          </a:xfrm>
          <a:prstGeom prst="rect">
            <a:avLst/>
          </a:prstGeom>
          <a:noFill/>
          <a:ln>
            <a:noFill/>
          </a:ln>
        </p:spPr>
        <p:txBody>
          <a:bodyPr wrap="square" rtlCol="0">
            <a:spAutoFit/>
          </a:bodyPr>
          <a:lstStyle/>
          <a:p>
            <a:pPr defTabSz="1218621"/>
            <a:r>
              <a:rPr lang="en-US" sz="1200" b="1" dirty="0">
                <a:solidFill>
                  <a:prstClr val="white"/>
                </a:solidFill>
                <a:latin typeface="Segoe UI"/>
              </a:rPr>
              <a:t>Validate, trust</a:t>
            </a:r>
          </a:p>
        </p:txBody>
      </p:sp>
      <p:cxnSp>
        <p:nvCxnSpPr>
          <p:cNvPr id="33" name="Connector: Elbow 32">
            <a:extLst>
              <a:ext uri="{FF2B5EF4-FFF2-40B4-BE49-F238E27FC236}">
                <a16:creationId xmlns:a16="http://schemas.microsoft.com/office/drawing/2014/main" id="{6BCB7C48-AB34-D89B-8A58-C1CFCFF03C7A}"/>
              </a:ext>
            </a:extLst>
          </p:cNvPr>
          <p:cNvCxnSpPr>
            <a:cxnSpLocks/>
            <a:endCxn id="8" idx="1"/>
          </p:cNvCxnSpPr>
          <p:nvPr/>
        </p:nvCxnSpPr>
        <p:spPr>
          <a:xfrm>
            <a:off x="1415111" y="2541519"/>
            <a:ext cx="8638710" cy="3767051"/>
          </a:xfrm>
          <a:prstGeom prst="bentConnector3">
            <a:avLst>
              <a:gd name="adj1" fmla="val 2030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F9ADEEA6-DAB4-08D6-6030-E0AC8755794A}"/>
              </a:ext>
            </a:extLst>
          </p:cNvPr>
          <p:cNvSpPr/>
          <p:nvPr/>
        </p:nvSpPr>
        <p:spPr>
          <a:xfrm>
            <a:off x="5698471" y="4035271"/>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6</a:t>
            </a:r>
          </a:p>
        </p:txBody>
      </p:sp>
      <p:sp>
        <p:nvSpPr>
          <p:cNvPr id="35" name="Oval 34">
            <a:extLst>
              <a:ext uri="{FF2B5EF4-FFF2-40B4-BE49-F238E27FC236}">
                <a16:creationId xmlns:a16="http://schemas.microsoft.com/office/drawing/2014/main" id="{C5E616A7-4B52-402C-9497-6CF8B4621C2A}"/>
              </a:ext>
            </a:extLst>
          </p:cNvPr>
          <p:cNvSpPr/>
          <p:nvPr/>
        </p:nvSpPr>
        <p:spPr>
          <a:xfrm>
            <a:off x="6168285" y="601707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7</a:t>
            </a:r>
          </a:p>
        </p:txBody>
      </p:sp>
      <mc:AlternateContent xmlns:mc="http://schemas.openxmlformats.org/markup-compatibility/2006" xmlns:p14="http://schemas.microsoft.com/office/powerpoint/2010/main">
        <mc:Choice Requires="p14">
          <p:contentPart p14:bwMode="auto" r:id="rId11">
            <p14:nvContentPartPr>
              <p14:cNvPr id="87" name="Ink 86">
                <a:extLst>
                  <a:ext uri="{FF2B5EF4-FFF2-40B4-BE49-F238E27FC236}">
                    <a16:creationId xmlns:a16="http://schemas.microsoft.com/office/drawing/2014/main" id="{8EBD12E5-9E62-431B-3017-422731D97512}"/>
                  </a:ext>
                </a:extLst>
              </p14:cNvPr>
              <p14:cNvContentPartPr/>
              <p14:nvPr/>
            </p14:nvContentPartPr>
            <p14:xfrm>
              <a:off x="5551848" y="1753881"/>
              <a:ext cx="43909" cy="33111"/>
            </p14:xfrm>
          </p:contentPart>
        </mc:Choice>
        <mc:Fallback xmlns="">
          <p:pic>
            <p:nvPicPr>
              <p:cNvPr id="87" name="Ink 86">
                <a:extLst>
                  <a:ext uri="{FF2B5EF4-FFF2-40B4-BE49-F238E27FC236}">
                    <a16:creationId xmlns:a16="http://schemas.microsoft.com/office/drawing/2014/main" id="{8EBD12E5-9E62-431B-3017-422731D97512}"/>
                  </a:ext>
                </a:extLst>
              </p:cNvPr>
              <p:cNvPicPr/>
              <p:nvPr/>
            </p:nvPicPr>
            <p:blipFill>
              <a:blip r:embed="rId12"/>
              <a:stretch>
                <a:fillRect/>
              </a:stretch>
            </p:blipFill>
            <p:spPr>
              <a:xfrm>
                <a:off x="5542923" y="1744883"/>
                <a:ext cx="61401" cy="50746"/>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a:extLst>
                  <a:ext uri="{FF2B5EF4-FFF2-40B4-BE49-F238E27FC236}">
                    <a16:creationId xmlns:a16="http://schemas.microsoft.com/office/drawing/2014/main" id="{416EBF79-9DC3-A659-97A5-FDC818A9E054}"/>
                  </a:ext>
                </a:extLst>
              </p14:cNvPr>
              <p14:cNvContentPartPr/>
              <p14:nvPr/>
            </p14:nvContentPartPr>
            <p14:xfrm>
              <a:off x="9360" y="219240"/>
              <a:ext cx="11122920" cy="6389280"/>
            </p14:xfrm>
          </p:contentPart>
        </mc:Choice>
        <mc:Fallback xmlns="">
          <p:pic>
            <p:nvPicPr>
              <p:cNvPr id="36" name="Ink 35">
                <a:extLst>
                  <a:ext uri="{FF2B5EF4-FFF2-40B4-BE49-F238E27FC236}">
                    <a16:creationId xmlns:a16="http://schemas.microsoft.com/office/drawing/2014/main" id="{416EBF79-9DC3-A659-97A5-FDC818A9E054}"/>
                  </a:ext>
                </a:extLst>
              </p:cNvPr>
              <p:cNvPicPr/>
              <p:nvPr/>
            </p:nvPicPr>
            <p:blipFill>
              <a:blip r:embed="rId14"/>
              <a:stretch>
                <a:fillRect/>
              </a:stretch>
            </p:blipFill>
            <p:spPr>
              <a:xfrm>
                <a:off x="0" y="209880"/>
                <a:ext cx="11141640" cy="6408000"/>
              </a:xfrm>
              <a:prstGeom prst="rect">
                <a:avLst/>
              </a:prstGeom>
            </p:spPr>
          </p:pic>
        </mc:Fallback>
      </mc:AlternateContent>
    </p:spTree>
    <p:extLst>
      <p:ext uri="{BB962C8B-B14F-4D97-AF65-F5344CB8AC3E}">
        <p14:creationId xmlns:p14="http://schemas.microsoft.com/office/powerpoint/2010/main" val="3865682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Challenges in Current Approach</a:t>
            </a:r>
          </a:p>
        </p:txBody>
      </p:sp>
      <p:sp>
        <p:nvSpPr>
          <p:cNvPr id="3" name="TextBox 2">
            <a:extLst>
              <a:ext uri="{FF2B5EF4-FFF2-40B4-BE49-F238E27FC236}">
                <a16:creationId xmlns:a16="http://schemas.microsoft.com/office/drawing/2014/main" id="{FC796D8E-6200-6FFF-317A-54B3F37144BC}"/>
              </a:ext>
            </a:extLst>
          </p:cNvPr>
          <p:cNvSpPr txBox="1"/>
          <p:nvPr/>
        </p:nvSpPr>
        <p:spPr>
          <a:xfrm>
            <a:off x="191294" y="837387"/>
            <a:ext cx="11806237" cy="3416320"/>
          </a:xfrm>
          <a:prstGeom prst="rect">
            <a:avLst/>
          </a:prstGeom>
          <a:noFill/>
        </p:spPr>
        <p:txBody>
          <a:bodyPr wrap="square" rtlCol="0">
            <a:spAutoFit/>
          </a:bodyPr>
          <a:lstStyle/>
          <a:p>
            <a:pPr marL="342797" indent="-342797">
              <a:buFontTx/>
              <a:buChar char="-"/>
              <a:defRPr/>
            </a:pPr>
            <a:r>
              <a:rPr lang="en-US" sz="1800" kern="0" dirty="0">
                <a:solidFill>
                  <a:prstClr val="white"/>
                </a:solidFill>
                <a:latin typeface="Segoe UI"/>
              </a:rPr>
              <a:t>Did you notice, that we need to first pass lots of technical details from service key</a:t>
            </a:r>
          </a:p>
          <a:p>
            <a:pPr marL="342797" indent="-342797">
              <a:buFontTx/>
              <a:buChar char="-"/>
              <a:defRPr/>
            </a:pPr>
            <a:r>
              <a:rPr lang="en-IN" sz="1800" kern="0" dirty="0">
                <a:solidFill>
                  <a:prstClr val="white"/>
                </a:solidFill>
                <a:latin typeface="Segoe UI"/>
              </a:rPr>
              <a:t>Pass all the info in correct manner to postman to obtain token</a:t>
            </a:r>
          </a:p>
          <a:p>
            <a:pPr marL="342797" indent="-342797">
              <a:buFontTx/>
              <a:buChar char="-"/>
              <a:defRPr/>
            </a:pPr>
            <a:r>
              <a:rPr lang="en-IN" sz="1800" kern="0" dirty="0">
                <a:solidFill>
                  <a:prstClr val="white"/>
                </a:solidFill>
                <a:latin typeface="Segoe UI"/>
              </a:rPr>
              <a:t>Once the token expired, we need to reobtain again and again</a:t>
            </a:r>
          </a:p>
          <a:p>
            <a:pPr marL="342797" indent="-342797">
              <a:buFontTx/>
              <a:buChar char="-"/>
              <a:defRPr/>
            </a:pPr>
            <a:r>
              <a:rPr lang="en-IN" sz="1800" kern="0" dirty="0">
                <a:solidFill>
                  <a:prstClr val="white"/>
                </a:solidFill>
                <a:latin typeface="Segoe UI"/>
              </a:rPr>
              <a:t>Our </a:t>
            </a:r>
            <a:r>
              <a:rPr lang="en-IN" sz="1800" b="1" kern="0" dirty="0">
                <a:solidFill>
                  <a:prstClr val="white"/>
                </a:solidFill>
                <a:latin typeface="Segoe UI"/>
              </a:rPr>
              <a:t>end user </a:t>
            </a:r>
            <a:r>
              <a:rPr lang="en-IN" sz="1800" kern="0" dirty="0">
                <a:solidFill>
                  <a:prstClr val="white"/>
                </a:solidFill>
                <a:latin typeface="Segoe UI"/>
              </a:rPr>
              <a:t>do not know all this. Automate the XSUAA JWT token processing.</a:t>
            </a:r>
          </a:p>
          <a:p>
            <a:pPr marL="342797" indent="-342797">
              <a:buFontTx/>
              <a:buChar char="-"/>
              <a:defRPr/>
            </a:pPr>
            <a:r>
              <a:rPr lang="en-IN" sz="1800" kern="0" dirty="0">
                <a:solidFill>
                  <a:prstClr val="white"/>
                </a:solidFill>
                <a:latin typeface="Segoe UI"/>
              </a:rPr>
              <a:t>In our app, we will have multiple microservices, like java, sap ui5, node app, </a:t>
            </a:r>
            <a:r>
              <a:rPr lang="en-IN" sz="1800" kern="0" dirty="0" err="1">
                <a:solidFill>
                  <a:prstClr val="white"/>
                </a:solidFill>
                <a:latin typeface="Segoe UI"/>
              </a:rPr>
              <a:t>xsuaa</a:t>
            </a:r>
            <a:r>
              <a:rPr lang="en-IN" sz="1800" kern="0" dirty="0">
                <a:solidFill>
                  <a:prstClr val="white"/>
                </a:solidFill>
                <a:latin typeface="Segoe UI"/>
              </a:rPr>
              <a:t>…</a:t>
            </a:r>
          </a:p>
          <a:p>
            <a:pPr marL="342797" indent="-342797">
              <a:buFontTx/>
              <a:buChar char="-"/>
              <a:defRPr/>
            </a:pPr>
            <a:r>
              <a:rPr lang="en-IN" sz="1800" kern="0" dirty="0">
                <a:solidFill>
                  <a:prstClr val="white"/>
                </a:solidFill>
                <a:latin typeface="Segoe UI"/>
              </a:rPr>
              <a:t>Each service produce one end point e.g. /vendors, /index.html, /customers, they all logically belongs to same app. Will you give 3 </a:t>
            </a:r>
            <a:r>
              <a:rPr lang="en-IN" sz="1800" kern="0" dirty="0" err="1">
                <a:solidFill>
                  <a:prstClr val="white"/>
                </a:solidFill>
                <a:latin typeface="Segoe UI"/>
              </a:rPr>
              <a:t>url</a:t>
            </a:r>
            <a:r>
              <a:rPr lang="en-IN" sz="1800" kern="0" dirty="0">
                <a:solidFill>
                  <a:prstClr val="white"/>
                </a:solidFill>
                <a:latin typeface="Segoe UI"/>
              </a:rPr>
              <a:t> to our user to access these apps?</a:t>
            </a:r>
          </a:p>
          <a:p>
            <a:pPr marL="342797" indent="-342797">
              <a:buFontTx/>
              <a:buChar char="-"/>
              <a:defRPr/>
            </a:pPr>
            <a:r>
              <a:rPr lang="en-IN" sz="1800" kern="0" dirty="0">
                <a:solidFill>
                  <a:prstClr val="white"/>
                </a:solidFill>
                <a:latin typeface="Segoe UI"/>
              </a:rPr>
              <a:t>These microservices also needs to communicate with each other. Provided we give a single end point to access our entire app to end user.</a:t>
            </a:r>
          </a:p>
          <a:p>
            <a:pPr marL="342797" indent="-342797">
              <a:buFontTx/>
              <a:buChar char="-"/>
              <a:defRPr/>
            </a:pPr>
            <a:r>
              <a:rPr lang="en-IN" sz="1800" kern="0" dirty="0">
                <a:solidFill>
                  <a:prstClr val="white"/>
                </a:solidFill>
                <a:latin typeface="Segoe UI"/>
              </a:rPr>
              <a:t>We want to complete redirect mechanism to let user go to login screen, authenticate on IDP and exchange of all the tokens should be seamless behind the scenes.</a:t>
            </a:r>
          </a:p>
          <a:p>
            <a:pPr marL="342797" indent="-342797">
              <a:buFontTx/>
              <a:buChar char="-"/>
              <a:defRPr/>
            </a:pPr>
            <a:r>
              <a:rPr lang="en-IN" sz="1800" kern="0" dirty="0">
                <a:solidFill>
                  <a:prstClr val="white"/>
                </a:solidFill>
                <a:latin typeface="Segoe UI"/>
              </a:rPr>
              <a:t>We need a </a:t>
            </a:r>
            <a:r>
              <a:rPr lang="en-IN" sz="1800" b="1" kern="0" dirty="0">
                <a:solidFill>
                  <a:prstClr val="white"/>
                </a:solidFill>
                <a:latin typeface="Segoe UI"/>
              </a:rPr>
              <a:t>single entry </a:t>
            </a:r>
            <a:r>
              <a:rPr lang="en-IN" sz="1800" kern="0" dirty="0">
                <a:solidFill>
                  <a:prstClr val="white"/>
                </a:solidFill>
                <a:latin typeface="Segoe UI"/>
              </a:rPr>
              <a:t>point for entire app, </a:t>
            </a:r>
            <a:r>
              <a:rPr lang="en-IN" sz="1800" kern="0" dirty="0" err="1">
                <a:solidFill>
                  <a:prstClr val="white"/>
                </a:solidFill>
                <a:latin typeface="Segoe UI"/>
              </a:rPr>
              <a:t>forwardAuth</a:t>
            </a:r>
            <a:r>
              <a:rPr lang="en-IN" sz="1800" kern="0" dirty="0">
                <a:solidFill>
                  <a:prstClr val="white"/>
                </a:solidFill>
                <a:latin typeface="Segoe UI"/>
              </a:rPr>
              <a:t> tokens should be done automatic.</a:t>
            </a:r>
          </a:p>
        </p:txBody>
      </p:sp>
      <p:sp>
        <p:nvSpPr>
          <p:cNvPr id="4" name="Rectangle 3">
            <a:extLst>
              <a:ext uri="{FF2B5EF4-FFF2-40B4-BE49-F238E27FC236}">
                <a16:creationId xmlns:a16="http://schemas.microsoft.com/office/drawing/2014/main" id="{150E049D-A442-373C-AC02-8012B77C7E77}"/>
              </a:ext>
            </a:extLst>
          </p:cNvPr>
          <p:cNvSpPr/>
          <p:nvPr/>
        </p:nvSpPr>
        <p:spPr>
          <a:xfrm>
            <a:off x="3070864" y="4569660"/>
            <a:ext cx="5327204" cy="863871"/>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1600" kern="0" dirty="0">
                <a:solidFill>
                  <a:prstClr val="white"/>
                </a:solidFill>
                <a:latin typeface="Segoe UI"/>
              </a:rPr>
              <a:t>Application router</a:t>
            </a:r>
          </a:p>
          <a:p>
            <a:pPr algn="ctr">
              <a:defRPr/>
            </a:pPr>
            <a:r>
              <a:rPr lang="en-US" sz="1600" kern="0" dirty="0">
                <a:solidFill>
                  <a:prstClr val="white"/>
                </a:solidFill>
                <a:latin typeface="Segoe UI"/>
              </a:rPr>
              <a:t>(Provide single entry point, exchange auth token,</a:t>
            </a:r>
          </a:p>
          <a:p>
            <a:pPr algn="ctr">
              <a:defRPr/>
            </a:pPr>
            <a:r>
              <a:rPr lang="en-US" sz="1600" kern="0" dirty="0">
                <a:solidFill>
                  <a:prstClr val="white"/>
                </a:solidFill>
                <a:latin typeface="Segoe UI"/>
              </a:rPr>
              <a:t>Communicate between microservices, like a facade)</a:t>
            </a:r>
          </a:p>
        </p:txBody>
      </p:sp>
      <p:sp>
        <p:nvSpPr>
          <p:cNvPr id="5" name="Smiley Face 4">
            <a:extLst>
              <a:ext uri="{FF2B5EF4-FFF2-40B4-BE49-F238E27FC236}">
                <a16:creationId xmlns:a16="http://schemas.microsoft.com/office/drawing/2014/main" id="{ED52A723-E120-C2D3-AF27-A7F5275D1592}"/>
              </a:ext>
            </a:extLst>
          </p:cNvPr>
          <p:cNvSpPr/>
          <p:nvPr/>
        </p:nvSpPr>
        <p:spPr>
          <a:xfrm>
            <a:off x="551240" y="4569660"/>
            <a:ext cx="575914" cy="503925"/>
          </a:xfrm>
          <a:prstGeom prst="smileyFace">
            <a:avLst/>
          </a:prstGeom>
          <a:solidFill>
            <a:srgbClr val="38C6C6"/>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algn="ctr">
              <a:defRPr/>
            </a:pPr>
            <a:endParaRPr lang="en-US" sz="2399" kern="0" dirty="0">
              <a:solidFill>
                <a:prstClr val="white"/>
              </a:solidFill>
              <a:latin typeface="Segoe UI"/>
            </a:endParaRPr>
          </a:p>
        </p:txBody>
      </p:sp>
      <p:cxnSp>
        <p:nvCxnSpPr>
          <p:cNvPr id="6" name="Connector: Elbow 5">
            <a:extLst>
              <a:ext uri="{FF2B5EF4-FFF2-40B4-BE49-F238E27FC236}">
                <a16:creationId xmlns:a16="http://schemas.microsoft.com/office/drawing/2014/main" id="{4D211C58-732F-B6F2-EA91-BBD27364F9F8}"/>
              </a:ext>
            </a:extLst>
          </p:cNvPr>
          <p:cNvCxnSpPr>
            <a:stCxn id="5" idx="6"/>
            <a:endCxn id="4" idx="1"/>
          </p:cNvCxnSpPr>
          <p:nvPr/>
        </p:nvCxnSpPr>
        <p:spPr>
          <a:xfrm>
            <a:off x="1127154" y="4821622"/>
            <a:ext cx="1943710" cy="179973"/>
          </a:xfrm>
          <a:prstGeom prst="bentConnector3">
            <a:avLst/>
          </a:prstGeom>
          <a:noFill/>
          <a:ln w="9525" cap="flat" cmpd="sng" algn="ctr">
            <a:solidFill>
              <a:schemeClr val="bg1"/>
            </a:solidFill>
            <a:prstDash val="solid"/>
            <a:tailEnd type="triangle"/>
          </a:ln>
          <a:effectLst/>
        </p:spPr>
      </p:cxnSp>
      <p:sp>
        <p:nvSpPr>
          <p:cNvPr id="7" name="TextBox 6">
            <a:extLst>
              <a:ext uri="{FF2B5EF4-FFF2-40B4-BE49-F238E27FC236}">
                <a16:creationId xmlns:a16="http://schemas.microsoft.com/office/drawing/2014/main" id="{B508CAFA-0D77-5FB6-FFEA-74B15D948AC0}"/>
              </a:ext>
            </a:extLst>
          </p:cNvPr>
          <p:cNvSpPr txBox="1"/>
          <p:nvPr/>
        </p:nvSpPr>
        <p:spPr>
          <a:xfrm>
            <a:off x="1551735" y="4506861"/>
            <a:ext cx="1176870" cy="461417"/>
          </a:xfrm>
          <a:prstGeom prst="rect">
            <a:avLst/>
          </a:prstGeom>
          <a:noFill/>
        </p:spPr>
        <p:txBody>
          <a:bodyPr wrap="square" rtlCol="0">
            <a:spAutoFit/>
          </a:bodyPr>
          <a:lstStyle/>
          <a:p>
            <a:pPr>
              <a:defRPr/>
            </a:pPr>
            <a:r>
              <a:rPr lang="en-US" sz="2399" b="1" kern="0" dirty="0" err="1">
                <a:solidFill>
                  <a:prstClr val="white"/>
                </a:solidFill>
                <a:latin typeface="Segoe UI"/>
              </a:rPr>
              <a:t>url</a:t>
            </a:r>
            <a:endParaRPr lang="en-US" sz="2399" b="1" kern="0" dirty="0">
              <a:solidFill>
                <a:prstClr val="white"/>
              </a:solidFill>
              <a:latin typeface="Segoe UI"/>
            </a:endParaRPr>
          </a:p>
        </p:txBody>
      </p:sp>
      <p:sp>
        <p:nvSpPr>
          <p:cNvPr id="8" name="Rectangle 7">
            <a:extLst>
              <a:ext uri="{FF2B5EF4-FFF2-40B4-BE49-F238E27FC236}">
                <a16:creationId xmlns:a16="http://schemas.microsoft.com/office/drawing/2014/main" id="{7A027F3B-16BC-4EBD-1929-1FB9B9D8263A}"/>
              </a:ext>
            </a:extLst>
          </p:cNvPr>
          <p:cNvSpPr/>
          <p:nvPr/>
        </p:nvSpPr>
        <p:spPr>
          <a:xfrm>
            <a:off x="3070863" y="5865466"/>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Java</a:t>
            </a:r>
          </a:p>
          <a:p>
            <a:pPr algn="ctr">
              <a:defRPr/>
            </a:pPr>
            <a:r>
              <a:rPr lang="en-US" sz="1800" kern="0" dirty="0">
                <a:solidFill>
                  <a:prstClr val="white"/>
                </a:solidFill>
                <a:latin typeface="Segoe UI"/>
              </a:rPr>
              <a:t>/</a:t>
            </a:r>
            <a:r>
              <a:rPr lang="en-US" sz="1800" kern="0" dirty="0" err="1">
                <a:solidFill>
                  <a:prstClr val="white"/>
                </a:solidFill>
                <a:latin typeface="Segoe UI"/>
              </a:rPr>
              <a:t>Anubhav.svc</a:t>
            </a:r>
            <a:endParaRPr lang="en-US" sz="1800" kern="0" dirty="0">
              <a:solidFill>
                <a:prstClr val="white"/>
              </a:solidFill>
              <a:latin typeface="Segoe UI"/>
            </a:endParaRPr>
          </a:p>
        </p:txBody>
      </p:sp>
      <p:sp>
        <p:nvSpPr>
          <p:cNvPr id="9" name="Rectangle 8">
            <a:extLst>
              <a:ext uri="{FF2B5EF4-FFF2-40B4-BE49-F238E27FC236}">
                <a16:creationId xmlns:a16="http://schemas.microsoft.com/office/drawing/2014/main" id="{BE7A687B-65C1-D483-3BDB-F2A80C69C337}"/>
              </a:ext>
            </a:extLst>
          </p:cNvPr>
          <p:cNvSpPr/>
          <p:nvPr/>
        </p:nvSpPr>
        <p:spPr>
          <a:xfrm>
            <a:off x="4918521" y="5877301"/>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UI5 App</a:t>
            </a:r>
          </a:p>
          <a:p>
            <a:pPr algn="ctr">
              <a:defRPr/>
            </a:pPr>
            <a:r>
              <a:rPr lang="en-US" sz="2000" kern="0" dirty="0">
                <a:solidFill>
                  <a:prstClr val="white"/>
                </a:solidFill>
                <a:latin typeface="Segoe UI"/>
              </a:rPr>
              <a:t>/index.html</a:t>
            </a:r>
          </a:p>
        </p:txBody>
      </p:sp>
      <p:sp>
        <p:nvSpPr>
          <p:cNvPr id="10" name="Rectangle 9">
            <a:extLst>
              <a:ext uri="{FF2B5EF4-FFF2-40B4-BE49-F238E27FC236}">
                <a16:creationId xmlns:a16="http://schemas.microsoft.com/office/drawing/2014/main" id="{7735C6B4-D300-0754-D47C-612609044B7E}"/>
              </a:ext>
            </a:extLst>
          </p:cNvPr>
          <p:cNvSpPr/>
          <p:nvPr/>
        </p:nvSpPr>
        <p:spPr>
          <a:xfrm>
            <a:off x="6766179" y="5882708"/>
            <a:ext cx="1655753" cy="647903"/>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000" kern="0" dirty="0">
                <a:solidFill>
                  <a:prstClr val="white"/>
                </a:solidFill>
                <a:latin typeface="Segoe UI"/>
              </a:rPr>
              <a:t>Node</a:t>
            </a:r>
          </a:p>
          <a:p>
            <a:pPr algn="ctr">
              <a:defRPr/>
            </a:pPr>
            <a:r>
              <a:rPr lang="en-US" sz="2000" kern="0" dirty="0">
                <a:solidFill>
                  <a:prstClr val="white"/>
                </a:solidFill>
                <a:latin typeface="Segoe UI"/>
              </a:rPr>
              <a:t>/customer</a:t>
            </a:r>
          </a:p>
        </p:txBody>
      </p:sp>
      <p:sp>
        <p:nvSpPr>
          <p:cNvPr id="11" name="Arrow: U-Turn 10">
            <a:extLst>
              <a:ext uri="{FF2B5EF4-FFF2-40B4-BE49-F238E27FC236}">
                <a16:creationId xmlns:a16="http://schemas.microsoft.com/office/drawing/2014/main" id="{E4B8BD5C-48FD-A35A-0B18-BD7062293ABD}"/>
              </a:ext>
            </a:extLst>
          </p:cNvPr>
          <p:cNvSpPr/>
          <p:nvPr/>
        </p:nvSpPr>
        <p:spPr>
          <a:xfrm>
            <a:off x="4357055" y="5454742"/>
            <a:ext cx="1403790"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2" name="Arrow: U-Turn 11">
            <a:extLst>
              <a:ext uri="{FF2B5EF4-FFF2-40B4-BE49-F238E27FC236}">
                <a16:creationId xmlns:a16="http://schemas.microsoft.com/office/drawing/2014/main" id="{EF56615D-E0AA-8001-F926-EFE113DA1DC8}"/>
              </a:ext>
            </a:extLst>
          </p:cNvPr>
          <p:cNvSpPr/>
          <p:nvPr/>
        </p:nvSpPr>
        <p:spPr>
          <a:xfrm>
            <a:off x="6394452" y="5458737"/>
            <a:ext cx="1403790"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3" name="Arrow: U-Turn 12">
            <a:extLst>
              <a:ext uri="{FF2B5EF4-FFF2-40B4-BE49-F238E27FC236}">
                <a16:creationId xmlns:a16="http://schemas.microsoft.com/office/drawing/2014/main" id="{1BB3AC61-254F-0D4F-D268-3CE08494DF47}"/>
              </a:ext>
            </a:extLst>
          </p:cNvPr>
          <p:cNvSpPr/>
          <p:nvPr/>
        </p:nvSpPr>
        <p:spPr>
          <a:xfrm flipH="1">
            <a:off x="3403197" y="5470725"/>
            <a:ext cx="1655753"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4" name="Arrow: U-Turn 13">
            <a:extLst>
              <a:ext uri="{FF2B5EF4-FFF2-40B4-BE49-F238E27FC236}">
                <a16:creationId xmlns:a16="http://schemas.microsoft.com/office/drawing/2014/main" id="{0A3C6A81-904C-67EA-C3E0-196F54E4957F}"/>
              </a:ext>
            </a:extLst>
          </p:cNvPr>
          <p:cNvSpPr/>
          <p:nvPr/>
        </p:nvSpPr>
        <p:spPr>
          <a:xfrm flipH="1">
            <a:off x="5205592" y="5495173"/>
            <a:ext cx="2132065" cy="431935"/>
          </a:xfrm>
          <a:prstGeom prst="uturnArrow">
            <a:avLst/>
          </a:prstGeom>
          <a:solidFill>
            <a:srgbClr val="E1E7F2">
              <a:lumMod val="90000"/>
            </a:srgbClr>
          </a:solidFill>
          <a:ln w="25400" cap="flat" cmpd="sng" algn="ctr">
            <a:solidFill>
              <a:srgbClr val="202B50">
                <a:shade val="50000"/>
              </a:srgbClr>
            </a:solidFill>
            <a:prstDash val="solid"/>
          </a:ln>
          <a:effectLst/>
        </p:spPr>
        <p:txBody>
          <a:bodyPr rtlCol="0" anchor="ctr"/>
          <a:lstStyle/>
          <a:p>
            <a:pPr algn="ctr">
              <a:defRPr/>
            </a:pPr>
            <a:endParaRPr lang="en-US" sz="2000" kern="0">
              <a:solidFill>
                <a:prstClr val="black"/>
              </a:solidFill>
              <a:latin typeface="Segoe UI"/>
            </a:endParaRPr>
          </a:p>
        </p:txBody>
      </p:sp>
      <p:sp>
        <p:nvSpPr>
          <p:cNvPr id="15" name="Rectangle 14">
            <a:extLst>
              <a:ext uri="{FF2B5EF4-FFF2-40B4-BE49-F238E27FC236}">
                <a16:creationId xmlns:a16="http://schemas.microsoft.com/office/drawing/2014/main" id="{A4F8EA13-DC47-5B7A-30A8-1765E352D908}"/>
              </a:ext>
            </a:extLst>
          </p:cNvPr>
          <p:cNvSpPr/>
          <p:nvPr/>
        </p:nvSpPr>
        <p:spPr>
          <a:xfrm>
            <a:off x="9909842" y="4876096"/>
            <a:ext cx="1727742" cy="594629"/>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err="1">
                <a:solidFill>
                  <a:prstClr val="white"/>
                </a:solidFill>
                <a:latin typeface="Segoe UI"/>
              </a:rPr>
              <a:t>xsuaa</a:t>
            </a:r>
            <a:endParaRPr lang="en-US" sz="2399" kern="0" dirty="0">
              <a:solidFill>
                <a:prstClr val="white"/>
              </a:solidFill>
              <a:latin typeface="Segoe UI"/>
            </a:endParaRPr>
          </a:p>
        </p:txBody>
      </p:sp>
      <p:cxnSp>
        <p:nvCxnSpPr>
          <p:cNvPr id="16" name="Straight Arrow Connector 15">
            <a:extLst>
              <a:ext uri="{FF2B5EF4-FFF2-40B4-BE49-F238E27FC236}">
                <a16:creationId xmlns:a16="http://schemas.microsoft.com/office/drawing/2014/main" id="{60134498-0A01-D1F1-3812-5EB05D8E51B8}"/>
              </a:ext>
            </a:extLst>
          </p:cNvPr>
          <p:cNvCxnSpPr>
            <a:stCxn id="4" idx="3"/>
          </p:cNvCxnSpPr>
          <p:nvPr/>
        </p:nvCxnSpPr>
        <p:spPr>
          <a:xfrm>
            <a:off x="8398068" y="5001595"/>
            <a:ext cx="1511774" cy="0"/>
          </a:xfrm>
          <a:prstGeom prst="straightConnector1">
            <a:avLst/>
          </a:prstGeom>
          <a:noFill/>
          <a:ln w="9525" cap="flat" cmpd="sng" algn="ctr">
            <a:solidFill>
              <a:schemeClr val="bg1"/>
            </a:solidFill>
            <a:prstDash val="solid"/>
            <a:tailEnd type="triangle"/>
          </a:ln>
          <a:effectLst/>
        </p:spPr>
      </p:cxnSp>
      <p:cxnSp>
        <p:nvCxnSpPr>
          <p:cNvPr id="17" name="Straight Arrow Connector 16">
            <a:extLst>
              <a:ext uri="{FF2B5EF4-FFF2-40B4-BE49-F238E27FC236}">
                <a16:creationId xmlns:a16="http://schemas.microsoft.com/office/drawing/2014/main" id="{468F7DE8-70C0-0093-4FE0-0EB19E88027A}"/>
              </a:ext>
            </a:extLst>
          </p:cNvPr>
          <p:cNvCxnSpPr>
            <a:cxnSpLocks/>
            <a:stCxn id="15" idx="1"/>
          </p:cNvCxnSpPr>
          <p:nvPr/>
        </p:nvCxnSpPr>
        <p:spPr>
          <a:xfrm flipH="1">
            <a:off x="8421932" y="5173411"/>
            <a:ext cx="1487910" cy="0"/>
          </a:xfrm>
          <a:prstGeom prst="straightConnector1">
            <a:avLst/>
          </a:prstGeom>
          <a:noFill/>
          <a:ln w="9525" cap="flat" cmpd="sng" algn="ctr">
            <a:solidFill>
              <a:schemeClr val="bg1"/>
            </a:solidFill>
            <a:prstDash val="solid"/>
            <a:tailEnd type="triangle"/>
          </a:ln>
          <a:effectLst/>
        </p:spPr>
      </p:cxnSp>
    </p:spTree>
    <p:extLst>
      <p:ext uri="{BB962C8B-B14F-4D97-AF65-F5344CB8AC3E}">
        <p14:creationId xmlns:p14="http://schemas.microsoft.com/office/powerpoint/2010/main" val="322729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circle(in)">
                                      <p:cBhvr>
                                        <p:cTn id="70" dur="2000"/>
                                        <p:tgtEl>
                                          <p:spTgt spid="4"/>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circle(in)">
                                      <p:cBhvr>
                                        <p:cTn id="73" dur="2000"/>
                                        <p:tgtEl>
                                          <p:spTgt spid="5"/>
                                        </p:tgtEl>
                                      </p:cBhvr>
                                    </p:animEffect>
                                  </p:childTnLst>
                                </p:cTn>
                              </p:par>
                              <p:par>
                                <p:cTn id="74" presetID="6" presetClass="entr" presetSubtype="16" fill="hold" nodeType="with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circle(in)">
                                      <p:cBhvr>
                                        <p:cTn id="76" dur="2000"/>
                                        <p:tgtEl>
                                          <p:spTgt spid="6"/>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circle(in)">
                                      <p:cBhvr>
                                        <p:cTn id="79" dur="2000"/>
                                        <p:tgtEl>
                                          <p:spTgt spid="7"/>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circle(in)">
                                      <p:cBhvr>
                                        <p:cTn id="82" dur="2000"/>
                                        <p:tgtEl>
                                          <p:spTgt spid="8"/>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circle(in)">
                                      <p:cBhvr>
                                        <p:cTn id="85" dur="2000"/>
                                        <p:tgtEl>
                                          <p:spTgt spid="9"/>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circle(in)">
                                      <p:cBhvr>
                                        <p:cTn id="88" dur="2000"/>
                                        <p:tgtEl>
                                          <p:spTgt spid="10"/>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circle(in)">
                                      <p:cBhvr>
                                        <p:cTn id="91" dur="2000"/>
                                        <p:tgtEl>
                                          <p:spTgt spid="11"/>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circle(in)">
                                      <p:cBhvr>
                                        <p:cTn id="94" dur="2000"/>
                                        <p:tgtEl>
                                          <p:spTgt spid="12"/>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circle(in)">
                                      <p:cBhvr>
                                        <p:cTn id="97" dur="2000"/>
                                        <p:tgtEl>
                                          <p:spTgt spid="13"/>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circle(in)">
                                      <p:cBhvr>
                                        <p:cTn id="100" dur="2000"/>
                                        <p:tgtEl>
                                          <p:spTgt spid="14"/>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circle(in)">
                                      <p:cBhvr>
                                        <p:cTn id="103" dur="2000"/>
                                        <p:tgtEl>
                                          <p:spTgt spid="15"/>
                                        </p:tgtEl>
                                      </p:cBhvr>
                                    </p:animEffect>
                                  </p:childTnLst>
                                </p:cTn>
                              </p:par>
                              <p:par>
                                <p:cTn id="104" presetID="6" presetClass="entr" presetSubtype="16" fill="hold" nodeType="withEffect">
                                  <p:stCondLst>
                                    <p:cond delay="0"/>
                                  </p:stCondLst>
                                  <p:childTnLst>
                                    <p:set>
                                      <p:cBhvr>
                                        <p:cTn id="105" dur="1" fill="hold">
                                          <p:stCondLst>
                                            <p:cond delay="0"/>
                                          </p:stCondLst>
                                        </p:cTn>
                                        <p:tgtEl>
                                          <p:spTgt spid="16"/>
                                        </p:tgtEl>
                                        <p:attrNameLst>
                                          <p:attrName>style.visibility</p:attrName>
                                        </p:attrNameLst>
                                      </p:cBhvr>
                                      <p:to>
                                        <p:strVal val="visible"/>
                                      </p:to>
                                    </p:set>
                                    <p:animEffect transition="in" filter="circle(in)">
                                      <p:cBhvr>
                                        <p:cTn id="106" dur="2000"/>
                                        <p:tgtEl>
                                          <p:spTgt spid="16"/>
                                        </p:tgtEl>
                                      </p:cBhvr>
                                    </p:animEffect>
                                  </p:childTnLst>
                                </p:cTn>
                              </p:par>
                              <p:par>
                                <p:cTn id="107" presetID="6" presetClass="entr" presetSubtype="16" fill="hold" nodeType="withEffect">
                                  <p:stCondLst>
                                    <p:cond delay="0"/>
                                  </p:stCondLst>
                                  <p:childTnLst>
                                    <p:set>
                                      <p:cBhvr>
                                        <p:cTn id="108" dur="1" fill="hold">
                                          <p:stCondLst>
                                            <p:cond delay="0"/>
                                          </p:stCondLst>
                                        </p:cTn>
                                        <p:tgtEl>
                                          <p:spTgt spid="17"/>
                                        </p:tgtEl>
                                        <p:attrNameLst>
                                          <p:attrName>style.visibility</p:attrName>
                                        </p:attrNameLst>
                                      </p:cBhvr>
                                      <p:to>
                                        <p:strVal val="visible"/>
                                      </p:to>
                                    </p:set>
                                    <p:animEffect transition="in" filter="circle(in)">
                                      <p:cBhvr>
                                        <p:cTn id="109"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animBg="1"/>
      <p:bldP spid="9" grpId="0" animBg="1"/>
      <p:bldP spid="10" grpId="0" animBg="1"/>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App Router</a:t>
            </a:r>
          </a:p>
        </p:txBody>
      </p:sp>
      <p:sp>
        <p:nvSpPr>
          <p:cNvPr id="3" name="TextBox 2">
            <a:extLst>
              <a:ext uri="{FF2B5EF4-FFF2-40B4-BE49-F238E27FC236}">
                <a16:creationId xmlns:a16="http://schemas.microsoft.com/office/drawing/2014/main" id="{DA9125C8-EE73-BED6-16B3-BB424E7483AB}"/>
              </a:ext>
            </a:extLst>
          </p:cNvPr>
          <p:cNvSpPr txBox="1"/>
          <p:nvPr/>
        </p:nvSpPr>
        <p:spPr>
          <a:xfrm>
            <a:off x="161034" y="909378"/>
            <a:ext cx="11806237" cy="4521599"/>
          </a:xfrm>
          <a:prstGeom prst="rect">
            <a:avLst/>
          </a:prstGeom>
          <a:noFill/>
        </p:spPr>
        <p:txBody>
          <a:bodyPr wrap="square" rtlCol="0">
            <a:spAutoFit/>
          </a:bodyPr>
          <a:lstStyle/>
          <a:p>
            <a:pPr marL="342797" indent="-342797" defTabSz="1218621">
              <a:buFont typeface="Arial" panose="020B0604020202020204" pitchFamily="34" charset="0"/>
              <a:buChar char="•"/>
            </a:pPr>
            <a:r>
              <a:rPr lang="en-US" sz="2399" dirty="0">
                <a:solidFill>
                  <a:prstClr val="white"/>
                </a:solidFill>
                <a:latin typeface="Segoe UI"/>
              </a:rPr>
              <a:t>It is a Node JS Application </a:t>
            </a:r>
          </a:p>
          <a:p>
            <a:pPr marL="342797" indent="-342797" defTabSz="1218621">
              <a:buFont typeface="Arial" panose="020B0604020202020204" pitchFamily="34" charset="0"/>
              <a:buChar char="•"/>
            </a:pPr>
            <a:r>
              <a:rPr lang="en-US" sz="2399" dirty="0">
                <a:solidFill>
                  <a:prstClr val="white"/>
                </a:solidFill>
                <a:latin typeface="Segoe UI"/>
              </a:rPr>
              <a:t>It is used to automate the process of authentication, authorization with XSUAA to do token exchange</a:t>
            </a:r>
          </a:p>
          <a:p>
            <a:pPr marL="342797" indent="-342797" defTabSz="1218621">
              <a:buFont typeface="Arial" panose="020B0604020202020204" pitchFamily="34" charset="0"/>
              <a:buChar char="•"/>
            </a:pPr>
            <a:r>
              <a:rPr lang="en-US" sz="2399" dirty="0">
                <a:solidFill>
                  <a:prstClr val="white"/>
                </a:solidFill>
                <a:latin typeface="Segoe UI"/>
              </a:rPr>
              <a:t>It sits in the middle of IDP and XSUAA, it will redirect the request to our microservice to </a:t>
            </a:r>
            <a:r>
              <a:rPr lang="en-US" sz="2399" dirty="0" err="1">
                <a:solidFill>
                  <a:prstClr val="white"/>
                </a:solidFill>
                <a:latin typeface="Segoe UI"/>
              </a:rPr>
              <a:t>xsuaa</a:t>
            </a:r>
            <a:r>
              <a:rPr lang="en-US" sz="2399" dirty="0">
                <a:solidFill>
                  <a:prstClr val="white"/>
                </a:solidFill>
                <a:latin typeface="Segoe UI"/>
              </a:rPr>
              <a:t>, and eventually to </a:t>
            </a:r>
            <a:r>
              <a:rPr lang="en-US" sz="2399" dirty="0" err="1">
                <a:solidFill>
                  <a:prstClr val="white"/>
                </a:solidFill>
                <a:latin typeface="Segoe UI"/>
              </a:rPr>
              <a:t>idp</a:t>
            </a:r>
            <a:endParaRPr lang="en-US" sz="2399" dirty="0">
              <a:solidFill>
                <a:prstClr val="white"/>
              </a:solidFill>
              <a:latin typeface="Segoe UI"/>
            </a:endParaRPr>
          </a:p>
          <a:p>
            <a:pPr marL="342797" indent="-342797" defTabSz="1218621">
              <a:buFont typeface="Arial" panose="020B0604020202020204" pitchFamily="34" charset="0"/>
              <a:buChar char="•"/>
            </a:pPr>
            <a:r>
              <a:rPr lang="en-US" sz="2399" dirty="0">
                <a:solidFill>
                  <a:prstClr val="white"/>
                </a:solidFill>
                <a:latin typeface="Segoe UI"/>
              </a:rPr>
              <a:t>IDP sends the login screen to the user, user authenticates, which is taken to XSUAA, XSUAA issues JWT Token, this JWT token is presented to </a:t>
            </a:r>
            <a:r>
              <a:rPr lang="en-US" sz="2399" dirty="0" err="1">
                <a:solidFill>
                  <a:prstClr val="white"/>
                </a:solidFill>
                <a:latin typeface="Segoe UI"/>
              </a:rPr>
              <a:t>api</a:t>
            </a:r>
            <a:r>
              <a:rPr lang="en-US" sz="2399" dirty="0">
                <a:solidFill>
                  <a:prstClr val="white"/>
                </a:solidFill>
                <a:latin typeface="Segoe UI"/>
              </a:rPr>
              <a:t> end points</a:t>
            </a:r>
          </a:p>
          <a:p>
            <a:pPr marL="342797" indent="-342797" defTabSz="1218621">
              <a:buFont typeface="Arial" panose="020B0604020202020204" pitchFamily="34" charset="0"/>
              <a:buChar char="•"/>
            </a:pPr>
            <a:r>
              <a:rPr lang="en-US" sz="2399" dirty="0">
                <a:solidFill>
                  <a:prstClr val="white"/>
                </a:solidFill>
                <a:latin typeface="Segoe UI"/>
              </a:rPr>
              <a:t>App Router takes the JWT token from XSUAA and gives it to our microservices and even exchange this token to multiple microservices inside</a:t>
            </a:r>
          </a:p>
          <a:p>
            <a:pPr marL="342797" indent="-342797" defTabSz="1218621">
              <a:buFont typeface="Arial" panose="020B0604020202020204" pitchFamily="34" charset="0"/>
              <a:buChar char="•"/>
            </a:pPr>
            <a:r>
              <a:rPr lang="en-US" sz="2399" dirty="0">
                <a:solidFill>
                  <a:prstClr val="white"/>
                </a:solidFill>
                <a:latin typeface="Segoe UI"/>
              </a:rPr>
              <a:t>It Serves as a single entry point for the entire app.</a:t>
            </a:r>
          </a:p>
          <a:p>
            <a:pPr marL="342797" indent="-342797" defTabSz="1218621">
              <a:buFont typeface="Arial" panose="020B0604020202020204" pitchFamily="34" charset="0"/>
              <a:buChar char="•"/>
            </a:pPr>
            <a:r>
              <a:rPr lang="en-IN" sz="2399" dirty="0">
                <a:solidFill>
                  <a:prstClr val="white"/>
                </a:solidFill>
                <a:latin typeface="Segoe UI"/>
              </a:rPr>
              <a:t>To tell app router about our multiple microservices so that it can re-direct, we need to create a configuration file named as </a:t>
            </a:r>
            <a:r>
              <a:rPr lang="en-IN" sz="2399" b="1" dirty="0" err="1">
                <a:solidFill>
                  <a:prstClr val="white"/>
                </a:solidFill>
                <a:latin typeface="Segoe UI"/>
              </a:rPr>
              <a:t>xs-app.json</a:t>
            </a:r>
            <a:r>
              <a:rPr lang="en-IN" sz="2399" dirty="0">
                <a:solidFill>
                  <a:prstClr val="white"/>
                </a:solidFill>
                <a:latin typeface="Segoe UI"/>
              </a:rPr>
              <a:t> which contains the details.</a:t>
            </a:r>
          </a:p>
        </p:txBody>
      </p:sp>
    </p:spTree>
    <p:extLst>
      <p:ext uri="{BB962C8B-B14F-4D97-AF65-F5344CB8AC3E}">
        <p14:creationId xmlns:p14="http://schemas.microsoft.com/office/powerpoint/2010/main" val="307056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200" dirty="0"/>
              <a:t>Real World Example</a:t>
            </a:r>
          </a:p>
        </p:txBody>
      </p:sp>
      <p:sp>
        <p:nvSpPr>
          <p:cNvPr id="3" name="Rectangle 2">
            <a:extLst>
              <a:ext uri="{FF2B5EF4-FFF2-40B4-BE49-F238E27FC236}">
                <a16:creationId xmlns:a16="http://schemas.microsoft.com/office/drawing/2014/main" id="{C2EA533E-B375-495B-C297-1E34514386FD}"/>
              </a:ext>
            </a:extLst>
          </p:cNvPr>
          <p:cNvSpPr/>
          <p:nvPr/>
        </p:nvSpPr>
        <p:spPr>
          <a:xfrm>
            <a:off x="10028249" y="2829492"/>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Loan</a:t>
            </a:r>
          </a:p>
        </p:txBody>
      </p:sp>
      <p:sp>
        <p:nvSpPr>
          <p:cNvPr id="4" name="Rectangle 3">
            <a:extLst>
              <a:ext uri="{FF2B5EF4-FFF2-40B4-BE49-F238E27FC236}">
                <a16:creationId xmlns:a16="http://schemas.microsoft.com/office/drawing/2014/main" id="{6936DB1B-5BB2-1C6B-1C9A-FD527662AD3B}"/>
              </a:ext>
            </a:extLst>
          </p:cNvPr>
          <p:cNvSpPr/>
          <p:nvPr/>
        </p:nvSpPr>
        <p:spPr>
          <a:xfrm>
            <a:off x="10028249" y="346482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Credit Card</a:t>
            </a:r>
          </a:p>
        </p:txBody>
      </p:sp>
      <p:sp>
        <p:nvSpPr>
          <p:cNvPr id="5" name="Rectangle 4">
            <a:extLst>
              <a:ext uri="{FF2B5EF4-FFF2-40B4-BE49-F238E27FC236}">
                <a16:creationId xmlns:a16="http://schemas.microsoft.com/office/drawing/2014/main" id="{579C15EF-FC9E-DC26-ADB2-5A8A7913CF1E}"/>
              </a:ext>
            </a:extLst>
          </p:cNvPr>
          <p:cNvSpPr/>
          <p:nvPr/>
        </p:nvSpPr>
        <p:spPr>
          <a:xfrm>
            <a:off x="10028249" y="410015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Deposit</a:t>
            </a:r>
          </a:p>
        </p:txBody>
      </p:sp>
      <p:sp>
        <p:nvSpPr>
          <p:cNvPr id="6" name="Rectangle 5">
            <a:extLst>
              <a:ext uri="{FF2B5EF4-FFF2-40B4-BE49-F238E27FC236}">
                <a16:creationId xmlns:a16="http://schemas.microsoft.com/office/drawing/2014/main" id="{92356AC6-451F-9EFC-F182-E64D4AF591B1}"/>
              </a:ext>
            </a:extLst>
          </p:cNvPr>
          <p:cNvSpPr/>
          <p:nvPr/>
        </p:nvSpPr>
        <p:spPr>
          <a:xfrm>
            <a:off x="10053820" y="4735484"/>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Draft/Cheque</a:t>
            </a:r>
          </a:p>
        </p:txBody>
      </p:sp>
      <p:sp>
        <p:nvSpPr>
          <p:cNvPr id="7" name="Rectangle 6">
            <a:extLst>
              <a:ext uri="{FF2B5EF4-FFF2-40B4-BE49-F238E27FC236}">
                <a16:creationId xmlns:a16="http://schemas.microsoft.com/office/drawing/2014/main" id="{BD111B6E-46C2-C252-ED42-B0E715054D58}"/>
              </a:ext>
            </a:extLst>
          </p:cNvPr>
          <p:cNvSpPr/>
          <p:nvPr/>
        </p:nvSpPr>
        <p:spPr>
          <a:xfrm>
            <a:off x="10053964" y="5366291"/>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FD</a:t>
            </a:r>
          </a:p>
        </p:txBody>
      </p:sp>
      <p:sp>
        <p:nvSpPr>
          <p:cNvPr id="8" name="Rectangle 7">
            <a:extLst>
              <a:ext uri="{FF2B5EF4-FFF2-40B4-BE49-F238E27FC236}">
                <a16:creationId xmlns:a16="http://schemas.microsoft.com/office/drawing/2014/main" id="{6F713BAD-A756-CE90-30A2-C455D59C0ACA}"/>
              </a:ext>
            </a:extLst>
          </p:cNvPr>
          <p:cNvSpPr/>
          <p:nvPr/>
        </p:nvSpPr>
        <p:spPr>
          <a:xfrm>
            <a:off x="10053820" y="6020613"/>
            <a:ext cx="194371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Locker</a:t>
            </a:r>
          </a:p>
        </p:txBody>
      </p:sp>
      <p:pic>
        <p:nvPicPr>
          <p:cNvPr id="9" name="Picture 8" descr="Icon&#10;&#10;Description automatically generated">
            <a:extLst>
              <a:ext uri="{FF2B5EF4-FFF2-40B4-BE49-F238E27FC236}">
                <a16:creationId xmlns:a16="http://schemas.microsoft.com/office/drawing/2014/main" id="{070111FB-6C2D-B285-7982-7544388F4519}"/>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7645" y="1353879"/>
            <a:ext cx="1083615" cy="1083615"/>
          </a:xfrm>
          <a:prstGeom prst="rect">
            <a:avLst/>
          </a:prstGeom>
          <a:ln>
            <a:solidFill>
              <a:schemeClr val="bg1"/>
            </a:solidFill>
          </a:ln>
        </p:spPr>
      </p:pic>
      <p:sp>
        <p:nvSpPr>
          <p:cNvPr id="10" name="TextBox 9">
            <a:extLst>
              <a:ext uri="{FF2B5EF4-FFF2-40B4-BE49-F238E27FC236}">
                <a16:creationId xmlns:a16="http://schemas.microsoft.com/office/drawing/2014/main" id="{1DC93980-FD63-3685-BA93-DA4037E2A56F}"/>
              </a:ext>
            </a:extLst>
          </p:cNvPr>
          <p:cNvSpPr txBox="1"/>
          <p:nvPr/>
        </p:nvSpPr>
        <p:spPr>
          <a:xfrm>
            <a:off x="335272" y="1032062"/>
            <a:ext cx="1295806" cy="307777"/>
          </a:xfrm>
          <a:prstGeom prst="rect">
            <a:avLst/>
          </a:prstGeom>
          <a:noFill/>
          <a:ln>
            <a:solidFill>
              <a:schemeClr val="bg1"/>
            </a:solidFill>
          </a:ln>
        </p:spPr>
        <p:txBody>
          <a:bodyPr wrap="square" rtlCol="0">
            <a:spAutoFit/>
          </a:bodyPr>
          <a:lstStyle/>
          <a:p>
            <a:pPr defTabSz="1218621"/>
            <a:r>
              <a:rPr lang="en-US" sz="1400" b="1" dirty="0">
                <a:solidFill>
                  <a:prstClr val="white"/>
                </a:solidFill>
                <a:latin typeface="Segoe UI"/>
              </a:rPr>
              <a:t>Customer</a:t>
            </a:r>
          </a:p>
        </p:txBody>
      </p:sp>
      <p:cxnSp>
        <p:nvCxnSpPr>
          <p:cNvPr id="11" name="Straight Arrow Connector 10">
            <a:extLst>
              <a:ext uri="{FF2B5EF4-FFF2-40B4-BE49-F238E27FC236}">
                <a16:creationId xmlns:a16="http://schemas.microsoft.com/office/drawing/2014/main" id="{4957B6AB-C7CA-2A1B-233F-9F9C7D532060}"/>
              </a:ext>
            </a:extLst>
          </p:cNvPr>
          <p:cNvCxnSpPr>
            <a:cxnSpLocks/>
          </p:cNvCxnSpPr>
          <p:nvPr/>
        </p:nvCxnSpPr>
        <p:spPr>
          <a:xfrm flipV="1">
            <a:off x="1455662" y="1629270"/>
            <a:ext cx="416922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descr="Icon&#10;&#10;Description automatically generated">
            <a:extLst>
              <a:ext uri="{FF2B5EF4-FFF2-40B4-BE49-F238E27FC236}">
                <a16:creationId xmlns:a16="http://schemas.microsoft.com/office/drawing/2014/main" id="{4B0383D5-7DD1-02CF-EEBC-88D4D498629D}"/>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5590487" y="1235015"/>
            <a:ext cx="1655753" cy="2289552"/>
          </a:xfrm>
          <a:prstGeom prst="rect">
            <a:avLst/>
          </a:prstGeom>
          <a:ln>
            <a:solidFill>
              <a:schemeClr val="bg1"/>
            </a:solidFill>
          </a:ln>
        </p:spPr>
      </p:pic>
      <p:sp>
        <p:nvSpPr>
          <p:cNvPr id="13" name="Oval 12">
            <a:extLst>
              <a:ext uri="{FF2B5EF4-FFF2-40B4-BE49-F238E27FC236}">
                <a16:creationId xmlns:a16="http://schemas.microsoft.com/office/drawing/2014/main" id="{82548D8D-B1BC-D516-A585-B01B1881E525}"/>
              </a:ext>
            </a:extLst>
          </p:cNvPr>
          <p:cNvSpPr/>
          <p:nvPr/>
        </p:nvSpPr>
        <p:spPr>
          <a:xfrm>
            <a:off x="2710918" y="140746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1</a:t>
            </a:r>
          </a:p>
        </p:txBody>
      </p:sp>
      <p:cxnSp>
        <p:nvCxnSpPr>
          <p:cNvPr id="14" name="Straight Arrow Connector 13">
            <a:extLst>
              <a:ext uri="{FF2B5EF4-FFF2-40B4-BE49-F238E27FC236}">
                <a16:creationId xmlns:a16="http://schemas.microsoft.com/office/drawing/2014/main" id="{4B39DA18-89FF-2842-5B78-64BDA3DF7C96}"/>
              </a:ext>
            </a:extLst>
          </p:cNvPr>
          <p:cNvCxnSpPr/>
          <p:nvPr/>
        </p:nvCxnSpPr>
        <p:spPr>
          <a:xfrm flipH="1">
            <a:off x="1455660" y="1773247"/>
            <a:ext cx="413482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A picture containing text, parking, machine, meter&#10;&#10;Description automatically generated">
            <a:extLst>
              <a:ext uri="{FF2B5EF4-FFF2-40B4-BE49-F238E27FC236}">
                <a16:creationId xmlns:a16="http://schemas.microsoft.com/office/drawing/2014/main" id="{BBC0DADA-D9A2-DA21-95E2-18E03C3AFF1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33824" y="3730119"/>
            <a:ext cx="1711332" cy="1231691"/>
          </a:xfrm>
          <a:prstGeom prst="rect">
            <a:avLst/>
          </a:prstGeom>
          <a:ln>
            <a:solidFill>
              <a:schemeClr val="bg1"/>
            </a:solidFill>
          </a:ln>
        </p:spPr>
      </p:pic>
      <p:sp>
        <p:nvSpPr>
          <p:cNvPr id="16" name="TextBox 15">
            <a:extLst>
              <a:ext uri="{FF2B5EF4-FFF2-40B4-BE49-F238E27FC236}">
                <a16:creationId xmlns:a16="http://schemas.microsoft.com/office/drawing/2014/main" id="{D38F7EAB-F03E-4A39-6E1E-14A442C77DC0}"/>
              </a:ext>
            </a:extLst>
          </p:cNvPr>
          <p:cNvSpPr txBox="1"/>
          <p:nvPr/>
        </p:nvSpPr>
        <p:spPr>
          <a:xfrm>
            <a:off x="1331345" y="6857107"/>
            <a:ext cx="9526138" cy="215444"/>
          </a:xfrm>
          <a:prstGeom prst="rect">
            <a:avLst/>
          </a:prstGeom>
          <a:noFill/>
          <a:ln>
            <a:solidFill>
              <a:schemeClr val="bg1"/>
            </a:solidFill>
          </a:ln>
        </p:spPr>
        <p:txBody>
          <a:bodyPr wrap="square" rtlCol="0">
            <a:spAutoFit/>
          </a:bodyPr>
          <a:lstStyle/>
          <a:p>
            <a:pPr defTabSz="1218621"/>
            <a:r>
              <a:rPr lang="en-US" sz="800">
                <a:solidFill>
                  <a:prstClr val="black"/>
                </a:solidFill>
                <a:latin typeface="Segoe UI"/>
                <a:hlinkClick r:id="rId7" tooltip="https://www.flickr.com/photos/jeepersmedia/14765960308/"/>
              </a:rPr>
              <a:t>This Photo</a:t>
            </a:r>
            <a:r>
              <a:rPr lang="en-US" sz="800">
                <a:solidFill>
                  <a:prstClr val="black"/>
                </a:solidFill>
                <a:latin typeface="Segoe UI"/>
              </a:rPr>
              <a:t> by Unknown Author is licensed under </a:t>
            </a:r>
            <a:r>
              <a:rPr lang="en-US" sz="800">
                <a:solidFill>
                  <a:prstClr val="black"/>
                </a:solidFill>
                <a:latin typeface="Segoe UI"/>
                <a:hlinkClick r:id="rId8" tooltip="https://creativecommons.org/licenses/by/3.0/"/>
              </a:rPr>
              <a:t>CC BY</a:t>
            </a:r>
            <a:endParaRPr lang="en-US" sz="800">
              <a:solidFill>
                <a:prstClr val="black"/>
              </a:solidFill>
              <a:latin typeface="Segoe UI"/>
            </a:endParaRPr>
          </a:p>
        </p:txBody>
      </p:sp>
      <p:cxnSp>
        <p:nvCxnSpPr>
          <p:cNvPr id="17" name="Straight Arrow Connector 16">
            <a:extLst>
              <a:ext uri="{FF2B5EF4-FFF2-40B4-BE49-F238E27FC236}">
                <a16:creationId xmlns:a16="http://schemas.microsoft.com/office/drawing/2014/main" id="{B5A2B9F5-841F-1EDB-859C-2C5C4A5C5C4D}"/>
              </a:ext>
            </a:extLst>
          </p:cNvPr>
          <p:cNvCxnSpPr>
            <a:stCxn id="9" idx="2"/>
            <a:endCxn id="15" idx="0"/>
          </p:cNvCxnSpPr>
          <p:nvPr/>
        </p:nvCxnSpPr>
        <p:spPr>
          <a:xfrm>
            <a:off x="879453" y="2437494"/>
            <a:ext cx="10038" cy="1292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985EF3C-623F-4F13-28C8-8E3CB3B1508E}"/>
              </a:ext>
            </a:extLst>
          </p:cNvPr>
          <p:cNvSpPr/>
          <p:nvPr/>
        </p:nvSpPr>
        <p:spPr>
          <a:xfrm>
            <a:off x="33824" y="5714346"/>
            <a:ext cx="1711332" cy="40374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a:t>
            </a:r>
          </a:p>
        </p:txBody>
      </p:sp>
      <p:cxnSp>
        <p:nvCxnSpPr>
          <p:cNvPr id="19" name="Straight Arrow Connector 18">
            <a:extLst>
              <a:ext uri="{FF2B5EF4-FFF2-40B4-BE49-F238E27FC236}">
                <a16:creationId xmlns:a16="http://schemas.microsoft.com/office/drawing/2014/main" id="{07E0C267-9B09-10B0-9791-36B97BFC1EBE}"/>
              </a:ext>
            </a:extLst>
          </p:cNvPr>
          <p:cNvCxnSpPr>
            <a:stCxn id="15" idx="2"/>
            <a:endCxn id="18" idx="0"/>
          </p:cNvCxnSpPr>
          <p:nvPr/>
        </p:nvCxnSpPr>
        <p:spPr>
          <a:xfrm>
            <a:off x="889490" y="4961810"/>
            <a:ext cx="0" cy="7525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21E8ADA-FBDB-0223-EDFA-0297C75D10B6}"/>
              </a:ext>
            </a:extLst>
          </p:cNvPr>
          <p:cNvCxnSpPr/>
          <p:nvPr/>
        </p:nvCxnSpPr>
        <p:spPr>
          <a:xfrm flipV="1">
            <a:off x="695218" y="4961811"/>
            <a:ext cx="0" cy="69243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AC01570-9A95-69A1-4B28-816A639DDD18}"/>
              </a:ext>
            </a:extLst>
          </p:cNvPr>
          <p:cNvCxnSpPr/>
          <p:nvPr/>
        </p:nvCxnSpPr>
        <p:spPr>
          <a:xfrm flipV="1">
            <a:off x="695218" y="2379793"/>
            <a:ext cx="0" cy="135032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61E608-4361-CED8-02D4-02A054BCDE60}"/>
              </a:ext>
            </a:extLst>
          </p:cNvPr>
          <p:cNvSpPr/>
          <p:nvPr/>
        </p:nvSpPr>
        <p:spPr>
          <a:xfrm>
            <a:off x="767208" y="2822672"/>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2</a:t>
            </a:r>
          </a:p>
        </p:txBody>
      </p:sp>
      <p:sp>
        <p:nvSpPr>
          <p:cNvPr id="23" name="Oval 22">
            <a:extLst>
              <a:ext uri="{FF2B5EF4-FFF2-40B4-BE49-F238E27FC236}">
                <a16:creationId xmlns:a16="http://schemas.microsoft.com/office/drawing/2014/main" id="{B82C6420-EF79-3831-013D-B5E561219E1F}"/>
              </a:ext>
            </a:extLst>
          </p:cNvPr>
          <p:cNvSpPr/>
          <p:nvPr/>
        </p:nvSpPr>
        <p:spPr>
          <a:xfrm>
            <a:off x="767208" y="506962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3</a:t>
            </a:r>
          </a:p>
        </p:txBody>
      </p:sp>
      <p:sp>
        <p:nvSpPr>
          <p:cNvPr id="24" name="Oval 23">
            <a:extLst>
              <a:ext uri="{FF2B5EF4-FFF2-40B4-BE49-F238E27FC236}">
                <a16:creationId xmlns:a16="http://schemas.microsoft.com/office/drawing/2014/main" id="{6FC0A25E-C437-DE46-D027-B5EEDF3E96D1}"/>
              </a:ext>
            </a:extLst>
          </p:cNvPr>
          <p:cNvSpPr/>
          <p:nvPr/>
        </p:nvSpPr>
        <p:spPr>
          <a:xfrm>
            <a:off x="353831" y="2497591"/>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4</a:t>
            </a:r>
          </a:p>
        </p:txBody>
      </p:sp>
      <p:cxnSp>
        <p:nvCxnSpPr>
          <p:cNvPr id="25" name="Straight Arrow Connector 24">
            <a:extLst>
              <a:ext uri="{FF2B5EF4-FFF2-40B4-BE49-F238E27FC236}">
                <a16:creationId xmlns:a16="http://schemas.microsoft.com/office/drawing/2014/main" id="{809305B0-C4D4-BBB5-2BA2-513DB9C20447}"/>
              </a:ext>
            </a:extLst>
          </p:cNvPr>
          <p:cNvCxnSpPr>
            <a:cxnSpLocks/>
          </p:cNvCxnSpPr>
          <p:nvPr/>
        </p:nvCxnSpPr>
        <p:spPr>
          <a:xfrm flipV="1">
            <a:off x="1455662" y="2157385"/>
            <a:ext cx="416922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FEABC96-1E27-2553-2C0E-81F675867AD1}"/>
              </a:ext>
            </a:extLst>
          </p:cNvPr>
          <p:cNvSpPr/>
          <p:nvPr/>
        </p:nvSpPr>
        <p:spPr>
          <a:xfrm>
            <a:off x="2710918" y="1935578"/>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5</a:t>
            </a:r>
          </a:p>
        </p:txBody>
      </p:sp>
      <p:cxnSp>
        <p:nvCxnSpPr>
          <p:cNvPr id="27" name="Straight Arrow Connector 26">
            <a:extLst>
              <a:ext uri="{FF2B5EF4-FFF2-40B4-BE49-F238E27FC236}">
                <a16:creationId xmlns:a16="http://schemas.microsoft.com/office/drawing/2014/main" id="{98E5881B-F0FD-D913-199F-D4A478F6245D}"/>
              </a:ext>
            </a:extLst>
          </p:cNvPr>
          <p:cNvCxnSpPr/>
          <p:nvPr/>
        </p:nvCxnSpPr>
        <p:spPr>
          <a:xfrm flipH="1">
            <a:off x="1455660" y="2301362"/>
            <a:ext cx="413482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FA6C84D5-C8B3-EF20-9779-10988BAB0E5E}"/>
              </a:ext>
            </a:extLst>
          </p:cNvPr>
          <p:cNvSpPr/>
          <p:nvPr/>
        </p:nvSpPr>
        <p:spPr>
          <a:xfrm>
            <a:off x="3565018" y="4106792"/>
            <a:ext cx="503925" cy="441663"/>
          </a:xfrm>
          <a:prstGeom prst="diamond">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000">
              <a:solidFill>
                <a:prstClr val="white"/>
              </a:solidFill>
              <a:latin typeface="Segoe UI"/>
            </a:endParaRPr>
          </a:p>
        </p:txBody>
      </p:sp>
      <p:cxnSp>
        <p:nvCxnSpPr>
          <p:cNvPr id="29" name="Connector: Elbow 28">
            <a:extLst>
              <a:ext uri="{FF2B5EF4-FFF2-40B4-BE49-F238E27FC236}">
                <a16:creationId xmlns:a16="http://schemas.microsoft.com/office/drawing/2014/main" id="{D03073B4-532F-029D-E7D7-E8DC1BE72DA2}"/>
              </a:ext>
            </a:extLst>
          </p:cNvPr>
          <p:cNvCxnSpPr>
            <a:cxnSpLocks/>
          </p:cNvCxnSpPr>
          <p:nvPr/>
        </p:nvCxnSpPr>
        <p:spPr>
          <a:xfrm rot="5400000">
            <a:off x="3636952" y="1572099"/>
            <a:ext cx="821397" cy="4673208"/>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0" name="Picture 29" descr="A picture containing text&#10;&#10;Description automatically generated">
            <a:extLst>
              <a:ext uri="{FF2B5EF4-FFF2-40B4-BE49-F238E27FC236}">
                <a16:creationId xmlns:a16="http://schemas.microsoft.com/office/drawing/2014/main" id="{610ED705-5F91-9684-7A85-131C1315877B}"/>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3257768" y="1999585"/>
            <a:ext cx="431936" cy="559744"/>
          </a:xfrm>
          <a:prstGeom prst="rect">
            <a:avLst/>
          </a:prstGeom>
          <a:ln>
            <a:solidFill>
              <a:schemeClr val="bg1"/>
            </a:solidFill>
          </a:ln>
        </p:spPr>
      </p:pic>
      <p:pic>
        <p:nvPicPr>
          <p:cNvPr id="31" name="Picture 30" descr="A picture containing text&#10;&#10;Description automatically generated">
            <a:extLst>
              <a:ext uri="{FF2B5EF4-FFF2-40B4-BE49-F238E27FC236}">
                <a16:creationId xmlns:a16="http://schemas.microsoft.com/office/drawing/2014/main" id="{9D09D388-92C2-4B3D-2938-BA9ADE40A1D3}"/>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93550" y="2799284"/>
            <a:ext cx="431936" cy="559744"/>
          </a:xfrm>
          <a:prstGeom prst="rect">
            <a:avLst/>
          </a:prstGeom>
          <a:ln>
            <a:solidFill>
              <a:schemeClr val="bg1"/>
            </a:solidFill>
          </a:ln>
        </p:spPr>
      </p:pic>
      <p:sp>
        <p:nvSpPr>
          <p:cNvPr id="32" name="TextBox 31">
            <a:extLst>
              <a:ext uri="{FF2B5EF4-FFF2-40B4-BE49-F238E27FC236}">
                <a16:creationId xmlns:a16="http://schemas.microsoft.com/office/drawing/2014/main" id="{6D4978EF-301C-D1F9-60A5-32128B305C89}"/>
              </a:ext>
            </a:extLst>
          </p:cNvPr>
          <p:cNvSpPr txBox="1"/>
          <p:nvPr/>
        </p:nvSpPr>
        <p:spPr>
          <a:xfrm>
            <a:off x="4210611" y="4038269"/>
            <a:ext cx="2604637" cy="276999"/>
          </a:xfrm>
          <a:prstGeom prst="rect">
            <a:avLst/>
          </a:prstGeom>
          <a:noFill/>
          <a:ln>
            <a:noFill/>
          </a:ln>
        </p:spPr>
        <p:txBody>
          <a:bodyPr wrap="square" rtlCol="0">
            <a:spAutoFit/>
          </a:bodyPr>
          <a:lstStyle/>
          <a:p>
            <a:pPr defTabSz="1218621"/>
            <a:r>
              <a:rPr lang="en-US" sz="1200" b="1" dirty="0">
                <a:solidFill>
                  <a:prstClr val="white"/>
                </a:solidFill>
                <a:latin typeface="Segoe UI"/>
              </a:rPr>
              <a:t>Validate, trust</a:t>
            </a:r>
          </a:p>
        </p:txBody>
      </p:sp>
      <p:cxnSp>
        <p:nvCxnSpPr>
          <p:cNvPr id="33" name="Connector: Elbow 32">
            <a:extLst>
              <a:ext uri="{FF2B5EF4-FFF2-40B4-BE49-F238E27FC236}">
                <a16:creationId xmlns:a16="http://schemas.microsoft.com/office/drawing/2014/main" id="{6BCB7C48-AB34-D89B-8A58-C1CFCFF03C7A}"/>
              </a:ext>
            </a:extLst>
          </p:cNvPr>
          <p:cNvCxnSpPr>
            <a:cxnSpLocks/>
            <a:endCxn id="8" idx="1"/>
          </p:cNvCxnSpPr>
          <p:nvPr/>
        </p:nvCxnSpPr>
        <p:spPr>
          <a:xfrm>
            <a:off x="1415111" y="2541519"/>
            <a:ext cx="8638710" cy="3767051"/>
          </a:xfrm>
          <a:prstGeom prst="bentConnector3">
            <a:avLst>
              <a:gd name="adj1" fmla="val 2030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F9ADEEA6-DAB4-08D6-6030-E0AC8755794A}"/>
              </a:ext>
            </a:extLst>
          </p:cNvPr>
          <p:cNvSpPr/>
          <p:nvPr/>
        </p:nvSpPr>
        <p:spPr>
          <a:xfrm>
            <a:off x="5698471" y="4035271"/>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6</a:t>
            </a:r>
          </a:p>
        </p:txBody>
      </p:sp>
      <p:sp>
        <p:nvSpPr>
          <p:cNvPr id="35" name="Oval 34">
            <a:extLst>
              <a:ext uri="{FF2B5EF4-FFF2-40B4-BE49-F238E27FC236}">
                <a16:creationId xmlns:a16="http://schemas.microsoft.com/office/drawing/2014/main" id="{C5E616A7-4B52-402C-9497-6CF8B4621C2A}"/>
              </a:ext>
            </a:extLst>
          </p:cNvPr>
          <p:cNvSpPr/>
          <p:nvPr/>
        </p:nvSpPr>
        <p:spPr>
          <a:xfrm>
            <a:off x="6168285" y="6017074"/>
            <a:ext cx="431935" cy="42797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000" dirty="0">
                <a:solidFill>
                  <a:prstClr val="white"/>
                </a:solidFill>
                <a:latin typeface="Segoe UI"/>
              </a:rPr>
              <a:t>7</a:t>
            </a:r>
          </a:p>
        </p:txBody>
      </p:sp>
      <mc:AlternateContent xmlns:mc="http://schemas.openxmlformats.org/markup-compatibility/2006" xmlns:p14="http://schemas.microsoft.com/office/powerpoint/2010/main">
        <mc:Choice Requires="p14">
          <p:contentPart p14:bwMode="auto" r:id="rId11">
            <p14:nvContentPartPr>
              <p14:cNvPr id="87" name="Ink 86">
                <a:extLst>
                  <a:ext uri="{FF2B5EF4-FFF2-40B4-BE49-F238E27FC236}">
                    <a16:creationId xmlns:a16="http://schemas.microsoft.com/office/drawing/2014/main" id="{8EBD12E5-9E62-431B-3017-422731D97512}"/>
                  </a:ext>
                </a:extLst>
              </p14:cNvPr>
              <p14:cNvContentPartPr/>
              <p14:nvPr/>
            </p14:nvContentPartPr>
            <p14:xfrm>
              <a:off x="5551848" y="1753881"/>
              <a:ext cx="43909" cy="33111"/>
            </p14:xfrm>
          </p:contentPart>
        </mc:Choice>
        <mc:Fallback xmlns="">
          <p:pic>
            <p:nvPicPr>
              <p:cNvPr id="87" name="Ink 86">
                <a:extLst>
                  <a:ext uri="{FF2B5EF4-FFF2-40B4-BE49-F238E27FC236}">
                    <a16:creationId xmlns:a16="http://schemas.microsoft.com/office/drawing/2014/main" id="{8EBD12E5-9E62-431B-3017-422731D97512}"/>
                  </a:ext>
                </a:extLst>
              </p:cNvPr>
              <p:cNvPicPr/>
              <p:nvPr/>
            </p:nvPicPr>
            <p:blipFill>
              <a:blip r:embed="rId12"/>
              <a:stretch>
                <a:fillRect/>
              </a:stretch>
            </p:blipFill>
            <p:spPr>
              <a:xfrm>
                <a:off x="5542923" y="1744883"/>
                <a:ext cx="61401" cy="50746"/>
              </a:xfrm>
              <a:prstGeom prst="rect">
                <a:avLst/>
              </a:prstGeom>
            </p:spPr>
          </p:pic>
        </mc:Fallback>
      </mc:AlternateContent>
    </p:spTree>
    <p:extLst>
      <p:ext uri="{BB962C8B-B14F-4D97-AF65-F5344CB8AC3E}">
        <p14:creationId xmlns:p14="http://schemas.microsoft.com/office/powerpoint/2010/main" val="301113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F904-4406-686B-3203-C9A6C59895F5}"/>
              </a:ext>
            </a:extLst>
          </p:cNvPr>
          <p:cNvSpPr>
            <a:spLocks noGrp="1"/>
          </p:cNvSpPr>
          <p:nvPr>
            <p:ph type="title"/>
          </p:nvPr>
        </p:nvSpPr>
        <p:spPr/>
        <p:txBody>
          <a:bodyPr/>
          <a:lstStyle/>
          <a:p>
            <a:r>
              <a:rPr lang="en-US" dirty="0"/>
              <a:t>Hands on: App Router</a:t>
            </a:r>
          </a:p>
        </p:txBody>
      </p:sp>
      <p:sp>
        <p:nvSpPr>
          <p:cNvPr id="3" name="TextBox 2">
            <a:extLst>
              <a:ext uri="{FF2B5EF4-FFF2-40B4-BE49-F238E27FC236}">
                <a16:creationId xmlns:a16="http://schemas.microsoft.com/office/drawing/2014/main" id="{68BB9971-F9C7-F277-4BC3-F454E1F97CC9}"/>
              </a:ext>
            </a:extLst>
          </p:cNvPr>
          <p:cNvSpPr txBox="1"/>
          <p:nvPr/>
        </p:nvSpPr>
        <p:spPr>
          <a:xfrm>
            <a:off x="191294" y="1053357"/>
            <a:ext cx="11590269" cy="1200016"/>
          </a:xfrm>
          <a:prstGeom prst="rect">
            <a:avLst/>
          </a:prstGeom>
          <a:noFill/>
        </p:spPr>
        <p:txBody>
          <a:bodyPr wrap="square" rtlCol="0">
            <a:spAutoFit/>
          </a:bodyPr>
          <a:lstStyle/>
          <a:p>
            <a:pPr defTabSz="1218621"/>
            <a:r>
              <a:rPr lang="en-US" sz="2399" dirty="0">
                <a:solidFill>
                  <a:prstClr val="white"/>
                </a:solidFill>
                <a:latin typeface="Segoe UI"/>
              </a:rPr>
              <a:t>Solution</a:t>
            </a:r>
          </a:p>
          <a:p>
            <a:pPr defTabSz="1218621"/>
            <a:r>
              <a:rPr lang="en-US" sz="2399" dirty="0">
                <a:solidFill>
                  <a:prstClr val="black"/>
                </a:solidFill>
                <a:latin typeface="Segoe UI"/>
                <a:hlinkClick r:id="rId2"/>
              </a:rPr>
              <a:t>https://github.com/soyuztechnologies/BTP_Architect_Training/blob/master/Day%203/04approuter.zip</a:t>
            </a:r>
            <a:r>
              <a:rPr lang="en-US" sz="2399" dirty="0">
                <a:solidFill>
                  <a:prstClr val="black"/>
                </a:solidFill>
                <a:latin typeface="Segoe UI"/>
              </a:rPr>
              <a:t> </a:t>
            </a:r>
          </a:p>
        </p:txBody>
      </p:sp>
      <p:pic>
        <p:nvPicPr>
          <p:cNvPr id="3074" name="Picture 2" descr="SAP Cloud Platform Backend service: Tutorial [26]: App Router (3): route to  Backend service | SAP Blogs">
            <a:extLst>
              <a:ext uri="{FF2B5EF4-FFF2-40B4-BE49-F238E27FC236}">
                <a16:creationId xmlns:a16="http://schemas.microsoft.com/office/drawing/2014/main" id="{4B83CEFD-EBF6-A6F3-77E8-E6278356D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822" y="2506215"/>
            <a:ext cx="4942188" cy="3809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993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20643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33873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42786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58185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8043</TotalTime>
  <Words>1601</Words>
  <Application>Microsoft Office PowerPoint</Application>
  <PresentationFormat>Custom</PresentationFormat>
  <Paragraphs>217</Paragraphs>
  <Slides>26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Amasis MT Pro Black</vt:lpstr>
      <vt:lpstr>Arial</vt:lpstr>
      <vt:lpstr>Arial Black</vt:lpstr>
      <vt:lpstr>Calibri</vt:lpstr>
      <vt:lpstr>Cooper Black</vt:lpstr>
      <vt:lpstr>Segoe UI</vt:lpstr>
      <vt:lpstr>Segoe UI Black</vt:lpstr>
      <vt:lpstr>Segoe UI Light</vt:lpstr>
      <vt:lpstr>Office Theme</vt:lpstr>
      <vt:lpstr>SAP BTP Extension Suite Training</vt:lpstr>
      <vt:lpstr>PowerPoint Presentation</vt:lpstr>
      <vt:lpstr>Agenda – Day 14</vt:lpstr>
      <vt:lpstr>PowerPoint Presentation</vt:lpstr>
      <vt:lpstr>Authentication v/s Authorization</vt:lpstr>
      <vt:lpstr>PowerPoint Presentation</vt:lpstr>
      <vt:lpstr>PowerPoint Presentation</vt:lpstr>
      <vt:lpstr>IDP – Identity Provider</vt:lpstr>
      <vt:lpstr>How it works behind scenes</vt:lpstr>
      <vt:lpstr>Hands-on Add Security and Test Microservice</vt:lpstr>
      <vt:lpstr>PowerPoint Presentation</vt:lpstr>
      <vt:lpstr>Testing the Microservice from postman</vt:lpstr>
      <vt:lpstr>Challenges in Current Approach</vt:lpstr>
      <vt:lpstr>Introduction to App Router</vt:lpstr>
      <vt:lpstr>Real World Example</vt:lpstr>
      <vt:lpstr>Challenges in Current Approach</vt:lpstr>
      <vt:lpstr>Introduction to App Router</vt:lpstr>
      <vt:lpstr>Real World Example</vt:lpstr>
      <vt:lpstr>Hands on: App Router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288</cp:revision>
  <dcterms:created xsi:type="dcterms:W3CDTF">2013-09-12T13:05:01Z</dcterms:created>
  <dcterms:modified xsi:type="dcterms:W3CDTF">2026-02-02T08:03:05Z</dcterms:modified>
</cp:coreProperties>
</file>