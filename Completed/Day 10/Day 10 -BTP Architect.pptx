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6" r:id="rId2"/>
    <p:sldId id="4122" r:id="rId3"/>
    <p:sldId id="277" r:id="rId4"/>
    <p:sldId id="4811" r:id="rId5"/>
    <p:sldId id="4806" r:id="rId6"/>
    <p:sldId id="4807" r:id="rId7"/>
    <p:sldId id="4812" r:id="rId8"/>
    <p:sldId id="4808" r:id="rId9"/>
    <p:sldId id="4772" r:id="rId10"/>
    <p:sldId id="4791" r:id="rId11"/>
    <p:sldId id="4767" r:id="rId12"/>
    <p:sldId id="4768" r:id="rId13"/>
    <p:sldId id="4804" r:id="rId14"/>
    <p:sldId id="4805" r:id="rId15"/>
    <p:sldId id="4802" r:id="rId16"/>
    <p:sldId id="4773" r:id="rId17"/>
    <p:sldId id="4774" r:id="rId18"/>
    <p:sldId id="4775" r:id="rId19"/>
    <p:sldId id="4776" r:id="rId20"/>
    <p:sldId id="4754" r:id="rId21"/>
    <p:sldId id="282" r:id="rId22"/>
    <p:sldId id="280" r:id="rId23"/>
    <p:sldId id="4711" r:id="rId2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5250" autoAdjust="0"/>
  </p:normalViewPr>
  <p:slideViewPr>
    <p:cSldViewPr>
      <p:cViewPr varScale="1">
        <p:scale>
          <a:sx n="97" d="100"/>
          <a:sy n="97" d="100"/>
        </p:scale>
        <p:origin x="828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9:08:56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31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1108 105 24575,'-1'-5'0,"-1"0"0,0 0 0,0 0 0,0 0 0,-1 1 0,0-1 0,0 1 0,0-1 0,0 1 0,-5-5 0,2 2 0,3 4 0,1-1 0,-1 1 0,0 0 0,-1 0 0,1 0 0,0 0 0,-1 1 0,0-1 0,1 1 0,-1 0 0,0 0 0,0 0 0,0 1 0,0-1 0,-1 1 0,1 0 0,-6-1 0,0 2 0,1 1 0,0-1 0,0 1 0,0 1 0,0 0 0,0 0 0,-12 5 0,-100 34 0,-148 72 0,225-90 0,1 1 0,1 2 0,2 2 0,0 2 0,2 1 0,-51 55 0,63-57 0,0 2 0,3 1 0,0 1 0,-18 37 0,33-55 0,1 0 0,1 1 0,0-1 0,1 1 0,0 1 0,1-1 0,1 0 0,1 1 0,0 0 0,2 0 0,-1-1 0,4 21 0,-1-25 0,1 0 0,1 0 0,0-1 0,0 0 0,2 1 0,-1-2 0,1 1 0,0-1 0,1 1 0,1-2 0,-1 1 0,2-1 0,-1 0 0,1-1 0,0 0 0,1-1 0,16 11 0,0-3 0,0-1 0,1-1 0,1-1 0,0-1 0,0-2 0,33 6 0,-11-4 0,1-4 0,0-1 0,0-2 0,1-3 0,-1-2 0,0-2 0,0-3 0,0-1 0,56-17 0,-72 14 0,-1-1 0,0-2 0,0-1 0,-2-2 0,0-1 0,-1-1 0,0-2 0,-2-1 0,0-1 0,-2-2 0,-1-1 0,0-1 0,37-50 0,-43 46 0,-1-1 0,-1-1 0,-2 0 0,-1-1 0,10-38 0,-16 43 0,-2-1 0,-1 0 0,-1 0 0,-2 0 0,-1 0 0,-2-50 0,-1 68 0,0 0 0,-1 0 0,0 0 0,-1 0 0,0 0 0,-1 1 0,0-1 0,0 1 0,-1 0 0,-10-15 0,10 19 0,0 0 0,-1 0 0,1 0 0,-1 0 0,0 1 0,-1 0 0,1 1 0,-1-1 0,0 1 0,0 0 0,-1 1 0,1 0 0,-1 0 0,1 1 0,-12-3 0,-3 2 67,0 0 0,0 2 0,0 0 0,-39 4-1,-87 19-1144,121-17 457,-59 11-6205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32.5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1394 112 24575,'-1'-4'0,"1"1"0,-1-1 0,0 0 0,0 1 0,0-1 0,0 1 0,0-1 0,-1 1 0,0 0 0,0-1 0,0 1 0,0 0 0,0 0 0,0 0 0,-1 1 0,0-1 0,1 0 0,-1 1 0,0 0 0,0 0 0,0 0 0,-1 0 0,-5-3 0,-3 0 0,-1 0 0,1 0 0,-1 1 0,0 1 0,-19-3 0,-18 1 0,-1 1 0,1 3 0,-1 2 0,1 3 0,-1 1 0,1 3 0,1 2 0,0 2 0,0 2 0,1 2 0,1 2 0,1 3 0,0 1 0,2 2 0,1 2 0,1 3 0,1 0 0,1 3 0,2 1 0,-64 74 0,75-74 0,1 1 0,2 1 0,2 1 0,1 1 0,2 0 0,1 2 0,-13 42 0,26-62 0,1-1 0,0 1 0,1 1 0,1-1 0,1 0 0,1 0 0,3 33 0,-1-38 0,1 0 0,1 0 0,0 0 0,1-1 0,0 1 0,1-1 0,0 0 0,1-1 0,1 1 0,0-1 0,13 14 0,-6-9 0,1-1 0,1-1 0,0 0 0,1-1 0,1-1 0,0-1 0,26 13 0,-17-12 0,1-1 0,0-2 0,1-1 0,53 9 0,-22-11 0,1-3 0,-1-2 0,1-3 0,114-17 0,-97 6 0,-1-4 0,-1-3 0,85-33 0,-126 38 0,-1-1 0,-1-2 0,0-1 0,-1-2 0,-1-1 0,-1-2 0,-1-1 0,44-45 0,-58 50 0,-1-1 0,0-1 0,-2 0 0,0-1 0,-1 0 0,-1-1 0,-2 0 0,0-1 0,-1 0 0,-2 0 0,0-1 0,-2 1 0,3-43 0,-6 49 0,-1-1 0,-1 1 0,-1 0 0,0 0 0,-1 0 0,-1 0 0,-1 0 0,0 1 0,-1 0 0,-1 0 0,-1 1 0,0-1 0,-1 2 0,-1-1 0,-1 1 0,0 1 0,0 0 0,-2 0 0,-20-17 0,8 12 0,-2 0 0,-1 2 0,0 1 0,-1 1 0,0 2 0,-1 1 0,-1 1 0,-49-11 0,34 13 0,0 2 0,-1 2 0,0 2 0,1 2 0,-64 7 0,89-2-1365,5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17.1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1576 571 24575,'30'-8'0,"-8"1"0,0 4 0,-11 2 0,1-1 0,-1 0 0,0-1 0,13-4 0,-54 3 0,11 7 0,-1 0 0,1 1 0,0 1 0,1 1 0,-27 11 0,-87 50 0,107-52 0,-70 37 0,3 5 0,2 4 0,-102 91 0,143-108 0,2 3 0,3 1 0,1 2 0,3 3 0,2 1 0,-51 97 0,36-38 0,-49 158 0,-17 130 0,68-223 0,-136 441 0,139-442 0,43-150 0,1 1 0,2-1 0,0 1 0,4 44 0,-2-68 0,1-1 0,-1 1 0,1 0 0,0 0 0,0 0 0,0-1 0,0 1 0,1 0 0,-1-1 0,1 0 0,0 1 0,0-1 0,0 0 0,0 0 0,1 0 0,-1 0 0,1 0 0,0 0 0,0-1 0,0 0 0,0 1 0,0-1 0,1 0 0,-1-1 0,1 1 0,-1 0 0,1-1 0,0 0 0,-1 0 0,1 0 0,7 1 0,5-2 0,0 1 0,0-2 0,0 0 0,0-1 0,-1 0 0,22-7 0,55-10 0,1 5 0,184-7 0,190 33 0,-462-12 0,481 34 0,-112-7 0,-358-26 0,-10 0 0,0 0 0,-1-1 0,1 0 0,0 0 0,-1 0 0,1 0 0,0-1 0,-1 0 0,1 0 0,-1-1 0,10-3 0,-14 5 0,-1 0 0,1-1 0,-1 1 0,0 0 0,1 0 0,-1-1 0,0 1 0,1 0 0,-1-1 0,0 1 0,1 0 0,-1-1 0,0 1 0,0 0 0,1-1 0,-1 1 0,0-1 0,0 1 0,0 0 0,0-1 0,0 1 0,0-1 0,1 1 0,-1-1 0,0 1 0,0-1 0,0 1 0,0 0 0,0-1 0,-1 1 0,1-1 0,-11-13 0,-23-7 0,30 19 0,-6-4 0,0 1 0,0-2 0,-15-12 0,21 16 0,1-1 0,0 1 0,0-1 0,0 0 0,1 0 0,-1 0 0,1-1 0,0 1 0,0-1 0,0 1 0,-1-8 0,-8-37 0,3-1 0,-2-50 0,8 87 0,2 0 0,0 0 0,0 0 0,2 1 0,-1-1 0,1 0 0,1 1 0,1-1 0,-1 1 0,2 0 0,0 0 0,0 0 0,1 1 0,0 0 0,1 0 0,1 1 0,0-1 0,0 2 0,1-1 0,0 1 0,16-13 0,2 3 0,0 2 0,2 0 0,-1 2 0,40-14 0,127-35 0,-163 54 0,18-4 0,0 1 0,77-8 0,-123 20 0,1 1 0,-1 0 0,0 0 0,1 0 0,-1 1 0,0-1 0,0 1 0,0 0 0,1 0 0,-1 1 0,0-1 0,0 1 0,-1 0 0,1 0 0,0 0 0,-1 0 0,1 1 0,-1 0 0,5 4 0,0 2 0,-1 0 0,-1 1 0,0 0 0,0 0 0,-1 0 0,5 12 0,10 24 0,-2 1 0,-2 1 0,-2 0 0,-2 1 0,-2 1 0,-2 0 0,1 82 0,-10-54 0,-1-31 0,2 0 0,2 0 0,12 64 0,-14-109 0,0 0 0,0-1 0,1 1 0,-1 0 0,1 0 0,0-1 0,0 1 0,-1-1 0,1 1 0,0-1 0,0 1 0,2 1 0,5-3 0,2-11 0,-5 5 0,0-1 0,0 1 0,1 0 0,0 1 0,0 0 0,1-1 0,-1 2 0,1-1 0,0 1 0,0 0 0,1 1 0,-1-1 0,1 2 0,0-1 0,0 1 0,10-2 0,14-1 0,1 2 0,58 1 0,-57 2 0,712 0-249,-290 1 2,450 33 147,-831-22 696,-80-14-596,1 0 0,-1 0 0,1-1 0,0 0 0,0 0 0,0 0 0,0-1 0,0 1 0,0-1 0,1 0 0,0 0 0,0 0 0,0 0 0,0-1 0,1 1 0,0-1 0,0 1 0,-3-8 0,0-9 0,0 1 0,1-1 0,-2-27 0,1 5 0,-1 6 0,2-1 0,1 1 0,5-73 0,-1 97 0,1 1 0,0-1 0,1 1 0,0-1 0,1 1 0,0 0 0,1 1 0,1-1 0,-1 1 0,2 0 0,0 0 0,0 1 0,1 0 0,0 0 0,14-13 0,4 2 0,1 2 0,1 0 0,0 1 0,2 2 0,59-24 0,-43 24 0,1 2 0,0 2 0,71-9 0,-95 18 0,0 2 0,0 0 0,0 1 0,0 2 0,0 0 0,0 2 0,0 0 0,0 2 0,-1 0 0,0 2 0,-1 0 0,1 1 0,-1 1 0,-1 1 0,0 1 0,-1 1 0,0 1 0,-1 0 0,28 30 0,-19-15 0,-1 2 0,-2 0 0,0 2 0,-3 1 0,21 42 0,-29-47 0,0 0 0,-2 1 0,-1 0 0,-2 0 0,-1 1 0,-1 0 0,1 34 0,-7-41 0,-1-1 0,-1 1 0,-2-1 0,0 0 0,-1 0 0,-2 0 0,-11 30 0,15-38 0,3-15 0,0 0 0,0 0 0,0 1 0,0-1 0,0 0 0,0 0 0,1 0 0,-1 0 0,0 0 0,0 0 0,0 0 0,0 0 0,0 0 0,1 0 0,-1 0 0,0 0 0,0 0 0,0 0 0,0 0 0,1 0 0,-1 0 0,0 0 0,0 0 0,0 0 0,0 0 0,1 0 0,-1 0 0,0 0 0,0 0 0,0 0 0,0 0 0,0 0 0,1 0 0,-1 0 0,0 0 0,0-1 0,0 1 0,0 0 0,0 0 0,0 0 0,0 0 0,1-1 0,23-23 0,-13 12 0,4 0 0,1 1 0,0 1 0,0 0 0,1 1 0,0 1 0,0 0 0,1 2 0,0 0 0,0 1 0,32-5 0,12 2 0,119 2 0,-137 6 0,1404 4-739,-474 49 739,-181 51-151,-747-96 207,-27-3 37,0-1-1,0-1 0,0-1 1,1-1-1,28-1 1,-47 0-89,-1 0 1,1 0-1,0 0 0,0 0 0,0 0 1,0 0-1,0-1 0,0 1 1,0 0-1,0-1 0,0 1 0,-1 0 1,1-1-1,0 1 0,0-1 1,0 1-1,-1-1 0,1 1 0,0-1 1,-1 0-1,1 1 0,0-1 1,-1 0-1,1 0 0,-1 1 0,1-1 1,-1 0-1,0 0 0,1 0 1,-1 0-1,0 1 0,1-1 0,-1 0 1,0 0-1,0 0 0,0 0 0,0 0 1,0 0-1,0 0 0,0 0 1,0 0-1,0 0 0,0 1 0,-1-1 1,1 0-1,0 0 0,-1 0 1,1 0-1,0 0 0,-1 1 0,1-1 1,-1 0-1,0-1 0,-4-5 6,0-1-1,-1 1 1,1 0 0,-8-7-1,-66-62-9,42 41 0,1 0 0,2-3 0,-32-45 0,29 22 0,2-1 0,3-2 0,2-1 0,4-1 0,-33-127 0,39 114 0,-32-110 0,42 163 0,0 1 0,-1 1 0,-1 0 0,-2 0 0,-19-26 0,-2 7 0,-1 2 0,-2 2 0,-1 1 0,-2 2 0,-2 2 0,-71-44 0,60 47 0,-2 2 0,-1 3 0,-1 2 0,0 3 0,-90-20 0,-755-104 0,793 136 0,-153 6 0,226 10 0,31-6 0,1 1 0,-1-1 0,0 0 0,0-1 0,-1 0 0,1 1 0,-8-2 0,13 0 0,1 1 0,-1 0 0,1 0 0,0-1 0,-1 1 0,1 0 0,-1-1 0,1 1 0,0-1 0,-1 1 0,1 0 0,0-1 0,0 1 0,-1-1 0,1 1 0,0-1 0,0 1 0,0-1 0,-1 1 0,1-1 0,0 1 0,0-1 0,0 1 0,0-1 0,0 1 0,0-1 0,0 1 0,0-1 0,0 1 0,0-1 0,0 0 0,1 1 0,-1-1 0,0 1 0,0-1 0,9-22 0,-7 19 0,3-9 0,0 0 0,0 0 0,-2 0 0,1-1 0,-2 1 0,0-1 0,0 1 0,-1-1 0,-1 0 0,0 0 0,-1 0 0,-1 1 0,0-1 0,0 1 0,-2-1 0,-7-20 0,-4 0 0,-2 0 0,-1 2 0,-2 0 0,-1 1 0,-1 0 0,-2 2 0,-1 1 0,-1 1 0,-54-44 0,3 15 0,-1 3 0,-147-74 0,55 46 0,-230-76 0,-191-25 0,-381-70 0,764 209 0,-2 8 0,-320-12 0,396 45 0,0 6 0,0 6 0,1 6 0,0 5 0,-145 44 0,205-40 0,1 2 0,1 4 0,2 3 0,-122 80 0,128-68 0,-21 13 0,57-43-341,-1-2 0,0-1-1,-44 13 1,47-19-6485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683 52 24575,'-6'-6'0,"-1"1"0,0 0 0,0 1 0,0 0 0,0 0 0,-1 0 0,1 1 0,-1 0 0,0 1 0,0-1 0,-10 0 0,7 1 0,-1 0 0,1 1 0,0 1 0,-1 0 0,1 0 0,0 1 0,-20 4 0,10 2 0,0 1 0,0 0 0,1 2 0,1 0 0,-1 1 0,2 1 0,-1 1 0,2 1 0,0 0 0,0 2 0,-20 23 0,13-9 0,0 0 0,2 2 0,1 1 0,2 0 0,-27 65 0,31-56 0,1 2 0,3-1 0,1 2 0,-7 76 0,14-63 0,2 0 0,2 0 0,12 72 0,-8-95 0,2-1 0,2 0 0,1-1 0,1 0 0,2 0 0,2-1 0,0-1 0,2 0 0,32 42 0,-37-57 0,1 0 0,1-1 0,0-1 0,1 0 0,0-1 0,1-1 0,1 0 0,0-1 0,1-1 0,0 0 0,0-2 0,1 0 0,0-1 0,0-1 0,0-1 0,1 0 0,37 3 0,-38-7 0,1-1 0,-1-1 0,1-1 0,-1 0 0,0-1 0,0-1 0,0-1 0,0-1 0,32-15 0,-28 9 0,-1-1 0,0-1 0,-1 0 0,0-2 0,-2 0 0,33-35 0,-22 14 0,-1-1 0,-2-1 0,-2-1 0,-1-1 0,-2-2 0,-2 0 0,24-78 0,-28 66 0,-2-1 0,-2-1 0,4-60 0,-13 83 0,-2 0 0,-2-1 0,0 1 0,-3 0 0,-1 1 0,-13-50 0,14 68 0,-1 1 0,0 0 0,-1 1 0,-1-1 0,0 1 0,0 0 0,-2 1 0,1 0 0,-2 0 0,1 1 0,-2 0 0,1 1 0,-1 0 0,-1 1 0,0 0 0,0 0 0,-1 2 0,0-1 0,0 2 0,-1 0 0,0 0 0,0 1 0,0 1 0,-22-4 0,7 5 49,0 0 0,-1 2 0,1 1-1,-1 2 1,1 0 0,-43 10 0,39-4-334,0 1 1,1 2-1,1 0 1,-1 3-1,-39 22 1,37-14-6542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18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608 113 24575,'-8'-6'0,"1"0"0,-1 0 0,-1 1 0,1 0 0,-1 0 0,1 1 0,-1 0 0,0 1 0,-1-1 0,1 2 0,-1 0 0,1 0 0,-1 0 0,1 1 0,-13 1 0,7 0 0,0 0 0,0 1 0,-1 1 0,1 1 0,0 0 0,0 1 0,1 0 0,-28 13 0,24-7 0,1 0 0,0 1 0,1 1 0,0 0 0,1 1 0,1 1 0,0 0 0,-14 18 0,13-11 0,0 1 0,1 1 0,2-1 0,0 2 0,-14 42 0,15-30 0,2 1 0,1-1 0,2 2 0,2-1 0,1 0 0,2 1 0,1 0 0,11 67 0,-7-79 0,1 0 0,2-1 0,1 0 0,1 0 0,0 0 0,2-1 0,1-1 0,1 0 0,1-1 0,1 0 0,1-1 0,1-1 0,0 0 0,2-2 0,0 0 0,1-1 0,1 0 0,0-2 0,1-1 0,1-1 0,0 0 0,1-2 0,0-1 0,43 13 0,-28-15-12,1-2-1,-1-1 1,1-2 0,0-2-1,0-1 1,0-3-1,0-1 1,-1-1-1,1-3 1,-1-1-1,-1-2 1,48-20 0,-49 16-12,-1-2 1,0-1 0,-1-2 0,-1-2 0,-2-1 0,0-1 0,-1-2 0,-2-1 0,0-1 0,-2-2 0,-1 0-1,27-44 1,-35 45 14,-2-1 0,-1-1 0,-2 0 0,0-1 0,-3-1 0,0 1-1,-2-2 1,-2 1 0,-1-1 0,1-46 0,-6 58 11,-1 0-1,-1 0 1,-1 1 0,-1-1-1,-1 1 1,-1 0 0,-12-30-1,11 35-1,-1 0-1,-1 1 1,-1 0-1,0 0 1,-1 1-1,0 0 1,-1 1-1,0 0 1,-29-21-1,17 18 11,0 1 0,-2 1 0,0 2 1,0 0-1,-1 2 0,-1 0 0,1 2 0,-1 1 0,-1 2 0,-31-3 1,-22 2-473,0 4 1,-103 9-1,49 5-5902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19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225 56 24575,'0'-1'0,"-1"-21"0,-1 15 0,-3 14 0,-9 46 0,-10 62 0,9-36 0,9-51 0,-44 219 0,37-165 0,-2 86 0,15-155 0,0 1 0,0-1 0,1 1 0,1-1 0,0 0 0,1 0 0,6 16 0,-7-24 0,0 0 0,0 0 0,0-1 0,1 1 0,0-1 0,0 0 0,0 1 0,0-2 0,1 1 0,0 0 0,-1-1 0,1 1 0,1-1 0,-1 0 0,0 0 0,1-1 0,-1 1 0,1-1 0,0 0 0,0-1 0,8 3 0,19 0 0,0-1 0,1-1 0,-1-2 0,0-2 0,37-5 0,13-1 0,358 10 0,-2 45 0,-393-39 0,-19-4 0,-1 0 0,29 0 0,-54-4 0,1 0 0,0 0 0,0 0 0,0 0 0,0-1 0,0 1 0,0 0 0,0 0 0,-1-1 0,1 1 0,0 0 0,0-1 0,0 1 0,-1-1 0,1 1 0,0-1 0,0 1 0,-1-1 0,1 0 0,0 1 0,-1-1 0,1 0 0,-1 1 0,1-1 0,-1 0 0,1 0 0,-1 0 0,0 1 0,1-1 0,-1 0 0,0 0 0,0 0 0,0 0 0,1 0 0,-1 0 0,0 1 0,0-1 0,0 0 0,0 0 0,0 0 0,-1 0 0,1 0 0,0 0 0,-1-1 0,-1-7 0,0 0 0,-1 1 0,-6-15 0,3 8 0,-47-184 0,1 5 0,40 158 0,-2 1 0,-1 0 0,-26-43 0,27 54 0,-2 1 0,0 1 0,-1 0 0,-1 2 0,-1 0 0,-1 1 0,0 0 0,-1 2 0,-1 1 0,-1 0 0,-1 2 0,0 0 0,-30-11 0,-9 2 0,-1 3 0,-110-19 0,-137 3 0,-72 29-1365,351 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0.6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1920 14 24575,'-3'-13'0,"-3"15"0,-7 21 0,-1 24 0,2 0 0,-11 81 0,14-71 0,-76 487 0,75-471 0,6-37 0,4-26 0,0-1 0,-1 0 0,-1 0 0,-4 17 0,5-25 0,1 0 0,-1 0 0,1 0 0,-1 0 0,1-1 0,-1 1 0,0 0 0,1 0 0,-1-1 0,0 1 0,0 0 0,0-1 0,0 1 0,1-1 0,-1 1 0,0-1 0,0 0 0,0 1 0,0-1 0,0 0 0,0 1 0,0-1 0,0 0 0,0 0 0,0 0 0,0 0 0,0 0 0,0 0 0,-2-1 0,-35-8 0,25 5 0,-21-4 0,-1 3 0,1 0 0,-1 3 0,-48 1 0,-141 21 0,138-10 0,-543 44 0,263-29 0,356-24 0,-1-1 0,1 0 0,-1 0 0,1-1 0,-15-3 0,22 3 0,1 1 0,-1-1 0,1 0 0,-1-1 0,1 1 0,-1 0 0,1-1 0,0 1 0,-1-1 0,1 0 0,0 0 0,0 0 0,0 0 0,0 0 0,1 0 0,-1 0 0,1-1 0,-1 1 0,1 0 0,0-1 0,0 1 0,0-1 0,0 0 0,0 1 0,0-4 0,0-3 0,0 1 0,1-1 0,0 1 0,0-1 0,1 1 0,0-1 0,1 1 0,0 0 0,0 0 0,1 0 0,4-11 0,7-11 0,27-43 0,-31 57 0,24-40 0,3 2 0,2 2 0,2 1 0,3 3 0,1 1 0,3 2 0,1 2 0,3 3 0,1 2 0,2 2 0,1 3 0,1 2 0,2 2 0,69-22 0,-44 23 0,1 4 0,100-14 0,-129 30 0,0 2 0,0 3 0,0 2 0,84 10 0,-124-6 86,0 0-1,1 0 0,23 10 1,-33-10-242,0 0 1,-1 0 0,1 1 0,-1-1 0,0 1 0,0 1 0,0-1-1,0 1 1,-1 0 0,6 7 0,-1 2-6671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1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16 215 24575,'-3'0'0,"-4"0"0,2-3 0,5-5 0,12-3 0,13-3 0,15-3 0,13-1 0,16-1 0,15 0 0,12 0 0,8 0 0,5 1 0,0 2 0,-7 2 0,-10 2 0,-22 5-8191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3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498 443 24575,'0'-2'0,"-1"0"0,1 0 0,-1 1 0,0-1 0,0 0 0,0 0 0,1 0 0,-2 0 0,1 1 0,0-1 0,0 0 0,0 1 0,-1-1 0,1 1 0,-1 0 0,1-1 0,-3 0 0,-28-19 0,31 21 0,0-1 0,0 1 0,0-1 0,0 1 0,0 0 0,0-1 0,0 1 0,0 0 0,0 0 0,0-1 0,0 1 0,0 0 0,0 0 0,0 0 0,0 0 0,0 0 0,0 1 0,0-1 0,0 0 0,1 0 0,-1 1 0,0-1 0,0 0 0,0 1 0,0-1 0,0 1 0,0-1 0,0 1 0,1 0 0,-1-1 0,0 1 0,0 0 0,1-1 0,-1 1 0,1 0 0,-1 0 0,1 0 0,-1-1 0,1 1 0,-1 0 0,1 0 0,-1 0 0,1 2 0,-2 5 0,0 1 0,0-1 0,1 1 0,1 11 0,-1-4 0,-30 357-120,-24 232-311,-180 767 321,168-999 441,60-306-249,3 1 1,2 0 0,12 105-1,-9-168-82,0 5 0,0 0 0,1 0 0,1 0 0,5 16 0,-7-23 0,0-1 0,0 0 0,1 1 0,-1-1 0,0 0 0,1 0 0,0 0 0,-1 0 0,1 0 0,0-1 0,0 1 0,0 0 0,0-1 0,1 0 0,-1 1 0,0-1 0,0 0 0,1 0 0,-1 0 0,1 0 0,-1-1 0,1 1 0,4 0 0,21 0 0,55-4 0,-19 0 0,948 1-497,-77 2 54,-901 0 443,24 0 0,99-14 0,-149 13 55,0-1 0,0 1 0,0-2 0,14-5-1,-21 7-41,0 1-1,0-1 1,0 1-1,0-1 1,0 1-1,0-1 0,0 0 1,0 1-1,0-1 1,0 0-1,-1 0 0,1 0 1,0 0-1,0 0 1,-1 0-1,1 0 1,-1 0-1,1 0 0,-1 0 1,1 0-1,-1 0 1,1 0-1,-1-1 1,0 1-1,0 0 0,0 0 1,0 0-1,0 0 1,0-1-1,0 1 0,0 0 1,0 0-1,0 0 1,-1-1-1,1 1 1,0 0-1,-1 0 0,1 0 1,-1 0-1,0-2 1,-9-11 18,-1 0 1,0 1-1,0 0 1,-2 1 0,-20-17-1,-25-25-64,40 33 33,1-1 0,1-1 0,0 0 0,2-1 0,1 0 0,1-1 0,1-1 0,-11-38 0,12 24 0,2-1 0,1 0 0,2 0 0,2 0 0,3-45 0,26-208-315,23 1-122,-33 199 395,12-64 55,122-789 417,-116 652-254,-7-368-1,-27 639-175,1 13 0,-1-1 0,-1 1 0,0 0 0,-2-12 0,2 20 0,0 0 0,0 0 0,0 0 0,0 0 0,0 0 0,-1 0 0,0 1 0,1-1 0,-1 0 0,0 1 0,0-1 0,-1 1 0,1 0 0,0 0 0,-1 0 0,1 0 0,-1 0 0,-4-2 0,-6-2 0,1 2 0,-1-1 0,0 2 0,0 0 0,0 0 0,-1 1 0,1 1 0,-22 0 0,-112 13 0,101-6 0,-639 49 0,204-21 0,431-29 0,-1-3 0,0-1 0,0-3 0,1-2 0,-69-15 0,106 16 0,4 1 0,-1-1 0,1 1 0,-1 1 0,-16-1 0,24 2 0,0 0 0,0 0 0,1 1 0,-1-1 0,0 0 0,1 1 0,-1-1 0,0 1 0,1-1 0,-1 1 0,1 0 0,-1-1 0,1 1 0,-1 0 0,1 0 0,0 0 0,-1 1 0,1-1 0,0 0 0,0 0 0,0 1 0,0-1 0,0 0 0,0 1 0,0-1 0,0 1 0,1-1 0,-1 1 0,1 0 0,-1-1 0,1 1 0,-1 0 0,1 1 0,-3 20 0,2 41 0,-1 16 0,-24 102 268,-13 156-1901,38-285-5193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4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76 24575,'0'-6'0,"0"0"0,0 0 0,0 0 0,-1 1 0,0-1 0,0 0 0,-1 1 0,-2-8 0,3 12 0,1 0 0,-1 0 0,0 0 0,0-1 0,1 1 0,-1 0 0,0 1 0,0-1 0,0 0 0,0 0 0,0 0 0,0 0 0,-1 1 0,1-1 0,0 1 0,-2-2 0,1 2 0,-1 0 0,1-1 0,0 1 0,-1 0 0,1 0 0,-1 0 0,1 0 0,0 1 0,-1-1 0,1 1 0,0-1 0,-3 2 0,-6 3 0,0 0 0,0 0 0,1 1 0,0 0 0,-18 15 0,-43 44 0,60-54 0,1 0 0,1 0 0,-1 0 0,2 1 0,-15 26 0,22-36 0,0 1 0,-1-1 0,1 1 0,1-1 0,-1 1 0,0-1 0,0 1 0,1-1 0,0 1 0,-1-1 0,1 1 0,0 0 0,0-1 0,1 1 0,-1-1 0,0 1 0,1 0 0,0-1 0,-1 1 0,1-1 0,0 1 0,0-1 0,1 0 0,-1 1 0,0-1 0,1 0 0,-1 0 0,1 0 0,0 0 0,0 0 0,0 0 0,0-1 0,0 1 0,0-1 0,0 1 0,0-1 0,1 0 0,-1 0 0,1 0 0,-1 0 0,4 1 0,3 1 0,-1-1 0,1 0 0,0-1 0,0 0 0,0 0 0,-1-1 0,1 0 0,0-1 0,0 1 0,0-2 0,0 1 0,14-6 0,-8 3 0,0-2 0,-1 0 0,0 0 0,0-2 0,0 1 0,17-15 0,-25 18 0,-1 0 0,0-1 0,-1 1 0,1-1 0,-1-1 0,0 1 0,0-1 0,0 1 0,-1-1 0,0 0 0,3-7 0,-5 10 0,0 0 0,0-1 0,-1 1 0,1 0 0,-1 0 0,0-1 0,0 1 0,0 0 0,0 0 0,0-1 0,-1 1 0,0 0 0,1 0 0,-1 0 0,0 0 0,-1 0 0,1 0 0,0 0 0,-1 0 0,0 0 0,0 0 0,0 1 0,0-1 0,-3-3 0,-3-1-341,1 1 0,-1-1-1,-10-5 1,-2 0-6485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5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202 242 24575,'1'-3'0,"0"1"0,0-1 0,0 0 0,0 1 0,0-1 0,1 1 0,-1-1 0,4-3 0,3-5 0,3-9 0,29-55 0,-37 66 0,0 1 0,0-1 0,0 0 0,-1 0 0,-1 0 0,1 0 0,-1-11 0,-1 19 0,0-1 0,0 1 0,0 0 0,0 0 0,0-1 0,0 1 0,0 0 0,-1 0 0,1-1 0,0 1 0,-1 0 0,1 0 0,-1 0 0,1 0 0,-1 0 0,0 0 0,1 0 0,-3-2 0,3 3 0,-1-1 0,0 1 0,0 0 0,1-1 0,-1 1 0,0 0 0,0 0 0,0-1 0,1 1 0,-1 0 0,0 0 0,0 0 0,0 0 0,0 0 0,1 0 0,-1 1 0,0-1 0,0 0 0,0 0 0,-1 1 0,-3 2 0,0-1 0,0 1 0,0 0 0,0 1 0,1-1 0,-7 7 0,-8 10 0,1 0 0,2 1 0,0 1 0,1 0 0,1 2 0,1-1 0,-15 39 0,7-6 0,3 2 0,-15 75 0,27-106 0,2 0 0,-2 36 0,6-55 0,0 1 0,1 0 0,-1-1 0,2 1 0,-1-1 0,1 1 0,0-1 0,1 0 0,0 0 0,0 0 0,8 12 0,-10-17 0,1 0 0,0-1 0,0 1 0,1-1 0,-1 1 0,0-1 0,1 0 0,0 0 0,-1 0 0,1 0 0,0 0 0,0 0 0,0-1 0,0 0 0,0 1 0,1-1 0,-1 0 0,4 0 0,-2-1 0,1 1 0,-1-1 0,1-1 0,-1 1 0,1-1 0,-1 0 0,0 0 0,0 0 0,1-1 0,6-3 0,1-2 0,0 0 0,0 0 0,-1-2 0,0 1 0,0-2 0,-1 1 0,14-17 0,-7 2 0,-1 0 0,0-2 0,-2 0 0,21-51 0,-36 76 0,-5 38 0,0 40 0,4-63 0,0 17 61,-2 72 200,3-92-472,1 0 0,1 0 0,-1-1 0,2 1 0,0 0 1,0-1-1,6 12 0,2-1-6615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6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73 24575,'-8'-14'0,"3"11"0,4 11 0,40 164 0,-36-156 0,7 50 0,-10-60 0,1-1 0,-1 0 0,-1 1 0,1-1 0,-1 1 0,1-1 0,-2 1 0,1-1 0,-3 7 0,3-27 0,5-13 0,6-21 0,2 1 0,2 1 0,32-72 0,-43 114 0,-1 0 0,1 1 0,0-1 0,1 1 0,-1-1 0,1 1 0,-1 0 0,1 0 0,6-4 0,-8 7 0,-1 0 0,0 0 0,1 1 0,-1-1 0,1 0 0,-1 1 0,1-1 0,-1 1 0,1-1 0,-1 1 0,1 0 0,0 0 0,-1 0 0,1 0 0,0 0 0,-1 0 0,1 0 0,-1 0 0,1 0 0,0 1 0,-1-1 0,1 1 0,-1-1 0,1 1 0,-1 0 0,1 0 0,-1 0 0,0-1 0,1 1 0,-1 0 0,0 1 0,0-1 0,0 0 0,0 0 0,2 2 0,4 8 0,1 1 0,-1-1 0,-1 1 0,0 1 0,-1-1 0,0 1 0,5 24 0,-3-14 0,11 26 0,-18-48 0,0-1 0,0 1 0,0-1 0,1 1 0,-1-1 0,0 1 0,0-1 0,1 0 0,-1 1 0,0-1 0,0 1 0,1-1 0,-1 0 0,1 1 0,-1-1 0,0 0 0,1 1 0,-1-1 0,1 0 0,-1 1 0,1-1 0,-1 0 0,0 0 0,1 0 0,-1 1 0,1-1 0,-1 0 0,1 0 0,0 0 0,-1 0 0,1 0 0,-1 0 0,1 0 0,-1 0 0,1 0 0,-1 0 0,1 0 0,-1 0 0,1-1 0,-1 1 0,1 0 0,-1 0 0,1 0 0,-1-1 0,0 1 0,1 0 0,-1-1 0,1 1 0,-1 0 0,0-1 0,1 1 0,-1 0 0,0-1 0,1 1 0,-1-1 0,0 1 0,0-1 0,1 1 0,-1-1 0,21-37 0,-15 27 0,10-17 0,32-40 0,-40 59 0,0 0 0,0 0 0,0 1 0,1 0 0,1 0 0,-1 1 0,19-10 0,-26 16 0,1 0 0,-1 0 0,0 0 0,0 0 0,0 0 0,1 0 0,-1 1 0,0-1 0,1 1 0,-1 0 0,1 0 0,-1 0 0,0 0 0,1 0 0,-1 0 0,1 1 0,-1-1 0,4 2 0,-4-1 0,0 1 0,0-1 0,0 1 0,0-1 0,0 1 0,0 0 0,-1 0 0,1-1 0,-1 1 0,1 0 0,-1 1 0,0-1 0,0 0 0,0 0 0,0 0 0,0 1 0,1 4 0,5 27-273,-1 1 0,-2 0 0,-1 1 0,-3 53 0,0-70-6553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7.0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96 216 24575,'2'-1'0,"0"1"0,0-1 0,0 0 0,0 1 0,0-1 0,0 0 0,0-1 0,-1 1 0,1 0 0,0 0 0,-1-1 0,1 1 0,-1-1 0,1 1 0,1-4 0,19-27 0,-13 17 0,-1 0 0,0-1 0,-2 0 0,0 0 0,0-1 0,2-18 0,-7 33 0,-1 1 0,0 0 0,0-1 0,0 1 0,0-1 0,0 1 0,0-1 0,0 1 0,0 0 0,0-1 0,-1 1 0,1-1 0,-1 1 0,1 0 0,-1-1 0,0-1 0,0 3 0,1-1 0,-1 1 0,0-1 0,1 0 0,-1 1 0,0-1 0,0 1 0,1-1 0,-1 1 0,0 0 0,0-1 0,0 1 0,0 0 0,1 0 0,-1-1 0,0 1 0,0 0 0,0 0 0,-1 0 0,-1 0 0,-1 1 0,1 0 0,0-1 0,0 1 0,0 0 0,0 0 0,0 0 0,1 1 0,-1-1 0,0 1 0,0-1 0,1 1 0,-3 2 0,-11 13 0,1 0 0,1 1 0,0 1 0,1 0 0,1 0 0,-14 35 0,5-1 0,20-49 0,0 0 0,0-1 0,1 1 0,-1 0 0,1 0 0,0 0 0,0 0 0,0 0 0,1 0 0,-1 0 0,3 8 0,-3-11 0,0-1 0,1 1 0,-1 0 0,0 0 0,1-1 0,-1 1 0,1 0 0,-1 0 0,1-1 0,-1 1 0,1 0 0,0-1 0,-1 1 0,1-1 0,0 1 0,-1-1 0,1 1 0,0-1 0,0 1 0,-1-1 0,1 0 0,0 0 0,0 1 0,0-1 0,0 0 0,-1 0 0,3 0 0,-1 0 0,0 0 0,1-1 0,-1 1 0,0-1 0,0 0 0,0 1 0,0-1 0,0 0 0,1 0 0,1-3 0,5-2 0,-1 0 0,-1-1 0,13-12 0,54-83 0,-43 57 0,-31 44 0,1 0 0,0 0 0,-1 0 0,1 0 0,0 0 0,-1 0 0,1 0 0,0 0 0,0 1 0,0-1 0,0 0 0,0 0 0,0 1 0,0-1 0,0 1 0,0-1 0,0 1 0,0-1 0,1 1 0,-1 0 0,-1 0 0,1 1 0,-1-1 0,1 0 0,-1 1 0,1-1 0,-1 1 0,1-1 0,-1 0 0,1 1 0,-1-1 0,0 1 0,1-1 0,-1 1 0,0 0 0,0-1 0,1 1 0,-1-1 0,0 1 0,0-1 0,0 1 0,0 0 0,0-1 0,0 1 0,0 0 0,2 11 0,-2 0 0,-1 20 0,1-22 0,-1 3 0,0-5 0,1 0 0,0 1 0,0-1 0,1 0 0,3 14 0,-4-20 0,1-1 0,-1 0 0,1 1 0,-1-1 0,1 0 0,0 1 0,0-1 0,0 0 0,0 0 0,0 0 0,0 1 0,0-1 0,0 0 0,0 0 0,0-1 0,0 1 0,1 0 0,-1 0 0,0-1 0,1 1 0,-1 0 0,0-1 0,1 1 0,-1-1 0,1 0 0,-1 0 0,1 1 0,-1-1 0,1 0 0,-1 0 0,1 0 0,-1 0 0,1-1 0,-1 1 0,1 0 0,-1-1 0,0 1 0,2-1 0,6-2 0,0-1 0,0 0 0,0 0 0,-1 0 0,0-1 0,0-1 0,0 1 0,0-1 0,-1-1 0,0 1 0,11-14 0,-4 2 0,0 0 0,-2-1 0,20-38 0,-20 22 0,-10 28 0,1 0 0,-1 0 0,1 0 0,0 1 0,5-8 0,-5 14 0,-2 7 0,-3 10 0,1-10 0,-3 23 0,-2 53 0,6-76 0,1 1 0,-1 0 0,1 0 0,0 0 0,1 0 0,0-1 0,0 1 0,1-1 0,0 1 0,0-1 0,1 0 0,4 7 0,-7-12-85,0-1 0,0 0-1,0 0 1,0 0 0,1 0-1,-1 0 1,0 0 0,0 0-1,1 0 1,-1 0 0,0 0-1,1 0 1,-1-1 0,1 1-1,2 0 1,5-1-6741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7.1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12 24575,'0'-3'0,"-3"-1"0,-4 0 0,-1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27.5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1 24575,'-10'323'0,"8"-306"0,0 20 0,1 47 0,2-74 0,0 1 0,1 0 0,0 0 0,0-1 0,1 1 0,1-1 0,-1 0 0,11 19 0,-13-27 9,0-1 1,0 1-1,1 0 0,-1 0 0,1-1 0,-1 1 1,1-1-1,-1 1 0,1-1 0,0 1 1,0-1-1,-1 0 0,1 0 0,0 0 0,0 0 1,0 0-1,0-1 0,0 1 0,1-1 0,-1 1 1,0-1-1,0 0 0,0 0 0,0 1 0,0-2 1,1 1-1,-1 0 0,0 0 0,0-1 0,0 1 1,0-1-1,0 0 0,0 1 0,0-1 0,0 0 1,4-3-1,6-2-309,-1-2 0,0 0 0,-1 0 1,16-16-1,-23 21 93,14-14-6619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57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56 24575,'200'0'-75,"3224"-20"-8386,-3351 19 8347,2636-34-2473,-2 67 2323,-950 60 321,-641-27 1636,-146-51 6948,-698-15-7531,-260 1-1110,51-2 0,-57 2 0,1-1 0,-1 0 0,0-1 0,0 1 0,0-1 0,0 0 0,9-5 0,-4-2-1365,-5 0-5461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58.1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26 24575,'-1'-1'0,"0"0"0,-1-1 0,1 1 0,0-1 0,0 1 0,0-1 0,0 1 0,0-1 0,0 0 0,-1-3 0,2 5 0,0 0 0,0 0 0,0-1 0,0 1 0,0 0 0,0 0 0,0 0 0,0-1 0,0 1 0,0 0 0,0 0 0,0 0 0,0-1 0,1 1 0,-1 0 0,0 0 0,0 0 0,0 0 0,0-1 0,0 1 0,0 0 0,0 0 0,1 0 0,-1 0 0,0 0 0,0 0 0,0-1 0,0 1 0,1 0 0,-1 0 0,0 0 0,0 0 0,0 0 0,1 0 0,14 1 0,33 15 0,0 1 0,-1 3 0,55 32 0,-68-33 0,47 34 0,-69-44 0,-1 0 0,-1 0 0,0 1 0,0 0 0,-1 1 0,0 0 0,11 19 0,-18-27 17,-1-1 0,0 1 0,1 0 1,-1 0-1,0 0 0,0 0 0,-1 0 0,1 0 0,-1 0 0,1 0 0,-1 0 0,0 0 0,0 1 0,0-1 0,-1 0 0,1 0 0,-1 0 0,0 0 1,-2 5-1,1-3-160,0-1 1,-1 0 0,0 0 0,0 0-1,0 0 1,0-1 0,-1 1 0,0-1 0,1 0-1,-1 0 1,-8 4 0,-22 12-6684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59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250 324 24575,'-1'0'0,"-1"0"0,1 0 0,0 0 0,-1 0 0,1 0 0,0 1 0,-1-1 0,1 0 0,0 1 0,0 0 0,-1-1 0,1 1 0,0 0 0,0-1 0,0 1 0,0 0 0,0 0 0,0 0 0,0 0 0,-1 1 0,0 1 0,1-1 0,-1 1 0,1-1 0,0 1 0,0 0 0,0-1 0,0 1 0,1 0 0,-1 3 0,0 8 0,0-1 0,1 1 0,3 17 0,-3-22 0,19 169 0,8 208 0,-60 105 0,-34-3 0,56-414 0,-2 10 0,-4 158 0,17-236 0,0 1 0,1 0 0,0-1 0,0 1 0,0-1 0,1 1 0,0-1 0,0 1 0,1-1 0,0 0 0,0 0 0,0 0 0,7 8 0,-5-9 0,0 0 0,0 0 0,1 0 0,-1-1 0,1 0 0,0 0 0,1-1 0,-1 0 0,0 0 0,1 0 0,0-1 0,11 3 0,45 7 0,0-2 0,109 1 0,-102-8 0,1722 122-4290,-1318-88 3742,-111-9 432,923 52-703,-1260-79 841,150 0 881,-139-2-533,1-3 1,56-11-1,-85 13-113,0-1 0,0 0 0,0 0 0,0-1 0,0 0 0,-1 0 0,15-11 0,-18 11-152,-2 1 0,1-1 0,0 1 0,-1-1 0,0-1 0,0 1 0,0 0 0,0-1 1,-1 1-1,0-1 0,1 0 0,-2 0 0,1 1 0,-1-1 0,2-10 0,-2-9-105,-1 0 0,0 0 0,-2 0 0,-2 0 0,0 1 0,-8-30 0,2 12 0,-8-64 0,4-1 0,4 0 0,6-1 0,16-198 0,100-420 0,-31 253 0,-76 442 0,-1-1 0,-2 1 0,-1-1 0,-1 0 0,-6-39 0,4 60 0,0 0 0,-1 0 0,0 1 0,0-1 0,-1 1 0,0-1 0,-1 1 0,0 1 0,0-1 0,-1 1 0,0 0 0,0 0 0,-1 0 0,0 1 0,0 0 0,-1 0 0,0 1 0,0 0 0,-17-8 0,10 6 0,-1 2 0,0 0 0,0 1 0,0 1 0,-18-3 0,-87-7 0,103 13 0,-676-34-1220,399 24 439,-1188-42-3371,0 54 1971,1145 15 2358,4 26 1651,321-40-1940,-5 1 521,1 0 1,0 1-1,0 1 0,0 1 0,-21 10 0,21-6-4614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0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359 1 24575,'-25'38'0,"-281"480"0,290-493-1365,5-4-5461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0.9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462 1 24575,'1'12'0,"1"0"0,1 0 0,0 0 0,0 0 0,1 0 0,1-1 0,6 12 0,-1 1 0,61 172 0,-13-33 0,-58-163 0,0 0 0,1 0 0,-1 0 0,0 1 0,0-1 0,0 0 0,0 0 0,0 1 0,0-1 0,0 0 0,0 0 0,0 1 0,0-1 0,0 0 0,0 0 0,0 0 0,0 1 0,0-1 0,0 0 0,0 0 0,0 1 0,0-1 0,0 0 0,0 0 0,0 1 0,-1-1 0,1 0 0,0 0 0,0 0 0,0 0 0,0 1 0,0-1 0,-1 0 0,1 0 0,-11 1 0,-19-9 0,21 5 0,-29-6 0,0 3 0,0 0 0,-59 1 0,-115 13 0,151-4 0,-19-1-1365,63-3-5461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2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187 124 24575,'0'-9'0,"0"1"0,1 0 0,0-1 0,0 1 0,1 0 0,0 0 0,0 0 0,1 0 0,0 0 0,1 1 0,0 0 0,7-13 0,-8 14 0,-4 4 0,-12 9 0,-18 18 0,15-7 0,0 0 0,1 2 0,1 0 0,1 1 0,1 0 0,0 1 0,2 0 0,-13 38 0,11-19 0,2-1 0,1 2 0,3-1 0,-3 52 0,8-68 0,1 0 0,5 42 0,-4-60 0,0 0 0,0 0 0,1-1 0,0 1 0,0-1 0,1 1 0,0-1 0,0 0 0,0 0 0,1 0 0,0 0 0,0-1 0,0 0 0,10 9 0,-11-12 0,-1 0 0,1 0 0,0-1 0,0 1 0,1-1 0,-1 0 0,0 0 0,0 0 0,1 0 0,-1 0 0,0-1 0,1 1 0,-1-1 0,1 0 0,-1 0 0,1-1 0,-1 1 0,0-1 0,1 1 0,-1-1 0,0 0 0,1 0 0,-1-1 0,0 1 0,0-1 0,3-1 0,6-4 0,-1-1 0,0 1 0,0-2 0,-1 0 0,12-12 0,4-10 0,-1 0 0,-1-1 0,-1-1 0,-2-2 0,-2 0 0,-1-1 0,-2-1 0,20-66 0,-33 80 0,-5 16 0,-6 13 0,2 1 0,1 0 0,1 1 0,-1 0 0,1 0 0,0 1 0,1-1 0,-4 14 0,-11 65 0,16-76 0,-6 32 0,-2 69 0,10-97 0,0 1 0,1-1 0,0 0 0,1 0 0,1 0 0,1 0 0,0 0 0,7 16 0,-10-28-105,1 1 0,0-1 0,0 0 0,0 0 0,0 0 0,0-1 0,1 1 0,-1 0 0,1-1 0,-1 0 0,1 1 0,4 1 0,12 5-6721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3.2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 24575,'9'134'0,"1"6"0,-12-103 0,1-26 0,1-1 0,-1 1 0,2 0 0,-1-1 0,1 1 0,4 13 0,-5-24 0,0 1 0,0-1 0,0 0 0,0 0 0,0 0 0,0 0 0,0 0 0,0 0 0,0 1 0,0-1 0,0 0 0,0 0 0,1 0 0,-1 0 0,0 0 0,0 0 0,0 0 0,0 1 0,0-1 0,0 0 0,0 0 0,1 0 0,-1 0 0,0 0 0,0 0 0,0 0 0,0 0 0,0 0 0,0 0 0,1 0 0,-1 0 0,0 0 0,0 0 0,0 0 0,0 0 0,0 0 0,0 0 0,1 0 0,-1 0 0,0 0 0,0 0 0,0 0 0,0 0 0,0 0 0,1 0 0,5-7 0,4-11 0,53-145 0,-47 113 0,45-91 0,-58 135 0,1 0 0,-1 0 0,1 1 0,1-1 0,-1 1 0,10-9 0,-13 13 0,0 0 0,0 0 0,1 1 0,-1-1 0,0 0 0,1 0 0,-1 0 0,0 1 0,1-1 0,-1 1 0,1-1 0,-1 1 0,1 0 0,0 0 0,-1-1 0,1 1 0,-1 0 0,1 0 0,-1 1 0,1-1 0,-1 0 0,1 0 0,0 1 0,-1-1 0,1 1 0,-1-1 0,0 1 0,1 0 0,-1 0 0,0-1 0,1 1 0,-1 0 0,0 0 0,0 0 0,2 2 0,1 1 0,0 1 0,-1 0 0,1 0 0,-1 0 0,0 1 0,-1-1 0,1 1 0,-1-1 0,0 1 0,2 11 0,1 9 0,1 31 0,-3-26 0,7 115 0,-6-129 0,-4-17 0,0 0 0,1 0 0,-1 0 0,0 0 0,0 0 0,0 0 0,1 0 0,-1 0 0,0 0 0,0 0 0,0 0 0,1 0 0,-1 0 0,0 0 0,0 0 0,1 0 0,-1 0 0,0 0 0,0 0 0,0 0 0,1 0 0,-1 0 0,0 0 0,0-1 0,0 1 0,0 0 0,1 0 0,-1 0 0,0 0 0,0 0 0,0 0 0,0-1 0,0 1 0,1 0 0,-1 0 0,0 0 0,0-1 0,0 1 0,15-29 0,-11 20 0,13-37 0,3 2 0,1 1 0,52-77 0,-70 115 0,1 0 0,0 1 0,0 0 0,0 0 0,0 0 0,1 0 0,-1 1 0,1 0 0,0 0 0,0 0 0,6-2 0,-9 4 0,0 1 0,0-1 0,0 1 0,0 0 0,0 0 0,0-1 0,0 1 0,0 1 0,0-1 0,0 0 0,0 0 0,0 1 0,0-1 0,0 1 0,0 0 0,0-1 0,0 1 0,0 0 0,0 0 0,-1 0 0,1 1 0,0-1 0,-1 0 0,1 1 0,-1-1 0,1 1 0,-1-1 0,0 1 0,0 0 0,1-1 0,-1 1 0,0 0 0,0 2 0,5 8 0,0 0 0,-1 1 0,0-1 0,-2 1 0,5 22 0,4 72 0,-3-25 0,-7-71 78,-1 0-439,1-1 0,0 0 1,5 16-1,-1-13-6465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4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166 207 24575,'1'-47'0,"1"30"0,-2-1 0,0 0 0,-1 0 0,0 0 0,-8-28 0,9 44 0,0 1 0,0 0 0,-1 0 0,1 0 0,0-1 0,-1 1 0,1 0 0,-1 0 0,0 0 0,1 0 0,-1 0 0,0 0 0,0 0 0,0 0 0,1 0 0,-1 0 0,0 1 0,0-1 0,0 0 0,0 0 0,0 1 0,-1-1 0,-1 0 0,2 1 0,-1 0 0,1 0 0,0 0 0,-1 1 0,1-1 0,0 0 0,-1 1 0,1-1 0,0 1 0,-1-1 0,1 1 0,0 0 0,0 0 0,0-1 0,0 1 0,0 0 0,-2 2 0,-3 3 0,0 1 0,1 0 0,0 0 0,0 1 0,-6 11 0,-7 21 0,-24 75 0,38-101 0,0 0 0,1 0 0,1 0 0,0 0 0,1 0 0,1 0 0,0 0 0,1 1 0,4 21 0,-4-32 0,0-1 0,0 0 0,0 0 0,0 0 0,0 0 0,1 0 0,-1-1 0,1 1 0,0 0 0,0-1 0,0 1 0,0-1 0,1 1 0,-1-1 0,1 0 0,-1 0 0,1 0 0,5 2 0,-6-3 0,1 0 0,-1 0 0,1 0 0,0-1 0,-1 0 0,1 1 0,0-1 0,-1 0 0,1 0 0,0 0 0,-1-1 0,1 1 0,-1-1 0,1 1 0,0-1 0,-1 0 0,1 0 0,-1 0 0,0 0 0,1-1 0,-1 1 0,0 0 0,3-3 0,7-6 0,-1 0 0,0-1 0,0 0 0,-1-1 0,-1 0 0,1 0 0,-2-1 0,10-19 0,1-10 0,20-64 0,-36 99 0,-21 102 0,17-90 0,-4 15 0,-2 32 0,6-47 0,1 0 0,0 0 0,0 0 0,0 0 0,1 0 0,0 0 0,0 0 0,0 0 0,1 0 0,-1 0 0,5 9 0,-5-13 0,0 1 0,1 0 0,-1-1 0,0 1 0,1-1 0,-1 1 0,1-1 0,-1 1 0,1-1 0,-1 0 0,1 0 0,0 0 0,0 0 0,0 0 0,-1 0 0,1-1 0,0 1 0,0 0 0,0-1 0,0 0 0,0 1 0,0-1 0,0 0 0,0 0 0,0 0 0,0 0 0,0-1 0,0 1 0,0 0 0,0-1 0,0 1 0,0-1 0,0 0 0,0 0 0,0 0 0,0 0 0,-1 0 0,3-2 0,3-1 0,-1-1 0,1 0 0,-2 0 0,1 0 0,0-1 0,-1 0 0,0 0 0,7-12 0,-4 3 0,-1-1 0,-1 0 0,0 0 0,7-34 0,4-71 0,-17 115 0,1 2 0,-1 1 0,1 0 0,-1 0 0,0-1 0,0 1 0,0 0 0,0-1 0,-1 1 0,0 0 0,1-1 0,-1 1 0,-3-6 0,4 9 0,0 0 0,-1 0 0,1 1 0,-1-1 0,1 0 0,-1 0 0,1 0 0,0 0 0,-1 0 0,1 0 0,0 0 0,-1 1 0,1-1 0,-1 0 0,1 0 0,0 1 0,0-1 0,-1 0 0,1 0 0,0 1 0,-1-1 0,1 0 0,0 1 0,0-1 0,-1 0 0,1 1 0,0-1 0,0 1 0,0-1 0,0 0 0,0 1 0,0-1 0,-1 1 0,1-1 0,0 1 0,-7 17 0,1 13 0,1 1 0,1 0 0,2 0 0,1 0 0,3 33 0,0-9 0,-3-42 119,1 21 58,0-33-269,1-1-1,-1 1 1,0-1 0,0 1 0,1-1-1,-1 1 1,1-1 0,-1 1-1,1-1 1,-1 0 0,1 1 0,0-1-1,0 0 1,0 0 0,0 1 0,0-1-1,1 1 1,6 1-6734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4.2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32 24575,'-3'-3'0,"-4"-4"0,-4-2 0,-3 2 0,-3 2 0,2 4 0,7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4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24575,'1'1'0,"0"-1"0,-1 0 0,1 1 0,0-1 0,0 1 0,0-1 0,-1 1 0,1-1 0,0 1 0,-1-1 0,1 1 0,0 0 0,-1-1 0,1 1 0,-1 0 0,1 0 0,-1-1 0,1 1 0,-1 0 0,0 0 0,1 0 0,-1 0 0,0-1 0,0 1 0,0 0 0,1 0 0,-1 0 0,0 1 0,3 30 0,-3-28 0,0 222 0,4 64 0,-4-285 0,10 57 0,-10-59 0,1 1 0,0-1 0,0 0 0,0 0 0,1 0 0,-1 0 0,1 0 0,0 0 0,-1 0 0,1 0 0,1 0 0,-1-1 0,0 1 0,1-1 0,2 3 0,-3-4-68,-1-1 0,0 1-1,1-1 1,-1 1 0,1-1 0,-1 0-1,0 0 1,1 0 0,-1 1 0,1-1-1,-1-1 1,1 1 0,-1 0 0,1 0-1,-1 0 1,0-1 0,1 1-1,-1-1 1,2 0 0,12-6-6758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7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2 24575,'-3'109'0,"-4"1"0,-26 129 0,12-131 0,-26 166 0,37-196 0,1 121 0,8-196 0,1 0 0,0 0 0,1 0 0,-1 0 0,1 0 0,-1 1 0,1-1 0,0 0 0,0-1 0,0 1 0,0 0 0,3 3 0,-3-4 0,1-1 0,-1 1 0,1-1 0,0 0 0,-1 0 0,1 0 0,0 0 0,0 0 0,0 0 0,0 0 0,0 0 0,0-1 0,0 1 0,0-1 0,0 0 0,0 1 0,1-1 0,2 0 0,236-2 0,-91-2 0,1673 4-774,-1817 0 804,-7-2 48,-18-3 166,-34-5 170,49 9-406,-27-3-8,16 2 0,0 0 0,0-1 0,0-1 0,-23-9 0,35 12 0,-1-1 0,1 1 0,0-1 0,0 0 0,0 0 0,0-1 0,0 1 0,1-1 0,-1 1 0,0-1 0,1 0 0,0 0 0,0 0 0,0 0 0,0 0 0,0 0 0,1-1 0,-1 1 0,1-1 0,0 1 0,0-1 0,0 1 0,1-1 0,-1-4 0,0-10 0,2-1 0,0 1 0,1 0 0,4-20 0,22-72 0,-11 46 0,21-89 0,63-228 0,-98 369 0,0 0 0,0-1 0,-1 1 0,-1 0 0,0-22 0,-1 29 0,-1 0 0,1 0 0,-1 0 0,0-1 0,0 1 0,0 0 0,-1 0 0,0 0 0,0 1 0,0-1 0,0 0 0,-1 1 0,0-1 0,0 1 0,0 0 0,-4-4 0,4 6 0,0 0 0,0 0 0,0 0 0,-1 0 0,1 1 0,0-1 0,-1 1 0,1 0 0,-1 0 0,1 0 0,-1 1 0,-5-1 0,-50 2 0,34 0 0,-692 0 0,303-19 0,45 1 0,343 16 0,-114 2 0,133 1 0,0-1 0,0 2 0,0-1 0,0 1 0,0 0 0,0 0 0,1 1 0,-1 0 0,-7 6 0,6-4 0,-1 0 0,1-1 0,-1 0 0,-14 4 0,20-8 0,0 0 0,-1 0 0,1 1 0,0-1 0,0 1 0,-6 3 0,9-5 0,0 1 0,0-1 0,-1 0 0,1 0 0,0 0 0,0 1 0,0-1 0,0 0 0,-1 0 0,1 0 0,0 1 0,0-1 0,0 0 0,0 0 0,0 1 0,0-1 0,0 0 0,0 1 0,0-1 0,0 0 0,0 0 0,0 1 0,0-1 0,0 0 0,0 0 0,0 1 0,0-1 0,0 0 0,0 0 0,0 1 0,0-1 0,1 0 0,-1 1 0,16 9 0,25 4 0,45 9 0,19 6 0,221 108 0,-173-69 0,-75-33 0,154 60 0,-209-86 0,-13-5 0,0 0 0,0-1 0,1 0 0,16 3 0,-24-6 0,1 0 0,0 0 0,0 0 0,0-1 0,-1 1 0,1-1 0,0 0 0,-1 0 0,1 0 0,-1-1 0,1 1 0,-1-1 0,1 0 0,-1 0 0,0 0 0,5-5 0,66-59 0,31-25 0,96-51 0,-157 115 0,0 3 0,88-36 0,-102 48-1365,-19 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9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404 549 24575,'1'0'0,"0"-1"0,0 1 0,-1 0 0,1-1 0,0 1 0,0-1 0,-1 1 0,1-1 0,0 1 0,-1-1 0,1 0 0,0 1 0,-1-1 0,1 0 0,-1 1 0,1-1 0,-1 0 0,0 0 0,1 0 0,-1 1 0,0-1 0,0 0 0,1 0 0,-1 0 0,0 0 0,0 1 0,0-3 0,3-27 0,-2 27 0,-1-2 0,0-1 0,0 1 0,0-1 0,-1 1 0,0 0 0,0-1 0,0 1 0,-1 0 0,1 0 0,-1 0 0,0 0 0,-1 0 0,1 0 0,-1 1 0,0-1 0,0 1 0,-7-8 0,6 9 0,1 0 0,-1 1 0,0-1 0,1 1 0,-1-1 0,0 1 0,0 1 0,-1-1 0,1 0 0,0 1 0,-1 0 0,1 0 0,0 0 0,-1 1 0,1 0 0,-1-1 0,1 2 0,-1-1 0,1 0 0,-1 1 0,-7 2 0,-4 2 0,0 0 0,1 2 0,0 0 0,0 0 0,1 2 0,0-1 0,1 2 0,-22 18 0,20-13 0,-1 0 0,2 0 0,0 2 0,1 0 0,1 0 0,-13 25 0,21-34 0,0 0 0,1 0 0,0 0 0,0 0 0,1 0 0,0 1 0,1-1 0,-1 0 0,1 12 0,1-15 0,1-1 0,-1 0 0,1 0 0,0 0 0,0 0 0,0 0 0,0-1 0,1 1 0,0 0 0,0 0 0,0-1 0,0 1 0,0-1 0,1 0 0,-1 0 0,1 0 0,0 0 0,0 0 0,0 0 0,0-1 0,5 4 0,2-1 0,0 0 0,1 0 0,-1-1 0,1 0 0,0-1 0,0 0 0,0-1 0,0 0 0,0-1 0,1 0 0,-1 0 0,0-2 0,1 1 0,-1-1 0,22-5 0,-20 3 0,-1-1 0,1 0 0,0-1 0,-1 0 0,0-1 0,0 0 0,-1-1 0,0 0 0,0-1 0,0 0 0,-1-1 0,-1 0 0,12-13 0,-12 9 0,0-1 0,-1 0 0,-1-1 0,0 1 0,-1-1 0,-1-1 0,0 1 0,-1-1 0,-1 0 0,-1 0 0,0 0 0,0-21 0,-2-21 0,-3 1 0,-10-61 0,5 57 0,-18-107 0,20 151 0,6 17 0,0 0 0,-1 0 0,1-1 0,0 1 0,0 0 0,0 0 0,0 0 0,0 0 0,0 0 0,-1 0 0,1 0 0,0 0 0,0 0 0,0 0 0,0 0 0,0 1 0,0-1 0,-1 0 0,1 0 0,0 0 0,0 0 0,0 0 0,0 0 0,0 0 0,0 0 0,0 0 0,0 0 0,-1 0 0,1 0 0,0 1 0,0-1 0,0 0 0,0 0 0,0 0 0,0 0 0,0 0 0,0 0 0,0 0 0,0 1 0,0-1 0,0 0 0,0 0 0,0 0 0,0 0 0,0 0 0,0 0 0,0 0 0,0 1 0,0-1 0,0 0 0,0 0 0,0 0 0,0 0 0,0 0 0,0 1 0,-2 33 0,1 20 0,3 388 0,9-301-1365,-7-106-5461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09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64 127 24575,'-8'0'0,"-26"-2"0,33 2 0,0 0 0,0 0 0,0 0 0,0 0 0,0-1 0,0 1 0,0 0 0,0-1 0,0 1 0,1-1 0,-1 1 0,0-1 0,0 1 0,0-1 0,1 1 0,-1-1 0,0 0 0,0 0 0,1 1 0,-1-1 0,1 0 0,-1 0 0,1 0 0,-1 1 0,1-1 0,-1 0 0,1-2 0,0 3 0,0-1 0,0 1 0,0-1 0,0 1 0,0 0 0,0-1 0,0 1 0,0 0 0,0-1 0,0 1 0,0-1 0,0 1 0,1 0 0,-1-1 0,0 1 0,0 0 0,0-1 0,1 1 0,-1 0 0,0 0 0,0-1 0,1 1 0,-1 0 0,0 0 0,1-1 0,-1 1 0,0 0 0,1 0 0,-1 0 0,0-1 0,1 1 0,-1 0 0,1 0 0,-1 0 0,0 0 0,1 0 0,-1 0 0,0 0 0,1 0 0,-1 0 0,1 0 0,-1 0 0,0 0 0,1 0 0,-1 0 0,1 0 0,-1 1 0,0-1 0,1 0 0,-1 0 0,0 0 0,1 1 0,-1-1 0,1 0 0,21 12 0,-15-6 0,0 1 0,-1 0 0,0 0 0,0 0 0,0 1 0,-1 0 0,0 1 0,-1-1 0,0 1 0,0-1 0,3 14 0,2 11 0,8 62 0,-16-84 0,0-6 0,0-2 0,0 0 0,-1 0 0,0 0 0,1-1 0,-1 1 0,0 0 0,0 0 0,-1 0 0,1 0 0,0 0 0,-1 0 0,0 0 0,-1 4 0,1-7 0,1 0 0,0 0 0,0 0 0,-1 0 0,1 0 0,0 0 0,0 0 0,-1 0 0,1 0 0,0 0 0,0-1 0,0 1 0,-1 0 0,1 0 0,0 0 0,0 0 0,-1 0 0,1 0 0,0 0 0,0-1 0,0 1 0,0 0 0,-1 0 0,1 0 0,0 0 0,0-1 0,0 1 0,0 0 0,0 0 0,-1-1 0,1 1 0,0 0 0,0 0 0,0 0 0,0-1 0,0 1 0,0 0 0,0 0 0,0-1 0,0 1 0,0 0 0,0 0 0,0-1 0,0 1 0,0 0 0,0 0 0,0-1 0,-3-15 0,2-1 0,1-1 0,1 0 0,1 1 0,0-1 0,7-26 0,32-85 0,-40 126 2,5-13 83,0 0 0,1 1-1,12-19 1,-17 31-130,1-1 1,0 1-1,0-1 0,0 1 0,0 0 1,0 0-1,7-5 0,-8 7-30,0 0 0,0 1 0,0-1 1,0 0-1,0 0 0,0 1 0,0-1 0,0 1 0,0 0 0,0-1 0,0 1 0,0 0 0,0 0 1,0 0-1,0 1 0,0-1 0,3 1 0,11 6-6751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10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220 211 24575,'1'0'0,"1"0"0,-1 0 0,0 0 0,1-1 0,-1 1 0,0 0 0,1 0 0,-1-1 0,0 1 0,1-1 0,-1 1 0,0-1 0,0 0 0,1 1 0,-1-1 0,0 0 0,0 0 0,0 0 0,0 0 0,0 0 0,0 0 0,1-2 0,-1 1 0,0-1 0,0 1 0,0-1 0,0 0 0,0 1 0,-1-1 0,1 0 0,-1 0 0,1 1 0,-1-5 0,-1-4 0,0 1 0,0-1 0,-1 1 0,-6-20 0,5 22 0,0 0 0,0 1 0,-1-1 0,0 1 0,0 0 0,-1 0 0,-10-13 0,14 18 0,-1 1 0,0-1 0,1 1 0,-1-1 0,0 1 0,0 0 0,0-1 0,0 1 0,0 0 0,0 0 0,0 0 0,0 1 0,-1-1 0,1 0 0,0 1 0,0 0 0,-1-1 0,1 1 0,0 0 0,-1 0 0,1 0 0,0 0 0,0 1 0,-1-1 0,1 1 0,0-1 0,0 1 0,0 0 0,-1 0 0,1 0 0,0 0 0,0 0 0,-2 2 0,-5 4 0,1 0 0,0 1 0,0-1 0,1 2 0,0-1 0,0 1 0,1 0 0,-5 10 0,-1 2 0,2 1 0,-12 35 0,18-48 0,2 0 0,-1 0 0,1 1 0,1-1 0,0 1 0,0-1 0,1 1 0,1 9 0,-1-16 0,0 0 0,1 0 0,0 0 0,-1 0 0,1 0 0,0 0 0,1 0 0,-1 0 0,0-1 0,1 1 0,-1-1 0,1 1 0,0-1 0,0 1 0,0-1 0,0 0 0,0 0 0,1 0 0,-1 0 0,1-1 0,-1 1 0,1 0 0,0-1 0,-1 0 0,1 0 0,0 0 0,0 0 0,5 1 0,-1-1 0,0-1 0,0 0 0,0 0 0,0-1 0,0 1 0,0-2 0,0 1 0,0-1 0,0 0 0,-1 0 0,1-1 0,-1 0 0,0 0 0,1 0 0,-1-1 0,7-6 0,1 0 0,-1-1 0,0-1 0,-1 1 0,-1-2 0,18-23 0,-22 26 0,-1 0 0,0 0 0,0-1 0,-1 1 0,0-1 0,-1-1 0,0 1 0,3-15 0,-8 13 0,-4 16 0,-6 19 0,7-8 0,0 0 0,2 0 0,0 0 0,0 0 0,1 1 0,1-1 0,1 0 0,3 24 0,-3-32 0,0 0 0,1 0 0,0-1 0,0 1 0,1-1 0,-1 1 0,1-1 0,0 0 0,1 0 0,3 6 0,-3-8 0,-1 0 0,0 0 0,1 0 0,-1-1 0,1 1 0,0-1 0,0 0 0,0 0 0,0 0 0,0-1 0,0 1 0,0-1 0,1 0 0,-1 0 0,6 0 0,-3 0-114,0-1 1,0-1-1,0 1 0,0-1 0,0 0 1,0-1-1,-1 1 0,1-1 0,0-1 1,-1 1-1,9-6 0,13-8-6712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10.3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88 320 24575,'9'-124'0,"-1"30"0,-6 70 0,-1 12 0,-1 1 0,0 0 0,0-1 0,-4-18 0,4 30 0,0 0 0,0 1 0,0-1 0,0 0 0,0 0 0,0 1 0,0-1 0,0 0 0,-1 0 0,1 1 0,0-1 0,0 0 0,0 0 0,0 0 0,-1 0 0,1 1 0,0-1 0,0 0 0,0 0 0,-1 0 0,1 0 0,0 0 0,0 1 0,-1-1 0,1 0 0,0 0 0,0 0 0,-1 0 0,1 0 0,0 0 0,0 0 0,-1 0 0,1 0 0,0 0 0,0 0 0,-1 0 0,1 0 0,0 0 0,0 0 0,-1 0 0,1-1 0,0 1 0,0 0 0,0 0 0,-1 0 0,1 0 0,0 0 0,0 0 0,-1-1 0,1 1 0,0 0 0,0 0 0,0 0 0,0-1 0,0 1 0,-1 0 0,1 0 0,0-1 0,0 1 0,0 0 0,0 0 0,0-1 0,0 1 0,0 0 0,0 0 0,0-1 0,0 1 0,-11 19 0,-3 20 0,1 0 0,2 1 0,-6 44 0,-7 126 0,22-160 0,2-1 0,2 1 0,9 52 0,38 144 0,-12-67 0,-35-168 88,-1-5-270,1-1 1,-1 1-1,-1 0 1,1-1-1,-1 1 0,0 0 1,-2 11-1,-1-8-6644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10.5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 24575,'0'-3'0,"3"-2"0,4 1 0,4 1 0,4 1 0,1 0 0,5 2 0,2-1 0,0 1 0,3 1 0,-1 2 0,2 1 0,0 0 0,-2 0 0,-2-2 0,-2 0 0,-4-2-8191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10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46 24575,'1'-4'0,"-1"-1"0,0 1 0,1 0 0,0-1 0,0 1 0,0 0 0,1 0 0,3-7 0,-5 11 0,0 0 0,0 0 0,0 0 0,0 0 0,0 0 0,0 0 0,-1 0 0,1 0 0,0 1 0,0-1 0,0 0 0,0 0 0,0 0 0,0 0 0,1 0 0,-1 0 0,0 0 0,0 0 0,0 0 0,0 0 0,0 0 0,0 0 0,0 0 0,0 1 0,0-1 0,0 0 0,0 0 0,0 0 0,0 0 0,0 0 0,0 0 0,0 0 0,0 0 0,0 0 0,0 0 0,0 0 0,0 0 0,1 0 0,-1 0 0,0 0 0,0 0 0,0 0 0,0 0 0,0 0 0,0 0 0,0 0 0,0 0 0,0 0 0,0 0 0,0 0 0,0 0 0,1 0 0,-1 0 0,0 0 0,0 0 0,0 0 0,0 0 0,0 0 0,0 0 0,0 0 0,0 0 0,0 0 0,0 0 0,0 0 0,0 0 0,0 0 0,0 0 0,1-1 0,1 13 0,0 13 0,1 20 0,1 0 0,3-1 0,13 48 0,48 127 0,-40-150 0,-24-61 0,1 1 0,-1-2 0,1 1 0,1 0 0,-1-1 0,8 7 0,-11-12-76,0 0 1,1 0-1,-1-1 0,1 1 0,0-1 0,-1 1 0,1-1 0,0 0 1,-1 0-1,1 0 0,0-1 0,0 1 0,0-1 0,0 1 1,0-1-1,0 0 0,6-1 0,10-2-6750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11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24575,'-9'0'0,"-10"0"0,-4 0 0,-1 0 0,-1 0 0,9 0 0,12 0 0,10 0 0,10 0 0,9 0 0,6 0 0,4 3 0,0 1 0,-1-1 0,-3 0 0,-3 0 0,-6-2-8191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38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169 75 24575,'84'-3'0,"-82"3"0,-1 1 0,0-1 0,1 0 0,-1 1 0,0-1 0,0 1 0,0 0 0,1-1 0,-1 1 0,0 0 0,0 0 0,0 0 0,0 0 0,0-1 0,0 2 0,0-1 0,0 0 0,-1 0 0,1 0 0,0 0 0,-1 0 0,1 1 0,-1-1 0,1 0 0,-1 1 0,1-1 0,-1 0 0,0 1 0,0 0 0,2 8 0,-1-1 0,-1 0 0,0 12 0,0-11 0,-3 114 0,-23 145 0,-40 122 0,37-236 0,-62 368 0,44 5 0,45-439 0,5 0 0,3 1 0,25 129 0,-29-209 0,1-1 0,0 1 0,0-1 0,1 0 0,0-1 0,0 1 0,6 8 0,-6-12 0,0 0 0,0-1 0,0 0 0,0 0 0,1 0 0,0 0 0,-1 0 0,1-1 0,1 0 0,-1 0 0,0-1 0,10 4 0,23 4 0,0-2 0,0-1 0,1-2 0,51 0 0,-45-2 0,1098 33-2417,-635-26 1713,469 21-310,852 13-1117,-1781-44 2730,51 0 683,-85-1-805,0 0 0,0-1-1,0-1 1,20-6 0,-32 8-450,-1 1 1,1-1-1,0 1 0,-1-1 0,0 0 0,1 1 1,-1-1-1,1 0 0,-1 0 0,0 0 0,0 0 1,0 0-1,1 0 0,-1-1 0,0 1 0,0 0 1,0-1-1,1-1 0,-2 1 7,0 1 0,0 0 0,0-1 1,1 1-1,-1-1 0,0 1 0,-1 0 0,1-1 0,0 1 1,0 0-1,-1-1 0,1 1 0,0 0 0,-1 0 0,0-1 0,1 1 1,-2-2-1,-3-4 107,-1 0 1,0 0 0,0 0-1,-1 1 1,-8-7-1,10 8-121,-4-2-20,-22-20 0,-44-48 0,67 64 0,-1 0 0,1 0 0,1-1 0,0 0 0,1 0 0,0 0 0,1-1 0,-7-23 0,7 10 0,2 1 0,0-1 0,1 0 0,3-43 0,20-107 0,-12 111 0,143-939 0,-147 974 0,50-330 0,-45 260 0,-3-163 0,-9 238 0,-2 1 0,0-1 0,-1 1 0,-2 0 0,0 1 0,-1 0 0,-2 0 0,-16-29 0,15 28 0,8 15 0,-2 0 0,1 1 0,-8-11 0,10 16 0,0 0 0,0 1 0,-1-1 0,1 1 0,-1 0 0,1 0 0,-1 0 0,0 0 0,0 0 0,0 1 0,0-1 0,0 1 0,-5-2 0,-40-8 0,-1 3 0,-98-6 0,88 11 0,-614-24-353,-1 29 1,-1471 85-1606,1992-76 2060,-591 35 1539,713-44-1436,-143-1 510,171-1-715,0-1 0,-1 0 0,1 0 0,0 0 0,0-1 0,0 1 0,0-1 0,1 1 0,-1-1 0,0 0 0,1 0 0,-1 0 0,1-1 0,0 1 0,0 0 0,0-1 0,0 0 0,0 1 0,-2-5 0,1 3 0,1 0 0,-1 0 0,-1 0 0,1 0 0,-1 1 0,1 0 0,-1-1 0,-7-3 0,-1 1 218,8 5-416,1-1 0,0 1 0,0-1 1,0 0-1,0 0 0,0 0 0,-2-2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39.6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95 24575,'1'-23'0,"0"16"0,-1 1 0,1-1 0,-2 0 0,1 1 0,-1-1 0,0 0 0,-2-8 0,3 14 0,-1 1 0,1-1 0,0 0 0,-1 1 0,1-1 0,0 1 0,-1-1 0,1 1 0,0-1 0,-1 1 0,1 0 0,-1-1 0,1 1 0,-1 0 0,1-1 0,-1 1 0,1 0 0,-1-1 0,0 1 0,1 0 0,-1 0 0,1 0 0,-1-1 0,1 1 0,-1 0 0,0 0 0,0 0 0,-20 7 0,-17 20 0,37-26 0,-18 15 0,1 1 0,0 1 0,-20 27 0,32-36 0,0-1 0,0 1 0,1 0 0,0 0 0,1 1 0,0-1 0,1 1 0,-1 0 0,2 0 0,-3 19 0,4-26 0,1-1 0,0 1 0,0 0 0,1-1 0,-1 1 0,0 0 0,1-1 0,0 1 0,-1 0 0,1-1 0,0 1 0,0-1 0,1 1 0,-1-1 0,0 0 0,1 1 0,0-1 0,-1 0 0,3 2 0,0-1 0,-1 0 0,1-1 0,-1 0 0,1 1 0,0-1 0,0-1 0,0 1 0,1-1 0,-1 1 0,8 0 0,2 0 0,0-1 0,0 0 0,0-1 0,0-1 0,0 0 0,20-5 0,-14 2 0,0-2 0,-1 0 0,0-1 0,34-19 0,-44 22 0,-1-1 0,-1 0 0,1-1 0,-1 0 0,0 0 0,0 0 0,0-1 0,-1 0 0,0 0 0,0-1 0,-1 0 0,8-15 0,-13 21 0,1 0 0,0 0 0,0 0 0,-1 0 0,1 0 0,-1 0 0,0-1 0,1 1 0,-1 0 0,0 0 0,0-1 0,-1 1 0,1 0 0,0 0 0,-1 0 0,1-1 0,-1 1 0,0 0 0,0 0 0,-1-2 0,0 1 0,-1-1 0,1 1 0,-1 0 0,0 0 0,1 1 0,-2-1 0,1 1 0,0-1 0,0 1 0,-6-3 0,-5-1 0,1 0 0,-1 1 0,0 1 0,-1 0 0,-14-1 0,-81-6-1365,62 9-5461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0.4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146 122 24575,'-12'1'0,"0"-2"0,0 1 0,0-2 0,1 1 0,-1-2 0,1 0 0,-1 0 0,1-1 0,-17-8 0,27 12 0,0-1 0,0 1 0,0-1 0,1 1 0,-1-1 0,0 1 0,0-1 0,1 1 0,-1-1 0,0 0 0,1 0 0,-1 1 0,1-1 0,-1 0 0,1 0 0,-1 0 0,1 1 0,-1-2 0,1 1 0,0 0 0,0 1 0,0-1 0,0 0 0,0 1 0,0-1 0,1 1 0,-1-1 0,0 0 0,0 1 0,0-1 0,1 1 0,-1-1 0,0 1 0,1-1 0,-1 0 0,1 1 0,-1 0 0,0-1 0,2 0 0,1-1 0,0-1 0,0 1 0,1 0 0,0 0 0,-1 0 0,1 1 0,5-3 0,31-5 0,1 1 0,-1 2 0,64-1 0,-67 5 0,36-2 256,71-5-1877,-108 5-5205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0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 24575,'-2'2'0,"1"0"0,-1 1 0,1-1 0,-1 1 0,1-1 0,0 1 0,0 0 0,0-1 0,0 1 0,0 0 0,1 0 0,-1-1 0,1 1 0,0 6 0,4 42 0,-3-44 0,15 105 0,14 167 0,-28-84-1365,-3-163-5461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1.4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166 155 24575,'5'-8'0,"-1"1"0,0-1 0,-1-1 0,0 1 0,0 0 0,-1-1 0,0 1 0,1-13 0,-3 20 0,0 1 0,0 0 0,0-1 0,0 1 0,0-1 0,0 1 0,0 0 0,0-1 0,0 1 0,0-1 0,0 1 0,-1 0 0,1-1 0,0 1 0,0 0 0,0-1 0,-1 1 0,1 0 0,0 0 0,-1-1 0,1 1 0,0 0 0,0 0 0,-1-1 0,1 1 0,0 0 0,-1 0 0,1 0 0,-1-1 0,0 1 0,-12 4 0,-10 15 0,-3 9 0,-45 59 0,64-76 0,0-1 0,1 1 0,0 0 0,1 0 0,0 1 0,1-1 0,0 1 0,1 0 0,0 0 0,-1 13 0,4-22 0,-1 0 0,1 0 0,0-1 0,1 1 0,-1 0 0,0-1 0,1 1 0,-1 0 0,1 0 0,0-1 0,0 1 0,0-1 0,0 1 0,1-1 0,-1 0 0,1 1 0,-1-1 0,1 0 0,0 0 0,0 0 0,0 0 0,0 0 0,0 0 0,0-1 0,0 1 0,1-1 0,-1 1 0,1-1 0,-1 0 0,1 0 0,-1 0 0,1 0 0,0-1 0,-1 1 0,1-1 0,0 1 0,3-1 0,5 1 0,0-1 0,0-1 0,0 1 0,0-2 0,0 1 0,0-2 0,21-6 0,41-26 0,-73 35 0,0 0 0,1 0 0,-1 1 0,0-1 0,0 0 0,1 0 0,-1 0 0,0 1 0,0-1 0,1 0 0,-1 0 0,0 0 0,0 1 0,0-1 0,0 0 0,1 1 0,-1-1 0,0 0 0,0 0 0,0 1 0,0-1 0,0 0 0,0 1 0,0-1 0,0 0 0,0 1 0,0-1 0,0 0 0,0 1 0,0-1 0,0 0 0,0 1 0,0-1 0,0 0 0,0 0 0,0 1 0,-1 0 0,-1 18 0,1-16 0,1-3 0,-1 7 0,0 1 0,1 0 0,0 0 0,1 8 0,-2-15 0,1 0 0,0-1 0,0 1 0,0 0 0,1 0 0,-1 0 0,0 0 0,0-1 0,0 1 0,1 0 0,-1 0 0,0 0 0,1-1 0,-1 1 0,1 0 0,-1 0 0,1-1 0,-1 1 0,1 0 0,-1-1 0,1 1 0,0-1 0,-1 1 0,1-1 0,0 1 0,-1-1 0,1 1 0,0-1 0,0 0 0,-1 1 0,1-1 0,0 0 0,0 0 0,0 0 0,0 1 0,-1-1 0,1 0 0,0 0 0,0 0 0,0 0 0,0 0 0,-1-1 0,1 1 0,0 0 0,0 0 0,0-1 0,0 1 0,-1 0 0,1-1 0,0 1 0,1-1 0,4-3 0,0 0 0,0 0 0,0 0 0,-1-1 0,1 0 0,-1 0 0,0-1 0,-1 1 0,1-1 0,-1 0 0,0 0 0,4-9 0,1-4 0,-1 0 0,-1 0 0,6-23 0,-5 8 0,-2 1 0,-1-1 0,-1 0 0,-3-1 0,-1-38 0,0 70 0,-1-1 0,1 1 0,0-1 0,-1 0 0,0 1 0,0-1 0,0 1 0,-2-5 0,3 8 0,0 0 0,0-1 0,0 1 0,0 0 0,0 0 0,0 0 0,0 0 0,0 0 0,-1 0 0,1 0 0,0 0 0,0 0 0,0 0 0,0 0 0,0 0 0,0 0 0,0-1 0,0 1 0,0 0 0,0 0 0,0 0 0,0 0 0,-1 0 0,1 0 0,0 0 0,0 0 0,0 0 0,0 0 0,0 0 0,0 0 0,0 0 0,0 0 0,0 0 0,-1 0 0,1 0 0,0 0 0,0 0 0,0 0 0,0 0 0,0 0 0,0 0 0,0 0 0,0 1 0,0-1 0,0 0 0,-1 0 0,1 0 0,0 0 0,0 0 0,0 0 0,0 0 0,0 0 0,0 0 0,0 0 0,0 0 0,0 0 0,0 1 0,-3 8 0,-1 11 0,1 257 0,4-165 0,-1-106 0,0 7 0,0 1 0,1 0 0,5 21 0,-6-33 0,1 1 0,0 0 0,0 0 0,0-1 0,0 1 0,1-1 0,-1 1 0,1-1 0,-1 1 0,4 2 0,-4-4 0,0 0 0,0-1 0,0 1 0,0 0 0,0 0 0,1-1 0,-1 1 0,0-1 0,0 1 0,1-1 0,-1 1 0,0-1 0,1 0 0,-1 0 0,1 0 0,-1 0 0,0 0 0,1 0 0,-1 0 0,0 0 0,1 0 0,1-1 0,-1 0 0,1 0 0,0 0 0,0-1 0,-1 1 0,1-1 0,-1 1 0,1-1 0,-1 0 0,0 0 0,0 0 0,0 0 0,0-1 0,0 1 0,0 0 0,2-5 0,20-43 0,-19 38 0,4-7 0,0-4 0,23-39 0,-29 57 0,0 1 0,0 0 0,0-1 0,0 1 0,1 0 0,0 1 0,-1-1 0,1 1 0,1-1 0,-1 1 0,0 1 0,1-1 0,0 0 0,8-2 0,-11 4 0,1 1 0,-1-1 0,1 1 0,-1 0 0,1 0 0,0 0 0,-1 0 0,1 0 0,-1 1 0,1-1 0,-1 1 0,1-1 0,-1 1 0,0 0 0,1 0 0,3 3 0,-2-2 0,0 1 0,0 0 0,-1 0 0,1 1 0,-1-1 0,0 1 0,0 0 0,5 6 0,-5-4 0,1 0 0,-1 0 0,0 0 0,-1 0 0,0 1 0,0-1 0,0 1 0,0 0 0,-1-1 0,0 1 0,-1 0 0,0 13 0,-1-16 15,-1 0 0,1 0 0,-1 0 0,0 0-1,0 0 1,-1 0 0,1-1 0,-1 1 0,0-1 0,0 0-1,0 0 1,0 0 0,0 0 0,-1 0 0,1 0 0,-1-1 0,0 0-1,0 0 1,0 0 0,0 0 0,0-1 0,-5 2 0,4-1-122,-1 0 0,0 0 1,0-1-1,0 0 0,0 0 1,0 0-1,0-1 0,0 0 1,0 0-1,0-1 0,-1 1 1,1-1-1,1-1 0,-1 1 1,-9-4-1,2-4-6719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1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 24575,'0'0'0,"1"0"0,-1 0 0,0-1 0,0 1 0,0 0 0,1 0 0,-1 0 0,0-1 0,0 1 0,1 0 0,-1 0 0,0 0 0,0 0 0,1 0 0,-1 0 0,0-1 0,0 1 0,1 0 0,-1 0 0,0 0 0,1 0 0,-1 0 0,0 0 0,0 0 0,1 0 0,-1 0 0,0 0 0,0 0 0,1 1 0,-1-1 0,0 0 0,1 0 0,-1 0 0,0 0 0,6 11 0,-2 16 0,-4-27 0,1 28 0,2-1 0,1 0 0,1 1 0,1-2 0,1 1 0,21 47 0,-23-62 31,51 100-1427,-43-91-5430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2.2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0 583 24575,'5'-3'0,"0"-1"0,-1 0 0,1 1 0,0 0 0,1 0 0,-1 0 0,0 1 0,1 0 0,0 0 0,-1 0 0,1 1 0,9-1 0,28-10 0,-39 10 0,0 0 0,0 0 0,-1 0 0,1 0 0,-1-1 0,0 0 0,1 0 0,-1 0 0,0 0 0,-1 0 0,1 0 0,0-1 0,-1 0 0,0 1 0,0-1 0,0 0 0,0 0 0,-1 0 0,0 0 0,1 0 0,-1 0 0,-1-1 0,1 1 0,-1 0 0,1-5 0,-1 5 0,0 0 0,0 0 0,0 0 0,-1 0 0,0 0 0,1 0 0,-1 0 0,0 0 0,-1 0 0,1 0 0,-1 1 0,0-1 0,0 0 0,0 1 0,0 0 0,0-1 0,-1 1 0,0 0 0,1 0 0,-1 1 0,0-1 0,0 0 0,-1 1 0,1 0 0,-1 0 0,-6-3 0,9 4 0,0 1 0,-1 0 0,1 0 0,-1-1 0,1 1 0,-1 0 0,1 0 0,0 1 0,-1-1 0,1 0 0,-1 0 0,1 1 0,-1-1 0,1 1 0,0-1 0,-1 1 0,1-1 0,0 1 0,0 0 0,0 0 0,-1 0 0,1 0 0,0 0 0,0 0 0,0 0 0,0 0 0,0 0 0,1 0 0,-1 0 0,0 1 0,0-1 0,1 0 0,-1 0 0,0 3 0,-3 5 0,0 1 0,1 0 0,-3 14 0,6-23 0,-4 16 0,0 0 0,2 1 0,0 0 0,0-1 0,2 1 0,1-1 0,4 33 0,-5-48 0,1 0 0,0 0 0,-1 0 0,1 0 0,0 0 0,0 0 0,0 0 0,0-1 0,1 1 0,-1 0 0,0-1 0,1 1 0,-1-1 0,1 1 0,0-1 0,-1 0 0,1 1 0,0-1 0,2 1 0,0-1 0,-1 0 0,1 0 0,-1 0 0,1 0 0,-1-1 0,1 0 0,0 0 0,-1 0 0,1 0 0,5-1 0,3-1 0,1-2 0,-1 1 0,0-1 0,0-1 0,15-8 0,-10 2 0,-1 0 0,0 0 0,0-2 0,-2 0 0,1 0 0,-2-2 0,0 1 0,-1-2 0,0 0 0,-1 0 0,-1-1 0,0 0 0,-2-1 0,0 0 0,-1-1 0,0 1 0,-2-1 0,4-26 0,-7 26 0,-1 0 0,-1 0 0,-1 0 0,0 1 0,-7-29 0,6 35 0,-1 1 0,-1-1 0,0 1 0,0-1 0,-1 1 0,-1 0 0,0 1 0,0-1 0,-13-14 0,18 24 0,-1-1 0,1 0 0,-1 1 0,1-1 0,-1 1 0,0-1 0,1 1 0,-1 0 0,0 0 0,0 0 0,0 0 0,0 0 0,0 0 0,0 0 0,-1 1 0,1-1 0,0 1 0,0 0 0,0-1 0,0 1 0,-4 0 0,5 1 0,-1 0 0,0-1 0,1 1 0,-1 0 0,0 0 0,1 0 0,-1 0 0,1 0 0,-1 0 0,1 1 0,0-1 0,0 0 0,-1 1 0,1-1 0,0 1 0,0 0 0,0-1 0,0 1 0,1-1 0,-1 1 0,0 0 0,1 0 0,-1 0 0,1-1 0,-1 4 0,-1 12 0,0 0 0,1 0 0,0-1 0,2 1 0,0 0 0,4 21 0,27 99 0,-31-135 0,40 129-1365,-28-100-5461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2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71 24575,'4'-3'0,"6"-7"0,5-2 0,7-3 0,5 3 0,7 2 0,5 3 0,5 6 0,-6 3-8191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50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0 367 24575,'1'-2'0,"1"0"0,-1 0 0,0 0 0,1 0 0,0 0 0,-1 0 0,1 1 0,0-1 0,0 0 0,0 1 0,0 0 0,0-1 0,0 1 0,0 0 0,4-1 0,-1-1 0,-1 0 0,0 1 0,1 0 0,0 0 0,-1 0 0,1 0 0,0 1 0,0-1 0,0 1 0,0 1 0,0-1 0,7 1 0,-9 0 0,-1 0 0,1 1 0,-1 0 0,1-1 0,-1 1 0,1 0 0,-1 0 0,0 0 0,1 1 0,-1-1 0,0 1 0,0-1 0,0 1 0,0 0 0,0-1 0,0 1 0,-1 0 0,1 0 0,-1 0 0,1 1 0,-1-1 0,0 0 0,0 1 0,2 2 0,7 25 0,-2 1 0,0 0 0,-2 0 0,-1 0 0,0 34 0,0-20 0,18 239-191,-12 0 1,-33 381-1,-68-7 668,88-652-460,1 0 0,0 1 0,0-1 0,1 0 0,0 1 0,1 8 0,-1-14-18,1 1 0,-1 0 1,1-1-1,-1 1 0,1 0 0,0-1 0,-1 1 1,1-1-1,0 0 0,0 1 0,0-1 0,1 1 0,-1-1 1,0 0-1,0 0 0,1 0 0,-1 0 0,1 0 0,-1 0 1,1 0-1,-1 0 0,1-1 0,-1 1 0,1 0 1,0-1-1,-1 0 0,1 1 0,2-1 0,16 2 1,1-1 0,-1-2 0,0 0 0,0 0 0,37-10 0,4 1 0,461-26-280,3 34-393,-321 3 361,738 9-1459,-25 0 1910,-679-8 22,221-2-885,-3-21 192,-300 3 882,-132 13 55,1 0 1,-1-2 0,0 0-1,26-13 1,-44 18-341,-1-1 1,1 0-1,-1 0 1,0-1-1,0 1 1,0-1-1,-1 0 1,1 0-1,-1-1 1,0 1-1,0-1 1,0 0-1,-1 0 1,0-1-1,5-8 0,-6 7-27,0 1 0,-1-1 0,0 0 0,0 1-1,0-1 1,-1 0 0,0 1 0,0-1 0,-1 0-1,0 0 1,0 1 0,0-1 0,-1 1-1,-3-9 1,-17-39-38,-3 1 0,-2 1 0,-51-73 0,-4-7 0,42 57 0,2-1 0,4-1 0,3-2 0,4-2 0,-20-95 0,36 119 0,2-1 0,3-1 0,3 1 0,2-1 0,2 0 0,3 1 0,3-1 0,18-74 0,85-192 0,-51 168 0,-56 149 0,-1 0 0,1 0 0,-1-1 0,-1 1 0,2-16 0,-3 22 0,0-1 0,0 1 0,0 0 0,-1 0 0,1 0 0,-1-1 0,0 1 0,1 0 0,-1 0 0,0 0 0,0 0 0,0 0 0,-1 0 0,1 1 0,0-1 0,-1 0 0,1 0 0,-1 1 0,1-1 0,-1 1 0,0 0 0,0-1 0,0 1 0,1 0 0,-1 0 0,0 0 0,-3-1 0,-10-2 0,0 1 0,0 0 0,0 1 0,-1 0 0,1 1 0,-1 1 0,-19 2 0,-1-1 0,-1847-23-3062,1167-10 961,-301-11 495,390 32 1840,588 11 618,-74 11 1,108-11-629,0 2 0,0-1 0,0 0 0,1 1 1,-1 0-1,0 0 0,-4 3 0,8-5-206,0 1-1,1-1 0,-1 1 0,0 0 1,1-1-1,-1 1 0,0 0 0,1 0 0,-1-1 1,1 1-1,-1 0 0,1 0 0,-1 0 0,1-1 1,0 1-1,-1 0 0,1 0 0,0 0 0,0 0 1,0 0-1,0 0 0,0 0 0,0 0 0,0 0 1,0 0-1,0-1 0,0 1 0,0 0 1,0 0-1,1 0 0,-1 0 0,0 0 0,1 0 1,-1 0-1,1-1 0,-1 1 0,1 0 0,-1 0 1,1-1-1,1 2 0,16 18-5877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51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40 24575,'1'-3'0,"-1"1"0,1 0 0,0 0 0,0 0 0,0 0 0,0-1 0,1 1 0,-1 1 0,0-1 0,1 0 0,-1 0 0,1 0 0,0 1 0,0-1 0,0 1 0,-1-1 0,5-1 0,-5 3 0,-1-1 0,1 1 0,0-1 0,-1 1 0,1 0 0,0-1 0,0 1 0,-1 0 0,1 0 0,0 0 0,0 0 0,0-1 0,-1 1 0,1 0 0,0 0 0,0 1 0,-1-1 0,1 0 0,0 0 0,0 0 0,1 1 0,-2-1 0,1 1 0,0 0 0,-1 0 0,1 0 0,-1-1 0,1 1 0,-1 0 0,0 0 0,1 0 0,-1 0 0,0 0 0,0 0 0,1 0 0,-1-1 0,0 1 0,0 0 0,0 0 0,0 0 0,0 0 0,0 0 0,-1 0 0,1 0 0,0 1 0,-5 18 0,-1 0 0,0-1 0,-1 0 0,-18 33 0,9-16 0,-83 157 0,68-138 0,30-52 17,-1-1-87,1 0 1,0 0 0,-1 0 0,1 1 0,0-1 0,0 0 0,1 0 0,-1 1 0,0-1 0,1 0 0,-1 1 0,1-1 0,0 1-1,0-1 1,0 1 0,0-1 0,0 0 0,0 1 0,1 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51.9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350 9 24575,'0'0'0,"0"-1"0,0 1 0,0 0 0,0 0 0,0-1 0,0 1 0,0 0 0,0-1 0,0 1 0,0 0 0,0 0 0,0-1 0,0 1 0,0 0 0,1 0 0,-1-1 0,0 1 0,0 0 0,0 0 0,0-1 0,0 1 0,1 0 0,-1 0 0,0 0 0,0-1 0,0 1 0,1 0 0,-1 0 0,0 0 0,0 0 0,1-1 0,-1 1 0,0 0 0,1 0 0,9 4 0,9 13 0,5 15 0,-1 2 0,34 65 0,24 81 0,-79-175 0,1 0 0,-1 0 0,0 1 0,0-1 0,-1 1 0,0-1 0,2 11 0,-3-16 0,0 1 0,-1 0 0,1 0 0,0 0 0,0-1 0,0 1 0,0 0 0,-1 0 0,1 0 0,0-1 0,-1 1 0,1 0 0,0 0 0,-1-1 0,1 1 0,-1-1 0,1 1 0,-1 0 0,1-1 0,-2 2 0,0-2 0,1 1 0,-1 0 0,1-1 0,-1 1 0,1-1 0,-1 0 0,1 0 0,-1 1 0,0-1 0,1 0 0,-1 0 0,0-1 0,1 1 0,-3-1 0,-81-18 0,56 11 0,-53-6 0,27 9 0,0 3 0,0 2 0,0 3 0,-74 13 0,123-15-1365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55.9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378 441 24575,'-15'-10'0,"15"10"0,0 0 0,-1 0 0,1 0 0,0-1 0,0 1 0,0 0 0,-1 0 0,1 0 0,0 0 0,0 0 0,-1 0 0,1 0 0,0 1 0,0-1 0,-1 0 0,1 0 0,0 0 0,0 0 0,0 0 0,-1 0 0,1 0 0,0 0 0,0 0 0,0 1 0,-1-1 0,1 0 0,0 0 0,0 0 0,0 0 0,0 1 0,-1-1 0,1 0 0,0 0 0,0 1 0,-1 2 0,1 0 0,-1 0 0,1 0 0,0 0 0,0 1 0,0-1 0,1 4 0,-1 2 0,5 121 0,-23 246 0,12-354 0,6-22 0,-1 0 0,1 0 0,0 1 0,0-1 0,0 0 0,-1 0 0,1 0 0,0 0 0,0 0 0,0 0 0,-1 0 0,1 0 0,0 0 0,0 0 0,0 0 0,-1 0 0,1 0 0,0 0 0,0-1 0,-1 1 0,1 0 0,0 0 0,0 0 0,0 0 0,0 0 0,-1 0 0,1 0 0,0-1 0,0 1 0,0 0 0,0 0 0,0 0 0,-1 0 0,1-1 0,0 1 0,0 0 0,0 0 0,0 0 0,0-1 0,0 1 0,0 0 0,0 0 0,0 0 0,0-1 0,0 1 0,-13-42 0,-2-28 0,-42-233 0,45 224 0,-1-147 0,14 198 0,1 1 0,1-1 0,7-31 0,-8 51 0,0 0 0,0 0 0,1 0 0,0 1 0,0-1 0,1 1 0,0 0 0,0 0 0,1 0 0,0 0 0,0 1 0,0 0 0,1 0 0,0 0 0,7-5 0,-9 8 0,0 1 0,-1 0 0,1 1 0,0-1 0,0 0 0,0 1 0,0 0 0,0 0 0,0 1 0,0-1 0,0 1 0,0-1 0,1 1 0,-1 1 0,0-1 0,0 0 0,0 1 0,0 0 0,0 0 0,0 0 0,0 1 0,0-1 0,0 1 0,-1 0 0,1 0 0,0 0 0,-1 1 0,0-1 0,1 1 0,-1 0 0,5 5 0,-1 1 0,1 0 0,-1 0 0,-1 1 0,0-1 0,0 1 0,-1 1 0,0-1 0,0 1 0,-2 0 0,5 15 0,-6-13 0,0-1 0,-1 1 0,0 0 0,-1-1 0,0 1 0,-1 0 0,0-1 0,-1 1 0,-1-1 0,0 1 0,-6 14 0,2-11 0,-1 0 0,0 0 0,-1-1 0,-1 0 0,0 0 0,-2-1 0,-14 15 0,-9 3 0,-1-1 0,-1-2 0,-2-2 0,-1-1 0,-48 22 0,44-27 0,28-14 0,1 1 0,-24 15 0,38-23 0,1 0 0,-1 0 0,1 0 0,0 0 0,-1 0 0,1 0 0,-1 1 0,1-1 0,0 0 0,-1 0 0,1 1 0,0-1 0,-1 0 0,1 0 0,0 1 0,-1-1 0,1 0 0,0 1 0,0-1 0,-1 1 0,1-1 0,0 0 0,0 1 0,0-1 0,0 1 0,0-1 0,-1 0 0,1 1 0,0-1 0,0 1 0,0-1 0,0 1 0,0-1 0,0 0 0,0 1 0,1-1 0,-1 1 0,0-1 0,0 1 0,0-1 0,0 0 0,0 1 0,1-1 0,-1 0 0,0 1 0,0-1 0,1 1 0,-1-1 0,0 0 0,0 0 0,1 1 0,-1-1 0,0 0 0,1 1 0,-1-1 0,1 0 0,-1 0 0,0 0 0,1 0 0,-1 1 0,1-1 0,-1 0 0,0 0 0,1 0 0,-1 0 0,1 0 0,0 0 0,37 7 0,-28-6 0,16 4 0,1 0 0,-1 2 0,0 0 0,0 2 0,-1 1 0,0 1 0,-1 1 0,-1 2 0,0 0 0,0 1 0,-1 1 0,32 32 0,-38-33 92,5 6-820,37 29-1,-33-33-6097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56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57 24575,'-3'1'0,"0"1"0,0 0 0,0 0 0,0 0 0,1 0 0,-1 0 0,1 0 0,0 1 0,-1-1 0,1 1 0,-3 4 0,0-1 0,4-4 0,-1 0 0,0 0 0,1 0 0,0 0 0,-1 0 0,1 0 0,0 0 0,0 1 0,0-1 0,0 0 0,0 1 0,1-1 0,-1 0 0,1 1 0,-1-1 0,1 1 0,0-1 0,0 4 0,1-4 0,0-1 0,-1 1 0,1 0 0,0 0 0,0 0 0,0-1 0,1 1 0,-1 0 0,0-1 0,1 0 0,-1 1 0,1-1 0,-1 1 0,1-1 0,-1 0 0,1 0 0,0 0 0,0 0 0,0 0 0,-1-1 0,1 1 0,0 0 0,2-1 0,10 4 0,1-1 0,-1 0 0,0-2 0,1 0 0,-1 0 0,0-1 0,1-1 0,-1 0 0,1-1 0,-1-1 0,0 0 0,0-1 0,-1 0 0,1-2 0,19-9 0,-29 13 0,0 0 0,-1-1 0,1 1 0,-1-1 0,1 0 0,-1 0 0,0-1 0,0 1 0,0-1 0,0 1 0,-1-1 0,0 0 0,1 0 0,1-5 0,-3 7 0,-1-1 0,1 1 0,-1 0 0,1 0 0,-1 0 0,0-1 0,0 1 0,0 0 0,0-1 0,0 1 0,0 0 0,-1 0 0,1-1 0,-1 1 0,0 0 0,1 0 0,-1 0 0,0 0 0,0 0 0,-1 0 0,1 0 0,0 0 0,-1 0 0,1 0 0,-1 1 0,1-1 0,-1 0 0,0 1 0,-2-2 0,0 0 0,0 0 0,0 1 0,0 0 0,-1-1 0,1 1 0,-1 1 0,1-1 0,-1 1 0,0-1 0,1 2 0,-1-1 0,0 0 0,0 1 0,0 0 0,-9 1 0,7 0 0,0 0 0,0 1 0,0 0 0,1 1 0,-1-1 0,0 1 0,1 1 0,0-1 0,0 1 0,-6 5 0,3-3 0,2 1 0,-1 0 0,1 1 0,0-1 0,0 1 0,1 1 0,0-1 0,1 1 0,-1 0 0,2 0 0,-1 1 0,2 0 0,-1-1 0,1 1 0,-2 11 0,4-15 0,1 0 0,0 1 0,0-1 0,0 0 0,0 0 0,1 0 0,0 1 0,1-1 0,-1 0 0,1 0 0,0-1 0,0 1 0,1 0 0,0-1 0,0 1 0,0-1 0,1 0 0,0 0 0,0 0 0,0-1 0,0 1 0,1-1 0,0 0 0,0 0 0,0-1 0,0 1 0,0-1 0,1 0 0,-1-1 0,1 1 0,0-1 0,0 0 0,0-1 0,0 1 0,0-1 0,0 0 0,0-1 0,9 1 0,-2-2 0,1 0 0,-1-1 0,0 0 0,0-1 0,0 0 0,0-1 0,-1-1 0,1 0 0,-1 0 0,0-1 0,12-9 0,-3 1 0,-1 0 0,-1-2 0,0 0 0,33-38 0,0-14 0,-46 60 0,-2 0 0,1 0 0,-1 0 0,0-1 0,-1 0 0,0 0 0,2-9 0,-5 16 0,1 1 0,-1 0 0,0 0 0,1 0 0,-1-1 0,0 1 0,0 0 0,0 0 0,0-1 0,0 1 0,0 0 0,0 0 0,0-1 0,-1 1 0,1 0 0,0 0 0,-1-1 0,1 1 0,-1 0 0,1 0 0,-1 0 0,0 0 0,1 0 0,-1 0 0,0 0 0,0 0 0,0 0 0,0 0 0,0 0 0,0 1 0,0-1 0,0 0 0,0 1 0,0-1 0,0 0 0,0 1 0,0 0 0,-1-1 0,1 1 0,0 0 0,0-1 0,0 1 0,-1 0 0,1 0 0,0 0 0,-2 0 0,-2 1 0,1-1 0,-1 1 0,1 0 0,-1 0 0,1 0 0,-1 1 0,1-1 0,0 1 0,0 0 0,0 1 0,-6 2 0,7-2 0,-1 0 0,1 1 0,0-1 0,-1 1 0,1-1 0,1 1 0,-1 0 0,1 0 0,-1 0 0,1 0 0,0 1 0,0-1 0,1 1 0,0-1 0,-1 1 0,1-1 0,1 1 0,-1 0 0,1-1 0,0 1 0,0 0 0,0 0 0,1-1 0,-1 1 0,1 0 0,0-1 0,4 9 0,3 9 0,1-1 0,1 0 0,1 0 0,20 26 0,-17-26 0,-8-11 0,0 0 0,-1 0 0,0 0 0,-1 1 0,0 0 0,-1 0 0,4 16 0,-7-24 0,1 0 0,-1-1 0,0 1 0,0 0 0,0-1 0,0 1 0,0 0 0,-1 0 0,1-1 0,-1 1 0,1 0 0,-1-1 0,0 1 0,0-1 0,0 1 0,-1-1 0,1 0 0,-1 1 0,1-1 0,-1 0 0,0 0 0,1 0 0,-1 0 0,0 0 0,0-1 0,-1 1 0,1 0 0,0-1 0,-1 0 0,1 1 0,0-1 0,-1 0 0,0 0 0,1-1 0,-1 1 0,-3 0 0,2 0-72,-1 0 1,1 0-1,-1-1 0,0 0 0,1 0 0,-1 0 0,1 0 0,-1-1 1,0 0-1,1 0 0,-1 0 0,1-1 0,0 1 0,-1-1 0,1 0 1,0 0-1,0 0 0,-7-6 0,-7-8-6754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56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 24575,'4'0'0,"-1"0"0,0 0 0,0 0 0,0 0 0,0 1 0,0 0 0,0-1 0,0 1 0,0 0 0,0 0 0,0 1 0,0-1 0,0 1 0,-1-1 0,1 1 0,4 4 0,-3-2 0,-1 1 0,1 0 0,-1 0 0,0 1 0,0-1 0,-1 1 0,4 10 0,27 94 0,-25-78 0,1-1 0,1 0 0,2-1 0,17 32 0,-28-60 0,0 0 0,0 0 0,0 0 0,1 0 0,-1-1 0,0 1 0,1 0 0,0-1 0,-1 1 0,1-1 0,0 0 0,0 1 0,-1-1 0,1 0 0,0 0 0,0 0 0,1 0 0,-1 0 0,0-1 0,0 1 0,0-1 0,0 1 0,1-1 0,-1 0 0,0 0 0,0 0 0,3 0 0,-2-1 0,1 0 0,-1 0 0,1-1 0,-1 1 0,1-1 0,-1 0 0,0 1 0,0-2 0,0 1 0,0 0 0,-1 0 0,1-1 0,0 0 0,-1 1 0,0-1 0,3-3 0,2-7 0,1 0 0,-2 0 0,0-1 0,0 1 0,-1-1 0,-1-1 0,0 1 0,2-21 0,-1-8 0,-1-69 0,-4 103 0,0 5 0,0-1 0,0 0 0,0 0 0,0 0 0,-1 0 0,0 0 0,0 1 0,0-1 0,-4-8 0,5 13 0,0 0 0,0 0 0,0 0 0,0 0 0,0 0 0,0 0 0,0 0 0,0 0 0,0-1 0,0 1 0,0 0 0,0 0 0,0 0 0,-1 0 0,1 0 0,0 0 0,0 0 0,0 0 0,0 0 0,0 0 0,0 0 0,0 0 0,0 0 0,0-1 0,-1 1 0,1 0 0,0 0 0,0 0 0,0 0 0,0 0 0,0 0 0,0 0 0,0 0 0,0 0 0,-1 0 0,1 0 0,0 0 0,0 0 0,0 0 0,0 0 0,0 1 0,0-1 0,0 0 0,0 0 0,-1 0 0,1 0 0,0 0 0,0 0 0,0 0 0,0 0 0,0 0 0,0 0 0,0 0 0,0 0 0,0 0 0,0 1 0,0-1 0,0 0 0,-4 10 0,1 13 0,5-5-1365,1-1-5461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57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0 147 24575,'2'0'0,"0"0"0,-1 0 0,1 0 0,0-1 0,-1 1 0,1-1 0,0 0 0,-1 1 0,1-1 0,-1 0 0,1 0 0,-1 0 0,1 0 0,-1 0 0,0 0 0,3-3 0,18-27 0,-19 27 0,-1-1 0,1 1 0,0 0 0,0 0 0,1 1 0,-1-1 0,7-5 0,-9 8 0,1 1 0,-1-1 0,1 1 0,-1 0 0,0-1 0,1 1 0,-1 0 0,1 0 0,-1 0 0,1 0 0,-1 0 0,0 0 0,1 0 0,-1 0 0,1 1 0,-1-1 0,1 0 0,-1 1 0,0-1 0,1 1 0,-1 0 0,0-1 0,0 1 0,1 0 0,-1 0 0,0 0 0,0 0 0,0 0 0,0 0 0,0 0 0,1 2 0,4 4 0,0 0 0,-1 1 0,1-1 0,-2 2 0,1-1 0,-1 0 0,0 1 0,-1 0 0,4 14 0,2 12 0,3 37 0,-8-46 0,-1 30 0,-3-91 0,11-70 0,-8 86 0,1 0 0,1 1 0,1 0 0,0 0 0,18-34 0,-22 48 0,1 1 0,-1-1 0,1 1 0,0-1 0,0 1 0,0 0 0,0 0 0,0 0 0,5-3 0,-7 6 0,0-1 0,0 1 0,1-1 0,-1 0 0,0 1 0,0 0 0,1-1 0,-1 1 0,0 0 0,0 0 0,1 0 0,-1 0 0,0 0 0,0 0 0,1 0 0,-1 0 0,0 0 0,1 0 0,-1 1 0,0-1 0,0 1 0,0-1 0,1 1 0,-1-1 0,0 1 0,0 0 0,0-1 0,0 1 0,0 0 0,0 0 0,0 0 0,0 0 0,-1 0 0,1 0 0,0 0 0,0 1 0,3 4 0,0 1 0,0-1 0,-1 1 0,-1 0 0,1 0 0,-1 0 0,2 10 0,7 56 0,-5-21 0,-6-50 0,2 9 0,0-1 0,1 0 0,6 16 0,-9-24 0,1-1 0,0 1 0,0-1 0,0 1 0,0-1 0,0 1 0,0-1 0,0 1 0,0-1 0,0 0 0,1 0 0,2 2 0,-3-3 0,0 1 0,0-1 0,-1 0 0,1 0 0,0 1 0,0-1 0,0 0 0,0 0 0,0 0 0,0 0 0,0 0 0,0-1 0,0 1 0,0 0 0,0 0 0,0 0 0,0-1 0,-1 1 0,1-1 0,0 1 0,0-1 0,0 1 0,0-1 0,-1 1 0,2-2 0,8-7 0,0-1 0,-1-1 0,0 0 0,-1 0 0,0 0 0,8-18 0,9-11 0,-10 15 0,12-18 0,-25 40 0,0 0 0,1 0 0,-1 0 0,1 1 0,0-1 0,-1 1 0,1-1 0,1 1 0,4-3 0,-7 5 0,-1 0 0,0 0 0,1-1 0,0 1 0,-1 0 0,1 0 0,-1 0 0,1 0 0,-1 0 0,1 0 0,-1 0 0,1 0 0,-1 1 0,1-1 0,-1 0 0,1 0 0,-1 0 0,1 0 0,-1 1 0,0-1 0,1 0 0,-1 0 0,1 1 0,-1-1 0,1 0 0,-1 1 0,0-1 0,1 1 0,-1-1 0,0 0 0,1 1 0,-1-1 0,0 1 0,0-1 0,0 1 0,1-1 0,-1 1 0,0-1 0,0 1 0,0-1 0,0 1 0,0 0 0,3 25 0,-3-23 0,-1 60 0,-1-49 0,1 0 0,1 1 0,1-1 0,-1 0 0,2 1 0,0-1 0,6 19 0,-7-31 0,0 0 0,-1 1 0,1-1 0,1 0 0,-1 0 0,0 0 0,0 0 0,1 0 0,-1 0 0,1 0 0,0 0 0,-1-1 0,1 1 0,0-1 0,0 1 0,0-1 0,0 0 0,0 1 0,1-1 0,1 1 0,-1-2 0,0 1 0,0-1 0,0 0 0,0 0 0,0 0 0,0 0 0,0-1 0,1 1 0,-1-1 0,0 1 0,-1-1 0,1 0 0,5-3 0,4-2 0,-1 0 0,0-2 0,-1 1 0,0-1 0,0 0 0,12-14 0,-2-2 0,-1 0 0,0-2 0,-2 0 0,-1-1 0,24-56 0,-38 78 0,-1 0 0,1 1 0,-1-1 0,0 0 0,0 0 0,-1 0 0,1 0 0,-1-10 0,0 14 0,-1 0 0,1 0 0,0 0 0,0-1 0,-1 1 0,1 0 0,-1 0 0,1 0 0,-1 0 0,1 0 0,-1 0 0,1 0 0,-1 0 0,0 0 0,0 0 0,1 1 0,-1-1 0,-1-1 0,0 2 0,1-1 0,0 1 0,-1-1 0,1 1 0,-1-1 0,1 1 0,-1 0 0,1 0 0,-1 0 0,1 0 0,0 0 0,-1 0 0,1 0 0,-1 0 0,1 1 0,-1-1 0,1 1 0,-2 0 0,-7 3 0,1 0 0,0 0 0,0 2 0,1-1 0,0 1 0,0 0 0,0 0 0,0 1 0,1 0 0,-9 11 0,6-5 0,0 1 0,1-1 0,0 1 0,1 1 0,-10 25 0,16-35-49,0 0 1,0 1-1,1-1 0,0 1 0,0-1 1,0 1-1,1-1 0,0 1 0,0 0 1,0-1-1,1 1 0,-1 0 0,1-1 1,1 1-1,-1-1 0,1 0 0,0 1 1,0-1-1,1 0 0,-1 0 0,1 0 1,0-1-1,0 1 0,1-1 0,0 1 0,-1-1 1,10 7-1,19 14-6777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3.1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88 156 24575,'-3'3'0,"-11"-2"0,-5-4 0,-1-5 0,2-7 0,5-5 0,12-1 0,16-1 0,14 1 0,14 3 0,13 6 0,10 1 0,-8 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3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35 24575,'-3'0'0,"-2"3"0,8 1 0,8-4 0,12-1 0,12-3 0,15-2 0,11 0 0,11-1 0,9 0 0,3 1 0,-12 2-8191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3:43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24575,'3'3'0,"8"1"0,7 0 0,11-1 0,12 0 0,15-2 0,17 0 0,17-4 0,15-4 0,-10-2-8191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0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1894 24575,'6'0'0,"-1"0"0,1 1 0,-1 0 0,0 0 0,1 1 0,-1 0 0,0 0 0,0 0 0,0 0 0,0 1 0,5 3 0,7 6 0,26 24 0,4 3 0,14 0 0,1-2 0,2-4 0,2-2 0,0-3 0,2-3 0,72 17 0,23-5 0,248 26 0,-185-46-689,400-19-1,224-75-759,-821 74 1447,894-127 2,-18-90 0,-762 173-89,-3-6-1,-2-7 0,-3-5 1,173-112-1,-220 117 26,-3-4 0,-2-3 0,-4-4 0,-2-3 0,-4-3 0,122-170 0,-138 160 16,64-132 0,-91 154 842,-3-1-1,36-132 1,-58 175-588,0 0 0,-1 0 0,-2 0 0,0 0-1,-2 0 1,-4-43 0,4 65-303,0-1-1,0 1 1,0-1-1,-1 1 1,1-1-1,-1 1 1,1 0-1,-1-1 1,0 1-1,1 0 1,-1-1-1,0 1 0,-2-2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1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139 1 24575,'0'10'0,"-1"0"0,-1 0 0,1 0 0,-2 0 0,-5 17 0,-25 48 0,13-32 0,-51 105 0,79-164 0,67-114 0,-65 114 0,1 1 0,1 1 0,1-1 0,0 2 0,0 0 0,21-15 0,-30 24 0,1 1 0,0 0 0,0 1 0,0-1 0,0 1 0,0 0 0,1 0 0,-1 1 0,1-1 0,-1 1 0,1 1 0,-1-1 0,1 1 0,0 0 0,-1 0 0,10 2 0,-8-1 0,-1 1 0,0 0 0,0 0 0,0 1 0,-1 0 0,1 0 0,-1 0 0,1 1 0,-1-1 0,0 1 0,0 1 0,-1-1 0,1 1 0,5 7 0,2 5-682,16 29-1,-12-15-6143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1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296 197 24575,'2'0'0,"-1"-1"0,1 1 0,-1-1 0,1 1 0,-1-1 0,1 0 0,-1 0 0,1 1 0,-1-1 0,0 0 0,0 0 0,1-1 0,-1 1 0,0 0 0,0 0 0,0-1 0,0 1 0,0 0 0,1-3 0,13-29 0,-14 31 0,0 0 0,0 0 0,-1 0 0,1 0 0,-1 0 0,1 1 0,-1-1 0,0 0 0,0 0 0,0 0 0,0 0 0,0 0 0,0 0 0,-1 0 0,1 0 0,-1 0 0,1 0 0,-1 0 0,0 0 0,1 0 0,-1 0 0,0 1 0,0-1 0,0 0 0,-1 1 0,-1-3 0,0 2 0,1 0 0,-1 0 0,0 0 0,0 1 0,1 0 0,-1-1 0,0 1 0,0 0 0,0 0 0,0 1 0,0-1 0,-1 0 0,1 1 0,0 0 0,0 0 0,0 0 0,-4 1 0,-11 1 0,-1 1 0,1 1 0,0 1 0,0 0 0,0 1 0,1 1 0,-33 19 0,41-21 0,1 1 0,0 0 0,0 0 0,0 1 0,1 0 0,0 1 0,-8 10 0,12-13 0,0 0 0,-1 0 0,2 1 0,-1 0 0,1-1 0,0 1 0,0 0 0,0 0 0,1 0 0,0 1 0,0-1 0,1 11 0,0-13 0,0 0 0,0 0 0,1 0 0,0 0 0,0 0 0,0 0 0,0 0 0,1-1 0,-1 1 0,1 0 0,0-1 0,0 1 0,0-1 0,1 0 0,4 6 0,-2-5 0,0 1 0,0-2 0,0 1 0,1 0 0,-1-1 0,1 0 0,0-1 0,0 1 0,8 2 0,0-2 0,1 0 0,0 0 0,0-1 0,1-1 0,-1-1 0,0 0 0,27-4 0,-22 1 0,-1-1 0,0-1 0,0-1 0,0-1 0,-1 0 0,0-1 0,20-13 0,-32 17 0,0 0 0,0-1 0,-1 1 0,1-1 0,-1-1 0,0 1 0,0-1 0,-1 0 0,7-11 0,-9 12 0,0 0 0,0 1 0,0-1 0,-1 0 0,0 0 0,0-1 0,0 1 0,-1 0 0,1 0 0,-1 0 0,0 0 0,-1-1 0,0 1 0,1 0 0,-3-7 0,-1 3 0,1 0 0,-1 0 0,-1 0 0,0 1 0,0-1 0,0 1 0,-1 0 0,-1 1 0,1-1 0,-1 1 0,0 1 0,-11-9 0,6 6 0,-1 0 0,0 1 0,0 1 0,0 0 0,-1 1 0,0 0 0,-20-5 0,30 10 34,-1 0 1,1 0-1,0 1 0,-1-1 0,1 1 0,-1 0 0,1 0 0,-1 1 0,-7 1 1,9-1-136,1 0 1,-1 0-1,0 0 1,1 0 0,0 0-1,-1 1 1,1 0-1,0-1 1,0 1 0,-1 0-1,2 0 1,-1 0 0,0 0-1,0 0 1,0 0-1,-1 4 1,-6 13-6726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2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110 104 24575,'-2'17'0,"0"-1"0,-1-1 0,-1 1 0,-1 0 0,-11 27 0,5-13 0,7-19 0,-13 35 0,2 1 0,-14 80 0,28-124 0,1 0 0,0 0 0,-1 0 0,1 0 0,0 0 0,1 0 0,-1 1 0,0-1 0,1 0 0,0 0 0,0 0 0,0 0 0,0 0 0,0 0 0,3 4 0,-2-5 0,0 0 0,0 0 0,0 0 0,0 0 0,1-1 0,-1 1 0,1-1 0,-1 1 0,1-1 0,-1 0 0,1 0 0,0 0 0,-1 0 0,1-1 0,0 1 0,0-1 0,4 1 0,53 2 0,74-6 0,-34 0 0,-93 3 0,182 7 0,-186-7 0,-1 1 0,1-1 0,-1 0 0,1 0 0,-1 0 0,1-1 0,-1 1 0,1-1 0,-1 1 0,1-1 0,-1 0 0,0 0 0,1 0 0,-1 0 0,0 0 0,0 0 0,0-1 0,0 1 0,0-1 0,0 0 0,0 1 0,0-1 0,-1 0 0,1 0 0,0 0 0,-1 0 0,0 0 0,0-1 0,0 1 0,0 0 0,0 0 0,0-1 0,0 1 0,0-5 0,2-9 0,-1 1 0,0-1 0,-1 0 0,-2-23 0,0 19 0,0-51 0,-4 0 0,-3 1 0,-22-93 0,23 143 0,7 20 0,0 0 0,0-1 0,0 1 0,0 0 0,0 0 0,-1 0 0,1 0 0,0 0 0,0 0 0,0 0 0,0 0 0,0 0 0,0 0 0,0 0 0,-1 0 0,1 0 0,0 0 0,0 0 0,0 0 0,0 0 0,0 0 0,0 0 0,0 0 0,-1 0 0,1 0 0,0 0 0,0 0 0,0 0 0,0 0 0,0 0 0,0 0 0,0 1 0,-1-1 0,1 0 0,0 0 0,0 0 0,0 0 0,0 0 0,0 0 0,0 0 0,0 0 0,0 0 0,0 1 0,0-1 0,0 0 0,0 0 0,0 0 0,0 0 0,0 0 0,0 0 0,0 0 0,0 1 0,0-1 0,0 0 0,0 0 0,0 0 0,0 0 0,0 0 0,0 0 0,0 1 0,0-1 0,0 0 0,0 0 0,-3 39 0,4 100-1365,-1-109-5461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3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196 341 24575,'0'0'0,"-1"0"0,1 0 0,0 0 0,-1 0 0,1 0 0,0 0 0,-1-1 0,1 1 0,0 0 0,-1 0 0,1 0 0,0 0 0,-1-1 0,1 1 0,0 0 0,0 0 0,-1 0 0,1-1 0,0 1 0,0 0 0,0-1 0,-1 1 0,1 0 0,0 0 0,0-1 0,0 1 0,0 0 0,-1-1 0,1 1 0,0 0 0,0-1 0,0 1 0,0 0 0,0-1 0,0 1 0,0 0 0,0-1 0,0 1 0,0 0 0,0-1 0,0 1 0,1 0 0,-1-1 0,0 1 0,0-1 0,7-19 0,-5 16 0,0-1 0,0 0 0,0 0 0,0 0 0,-1 0 0,0-1 0,0 1 0,0 0 0,-1-1 0,1 1 0,-2-11 0,1 15 0,-1 1 0,1-1 0,0 0 0,-1 1 0,1-1 0,-1 1 0,1-1 0,-1 0 0,1 1 0,-1-1 0,1 1 0,-1-1 0,1 1 0,-1-1 0,0 1 0,1 0 0,-1-1 0,0 1 0,1 0 0,-1 0 0,0-1 0,0 1 0,1 0 0,-1 0 0,0 0 0,0 0 0,1 0 0,-1 0 0,0 0 0,0 0 0,1 0 0,-1 0 0,0 0 0,0 1 0,1-1 0,-1 0 0,0 0 0,1 1 0,-1-1 0,0 1 0,1-1 0,-2 1 0,-29 19 0,14-3 0,1 0 0,1 1 0,1 0 0,0 1 0,1 1 0,1 0 0,1 1 0,1 0 0,-11 34 0,19-51 0,1 0 0,0 1 0,0-1 0,0 1 0,0-1 0,1 1 0,0-1 0,0 1 0,0-1 0,0 1 0,1-1 0,0 1 0,0-1 0,2 7 0,-2-9 0,0 0 0,0 0 0,0 0 0,0 0 0,1-1 0,-1 1 0,1 0 0,-1 0 0,1-1 0,0 1 0,0-1 0,0 0 0,0 1 0,-1-1 0,2 0 0,-1 0 0,0 0 0,0-1 0,0 1 0,0 0 0,0-1 0,1 1 0,-1-1 0,0 0 0,1 0 0,-1 0 0,0 0 0,0 0 0,1 0 0,2-1 0,5-2 0,1 1 0,-1-1 0,0-1 0,0 0 0,-1 0 0,1-1 0,-1 0 0,0 0 0,0-1 0,10-10 0,-4 4 0,-1-2 0,0 0 0,-1 0 0,20-30 0,-23 26 0,0 0 0,-1-1 0,-1-1 0,0 1 0,-2-1 0,0-1 0,-1 1 0,2-31 0,-2 2 0,-3-1 0,-6-69 0,5 254 0,6-16 271,8 98-1907,-10-174-5190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3.7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24575,'0'8'0,"1"0"0,1 0 0,0 0 0,0 0 0,0-1 0,5 10 0,5 15 0,-5-5 0,0 0 0,-2 1 0,4 44 0,-9-88 0,1-1 0,0 1 0,2 0 0,0 0 0,5-18 0,-5 25 0,0 1 0,0-1 0,1 1 0,0 0 0,0 0 0,1 0 0,0 1 0,0-1 0,1 1 0,-1 0 0,2 1 0,6-7 0,-11 12-97,-1 0-1,1 0 1,-1 0-1,1 0 1,0 1-1,0-1 1,-1 0-1,1 1 1,0-1-1,0 1 1,0 0-1,0-1 0,3 1 1,8 2-6729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4.2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205 109 24575,'2'0'0,"0"0"0,1-1 0,-1 1 0,0 0 0,1-1 0,-1 1 0,0-1 0,0 0 0,0 1 0,1-1 0,-1 0 0,0-1 0,0 1 0,0 0 0,-1-1 0,1 1 0,0-1 0,0 1 0,-1-1 0,1 0 0,-1 1 0,1-1 0,-1 0 0,0 0 0,0 0 0,0 0 0,0-1 0,0 1 0,0 0 0,-1 0 0,1 0 0,-1-1 0,1 1 0,-1 0 0,0-1 0,0 1 0,0 0 0,0-1 0,-1 1 0,1 0 0,0-1 0,-1 1 0,0 0 0,1 0 0,-1 0 0,0-1 0,0 1 0,0 0 0,-1 0 0,1 0 0,0 1 0,-1-1 0,1 0 0,-1 0 0,0 1 0,1-1 0,-1 1 0,0-1 0,0 1 0,0 0 0,-3-2 0,0 2 0,0 0 0,1 0 0,-1 0 0,0 0 0,0 1 0,0 0 0,0 0 0,0 0 0,0 0 0,0 1 0,1 0 0,-1 0 0,0 0 0,0 1 0,1-1 0,-1 1 0,1 0 0,0 1 0,-1-1 0,-6 6 0,1-1 0,1 0 0,0 1 0,0 0 0,1 0 0,0 1 0,1 0 0,-11 16 0,11-13 0,1 1 0,1-1 0,-1 1 0,2 0 0,0 0 0,0 1 0,2-1 0,-1 1 0,2 0 0,0-1 0,1 21 0,0-31 0,0-1 0,0 1 0,0-1 0,1 1 0,-1-1 0,1 0 0,0 1 0,-1-1 0,1 1 0,0-1 0,0 0 0,1 0 0,-1 0 0,0 0 0,1 0 0,-1 0 0,1 0 0,0 0 0,0 0 0,-1-1 0,1 1 0,0-1 0,5 3 0,-4-3 0,0 0 0,0 0 0,0-1 0,0 1 0,0-1 0,0 0 0,1 1 0,-1-2 0,0 1 0,0 0 0,0-1 0,0 1 0,0-1 0,0 0 0,0 0 0,0 0 0,0 0 0,4-3 0,6-4 0,-1 0 0,0 0 0,-1-1 0,1-1 0,-2 0 0,1 0 0,-2-1 0,16-21 0,-7 5 0,-2-1 0,25-55 0,-32 67 0,-9 16 0,1 0 0,-1 0 0,0 0 0,0 0 0,0 0 0,0 0 0,1 0 0,-1 0 0,0 0 0,0 0 0,0 0 0,0 0 0,1 0 0,-1 0 0,0 0 0,0 0 0,0 1 0,0-1 0,1 0 0,-1 0 0,0 0 0,0 0 0,0 0 0,0 0 0,0 0 0,0 0 0,0 1 0,1-1 0,-1 0 0,0 0 0,0 0 0,0 0 0,0 1 0,0-1 0,0 0 0,0 0 0,0 0 0,0 0 0,0 1 0,0-1 0,0 0 0,0 0 0,0 0 0,0 0 0,0 1 0,2 33 0,-4 8 0,0-18 0,2 33 0,0-52 0,0 1 0,1-1 0,0 1 0,1-1 0,-1 1 0,1-1 0,0 0 0,0 0 0,0 0 0,1 0 0,4 6 0,-5-8-114,0-1 1,0 0-1,0 0 0,1 0 0,-1 0 1,0 0-1,1-1 0,0 1 0,-1-1 1,1 0-1,4 2 0,12 3-6712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4.4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50 24575,'-1'-3'0,"-2"-3"0,0 0 0,-1 0 0,0 0 0,-6-7 0,10 12 0,-1 0 0,0 1 0,1-1 0,-1 0 0,1 1 0,-1-1 0,0 1 0,1-1 0,-1 1 0,0-1 0,1 1 0,-1 0 0,0-1 0,0 1 0,0 0 0,1-1 0,-1 1 0,0 0 0,0 0 0,0 0 0,0 0 0,0 0 0,1 0 0,-1 0 0,0 0 0,0 0 0,0 0 0,0 1 0,1-1 0,-1 0 0,0 0 0,0 1 0,0-1 0,1 1 0,-1-1 0,0 0 0,1 1 0,-1 0 0,0-1 0,1 1 0,-1-1 0,1 1 0,-1 0 0,1-1 0,-2 2 0,-1 4 0,0-1 0,0 1 0,0 0 0,0 0 0,1 0 0,0 0 0,0 0 0,-1 12 0,-4 58 0,6-48 0,-2 4 0,-13 495 0,19-497-1365,2-8-5461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4.5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38 24575,'0'-3'0,"3"-2"0,4 1 0,4 1 0,4 1 0,5 0 0,5 2 0,5-1 0,3 1 0,3 0 0,1-2 0,0-5 0,-5-1-8191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4.7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83 24575,'0'-4'0,"0"-3"0,0 0 0,0 0 0,0 0 0,-1 0 0,0-1 0,-1 1 0,1 1 0,-6-13 0,7 19 0,0-1 0,0 1 0,0 0 0,0 0 0,0 0 0,0 0 0,0 0 0,0-1 0,0 1 0,0 0 0,0 0 0,-1 0 0,1 0 0,0 0 0,0 0 0,0 0 0,0-1 0,0 1 0,0 0 0,-1 0 0,1 0 0,0 0 0,0 0 0,0 0 0,0 0 0,-1 0 0,1 0 0,0 0 0,0 0 0,0 0 0,0 0 0,0 0 0,-1 0 0,1 0 0,0 0 0,0 0 0,0 0 0,0 0 0,-1 0 0,1 0 0,0 0 0,0 0 0,0 1 0,0-1 0,-6 8 0,0 13 0,-4 49 0,-1 82 0,2-16 0,4-94 203,2-26-516,1 0-1,0 0 0,1 0 1,3 30-1,1-33-6512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4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1 171 24575,'0'-10'0,"0"-8"0,0-8 0,3-3 0,1 1 0,3 4 0,4 8 0,2 5 0,6 5 0,3 4 0,3 5 0,1 5 0,-4 1-8191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6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20 24575,'-8'-11'0,"3"3"0,2 23 0,5 39 0,13 76 0,-2-27 0,25 416-1264,-46 875 0,-7-1175 800,-15 514 2349,30-723-1831,9 134 658,-7-130-669,1 0 0,0-1-1,1 1 1,0 0-1,1-1 1,0 0 0,15 24-1,-16-32-42,0 0 0,1 0 0,-1-1 0,1 1 0,0-1 0,0 0 0,1 0 0,-1-1 0,1 0 0,0 0 0,0 0 0,0-1 0,0 0 0,0 0 0,0 0 0,1-1 0,-1 0 0,12 1 0,12-1 0,0-1 0,54-7 0,-50 3 0,2420-144-6653,0 102 0,-2318 44 6624,1120-23 798,-1042 15 3606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46.9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40 310 24575,'-13'-5'0,"11"5"0,0-1 0,0 1 0,1-1 0,-1 0 0,0 0 0,1 1 0,-1-1 0,0 0 0,1 0 0,-1-1 0,1 1 0,-1 0 0,1 0 0,-2-3 0,3 3 0,0 1 0,0 0 0,0 0 0,0-1 0,0 1 0,0 0 0,0-1 0,0 1 0,0 0 0,0 0 0,0-1 0,0 1 0,0 0 0,0 0 0,0-1 0,0 1 0,1 0 0,-1 0 0,0-1 0,0 1 0,0 0 0,1 0 0,-1 0 0,0 0 0,0-1 0,0 1 0,1 0 0,-1 0 0,0 0 0,0 0 0,1 0 0,-1-1 0,0 1 0,0 0 0,1 0 0,-1 0 0,0 0 0,1 0 0,13-3 0,-13 3 0,299-19 26,-162 14-283,1698-102-5975,430-20 1961,-1541 107 2989,-4 30 1655,-689-8-125,168 10 529,-142-6 559,78 20 0,-120-22-939,0 0 0,0 1 0,0 1 0,-1 1 0,21 12 0,-29-15-115,0 1-1,-1 0 0,1 1 1,-1 0-1,0 0 0,-1 0 1,1 0-1,-1 1 0,0 0 0,-1 0 1,0 0-1,5 11 0,3 20 214,-1-1-1,-2 2 0,8 68 0,-10-61-575,197 1350-716,-71 56 797,-132-1423-92,2 41-287,-3 0-1,-11 85 1,2-109-5774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50.7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15 24575,'-3'3'0,"-4"1"0,-5 0 0,7-4 0,7-2 0,10 0 0,8-4 0,5 0 0,3 0 0,-2 2-8191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4:51.0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5 126 24575,'0'3'0,"-3"1"0,1 0 0,6-4 0,7-2 0,8-4 0,11-3 0,9-4 0,7-3 0,8-2 0,5 0 0,1-1 0,0 0 0,-10 3-8191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04.9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81 24575,'0'-7'0,"2"-36"0,-2 42 0,0-1 0,0 1 0,1-1 0,-1 1 0,0-1 0,1 1 0,-1-1 0,1 1 0,-1 0 0,1-1 0,0 1 0,0 0 0,0 0 0,-1-1 0,1 1 0,0 0 0,1 0 0,-1 0 0,0 0 0,0 0 0,0 0 0,0 1 0,3-2 0,-4 2 0,1 0 0,0 0 0,-1 0 0,1 0 0,0 0 0,-1 0 0,1 1 0,0-1 0,-1 0 0,1 0 0,0 1 0,-1-1 0,1 0 0,-1 1 0,1-1 0,-1 1 0,1-1 0,-1 1 0,1-1 0,-1 1 0,1-1 0,-1 1 0,1-1 0,-1 1 0,0-1 0,1 2 0,10 21 0,-7-15 0,16 26 0,1-2 0,42 49 0,61 53 0,-103-113 0,559 520-264,-468-453 115,3-6 1,4-4-1,206 98 0,-164-107-525,3-7 0,308 71 0,358 0-384,-13-88 214,0-63 763,-528-6 4218,-286 24-4066,-1 0 0,0 0 0,1-1 0,-1 1 1,0-1-1,1 1 0,-1-1 0,3-1 0,-4 1-117,-1 1 1,1-1-1,-1 0 0,0 1 1,1-1-1,-1 1 0,1-1 1,-1 0-1,0 1 0,1-1 1,-1 0-1,0 1 1,0-1-1,0 0 0,0 1 1,1-1-1,-1 0 0,0 0 1,0 1-1,0-1 0,0 0 1,0 1-1,-1-1 1,1 0-1,0 0 0,0 1 1,-1-2-1,-2-9-6780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05.2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24575,'6'1'0,"1"1"0,-1-1 0,-1 1 0,1 1 0,0-1 0,0 1 0,-1 0 0,0 0 0,8 6 0,1 0 0,8 5 0,-1 1 0,0 1 0,-1 0 0,20 23 0,-30-29 0,-1 1 0,0 0 0,-1 0 0,0 1 0,-1 0 0,0 0 0,-1 1 0,0-1 0,5 20 0,-10-27 12,0 0 0,0 0 1,0 0-1,-1 0 0,0 1 0,0-1 0,0 0 0,-1 0 0,0 0 0,0 0 0,0 0 0,-1 0 1,1 0-1,-1 0 0,0 0 0,-1-1 0,1 1 0,-1-1 0,0 1 0,0-1 0,0 0 0,-1 0 1,1-1-1,-1 1 0,0-1 0,0 1 0,-8 4 0,-9 4-276,0 0-1,-1-1 0,0-1 1,-36 10-1,45-15-116,-55 17-6445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07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24575,'-3'0'0,"-4"0"0,2 0 0,8 0 0,7 0 0,11 0 0,11 0 0,16 0 0,12 0 0,15 0 0,9 0 0,10 0 0,4 3 0,1 2 0,-4-1 0,-5-1 0,-19-1-8191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08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24575,'4'0'0,"3"0"0,7 0 0,8 0 0,9 0 0,9 0 0,6 0 0,9 0 0,6 0 0,7 3 0,3 1 0,-1 0 0,-3 0 0,-4 1 0,-9 0 0,-14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08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24575,'0'2'0,"0"0"0,1 0 0,-1 0 0,1 0 0,-1 0 0,1 0 0,0 0 0,0 0 0,0 0 0,0 0 0,0 0 0,1 0 0,-1-1 0,1 1 0,-1 0 0,1-1 0,-1 0 0,1 1 0,0-1 0,0 0 0,-1 0 0,1 0 0,3 2 0,6 2 0,0-1 0,0 0 0,12 2 0,-22-6 0,36 9 0,0-2 0,47 2 0,80-4 0,-130-4 0,1352-31-1998,-1284 26-4195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09.4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380 91 24575,'0'-3'0,"0"-1"0,-1 0 0,1 1 0,-1-1 0,1 0 0,-1 1 0,0-1 0,0 1 0,-1 0 0,1-1 0,-1 1 0,0 0 0,0 0 0,0 0 0,0 0 0,0 0 0,-1 0 0,1 0 0,-1 1 0,1 0 0,-1-1 0,0 1 0,0 0 0,0 0 0,-4-1 0,1 0 0,1 1 0,-1 1 0,1-1 0,-1 1 0,0 0 0,0 0 0,1 1 0,-1-1 0,0 1 0,0 1 0,0-1 0,1 1 0,-1 0 0,0 0 0,-6 3 0,-5 2 0,0 0 0,1 2 0,-1 0 0,-19 14 0,30-18 0,0 0 0,0 0 0,0 1 0,1 0 0,0 0 0,0 1 0,0-1 0,1 1 0,0 0 0,0 0 0,1 0 0,-1 1 0,-3 11 0,6-15 0,0-1 0,1 1 0,-1-1 0,1 1 0,0-1 0,0 1 0,0-1 0,0 1 0,0-1 0,1 1 0,-1-1 0,1 1 0,-1-1 0,1 1 0,0-1 0,0 0 0,2 3 0,-1-1 0,0-1 0,1 0 0,0 0 0,-1 0 0,1-1 0,0 1 0,1-1 0,-1 1 0,0-1 0,4 2 0,8 3 0,1-1 0,0 0 0,0-1 0,19 3 0,-27-6 0,19 3 0,-14-3 0,0 1 0,0 0 0,-1 1 0,23 10 0,-34-13 0,0-1 0,0 0 0,0 1 0,0-1 0,0 0 0,-1 1 0,1-1 0,0 1 0,0 0 0,-1-1 0,1 1 0,0-1 0,-1 1 0,1 0 0,-1 0 0,1-1 0,-1 1 0,1 0 0,-1 0 0,1 0 0,-1-1 0,0 1 0,1 0 0,-1 0 0,0 0 0,0 0 0,0 0 0,1 0 0,-1 0 0,0 0 0,-1 0 0,1-1 0,0 1 0,0 0 0,0 0 0,0 0 0,-1 0 0,1 0 0,0 0 0,-1 0 0,1-1 0,-1 1 0,1 0 0,-1 0 0,1-1 0,-1 1 0,1 0 0,-1-1 0,0 1 0,1 0 0,-1-1 0,0 1 0,-1 0 0,-4 4 0,-1-1 0,0 0 0,1 0 0,-1 0 0,-8 2 0,-13 4 0,1-1 0,-2-1 0,1-2 0,-1-1 0,0-1 0,-32 0 0,59-3-97,-1-1-1,1 0 1,-1 0-1,1-1 1,-1 1-1,1 0 1,-1-1-1,1 1 1,-1-1-1,1 0 1,0 0-1,-1 0 0,-3-2 1,-1-6-6729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09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76 24575,'1'0'0,"1"0"0,-1-1 0,0 1 0,1-1 0,-1 1 0,0-1 0,1 1 0,-1-1 0,0 0 0,0 0 0,1 0 0,-1 0 0,0 0 0,0 0 0,0 0 0,0 0 0,0 0 0,0 0 0,-1 0 0,1-1 0,0 1 0,-1 0 0,1-1 0,-1 1 0,1-3 0,1 0 0,-1 0 0,0 1 0,0-1 0,-1 0 0,1 0 0,-1 0 0,0 1 0,0-7 0,0 10 0,0-1 0,0 1 0,0 0 0,0-1 0,0 1 0,0 0 0,0-1 0,-1 1 0,1-1 0,0 1 0,0 0 0,0-1 0,0 1 0,0 0 0,-1 0 0,1-1 0,0 1 0,0 0 0,-1-1 0,1 1 0,0 0 0,0 0 0,-1-1 0,1 1 0,0 0 0,-1 0 0,1 0 0,0 0 0,-1-1 0,1 1 0,0 0 0,-1 0 0,1 0 0,0 0 0,-1 0 0,1 0 0,0 0 0,-1 0 0,1 0 0,0 0 0,-1 0 0,1 0 0,0 0 0,-1 0 0,1 0 0,0 0 0,-1 1 0,1-1 0,0 0 0,-1 0 0,1 0 0,0 1 0,-1-1 0,1 0 0,0 0 0,0 0 0,-1 1 0,1-1 0,0 0 0,0 1 0,0-1 0,-1 0 0,1 1 0,-20 23 0,17-19 0,-9 10 0,-12 14 0,2 0 0,2 1 0,-28 54 0,47-83 0,1 0 0,-1 1 0,1-1 0,-1 1 0,1-1 0,-1 0 0,1 1 0,0-1 0,-1 1 0,1-1 0,0 1 0,0-1 0,0 1 0,1-1 0,-1 1 0,0 1 0,1-2 0,-1-1 0,1 1 0,-1-1 0,0 1 0,1-1 0,-1 1 0,1-1 0,-1 1 0,1-1 0,-1 0 0,1 1 0,0-1 0,-1 0 0,1 1 0,-1-1 0,1 0 0,0 0 0,-1 0 0,1 1 0,0-1 0,-1 0 0,1 0 0,0 0 0,0 0 0,4-1 0,-1 1 0,1-1 0,-1 0 0,1-1 0,-1 1 0,0-1 0,0 1 0,7-5 0,1-2 0,0 0 0,-1 0 0,0-2 0,-1 1 0,0-1 0,13-16 0,-5 2 0,29-53 0,-46 74 0,1 0 0,0 1 0,0-1 0,0 0 0,0 1 0,6-5 0,-8 6 0,0 1 0,0 0 0,1 0 0,-1 0 0,0-1 0,0 1 0,1 0 0,-1 0 0,0 0 0,0 0 0,1 0 0,-1 0 0,0 0 0,1 0 0,-1 0 0,0 0 0,0-1 0,1 1 0,-1 0 0,0 1 0,1-1 0,-1 0 0,0 0 0,0 0 0,1 0 0,-1 0 0,0 0 0,0 0 0,1 0 0,-1 0 0,1 1 0,-1 0 0,1 0 0,-1 0 0,0-1 0,1 1 0,-1 0 0,1 0 0,-1 0 0,0 0 0,0 0 0,0 1 0,0-1 0,0 0 0,0 0 0,0 1 0,-1 11 0,0 0 0,-5 18 0,4-24 0,0 0 0,1 0 0,-1 0 0,1-1 0,1 1 0,0 0 0,0 0 0,0 0 0,1 0 0,0 0 0,0 0 0,4 12 0,-4-17 11,0 0 0,0 0-1,0 0 1,1 0 0,-1 0-1,0 0 1,1-1 0,0 1-1,-1 0 1,1-1 0,0 0-1,0 1 1,0-1 0,0 0-1,0 0 1,0 0 0,0 0-1,0 0 1,1 0 0,-1-1-1,0 1 1,0-1 0,1 1-1,-1-1 1,0 0 0,1 0-1,-1 0 1,0 0 0,1 0-1,-1-1 1,3 0 0,2-1-201,0 0 0,0 0 1,0-1-1,-1 0 0,1 0 1,-1 0-1,1-1 1,8-8-1,3-2-6636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0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941 547 24575,'-18'49'0,"13"-33"0,1 0 0,1 0 0,1 0 0,0 0 0,1 17 0,1-29 0,0 0 0,1 0 0,-1 0 0,1 0 0,0 0 0,0 0 0,1 0 0,-1 0 0,1-1 0,0 1 0,2 4 0,-2-6 0,0 0 0,0 0 0,0 0 0,1 0 0,-1 0 0,0 0 0,1-1 0,-1 1 0,1-1 0,-1 0 0,1 0 0,0 0 0,0 0 0,-1 0 0,1 0 0,0-1 0,5 1 0,-2-1 0,1 0 0,0-1 0,0 0 0,-1 0 0,1 0 0,0-1 0,-1 0 0,0 0 0,1 0 0,9-6 0,-8 3 0,1 0 0,-1 0 0,0-1 0,-1 0 0,1 0 0,11-13 0,-17 16 0,0 1 0,0 0 0,-1 0 0,1-1 0,-1 1 0,1-1 0,-1 0 0,0 1 0,0-1 0,0 0 0,0-3 0,24 0 0,-15 3 0,0-1 0,-1-1 0,1 1 0,-1-2 0,0 1 0,0-1 0,-1-1 0,0 1 0,9-11 0,-6 6 0,-1-1 0,-1 0 0,0-1 0,-1 0 0,12-24 0,-19 35 0,0 1 0,0-1 0,-1 1 0,1-1 0,0 0 0,-1 0 0,1 1 0,-1-1 0,0 0 0,0 0 0,1 0 0,-1 1 0,0-1 0,-1 0 0,1 0 0,0 0 0,0 1 0,-1-1 0,0-2 0,1 4 0,-1-1 0,1 1 0,-1 0 0,1-1 0,0 1 0,-1-1 0,1 1 0,-1 0 0,1-1 0,-1 1 0,1 0 0,-1 0 0,0-1 0,1 1 0,-1 0 0,1 0 0,-1 0 0,1 0 0,-1-1 0,0 1 0,0 0 0,-1 1 0,0-1 0,-1 0 0,1 1 0,0-1 0,0 1 0,0 0 0,0-1 0,-3 3 0,-9 5 0,0 1 0,1 0 0,0 0 0,1 2 0,-18 17 0,24-21 0,-1 0 0,1 1 0,0 0 0,1 0 0,0 0 0,0 1 0,1 0 0,0 0 0,0 0 0,-2 12 0,5-19 0,1 0 0,-1 0 0,1 1 0,0-1 0,0 0 0,0 0 0,0 0 0,0 1 0,1-1 0,-1 0 0,1 0 0,-1 0 0,1 0 0,0 0 0,0 0 0,0 0 0,0 0 0,0 0 0,0 0 0,2 2 0,0-1 0,0-1 0,0 1 0,0-1 0,1 0 0,-1 0 0,0 0 0,1 0 0,0-1 0,-1 1 0,7 1 0,8 1 0,0-2 0,0 1 0,34-1 0,-45-2 0,16 0 0,0 0 0,0-2 0,0 0 0,0-2 0,-1 0 0,1-2 0,24-9 0,-38 11 0,-1 1 0,0-1 0,0-1 0,0 0 0,0 0 0,-1 0 0,0-1 0,0 0 0,-1-1 0,1 1 0,-1-1 0,-1 0 0,1-1 0,-1 1 0,-1-1 0,1 0 0,-1-1 0,-1 1 0,0-1 0,5-16 0,-5 9 0,0 0 0,0-1 0,-2 1 0,0-1 0,-1 1 0,-1-1 0,-3-20 0,3 31 0,0 0 0,-1 0 0,1 0 0,-2-1 0,1 2 0,-1-1 0,1 0 0,-2 0 0,1 1 0,-1 0 0,1 0 0,-2 0 0,1 0 0,0 0 0,-1 1 0,0 0 0,0 0 0,0 0 0,0 0 0,-1 1 0,-9-4 0,-2 1 0,-1 0 0,0 1 0,0 1 0,0 1 0,-19-1 0,-96 0 0,117 4 0,-136 5 0,1 6 0,-161 33 0,225-27 0,-111 37 0,161-41 0,0 1 0,1 2 0,1 2 0,0 1 0,-44 33 0,66-42 0,0 1 0,0 0 0,1 1 0,1 0 0,0 1 0,1 0 0,0 1 0,-9 17 0,16-24 0,0-1 0,0 1 0,0 0 0,1 0 0,0 0 0,1 0 0,0 0 0,0 0 0,0 0 0,1 0 0,0 1 0,0-1 0,1 0 0,0 0 0,0 0 0,1 0 0,0 0 0,0 0 0,0 0 0,1 0 0,5 9 0,0-5 0,0 0 0,0 0 0,1-1 0,1 0 0,-1-1 0,2 0 0,-1 0 0,1-1 0,0 0 0,1-1 0,0-1 0,0 0 0,1 0 0,18 5 0,9 1 0,0-1 0,1-3 0,60 6 0,-11-7-98,1-3-1,-1-5 1,1-3-1,-1-5 1,-1-3-1,0-4 0,-1-4 1,-1-4-1,156-65 1,-197 68 98,-2-3 0,-1 0 0,46-36 0,-70 46-1,-1-1 0,-1-1 0,0 0 0,-1-1-1,-1-1 1,-1-1 0,0 0 0,20-38 0,-29 47 1,-1 1-1,0-1 1,-1 0 0,0 0 0,0 0 0,-1 0 0,0 0 0,-1-1 0,0 1 0,-1-1 0,0 1 0,0 0 0,-1-1-1,-1 1 1,0 0 0,0-1 0,-1 1 0,0 0 0,-1 1 0,0-1 0,-1 1 0,1-1 0,-2 1 0,-11-15 0,2 7-40,-1 2 0,-1 0 0,0 0 0,0 2 0,-2 0-1,1 1 1,-2 1 0,1 1 0,-2 0 0,1 2 0,-25-7 0,-22-4-120,0 3 0,-91-9 0,-2 10-814,-320 11 1,284 16-3313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1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24575,'3'1'0,"1"0"0,0 1 0,-1-1 0,0 1 0,1-1 0,-1 1 0,0 0 0,0 0 0,0 1 0,4 3 0,36 33 0,-41-37 0,185 205 0,-107-114 0,-70-81-227,1 0-1,1 0 1,-1-2-1,2 1 1,21 13-1,-10-11-6598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2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1 24575,'-3'0'0,"-4"3"0,-1 7 0,-2 9 0,-3 3 0,-2 8 0,-2 5 0,0 3 0,-2 4 0,-2 1 0,-5 3 0,-4 2 0,0 0 0,-1-2 0,-2-3 0,3-6 0,5-8-8191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2.6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66 149 24575,'-7'0'0,"0"0"0,1 1 0,-1 0 0,0 0 0,1 1 0,-1 0 0,1 0 0,-7 3 0,16-2 0,7-2 0,219-20 0,-122 8 0,-61 6-4,1210-104-1015,-1228 107 421,48-10 1,-48 4-5376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2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78 0 24575,'-9'0'0,"0"1"0,0 0 0,0 0 0,-11 3 0,19-4 0,-1 1 0,1-1 0,0 1 0,-1-1 0,1 1 0,0-1 0,0 1 0,0 0 0,-1 0 0,1 0 0,0 0 0,0-1 0,0 2 0,0-1 0,-1 2 0,2-2 0,-1 0 0,1 0 0,0 0 0,0 0 0,0 0 0,0 0 0,0 0 0,0 0 0,0 0 0,0 0 0,0 0 0,1 0 0,-1 0 0,0 0 0,1 0 0,-1 0 0,0 0 0,1 0 0,-1-1 0,1 1 0,0 0 0,-1 0 0,1 0 0,0-1 0,0 2 0,7 7 0,1-1 0,-1 0 0,2 0 0,-1-1 0,1 0 0,13 6 0,68 31 0,-63-31 0,-4-2 0,-6-4 0,0 1 0,-1 1 0,0 1 0,30 22 0,-45-31 8,-1 0-1,1 1 1,0-1-1,-1 1 0,1 0 1,-1-1-1,0 1 1,0 0-1,1 0 1,-1 0-1,0 0 0,-1 0 1,1 0-1,0 0 1,-1 0-1,1 1 1,-1-1-1,1 0 0,-1 0 1,0 0-1,0 3 1,-1-2 4,0 0 1,1 0 0,-1 0-1,-1 0 1,1 0 0,0-1-1,-1 1 1,0 0 0,1-1-1,-1 1 1,0-1-1,0 1 1,-3 1 0,-8 7-310,0-1 0,-1 0 0,0-1 0,-21 9-1,31-16 78,-28 15-6606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3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251 26 24575,'12'1'0,"-21"0"0,-14 1 0,9 0 0,1 1 0,-1 1 0,1 0 0,0 1 0,0 0 0,0 1 0,1 0 0,0 1 0,0 0 0,1 1 0,-1 1 0,2 0 0,-1 0 0,2 1 0,-1 0 0,-12 19 0,19-26 0,1 1 0,0 0 0,1-1 0,-1 1 0,1 0 0,-1 0 0,1 0 0,0 0 0,0 0 0,1 0 0,-1 0 0,1 0 0,0 0 0,1 7 0,-1-9 0,1 1 0,0 0 0,0 0 0,0 0 0,0 0 0,0-1 0,1 1 0,-1-1 0,1 1 0,0-1 0,0 1 0,0-1 0,0 0 0,0 0 0,0 0 0,0 0 0,1 0 0,-1 0 0,1-1 0,4 3 0,6 1 0,0 0 0,0-1 0,0-1 0,1 0 0,-1 0 0,1-2 0,0 0 0,17 0 0,8-3 0,65-11 0,-4-8 0,-2-4 0,-1-5 0,107-48 0,-185 70 0,45-22 0,-58 28 0,-1-2 0,0 1 0,0-1 0,0 1 0,-1-1 0,1 0 0,-1-1 0,7-9 0,-11 14 0,1-1 0,0 0 0,-1 0 0,1 1 0,-1-1 0,0 0 0,1 0 0,-1 0 0,0 1 0,1-1 0,-1 0 0,0 0 0,0 0 0,0 0 0,1 0 0,-1 0 0,0 0 0,-1 1 0,1-1 0,0 0 0,0 0 0,0 0 0,0 0 0,-1 0 0,1 0 0,0 1 0,-1-1 0,1 0 0,-1 0 0,1 0 0,-1 1 0,1-1 0,-1 0 0,1 1 0,-1-1 0,0 0 0,1 1 0,-1-1 0,0 1 0,0-1 0,-1 0 0,-2-1 0,-1 0 0,0 0 0,0 0 0,0 1 0,0 0 0,-6-1 0,-34-3 0,-89 0 0,-48 16 0,89-5 0,-141 14-224,180-15-917,27-3-5685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3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0 24575,'4'6'0,"1"-1"0,-1 1 0,-1 0 0,1 0 0,-1 0 0,0 0 0,0 1 0,-1-1 0,0 1 0,0 0 0,-1-1 0,1 1 0,-1 0 0,-1 0 0,0 0 0,0 10 0,-1 2 0,-1 0 0,-1 0 0,-1 0 0,-9 31 0,-3-6 0,-2-2 0,-1 0 0,-36 56 0,54-97 0,-11 24 0,11-25 0,1 1 0,0-1 0,0 0 0,0 1 0,0-1 0,0 0 0,0 1 0,0-1 0,0 1 0,0-1 0,0 0 0,0 1 0,0-1 0,0 1 0,0-1 0,0 0 0,0 1 0,0-1 0,0 0 0,0 1 0,1-1 0,-1 1 0,0-1 0,0 0 0,0 1 0,1-1 0,-1 0 0,0 0 0,0 1 0,1-1 0,-1 0 0,0 0 0,1 1 0,-1-1 0,0 0 0,1 0 0,-1 0 0,0 1 0,1-1 0,-1 0 0,1 0 0,-1 0 0,0 0 0,1 0 0,-1 0 0,0 0 0,1 0 0,-1 0 0,1 0 0,-1 0 0,0 0 0,1 0 0,-1 0 0,1 0 0,-1 0 0,0-1 0,1 1 0,-1 0 0,0 0 0,1-1 0,95-25 0,29-6 0,113 3 0,64-13 0,-289 39-341,-1 0 0,0-1-1,15-7 1,-6 1-6485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4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1 24575,'0'0'0,"-1"0"0,0 0 0,1 1 0,-1-1 0,0 0 0,1 0 0,-1 1 0,1-1 0,-1 1 0,0-1 0,1 0 0,-1 1 0,1-1 0,-1 1 0,1-1 0,-1 1 0,1 0 0,0-1 0,-1 1 0,1-1 0,0 1 0,-1 0 0,1-1 0,0 1 0,0 0 0,0-1 0,-1 2 0,-2 22 0,2-22 0,-11 136 0,-34 151 0,-29-12 0,73-270-1365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5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56 572 24575,'0'348'0,"-4"-446"0,-18-99 0,-2-35 0,22 193 0,-1-8 0,4-70 0,0 105 0,0 0 0,1 0 0,0 0 0,1 0 0,1 0 0,0 0 0,0 1 0,1-1 0,0 1 0,13-18 0,-16 26 0,1-1 0,-1 1 0,0 0 0,1 1 0,0-1 0,0 0 0,-1 1 0,1-1 0,1 1 0,-1 0 0,0 0 0,1 0 0,-1 1 0,1-1 0,-1 1 0,1 0 0,0 0 0,-1 0 0,1 0 0,0 1 0,0 0 0,0-1 0,-1 1 0,1 1 0,0-1 0,0 0 0,0 1 0,-1 0 0,1 0 0,0 0 0,-1 0 0,1 1 0,-1-1 0,1 1 0,-1 0 0,4 3 0,1 1 0,0-1 0,-1 2 0,0-1 0,-1 1 0,1 0 0,-1 1 0,0-1 0,-1 1 0,0 0 0,0 1 0,-1-1 0,0 1 0,4 14 0,-4-8 23,-2 0 0,1 0 0,-2 0-1,0 0 1,-1 0 0,-1 0 0,0 0-1,-1 0 1,0 0 0,-1-1 0,-1 1-1,-1-1 1,0 1 0,-12 22 0,1-7-308,-1 0 1,-2-2-1,-1 0 1,-1-2-1,-35 35 1,33-37-6542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6.2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17 221 24575,'0'0'0,"-1"0"0,1 0 0,-1 0 0,1-1 0,-1 1 0,0 1 0,1-1 0,-1 0 0,1 0 0,-1 0 0,1 0 0,-1 0 0,0 0 0,1 1 0,-1-1 0,1 0 0,-1 0 0,1 1 0,-1-1 0,1 0 0,-1 1 0,1-1 0,0 1 0,-1-1 0,1 0 0,0 1 0,-1-1 0,1 1 0,0-1 0,-1 1 0,1-1 0,0 1 0,0 0 0,-1-1 0,1 1 0,0-1 0,0 1 0,0-1 0,0 1 0,0-1 0,0 2 0,0-1 0,0 0 0,1 0 0,-1 0 0,0 0 0,1-1 0,-1 1 0,1 0 0,-1 0 0,1 0 0,0 0 0,-1 0 0,1-1 0,0 1 0,-1 0 0,1-1 0,0 1 0,0 0 0,0-1 0,-1 1 0,1-1 0,0 0 0,0 1 0,0-1 0,1 1 0,3-1 0,0 1 0,-1-1 0,1 0 0,0 0 0,0 0 0,-1-1 0,1 0 0,0 0 0,-1 0 0,1 0 0,-1-1 0,1 0 0,-1 0 0,0 0 0,0 0 0,0-1 0,0 0 0,7-5 0,-5 2 0,1 1 0,0-1 0,-1-1 0,0 0 0,-1 1 0,1-2 0,-1 1 0,-1-1 0,6-10 0,-9 16 0,-1 0 0,1 1 0,0-1 0,-1 0 0,1 0 0,-1 0 0,0 0 0,0 0 0,0 1 0,0-1 0,0 0 0,0 0 0,0 0 0,0 0 0,-1 0 0,1 0 0,-1 1 0,1-1 0,-1 0 0,-2-3 0,2 4 0,0 0 0,0 1 0,0-1 0,0 0 0,0 0 0,0 1 0,0-1 0,0 0 0,-1 1 0,1-1 0,0 1 0,-1 0 0,1-1 0,0 1 0,0 0 0,-1 0 0,1 0 0,0 0 0,-1 0 0,1 0 0,0 0 0,-1 0 0,1 1 0,0-1 0,-1 0 0,1 1 0,0-1 0,0 1 0,-1 0 0,0 0 0,-7 4 0,1 0 0,1 0 0,-1 1 0,1 0 0,0 0 0,0 1 0,0 0 0,1 0 0,0 0 0,1 1 0,0 0 0,0 0 0,0 0 0,1 1 0,0-1 0,1 1 0,0 0 0,1 0 0,-1 1 0,0 14 0,2-22 0,1 0 0,0 1 0,0-1 0,1 0 0,-1 1 0,0-1 0,1 0 0,-1 0 0,1 0 0,0 1 0,-1-1 0,1 0 0,0 0 0,1 0 0,-1 0 0,0 0 0,0 0 0,1-1 0,-1 1 0,3 2 0,-1-2 0,0-1 0,0 1 0,0-1 0,0 1 0,0-1 0,0 0 0,0 0 0,0 0 0,1-1 0,-1 1 0,0-1 0,6 1 0,3-2 0,1 0 0,-1-1 0,0 0 0,0 0 0,0-2 0,16-5 0,0-3 0,0-1 0,-1-1 0,0-1 0,28-22 0,-38 24 0,-1-1 0,0-1 0,0 0 0,-2-1 0,0 0 0,21-33 0,-32 44 0,-1-1 0,1 1 0,-1-1 0,0 0 0,0 0 0,-1 1 0,2-8 0,-3 12 0,0 0 0,0 0 0,1 0 0,-1 0 0,0 0 0,0 0 0,0 0 0,0 0 0,0 0 0,-1 0 0,1 0 0,0 0 0,0 0 0,-1 0 0,1 0 0,0 0 0,-1 0 0,1 0 0,-1 1 0,1-1 0,-1 0 0,0 0 0,1 0 0,-1 1 0,0-1 0,0 0 0,1 1 0,-1-1 0,0 1 0,0-1 0,0 1 0,0-1 0,1 1 0,-1-1 0,0 1 0,0 0 0,0 0 0,0-1 0,0 1 0,0 0 0,0 0 0,0 0 0,0 0 0,0 0 0,0 0 0,0 0 0,0 1 0,0-1 0,0 0 0,-2 1 0,0 0 0,0 0 0,0 0 0,1 0 0,-1 0 0,0 0 0,0 1 0,1-1 0,-1 1 0,1 0 0,-1 0 0,1 0 0,0 0 0,0 0 0,0 0 0,0 0 0,0 1 0,0-1 0,1 1 0,-1 0 0,1-1 0,-1 1 0,1 0 0,0 0 0,0 0 0,1 0 0,-1 0 0,1 0 0,-1 0 0,1 3 0,-1 1 0,1 0 0,0 1 0,1-1 0,0 0 0,0 0 0,0 0 0,1 0 0,0 0 0,0 0 0,0-1 0,5 10 0,25 28 0,4 6 0,-33-47 0,-1 1 0,0 1 0,0-1 0,-1 0 0,1 0 0,-1 1 0,0-1 0,0 1 0,0-1 0,0 7 0,-1-9-44,-1 0 0,1-1 0,0 1 0,0 0 0,-1-1 0,1 1 0,-1 0 0,1-1 0,-1 1 0,0-1 0,1 1 0,-1-1 0,0 1 0,0-1 0,0 0 0,0 1 0,-1-1 0,1 0-1,0 0 1,0 0 0,-1 0 0,1 0 0,0 0 0,-1 0 0,1 0 0,-1-1 0,0 1 0,1 0 0,-1-1 0,-2 1 0,-10 2-6782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16.3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24575,'0'3'0,"0"4"0,3 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0.8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12356 368 24575,'-1'0'0,"1"-1"0,-1 1 0,1-1 0,-1 0 0,0 1 0,1 0 0,-1-1 0,0 1 0,0-1 0,1 1 0,-1 0 0,0 0 0,0-1 0,0 1 0,1 0 0,-1 0 0,0 0 0,0 0 0,0 0 0,0 0 0,1 0 0,-1 0 0,0 0 0,0 0 0,0 1 0,1-1 0,-1 0 0,0 0 0,0 1 0,1-1 0,-1 1 0,0-1 0,0 0 0,1 1 0,-1 0 0,0-1 0,1 1 0,-1-1 0,1 1 0,-1 0 0,1-1 0,-1 1 0,0 1 0,-3 5 0,-1 0 0,1 1 0,-5 12 0,4-9 0,-22 49 0,3 2 0,3 1 0,2 1 0,-18 113 0,20-46 0,1 186 0,42 191-426,-3-171 196,-30 267 230,-1-516 0,-5-1 0,-3 0 0,-4-2 0,-56 154 0,58-200 0,0 0 0,-3 0 0,-1-2 0,-2-1 0,-2-1 0,-58 63 0,49-64 0,-1-2 0,-2-1 0,-2-2 0,0-2 0,-87 43 0,46-35-110,-2-3 0,0-4 0,-2-3 0,-93 14 0,-356 23-997,-529-26-1572,-3-47 1226,240-1 1350,-374 24-1604,-1 54 1468,10 85 477,21 116-511,880-180 6,-331 149 0,485-174 213,2 7 0,4 5 1,3 6-1,-167 137 1,223-153 53,2 3 0,2 3 0,-59 83 0,56-56 0,5 4 0,-56 114 0,45-52 0,6 3 0,9 3 0,-58 249 0,84-257 0,6 0 0,7 2 0,8 1 0,7 0 0,17 218 0,2-265 0,5 0 0,5-1 0,5 0 0,4-3 0,6 0 0,5-3 0,5-1 0,70 120 0,-55-129-14,4-3 0,4-3 0,5-3 0,130 124 1,-94-116-32,4-5 1,4-5-1,150 85 1,-94-77-78,348 137 0,209-10-145,-341-143-895,577 46-1,412-72 394,814-106-1645,1-84 1679,-1309 76 688,3946-218 43,-1064 64 165,-1486 85-167,-342 21 74,-591 9 655,-10-75 533,-637 30-506,-522 95-375,315-128 0,-425 145-191,-2-3 0,-1-3 0,-2-2 1,72-59-1,-108 75-43,-1-2 1,-2-1 0,0-1-1,-2-1 1,-1-1 0,-1-1-1,-1-1 1,-2-1-1,-2-1 1,23-56 0,-28 51 7,-1 0 1,-3 0 0,0-1-1,-3 0 1,1-58 0,-7 44 136,-2-1 0,-2 1 1,-19-79-1,-2 37 65,-5 0 1,-3 2-1,-93-175 0,14 71-613,-242-320 0,-201-136-262,296 379 564,-513-418 1,550 523-143,-7 11 0,-7 9 0,-274-126 1,254 160-297,-292-86 1,-292-20-715,-18 73 122,-2 48 562,-168 24 162,1 30-86,715 33 330,221 9 128,-285-14 412,5-20 1678,327 31-1903,-1-2 0,1-1-1,-85-33 1,114 36 1,0-1 0,0-1 0,1 0 0,0-1 0,-22-20 0,29 22-48,0 0-1,0-1 1,1 0-1,0-1 1,0 1-1,1-1 1,0-1-1,1 1 1,-6-19-1,6 11-25,1 0 0,1-1 1,0 0-1,2 0 0,0 1 0,1-1 0,1 0 0,0 0 0,9-36 0,4-1 1,42-106 1,141-278-35,23-59-1223,-187 410 990,-4-1-1,-5-2 0,24-161 1,-43 204 46,-3-1 0,-1 1 0,-3 0 0,-1 0 0,-3 0 0,-15-62 0,10 73 0,-1 1 0,-1 0 0,-2 1 0,-2 1 0,-1 0 0,-2 1 0,-1 1 0,-37-43 0,15 29-70,-3 2 1,-1 2 0,-2 2 0,-2 2-1,-2 2 1,-89-46 0,4 15-751,-234-80 0,-332-55-438,-18 66 0,-103 51 1271,635 80-67,-1 9 1,-252 35-1,351-23-141,0 4 0,2 3-1,-173 69 1,207-66 190,1 2 0,1 3 0,1 2 0,2 3 0,2 1 1,-87 84-1,48-24-308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2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150 255 24575,'-2'0'0,"-1"-1"0,1 1 0,0-1 0,0 1 0,-1-1 0,1 0 0,0 0 0,0 0 0,0 0 0,0 0 0,0 0 0,0 0 0,0-1 0,0 1 0,0-1 0,1 1 0,-1-1 0,1 0 0,-1 0 0,1 0 0,0 0 0,-1 0 0,1 0 0,0 0 0,0 0 0,1 0 0,-1 0 0,0-1 0,1 1 0,-1 0 0,1-4 0,-1 0 0,0 0 0,0 0 0,1 0 0,0 0 0,1 0 0,-1 0 0,1 0 0,0 1 0,0-1 0,1 0 0,3-8 0,0 5 0,1 0 0,-1 1 0,2-1 0,-1 2 0,1-1 0,1 1 0,-1 0 0,1 0 0,0 1 0,1 0 0,-1 0 0,1 1 0,0 0 0,1 1 0,-1 0 0,1 1 0,0-1 0,0 2 0,0-1 0,17 0 0,-19 2 0,1 0 0,-1 1 0,0 0 0,1 0 0,-1 1 0,0 0 0,1 1 0,-1 0 0,0 0 0,0 0 0,0 1 0,0 1 0,-1-1 0,0 1 0,1 0 0,-1 1 0,0 0 0,-1 0 0,1 1 0,-1-1 0,0 1 0,-1 0 0,0 1 0,1 0 0,5 11 0,-4-2 0,0-1 0,-2 1 0,0 0 0,-1 0 0,0 1 0,-2-1 0,0 1 0,0-1 0,-2 1 0,0 0 0,-1 0 0,-1-1 0,-6 30 0,0-12 0,-2 0 0,-1-1 0,-1 0 0,-2 0 0,-28 47 0,24-51 0,-2 0 0,0-1 0,-2-1 0,-1-1 0,0-1 0,-2-1 0,-2-1 0,0-1 0,0-2 0,-55 31 0,72-46 0,0-1 0,-1 0 0,1-1 0,-17 3 0,25-5 0,0-1 0,0 0 0,1 0 0,-1 1 0,0-2 0,0 1 0,0 0 0,0 0 0,1 0 0,-1-1 0,0 1 0,0-1 0,1 0 0,-4-1 0,4 1 0,0 0 0,0 0 0,1 0 0,-1 0 0,0 0 0,1 0 0,-1 0 0,1 0 0,-1 0 0,1 0 0,-1 0 0,1 0 0,0-1 0,0 1 0,0 0 0,-1 0 0,1 0 0,0 0 0,0-1 0,1 1 0,-1 0 0,0 0 0,0 0 0,1-1 0,0-1 0,2-5 0,0 0 0,0 0 0,1 1 0,0-1 0,0 1 0,1 0 0,-1 0 0,2 0 0,-1 1 0,8-7 0,5-4 0,2 0 0,22-14 0,-31 23 0,0 0 0,1 2 0,-1-1 0,2 2 0,-1 0 0,0 0 0,1 1 0,17-3 0,-24 5 0,0 2 0,1-1 0,-1 1 0,0 0 0,0 0 0,1 1 0,-1 0 0,0 0 0,0 1 0,0-1 0,0 1 0,0 0 0,0 1 0,0 0 0,-1 0 0,1 0 0,-1 0 0,0 1 0,8 7 0,0 2 85,-1 1 0,-1 1 0,13 21-1,-13-20-652,0 0 0,21 23 0,-13-21-6258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2.3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81 24575,'-3'-3'0,"-5"-4"0,-3-1 0,3 1 0,6 2 0,10-2 0,9 0 0,11-1 0,11-3 0,10 1 0,-2 2-8191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2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60 186 24575,'-8'-7'0,"1"1"0,1 0 0,-1-1 0,1 0 0,1 0 0,-8-11 0,12 16 0,0-1 0,0 1 0,0-1 0,0 0 0,0 1 0,1-1 0,-1 0 0,1 0 0,-1 0 0,1 1 0,0-1 0,0 0 0,1 0 0,-1 0 0,0 1 0,1-1 0,0 0 0,0 0 0,-1 1 0,2-1 0,1-4 0,1 2 0,-1 0 0,1 1 0,0-1 0,0 1 0,0 0 0,0 1 0,1-1 0,-1 1 0,1 0 0,0 0 0,0 0 0,0 1 0,1-1 0,-1 1 0,1 1 0,-1-1 0,1 1 0,-1 0 0,8-1 0,1 0 0,0 1 0,-1 1 0,1 0 0,0 1 0,-1 0 0,1 1 0,14 3 0,-22-3 0,1 0 0,-1 0 0,0 1 0,0 0 0,0 0 0,0 0 0,0 1 0,-1 0 0,1 0 0,-1 0 0,0 0 0,7 9 0,-10-10 0,0 0 0,0 1 0,0-1 0,0 1 0,0-1 0,-1 1 0,1 0 0,-1 0 0,0 0 0,0 0 0,-1-1 0,1 1 0,-1 0 0,0 0 0,0 0 0,0 0 0,0 0 0,-1 0 0,0 0 0,0 0 0,0 0 0,-2 4 0,-2 5 0,-2-1 0,0 1 0,0-1 0,-15 18 0,15-22 0,0 1 0,1 0 0,0 0 0,1 0 0,0 1 0,0-1 0,1 1 0,-5 19 0,8-27 0,1 0 0,0 1 0,0-1 0,0 0 0,1 0 0,-1 0 0,0 0 0,1 0 0,0 0 0,-1 0 0,1 0 0,0 0 0,0 0 0,0-1 0,0 1 0,0 0 0,0 0 0,1-1 0,-1 1 0,1-1 0,-1 1 0,1-1 0,-1 0 0,4 2 0,4 3 0,1 0 0,0-1 0,15 5 0,-10-4 0,15 6 0,-14-6 0,-1 0 0,1 1 0,-1 1 0,23 15 0,-35-21 0,-1 0 0,1 1 0,0-1 0,-1 0 0,0 1 0,0-1 0,1 1 0,-1 0 0,-1 0 0,1 0 0,0 0 0,-1 0 0,0 0 0,1 0 0,-1 0 0,-1 1 0,1-1 0,0 0 0,-1 1 0,1-1 0,-1 0 0,0 1 0,0-1 0,-1 1 0,1-1 0,-1 0 0,1 1 0,-3 5 0,0-3 0,0 1 0,-1-1 0,0 0 0,0 0 0,0-1 0,0 1 0,-1-1 0,0 0 0,0 0 0,-1 0 0,1-1 0,-1 0 0,0 0 0,-10 5 0,-8 3 0,-1-1 0,-36 11 0,16-8-1365,5-3-5461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3.3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0 126 24575,'1'-1'0,"0"0"0,0 0 0,1 0 0,-1 0 0,0 0 0,0 0 0,0 0 0,1 1 0,-1-1 0,0 0 0,1 1 0,-1-1 0,1 1 0,-1 0 0,0-1 0,1 1 0,-1 0 0,1 0 0,-1 0 0,1 0 0,2 0 0,-2 1 0,1 0 0,-1 0 0,1 0 0,-1 0 0,0 0 0,0 1 0,1-1 0,-1 1 0,0-1 0,0 1 0,2 2 0,3 5 0,0-1 0,0 1 0,-1 1 0,8 15 0,-3-2 0,-1 1 0,-1 0 0,-1 0 0,-1 1 0,-1 0 0,-1 1 0,-1-1 0,0 37 0,-3-72 0,1 0 0,0-1 0,1 1 0,0 0 0,1 1 0,0-1 0,10-17 0,44-69 0,32-30 0,-71 102 0,1 1 0,1 1 0,25-21 0,-42 41 0,-1-1 0,0 1 0,0 0 0,1 0 0,-1 0 0,1 0 0,6-2 0,-10 4 0,1 0 0,0 0 0,0 0 0,0 0 0,0 0 0,0 0 0,0 0 0,-1 0 0,1 0 0,0 0 0,0 0 0,0 1 0,0-1 0,0 0 0,-1 1 0,1-1 0,0 1 0,0-1 0,-1 1 0,1-1 0,0 1 0,-1-1 0,1 1 0,0-1 0,-1 1 0,1 0 0,-1 0 0,1-1 0,-1 1 0,1 0 0,-1 0 0,0-1 0,1 1 0,-1 0 0,0 0 0,0 0 0,1 0 0,-1 1 0,2 11 0,1-1 0,-2 1 0,0 0 0,-1 0 0,-1 15 0,-11 68 0,7-62 0,3-20 0,1-10 0,0 0 0,0 0 0,0 0 0,1 1 0,0-1 0,0 0 0,0 0 0,0 0 0,1 0 0,0 4 0,0-8 0,-1 1 0,0-1 0,0 0 0,0 1 0,1-1 0,-1 0 0,0 0 0,0 1 0,1-1 0,-1 0 0,0 0 0,1 0 0,-1 0 0,0 1 0,1-1 0,-1 0 0,0 0 0,1 0 0,-1 0 0,0 0 0,1 0 0,-1 0 0,0 0 0,1 0 0,-1 0 0,1 0 0,-1 0 0,0 0 0,1 0 0,-1 0 0,0 0 0,1 0 0,-1-1 0,0 1 0,1 0 0,-1 0 0,0 0 0,0-1 0,1 1 0,-1 0 0,0 0 0,0 0 0,1-1 0,-1 1 0,0 0 0,1-1 0,14-15 0,-13 14 0,28-33 0,2 2 0,2 1 0,0 2 0,52-36 0,-83 65 0,-1-1 0,1 1 0,-1-1 0,1 1 0,0 0 0,-1 0 0,1 0 0,0 0 0,0 1 0,0-1 0,-1 1 0,1-1 0,0 1 0,6 1 0,-7-1 0,-1 1 0,1 0 0,0-1 0,-1 1 0,1 0 0,-1 0 0,1 0 0,-1 0 0,0 0 0,1 0 0,-1 1 0,0-1 0,0 0 0,1 1 0,-1-1 0,0 1 0,-1-1 0,1 1 0,0 0 0,0-1 0,-1 1 0,1 0 0,-1-1 0,1 1 0,-1 3 0,12 75-1365,-8-55-5461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3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27 24575,'-3'3'0,"2"1"0,5-3 0,7-2 0,11-4 0,12-1 0,9 1 0,6 0 0,5 2 0,2 2 0,-2 0 0,-5 0 0,-6 1 0,-11-3 0,-12-1-8191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3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9 24575,'-3'-3'0,"-4"-2"0,-1 4 0,1 9 0,2 8 0,1 8 0,2 6 0,1 8 0,4 6 0,1 8 0,0 5 0,-1 2 0,0 0 0,1-1 0,2-10-8191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4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95 24575,'-3'0'0,"-7"-3"0,-6-4 0,1-4 0,2-3 0,4-3 0,6 2 0,11 4 0,9 3 0,8 3 0,6 2 0,8 3 0,3 0 0,0 0 0,0 1 0,-5 0 0,-5-1 0,-8 1-8191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4.2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150 1 24575,'-5'0'0,"0"0"0,0 1 0,0-1 0,-1 1 0,1 0 0,1 0 0,-1 1 0,0-1 0,0 1 0,0 0 0,1 1 0,-1-1 0,1 1 0,0 0 0,-5 4 0,4-2 0,0 1 0,0-1 0,1 1 0,0 0 0,0 0 0,0 0 0,1 1 0,0 0 0,-4 10 0,0 9 0,1 0 0,2 0 0,1 0 0,-1 45 0,4 6-455,3 1 0,20 120 0,-18-165-6371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4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63 24575,'-6'6'0,"-6"10"0,15-10 0,12-2 0,11-3 0,1-2 0,-1 0 0,1-2 0,36-9 0,-11 3 0,21 0 0,-42 7 0,0-3 0,0 0 0,46-15 0,-77 20 0,2 0-65,-1 0 0,1-1 0,-1 1 0,1-1 0,-1 1 0,0-1 0,1 0 0,-1 0 0,0 1 0,1-1 0,-1 0 0,0 0 0,0 0 0,0 0 0,0-1 0,0 1 0,0 0 0,0 0 0,0-1 0,1-1 0,-4-6-6761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4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27 24575,'-12'-5'0,"1"1"0,-2 0 0,-22-4 0,23 6 0,11 1 0,0 1 0,0-1 0,0 1 0,-1 0 0,1-1 0,0 1 0,0 0 0,0 0 0,-1 0 0,1 0 0,0 0 0,0 0 0,0 0 0,-1 0 0,1 0 0,0 1 0,0-1 0,0 1 0,0-1 0,0 1 0,-1-1 0,1 1 0,0-1 0,0 1 0,0 0 0,1-1 0,-1 1 0,0 0 0,0 0 0,0 0 0,0 0 0,1 0 0,-1 0 0,0 0 0,1 0 0,-1 0 0,1 0 0,-1 0 0,1 0 0,0 1 0,0-1 0,-1 0 0,1 0 0,0 0 0,0 2 0,0 7 0,1-1 0,0 1 0,0-1 0,6 19 0,-2-8 0,5 48 172,-6-32-125,10 37 0,-12-64-210,1 0 0,0 0 0,0-1 0,1 1 0,0-1 0,1 0-1,-1 0 1,2-1 0,7 10 0,5 0-6663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5.2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0 111 24575,'0'-23'0,"0"21"0,0 14 0,10 146 0,0-15 0,-21-318 0,4 66 0,6 102 0,1 0 0,0 0 0,0 0 0,1 0 0,0 0 0,0 1 0,0-1 0,1 0 0,5-12 0,-6 17 0,1 0 0,-1-1 0,1 1 0,0 0 0,0 0 0,0 0 0,0 0 0,0 0 0,0 0 0,0 1 0,1-1 0,-1 1 0,0-1 0,1 1 0,-1 0 0,1 0 0,0 0 0,-1 1 0,1-1 0,0 0 0,0 1 0,-1 0 0,1 0 0,0-1 0,0 2 0,5-1 0,0 1 0,1 0 0,0 1 0,0 0 0,-1 0 0,1 1 0,-1 0 0,0 1 0,0-1 0,0 1 0,0 1 0,-1 0 0,0 0 0,12 10 0,-16-11 0,1-1 0,-1 0 0,0 1 0,-1 0 0,1 0 0,-1 0 0,1 0 0,-1 0 0,-1 0 0,1 1 0,0-1 0,-1 0 0,0 1 0,0-1 0,0 1 0,-1 0 0,0-1 0,0 1 0,0 0 0,0-1 0,-1 1 0,1-1 0,-1 1 0,0-1 0,-1 1 0,1-1 0,-4 7 0,1-2 0,1 0 0,-1 0 0,2 0 0,-1 1 0,1-1 0,1 1 0,-2 12 0,3-17 0,1 1 0,-1 0 0,1 0 0,0 0 0,0 0 0,1-1 0,0 1 0,0 0 0,0-1 0,1 1 0,-1-1 0,1 0 0,4 6 0,2 0 0,-2-2 0,0 0 0,-1 0 0,0 0 0,-1 1 0,6 14 0,-10-22 0,-1-1 0,1 1 0,-1 0 0,1 0 0,-1-1 0,0 1 0,0 0 0,0 0 0,0 0 0,0 0 0,0-1 0,0 1 0,-1 0 0,1 0 0,-1-1 0,1 1 0,-1 0 0,0-1 0,1 1 0,-1 0 0,0-1 0,0 1 0,0-1 0,0 1 0,-1-1 0,1 0 0,0 1 0,-1-1 0,1 0 0,0 0 0,-1 0 0,1 0 0,-1 0 0,0 0 0,1-1 0,-1 1 0,0 0 0,1-1 0,-1 0 0,-2 1 0,-28 5-1365,17-6-5461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5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39 24575,'22'-11'0,"-13"6"0,0 0 0,1 1 0,0 0 0,17-4 0,-27 8 0,0-1 0,1 1 0,-1 0 0,0 0 0,1 0 0,-1 0 0,0 0 0,1 0 0,-1 0 0,0 0 0,1 0 0,-1 0 0,0 0 0,1 0 0,-1 0 0,1 0 0,-1 0 0,0 1 0,0-1 0,1 0 0,-1 0 0,0 0 0,1 0 0,-1 1 0,0-1 0,1 0 0,-1 0 0,0 1 0,0-1 0,0 0 0,1 0 0,-1 1 0,0-1 0,-1 14 0,-15 18 0,14-29 0,-15 27 0,-80 153 0,86-157 0,1 1 0,1 0 0,1 1 0,2 0 0,-5 36 0,7 113-1365,5-143-5461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5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0 330 24575,'3'-9'0,"5"-16"0,3-13 0,7-6 0,6-2 0,5 1 0,4 5 0,3 6 0,1 9 0,-3 8 0,0 11 0,-3 9 0,-4 7 0,-7 9 0,-6 3 0,-9 5 0,-5-3-8191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6.1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349 238 24575,'-327'62'0,"305"-56"0,22-6 0,0 0 0,0 0 0,1 0 0,-1 0 0,0 0 0,0 0 0,0 0 0,0 0 0,0 0 0,0 0 0,0 0 0,0 0 0,0 0 0,0 0 0,0 0 0,0 0 0,0 0 0,0 0 0,0 0 0,0 0 0,0 0 0,0 0 0,0 1 0,0-1 0,1 0 0,-1 0 0,0 0 0,0 0 0,0 0 0,0 0 0,0 0 0,0 0 0,0 0 0,0 0 0,0 0 0,0 0 0,0 0 0,0 0 0,0 0 0,0 1 0,0-1 0,0 0 0,0 0 0,-1 0 0,1 0 0,0 0 0,0 0 0,0 0 0,0 0 0,0 0 0,0 0 0,0 0 0,0 0 0,0 0 0,0 0 0,0 0 0,0 0 0,0 0 0,0 0 0,0 0 0,0 0 0,0 1 0,0-1 0,0 0 0,-1 0 0,1 0 0,0 0 0,15 2 0,125-1 0,-101-3 0,1160-46-4098,5-24-2584,-468 26 4935,1545-81 1292,-2100 114 2842,-155 9 17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49.9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3 111 24575,'0'0'0,"0"-1"0,0 1 0,0 0 0,-1 0 0,1 0 0,0 0 0,0-1 0,0 1 0,0 0 0,0 0 0,-1 0 0,1-1 0,0 1 0,0 0 0,0 0 0,0-1 0,0 1 0,0 0 0,0 0 0,0-1 0,0 1 0,0 0 0,0 0 0,0-1 0,0 1 0,0 0 0,0 0 0,0 0 0,0-1 0,0 1 0,0 0 0,0 0 0,0-1 0,1 1 0,-1 0 0,0 0 0,0-1 0,11-5 0,23 0 0,-25 4 0,388-52 0,100 20 0,-479 35 342,-13 1-684,-11 2-1023,-6 1-5461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2:51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349 40 24575,'-3'72'0,"-17"109"0,-28 78 0,0-7 0,41-209 0,-12 91 0,17-108 0,0 0 0,2 0 0,4 29 0,-3-50 0,-1 0 0,1 0 0,1 0 0,-1-1 0,1 1 0,-1 0 0,1 0 0,1-1 0,-1 1 0,1-1 0,5 7 0,-7-9 0,1-1 0,0 1 0,-1-1 0,1 0 0,0 1 0,0-1 0,0 0 0,0 0 0,0-1 0,0 1 0,0 0 0,0 0 0,0-1 0,0 0 0,1 1 0,-1-1 0,0 0 0,0 0 0,0 0 0,1 0 0,-1 0 0,0-1 0,0 1 0,0-1 0,0 1 0,0-1 0,1 0 0,-1 0 0,2-1 0,16-9 0,-1-1 0,0-1 0,-1-1 0,0 0 0,19-22 0,19-14 0,10-1 0,27-23 0,-81 60 0,-13 16 0,-2 1 0,-17 28 0,1 0 0,1 2 0,-17 44 0,31-68 0,-135 290 0,-15 32 0,25 8 0,96-228 0,5 2 0,-19 173 0,38-227 0,5-35 0,1 0 0,0 0 0,2 32 0,1-55 0,0 0 0,0 0 0,0 0 0,0 0 0,0 0 0,0 0 0,0 0 0,1 0 0,-1 0 0,0 0 0,0 0 0,1 0 0,-1 0 0,1 0 0,-1 0 0,1 0 0,-1 0 0,1 0 0,0 0 0,-1 0 0,1-1 0,0 1 0,0 0 0,-1-1 0,1 1 0,0 0 0,0-1 0,0 1 0,0-1 0,0 1 0,0-1 0,0 0 0,0 1 0,0-1 0,0 0 0,0 0 0,0 0 0,0 0 0,0 1 0,0-2 0,0 1 0,0 0 0,0 0 0,0 0 0,0 0 0,0-1 0,0 1 0,0 0 0,0-1 0,0 1 0,0-1 0,0 1 0,1-2 0,6-2 0,-1 0 0,0 0 0,0-1 0,0 0 0,8-9 0,18-22 0,49-68 0,-31 35 0,6-2 0,179-247 0,-97 93 0,-10-5 0,99-248 0,-200 404 0,-20 49 0,0 1 0,2 0 0,1 1 0,1 0 0,22-32 0,-34 54 0,0 1 0,1-1 0,-1 1 0,0-1 0,1 1 0,-1 0 0,0-1 0,1 1 0,-1-1 0,0 1 0,1 0 0,-1-1 0,1 1 0,-1 0 0,1-1 0,-1 1 0,1 0 0,-1 0 0,1-1 0,-1 1 0,1 0 0,0 0 0,-1 10 0,-8 19 0,-3 11 0,1 0 0,2 1 0,-3 54 0,10-88 0,1 0 0,0 0 0,1 1 0,0-1 0,0 0 0,0 0 0,1 0 0,2 8 0,-3-14 0,-1 1 0,0-1 0,1 0 0,0 1 0,-1-1 0,1 0 0,0 1 0,0-1 0,0 0 0,0 0 0,0 0 0,0 0 0,0 0 0,0 0 0,0 0 0,0 0 0,0 0 0,1 0 0,-1 0 0,0-1 0,1 1 0,-1-1 0,1 1 0,-1-1 0,1 1 0,-1-1 0,0 0 0,1 0 0,-1 0 0,1 0 0,-1 0 0,1 0 0,-1 0 0,1 0 0,-1-1 0,1 1 0,-1 0 0,1-1 0,-1 1 0,1-1 0,-1 0 0,0 1 0,0-1 0,3-2 0,2-1 0,-1-1 0,1 1 0,-1-1 0,0 0 0,0-1 0,-1 1 0,0-1 0,0 0 0,0 0 0,-1 0 0,1-1 0,1-6 0,5-14 0,11-45 0,-3-8 0,9-104 0,-8-85 0,-10 119 0,-5 68 0,-4 45 0,2 1 0,2-1 0,1 0 0,2 1 0,13-41 0,-15 63 0,-1 6 0,-1 0 0,0 0 0,-1 0 0,0-1 0,2-15 0,-4 24 0,-1-1 0,1 0 0,0 1 0,-1-1 0,1 0 0,0 1 0,-1-1 0,1 0 0,-1 1 0,1-1 0,-1 1 0,1-1 0,-1 1 0,1-1 0,-1 1 0,1-1 0,-1 1 0,0 0 0,1-1 0,-1 1 0,0 0 0,0-1 0,1 1 0,-1 0 0,0 0 0,1 0 0,-1 0 0,0-1 0,0 1 0,1 0 0,-2 1 0,-29-1 0,25 0 0,-23 1-682,-39 8-1,45-5-6143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8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466 1 24575,'4'0'0,"5"1"0,-7 13 0,-2-3 0,-1 0 0,0-1 0,-1 1 0,0-1 0,-1 1 0,-5 13 0,-30 60 0,33-74 0,-24 44 0,-2-3 0,-1 0 0,-50 57 0,14-31 0,-83 75 0,147-148 0,0-1 0,1 1 0,-1 0 0,1 0 0,-5 7 0,8-11 0,0 0 0,-1 1 0,1-1 0,0 1 0,0-1 0,0 0 0,0 1 0,0-1 0,0 1 0,0-1 0,-1 0 0,1 1 0,0-1 0,1 1 0,-1-1 0,0 0 0,0 1 0,0-1 0,0 0 0,0 1 0,0-1 0,0 1 0,1-1 0,-1 0 0,0 1 0,0-1 0,0 0 0,1 1 0,-1-1 0,1 1 0,1 0 0,-1-1 0,0 1 0,1-1 0,-1 1 0,1-1 0,-1 1 0,0-1 0,1 0 0,-1 0 0,1 0 0,2 0 0,24 0 0,0 1 0,-1 2 0,1 0 0,-1 2 0,1 1 0,35 13 0,25 24 339,-60-28-1191,42 16 0,-44-22-5974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8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17 455 24575,'-1'-6'0,"0"0"0,0 0 0,0 0 0,-4-9 0,-2-17 0,6 23 0,2 0 0,-1 0 0,1 0 0,1 1 0,-1-1 0,2 0 0,-1 1 0,1-1 0,0 1 0,1 0 0,9-15 0,5-7 0,38-44 0,-45 60 0,15-21 0,-14 17 0,2 0 0,22-23 0,-33 38 0,1-1 0,-1 1 0,1 0 0,0 0 0,0 1 0,0-1 0,0 1 0,0 0 0,0 0 0,1 0 0,-1 1 0,1-1 0,-1 1 0,1 0 0,0 1 0,-1-1 0,6 1 0,-4 1 0,0 0 0,-1 0 0,1 1 0,-1 0 0,1 0 0,-1 0 0,0 1 0,1 0 0,-1 0 0,-1 0 0,1 1 0,0-1 0,-1 1 0,0 0 0,0 0 0,6 8 0,2 4 0,-1 0 0,-1 0 0,15 31 0,-17-29 0,0 1 0,-1 0 0,-1 1 0,-1-1 0,0 1 0,-2 0 0,0 1 0,0 24 0,-4-28 0,0 0 0,-1 0 0,0 0 0,-2 0 0,0-1 0,-1 1 0,0-1 0,-1 0 0,-1-1 0,-12 20 0,3-10 0,-1-1 0,-2 0 0,0-1 0,-1-2 0,-42 36 0,21-25 0,-1-2 0,-67 36 0,102-62 0,-1 1 0,-1-1 0,0 1 0,0-1 0,-17 4 0,26-7 0,0-1 0,-1 0 0,1 0 0,0 0 0,-1 0 0,1 1 0,0-1 0,-1 0 0,1 0 0,0 0 0,-1 0 0,1 0 0,0 0 0,-1 0 0,1 0 0,0 0 0,-1 0 0,1 0 0,0 0 0,-1 0 0,1 0 0,0 0 0,-1 0 0,1 0 0,0 0 0,-1-1 0,1 1 0,0 0 0,-1 0 0,1 0 0,0-1 0,-1 1 0,1 0 0,0 0 0,0-1 0,0 1 0,-1 0 0,1 0 0,0-1 0,0 1 0,0 0 0,-1-1 0,1 1 0,0 0 0,0-1 0,0 1 0,0 0 0,0-1 0,0 1 0,0 0 0,0-1 0,0 1 0,0 0 0,0-1 0,0 1 0,0-1 0,0 1 0,0 0 0,0-1 0,0 1 0,1 0 0,-1 0 0,0-1 0,0 1 0,0 0 0,0-1 0,1 1 0,-1 0 0,1-1 0,15-21 0,4 3 0,0 0 0,1 2 0,0 1 0,2 1 0,43-24 0,-49 31 0,1 0 0,0 1 0,0 1 0,0 0 0,1 2 0,0 0 0,0 1 0,0 1 0,21 0 0,-34 2 15,0 0-1,0 1 1,0 0 0,0 0-1,0 1 1,0-1-1,0 1 1,-1 0 0,1 1-1,-1-1 1,0 1-1,1 0 1,-1 1 0,-1-1-1,1 1 1,0 0-1,-1 0 1,0 1 0,7 8-1,-1 3-79,-1 0 0,0 1 0,-1 1 0,10 32 0,12 26-1267,-19-55-5494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9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0 120 24575,'1'-3'0,"14"-19"0,-15 22 0,0-1 0,0 1 0,1 0 0,-1 0 0,0-1 0,1 1 0,-1 0 0,0 0 0,0 0 0,1-1 0,-1 1 0,0 0 0,1 0 0,-1 0 0,0 0 0,1 0 0,-1 0 0,1 0 0,-1 0 0,0 0 0,1 0 0,-1 0 0,0 0 0,1 0 0,0 0 0,0 1 0,-1-1 0,1 1 0,-1 0 0,1-1 0,-1 1 0,1-1 0,-1 1 0,1 0 0,-1-1 0,0 1 0,1 0 0,-1-1 0,0 1 0,1 0 0,-1 1 0,7 26 0,-1 0 0,-1 0 0,-2 0 0,0 58 0,-3-86 0,0 1 0,0 0 0,0 0 0,0-1 0,0 1 0,0 0 0,0 0 0,0-1 0,0 1 0,0 0 0,0 0 0,1-1 0,-1 1 0,0 0 0,0-1 0,1 1 0,-1 0 0,1 0 0,0-1 0,-1 0 0,1 0 0,-1 0 0,0 0 0,1 0 0,-1 0 0,1 0 0,-1-1 0,0 1 0,1 0 0,-1 0 0,0 0 0,1-1 0,-1 1 0,0 0 0,1 0 0,-1-1 0,0 1 0,0 0 0,1-1 0,-1 1 0,0 0 0,0-1 0,1 0 0,19-35 0,-14 24 0,15-25 0,48-79 0,-58 101 0,0 0 0,1 1 0,0 0 0,1 1 0,16-13 0,-28 25 0,0 0 0,1 0 0,-1 0 0,1 0 0,-1 0 0,1 0 0,0 0 0,-1 0 0,1 1 0,0-1 0,-1 1 0,1-1 0,0 1 0,0 0 0,-1 0 0,1-1 0,0 1 0,0 0 0,0 1 0,-1-1 0,1 0 0,0 0 0,0 1 0,-1-1 0,1 1 0,2 0 0,-1 1 0,-1 0 0,1 1 0,-1-1 0,1 0 0,-1 1 0,0 0 0,1-1 0,-1 1 0,-1 0 0,1 0 0,0 0 0,-1 0 0,2 4 0,5 18 0,-1 1 0,-1-1 0,-1 1 0,-1 0 0,-2 0 0,0 28 0,0-1 0,-2-52 0,1 1 0,-1-1 0,0 1 0,0-1 0,0 1 0,1-1 0,-1 1 0,1-1 0,-1 1 0,1-1 0,1 2 0,-2-2 0,0-1 0,1 0 0,-1 0 0,0 1 0,0-1 0,1 0 0,-1 0 0,0 0 0,1 1 0,-1-1 0,0 0 0,0 0 0,1 0 0,-1 0 0,1 0 0,-1 0 0,0 0 0,1 0 0,-1 0 0,0 0 0,1 0 0,-1 0 0,0 0 0,1 0 0,-1 0 0,0 0 0,1 0 0,-1 0 0,1 0 0,1-2 0,0 1 0,0 0 0,-1-1 0,1 1 0,0-1 0,-1 0 0,1 0 0,-1 1 0,1-1 0,-1 0 0,0 0 0,0 0 0,1-3 0,11-24 0,26-51 0,-34 70 0,1 1 0,1 0 0,0 0 0,0 0 0,15-13 0,-21 20 0,1 1 0,-1-1 0,1 1 0,0 0 0,0 0 0,0 0 0,0 0 0,0 0 0,0 0 0,0 0 0,0 0 0,0 1 0,0-1 0,0 1 0,1 0 0,-1 0 0,0-1 0,0 1 0,0 1 0,4-1 0,-4 1 0,0 0 0,0 0 0,0 0 0,0 0 0,0 0 0,0 1 0,0-1 0,-1 1 0,1-1 0,0 1 0,-1 0 0,1-1 0,-1 1 0,0 0 0,0 0 0,1 0 0,-1 0 0,0 0 0,1 4 0,2 7 64,-1-1 0,0 1 0,0 0 0,1 26 0,-4 55-770,-1-63-273,0 1-5847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49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72 24575,'-40'16'0,"31"-13"0,0 1 0,0 0 0,-9 4 0,16-4 0,8-2 0,13 0 0,251-21 51,-114 5-385,737-26-2432,3 30 1320,-103 2-3,-683 7 1052,193-12 1875,-284 10-125,-17 1-906,-9 0-1080,-13 0-3862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50.8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303 48 24575,'3'-1'0,"1"0"0,0 0 0,-1 0 0,0 0 0,1-1 0,-1 1 0,0-1 0,0 0 0,1 0 0,-2 0 0,1 0 0,0 0 0,0-1 0,-1 0 0,1 1 0,-1-1 0,3-4 0,-5 7 0,0 0 0,0-1 0,0 1 0,0 0 0,0-1 0,1 1 0,-1 0 0,0 0 0,0-1 0,0 1 0,0 0 0,0-1 0,0 1 0,0 0 0,-1 0 0,1-1 0,0 1 0,0 0 0,0-1 0,0 1 0,0 0 0,0 0 0,0-1 0,-1 1 0,1 0 0,0 0 0,0 0 0,0-1 0,0 1 0,-1 0 0,1 0 0,0 0 0,0-1 0,-1 1 0,1 0 0,0 0 0,0 0 0,-1 0 0,1 0 0,0 0 0,0 0 0,-1 0 0,1-1 0,0 1 0,-1 0 0,1 0 0,0 0 0,0 0 0,-1 0 0,1 0 0,0 1 0,-1-1 0,1 0 0,0 0 0,0 0 0,-1 0 0,1 0 0,0 0 0,0 0 0,-1 1 0,-19 6 0,4 2 0,1 0 0,0 2 0,1 0 0,0 1 0,0 0 0,-13 17 0,-66 91 0,67-83 0,-23 46 0,41-68 0,0 1 0,2 0 0,0 0 0,1 1 0,0-1 0,-2 20 0,6-31 0,1 0 0,0-1 0,0 1 0,0-1 0,0 1 0,1 0 0,-1-1 0,1 1 0,0-1 0,1 1 0,-1-1 0,1 1 0,0-1 0,0 0 0,0 0 0,0 0 0,1 0 0,0-1 0,5 6 0,-3-4 0,1 0 0,0-1 0,0 0 0,1 0 0,-1 0 0,1-1 0,0 0 0,-1 0 0,1-1 0,1 0 0,11 2 0,12 1 57,0-2 0,1-2 0,-1 0 0,0-2 0,38-6 0,-7-4-911,96-27 1,-94 17-5973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51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100 264 24575,'0'-3'0,"-1"0"0,1 0 0,-1 0 0,0 0 0,0 0 0,0 1 0,0-1 0,-1 0 0,1 0 0,-3-2 0,4 4 0,-1 0 0,0-1 0,0 1 0,1 0 0,-1 0 0,0 0 0,0 0 0,0 0 0,0 0 0,-1 0 0,1 0 0,0 1 0,0-1 0,0 0 0,-1 1 0,1-1 0,0 1 0,0-1 0,-1 1 0,1-1 0,-1 1 0,1 0 0,-2 0 0,2 0 0,0 1 0,0-1 0,0 1 0,1-1 0,-1 1 0,0-1 0,0 1 0,1 0 0,-1 0 0,0-1 0,1 1 0,-1 0 0,1 0 0,-1 0 0,1-1 0,-1 1 0,1 0 0,0 0 0,-1 0 0,1 0 0,0 0 0,0 0 0,0 0 0,-1 2 0,0 28 0,1-25 0,-1 28 0,-1 0 0,-1 1 0,-2-1 0,-18 65 0,21-93 0,1-4 0,0 0 0,0 1 0,0-1 0,0 0 0,1 1 0,-1-1 0,1 0 0,-1 1 0,1-1 0,0 1 0,0-1 0,0 1 0,0 2 0,1-5 0,0 0 0,0-1 0,0 1 0,-1 0 0,1-1 0,0 1 0,0 0 0,-1-1 0,1 1 0,0-1 0,-1 1 0,1-1 0,-1 1 0,1-1 0,-1 1 0,1-1 0,-1 0 0,1 1 0,-1-1 0,1 0 0,13-17 0,167-275 0,-104 160 0,-71 123 0,25-37 0,-28 43 0,0 1 0,0-1 0,0 1 0,1 0 0,-1 0 0,1 0 0,0 0 0,0 1 0,6-4 0,-8 6 0,-1 0 0,0-1 0,0 1 0,0-1 0,0 1 0,0 0 0,0 0 0,1 0 0,-1 0 0,0 0 0,0 0 0,0 0 0,0 0 0,0 0 0,1 0 0,-1 1 0,0-1 0,0 1 0,0-1 0,0 0 0,0 1 0,2 1 0,-1-1 0,0 1 0,-1 0 0,1 0 0,0 0 0,-1 0 0,1 0 0,-1 0 0,0 0 0,0 0 0,1 3 0,2 6 0,-1 0 0,0 0 0,2 18 0,0 25 157,-2 86-1,-1 0-349,-1-115-178,2 0 0,1-1-1,11 38 1,-5-35-6455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51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28 348 24575,'-23'-4'0,"19"3"0,15 4 0,19 5 0,0-3 0,1 0 0,-1-2 0,1-1 0,0-2 0,46-4 0,-60 2 0,0 0 0,0 0 0,-1-2 0,30-10 0,-42 13 0,0 0 0,0-1 0,-1 0 0,1 0 0,0 0 0,-1 0 0,0 0 0,1-1 0,-1 1 0,0-1 0,-1 0 0,1 0 0,0 0 0,-1 0 0,1-1 0,-1 1 0,0 0 0,0-1 0,-1 0 0,1 0 0,-1 1 0,1-1 0,-1 0 0,-1 0 0,2-7 0,-7-9 0,0 17 0,0 13 0,-2 22 0,-4 60 0,3-14 0,-2 18 0,-3 18 0,7-98 0,6-16 0,0 0 0,0 0 0,0 0 0,-1 0 0,1 0 0,0 0 0,0 0 0,0 0 0,0 0 0,-1 0 0,1 0 0,0 0 0,0 0 0,0 0 0,-1 0 0,1 0 0,0 0 0,0 0 0,0 0 0,0 0 0,-1 0 0,1 0 0,0-1 0,0 1 0,0 0 0,0 0 0,0 0 0,-1 0 0,1 0 0,0-1 0,0 1 0,0 0 0,0 0 0,0 0 0,0 0 0,0-1 0,0 1 0,0 0 0,0 0 0,0-1 0,-10-32 0,-9-80 0,-8-199 0,27 284 0,5-39 0,-4 58 0,0 0 0,1 0 0,0 1 0,1-1 0,0 0 0,1 1 0,-1 0 0,7-10 0,-8 15 0,-1 1 0,1 0 0,0 0 0,-1 0 0,1 0 0,0 0 0,0 1 0,0-1 0,1 1 0,-1-1 0,0 1 0,1 0 0,-1-1 0,0 1 0,1 0 0,0 1 0,3-2 0,-2 2 0,0 0 0,0 0 0,0 0 0,0 0 0,0 1 0,0-1 0,0 1 0,0 0 0,0 0 0,6 3 0,2 2 0,-1 0 0,1 1 0,-1 0 0,-1 1 0,20 18 0,-19-15 0,-1-1 0,0 2 0,-1-1 0,0 1 0,-1 1 0,0-1 0,-1 2 0,7 18 0,-12-28 0,0 0 0,-1 0 0,0 0 0,0 1 0,0-1 0,-1 0 0,1 1 0,-1-1 0,0 0 0,0 1 0,-1-1 0,1 1 0,-1-1 0,0 0 0,0 0 0,0 1 0,-1-1 0,0 0 0,1 0 0,-1 0 0,-1-1 0,1 1 0,0 0 0,-1-1 0,0 1 0,0-1 0,0 0 0,0 0 0,-1 0 0,1-1 0,-1 1 0,-5 2 0,2-1-273,0 0 0,-1-1 0,0 0 0,-14 3 0,-2-1-6553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52.4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57 137 24575,'-1'7'0,"0"0"0,0 0 0,-1-1 0,-3 12 0,-3 10 0,7-21 0,-12 56 0,2 1 0,-2 90 0,16-179 0,2-1 0,1 1 0,13-36 0,-10 32 0,5-14 0,1 1 0,2 0 0,2 2 0,2 0 0,34-50 0,-51 85 0,0 0 0,0 1 0,0-1 0,6-4 0,-9 8 0,-1 1 0,1-1 0,-1 1 0,1-1 0,-1 1 0,1-1 0,-1 1 0,1 0 0,-1-1 0,1 1 0,0 0 0,-1 0 0,1-1 0,-1 1 0,1 0 0,0 0 0,-1 0 0,1 0 0,0 0 0,-1 0 0,1 0 0,0 0 0,-1 0 0,1 0 0,0 0 0,-1 0 0,1 1 0,-1-1 0,1 0 0,0 0 0,-1 1 0,1-1 0,-1 0 0,1 1 0,-1-1 0,1 0 0,-1 1 0,1-1 0,-1 1 0,1-1 0,-1 1 0,1-1 0,-1 1 0,0-1 0,1 1 0,-1 0 0,0-1 0,0 1 0,0-1 0,1 1 0,-1 0 0,0 0 0,3 9 0,-1-1 0,-1 1 0,0-1 0,0 1 0,-1 16 0,-6 49 0,5-69 0,-15 139 0,19-158 0,1 1 0,0-1 0,1 1 0,7-14 0,33-59 0,-38 74 0,0 1 0,1 0 0,0 0 0,0 0 0,1 1 0,1 1 0,-1 0 0,1 0 0,0 0 0,1 1 0,0 1 0,0 0 0,23-8 0,-27 11 0,0 1 0,0 0 0,0 1 0,0 0 0,0 0 0,1 0 0,-1 1 0,0 0 0,0 1 0,0 0 0,0 0 0,0 0 0,0 1 0,0 0 0,0 0 0,0 0 0,-1 1 0,1 0 0,-1 1 0,0 0 0,0-1 0,0 2 0,0-1 0,-1 1 0,10 10 0,-8-7-49,0 1 1,-1 0-1,0 1 0,0 0 0,-1 0 1,0 0-1,-1 1 0,0-1 0,0 1 1,-1 0-1,-1 0 0,0 0 0,0 0 1,-1 1-1,-1-1 0,0 0 0,0 1 1,-1-1-1,-1 0 0,0 0 0,0 1 1,-1-2-1,-1 1 0,1 0 0,-2-1 0,1 1 1,-10 12-1,-4 1-6777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52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24575,'7'3'0,"7"4"0,8 7 0,4 8 0,3 9 0,0 9 0,-5 6 0,-7 9 0,-8 3 0,-14 2 0,-14 0 0,-16-1 0,-3-11-8191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07:15:52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334 0 24575,'-1'1'0,"-1"0"0,1-1 0,-1 1 0,1 0 0,0 0 0,-1 0 0,1 0 0,0 0 0,0 0 0,-1 0 0,1 1 0,0-1 0,0 0 0,0 1 0,-1 1 0,-3 4 0,-39 49 0,3 1 0,-61 111 0,80-124 0,2 1 0,2 0 0,2 1 0,-20 92 0,33-117 0,0 0 0,1 0 0,2 0 0,0 0 0,1 1 0,1-1 0,1 0 0,10 37 0,-8-42 0,1-1 0,0 0 0,1 0 0,1-1 0,0 0 0,1 0 0,0-1 0,1 0 0,1-1 0,0 0 0,0 0 0,15 10 0,-5-7-151,1-1-1,1-2 0,0 0 0,0-1 1,1-1-1,0-1 0,1-1 1,46 8-1,13-3-6674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31 24575,'-1'0'0,"1"0"0,0 0 0,0 0 0,-1 1 0,1-1 0,0 0 0,0 0 0,-1 0 0,1 0 0,0 0 0,-1 0 0,1 0 0,0 0 0,0 0 0,-1 0 0,1 0 0,0 0 0,0 0 0,-1 0 0,1 0 0,0 0 0,-1 0 0,1 0 0,0-1 0,0 1 0,-1 0 0,1 0 0,0 0 0,0 0 0,-1-1 0,1 1 0,0 0 0,0 0 0,0 0 0,0-1 0,-1 1 0,1 0 0,0 0 0,0-1 0,0 1 0,0 0 0,0 0 0,0-1 0,-1 1 0,1 0 0,0 0 0,0-1 0,0 1 0,0 0 0,0-1 0,0 1 0,0 0 0,0 0 0,0-1 0,1 1 0,-1 0 0,0-1 0,0 1 0,0 0 0,0 0 0,0-1 0,0 1 0,1 0 0,0-2 0,0 1 0,0 0 0,0 0 0,0 0 0,0 0 0,0 1 0,0-1 0,0 0 0,1 0 0,-1 1 0,0-1 0,3 0 0,23-3 0,0 0 0,0 2 0,54 4 0,-30-1 0,463 0-1365,-471-1-5461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24575,'5'0'0,"6"0"0,6 0 0,9 0 0,5 0 0,6 0 0,7 0 0,4-5 0,9-1 0,3 0 0,6 1 0,1 2 0,-2 1 0,-7 1 0,-13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.png"/><Relationship Id="rId21" Type="http://schemas.openxmlformats.org/officeDocument/2006/relationships/image" Target="../media/image14.png"/><Relationship Id="rId42" Type="http://schemas.openxmlformats.org/officeDocument/2006/relationships/customXml" Target="../ink/ink22.xml"/><Relationship Id="rId63" Type="http://schemas.openxmlformats.org/officeDocument/2006/relationships/image" Target="../media/image35.png"/><Relationship Id="rId84" Type="http://schemas.openxmlformats.org/officeDocument/2006/relationships/customXml" Target="../ink/ink43.xml"/><Relationship Id="rId138" Type="http://schemas.openxmlformats.org/officeDocument/2006/relationships/customXml" Target="../ink/ink70.xml"/><Relationship Id="rId159" Type="http://schemas.openxmlformats.org/officeDocument/2006/relationships/image" Target="../media/image83.png"/><Relationship Id="rId170" Type="http://schemas.openxmlformats.org/officeDocument/2006/relationships/customXml" Target="../ink/ink86.xml"/><Relationship Id="rId191" Type="http://schemas.openxmlformats.org/officeDocument/2006/relationships/image" Target="../media/image99.png"/><Relationship Id="rId205" Type="http://schemas.openxmlformats.org/officeDocument/2006/relationships/image" Target="../media/image106.png"/><Relationship Id="rId107" Type="http://schemas.openxmlformats.org/officeDocument/2006/relationships/image" Target="../media/image57.png"/><Relationship Id="rId11" Type="http://schemas.openxmlformats.org/officeDocument/2006/relationships/image" Target="../media/image9.png"/><Relationship Id="rId32" Type="http://schemas.openxmlformats.org/officeDocument/2006/relationships/customXml" Target="../ink/ink17.xml"/><Relationship Id="rId53" Type="http://schemas.openxmlformats.org/officeDocument/2006/relationships/image" Target="../media/image30.png"/><Relationship Id="rId74" Type="http://schemas.openxmlformats.org/officeDocument/2006/relationships/customXml" Target="../ink/ink38.xml"/><Relationship Id="rId128" Type="http://schemas.openxmlformats.org/officeDocument/2006/relationships/customXml" Target="../ink/ink65.xml"/><Relationship Id="rId149" Type="http://schemas.openxmlformats.org/officeDocument/2006/relationships/image" Target="../media/image78.png"/><Relationship Id="rId5" Type="http://schemas.openxmlformats.org/officeDocument/2006/relationships/image" Target="../media/image6.png"/><Relationship Id="rId95" Type="http://schemas.openxmlformats.org/officeDocument/2006/relationships/image" Target="../media/image51.png"/><Relationship Id="rId160" Type="http://schemas.openxmlformats.org/officeDocument/2006/relationships/customXml" Target="../ink/ink81.xml"/><Relationship Id="rId181" Type="http://schemas.openxmlformats.org/officeDocument/2006/relationships/image" Target="../media/image94.png"/><Relationship Id="rId216" Type="http://schemas.openxmlformats.org/officeDocument/2006/relationships/customXml" Target="../ink/ink109.xml"/><Relationship Id="rId22" Type="http://schemas.openxmlformats.org/officeDocument/2006/relationships/customXml" Target="../ink/ink12.xml"/><Relationship Id="rId43" Type="http://schemas.openxmlformats.org/officeDocument/2006/relationships/image" Target="../media/image25.png"/><Relationship Id="rId64" Type="http://schemas.openxmlformats.org/officeDocument/2006/relationships/customXml" Target="../ink/ink33.xml"/><Relationship Id="rId118" Type="http://schemas.openxmlformats.org/officeDocument/2006/relationships/customXml" Target="../ink/ink60.xml"/><Relationship Id="rId139" Type="http://schemas.openxmlformats.org/officeDocument/2006/relationships/image" Target="../media/image73.png"/><Relationship Id="rId85" Type="http://schemas.openxmlformats.org/officeDocument/2006/relationships/image" Target="../media/image46.png"/><Relationship Id="rId150" Type="http://schemas.openxmlformats.org/officeDocument/2006/relationships/customXml" Target="../ink/ink76.xml"/><Relationship Id="rId171" Type="http://schemas.openxmlformats.org/officeDocument/2006/relationships/image" Target="../media/image89.png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12" Type="http://schemas.openxmlformats.org/officeDocument/2006/relationships/customXml" Target="../ink/ink7.xml"/><Relationship Id="rId33" Type="http://schemas.openxmlformats.org/officeDocument/2006/relationships/image" Target="../media/image20.png"/><Relationship Id="rId108" Type="http://schemas.openxmlformats.org/officeDocument/2006/relationships/customXml" Target="../ink/ink55.xml"/><Relationship Id="rId129" Type="http://schemas.openxmlformats.org/officeDocument/2006/relationships/image" Target="../media/image68.png"/><Relationship Id="rId54" Type="http://schemas.openxmlformats.org/officeDocument/2006/relationships/customXml" Target="../ink/ink28.xml"/><Relationship Id="rId75" Type="http://schemas.openxmlformats.org/officeDocument/2006/relationships/image" Target="../media/image41.png"/><Relationship Id="rId96" Type="http://schemas.openxmlformats.org/officeDocument/2006/relationships/customXml" Target="../ink/ink49.xml"/><Relationship Id="rId140" Type="http://schemas.openxmlformats.org/officeDocument/2006/relationships/customXml" Target="../ink/ink71.xml"/><Relationship Id="rId161" Type="http://schemas.openxmlformats.org/officeDocument/2006/relationships/image" Target="../media/image84.png"/><Relationship Id="rId182" Type="http://schemas.openxmlformats.org/officeDocument/2006/relationships/customXml" Target="../ink/ink92.xml"/><Relationship Id="rId217" Type="http://schemas.openxmlformats.org/officeDocument/2006/relationships/image" Target="../media/image112.png"/><Relationship Id="rId6" Type="http://schemas.openxmlformats.org/officeDocument/2006/relationships/customXml" Target="../ink/ink4.xml"/><Relationship Id="rId23" Type="http://schemas.openxmlformats.org/officeDocument/2006/relationships/image" Target="../media/image15.png"/><Relationship Id="rId119" Type="http://schemas.openxmlformats.org/officeDocument/2006/relationships/image" Target="../media/image63.png"/><Relationship Id="rId44" Type="http://schemas.openxmlformats.org/officeDocument/2006/relationships/customXml" Target="../ink/ink23.xml"/><Relationship Id="rId65" Type="http://schemas.openxmlformats.org/officeDocument/2006/relationships/image" Target="../media/image36.png"/><Relationship Id="rId86" Type="http://schemas.openxmlformats.org/officeDocument/2006/relationships/customXml" Target="../ink/ink44.xml"/><Relationship Id="rId130" Type="http://schemas.openxmlformats.org/officeDocument/2006/relationships/customXml" Target="../ink/ink66.xml"/><Relationship Id="rId151" Type="http://schemas.openxmlformats.org/officeDocument/2006/relationships/image" Target="../media/image79.png"/><Relationship Id="rId172" Type="http://schemas.openxmlformats.org/officeDocument/2006/relationships/customXml" Target="../ink/ink87.xml"/><Relationship Id="rId193" Type="http://schemas.openxmlformats.org/officeDocument/2006/relationships/image" Target="../media/image100.png"/><Relationship Id="rId207" Type="http://schemas.openxmlformats.org/officeDocument/2006/relationships/image" Target="../media/image107.png"/><Relationship Id="rId13" Type="http://schemas.openxmlformats.org/officeDocument/2006/relationships/image" Target="../media/image10.png"/><Relationship Id="rId109" Type="http://schemas.openxmlformats.org/officeDocument/2006/relationships/image" Target="../media/image58.png"/><Relationship Id="rId34" Type="http://schemas.openxmlformats.org/officeDocument/2006/relationships/customXml" Target="../ink/ink18.xml"/><Relationship Id="rId55" Type="http://schemas.openxmlformats.org/officeDocument/2006/relationships/image" Target="../media/image31.png"/><Relationship Id="rId76" Type="http://schemas.openxmlformats.org/officeDocument/2006/relationships/customXml" Target="../ink/ink39.xml"/><Relationship Id="rId97" Type="http://schemas.openxmlformats.org/officeDocument/2006/relationships/image" Target="../media/image52.png"/><Relationship Id="rId120" Type="http://schemas.openxmlformats.org/officeDocument/2006/relationships/customXml" Target="../ink/ink61.xml"/><Relationship Id="rId141" Type="http://schemas.openxmlformats.org/officeDocument/2006/relationships/image" Target="../media/image74.png"/><Relationship Id="rId7" Type="http://schemas.openxmlformats.org/officeDocument/2006/relationships/image" Target="../media/image7.png"/><Relationship Id="rId162" Type="http://schemas.openxmlformats.org/officeDocument/2006/relationships/customXml" Target="../ink/ink82.xml"/><Relationship Id="rId183" Type="http://schemas.openxmlformats.org/officeDocument/2006/relationships/image" Target="../media/image95.png"/><Relationship Id="rId218" Type="http://schemas.openxmlformats.org/officeDocument/2006/relationships/customXml" Target="../ink/ink110.xml"/><Relationship Id="rId24" Type="http://schemas.openxmlformats.org/officeDocument/2006/relationships/customXml" Target="../ink/ink13.xml"/><Relationship Id="rId45" Type="http://schemas.openxmlformats.org/officeDocument/2006/relationships/image" Target="../media/image26.png"/><Relationship Id="rId66" Type="http://schemas.openxmlformats.org/officeDocument/2006/relationships/customXml" Target="../ink/ink34.xml"/><Relationship Id="rId87" Type="http://schemas.openxmlformats.org/officeDocument/2006/relationships/image" Target="../media/image47.png"/><Relationship Id="rId110" Type="http://schemas.openxmlformats.org/officeDocument/2006/relationships/customXml" Target="../ink/ink56.xml"/><Relationship Id="rId131" Type="http://schemas.openxmlformats.org/officeDocument/2006/relationships/image" Target="../media/image69.png"/><Relationship Id="rId152" Type="http://schemas.openxmlformats.org/officeDocument/2006/relationships/customXml" Target="../ink/ink77.xml"/><Relationship Id="rId173" Type="http://schemas.openxmlformats.org/officeDocument/2006/relationships/image" Target="../media/image90.png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14" Type="http://schemas.openxmlformats.org/officeDocument/2006/relationships/customXml" Target="../ink/ink8.xml"/><Relationship Id="rId35" Type="http://schemas.openxmlformats.org/officeDocument/2006/relationships/image" Target="../media/image21.png"/><Relationship Id="rId56" Type="http://schemas.openxmlformats.org/officeDocument/2006/relationships/customXml" Target="../ink/ink29.xml"/><Relationship Id="rId77" Type="http://schemas.openxmlformats.org/officeDocument/2006/relationships/image" Target="../media/image42.png"/><Relationship Id="rId100" Type="http://schemas.openxmlformats.org/officeDocument/2006/relationships/customXml" Target="../ink/ink51.xml"/><Relationship Id="rId8" Type="http://schemas.openxmlformats.org/officeDocument/2006/relationships/customXml" Target="../ink/ink5.xml"/><Relationship Id="rId51" Type="http://schemas.openxmlformats.org/officeDocument/2006/relationships/image" Target="../media/image29.png"/><Relationship Id="rId72" Type="http://schemas.openxmlformats.org/officeDocument/2006/relationships/customXml" Target="../ink/ink37.xml"/><Relationship Id="rId93" Type="http://schemas.openxmlformats.org/officeDocument/2006/relationships/image" Target="../media/image50.png"/><Relationship Id="rId98" Type="http://schemas.openxmlformats.org/officeDocument/2006/relationships/customXml" Target="../ink/ink50.xml"/><Relationship Id="rId121" Type="http://schemas.openxmlformats.org/officeDocument/2006/relationships/image" Target="../media/image64.png"/><Relationship Id="rId142" Type="http://schemas.openxmlformats.org/officeDocument/2006/relationships/customXml" Target="../ink/ink72.xml"/><Relationship Id="rId163" Type="http://schemas.openxmlformats.org/officeDocument/2006/relationships/image" Target="../media/image85.png"/><Relationship Id="rId184" Type="http://schemas.openxmlformats.org/officeDocument/2006/relationships/customXml" Target="../ink/ink93.xml"/><Relationship Id="rId189" Type="http://schemas.openxmlformats.org/officeDocument/2006/relationships/image" Target="../media/image98.png"/><Relationship Id="rId219" Type="http://schemas.openxmlformats.org/officeDocument/2006/relationships/image" Target="../media/image113.png"/><Relationship Id="rId3" Type="http://schemas.openxmlformats.org/officeDocument/2006/relationships/image" Target="../media/image5.png"/><Relationship Id="rId214" Type="http://schemas.openxmlformats.org/officeDocument/2006/relationships/customXml" Target="../ink/ink108.xml"/><Relationship Id="rId25" Type="http://schemas.openxmlformats.org/officeDocument/2006/relationships/image" Target="../media/image16.png"/><Relationship Id="rId46" Type="http://schemas.openxmlformats.org/officeDocument/2006/relationships/customXml" Target="../ink/ink24.xml"/><Relationship Id="rId67" Type="http://schemas.openxmlformats.org/officeDocument/2006/relationships/image" Target="../media/image37.png"/><Relationship Id="rId116" Type="http://schemas.openxmlformats.org/officeDocument/2006/relationships/customXml" Target="../ink/ink59.xml"/><Relationship Id="rId137" Type="http://schemas.openxmlformats.org/officeDocument/2006/relationships/image" Target="../media/image72.png"/><Relationship Id="rId158" Type="http://schemas.openxmlformats.org/officeDocument/2006/relationships/customXml" Target="../ink/ink80.xml"/><Relationship Id="rId20" Type="http://schemas.openxmlformats.org/officeDocument/2006/relationships/customXml" Target="../ink/ink11.xml"/><Relationship Id="rId41" Type="http://schemas.openxmlformats.org/officeDocument/2006/relationships/image" Target="../media/image24.png"/><Relationship Id="rId62" Type="http://schemas.openxmlformats.org/officeDocument/2006/relationships/customXml" Target="../ink/ink32.xml"/><Relationship Id="rId83" Type="http://schemas.openxmlformats.org/officeDocument/2006/relationships/image" Target="../media/image45.png"/><Relationship Id="rId88" Type="http://schemas.openxmlformats.org/officeDocument/2006/relationships/customXml" Target="../ink/ink45.xml"/><Relationship Id="rId111" Type="http://schemas.openxmlformats.org/officeDocument/2006/relationships/image" Target="../media/image59.png"/><Relationship Id="rId132" Type="http://schemas.openxmlformats.org/officeDocument/2006/relationships/customXml" Target="../ink/ink67.xml"/><Relationship Id="rId153" Type="http://schemas.openxmlformats.org/officeDocument/2006/relationships/image" Target="../media/image80.png"/><Relationship Id="rId174" Type="http://schemas.openxmlformats.org/officeDocument/2006/relationships/customXml" Target="../ink/ink88.xml"/><Relationship Id="rId179" Type="http://schemas.openxmlformats.org/officeDocument/2006/relationships/image" Target="../media/image93.png"/><Relationship Id="rId195" Type="http://schemas.openxmlformats.org/officeDocument/2006/relationships/image" Target="../media/image101.png"/><Relationship Id="rId209" Type="http://schemas.openxmlformats.org/officeDocument/2006/relationships/image" Target="../media/image108.png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20" Type="http://schemas.openxmlformats.org/officeDocument/2006/relationships/customXml" Target="../ink/ink111.xml"/><Relationship Id="rId15" Type="http://schemas.openxmlformats.org/officeDocument/2006/relationships/image" Target="../media/image11.png"/><Relationship Id="rId36" Type="http://schemas.openxmlformats.org/officeDocument/2006/relationships/customXml" Target="../ink/ink19.xml"/><Relationship Id="rId57" Type="http://schemas.openxmlformats.org/officeDocument/2006/relationships/image" Target="../media/image32.png"/><Relationship Id="rId106" Type="http://schemas.openxmlformats.org/officeDocument/2006/relationships/customXml" Target="../ink/ink54.xml"/><Relationship Id="rId127" Type="http://schemas.openxmlformats.org/officeDocument/2006/relationships/image" Target="../media/image67.png"/><Relationship Id="rId10" Type="http://schemas.openxmlformats.org/officeDocument/2006/relationships/customXml" Target="../ink/ink6.xml"/><Relationship Id="rId31" Type="http://schemas.openxmlformats.org/officeDocument/2006/relationships/image" Target="../media/image19.png"/><Relationship Id="rId52" Type="http://schemas.openxmlformats.org/officeDocument/2006/relationships/customXml" Target="../ink/ink27.xml"/><Relationship Id="rId73" Type="http://schemas.openxmlformats.org/officeDocument/2006/relationships/image" Target="../media/image40.png"/><Relationship Id="rId78" Type="http://schemas.openxmlformats.org/officeDocument/2006/relationships/customXml" Target="../ink/ink40.xml"/><Relationship Id="rId94" Type="http://schemas.openxmlformats.org/officeDocument/2006/relationships/customXml" Target="../ink/ink48.xml"/><Relationship Id="rId99" Type="http://schemas.openxmlformats.org/officeDocument/2006/relationships/image" Target="../media/image53.png"/><Relationship Id="rId101" Type="http://schemas.openxmlformats.org/officeDocument/2006/relationships/image" Target="../media/image54.png"/><Relationship Id="rId122" Type="http://schemas.openxmlformats.org/officeDocument/2006/relationships/customXml" Target="../ink/ink62.xml"/><Relationship Id="rId143" Type="http://schemas.openxmlformats.org/officeDocument/2006/relationships/image" Target="../media/image75.png"/><Relationship Id="rId148" Type="http://schemas.openxmlformats.org/officeDocument/2006/relationships/customXml" Target="../ink/ink75.xml"/><Relationship Id="rId164" Type="http://schemas.openxmlformats.org/officeDocument/2006/relationships/customXml" Target="../ink/ink83.xml"/><Relationship Id="rId169" Type="http://schemas.openxmlformats.org/officeDocument/2006/relationships/image" Target="../media/image88.png"/><Relationship Id="rId185" Type="http://schemas.openxmlformats.org/officeDocument/2006/relationships/image" Target="../media/image96.png"/><Relationship Id="rId4" Type="http://schemas.openxmlformats.org/officeDocument/2006/relationships/customXml" Target="../ink/ink3.xml"/><Relationship Id="rId9" Type="http://schemas.openxmlformats.org/officeDocument/2006/relationships/image" Target="../media/image8.png"/><Relationship Id="rId180" Type="http://schemas.openxmlformats.org/officeDocument/2006/relationships/customXml" Target="../ink/ink91.xml"/><Relationship Id="rId210" Type="http://schemas.openxmlformats.org/officeDocument/2006/relationships/customXml" Target="../ink/ink106.xml"/><Relationship Id="rId215" Type="http://schemas.openxmlformats.org/officeDocument/2006/relationships/image" Target="../media/image111.png"/><Relationship Id="rId26" Type="http://schemas.openxmlformats.org/officeDocument/2006/relationships/customXml" Target="../ink/ink14.xml"/><Relationship Id="rId47" Type="http://schemas.openxmlformats.org/officeDocument/2006/relationships/image" Target="../media/image27.png"/><Relationship Id="rId68" Type="http://schemas.openxmlformats.org/officeDocument/2006/relationships/customXml" Target="../ink/ink35.xml"/><Relationship Id="rId89" Type="http://schemas.openxmlformats.org/officeDocument/2006/relationships/image" Target="../media/image48.png"/><Relationship Id="rId112" Type="http://schemas.openxmlformats.org/officeDocument/2006/relationships/customXml" Target="../ink/ink57.xml"/><Relationship Id="rId133" Type="http://schemas.openxmlformats.org/officeDocument/2006/relationships/image" Target="../media/image70.png"/><Relationship Id="rId154" Type="http://schemas.openxmlformats.org/officeDocument/2006/relationships/customXml" Target="../ink/ink78.xml"/><Relationship Id="rId175" Type="http://schemas.openxmlformats.org/officeDocument/2006/relationships/image" Target="../media/image91.png"/><Relationship Id="rId196" Type="http://schemas.openxmlformats.org/officeDocument/2006/relationships/customXml" Target="../ink/ink99.xml"/><Relationship Id="rId200" Type="http://schemas.openxmlformats.org/officeDocument/2006/relationships/customXml" Target="../ink/ink101.xml"/><Relationship Id="rId16" Type="http://schemas.openxmlformats.org/officeDocument/2006/relationships/customXml" Target="../ink/ink9.xml"/><Relationship Id="rId221" Type="http://schemas.openxmlformats.org/officeDocument/2006/relationships/image" Target="../media/image114.png"/><Relationship Id="rId37" Type="http://schemas.openxmlformats.org/officeDocument/2006/relationships/image" Target="../media/image22.png"/><Relationship Id="rId58" Type="http://schemas.openxmlformats.org/officeDocument/2006/relationships/customXml" Target="../ink/ink30.xml"/><Relationship Id="rId79" Type="http://schemas.openxmlformats.org/officeDocument/2006/relationships/image" Target="../media/image43.png"/><Relationship Id="rId102" Type="http://schemas.openxmlformats.org/officeDocument/2006/relationships/customXml" Target="../ink/ink52.xml"/><Relationship Id="rId123" Type="http://schemas.openxmlformats.org/officeDocument/2006/relationships/image" Target="../media/image65.png"/><Relationship Id="rId144" Type="http://schemas.openxmlformats.org/officeDocument/2006/relationships/customXml" Target="../ink/ink73.xml"/><Relationship Id="rId90" Type="http://schemas.openxmlformats.org/officeDocument/2006/relationships/customXml" Target="../ink/ink46.xml"/><Relationship Id="rId165" Type="http://schemas.openxmlformats.org/officeDocument/2006/relationships/image" Target="../media/image86.png"/><Relationship Id="rId186" Type="http://schemas.openxmlformats.org/officeDocument/2006/relationships/customXml" Target="../ink/ink94.xml"/><Relationship Id="rId211" Type="http://schemas.openxmlformats.org/officeDocument/2006/relationships/image" Target="../media/image109.png"/><Relationship Id="rId27" Type="http://schemas.openxmlformats.org/officeDocument/2006/relationships/image" Target="../media/image17.png"/><Relationship Id="rId48" Type="http://schemas.openxmlformats.org/officeDocument/2006/relationships/customXml" Target="../ink/ink25.xml"/><Relationship Id="rId69" Type="http://schemas.openxmlformats.org/officeDocument/2006/relationships/image" Target="../media/image38.png"/><Relationship Id="rId113" Type="http://schemas.openxmlformats.org/officeDocument/2006/relationships/image" Target="../media/image60.png"/><Relationship Id="rId134" Type="http://schemas.openxmlformats.org/officeDocument/2006/relationships/customXml" Target="../ink/ink68.xml"/><Relationship Id="rId80" Type="http://schemas.openxmlformats.org/officeDocument/2006/relationships/customXml" Target="../ink/ink41.xml"/><Relationship Id="rId155" Type="http://schemas.openxmlformats.org/officeDocument/2006/relationships/image" Target="../media/image81.png"/><Relationship Id="rId176" Type="http://schemas.openxmlformats.org/officeDocument/2006/relationships/customXml" Target="../ink/ink89.xml"/><Relationship Id="rId197" Type="http://schemas.openxmlformats.org/officeDocument/2006/relationships/image" Target="../media/image102.png"/><Relationship Id="rId201" Type="http://schemas.openxmlformats.org/officeDocument/2006/relationships/image" Target="../media/image104.png"/><Relationship Id="rId222" Type="http://schemas.openxmlformats.org/officeDocument/2006/relationships/customXml" Target="../ink/ink112.xml"/><Relationship Id="rId17" Type="http://schemas.openxmlformats.org/officeDocument/2006/relationships/image" Target="../media/image12.png"/><Relationship Id="rId38" Type="http://schemas.openxmlformats.org/officeDocument/2006/relationships/customXml" Target="../ink/ink20.xml"/><Relationship Id="rId59" Type="http://schemas.openxmlformats.org/officeDocument/2006/relationships/image" Target="../media/image33.png"/><Relationship Id="rId103" Type="http://schemas.openxmlformats.org/officeDocument/2006/relationships/image" Target="../media/image55.png"/><Relationship Id="rId124" Type="http://schemas.openxmlformats.org/officeDocument/2006/relationships/customXml" Target="../ink/ink63.xml"/><Relationship Id="rId70" Type="http://schemas.openxmlformats.org/officeDocument/2006/relationships/customXml" Target="../ink/ink36.xml"/><Relationship Id="rId91" Type="http://schemas.openxmlformats.org/officeDocument/2006/relationships/image" Target="../media/image49.png"/><Relationship Id="rId145" Type="http://schemas.openxmlformats.org/officeDocument/2006/relationships/image" Target="../media/image76.png"/><Relationship Id="rId166" Type="http://schemas.openxmlformats.org/officeDocument/2006/relationships/customXml" Target="../ink/ink84.xml"/><Relationship Id="rId187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7.xml"/><Relationship Id="rId28" Type="http://schemas.openxmlformats.org/officeDocument/2006/relationships/customXml" Target="../ink/ink15.xml"/><Relationship Id="rId49" Type="http://schemas.openxmlformats.org/officeDocument/2006/relationships/image" Target="../media/image28.png"/><Relationship Id="rId114" Type="http://schemas.openxmlformats.org/officeDocument/2006/relationships/customXml" Target="../ink/ink58.xml"/><Relationship Id="rId60" Type="http://schemas.openxmlformats.org/officeDocument/2006/relationships/customXml" Target="../ink/ink31.xml"/><Relationship Id="rId81" Type="http://schemas.openxmlformats.org/officeDocument/2006/relationships/image" Target="../media/image44.png"/><Relationship Id="rId135" Type="http://schemas.openxmlformats.org/officeDocument/2006/relationships/image" Target="../media/image71.png"/><Relationship Id="rId156" Type="http://schemas.openxmlformats.org/officeDocument/2006/relationships/customXml" Target="../ink/ink79.xml"/><Relationship Id="rId177" Type="http://schemas.openxmlformats.org/officeDocument/2006/relationships/image" Target="../media/image92.png"/><Relationship Id="rId198" Type="http://schemas.openxmlformats.org/officeDocument/2006/relationships/customXml" Target="../ink/ink100.xml"/><Relationship Id="rId202" Type="http://schemas.openxmlformats.org/officeDocument/2006/relationships/customXml" Target="../ink/ink102.xml"/><Relationship Id="rId223" Type="http://schemas.openxmlformats.org/officeDocument/2006/relationships/image" Target="../media/image115.png"/><Relationship Id="rId18" Type="http://schemas.openxmlformats.org/officeDocument/2006/relationships/customXml" Target="../ink/ink10.xml"/><Relationship Id="rId39" Type="http://schemas.openxmlformats.org/officeDocument/2006/relationships/image" Target="../media/image23.png"/><Relationship Id="rId50" Type="http://schemas.openxmlformats.org/officeDocument/2006/relationships/customXml" Target="../ink/ink26.xml"/><Relationship Id="rId104" Type="http://schemas.openxmlformats.org/officeDocument/2006/relationships/customXml" Target="../ink/ink53.xml"/><Relationship Id="rId125" Type="http://schemas.openxmlformats.org/officeDocument/2006/relationships/image" Target="../media/image66.png"/><Relationship Id="rId146" Type="http://schemas.openxmlformats.org/officeDocument/2006/relationships/customXml" Target="../ink/ink74.xml"/><Relationship Id="rId167" Type="http://schemas.openxmlformats.org/officeDocument/2006/relationships/image" Target="../media/image87.png"/><Relationship Id="rId188" Type="http://schemas.openxmlformats.org/officeDocument/2006/relationships/customXml" Target="../ink/ink95.xml"/><Relationship Id="rId71" Type="http://schemas.openxmlformats.org/officeDocument/2006/relationships/image" Target="../media/image39.png"/><Relationship Id="rId92" Type="http://schemas.openxmlformats.org/officeDocument/2006/relationships/customXml" Target="../ink/ink47.xml"/><Relationship Id="rId213" Type="http://schemas.openxmlformats.org/officeDocument/2006/relationships/image" Target="../media/image110.png"/><Relationship Id="rId2" Type="http://schemas.openxmlformats.org/officeDocument/2006/relationships/customXml" Target="../ink/ink2.xml"/><Relationship Id="rId29" Type="http://schemas.openxmlformats.org/officeDocument/2006/relationships/image" Target="../media/image18.png"/><Relationship Id="rId40" Type="http://schemas.openxmlformats.org/officeDocument/2006/relationships/customXml" Target="../ink/ink21.xml"/><Relationship Id="rId115" Type="http://schemas.openxmlformats.org/officeDocument/2006/relationships/image" Target="../media/image61.png"/><Relationship Id="rId136" Type="http://schemas.openxmlformats.org/officeDocument/2006/relationships/customXml" Target="../ink/ink69.xml"/><Relationship Id="rId157" Type="http://schemas.openxmlformats.org/officeDocument/2006/relationships/image" Target="../media/image82.png"/><Relationship Id="rId178" Type="http://schemas.openxmlformats.org/officeDocument/2006/relationships/customXml" Target="../ink/ink90.xml"/><Relationship Id="rId61" Type="http://schemas.openxmlformats.org/officeDocument/2006/relationships/image" Target="../media/image34.png"/><Relationship Id="rId82" Type="http://schemas.openxmlformats.org/officeDocument/2006/relationships/customXml" Target="../ink/ink42.xml"/><Relationship Id="rId199" Type="http://schemas.openxmlformats.org/officeDocument/2006/relationships/image" Target="../media/image103.png"/><Relationship Id="rId203" Type="http://schemas.openxmlformats.org/officeDocument/2006/relationships/image" Target="../media/image105.png"/><Relationship Id="rId19" Type="http://schemas.openxmlformats.org/officeDocument/2006/relationships/image" Target="../media/image13.png"/><Relationship Id="rId30" Type="http://schemas.openxmlformats.org/officeDocument/2006/relationships/customXml" Target="../ink/ink16.xml"/><Relationship Id="rId105" Type="http://schemas.openxmlformats.org/officeDocument/2006/relationships/image" Target="../media/image56.png"/><Relationship Id="rId126" Type="http://schemas.openxmlformats.org/officeDocument/2006/relationships/customXml" Target="../ink/ink64.xml"/><Relationship Id="rId147" Type="http://schemas.openxmlformats.org/officeDocument/2006/relationships/image" Target="../media/image77.png"/><Relationship Id="rId168" Type="http://schemas.openxmlformats.org/officeDocument/2006/relationships/customXml" Target="../ink/ink8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3" Type="http://schemas.openxmlformats.org/officeDocument/2006/relationships/image" Target="../media/image1321.png"/><Relationship Id="rId2" Type="http://schemas.openxmlformats.org/officeDocument/2006/relationships/customXml" Target="../ink/ink113.xml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114.xml"/><Relationship Id="rId31" Type="http://schemas.openxmlformats.org/officeDocument/2006/relationships/image" Target="../media/image13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7.png"/><Relationship Id="rId4" Type="http://schemas.openxmlformats.org/officeDocument/2006/relationships/hyperlink" Target="http://www.dribbble.com/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jpeg"/><Relationship Id="rId3" Type="http://schemas.openxmlformats.org/officeDocument/2006/relationships/image" Target="../media/image128.jpeg"/><Relationship Id="rId7" Type="http://schemas.openxmlformats.org/officeDocument/2006/relationships/image" Target="../media/image13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1.tiff"/><Relationship Id="rId5" Type="http://schemas.openxmlformats.org/officeDocument/2006/relationships/image" Target="../media/image130.tiff"/><Relationship Id="rId4" Type="http://schemas.openxmlformats.org/officeDocument/2006/relationships/image" Target="../media/image129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10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453886" y="134076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453886" y="309649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453886" y="485221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4118572" y="1593781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Building Object Page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4118572" y="3349500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Enhance Facets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4118572" y="5105223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Configure Layout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10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9E8C-444D-5436-F3E1-CBE9D1CC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324D81-42F2-E18B-71E0-01570C899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72" y="784925"/>
            <a:ext cx="10558909" cy="54497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393B5E-8459-2FA4-34B0-FB69B196BC1C}"/>
              </a:ext>
            </a:extLst>
          </p:cNvPr>
          <p:cNvSpPr/>
          <p:nvPr/>
        </p:nvSpPr>
        <p:spPr>
          <a:xfrm>
            <a:off x="549796" y="1900673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Additional info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9C88F-E434-61BF-6983-D7A6A50713C3}"/>
              </a:ext>
            </a:extLst>
          </p:cNvPr>
          <p:cNvSpPr/>
          <p:nvPr/>
        </p:nvSpPr>
        <p:spPr>
          <a:xfrm>
            <a:off x="2926060" y="1900673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Items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3B152BD-8207-F565-E21B-CDC86B8187E6}"/>
              </a:ext>
            </a:extLst>
          </p:cNvPr>
          <p:cNvSpPr/>
          <p:nvPr/>
        </p:nvSpPr>
        <p:spPr>
          <a:xfrm>
            <a:off x="5086300" y="1700808"/>
            <a:ext cx="576064" cy="5599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B8EC4-E833-4246-AB23-FAD41FAFDDAB}"/>
              </a:ext>
            </a:extLst>
          </p:cNvPr>
          <p:cNvSpPr txBox="1"/>
          <p:nvPr/>
        </p:nvSpPr>
        <p:spPr>
          <a:xfrm>
            <a:off x="5734372" y="170080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Facets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1DB03-E6EC-66D7-82F5-DFBE23E2880F}"/>
              </a:ext>
            </a:extLst>
          </p:cNvPr>
          <p:cNvSpPr/>
          <p:nvPr/>
        </p:nvSpPr>
        <p:spPr>
          <a:xfrm>
            <a:off x="562159" y="2420888"/>
            <a:ext cx="10225136" cy="2274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Collection Facets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5C74ED-4AE5-5BFF-EE37-52D961A8D36E}"/>
              </a:ext>
            </a:extLst>
          </p:cNvPr>
          <p:cNvSpPr/>
          <p:nvPr/>
        </p:nvSpPr>
        <p:spPr>
          <a:xfrm>
            <a:off x="647300" y="2971794"/>
            <a:ext cx="3240360" cy="16265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Identification</a:t>
            </a:r>
          </a:p>
          <a:p>
            <a:pPr algn="ctr"/>
            <a:r>
              <a:rPr lang="en-IN" dirty="0"/>
              <a:t>(only 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88168-5234-6F3F-166C-F6A055531DDC}"/>
              </a:ext>
            </a:extLst>
          </p:cNvPr>
          <p:cNvSpPr/>
          <p:nvPr/>
        </p:nvSpPr>
        <p:spPr>
          <a:xfrm>
            <a:off x="3993046" y="3039343"/>
            <a:ext cx="3240360" cy="151216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Field Group</a:t>
            </a:r>
          </a:p>
          <a:p>
            <a:pPr algn="ctr"/>
            <a:r>
              <a:rPr lang="en-IN" dirty="0"/>
              <a:t>Spiderman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F1B4E-0886-AFB7-5AE7-B7790FC12961}"/>
              </a:ext>
            </a:extLst>
          </p:cNvPr>
          <p:cNvSpPr/>
          <p:nvPr/>
        </p:nvSpPr>
        <p:spPr>
          <a:xfrm>
            <a:off x="7398868" y="3021861"/>
            <a:ext cx="3240360" cy="151216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Field Group</a:t>
            </a:r>
          </a:p>
          <a:p>
            <a:pPr algn="ctr"/>
            <a:r>
              <a:rPr lang="en-IN" dirty="0"/>
              <a:t>Superman</a:t>
            </a:r>
          </a:p>
        </p:txBody>
      </p:sp>
    </p:spTree>
    <p:extLst>
      <p:ext uri="{BB962C8B-B14F-4D97-AF65-F5344CB8AC3E}">
        <p14:creationId xmlns:p14="http://schemas.microsoft.com/office/powerpoint/2010/main" val="369143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14:cNvPr>
              <p14:cNvContentPartPr/>
              <p14:nvPr/>
            </p14:nvContentPartPr>
            <p14:xfrm>
              <a:off x="1216914" y="318487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914" y="316723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049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424649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DFE4-7265-DD92-600B-BC38961D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AD97CC8-C0C7-0DEC-B432-2E15D56494B4}"/>
                  </a:ext>
                </a:extLst>
              </p14:cNvPr>
              <p14:cNvContentPartPr/>
              <p14:nvPr/>
            </p14:nvContentPartPr>
            <p14:xfrm>
              <a:off x="2699428" y="4718372"/>
              <a:ext cx="552600" cy="414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AD97CC8-C0C7-0DEC-B432-2E15D56494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90428" y="4709372"/>
                <a:ext cx="5702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A8DF011-8CC5-2C82-21AA-F50B0AA34CD0}"/>
                  </a:ext>
                </a:extLst>
              </p14:cNvPr>
              <p14:cNvContentPartPr/>
              <p14:nvPr/>
            </p14:nvContentPartPr>
            <p14:xfrm>
              <a:off x="6550348" y="3597332"/>
              <a:ext cx="630000" cy="46908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A8DF011-8CC5-2C82-21AA-F50B0AA34C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1708" y="3588332"/>
                <a:ext cx="64764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9E12F4-66A6-21C6-F7CA-2AD87968193A}"/>
                  </a:ext>
                </a:extLst>
              </p14:cNvPr>
              <p14:cNvContentPartPr/>
              <p14:nvPr/>
            </p14:nvContentPartPr>
            <p14:xfrm>
              <a:off x="774868" y="2570612"/>
              <a:ext cx="3805560" cy="1297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9E12F4-66A6-21C6-F7CA-2AD8796819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5868" y="2561612"/>
                <a:ext cx="3823200" cy="13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1344E37-5759-DD7A-4D40-8CC5CBA59799}"/>
                  </a:ext>
                </a:extLst>
              </p14:cNvPr>
              <p14:cNvContentPartPr/>
              <p14:nvPr/>
            </p14:nvContentPartPr>
            <p14:xfrm>
              <a:off x="1431508" y="3533612"/>
              <a:ext cx="429480" cy="570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1344E37-5759-DD7A-4D40-8CC5CBA5979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2868" y="3524972"/>
                <a:ext cx="447120" cy="58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F17908A-98CA-EA75-57BE-AFA79070A468}"/>
                  </a:ext>
                </a:extLst>
              </p14:cNvPr>
              <p14:cNvContentPartPr/>
              <p14:nvPr/>
            </p14:nvContentPartPr>
            <p14:xfrm>
              <a:off x="2655868" y="3616772"/>
              <a:ext cx="564840" cy="474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F17908A-98CA-EA75-57BE-AFA79070A4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47228" y="3608132"/>
                <a:ext cx="58248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ABF9FC-87FF-1DE5-8593-CFD308088F19}"/>
                  </a:ext>
                </a:extLst>
              </p14:cNvPr>
              <p14:cNvContentPartPr/>
              <p14:nvPr/>
            </p14:nvContentPartPr>
            <p14:xfrm>
              <a:off x="2609788" y="2880932"/>
              <a:ext cx="556920" cy="384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ABF9FC-87FF-1DE5-8593-CFD308088F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01148" y="2871932"/>
                <a:ext cx="5745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51F181-4C5D-C88B-4D2F-240402CF7A1F}"/>
                  </a:ext>
                </a:extLst>
              </p14:cNvPr>
              <p14:cNvContentPartPr/>
              <p14:nvPr/>
            </p14:nvContentPartPr>
            <p14:xfrm>
              <a:off x="1637428" y="2883092"/>
              <a:ext cx="691200" cy="399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51F181-4C5D-C88B-4D2F-240402CF7A1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28788" y="2874452"/>
                <a:ext cx="70884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F148A3-BC7E-4155-3179-F6E737902692}"/>
                  </a:ext>
                </a:extLst>
              </p14:cNvPr>
              <p14:cNvContentPartPr/>
              <p14:nvPr/>
            </p14:nvContentPartPr>
            <p14:xfrm>
              <a:off x="1382188" y="2718572"/>
              <a:ext cx="347760" cy="77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F148A3-BC7E-4155-3179-F6E73790269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73548" y="2709932"/>
                <a:ext cx="3654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1DF53FB-1B30-F391-C9B5-D207755C6D7C}"/>
                  </a:ext>
                </a:extLst>
              </p14:cNvPr>
              <p14:cNvContentPartPr/>
              <p14:nvPr/>
            </p14:nvContentPartPr>
            <p14:xfrm>
              <a:off x="3662428" y="1221692"/>
              <a:ext cx="910440" cy="1326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1DF53FB-1B30-F391-C9B5-D207755C6D7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53428" y="1213052"/>
                <a:ext cx="928080" cy="13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A63D4DF-C0EA-D33D-4FCA-FBD7BF2AB4E3}"/>
                  </a:ext>
                </a:extLst>
              </p14:cNvPr>
              <p14:cNvContentPartPr/>
              <p14:nvPr/>
            </p14:nvContentPartPr>
            <p14:xfrm>
              <a:off x="4039348" y="2321132"/>
              <a:ext cx="126360" cy="112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A63D4DF-C0EA-D33D-4FCA-FBD7BF2AB4E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30348" y="2312132"/>
                <a:ext cx="1440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8123F21-3BE9-A747-D605-3F6FB91AAB80}"/>
                  </a:ext>
                </a:extLst>
              </p14:cNvPr>
              <p14:cNvContentPartPr/>
              <p14:nvPr/>
            </p14:nvContentPartPr>
            <p14:xfrm>
              <a:off x="2453548" y="1406012"/>
              <a:ext cx="137160" cy="311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8123F21-3BE9-A747-D605-3F6FB91AAB8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44548" y="1397012"/>
                <a:ext cx="15480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BE3CED-0B6D-66E8-CCE0-F934A134A33B}"/>
                  </a:ext>
                </a:extLst>
              </p14:cNvPr>
              <p14:cNvContentPartPr/>
              <p14:nvPr/>
            </p14:nvContentPartPr>
            <p14:xfrm>
              <a:off x="2665948" y="1552532"/>
              <a:ext cx="216000" cy="136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BE3CED-0B6D-66E8-CCE0-F934A134A33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56948" y="1543892"/>
                <a:ext cx="23364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B37F9B6-900B-A3E8-0394-533A09FBB517}"/>
                  </a:ext>
                </a:extLst>
              </p14:cNvPr>
              <p14:cNvContentPartPr/>
              <p14:nvPr/>
            </p14:nvContentPartPr>
            <p14:xfrm>
              <a:off x="2978428" y="1547132"/>
              <a:ext cx="195120" cy="109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B37F9B6-900B-A3E8-0394-533A09FBB51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969788" y="1538132"/>
                <a:ext cx="2127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9E11026-C54B-7A79-D159-B7B5AB2B209A}"/>
                  </a:ext>
                </a:extLst>
              </p14:cNvPr>
              <p14:cNvContentPartPr/>
              <p14:nvPr/>
            </p14:nvContentPartPr>
            <p14:xfrm>
              <a:off x="3177148" y="1456052"/>
              <a:ext cx="6840" cy="43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9E11026-C54B-7A79-D159-B7B5AB2B209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68148" y="1447412"/>
                <a:ext cx="244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532462F-B449-EF96-CB14-93C5E05A8939}"/>
                  </a:ext>
                </a:extLst>
              </p14:cNvPr>
              <p14:cNvContentPartPr/>
              <p14:nvPr/>
            </p14:nvContentPartPr>
            <p14:xfrm>
              <a:off x="3270388" y="1434092"/>
              <a:ext cx="70560" cy="216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532462F-B449-EF96-CB14-93C5E05A893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61388" y="1425452"/>
                <a:ext cx="882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492AC27-B746-649A-595C-9C9C00C04F14}"/>
                  </a:ext>
                </a:extLst>
              </p14:cNvPr>
              <p14:cNvContentPartPr/>
              <p14:nvPr/>
            </p14:nvContentPartPr>
            <p14:xfrm>
              <a:off x="4098028" y="4084772"/>
              <a:ext cx="4816800" cy="73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492AC27-B746-649A-595C-9C9C00C04F1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089388" y="4075772"/>
                <a:ext cx="48344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019A24-717C-D85B-149A-B5B1E1F43522}"/>
                  </a:ext>
                </a:extLst>
              </p14:cNvPr>
              <p14:cNvContentPartPr/>
              <p14:nvPr/>
            </p14:nvContentPartPr>
            <p14:xfrm>
              <a:off x="8836348" y="4023212"/>
              <a:ext cx="173520" cy="1476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019A24-717C-D85B-149A-B5B1E1F4352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27708" y="4014572"/>
                <a:ext cx="1911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44D7943-6CB0-D4BB-24FA-E1462774D8AA}"/>
                  </a:ext>
                </a:extLst>
              </p14:cNvPr>
              <p14:cNvContentPartPr/>
              <p14:nvPr/>
            </p14:nvContentPartPr>
            <p14:xfrm>
              <a:off x="9297508" y="1982012"/>
              <a:ext cx="1859040" cy="1024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44D7943-6CB0-D4BB-24FA-E1462774D8A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288868" y="1973012"/>
                <a:ext cx="1876680" cy="10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18CDF55-363F-6501-F5AD-19C7F8469D08}"/>
                  </a:ext>
                </a:extLst>
              </p14:cNvPr>
              <p14:cNvContentPartPr/>
              <p14:nvPr/>
            </p14:nvContentPartPr>
            <p14:xfrm>
              <a:off x="9863428" y="3032492"/>
              <a:ext cx="129600" cy="217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18CDF55-363F-6501-F5AD-19C7F8469D0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54788" y="3023852"/>
                <a:ext cx="1472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E247090-119D-02D5-8C89-39043E823280}"/>
                  </a:ext>
                </a:extLst>
              </p14:cNvPr>
              <p14:cNvContentPartPr/>
              <p14:nvPr/>
            </p14:nvContentPartPr>
            <p14:xfrm>
              <a:off x="9892228" y="3085052"/>
              <a:ext cx="228600" cy="1792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E247090-119D-02D5-8C89-39043E82328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83588" y="3076412"/>
                <a:ext cx="2462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778E7AE-8718-AF62-9EA5-B013BD75606B}"/>
                  </a:ext>
                </a:extLst>
              </p14:cNvPr>
              <p14:cNvContentPartPr/>
              <p14:nvPr/>
            </p14:nvContentPartPr>
            <p14:xfrm>
              <a:off x="8076748" y="2271092"/>
              <a:ext cx="156600" cy="289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778E7AE-8718-AF62-9EA5-B013BD75606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68108" y="2262092"/>
                <a:ext cx="17424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3F4B62F-0C5A-537E-A086-D5B0C6392568}"/>
                  </a:ext>
                </a:extLst>
              </p14:cNvPr>
              <p14:cNvContentPartPr/>
              <p14:nvPr/>
            </p14:nvContentPartPr>
            <p14:xfrm>
              <a:off x="8328028" y="2394932"/>
              <a:ext cx="246240" cy="157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3F4B62F-0C5A-537E-A086-D5B0C639256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319388" y="2385932"/>
                <a:ext cx="263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E6B86FA-E4FE-FE65-9EA2-6B97B8989066}"/>
                  </a:ext>
                </a:extLst>
              </p14:cNvPr>
              <p14:cNvContentPartPr/>
              <p14:nvPr/>
            </p14:nvContentPartPr>
            <p14:xfrm>
              <a:off x="8656708" y="2398892"/>
              <a:ext cx="158760" cy="1587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E6B86FA-E4FE-FE65-9EA2-6B97B898906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648068" y="2390252"/>
                <a:ext cx="1764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D53950A-B20A-B2E6-4C78-A8A062D5B406}"/>
                  </a:ext>
                </a:extLst>
              </p14:cNvPr>
              <p14:cNvContentPartPr/>
              <p14:nvPr/>
            </p14:nvContentPartPr>
            <p14:xfrm>
              <a:off x="8800708" y="2310692"/>
              <a:ext cx="27360" cy="11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D53950A-B20A-B2E6-4C78-A8A062D5B40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792068" y="2301692"/>
                <a:ext cx="4500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AD41D86-C2DD-6EE1-537A-67CE54CD6968}"/>
                  </a:ext>
                </a:extLst>
              </p14:cNvPr>
              <p14:cNvContentPartPr/>
              <p14:nvPr/>
            </p14:nvContentPartPr>
            <p14:xfrm>
              <a:off x="8867308" y="2335172"/>
              <a:ext cx="38520" cy="249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AD41D86-C2DD-6EE1-537A-67CE54CD696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858668" y="2326172"/>
                <a:ext cx="561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E2452BA-CD88-9536-86C0-31B4860109BC}"/>
                  </a:ext>
                </a:extLst>
              </p14:cNvPr>
              <p14:cNvContentPartPr/>
              <p14:nvPr/>
            </p14:nvContentPartPr>
            <p14:xfrm>
              <a:off x="7636468" y="1538852"/>
              <a:ext cx="817560" cy="423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E2452BA-CD88-9536-86C0-31B4860109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27468" y="1530212"/>
                <a:ext cx="83520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B27FC80-7102-FCE5-AA2A-412851F31790}"/>
                  </a:ext>
                </a:extLst>
              </p14:cNvPr>
              <p14:cNvContentPartPr/>
              <p14:nvPr/>
            </p14:nvContentPartPr>
            <p14:xfrm>
              <a:off x="8623588" y="1229972"/>
              <a:ext cx="174240" cy="2908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B27FC80-7102-FCE5-AA2A-412851F3179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14588" y="1220972"/>
                <a:ext cx="1918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EE40DD3-1F0F-EF09-D9C8-881958779A7C}"/>
                  </a:ext>
                </a:extLst>
              </p14:cNvPr>
              <p14:cNvContentPartPr/>
              <p14:nvPr/>
            </p14:nvContentPartPr>
            <p14:xfrm>
              <a:off x="8864428" y="1368932"/>
              <a:ext cx="108000" cy="1468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EE40DD3-1F0F-EF09-D9C8-881958779A7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855788" y="1359932"/>
                <a:ext cx="1256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2C400C5-B0CA-208C-E953-3CD31E339834}"/>
                  </a:ext>
                </a:extLst>
              </p14:cNvPr>
              <p14:cNvContentPartPr/>
              <p14:nvPr/>
            </p14:nvContentPartPr>
            <p14:xfrm>
              <a:off x="9058108" y="1371452"/>
              <a:ext cx="184320" cy="135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2C400C5-B0CA-208C-E953-3CD31E33983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049468" y="1362452"/>
                <a:ext cx="20196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90ACEC3-A7B7-4840-8A2B-ED3462FC3A2B}"/>
                  </a:ext>
                </a:extLst>
              </p14:cNvPr>
              <p14:cNvContentPartPr/>
              <p14:nvPr/>
            </p14:nvContentPartPr>
            <p14:xfrm>
              <a:off x="9276628" y="1200452"/>
              <a:ext cx="39240" cy="426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90ACEC3-A7B7-4840-8A2B-ED3462FC3A2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267988" y="1191812"/>
                <a:ext cx="5688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1069BDB-9540-A696-5338-980278DABE29}"/>
                  </a:ext>
                </a:extLst>
              </p14:cNvPr>
              <p14:cNvContentPartPr/>
              <p14:nvPr/>
            </p14:nvContentPartPr>
            <p14:xfrm>
              <a:off x="9268708" y="1420412"/>
              <a:ext cx="111960" cy="7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1069BDB-9540-A696-5338-980278DABE2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260068" y="1411412"/>
                <a:ext cx="1296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B8E0BA5-EF86-09F3-D1AC-3614F8E3D365}"/>
                  </a:ext>
                </a:extLst>
              </p14:cNvPr>
              <p14:cNvContentPartPr/>
              <p14:nvPr/>
            </p14:nvContentPartPr>
            <p14:xfrm>
              <a:off x="9433228" y="1299092"/>
              <a:ext cx="95400" cy="2275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B8E0BA5-EF86-09F3-D1AC-3614F8E3D3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24228" y="1290452"/>
                <a:ext cx="11304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3206B23-2903-1212-36DF-669D3EB9746B}"/>
                  </a:ext>
                </a:extLst>
              </p14:cNvPr>
              <p14:cNvContentPartPr/>
              <p14:nvPr/>
            </p14:nvContentPartPr>
            <p14:xfrm>
              <a:off x="9409468" y="1414292"/>
              <a:ext cx="95040" cy="64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3206B23-2903-1212-36DF-669D3EB9746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400828" y="1405652"/>
                <a:ext cx="1126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0EC4FD1-4839-4022-B232-C0CE5A23A782}"/>
                  </a:ext>
                </a:extLst>
              </p14:cNvPr>
              <p14:cNvContentPartPr/>
              <p14:nvPr/>
            </p14:nvContentPartPr>
            <p14:xfrm>
              <a:off x="1860268" y="4617212"/>
              <a:ext cx="1864080" cy="10544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0EC4FD1-4839-4022-B232-C0CE5A23A78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51628" y="4608212"/>
                <a:ext cx="1881720" cy="10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FAD359B-AD3B-EF79-6F69-CAD5084D9018}"/>
                  </a:ext>
                </a:extLst>
              </p14:cNvPr>
              <p14:cNvContentPartPr/>
              <p14:nvPr/>
            </p14:nvContentPartPr>
            <p14:xfrm>
              <a:off x="2689708" y="5485172"/>
              <a:ext cx="151200" cy="1198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FAD359B-AD3B-EF79-6F69-CAD5084D901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80708" y="5476172"/>
                <a:ext cx="16884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175E7FA-187B-56A4-F071-3BD731FDEF5B}"/>
                  </a:ext>
                </a:extLst>
              </p14:cNvPr>
              <p14:cNvContentPartPr/>
              <p14:nvPr/>
            </p14:nvContentPartPr>
            <p14:xfrm>
              <a:off x="842188" y="4705412"/>
              <a:ext cx="199800" cy="442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175E7FA-187B-56A4-F071-3BD731FDEF5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33188" y="4696772"/>
                <a:ext cx="2174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7FCA76E-D567-4C58-85AD-578677D6AD44}"/>
                  </a:ext>
                </a:extLst>
              </p14:cNvPr>
              <p14:cNvContentPartPr/>
              <p14:nvPr/>
            </p14:nvContentPartPr>
            <p14:xfrm>
              <a:off x="895468" y="4723052"/>
              <a:ext cx="19440" cy="2599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7FCA76E-D567-4C58-85AD-578677D6AD4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6828" y="4714412"/>
                <a:ext cx="370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81CA767-4458-2DC4-F61C-71E2087F85F2}"/>
                  </a:ext>
                </a:extLst>
              </p14:cNvPr>
              <p14:cNvContentPartPr/>
              <p14:nvPr/>
            </p14:nvContentPartPr>
            <p14:xfrm>
              <a:off x="979348" y="4752932"/>
              <a:ext cx="263520" cy="1951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81CA767-4458-2DC4-F61C-71E2087F85F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70348" y="4743932"/>
                <a:ext cx="2811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9003919C-8A17-B26E-E3EE-C4312316D161}"/>
                  </a:ext>
                </a:extLst>
              </p14:cNvPr>
              <p14:cNvContentPartPr/>
              <p14:nvPr/>
            </p14:nvContentPartPr>
            <p14:xfrm>
              <a:off x="1295788" y="4768052"/>
              <a:ext cx="53280" cy="15192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9003919C-8A17-B26E-E3EE-C4312316D16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86788" y="4759052"/>
                <a:ext cx="709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FD31515-FBEE-4726-1C42-B5CA80A8CF30}"/>
                  </a:ext>
                </a:extLst>
              </p14:cNvPr>
              <p14:cNvContentPartPr/>
              <p14:nvPr/>
            </p14:nvContentPartPr>
            <p14:xfrm>
              <a:off x="1400908" y="4664732"/>
              <a:ext cx="158760" cy="230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FD31515-FBEE-4726-1C42-B5CA80A8CF3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391908" y="4655732"/>
                <a:ext cx="1764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AD1A6F8-C84A-3B21-FC27-24C118E78108}"/>
                  </a:ext>
                </a:extLst>
              </p14:cNvPr>
              <p14:cNvContentPartPr/>
              <p14:nvPr/>
            </p14:nvContentPartPr>
            <p14:xfrm>
              <a:off x="1545628" y="4704332"/>
              <a:ext cx="84240" cy="25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AD1A6F8-C84A-3B21-FC27-24C118E7810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536628" y="4695692"/>
                <a:ext cx="1018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A391BE6-7CF9-562D-AD74-DC6D3B69F0A4}"/>
                  </a:ext>
                </a:extLst>
              </p14:cNvPr>
              <p14:cNvContentPartPr/>
              <p14:nvPr/>
            </p14:nvContentPartPr>
            <p14:xfrm>
              <a:off x="8518828" y="4617212"/>
              <a:ext cx="1808280" cy="936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A391BE6-7CF9-562D-AD74-DC6D3B69F0A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509828" y="4608572"/>
                <a:ext cx="1825920" cy="9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D6976C5-478B-3AAC-92D4-13101D4194F9}"/>
                  </a:ext>
                </a:extLst>
              </p14:cNvPr>
              <p14:cNvContentPartPr/>
              <p14:nvPr/>
            </p14:nvContentPartPr>
            <p14:xfrm>
              <a:off x="9146308" y="5682452"/>
              <a:ext cx="75600" cy="1767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D6976C5-478B-3AAC-92D4-13101D4194F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137668" y="5673452"/>
                <a:ext cx="9324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7362C5D-13E4-C5A1-F18A-FC24F195750C}"/>
                  </a:ext>
                </a:extLst>
              </p14:cNvPr>
              <p14:cNvContentPartPr/>
              <p14:nvPr/>
            </p14:nvContentPartPr>
            <p14:xfrm>
              <a:off x="9182308" y="5726732"/>
              <a:ext cx="210600" cy="1584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7362C5D-13E4-C5A1-F18A-FC24F195750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173308" y="5718092"/>
                <a:ext cx="22824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26844A6-FA7F-D0ED-F84A-F370A280B005}"/>
                  </a:ext>
                </a:extLst>
              </p14:cNvPr>
              <p14:cNvContentPartPr/>
              <p14:nvPr/>
            </p14:nvContentPartPr>
            <p14:xfrm>
              <a:off x="7613428" y="4755092"/>
              <a:ext cx="190800" cy="3664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26844A6-FA7F-D0ED-F84A-F370A280B00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604428" y="4746092"/>
                <a:ext cx="20844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381D469-C9CD-FBA7-9C54-F11FDB7FE829}"/>
                  </a:ext>
                </a:extLst>
              </p14:cNvPr>
              <p14:cNvContentPartPr/>
              <p14:nvPr/>
            </p14:nvContentPartPr>
            <p14:xfrm>
              <a:off x="7821508" y="4952732"/>
              <a:ext cx="211680" cy="1728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381D469-C9CD-FBA7-9C54-F11FDB7FE82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812508" y="4943732"/>
                <a:ext cx="2293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DF71931-3655-79E8-F1BD-6973A62A2D35}"/>
                  </a:ext>
                </a:extLst>
              </p14:cNvPr>
              <p14:cNvContentPartPr/>
              <p14:nvPr/>
            </p14:nvContentPartPr>
            <p14:xfrm>
              <a:off x="8045068" y="4971092"/>
              <a:ext cx="126720" cy="1454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DF71931-3655-79E8-F1BD-6973A62A2D35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036068" y="4962092"/>
                <a:ext cx="1443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DCA6328-7F45-F685-7BF7-E7D62B8B5B08}"/>
                  </a:ext>
                </a:extLst>
              </p14:cNvPr>
              <p14:cNvContentPartPr/>
              <p14:nvPr/>
            </p14:nvContentPartPr>
            <p14:xfrm>
              <a:off x="8209588" y="4946612"/>
              <a:ext cx="338760" cy="1306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DCA6328-7F45-F685-7BF7-E7D62B8B5B0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200588" y="4937972"/>
                <a:ext cx="35640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E125972-A579-3F8D-A470-CD264B80AD61}"/>
                  </a:ext>
                </a:extLst>
              </p14:cNvPr>
              <p14:cNvContentPartPr/>
              <p14:nvPr/>
            </p14:nvContentPartPr>
            <p14:xfrm>
              <a:off x="2277508" y="4818452"/>
              <a:ext cx="96480" cy="579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E125972-A579-3F8D-A470-CD264B80AD6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268508" y="4809452"/>
                <a:ext cx="1141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4A72E8A-9100-4073-4BB4-91696D56120A}"/>
                  </a:ext>
                </a:extLst>
              </p14:cNvPr>
              <p14:cNvContentPartPr/>
              <p14:nvPr/>
            </p14:nvContentPartPr>
            <p14:xfrm>
              <a:off x="2957548" y="4822772"/>
              <a:ext cx="177120" cy="154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4A72E8A-9100-4073-4BB4-91696D56120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948548" y="4814132"/>
                <a:ext cx="1947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095CEA6-98A9-45BD-41C0-7B2AFBD24626}"/>
                  </a:ext>
                </a:extLst>
              </p14:cNvPr>
              <p14:cNvContentPartPr/>
              <p14:nvPr/>
            </p14:nvContentPartPr>
            <p14:xfrm>
              <a:off x="2341948" y="5137412"/>
              <a:ext cx="187920" cy="72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095CEA6-98A9-45BD-41C0-7B2AFBD2462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32948" y="5128772"/>
                <a:ext cx="2055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FFD12C0-2D07-DB5F-66F1-CF4C4E3CFEFB}"/>
                  </a:ext>
                </a:extLst>
              </p14:cNvPr>
              <p14:cNvContentPartPr/>
              <p14:nvPr/>
            </p14:nvContentPartPr>
            <p14:xfrm>
              <a:off x="3190468" y="4206092"/>
              <a:ext cx="2410560" cy="8478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FFD12C0-2D07-DB5F-66F1-CF4C4E3CFEF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181468" y="4197452"/>
                <a:ext cx="2428200" cy="86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60633FF-7D9D-0D43-2E51-B5CDFF0B25F2}"/>
                  </a:ext>
                </a:extLst>
              </p14:cNvPr>
              <p14:cNvContentPartPr/>
              <p14:nvPr/>
            </p14:nvContentPartPr>
            <p14:xfrm>
              <a:off x="5495548" y="4223012"/>
              <a:ext cx="155520" cy="1238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60633FF-7D9D-0D43-2E51-B5CDFF0B25F2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486548" y="4214372"/>
                <a:ext cx="1731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4A82B52-6B7C-E67D-4733-7D836A50F6C0}"/>
                  </a:ext>
                </a:extLst>
              </p14:cNvPr>
              <p14:cNvContentPartPr/>
              <p14:nvPr/>
            </p14:nvContentPartPr>
            <p14:xfrm>
              <a:off x="5583748" y="3744572"/>
              <a:ext cx="172440" cy="1422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4A82B52-6B7C-E67D-4733-7D836A50F6C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575108" y="3735572"/>
                <a:ext cx="19008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3E41215-B60C-5F68-79CF-7B9B98B2B561}"/>
                  </a:ext>
                </a:extLst>
              </p14:cNvPr>
              <p14:cNvContentPartPr/>
              <p14:nvPr/>
            </p14:nvContentPartPr>
            <p14:xfrm>
              <a:off x="5532268" y="3863372"/>
              <a:ext cx="225000" cy="2048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3E41215-B60C-5F68-79CF-7B9B98B2B56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523268" y="3854732"/>
                <a:ext cx="2426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20088E9-7C1F-D137-B493-5290ACB0CB1C}"/>
                  </a:ext>
                </a:extLst>
              </p14:cNvPr>
              <p14:cNvContentPartPr/>
              <p14:nvPr/>
            </p14:nvContentPartPr>
            <p14:xfrm>
              <a:off x="5481508" y="3409772"/>
              <a:ext cx="134280" cy="2091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20088E9-7C1F-D137-B493-5290ACB0CB1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472868" y="3400772"/>
                <a:ext cx="15192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E08B9C5-98B8-7CBA-5098-EC7822EB4490}"/>
                  </a:ext>
                </a:extLst>
              </p14:cNvPr>
              <p14:cNvContentPartPr/>
              <p14:nvPr/>
            </p14:nvContentPartPr>
            <p14:xfrm>
              <a:off x="5630908" y="3486452"/>
              <a:ext cx="65520" cy="903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E08B9C5-98B8-7CBA-5098-EC7822EB449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622268" y="3477812"/>
                <a:ext cx="8316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6672E46-A8EE-BBB5-2FC7-162A5F12370C}"/>
                  </a:ext>
                </a:extLst>
              </p14:cNvPr>
              <p14:cNvContentPartPr/>
              <p14:nvPr/>
            </p14:nvContentPartPr>
            <p14:xfrm>
              <a:off x="5715148" y="3480332"/>
              <a:ext cx="133560" cy="1231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6672E46-A8EE-BBB5-2FC7-162A5F12370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706508" y="3471692"/>
                <a:ext cx="1512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457BCA8-61EB-2FD8-066D-3E827444D425}"/>
                  </a:ext>
                </a:extLst>
              </p14:cNvPr>
              <p14:cNvContentPartPr/>
              <p14:nvPr/>
            </p14:nvContentPartPr>
            <p14:xfrm>
              <a:off x="5900548" y="3369812"/>
              <a:ext cx="39960" cy="2847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457BCA8-61EB-2FD8-066D-3E827444D42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891548" y="3361172"/>
                <a:ext cx="5760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6C22E26-3170-221E-89D7-6A82BF1A269C}"/>
                  </a:ext>
                </a:extLst>
              </p14:cNvPr>
              <p14:cNvContentPartPr/>
              <p14:nvPr/>
            </p14:nvContentPartPr>
            <p14:xfrm>
              <a:off x="5880748" y="3486092"/>
              <a:ext cx="103320" cy="136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6C22E26-3170-221E-89D7-6A82BF1A269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872108" y="3477452"/>
                <a:ext cx="1209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4B351AD-1744-4B4E-D85C-FC5F879529B8}"/>
                  </a:ext>
                </a:extLst>
              </p14:cNvPr>
              <p14:cNvContentPartPr/>
              <p14:nvPr/>
            </p14:nvContentPartPr>
            <p14:xfrm>
              <a:off x="5999908" y="3397532"/>
              <a:ext cx="26280" cy="1994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4B351AD-1744-4B4E-D85C-FC5F879529B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990908" y="3388892"/>
                <a:ext cx="439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D5FF95E-17A0-CE08-7C1C-8D08A22BFEBE}"/>
                  </a:ext>
                </a:extLst>
              </p14:cNvPr>
              <p14:cNvContentPartPr/>
              <p14:nvPr/>
            </p14:nvContentPartPr>
            <p14:xfrm>
              <a:off x="6005668" y="3438212"/>
              <a:ext cx="55080" cy="615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D5FF95E-17A0-CE08-7C1C-8D08A22BFEB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997028" y="3429572"/>
                <a:ext cx="7272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6498D79-C891-13D6-AB7A-BA10E0FF9F36}"/>
                  </a:ext>
                </a:extLst>
              </p14:cNvPr>
              <p14:cNvContentPartPr/>
              <p14:nvPr/>
            </p14:nvContentPartPr>
            <p14:xfrm>
              <a:off x="5197828" y="3104132"/>
              <a:ext cx="2476440" cy="12657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6498D79-C891-13D6-AB7A-BA10E0FF9F3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88828" y="3095492"/>
                <a:ext cx="2494080" cy="12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4EA5482-6E4A-AE76-6F2E-3A92160796EB}"/>
                  </a:ext>
                </a:extLst>
              </p14:cNvPr>
              <p14:cNvContentPartPr/>
              <p14:nvPr/>
            </p14:nvContentPartPr>
            <p14:xfrm>
              <a:off x="5162908" y="2842052"/>
              <a:ext cx="2528280" cy="132336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4EA5482-6E4A-AE76-6F2E-3A92160796E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154268" y="2833052"/>
                <a:ext cx="2545920" cy="13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B44F266-DF2E-0872-3693-DE520478F0A4}"/>
                  </a:ext>
                </a:extLst>
              </p14:cNvPr>
              <p14:cNvContentPartPr/>
              <p14:nvPr/>
            </p14:nvContentPartPr>
            <p14:xfrm>
              <a:off x="3128188" y="5296892"/>
              <a:ext cx="41040" cy="97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B44F266-DF2E-0872-3693-DE520478F0A4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119188" y="5287892"/>
                <a:ext cx="586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653080C-BD51-2B80-155E-6D53D58EF968}"/>
                  </a:ext>
                </a:extLst>
              </p14:cNvPr>
              <p14:cNvContentPartPr/>
              <p14:nvPr/>
            </p14:nvContentPartPr>
            <p14:xfrm>
              <a:off x="3537508" y="5204372"/>
              <a:ext cx="155520" cy="493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653080C-BD51-2B80-155E-6D53D58EF96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528508" y="5195732"/>
                <a:ext cx="1731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4FD00BE-7EC6-35A0-AFD2-CC539AA4D7AF}"/>
                  </a:ext>
                </a:extLst>
              </p14:cNvPr>
              <p14:cNvContentPartPr/>
              <p14:nvPr/>
            </p14:nvContentPartPr>
            <p14:xfrm>
              <a:off x="6005668" y="4207532"/>
              <a:ext cx="1847880" cy="6303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4FD00BE-7EC6-35A0-AFD2-CC539AA4D7A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997028" y="4198892"/>
                <a:ext cx="186552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4EC9E5A-C0E0-1C60-70C8-C25F27569C9D}"/>
                  </a:ext>
                </a:extLst>
              </p14:cNvPr>
              <p14:cNvContentPartPr/>
              <p14:nvPr/>
            </p14:nvContentPartPr>
            <p14:xfrm>
              <a:off x="7722868" y="4723052"/>
              <a:ext cx="104040" cy="1800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4EC9E5A-C0E0-1C60-70C8-C25F27569C9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713868" y="4714412"/>
                <a:ext cx="1216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D65B2E5-6440-769F-4D3F-1EF6B107148E}"/>
                  </a:ext>
                </a:extLst>
              </p14:cNvPr>
              <p14:cNvContentPartPr/>
              <p14:nvPr/>
            </p14:nvContentPartPr>
            <p14:xfrm>
              <a:off x="8822308" y="4894052"/>
              <a:ext cx="317160" cy="64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D65B2E5-6440-769F-4D3F-1EF6B107148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813668" y="4885052"/>
                <a:ext cx="3348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C2CB350-C045-DE07-77CF-6BA11BCF2FB4}"/>
                  </a:ext>
                </a:extLst>
              </p14:cNvPr>
              <p14:cNvContentPartPr/>
              <p14:nvPr/>
            </p14:nvContentPartPr>
            <p14:xfrm>
              <a:off x="9630508" y="4900532"/>
              <a:ext cx="257040" cy="111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C2CB350-C045-DE07-77CF-6BA11BCF2FB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621508" y="4891892"/>
                <a:ext cx="2746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47694F5-3C19-294D-4DBB-FD2C0B0234EE}"/>
                  </a:ext>
                </a:extLst>
              </p14:cNvPr>
              <p14:cNvContentPartPr/>
              <p14:nvPr/>
            </p14:nvContentPartPr>
            <p14:xfrm>
              <a:off x="8834548" y="5137412"/>
              <a:ext cx="695880" cy="334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47694F5-3C19-294D-4DBB-FD2C0B0234E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825908" y="5128772"/>
                <a:ext cx="7135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62955B1-8853-397C-A66A-2DD7CDF9228E}"/>
                  </a:ext>
                </a:extLst>
              </p14:cNvPr>
              <p14:cNvContentPartPr/>
              <p14:nvPr/>
            </p14:nvContentPartPr>
            <p14:xfrm>
              <a:off x="9652108" y="5295812"/>
              <a:ext cx="136800" cy="1450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62955B1-8853-397C-A66A-2DD7CDF9228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643108" y="5286812"/>
                <a:ext cx="1544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6586CCF6-C087-1D01-6500-1C8A8EF82D4E}"/>
                  </a:ext>
                </a:extLst>
              </p14:cNvPr>
              <p14:cNvContentPartPr/>
              <p14:nvPr/>
            </p14:nvContentPartPr>
            <p14:xfrm>
              <a:off x="9792148" y="5333972"/>
              <a:ext cx="140400" cy="921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6586CCF6-C087-1D01-6500-1C8A8EF82D4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9783148" y="5325332"/>
                <a:ext cx="15804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B8016E34-DC26-1F84-7241-60559F2C772E}"/>
                  </a:ext>
                </a:extLst>
              </p14:cNvPr>
              <p14:cNvContentPartPr/>
              <p14:nvPr/>
            </p14:nvContentPartPr>
            <p14:xfrm>
              <a:off x="9614668" y="5164412"/>
              <a:ext cx="677520" cy="3574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B8016E34-DC26-1F84-7241-60559F2C772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9606028" y="5155412"/>
                <a:ext cx="69516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655AC32-C582-66B5-9D03-8B9790568AC9}"/>
                  </a:ext>
                </a:extLst>
              </p14:cNvPr>
              <p14:cNvContentPartPr/>
              <p14:nvPr/>
            </p14:nvContentPartPr>
            <p14:xfrm>
              <a:off x="5663668" y="3762932"/>
              <a:ext cx="168840" cy="1648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655AC32-C582-66B5-9D03-8B9790568AC9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655028" y="3753932"/>
                <a:ext cx="18648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68F9942-B0D5-93B2-D793-3030FB35F180}"/>
                  </a:ext>
                </a:extLst>
              </p14:cNvPr>
              <p14:cNvContentPartPr/>
              <p14:nvPr/>
            </p14:nvContentPartPr>
            <p14:xfrm>
              <a:off x="5714068" y="3749252"/>
              <a:ext cx="120960" cy="1944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68F9942-B0D5-93B2-D793-3030FB35F18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05428" y="3740612"/>
                <a:ext cx="1386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148EA2CB-42C7-C2A5-FE82-90B83B587A8B}"/>
                  </a:ext>
                </a:extLst>
              </p14:cNvPr>
              <p14:cNvContentPartPr/>
              <p14:nvPr/>
            </p14:nvContentPartPr>
            <p14:xfrm>
              <a:off x="5837548" y="3840692"/>
              <a:ext cx="642240" cy="601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148EA2CB-42C7-C2A5-FE82-90B83B587A8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828548" y="3832052"/>
                <a:ext cx="6598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64675D9-E054-1084-FD29-3C6D4A52DE5B}"/>
                  </a:ext>
                </a:extLst>
              </p14:cNvPr>
              <p14:cNvContentPartPr/>
              <p14:nvPr/>
            </p14:nvContentPartPr>
            <p14:xfrm>
              <a:off x="6425428" y="3775892"/>
              <a:ext cx="132120" cy="14436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64675D9-E054-1084-FD29-3C6D4A52DE5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416788" y="3766892"/>
                <a:ext cx="1497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9AE79F1-9B28-D2FF-E60A-D881005C87D1}"/>
                  </a:ext>
                </a:extLst>
              </p14:cNvPr>
              <p14:cNvContentPartPr/>
              <p14:nvPr/>
            </p14:nvContentPartPr>
            <p14:xfrm>
              <a:off x="6652588" y="3694172"/>
              <a:ext cx="345600" cy="1098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9AE79F1-9B28-D2FF-E60A-D881005C87D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643588" y="3685172"/>
                <a:ext cx="3632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78B7836-776A-4FDB-9E23-90D26EF6C261}"/>
                  </a:ext>
                </a:extLst>
              </p14:cNvPr>
              <p14:cNvContentPartPr/>
              <p14:nvPr/>
            </p14:nvContentPartPr>
            <p14:xfrm>
              <a:off x="6664828" y="3775892"/>
              <a:ext cx="310320" cy="1839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78B7836-776A-4FDB-9E23-90D26EF6C26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656188" y="3766892"/>
                <a:ext cx="32796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06B3440-276E-2E93-8B9A-6844E8C927ED}"/>
                  </a:ext>
                </a:extLst>
              </p14:cNvPr>
              <p14:cNvContentPartPr/>
              <p14:nvPr/>
            </p14:nvContentPartPr>
            <p14:xfrm>
              <a:off x="6931588" y="3696692"/>
              <a:ext cx="55080" cy="27108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06B3440-276E-2E93-8B9A-6844E8C927E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922588" y="3688052"/>
                <a:ext cx="7272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4D827EE-40BC-0B26-FF38-B76331F44050}"/>
                  </a:ext>
                </a:extLst>
              </p14:cNvPr>
              <p14:cNvContentPartPr/>
              <p14:nvPr/>
            </p14:nvContentPartPr>
            <p14:xfrm>
              <a:off x="6696148" y="3227972"/>
              <a:ext cx="99360" cy="3315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4D827EE-40BC-0B26-FF38-B76331F4405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687508" y="3218972"/>
                <a:ext cx="11700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0EF5B05-8FF9-13E8-F792-5A62124546F6}"/>
                  </a:ext>
                </a:extLst>
              </p14:cNvPr>
              <p14:cNvContentPartPr/>
              <p14:nvPr/>
            </p14:nvContentPartPr>
            <p14:xfrm>
              <a:off x="6815668" y="3400412"/>
              <a:ext cx="182880" cy="1270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0EF5B05-8FF9-13E8-F792-5A62124546F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807028" y="3391412"/>
                <a:ext cx="2005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91F0F47-66E3-BAFB-1925-135B6BD2C221}"/>
                  </a:ext>
                </a:extLst>
              </p14:cNvPr>
              <p14:cNvContentPartPr/>
              <p14:nvPr/>
            </p14:nvContentPartPr>
            <p14:xfrm>
              <a:off x="7078468" y="3473492"/>
              <a:ext cx="1440" cy="6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91F0F47-66E3-BAFB-1925-135B6BD2C22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069468" y="3464492"/>
                <a:ext cx="190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F1ADE0E3-B7BF-E2A6-BC8E-366B6E2B78B1}"/>
                  </a:ext>
                </a:extLst>
              </p14:cNvPr>
              <p14:cNvContentPartPr/>
              <p14:nvPr/>
            </p14:nvContentPartPr>
            <p14:xfrm>
              <a:off x="742108" y="2781572"/>
              <a:ext cx="10266480" cy="40773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F1ADE0E3-B7BF-E2A6-BC8E-366B6E2B78B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33468" y="2772572"/>
                <a:ext cx="10284120" cy="409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EFE17E2-9C65-8C57-A007-51CBEEDD4592}"/>
                  </a:ext>
                </a:extLst>
              </p14:cNvPr>
              <p14:cNvContentPartPr/>
              <p14:nvPr/>
            </p14:nvContentPartPr>
            <p14:xfrm>
              <a:off x="9530788" y="3697412"/>
              <a:ext cx="190800" cy="3355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EFE17E2-9C65-8C57-A007-51CBEEDD459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9521788" y="3688772"/>
                <a:ext cx="2084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19C91C4-07B4-AAD8-BBEF-B739176EE014}"/>
                  </a:ext>
                </a:extLst>
              </p14:cNvPr>
              <p14:cNvContentPartPr/>
              <p14:nvPr/>
            </p14:nvContentPartPr>
            <p14:xfrm>
              <a:off x="9810148" y="3838892"/>
              <a:ext cx="68040" cy="2952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19C91C4-07B4-AAD8-BBEF-B739176EE014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801148" y="3829892"/>
                <a:ext cx="856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111AF79C-FCF7-0841-61C8-3D576729EE26}"/>
                  </a:ext>
                </a:extLst>
              </p14:cNvPr>
              <p14:cNvContentPartPr/>
              <p14:nvPr/>
            </p14:nvContentPartPr>
            <p14:xfrm>
              <a:off x="9944788" y="3702452"/>
              <a:ext cx="174600" cy="2599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111AF79C-FCF7-0841-61C8-3D576729EE2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935788" y="3693812"/>
                <a:ext cx="1922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9077820-A83B-6C27-4C1E-402CE571436C}"/>
                  </a:ext>
                </a:extLst>
              </p14:cNvPr>
              <p14:cNvContentPartPr/>
              <p14:nvPr/>
            </p14:nvContentPartPr>
            <p14:xfrm>
              <a:off x="10137388" y="3724052"/>
              <a:ext cx="301320" cy="162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9077820-A83B-6C27-4C1E-402CE571436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0128388" y="3715412"/>
                <a:ext cx="3189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119B3000-2C57-96DD-90B9-EF41583C8165}"/>
                  </a:ext>
                </a:extLst>
              </p14:cNvPr>
              <p14:cNvContentPartPr/>
              <p14:nvPr/>
            </p14:nvContentPartPr>
            <p14:xfrm>
              <a:off x="10583068" y="3700652"/>
              <a:ext cx="169920" cy="126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119B3000-2C57-96DD-90B9-EF41583C816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0574068" y="3691652"/>
                <a:ext cx="1875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2761FE1-9EFC-7291-A8EA-C93501053947}"/>
                  </a:ext>
                </a:extLst>
              </p14:cNvPr>
              <p14:cNvContentPartPr/>
              <p14:nvPr/>
            </p14:nvContentPartPr>
            <p14:xfrm>
              <a:off x="10643188" y="3641252"/>
              <a:ext cx="14040" cy="17784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2761FE1-9EFC-7291-A8EA-C9350105394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0634548" y="3632252"/>
                <a:ext cx="3168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EDA396E-B8DB-204B-806D-AF7D0DE81412}"/>
                  </a:ext>
                </a:extLst>
              </p14:cNvPr>
              <p14:cNvContentPartPr/>
              <p14:nvPr/>
            </p14:nvContentPartPr>
            <p14:xfrm>
              <a:off x="10908508" y="3603452"/>
              <a:ext cx="122400" cy="342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EDA396E-B8DB-204B-806D-AF7D0DE8141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899508" y="3594812"/>
                <a:ext cx="140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1AB5D76-B9C5-D0ED-F49C-12DB3FCB4DB7}"/>
                  </a:ext>
                </a:extLst>
              </p14:cNvPr>
              <p14:cNvContentPartPr/>
              <p14:nvPr/>
            </p14:nvContentPartPr>
            <p14:xfrm>
              <a:off x="10938748" y="3584732"/>
              <a:ext cx="54000" cy="2383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1AB5D76-B9C5-D0ED-F49C-12DB3FCB4DB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930108" y="3576092"/>
                <a:ext cx="716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609C83F9-19F9-56A3-303B-FA93DD6EDC8E}"/>
                  </a:ext>
                </a:extLst>
              </p14:cNvPr>
              <p14:cNvContentPartPr/>
              <p14:nvPr/>
            </p14:nvContentPartPr>
            <p14:xfrm>
              <a:off x="11209108" y="3634772"/>
              <a:ext cx="183600" cy="349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609C83F9-19F9-56A3-303B-FA93DD6EDC8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200468" y="3625772"/>
                <a:ext cx="2012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6FFC3F22-900E-B148-BC17-05E6EAA04178}"/>
                  </a:ext>
                </a:extLst>
              </p14:cNvPr>
              <p14:cNvContentPartPr/>
              <p14:nvPr/>
            </p14:nvContentPartPr>
            <p14:xfrm>
              <a:off x="11250508" y="3588692"/>
              <a:ext cx="44640" cy="144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6FFC3F22-900E-B148-BC17-05E6EAA0417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241868" y="3580052"/>
                <a:ext cx="622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F372797-2D49-5BEF-EE46-D48F2B468248}"/>
                  </a:ext>
                </a:extLst>
              </p14:cNvPr>
              <p14:cNvContentPartPr/>
              <p14:nvPr/>
            </p14:nvContentPartPr>
            <p14:xfrm>
              <a:off x="11472628" y="3525332"/>
              <a:ext cx="104400" cy="1792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F372797-2D49-5BEF-EE46-D48F2B468248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1463628" y="3516332"/>
                <a:ext cx="1220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9E97CD2-AFDB-38FE-6767-69A171CAC465}"/>
                  </a:ext>
                </a:extLst>
              </p14:cNvPr>
              <p14:cNvContentPartPr/>
              <p14:nvPr/>
            </p14:nvContentPartPr>
            <p14:xfrm>
              <a:off x="11642548" y="3551252"/>
              <a:ext cx="69480" cy="2440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9E97CD2-AFDB-38FE-6767-69A171CAC465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633548" y="3542612"/>
                <a:ext cx="871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D99D5FC-7F91-D7DB-B1DC-7EAA48BDBEAB}"/>
                  </a:ext>
                </a:extLst>
              </p14:cNvPr>
              <p14:cNvContentPartPr/>
              <p14:nvPr/>
            </p14:nvContentPartPr>
            <p14:xfrm>
              <a:off x="11650108" y="3591572"/>
              <a:ext cx="131400" cy="1188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D99D5FC-7F91-D7DB-B1DC-7EAA48BDBEA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641108" y="3582932"/>
                <a:ext cx="1490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F64B427-C058-26B3-A025-02E8587C6974}"/>
                  </a:ext>
                </a:extLst>
              </p14:cNvPr>
              <p14:cNvContentPartPr/>
              <p14:nvPr/>
            </p14:nvContentPartPr>
            <p14:xfrm>
              <a:off x="9761548" y="3992972"/>
              <a:ext cx="2095560" cy="11232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F64B427-C058-26B3-A025-02E8587C697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752548" y="3983972"/>
                <a:ext cx="211320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19A84369-8B4A-3416-F84E-28E6BEAA6786}"/>
              </a:ext>
            </a:extLst>
          </p:cNvPr>
          <p:cNvGrpSpPr/>
          <p:nvPr/>
        </p:nvGrpSpPr>
        <p:grpSpPr>
          <a:xfrm>
            <a:off x="4906948" y="1328612"/>
            <a:ext cx="2184480" cy="1202760"/>
            <a:chOff x="4906948" y="1328612"/>
            <a:chExt cx="2184480" cy="12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A957B69-DC18-E5E2-C0AD-B47B736B4C6E}"/>
                    </a:ext>
                  </a:extLst>
                </p14:cNvPr>
                <p14:cNvContentPartPr/>
                <p14:nvPr/>
              </p14:nvContentPartPr>
              <p14:xfrm>
                <a:off x="5037988" y="1499612"/>
                <a:ext cx="350280" cy="39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A957B69-DC18-E5E2-C0AD-B47B736B4C6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29348" y="1490612"/>
                  <a:ext cx="3679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5DAAEF-76C9-1BBC-EC4E-90691E2DBFCA}"/>
                    </a:ext>
                  </a:extLst>
                </p14:cNvPr>
                <p14:cNvContentPartPr/>
                <p14:nvPr/>
              </p14:nvContentPartPr>
              <p14:xfrm>
                <a:off x="4906948" y="1531292"/>
                <a:ext cx="508680" cy="1000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5DAAEF-76C9-1BBC-EC4E-90691E2DBF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98308" y="1522292"/>
                  <a:ext cx="526320" cy="10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21458F5-3D8C-5C84-C151-0A80378362DB}"/>
                    </a:ext>
                  </a:extLst>
                </p14:cNvPr>
                <p14:cNvContentPartPr/>
                <p14:nvPr/>
              </p14:nvContentPartPr>
              <p14:xfrm>
                <a:off x="5818828" y="1986332"/>
                <a:ext cx="173520" cy="313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21458F5-3D8C-5C84-C151-0A80378362D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809828" y="1977692"/>
                  <a:ext cx="1911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405E1D5-4744-77AD-3B7E-6CBB570EF37E}"/>
                    </a:ext>
                  </a:extLst>
                </p14:cNvPr>
                <p14:cNvContentPartPr/>
                <p14:nvPr/>
              </p14:nvContentPartPr>
              <p14:xfrm>
                <a:off x="6236788" y="1934852"/>
                <a:ext cx="217440" cy="340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405E1D5-4744-77AD-3B7E-6CBB570EF37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227788" y="1926212"/>
                  <a:ext cx="2350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193EC64-1966-5EC6-C53A-C854C8D29E51}"/>
                    </a:ext>
                  </a:extLst>
                </p14:cNvPr>
                <p14:cNvContentPartPr/>
                <p14:nvPr/>
              </p14:nvContentPartPr>
              <p14:xfrm>
                <a:off x="6538828" y="2088212"/>
                <a:ext cx="225360" cy="141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193EC64-1966-5EC6-C53A-C854C8D29E5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29828" y="2079212"/>
                  <a:ext cx="243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71A9135-2B32-D442-A034-0F52B1063F2D}"/>
                    </a:ext>
                  </a:extLst>
                </p14:cNvPr>
                <p14:cNvContentPartPr/>
                <p14:nvPr/>
              </p14:nvContentPartPr>
              <p14:xfrm>
                <a:off x="5842948" y="2453972"/>
                <a:ext cx="1248480" cy="41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71A9135-2B32-D442-A034-0F52B1063F2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34308" y="2445332"/>
                  <a:ext cx="1266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FFA8703-8820-581C-8F37-2489694F9F4D}"/>
                    </a:ext>
                  </a:extLst>
                </p14:cNvPr>
                <p14:cNvContentPartPr/>
                <p14:nvPr/>
              </p14:nvContentPartPr>
              <p14:xfrm>
                <a:off x="6002428" y="1410332"/>
                <a:ext cx="226800" cy="2228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FFA8703-8820-581C-8F37-2489694F9F4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993788" y="1401332"/>
                  <a:ext cx="244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EFE866D-5801-16B5-8E31-CA734323934F}"/>
                    </a:ext>
                  </a:extLst>
                </p14:cNvPr>
                <p14:cNvContentPartPr/>
                <p14:nvPr/>
              </p14:nvContentPartPr>
              <p14:xfrm>
                <a:off x="6246148" y="1411412"/>
                <a:ext cx="168480" cy="212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EFE866D-5801-16B5-8E31-CA734323934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237508" y="1402772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F7B802D-05E0-BA5F-9DCF-0CD78381395F}"/>
                    </a:ext>
                  </a:extLst>
                </p14:cNvPr>
                <p14:cNvContentPartPr/>
                <p14:nvPr/>
              </p14:nvContentPartPr>
              <p14:xfrm>
                <a:off x="6338308" y="1400612"/>
                <a:ext cx="226080" cy="2430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F7B802D-05E0-BA5F-9DCF-0CD78381395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329668" y="1391972"/>
                  <a:ext cx="2437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ACA25DE-2FAE-EEF0-D18A-76B1F8332D46}"/>
                    </a:ext>
                  </a:extLst>
                </p14:cNvPr>
                <p14:cNvContentPartPr/>
                <p14:nvPr/>
              </p14:nvContentPartPr>
              <p14:xfrm>
                <a:off x="6617308" y="1430852"/>
                <a:ext cx="250200" cy="1796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ACA25DE-2FAE-EEF0-D18A-76B1F8332D4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608668" y="1422212"/>
                  <a:ext cx="267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F35D3CC-E6E7-DB45-665D-1C34BA48ECE1}"/>
                    </a:ext>
                  </a:extLst>
                </p14:cNvPr>
                <p14:cNvContentPartPr/>
                <p14:nvPr/>
              </p14:nvContentPartPr>
              <p14:xfrm>
                <a:off x="6946708" y="1354892"/>
                <a:ext cx="63720" cy="181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F35D3CC-E6E7-DB45-665D-1C34BA48ECE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37708" y="1346252"/>
                  <a:ext cx="813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EC77B93-C6D2-9CD8-2A04-73DF1276D468}"/>
                    </a:ext>
                  </a:extLst>
                </p14:cNvPr>
                <p14:cNvContentPartPr/>
                <p14:nvPr/>
              </p14:nvContentPartPr>
              <p14:xfrm>
                <a:off x="5747548" y="1328612"/>
                <a:ext cx="175320" cy="4176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EC77B93-C6D2-9CD8-2A04-73DF1276D46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38908" y="1319612"/>
                  <a:ext cx="192960" cy="43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48754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0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4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9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1573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1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to share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99F7A-7987-2B1D-E6E7-B3874C0B6EC8}"/>
              </a:ext>
            </a:extLst>
          </p:cNvPr>
          <p:cNvSpPr txBox="1"/>
          <p:nvPr/>
        </p:nvSpPr>
        <p:spPr>
          <a:xfrm>
            <a:off x="189756" y="908720"/>
            <a:ext cx="118093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</a:rPr>
              <a:t>Till now Anubhav is sharing zip file of project code with all of you, imagine in a team of 40 developers and at end of day if every developer share a zip file, who can merge all code.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When someone go on holiday or left team, how can we make sure that we have latest code available for successor to manage it.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Anubhav last evening my code was stable, this morning I came to office and made 40-50 changes which has disrupted everything, I pray to god to go back to last night state. Basically, we need version management.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In a team, one developer using BAS another using VS code another using </a:t>
            </a:r>
            <a:r>
              <a:rPr lang="en-IN" sz="1800" dirty="0" err="1">
                <a:solidFill>
                  <a:schemeClr val="bg1"/>
                </a:solidFill>
              </a:rPr>
              <a:t>WebIDE</a:t>
            </a:r>
            <a:r>
              <a:rPr lang="en-IN" sz="1800" dirty="0">
                <a:solidFill>
                  <a:schemeClr val="bg1"/>
                </a:solidFill>
              </a:rPr>
              <a:t>, how can we easily move code from one dev tool to another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When something cause production issues, we want to know which change was made by who last time that caused the issue.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How to share our code effectively between multiple team members as best practice from industry. And how to merge conflicts also.</a:t>
            </a:r>
          </a:p>
          <a:p>
            <a:endParaRPr lang="en-IN" sz="1800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Git and </a:t>
            </a:r>
            <a:r>
              <a:rPr lang="en-IN" sz="1800" dirty="0" err="1">
                <a:solidFill>
                  <a:schemeClr val="bg1"/>
                </a:solidFill>
              </a:rPr>
              <a:t>Github</a:t>
            </a:r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Git is a de-central repository management system for managing any kind of source code. And git hub is a central repository where everyone sync their changes (internet).</a:t>
            </a:r>
          </a:p>
          <a:p>
            <a:r>
              <a:rPr lang="en-IN" sz="1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https://git-scm.com/download/win</a:t>
            </a:r>
            <a:endParaRPr lang="en-IN" sz="1800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930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and Git HUB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6007C54-3524-9466-6672-46E876D55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87" y="980728"/>
            <a:ext cx="10969943" cy="551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33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HANA Cloud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1B822-FD1F-30ED-76E7-5E494D6E61DA}"/>
              </a:ext>
            </a:extLst>
          </p:cNvPr>
          <p:cNvSpPr txBox="1"/>
          <p:nvPr/>
        </p:nvSpPr>
        <p:spPr>
          <a:xfrm>
            <a:off x="405781" y="974164"/>
            <a:ext cx="11161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is a fully managed, in-memory, cloud database as a service (DBaaS). It is the cloud-based data foundation for SAP Business Technology Platform. With SAP HANA Cloud you can create, run, and extend new and existing applications.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includes a number of software components. The core component is SAP HANA Database, but other components can be added at any time, such as a data lake.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E0C3-2785-33E1-C2AE-1D0F297AB256}"/>
              </a:ext>
            </a:extLst>
          </p:cNvPr>
          <p:cNvSpPr txBox="1"/>
          <p:nvPr/>
        </p:nvSpPr>
        <p:spPr>
          <a:xfrm>
            <a:off x="405780" y="2451492"/>
            <a:ext cx="583423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Key Components of SAP HANA Cloud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There are four key components of SAP HANA Cloud: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SAP HANA Database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In-memory database with built-in advanced analytics (spatial, graph, text, etc.)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data lake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Store and query large data sets and most file types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Support for extreme –performance transactional applications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 replication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Bi-directional real time data replication across databases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E110644-46D4-5748-42EC-748B8BEA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6" r="15934"/>
          <a:stretch/>
        </p:blipFill>
        <p:spPr bwMode="auto">
          <a:xfrm>
            <a:off x="6454452" y="2252115"/>
            <a:ext cx="5212531" cy="43087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9237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1A0C-49FC-7BA3-CF59-A7C15038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HANA Cloud v/s On-premise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C22E48-21CE-5727-AE45-AAC559F4DE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" r="4389"/>
          <a:stretch/>
        </p:blipFill>
        <p:spPr bwMode="auto">
          <a:xfrm>
            <a:off x="163242" y="2276872"/>
            <a:ext cx="6278151" cy="360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DD2028-068C-7296-D417-1CF7F3B9981E}"/>
              </a:ext>
            </a:extLst>
          </p:cNvPr>
          <p:cNvSpPr txBox="1"/>
          <p:nvPr/>
        </p:nvSpPr>
        <p:spPr>
          <a:xfrm>
            <a:off x="6653380" y="1076543"/>
            <a:ext cx="5390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Feature Differences</a:t>
            </a:r>
          </a:p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compares very closely with SAP HANA on-premise in terms of features but there are some differences.</a:t>
            </a:r>
            <a:endParaRPr lang="en-US" sz="1800" b="1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2A828B7-B381-42D5-A741-CD7079B2E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" r="2147"/>
          <a:stretch/>
        </p:blipFill>
        <p:spPr bwMode="auto">
          <a:xfrm>
            <a:off x="6753498" y="2276872"/>
            <a:ext cx="5190086" cy="383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51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ACD8-99C5-715D-47B1-B722AF07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Schema in HANA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63BFF-9905-49BA-CDA8-491A130A9728}"/>
              </a:ext>
            </a:extLst>
          </p:cNvPr>
          <p:cNvSpPr txBox="1"/>
          <p:nvPr/>
        </p:nvSpPr>
        <p:spPr>
          <a:xfrm>
            <a:off x="338571" y="884478"/>
            <a:ext cx="118502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Schema – Is a mandatory database object of database which stores other database objects. 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It’s a logical separation of database objects.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 is home of all the runtime object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Security</a:t>
            </a: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2DF3AC68-4734-9C09-3F5B-A68E318F20A5}"/>
              </a:ext>
            </a:extLst>
          </p:cNvPr>
          <p:cNvSpPr/>
          <p:nvPr/>
        </p:nvSpPr>
        <p:spPr>
          <a:xfrm>
            <a:off x="3251200" y="4572000"/>
            <a:ext cx="8432800" cy="1985818"/>
          </a:xfrm>
          <a:prstGeom prst="flowChartMagneticDisk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HANA  600GB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8302C-9592-6298-CC80-D07CD85A71B4}"/>
              </a:ext>
            </a:extLst>
          </p:cNvPr>
          <p:cNvSpPr/>
          <p:nvPr/>
        </p:nvSpPr>
        <p:spPr>
          <a:xfrm>
            <a:off x="3860800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D573D-9479-5606-E379-F344204ADF77}"/>
              </a:ext>
            </a:extLst>
          </p:cNvPr>
          <p:cNvSpPr/>
          <p:nvPr/>
        </p:nvSpPr>
        <p:spPr>
          <a:xfrm>
            <a:off x="6400799" y="3224645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5E973-27E9-815C-F666-ABA22AE46148}"/>
              </a:ext>
            </a:extLst>
          </p:cNvPr>
          <p:cNvSpPr/>
          <p:nvPr/>
        </p:nvSpPr>
        <p:spPr>
          <a:xfrm>
            <a:off x="8811491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S/4HANA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7456D9-F5B2-364F-8358-081A37CF0A32}"/>
              </a:ext>
            </a:extLst>
          </p:cNvPr>
          <p:cNvCxnSpPr>
            <a:stCxn id="5" idx="2"/>
          </p:cNvCxnSpPr>
          <p:nvPr/>
        </p:nvCxnSpPr>
        <p:spPr>
          <a:xfrm flipH="1">
            <a:off x="4793673" y="3971636"/>
            <a:ext cx="4618" cy="692728"/>
          </a:xfrm>
          <a:prstGeom prst="straightConnector1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C2FA129-2D8A-4A91-6B3B-CC328101A3FE}"/>
              </a:ext>
            </a:extLst>
          </p:cNvPr>
          <p:cNvCxnSpPr>
            <a:cxnSpLocks/>
          </p:cNvCxnSpPr>
          <p:nvPr/>
        </p:nvCxnSpPr>
        <p:spPr>
          <a:xfrm>
            <a:off x="2004292" y="4828309"/>
            <a:ext cx="1246908" cy="510309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E5E059E-EB61-7991-66E4-B76378D45CC9}"/>
              </a:ext>
            </a:extLst>
          </p:cNvPr>
          <p:cNvSpPr/>
          <p:nvPr/>
        </p:nvSpPr>
        <p:spPr>
          <a:xfrm>
            <a:off x="4544291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A8368-9E25-7960-31FA-777489354C47}"/>
              </a:ext>
            </a:extLst>
          </p:cNvPr>
          <p:cNvSpPr/>
          <p:nvPr/>
        </p:nvSpPr>
        <p:spPr>
          <a:xfrm>
            <a:off x="6638636" y="4846781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ECC001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8A8DE3-3559-C1BD-D746-6D5AF1FBAE8C}"/>
              </a:ext>
            </a:extLst>
          </p:cNvPr>
          <p:cNvSpPr/>
          <p:nvPr/>
        </p:nvSpPr>
        <p:spPr>
          <a:xfrm>
            <a:off x="9172863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SAPS4C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8CA6B91-6F24-F3A1-5739-8970D1C15756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16200000" flipH="1">
            <a:off x="6892058" y="4400548"/>
            <a:ext cx="892464" cy="1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729AECB-71DB-3B69-271E-9D8C01DDF96F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16200000" flipH="1">
            <a:off x="9382414" y="4338204"/>
            <a:ext cx="856673" cy="123536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7D824-B767-6D55-ACC8-B8B9FE76895A}"/>
              </a:ext>
            </a:extLst>
          </p:cNvPr>
          <p:cNvSpPr/>
          <p:nvPr/>
        </p:nvSpPr>
        <p:spPr>
          <a:xfrm>
            <a:off x="4544290" y="5837382"/>
            <a:ext cx="1399309" cy="517451"/>
          </a:xfrm>
          <a:prstGeom prst="rect">
            <a:avLst/>
          </a:prstGeom>
          <a:solidFill>
            <a:srgbClr val="F14124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16C57-7745-1FE5-9227-E054E963BBC9}"/>
              </a:ext>
            </a:extLst>
          </p:cNvPr>
          <p:cNvSpPr/>
          <p:nvPr/>
        </p:nvSpPr>
        <p:spPr>
          <a:xfrm>
            <a:off x="3251200" y="5082309"/>
            <a:ext cx="997527" cy="68118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9A7B03-0E45-C520-605C-FF4A229EC65B}"/>
              </a:ext>
            </a:extLst>
          </p:cNvPr>
          <p:cNvGrpSpPr/>
          <p:nvPr/>
        </p:nvGrpSpPr>
        <p:grpSpPr>
          <a:xfrm>
            <a:off x="7134383" y="5573524"/>
            <a:ext cx="284400" cy="60480"/>
            <a:chOff x="7134383" y="5573524"/>
            <a:chExt cx="284400" cy="6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8FDB6C-5815-0A00-C001-BB777DFA20C5}"/>
                    </a:ext>
                  </a:extLst>
                </p14:cNvPr>
                <p14:cNvContentPartPr/>
                <p14:nvPr/>
              </p14:nvContentPartPr>
              <p14:xfrm>
                <a:off x="7134383" y="5573524"/>
                <a:ext cx="284400" cy="1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F3F907-6AC8-9E5B-18A3-0322772232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25383" y="5564524"/>
                  <a:ext cx="302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E8E2BB-AF00-7485-B4FF-D8C379630C01}"/>
                    </a:ext>
                  </a:extLst>
                </p14:cNvPr>
                <p14:cNvContentPartPr/>
                <p14:nvPr/>
              </p14:nvContentPartPr>
              <p14:xfrm>
                <a:off x="7157423" y="5623564"/>
                <a:ext cx="229680" cy="10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D9170FC-C85B-7048-08A3-6118F66FD4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48783" y="5614564"/>
                  <a:ext cx="247320" cy="2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C1E59-BF40-61BD-2778-D1F7EEACDEDE}"/>
              </a:ext>
            </a:extLst>
          </p:cNvPr>
          <p:cNvSpPr/>
          <p:nvPr/>
        </p:nvSpPr>
        <p:spPr>
          <a:xfrm>
            <a:off x="693812" y="4365104"/>
            <a:ext cx="1422470" cy="7172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Non-SAP</a:t>
            </a:r>
          </a:p>
        </p:txBody>
      </p:sp>
    </p:spTree>
    <p:extLst>
      <p:ext uri="{BB962C8B-B14F-4D97-AF65-F5344CB8AC3E}">
        <p14:creationId xmlns:p14="http://schemas.microsoft.com/office/powerpoint/2010/main" val="1988133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B2C1-2D72-48F5-D6C5-A17C95C8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HDI Container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6AE77-6D9D-323A-80AD-336A21B8B2E3}"/>
              </a:ext>
            </a:extLst>
          </p:cNvPr>
          <p:cNvSpPr txBox="1"/>
          <p:nvPr/>
        </p:nvSpPr>
        <p:spPr>
          <a:xfrm>
            <a:off x="164670" y="784925"/>
            <a:ext cx="111616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An HDI Container is also a </a:t>
            </a: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. But it is managed differently from a normal schema.</a:t>
            </a:r>
          </a:p>
          <a:p>
            <a:pPr defTabSz="914400">
              <a:defRPr/>
            </a:pPr>
            <a:endParaRPr lang="en-US" sz="1800" b="1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 -- How its created?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Manually create it in BTP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Application Managed HDI Container (You as developer ONLY work with App, App will talk to HANA to create and manage this schema to store/read data internally)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You cant access HDI Container using HANA Studio (Deprecated tool), We can use new SAP HANA Database Explorer, SAP HANA </a:t>
            </a:r>
            <a:r>
              <a:rPr lang="en-US" sz="1800" dirty="0" err="1">
                <a:solidFill>
                  <a:schemeClr val="bg1"/>
                </a:solidFill>
                <a:latin typeface="Calibri"/>
              </a:rPr>
              <a:t>WebIDE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 for OP or BAS to access HDI Container.</a:t>
            </a:r>
          </a:p>
          <a:p>
            <a:pPr defTabSz="914400">
              <a:defRPr/>
            </a:pPr>
            <a:endParaRPr lang="en-US" sz="1800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HDI -- Who creates it?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There is a new service in SAP HANA called SAP HDI (HANA Deployer Infrastructure) which is just a microservice responsible to managing the container. HDI Deployer is a component which is used to talk to this service from our app.</a:t>
            </a:r>
          </a:p>
          <a:p>
            <a:pPr defTabSz="914400"/>
            <a:endParaRPr lang="en-US" sz="18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5559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2947-8BD4-1919-0AE6-C14C8F6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Create HANA Cloud Instance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5A8D5-EF9E-9286-069A-7C912612B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56" r="7337"/>
          <a:stretch/>
        </p:blipFill>
        <p:spPr bwMode="auto">
          <a:xfrm>
            <a:off x="190016" y="1702420"/>
            <a:ext cx="5174395" cy="183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653BBD-DA91-2996-8A54-0B82D95D8890}"/>
              </a:ext>
            </a:extLst>
          </p:cNvPr>
          <p:cNvSpPr txBox="1"/>
          <p:nvPr/>
        </p:nvSpPr>
        <p:spPr>
          <a:xfrm>
            <a:off x="261763" y="779090"/>
            <a:ext cx="517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Login to your trial and navigate to your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dev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space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SAP HANA Cloud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Manage SAP HANA Cloud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SAP HANA Cloud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EF897-818D-A144-9DAA-ED76C105C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" t="15296"/>
          <a:stretch/>
        </p:blipFill>
        <p:spPr bwMode="auto">
          <a:xfrm>
            <a:off x="6674485" y="1527830"/>
            <a:ext cx="4543262" cy="19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F9ED8215-03AA-D8FB-EE7A-028B143BC7BD}"/>
              </a:ext>
            </a:extLst>
          </p:cNvPr>
          <p:cNvSpPr/>
          <p:nvPr/>
        </p:nvSpPr>
        <p:spPr>
          <a:xfrm>
            <a:off x="5617029" y="1733197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5EBF26E-6D84-D4F3-490D-2C8E2ECA0675}"/>
              </a:ext>
            </a:extLst>
          </p:cNvPr>
          <p:cNvSpPr/>
          <p:nvPr/>
        </p:nvSpPr>
        <p:spPr>
          <a:xfrm rot="5400000">
            <a:off x="8770215" y="3566145"/>
            <a:ext cx="351801" cy="474214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62670FC-3E42-A072-DD2C-754FA0F8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485" y="4017448"/>
            <a:ext cx="4805728" cy="265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E4A37-E533-D631-EC68-7557BDA3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4" y="3938076"/>
            <a:ext cx="5328976" cy="27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5D2515A-A0D2-B87A-B280-CC3F1560B881}"/>
              </a:ext>
            </a:extLst>
          </p:cNvPr>
          <p:cNvSpPr/>
          <p:nvPr/>
        </p:nvSpPr>
        <p:spPr>
          <a:xfrm rot="10800000">
            <a:off x="5926368" y="5151312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66864-1F90-CAC7-3886-475219B67685}"/>
              </a:ext>
            </a:extLst>
          </p:cNvPr>
          <p:cNvCxnSpPr/>
          <p:nvPr/>
        </p:nvCxnSpPr>
        <p:spPr>
          <a:xfrm>
            <a:off x="190016" y="3753010"/>
            <a:ext cx="5915500" cy="0"/>
          </a:xfrm>
          <a:prstGeom prst="line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8502F2-40B4-4D81-DD19-83B489ECC97A}"/>
              </a:ext>
            </a:extLst>
          </p:cNvPr>
          <p:cNvSpPr txBox="1"/>
          <p:nvPr/>
        </p:nvSpPr>
        <p:spPr>
          <a:xfrm>
            <a:off x="6105516" y="779090"/>
            <a:ext cx="56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Create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wizard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SAP HANA Cloud instance Type to create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Next Step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continue</a:t>
            </a:r>
          </a:p>
        </p:txBody>
      </p:sp>
    </p:spTree>
    <p:extLst>
      <p:ext uri="{BB962C8B-B14F-4D97-AF65-F5344CB8AC3E}">
        <p14:creationId xmlns:p14="http://schemas.microsoft.com/office/powerpoint/2010/main" val="3848172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Hands on – HANA Cloud Integration</a:t>
            </a:r>
            <a:endParaRPr lang="en-IN" sz="3600" dirty="0">
              <a:latin typeface="Cooper Black" panose="0208090404030B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33051-A262-4738-BE23-009A377F6D2B}"/>
              </a:ext>
            </a:extLst>
          </p:cNvPr>
          <p:cNvSpPr txBox="1"/>
          <p:nvPr/>
        </p:nvSpPr>
        <p:spPr>
          <a:xfrm>
            <a:off x="189756" y="908720"/>
            <a:ext cx="1180931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Pre-requisites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Check the version of CDS (which must be &gt; 2.0)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–v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Start a HANA cloud instance in SAP BTP</a:t>
            </a:r>
          </a:p>
          <a:p>
            <a:r>
              <a:rPr lang="en-US" sz="1800" dirty="0">
                <a:solidFill>
                  <a:schemeClr val="bg1"/>
                </a:solidFill>
              </a:rPr>
              <a:t>Main steps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Add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configuration to our app, which tell cap framework that the default </a:t>
            </a:r>
            <a:r>
              <a:rPr lang="en-US" sz="1800" dirty="0" err="1">
                <a:solidFill>
                  <a:schemeClr val="bg1"/>
                </a:solidFill>
              </a:rPr>
              <a:t>db</a:t>
            </a:r>
            <a:r>
              <a:rPr lang="en-US" sz="1800" dirty="0">
                <a:solidFill>
                  <a:schemeClr val="bg1"/>
                </a:solidFill>
              </a:rPr>
              <a:t> is now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–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add </a:t>
            </a:r>
            <a:r>
              <a:rPr lang="en-US" sz="1800" b="1" dirty="0" err="1">
                <a:solidFill>
                  <a:schemeClr val="bg1"/>
                </a:solidFill>
              </a:rPr>
              <a:t>hana</a:t>
            </a:r>
            <a:endParaRPr lang="en-US" sz="18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2.   Add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deployment format name to our project under </a:t>
            </a:r>
            <a:r>
              <a:rPr lang="en-IN" sz="1600" dirty="0" err="1">
                <a:solidFill>
                  <a:schemeClr val="bg1"/>
                </a:solidFill>
              </a:rPr>
              <a:t>cds</a:t>
            </a:r>
            <a:r>
              <a:rPr lang="en-IN" sz="1600" dirty="0">
                <a:solidFill>
                  <a:schemeClr val="bg1"/>
                </a:solidFill>
              </a:rPr>
              <a:t> section as below inside </a:t>
            </a:r>
            <a:r>
              <a:rPr lang="en-IN" sz="1600" dirty="0" err="1">
                <a:solidFill>
                  <a:schemeClr val="bg1"/>
                </a:solidFill>
              </a:rPr>
              <a:t>package.json</a:t>
            </a:r>
            <a:r>
              <a:rPr lang="en-IN" sz="1600" dirty="0">
                <a:solidFill>
                  <a:schemeClr val="bg1"/>
                </a:solidFill>
              </a:rPr>
              <a:t> file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hana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":{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"deploy-format":"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hdbtable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3. Since the first step added the </a:t>
            </a:r>
            <a:r>
              <a:rPr lang="en-IN" sz="1600" dirty="0" err="1">
                <a:solidFill>
                  <a:schemeClr val="bg1"/>
                </a:solidFill>
              </a:rPr>
              <a:t>hdb</a:t>
            </a:r>
            <a:r>
              <a:rPr lang="en-IN" sz="1600" dirty="0">
                <a:solidFill>
                  <a:schemeClr val="bg1"/>
                </a:solidFill>
              </a:rPr>
              <a:t> node module, we need to install it. Run </a:t>
            </a:r>
            <a:r>
              <a:rPr lang="en-IN" sz="1600" b="1" dirty="0" err="1">
                <a:solidFill>
                  <a:schemeClr val="bg1"/>
                </a:solidFill>
              </a:rPr>
              <a:t>npm</a:t>
            </a:r>
            <a:r>
              <a:rPr lang="en-IN" sz="1600" b="1" dirty="0">
                <a:solidFill>
                  <a:schemeClr val="bg1"/>
                </a:solidFill>
              </a:rPr>
              <a:t> install</a:t>
            </a:r>
          </a:p>
          <a:p>
            <a:r>
              <a:rPr lang="en-IN" sz="1600" dirty="0">
                <a:solidFill>
                  <a:schemeClr val="bg1"/>
                </a:solidFill>
              </a:rPr>
              <a:t>4. We need to perform a build, which will create all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files which will be deployed to HANA cloud.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build --production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5. We need to login to cloud foundry from BAS – </a:t>
            </a:r>
            <a:r>
              <a:rPr lang="en-IN" sz="1600" b="1" dirty="0" err="1">
                <a:solidFill>
                  <a:schemeClr val="bg1"/>
                </a:solidFill>
              </a:rPr>
              <a:t>cf</a:t>
            </a:r>
            <a:r>
              <a:rPr lang="en-IN" sz="1600" b="1" dirty="0">
                <a:solidFill>
                  <a:schemeClr val="bg1"/>
                </a:solidFill>
              </a:rPr>
              <a:t> login</a:t>
            </a:r>
          </a:p>
          <a:p>
            <a:r>
              <a:rPr lang="en-IN" sz="1600" dirty="0">
                <a:solidFill>
                  <a:schemeClr val="bg1"/>
                </a:solidFill>
              </a:rPr>
              <a:t>6. Finally we need to deploy the DB and everything to SAP HANA Cloud –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deploy --to </a:t>
            </a:r>
            <a:r>
              <a:rPr lang="en-IN" sz="1600" b="1" dirty="0" err="1">
                <a:solidFill>
                  <a:schemeClr val="bg1"/>
                </a:solidFill>
              </a:rPr>
              <a:t>hana:batman</a:t>
            </a:r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7. We fixed issues related to excel format of HANA and changed the size of field </a:t>
            </a:r>
            <a:r>
              <a:rPr lang="en-IN" sz="1600" dirty="0" err="1">
                <a:solidFill>
                  <a:schemeClr val="bg1"/>
                </a:solidFill>
              </a:rPr>
              <a:t>bankid</a:t>
            </a:r>
            <a:r>
              <a:rPr lang="en-IN" sz="1600" dirty="0">
                <a:solidFill>
                  <a:schemeClr val="bg1"/>
                </a:solidFill>
              </a:rPr>
              <a:t> for employee, redo the build and deploy</a:t>
            </a:r>
          </a:p>
          <a:p>
            <a:r>
              <a:rPr lang="en-IN" sz="1600" dirty="0">
                <a:solidFill>
                  <a:schemeClr val="bg1"/>
                </a:solidFill>
              </a:rPr>
              <a:t>8. If deployment worked, a new file </a:t>
            </a:r>
            <a:r>
              <a:rPr lang="en-IN" sz="1600" b="1" dirty="0" err="1">
                <a:solidFill>
                  <a:schemeClr val="bg1"/>
                </a:solidFill>
              </a:rPr>
              <a:t>cdsrc-private.json</a:t>
            </a:r>
            <a:r>
              <a:rPr lang="en-IN" sz="1600" b="1" dirty="0">
                <a:solidFill>
                  <a:schemeClr val="bg1"/>
                </a:solidFill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gets created automatically, this file contain the information about which container in SAP BTP HANA Cloud to connect to. And the private key is stored in this file.</a:t>
            </a:r>
          </a:p>
          <a:p>
            <a:r>
              <a:rPr lang="en-IN" sz="1600" dirty="0">
                <a:solidFill>
                  <a:schemeClr val="bg1"/>
                </a:solidFill>
              </a:rPr>
              <a:t>9. Provide the credentials which will be used to connect database, start using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watch --profile hybrid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"credentials": 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"database": "batman-key"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6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6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7818</TotalTime>
  <Words>1439</Words>
  <Application>Microsoft Office PowerPoint</Application>
  <PresentationFormat>Custom</PresentationFormat>
  <Paragraphs>163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Amasis MT Pro Black</vt:lpstr>
      <vt:lpstr>Arial</vt:lpstr>
      <vt:lpstr>Arial Black</vt:lpstr>
      <vt:lpstr>Calibri</vt:lpstr>
      <vt:lpstr>Consolas</vt:lpstr>
      <vt:lpstr>Cooper Black</vt:lpstr>
      <vt:lpstr>Segoe UI</vt:lpstr>
      <vt:lpstr>Segoe UI Light</vt:lpstr>
      <vt:lpstr>Wingdings</vt:lpstr>
      <vt:lpstr>Office Theme</vt:lpstr>
      <vt:lpstr>SAP BTP Extension Suite Training</vt:lpstr>
      <vt:lpstr>PowerPoint Presentation</vt:lpstr>
      <vt:lpstr>Agenda – Day 10</vt:lpstr>
      <vt:lpstr>Object page</vt:lpstr>
      <vt:lpstr>Create Fiori App using Annotation</vt:lpstr>
      <vt:lpstr>Association v.s Composition</vt:lpstr>
      <vt:lpstr>PowerPoint Presentation</vt:lpstr>
      <vt:lpstr>Hands on: Create &amp; F4 Enablement for app</vt:lpstr>
      <vt:lpstr>Hands on : Fiori App</vt:lpstr>
      <vt:lpstr>Create Fiori App using Annotation</vt:lpstr>
      <vt:lpstr>Association v.s Composition</vt:lpstr>
      <vt:lpstr>Hands on: Create &amp; F4 Enablement for app</vt:lpstr>
      <vt:lpstr>Challenges to share code</vt:lpstr>
      <vt:lpstr>Git and Git HUB</vt:lpstr>
      <vt:lpstr>Introduction to HANA Cloud</vt:lpstr>
      <vt:lpstr>HANA Cloud v/s On-premise</vt:lpstr>
      <vt:lpstr>What is Schema in HANA</vt:lpstr>
      <vt:lpstr>HDI Container</vt:lpstr>
      <vt:lpstr>Hands on - Create HANA Cloud Instance</vt:lpstr>
      <vt:lpstr>Hands on – HANA Cloud Integration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278</cp:revision>
  <dcterms:created xsi:type="dcterms:W3CDTF">2013-09-12T13:05:01Z</dcterms:created>
  <dcterms:modified xsi:type="dcterms:W3CDTF">2026-01-28T08:06:05Z</dcterms:modified>
</cp:coreProperties>
</file>