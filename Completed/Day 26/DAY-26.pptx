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notesSlides/notesSlide6.xml" ContentType="application/vnd.openxmlformats-officedocument.presentationml.notesSlide+xml"/>
  <Override PartName="/ppt/ink/ink122.xml" ContentType="application/inkml+xml"/>
  <Override PartName="/ppt/notesSlides/notesSlide7.xml" ContentType="application/vnd.openxmlformats-officedocument.presentationml.notesSlide+xml"/>
  <Override PartName="/ppt/ink/ink123.xml" ContentType="application/inkml+xml"/>
  <Override PartName="/ppt/notesSlides/notesSlide8.xml" ContentType="application/vnd.openxmlformats-officedocument.presentationml.notesSlide+xml"/>
  <Override PartName="/ppt/ink/ink124.xml" ContentType="application/inkml+xml"/>
  <Override PartName="/ppt/notesSlides/notesSlide9.xml" ContentType="application/vnd.openxmlformats-officedocument.presentationml.notesSlide+xml"/>
  <Override PartName="/ppt/ink/ink125.xml" ContentType="application/inkml+xml"/>
  <Override PartName="/ppt/notesSlides/notesSlide10.xml" ContentType="application/vnd.openxmlformats-officedocument.presentationml.notesSlide+xml"/>
  <Override PartName="/ppt/ink/ink126.xml" ContentType="application/inkml+xml"/>
  <Override PartName="/ppt/notesSlides/notesSlide11.xml" ContentType="application/vnd.openxmlformats-officedocument.presentationml.notesSlide+xml"/>
  <Override PartName="/ppt/ink/ink127.xml" ContentType="application/inkml+xml"/>
  <Override PartName="/ppt/notesSlides/notesSlide12.xml" ContentType="application/vnd.openxmlformats-officedocument.presentationml.notesSlide+xml"/>
  <Override PartName="/ppt/ink/ink128.xml" ContentType="application/inkml+xml"/>
  <Override PartName="/ppt/notesSlides/notesSlide13.xml" ContentType="application/vnd.openxmlformats-officedocument.presentationml.notesSlide+xml"/>
  <Override PartName="/ppt/ink/ink129.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3"/>
  </p:notesMasterIdLst>
  <p:sldIdLst>
    <p:sldId id="256" r:id="rId4"/>
    <p:sldId id="402" r:id="rId5"/>
    <p:sldId id="276" r:id="rId6"/>
    <p:sldId id="4815" r:id="rId7"/>
    <p:sldId id="345" r:id="rId8"/>
    <p:sldId id="350" r:id="rId9"/>
    <p:sldId id="351" r:id="rId10"/>
    <p:sldId id="352" r:id="rId11"/>
    <p:sldId id="4807" r:id="rId12"/>
    <p:sldId id="4808" r:id="rId13"/>
    <p:sldId id="4809" r:id="rId14"/>
    <p:sldId id="425" r:id="rId15"/>
    <p:sldId id="4810" r:id="rId16"/>
    <p:sldId id="426" r:id="rId17"/>
    <p:sldId id="357" r:id="rId18"/>
    <p:sldId id="4813" r:id="rId19"/>
    <p:sldId id="4814" r:id="rId20"/>
    <p:sldId id="419" r:id="rId21"/>
    <p:sldId id="409" r:id="rId22"/>
  </p:sldIdLst>
  <p:sldSz cx="12188825" cy="6858000"/>
  <p:notesSz cx="6858000" cy="9144000"/>
  <p:embeddedFontLst>
    <p:embeddedFont>
      <p:font typeface="Arial Black" panose="020B0A04020102020204" pitchFamily="34" charset="0"/>
      <p:regular r:id="rId24"/>
      <p:bold r:id="rId25"/>
    </p:embeddedFont>
    <p:embeddedFont>
      <p:font typeface="Cambria" panose="02040503050406030204" pitchFamily="18" charset="0"/>
      <p:regular r:id="rId26"/>
      <p:bold r:id="rId27"/>
      <p:italic r:id="rId28"/>
      <p:boldItalic r:id="rId29"/>
    </p:embeddedFont>
    <p:embeddedFont>
      <p:font typeface="Consolas" panose="020B0609020204030204" pitchFamily="49" charset="0"/>
      <p:regular r:id="rId30"/>
      <p:bold r:id="rId31"/>
      <p:italic r:id="rId32"/>
      <p:boldItalic r:id="rId33"/>
    </p:embeddedFont>
    <p:embeddedFont>
      <p:font typeface="Cooper Black" panose="0208090404030B020404" pitchFamily="18" charset="0"/>
      <p:regular r:id="rId34"/>
    </p:embeddedFont>
    <p:embeddedFont>
      <p:font typeface="Corben" panose="020B0604020202020204" charset="0"/>
      <p:bold r:id="rId35"/>
    </p:embeddedFont>
    <p:embeddedFont>
      <p:font typeface="Open Sans" panose="020B0606030504020204" pitchFamily="34" charset="0"/>
      <p:regular r:id="rId36"/>
      <p:bold r:id="rId37"/>
      <p:italic r:id="rId38"/>
      <p:boldItalic r:id="rId39"/>
    </p:embeddedFont>
    <p:embeddedFont>
      <p:font typeface="Quattrocento Sans" panose="020B0502050000020003" pitchFamily="34" charset="0"/>
      <p:regular r:id="rId40"/>
      <p:bold r:id="rId41"/>
      <p:italic r:id="rId42"/>
      <p:boldItalic r:id="rId43"/>
    </p:embeddedFont>
    <p:embeddedFont>
      <p:font typeface="Segoe UI" panose="020B0502040204020203" pitchFamily="34" charset="0"/>
      <p:regular r:id="rId44"/>
      <p:bold r:id="rId45"/>
      <p:italic r:id="rId46"/>
      <p:boldItalic r:id="rId47"/>
    </p:embeddedFont>
    <p:embeddedFont>
      <p:font typeface="Segoe UI Light" panose="020B0502040204020203" pitchFamily="34" charset="0"/>
      <p:regular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8.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6.fntdata"/><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2.xml"/><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font" Target="fonts/font25.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7.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font" Target="fonts/font26.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4:39:43.380"/>
    </inkml:context>
    <inkml:brush xml:id="br0">
      <inkml:brushProperty name="width" value="0.05" units="cm"/>
      <inkml:brushProperty name="height" value="0.05" units="cm"/>
    </inkml:brush>
  </inkml:definitions>
  <inkml:trace contextRef="#ctx0" brushRef="#br0">1 0 24575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5.612"/>
    </inkml:context>
    <inkml:brush xml:id="br0">
      <inkml:brushProperty name="width" value="0.05" units="cm"/>
      <inkml:brushProperty name="height" value="0.05" units="cm"/>
    </inkml:brush>
  </inkml:definitions>
  <inkml:trace contextRef="#ctx0" brushRef="#br0">52 106 24575,'-1'-5'0,"0"0"0,-1 0 0,0 0 0,0 1 0,0-1 0,0 1 0,-1-1 0,1 1 0,-5-4 0,3 1 0,-1 0 0,1 0 0,1 0 0,-1 0 0,-3-13 0,19 67 0,10 53 0,-13-62 0,-1 1 0,4 47 0,1 18 97,-7-64-1559,-4-24-5364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5.862"/>
    </inkml:context>
    <inkml:brush xml:id="br0">
      <inkml:brushProperty name="width" value="0.05" units="cm"/>
      <inkml:brushProperty name="height" value="0.05" units="cm"/>
    </inkml:brush>
  </inkml:definitions>
  <inkml:trace contextRef="#ctx0" brushRef="#br0">67 524 24575,'-11'-30'0,"-33"-115"0,40 128 0,1 1 0,1-1 0,0 0 0,2 0 0,0 1 0,4-33 0,-2 37-278,7-31-3453,-8 41 3533,0-1-1,1 1 1,-1-1 0,0 1 0,1-1 0,0 1 0,0 0-1,-1-1 1,1 1 0,0 0 0,1 0 0,-1 1-1,3-3 1,8-5 113,-1-1-1,19-19 1,15-12 905,-40 37 198,0 0 0,0 1 0,0 0 0,6-3 0,-9 5-951,0 1 0,0-1 0,0 1 1,0 0-1,1 0 0,-1 0 1,0 0-1,0 1 0,0-1 1,0 1-1,0 0 0,0 0 0,0 0 1,0 0-1,0 0 0,-1 0 1,1 1-1,0 0 0,-1-1 1,4 4-1,4 3-138,-1 0 1,0 0-1,14 17 0,-16-16 90,0 1 0,0 1 0,-1-1 0,-1 1 0,0 0 0,0 0 0,-1 0 0,0 1 0,-1 0 0,0 0 0,-1-1 0,-1 1 0,0 1 0,0-1 0,-1 0 0,-1 0 0,-2 16 0,2-18-97,-1-1 0,-1 1 1,0-1-1,0 0 1,-1 0-1,0 0 1,0 0-1,-1 0 0,0-1 1,0 0-1,-1 0 1,-1-1-1,1 1 1,-1-1-1,0-1 0,-1 1 1,1-1-1,-1 0 1,0-1-1,-1 0 1,-16 7-1,7-5-6748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6.222"/>
    </inkml:context>
    <inkml:brush xml:id="br0">
      <inkml:brushProperty name="width" value="0.05" units="cm"/>
      <inkml:brushProperty name="height" value="0.05" units="cm"/>
    </inkml:brush>
  </inkml:definitions>
  <inkml:trace contextRef="#ctx0" brushRef="#br0">2 8 24575,'-1'16'0,"1"-12"0,-1 0 0,1 0 0,0 0 0,0 0 0,1-1 0,-1 1 0,1 0 0,-1 0 0,1 0 0,1-1 0,-1 1 0,0 0 0,1-1 0,0 1 0,3 4 0,38 36 0,-32-34 0,0 0 0,15 21 0,-20-23 0,-1-1 0,0 1 0,0 0 0,-1 1 0,5 12 0,-9-19 0,1 0 0,0 0 0,-1 0 0,1 0 0,-1 0 0,0 0 0,0 0 0,0 1 0,0-1 0,0 0 0,0 0 0,-1 0 0,1 0 0,-1 0 0,1 0 0,-1 1 0,0-1 0,0 0 0,0-1 0,0 1 0,0 0 0,0 0 0,0 0 0,-1-1 0,1 1 0,-1 0 0,1-1 0,-1 0 0,-2 2 0,4-2 0,-1-1 0,0 1 0,0 0 0,1-1 0,-1 1 0,0-1 0,0 0 0,0 1 0,0-1 0,0 0 0,1 1 0,-1-1 0,0 0 0,0 0 0,0 0 0,0 0 0,0 0 0,0 0 0,0 0 0,0 0 0,0 0 0,0 0 0,0 0 0,0-1 0,0 1 0,-1-1 0,1 0 0,-1 0 0,1-1 0,0 1 0,0 0 0,0-1 0,0 1 0,0-1 0,0 1 0,0-1 0,0 1 0,1-1 0,-1 0 0,0-1 0,-2-7 0,1 0 0,1-1 0,-2-15 0,4 11 0,0 1 0,1 0 0,0 0 0,1 0 0,1 0 0,0 1 0,1-1 0,12-23 0,2 6 0,-16 21 0,-3 8 0,0 1 0,0-1 0,1 0 0,-1 0 0,1 1 0,-1-1 0,1 0 0,0 1 0,-1-1 0,1 1 0,0-1 0,0 1 0,0-1 0,0 1 0,1 0 0,-1-1 0,0 1 0,0 0 0,1 0 0,-1 0 0,1 0 0,-1 0 0,1 0 0,-1 0 0,1 1 0,0-1 0,-1 1 0,1-1 0,0 1 0,0-1 0,-1 1 0,1 0 0,2 0 0,16-1-1365,-2 2-5461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6.625"/>
    </inkml:context>
    <inkml:brush xml:id="br0">
      <inkml:brushProperty name="width" value="0.05" units="cm"/>
      <inkml:brushProperty name="height" value="0.05" units="cm"/>
    </inkml:brush>
  </inkml:definitions>
  <inkml:trace contextRef="#ctx0" brushRef="#br0">38 144 24575,'-30'3'0,"23"3"0,7-6 0,0 1 0,0-1 0,1 1 0,-1-1 0,1 1 0,-1-1 0,0 1 0,1-1 0,-1 1 0,1-1 0,-1 0 0,1 1 0,-1-1 0,1 0 0,0 1 0,-1-1 0,1 0 0,-1 0 0,1 0 0,1 1 0,3 0 0,0 0 0,1 0 0,0 0 0,-1 0 0,1-1 0,7-1 0,16 3 0,-1 2 0,37 5 0,-60-9 0,-1 0 0,0 0 0,1 0 0,-1-1 0,1 1 0,-1-1 0,0 0 0,0-1 0,1 1 0,-1-1 0,7-3 0,-9 4 0,-1-1 0,1 1 0,0 0 0,-1-1 0,1 1 0,-1-1 0,0 1 0,1-1 0,-1 0 0,0 0 0,0 0 0,0 1 0,0-1 0,0 0 0,-1 0 0,1 0 0,-1 0 0,1-3 0,0 1 0,-1 0 0,0 0 0,0 1 0,-1-1 0,1 0 0,-1 0 0,0 0 0,0 1 0,-2-7 0,0 4 0,0 0 0,0-1 0,0 1 0,-1 1 0,0-1 0,0 0 0,-1 1 0,0 0 0,1 0 0,-11-8 0,12 11 0,-1 0 0,1 0 0,-1 0 0,0 0 0,1 1 0,-1-1 0,0 1 0,0 0 0,0 0 0,0 1 0,0-1 0,0 1 0,0-1 0,0 1 0,0 1 0,0-1 0,-5 1 0,6 0 0,0 1 0,1-1 0,-1 0 0,0 1 0,1-1 0,-1 1 0,1 0 0,-1 0 0,1 0 0,0 0 0,0 0 0,0 0 0,0 1 0,0-1 0,0 1 0,1-1 0,-1 1 0,1 0 0,0 0 0,0-1 0,0 1 0,0 0 0,-1 4 0,0 5-65,0 1 0,1-1 0,1 0 0,0 0 0,0 0 0,1 1 0,1-1 0,0 0 0,0 0 0,2 0 0,-1-1 0,1 1 0,1-1 0,0 0 0,1 0 0,0 0 0,0-1 0,1 0 0,1 0 0,9 9 0,3 1-6761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6.888"/>
    </inkml:context>
    <inkml:brush xml:id="br0">
      <inkml:brushProperty name="width" value="0.05" units="cm"/>
      <inkml:brushProperty name="height" value="0.05" units="cm"/>
    </inkml:brush>
  </inkml:definitions>
  <inkml:trace contextRef="#ctx0" brushRef="#br0">218 93 24575,'-15'-14'0,"-38"-33"0,48 42 0,-1 1 0,0 1 0,0-1 0,0 1 0,0 0 0,0 1 0,0-1 0,-8-1 0,13 4 0,-1 0 0,0-1 0,1 1 0,-1 0 0,1 0 0,-1 1 0,1-1 0,-1 0 0,1 0 0,-1 1 0,1-1 0,0 1 0,-1-1 0,1 1 0,-1 0 0,1-1 0,0 1 0,-2 2 0,0-1 0,0 1 0,0 0 0,1-1 0,-1 1 0,1 1 0,0-1 0,-2 5 0,-3 5 0,2 2 0,-8 26 0,11-36 0,-1 4 0,1 1 0,0 1 0,0-1 0,1 0 0,0 0 0,1 1 0,0-1 0,1 0 0,0 0 0,1 1 0,0-1 0,0 0 0,1 0 0,0-1 0,1 1 0,0 0 0,8 13 0,-10-21 25,0 0-1,-1 0 0,1 0 1,0 0-1,0-1 0,0 1 1,1-1-1,-1 1 0,0-1 1,0 0-1,1 0 0,-1 0 1,6 2-1,32 3-1534,-38-6 1314,24 2-6630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7.529"/>
    </inkml:context>
    <inkml:brush xml:id="br0">
      <inkml:brushProperty name="width" value="0.05" units="cm"/>
      <inkml:brushProperty name="height" value="0.05" units="cm"/>
    </inkml:brush>
  </inkml:definitions>
  <inkml:trace contextRef="#ctx0" brushRef="#br0">58 127 24575,'-8'-9'0,"1"2"0,0 0 0,1 0 0,0-1 0,-10-15 0,15 20 0,0-1 0,-1 1 0,1-1 0,0 1 0,1-1 0,-1 1 0,1-1 0,-1 1 0,1-1 0,0 0 0,0 1 0,1-1 0,-1 1 0,1-1 0,0 0 0,2-5 0,-4 15 0,1 0 0,0 1 0,0-1 0,1 0 0,0 0 0,0 0 0,2 6 0,15 60 0,-14-61 0,13 58 0,21 64 0,-33-118 0,-2 1 0,0-1 0,0 1 0,-1-1 0,-1 1 0,-2 24 0,1-17 0,4 40 0,-4-63 0,0 0 0,1 0 0,-1 0 0,0 0 0,0 0 0,0 0 0,0 0 0,0-1 0,0 1 0,0 0 0,0 0 0,0 0 0,0 0 0,0 0 0,1 0 0,-1 0 0,0 0 0,0 0 0,0 0 0,0 0 0,0 0 0,0 0 0,0 0 0,0 0 0,0 0 0,1 0 0,-1 0 0,0 0 0,0 0 0,0 0 0,0 0 0,0 0 0,0 0 0,0 0 0,0 0 0,0 1 0,0-1 0,0 0 0,1 0 0,-1 0 0,0 0 0,0 0 0,0 0 0,0 0 0,0 0 0,0 0 0,0 0 0,0 0 0,0 0 0,0 1 0,0-1 0,0 0 0,0 0 0,0 0 0,0 0 0,0 0 0,0 0 0,0 0 0,0 0 0,0 0 0,0 1 0,0-1 0,0 0 0,6-12 0,5-20 0,-5 7 0,2 1 0,0-1 0,2 2 0,0-1 0,2 1 0,16-23 0,-19 34-135,-4 5-241,-1 0 0,2 0 0,-1 1 0,1 0 0,9-8 0,-13 13 288,-1 0 0,0 0 0,1 0 0,-1 1 0,0-1-1,1 0 1,-1 1 0,1-1 0,-1 1 0,1 0-1,-1-1 1,1 1 0,-1 0 0,1 0 0,-1 0 0,1 0-1,-1 0 1,1 1 0,-1-1 0,1 0 0,-1 1 0,1-1-1,-1 1 1,0-1 0,1 1 0,-1-1 0,1 1-1,-1 0 1,0 0 0,0 0 0,0 0 0,1 0 0,-1 0-1,0 0 1,0 0 0,1 2 0,13 16-303,0 0 1,-2 1-1,17 32 1,7 27 5109,-27-56-10414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7.904"/>
    </inkml:context>
    <inkml:brush xml:id="br0">
      <inkml:brushProperty name="width" value="0.05" units="cm"/>
      <inkml:brushProperty name="height" value="0.05" units="cm"/>
    </inkml:brush>
  </inkml:definitions>
  <inkml:trace contextRef="#ctx0" brushRef="#br0">3 199 24575,'-1'-10'0,"1"9"0,0 0 0,0 0 0,-1 1 0,1-1 0,0 0 0,0 0 0,0 0 0,0 1 0,0-1 0,0 0 0,0 0 0,1 0 0,-1 1 0,0-1 0,0 0 0,1 0 0,-1 1 0,0-1 0,1 0 0,-1 1 0,1-1 0,-1 0 0,1 1 0,-1-1 0,1 0 0,-1 1 0,1-1 0,0 1 0,-1-1 0,1 1 0,0 0 0,-1-1 0,1 1 0,0 0 0,-1-1 0,1 1 0,0 0 0,0 0 0,0-1 0,-1 1 0,1 0 0,0 0 0,0 0 0,0 0 0,0 1 0,60-6 0,3 1 0,-59 3 0,0 0 0,0 0 0,1-1 0,-1 1 0,0-1 0,0 0 0,-1-1 0,1 1 0,5-5 0,-8 6 0,-1 0 0,0 0 0,1 0 0,-1-1 0,0 1 0,1 0 0,-1-1 0,0 1 0,0-1 0,0 0 0,0 1 0,-1-1 0,1 0 0,0 1 0,-1-1 0,1 0 0,-1 0 0,0 0 0,1 0 0,-1 1 0,0-4 0,0 2 0,-1 0 0,0-1 0,0 1 0,0 0 0,0 0 0,0 0 0,0-1 0,-1 1 0,0 1 0,1-1 0,-4-4 0,1 2 0,0 0 0,0 1 0,-1-1 0,0 1 0,0-1 0,0 1 0,0 1 0,-1-1 0,1 1 0,-1 0 0,0 0 0,-7-2 0,9 4 0,1 1 0,-1-1 0,1 1 0,-1-1 0,0 1 0,1 0 0,-1 0 0,0 1 0,1-1 0,-1 1 0,1 0 0,-1 0 0,1 0 0,-1 0 0,1 0 0,-1 1 0,1 0 0,-6 3 0,5-1 0,0 0 0,0 0 0,0 0 0,1 1 0,-1-1 0,1 1 0,0 0 0,1 0 0,-1 0 0,1 0 0,-2 7 0,-1 3 0,1 0 0,1 1 0,1-1 0,0 1 0,1 0 0,0 0 0,4 30 0,-2-40 20,0 0 0,0 0 0,1 0 1,-1-1-1,1 1 0,1-1 0,-1 1 0,1-1 0,0 0 0,0 0 0,0 0 0,1 0 0,0 0 0,0-1 0,0 0 0,8 7 1,-4-6-192,0 0 0,1 0 1,-1-1-1,1 0 0,0-1 1,0 0-1,0 0 0,0-1 1,16 2-1,14 0-6655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8.574"/>
    </inkml:context>
    <inkml:brush xml:id="br0">
      <inkml:brushProperty name="width" value="0.05" units="cm"/>
      <inkml:brushProperty name="height" value="0.05" units="cm"/>
    </inkml:brush>
  </inkml:definitions>
  <inkml:trace contextRef="#ctx0" brushRef="#br0">166 298 24575,'0'-5'0,"0"-1"0,0 0 0,0 1 0,-1-1 0,1 0 0,-3-8 0,2 13 0,1 0 0,0 0 0,-1 1 0,1-1 0,-1 0 0,1 0 0,-1 0 0,1 0 0,-1 1 0,0-1 0,1 0 0,-1 1 0,0-1 0,1 0 0,-1 1 0,0-1 0,0 1 0,0-1 0,0 1 0,1 0 0,-1-1 0,0 1 0,0 0 0,0 0 0,0-1 0,0 1 0,0 0 0,0 0 0,0 0 0,0 0 0,0 0 0,0 0 0,0 0 0,0 1 0,0-1 0,1 0 0,-1 0 0,0 1 0,0-1 0,-1 1 0,-5 3 0,-1-1 0,1 1 0,0 0 0,1 1 0,-1 0 0,1 0 0,0 0 0,0 1 0,0 0 0,1 0 0,0 0 0,-7 12 0,6-8 0,1-1 0,0 1 0,0 0 0,1 0 0,0 1 0,1 0 0,0-1 0,-2 20 0,5-26 0,-1 1 0,1-1 0,0 0 0,1 0 0,-1 0 0,1 0 0,-1 0 0,1 0 0,0 0 0,1-1 0,-1 1 0,1 0 0,0 0 0,0-1 0,0 1 0,0-1 0,0 0 0,1 0 0,-1 1 0,6 3 0,-2-3 0,-1 0 0,0-1 0,1 0 0,-1 0 0,1-1 0,0 0 0,0 1 0,0-2 0,0 1 0,0-1 0,1 0 0,10 0 0,-1 0 0,0-1 0,-1-1 0,1-1 0,0 0 0,-1-1 0,1 0 0,-1-1 0,0-1 0,0-1 0,24-12 0,-31 13 0,0 0 0,0 0 0,0-1 0,-1 0 0,0 0 0,0-1 0,0 0 0,-1 0 0,0 0 0,-1-1 0,0 0 0,0 0 0,0 0 0,-1-1 0,0 0 0,-1 1 0,0-1 0,0-1 0,1-9 0,-2 1 0,-1-1 0,0 1 0,-2-1 0,0 1 0,-1 0 0,-4-20 0,-2 4 0,-1 0 0,-19-42 0,10 40 0,11 26 0,9 27 0,105 373-5653,-75-300 11306,-32-92-5653,1 0 0,-1-1 0,0 1 0,1-1 0,0 1 0,0 0 0,-1-1 0,1 1 0,1 0 0,-1 0 0,0 0 0,1 0 0,-1 0 0,1 0 0,1-2 0,39-42 0,-13 15 0,11-21 0,-25 31 0,1 1 0,25-26 0,-37 43 0,-1 0 0,0 0 0,0 0 0,0 0 0,0-1 0,-1 1 0,0-1 0,5-7 0,-7 11 0,0-1 0,0 1 0,0 0 0,0 0 0,0 0 0,0 0 0,0 0 0,0-1 0,0 1 0,0 0 0,0 0 0,0 0 0,0 0 0,0 0 0,0-1 0,0 1 0,0 0 0,0 0 0,0 0 0,0 0 0,0 0 0,0-1 0,0 1 0,0 0 0,0 0 0,0 0 0,0 0 0,0 0 0,0-1 0,0 1 0,0 0 0,-1 0 0,1 0 0,0 0 0,0 0 0,0 0 0,0 0 0,0-1 0,0 1 0,-1 0 0,1 0 0,-7 2 0,-8 7 0,-34 22 0,34-23 0,0 1 0,-24 19 0,36-25 0,-1 0 0,1 0 0,0 1 0,0-1 0,0 1 0,1 0 0,-1 0 0,1 0 0,0 0 0,0 0 0,0 1 0,0-1 0,1 1 0,-2 7 0,3-9 0,0 0 0,0-1 0,1 1 0,-1-1 0,0 1 0,1-1 0,0 1 0,0-1 0,0 1 0,0-1 0,0 0 0,0 0 0,0 1 0,1-1 0,-1 0 0,1 0 0,0 0 0,-1 0 0,1-1 0,3 3 0,6 5 0,-1-1 0,21 11 0,-19-12 0,48 28-1365,-33-19-5461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9.024"/>
    </inkml:context>
    <inkml:brush xml:id="br0">
      <inkml:brushProperty name="width" value="0.05" units="cm"/>
      <inkml:brushProperty name="height" value="0.05" units="cm"/>
    </inkml:brush>
  </inkml:definitions>
  <inkml:trace contextRef="#ctx0" brushRef="#br0">104 1 24575,'-3'3'0,"-7"1"0,-9 3 0,-3 3 0,-2 1 0,6-2 0,10-3 0,13-2 0,14-2 0,13-1 0,12-1 0,9 0 0,7-1 0,4 1 0,-2-4 0,-2 0 0,-11 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9.379"/>
    </inkml:context>
    <inkml:brush xml:id="br0">
      <inkml:brushProperty name="width" value="0.05" units="cm"/>
      <inkml:brushProperty name="height" value="0.05" units="cm"/>
    </inkml:brush>
  </inkml:definitions>
  <inkml:trace contextRef="#ctx0" brushRef="#br0">156 140 24575,'2'-1'0,"0"1"0,0-1 0,-1 1 0,1-1 0,0 0 0,-1 0 0,1 0 0,-1 0 0,1 0 0,-1 0 0,1 0 0,-1 0 0,0-1 0,1 1 0,-1 0 0,0-1 0,0 1 0,1-3 0,16-29 0,-17 29 0,0 0 0,0 1 0,-1-1 0,1 1 0,-1-1 0,0 0 0,0 0 0,0 1 0,0-1 0,-1 0 0,1 1 0,-1-1 0,0 1 0,0-1 0,0 1 0,-3-7 0,3 9 0,0 0 0,0 0 0,0-1 0,0 1 0,1 0 0,-1 0 0,-1 0 0,1 0 0,0 0 0,0 1 0,0-1 0,0 0 0,-1 0 0,1 1 0,0-1 0,-1 1 0,-2-2 0,2 2 0,0 0 0,0 0 0,0 0 0,0 1 0,0-1 0,0 0 0,0 1 0,0-1 0,0 1 0,0 0 0,0 0 0,0-1 0,1 1 0,-1 0 0,0 1 0,-2 1 0,-4 3 0,1 1 0,0 0 0,0 1 0,0 0 0,1 0 0,0 0 0,-7 16 0,-28 66 0,33-71 0,1 1 0,1 0 0,1 0 0,1 0 0,1 0 0,-2 34 0,5-47 0,1 0 0,-1 0 0,1 0 0,1 0 0,-1-1 0,1 1 0,0-1 0,1 1 0,-1-1 0,6 8 0,-6-10 0,2 0 0,-1 0 0,0 0 0,1 0 0,0 0 0,0-1 0,0 0 0,0 0 0,0 0 0,1 0 0,-1-1 0,1 1 0,0-1 0,0 0 0,5 1 0,10 1-273,1 0 0,-1-1 0,1-1 0,28-1 0,-13-2-6553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2:59.721"/>
    </inkml:context>
    <inkml:brush xml:id="br0">
      <inkml:brushProperty name="width" value="0.05" units="cm"/>
      <inkml:brushProperty name="height" value="0.05" units="cm"/>
    </inkml:brush>
  </inkml:definitions>
  <inkml:trace contextRef="#ctx0" brushRef="#br0">81 132 24575,'-50'-18'0,"19"7"0,61 23 0,9 3 0,45 24 0,-74-33 0,1 0 0,-1 1 0,-1 0 0,1 0 0,-1 1 0,0 0 0,-1 1 0,0 0 0,8 12 0,-14-19 0,0 0 0,-1 1 0,1-1 0,-1 1 0,0 0 0,0-1 0,0 1 0,0 0 0,0 0 0,-1 0 0,1-1 0,-1 1 0,0 0 0,0 0 0,0 0 0,0 0 0,-1 4 0,0-5 0,0-1 0,1 1 0,-1 0 0,0-1 0,-1 1 0,1-1 0,0 1 0,0-1 0,-1 0 0,1 0 0,-1 1 0,1-1 0,-1 0 0,1 0 0,-1 0 0,0-1 0,1 1 0,-1 0 0,0-1 0,0 1 0,0-1 0,1 1 0,-1-1 0,0 0 0,0 0 0,0 0 0,-2 0 0,0 0 0,0 1 0,1-1 0,-1 0 0,1-1 0,-1 1 0,0-1 0,1 1 0,-1-1 0,1 0 0,-1-1 0,1 1 0,0-1 0,0 1 0,-1-1 0,1 0 0,0 0 0,0 0 0,1 0 0,-1-1 0,0 1 0,1-1 0,-1 0 0,1 0 0,0 0 0,0 0 0,0 0 0,1 0 0,-1 0 0,1-1 0,-1 1 0,0-4 0,0-1 0,1 1 0,0 0 0,0-1 0,1 1 0,-1-1 0,2 1 0,-1-1 0,1 1 0,0 0 0,1-1 0,-1 1 0,1 0 0,1 0 0,4-9 0,-2 5-76,2 0 1,-1 0-1,1 1 0,1 0 0,0 1 0,0 0 0,1 0 0,0 0 1,1 1-1,0 1 0,0-1 0,0 2 0,1-1 0,0 2 1,0-1-1,1 1 0,13-3 0,-2 3-6750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0.129"/>
    </inkml:context>
    <inkml:brush xml:id="br0">
      <inkml:brushProperty name="width" value="0.05" units="cm"/>
      <inkml:brushProperty name="height" value="0.05" units="cm"/>
    </inkml:brush>
  </inkml:definitions>
  <inkml:trace contextRef="#ctx0" brushRef="#br0">41 271 24575,'-4'0'0,"0"0"0,1 0 0,-1 0 0,0 1 0,1 0 0,-1 0 0,-3 1 0,6-1 0,1-1 0,-1 0 0,1 0 0,-1 0 0,1 1 0,0-1 0,-1 0 0,1 0 0,0 1 0,-1-1 0,1 1 0,0-1 0,-1 0 0,1 1 0,0-1 0,0 0 0,-1 1 0,1-1 0,0 1 0,0-1 0,0 1 0,0-1 0,-1 1 0,1 0 0,1 0 0,-1 0 0,0 0 0,0 0 0,1 0 0,-1 0 0,1 0 0,-1 0 0,1-1 0,-1 1 0,1 0 0,0 0 0,-1 0 0,1 0 0,0-1 0,0 1 0,1 0 0,4 5 0,0-2 0,0 1 0,1-1 0,0 0 0,0 0 0,0-1 0,1 0 0,-1 0 0,1-1 0,-1 0 0,1 0 0,0-1 0,0 0 0,12 1 0,-9-3 0,-1 1 0,1-1 0,-1-1 0,0 0 0,0 0 0,1-1 0,-1-1 0,-1 1 0,1-2 0,13-7 0,-15 8 0,-1-1 0,0 0 0,0-1 0,-1 1 0,1-1 0,-1-1 0,0 1 0,-1-1 0,0 0 0,0 0 0,0-1 0,5-11 0,-8 12 0,1 1 0,-2-1 0,1 1 0,-1-1 0,0 0 0,0 0 0,0 0 0,-1 0 0,0 0 0,-1 1 0,0-1 0,0 0 0,0 0 0,-1 0 0,0 1 0,0-1 0,-4-7 0,3 8 0,1 0 0,-2 0 0,1 1 0,-1-1 0,0 1 0,0 0 0,0 0 0,0 1 0,-1-1 0,0 1 0,0 0 0,-1 0 0,1 0 0,-1 1 0,1 0 0,-1 0 0,0 0 0,0 1 0,-7-2 0,7 2 0,0 2 0,0-1 0,0 1 0,0-1 0,0 1 0,0 1 0,0-1 0,0 1 0,1 1 0,-1-1 0,0 1 0,0-1 0,1 2 0,-1-1 0,1 1 0,0-1 0,0 2 0,0-1 0,0 0 0,0 1 0,-4 5 0,2-2 0,1 0 0,0 0 0,0 1 0,1-1 0,0 1 0,0 1 0,1-1 0,0 1 0,0-1 0,1 1 0,1 0 0,-1 0 0,1 1 0,1-1 0,0 0 0,0 1 0,1-1 0,0 1 0,0-1 0,1 0 0,3 12 0,-2-10 0,1 0 0,0-1 0,0 1 0,1-1 0,1 1 0,0-1 0,1 0 0,-1-1 0,2 1 0,-1-1 0,1-1 0,1 1 0,0-1 0,0 0 0,0-1 0,1 0 0,14 9 0,17 3-1365,-4-5-5461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0.751"/>
    </inkml:context>
    <inkml:brush xml:id="br0">
      <inkml:brushProperty name="width" value="0.05" units="cm"/>
      <inkml:brushProperty name="height" value="0.05" units="cm"/>
    </inkml:brush>
  </inkml:definitions>
  <inkml:trace contextRef="#ctx0" brushRef="#br0">310 447 24575,'0'-4'0,"-1"1"0,0-1 0,0 0 0,0 1 0,0-1 0,0 1 0,-1 0 0,1-1 0,-1 1 0,0 0 0,0 0 0,0 0 0,0 0 0,-1 0 0,1 1 0,-1-1 0,-5-3 0,0 0 0,1 0 0,-2 1 0,1 0 0,0 0 0,-15-4 0,19 7 0,0 0 0,0 1 0,-1 0 0,1 0 0,0 0 0,-1 0 0,1 1 0,-1 0 0,1 0 0,-1 0 0,1 0 0,-1 1 0,-8 1 0,8 1 0,0-1 0,0 1 0,0 0 0,0 0 0,0 0 0,1 1 0,-1 0 0,1 0 0,0 0 0,-6 7 0,0 1 0,0 1 0,0 0 0,2 0 0,-1 1 0,2 0 0,0 1 0,0-1 0,-6 25 0,12-37 0,0 1 0,1 0 0,-1 0 0,1 0 0,0 0 0,0 0 0,0 0 0,0 0 0,0 0 0,1 0 0,0 0 0,-1 0 0,1 0 0,0 0 0,0-1 0,0 1 0,1 0 0,-1-1 0,1 1 0,-1-1 0,1 1 0,0-1 0,0 0 0,0 0 0,0 1 0,1-2 0,3 4 0,-1-2 0,0-1 0,0 1 0,0-2 0,0 1 0,0 0 0,0-1 0,1 0 0,-1 0 0,0-1 0,1 1 0,-1-1 0,0 0 0,1-1 0,7-1 0,-4 0 0,0 0 0,0-1 0,-1 0 0,1 0 0,-1-1 0,0 0 0,0 0 0,0-1 0,-1 0 0,1-1 0,-1 1 0,-1-1 0,1-1 0,-1 1 0,0-1 0,8-12 0,-6 6 0,0-1 0,-1 0 0,0-1 0,-1 1 0,-1-1 0,0-1 0,-2 1 0,5-26 0,-9 52 0,1-1 0,0 1 0,1-1 0,0 1 0,0-1 0,1 1 0,1-1 0,0 0 0,0 0 0,1 0 0,0 0 0,1-1 0,8 14 0,-9-18 0,-1 1 0,1 0 0,1-1 0,-1 0 0,1 0 0,0 0 0,0-1 0,0 0 0,1 0 0,0 0 0,-1 0 0,1-1 0,1 0 0,-1 0 0,0-1 0,1 0 0,-1 0 0,1 0 0,0-1 0,-1 0 0,1 0 0,0-1 0,9 0 0,-5-1 0,-1-1 0,1-1 0,-1 0 0,1 0 0,-1-1 0,0 0 0,0-1 0,-1 0 0,1-1 0,-1 1 0,-1-2 0,1 1 0,-1-2 0,0 1 0,10-13 0,-5 5 0,-1 0 0,-1-1 0,-1 0 0,0-1 0,-1-1 0,-1 1 0,11-34 0,-13 32 0,-1 0 0,-1 0 0,-1 0 0,-1 0 0,-1-1 0,0 1 0,-1-1 0,-1 0 0,-1 1 0,-1 0 0,-1-1 0,0 1 0,-2 1 0,-8-23 0,11 36 0,1 1 0,-1-1 0,0 1 0,0-1 0,0 1 0,-1 0 0,-4-4 0,7 7 0,1 1 0,-1-1 0,0 0 0,1 1 0,-1-1 0,0 1 0,0-1 0,1 1 0,-1-1 0,0 1 0,0 0 0,0-1 0,0 1 0,0 0 0,0 0 0,1 0 0,-1-1 0,0 1 0,0 0 0,0 0 0,0 0 0,0 1 0,0-1 0,0 0 0,0 0 0,0 0 0,1 1 0,-1-1 0,0 0 0,0 1 0,0-1 0,0 1 0,1-1 0,-1 1 0,0-1 0,0 1 0,1 0 0,-1-1 0,1 1 0,-1 0 0,0-1 0,1 1 0,-1 0 0,1 0 0,0 0 0,-1-1 0,0 3 0,-2 5 0,0 0 0,1 0 0,-1 0 0,2 0 0,-1 0 0,1 0 0,0 16 0,5 60 0,7 4-682,47 171-1,-49-227-6143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1.188"/>
    </inkml:context>
    <inkml:brush xml:id="br0">
      <inkml:brushProperty name="width" value="0.05" units="cm"/>
      <inkml:brushProperty name="height" value="0.05" units="cm"/>
    </inkml:brush>
  </inkml:definitions>
  <inkml:trace contextRef="#ctx0" brushRef="#br0">39 165 24575,'-2'0'0,"-24"-2"0,26 2 0,-1 0 0,1 0 0,-1 0 0,1 0 0,0 0 0,-1 0 0,1 0 0,-1-1 0,1 1 0,-1 0 0,1 0 0,-1 0 0,1-1 0,0 1 0,-1 0 0,1 0 0,0-1 0,-1 1 0,1 0 0,0-1 0,-1 1 0,1 0 0,0-1 0,0 1 0,-1-1 0,1 1 0,0-1 0,0 1 0,0 0 0,-1-1 0,1 1 0,0-1 0,0 1 0,0-1 0,0 1 0,0-1 0,0 1 0,0-1 0,0 1 0,0-1 0,0 1 0,0 0 0,1-1 0,-1 1 0,0-1 0,0 0 0,2-1 0,0 1 0,0-1 0,0 1 0,0-1 0,0 1 0,0-1 0,0 1 0,1 0 0,-1 0 0,0 0 0,0 1 0,1-1 0,-1 0 0,1 1 0,3-1 0,1 0 0,38-8 0,1 3 0,71 0 0,-18 1 0,-62 2 0,86-10 0,-104 10 0,-1-1 0,0-1 0,0 0 0,27-13 0,-44 18 0,1-1 0,-1 0 0,1 1 0,-1-1 0,1 0 0,-1 0 0,1 0 0,-1 0 0,0 0 0,0 0 0,1 0 0,-1 0 0,0 0 0,0-1 0,0 1 0,0 0 0,-1-1 0,1 1 0,0-1 0,0 1 0,-1-1 0,1 1 0,0-4 0,-1 4 0,-1 1 0,1-1 0,0 0 0,0 0 0,0 1 0,-1-1 0,1 0 0,0 1 0,-1-1 0,1 1 0,-1-1 0,1 0 0,-1 1 0,1-1 0,-1 1 0,1-1 0,-1 1 0,1-1 0,-2 0 0,-1 0 0,1 0 0,0 0 0,-1 0 0,1 0 0,-1 1 0,1-1 0,-1 0 0,-2 1 0,-15-1 0,1 1 0,0 1 0,-1 1 0,1 1 0,0 1 0,0 0 0,0 1 0,1 1 0,-22 11 0,32-14 0,1 1 0,-1 0 0,1 0 0,0 1 0,0 0 0,0 0 0,1 1 0,0-1 0,0 1 0,1 1 0,-1-1 0,-6 12 0,10-13 0,-1 0 0,1 0 0,0 1 0,0-1 0,0 1 0,1 0 0,0-1 0,0 1 0,1 0 0,-1 0 0,1-1 0,1 1 0,-1 0 0,1 0 0,0-1 0,0 1 0,0 0 0,1-1 0,2 7 0,1-2 19,1 0 0,0 0 0,0 0 0,1-1 0,0 0 0,0-1 0,1 1 0,0-1 0,1-1 0,-1 1 0,2-2 0,-1 1 0,1-1 0,0-1 0,0 1 0,0-2 0,22 8 0,-16-8-151,-1 1 1,1-2 0,0 0-1,0-1 1,0-1 0,0 0 0,0-1-1,0-1 1,0 0 0,0-1 0,0-1-1,18-5 1,7-8-6695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2.177"/>
    </inkml:context>
    <inkml:brush xml:id="br0">
      <inkml:brushProperty name="width" value="0.05" units="cm"/>
      <inkml:brushProperty name="height" value="0.05" units="cm"/>
    </inkml:brush>
  </inkml:definitions>
  <inkml:trace contextRef="#ctx0" brushRef="#br0">74 132 24575,'0'-9'0,"-1"0"0,0 1 0,-1-1 0,0 0 0,0 0 0,-1 1 0,0-1 0,0 1 0,-1 0 0,0 0 0,-1 0 0,1 0 0,-8-7 0,12 14 0,0 1 0,-1 0 0,1-1 0,0 1 0,0-1 0,-1 1 0,1 0 0,0-1 0,-1 1 0,1 0 0,0 0 0,-1-1 0,1 1 0,0 0 0,-1 0 0,1 0 0,-1-1 0,1 1 0,0 0 0,-1 0 0,1 0 0,-1 0 0,1 0 0,-1 0 0,1 0 0,-1 0 0,1 0 0,0 0 0,-1 0 0,1 0 0,-1 0 0,1 0 0,-1 0 0,1 0 0,0 1 0,-1-1 0,1 0 0,-1 0 0,1 1 0,-1 0 0,0 1 0,0-1 0,0 1 0,0-1 0,0 1 0,1-1 0,-1 1 0,1 0 0,-1-1 0,1 4 0,-4 43 0,7 12 0,16 78 0,-7-57 0,7 104-1365,-16-134-5461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2.462"/>
    </inkml:context>
    <inkml:brush xml:id="br0">
      <inkml:brushProperty name="width" value="0.05" units="cm"/>
      <inkml:brushProperty name="height" value="0.05" units="cm"/>
    </inkml:brush>
  </inkml:definitions>
  <inkml:trace contextRef="#ctx0" brushRef="#br0">1 741 24575,'-1'-94'-445,"6"-165"-3290,-2 224 3301,2 1 0,1 0 0,1 0 0,3 0 0,16-42 0,-21 65 773,0 0 1,1 0-1,0 1 0,1 0 0,0 0 0,1 1 1,0 0-1,0 0 0,15-11 0,-18 16-185,0 1 1,0-1-1,0 1 0,0 1 0,0-1 0,0 1 1,1 0-1,-1 0 0,1 0 0,0 1 0,0 0 0,-1 0 1,1 1-1,0-1 0,0 1 0,0 1 0,0-1 1,-1 1-1,1 0 0,0 0 0,8 3 0,-4 0-154,-1 1 0,0 0 0,0 0 0,0 1 0,-1 0 0,0 0 0,0 1 0,-1 0 0,0 0 0,0 1 0,0 0 0,-1 0 0,0 0 0,-1 1 0,0 0 0,0 0 0,5 17 0,-1-3 0,-2 1 0,-1 0 0,-1 0 0,-1 0 0,-1 1 0,-1 32 0,-3-32 34,-1 1 1,-1-1-1,-1 1 0,-1-1 0,-2 0 0,0-1 0,-2 1 0,0-2 0,-21 38 1,16-37-206,0-2 0,-2 1 1,0-2-1,-1 0 0,-2-1 1,0-1-1,-1 0 0,0-2 1,-24 16-1,23-20-6655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2.812"/>
    </inkml:context>
    <inkml:brush xml:id="br0">
      <inkml:brushProperty name="width" value="0.05" units="cm"/>
      <inkml:brushProperty name="height" value="0.05" units="cm"/>
    </inkml:brush>
  </inkml:definitions>
  <inkml:trace contextRef="#ctx0" brushRef="#br0">0 135 24575,'4'1'0,"0"-1"0,0 1 0,0 0 0,-1 1 0,1-1 0,0 1 0,-1-1 0,0 1 0,1 0 0,-1 0 0,0 0 0,0 1 0,0-1 0,0 1 0,0 0 0,-1 0 0,1 0 0,-1 0 0,0 0 0,0 1 0,3 6 0,5 8 0,-2 1 0,11 33 0,-9-23 0,-2 1 0,-1 0 0,6 59 0,-13-87 0,0 1 0,0 0 0,0 0 0,-1 0 0,1-1 0,-1 1 0,0 0 0,1-1 0,-1 1 0,0 0 0,-1-1 0,1 1 0,-3 3 0,4-6 0,-1 1 0,1-1 0,-1 1 0,1-1 0,-1 1 0,1-1 0,-1 1 0,0-1 0,1 0 0,-1 1 0,0-1 0,1 0 0,-1 1 0,0-1 0,0 0 0,1 0 0,-1 0 0,0 0 0,0 0 0,-1 0 0,1 0 0,0 0 0,-1-1 0,1 1 0,0-1 0,-1 1 0,1-1 0,0 0 0,0 1 0,-1-1 0,1 0 0,0 0 0,0 0 0,0 0 0,0 0 0,-1-2 0,-4-5 0,0-1 0,0 0 0,1 0 0,0-1 0,0 0 0,1 0 0,1 0 0,-1 0 0,-1-15 0,1 4 0,1 0 0,1-1 0,1-37 0,3 35 0,1 0 0,10-44 0,-10 56 0,1 0 0,1 0 0,-1 1 0,2-1 0,-1 1 0,2 0 0,8-12 0,-12 20-36,-1 0 0,1 0 0,-1 0 1,1 1-1,0-1 0,0 1 0,0 0 0,0 0 0,1 0 0,-1 0 0,1 0 0,-1 1 0,1-1 0,-1 1 0,1 0 0,0 0 0,-1 0 1,1 1-1,0-1 0,0 1 0,0 0 0,0 0 0,-1 1 0,1-1 0,0 1 0,0-1 0,0 1 0,-1 0 0,1 1 0,-1-1 0,1 1 1,-1-1-1,1 1 0,-1 0 0,0 0 0,0 1 0,4 2 0,10 13-6790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3.215"/>
    </inkml:context>
    <inkml:brush xml:id="br0">
      <inkml:brushProperty name="width" value="0.05" units="cm"/>
      <inkml:brushProperty name="height" value="0.05" units="cm"/>
    </inkml:brush>
  </inkml:definitions>
  <inkml:trace contextRef="#ctx0" brushRef="#br0">0 217 24575,'10'11'0,"1"-1"0,0 0 0,1-1 0,-1 0 0,2-1 0,-1 0 0,22 9 0,-30-16 0,0 1 0,0-1 0,0 0 0,0 0 0,0 0 0,0-1 0,0 1 0,0-1 0,1 0 0,-1-1 0,0 1 0,0 0 0,6-3 0,-7 2 0,0 0 0,0-1 0,1 0 0,-1 0 0,0 0 0,0 0 0,-1 0 0,1-1 0,0 1 0,-1-1 0,0 0 0,1 1 0,-1-1 0,0 0 0,-1 0 0,1-1 0,2-5 0,-1 0 0,0 0 0,0 0 0,-1 0 0,-1 0 0,1 0 0,-2 0 0,1 0 0,-1-1 0,0 1 0,-1 0 0,0 0 0,-1-1 0,0 1 0,0 0 0,-1 1 0,0-1 0,-1 0 0,1 1 0,-2 0 0,1-1 0,-1 2 0,-1-1 0,1 1 0,-1-1 0,-14-11 0,19 17 0,0 1 0,-1 0 0,1-1 0,-1 1 0,1 0 0,-1 0 0,0 0 0,0 0 0,1 0 0,-1 0 0,0 0 0,0 1 0,0-1 0,0 1 0,0-1 0,0 1 0,0 0 0,0 0 0,0 0 0,0 0 0,0 0 0,0 0 0,0 1 0,0-1 0,0 0 0,1 1 0,-1 0 0,0-1 0,0 1 0,0 0 0,0 0 0,1 0 0,-1 0 0,1 0 0,-1 1 0,1-1 0,-1 0 0,1 1 0,-1-1 0,1 1 0,0 0 0,0-1 0,-1 3 0,-3 5 0,0 0 0,1 0 0,0 1 0,0-1 0,1 1 0,0 0 0,-1 13 0,2-7 31,0-1 0,1 1 0,1 0 0,0 0 0,1 0 0,1 0 0,0 0 0,2-1 1,-1 1-1,13 28 0,-12-34-121,0-1 0,1-1 0,0 1 0,1-1 0,0 0 1,0 0-1,0-1 0,1 1 0,0-2 0,1 1 1,0-1-1,0 0 0,0 0 0,0-1 0,1 0 0,0-1 1,0 0-1,14 4 0,17 2-6736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4.158"/>
    </inkml:context>
    <inkml:brush xml:id="br0">
      <inkml:brushProperty name="width" value="0.05" units="cm"/>
      <inkml:brushProperty name="height" value="0.05" units="cm"/>
    </inkml:brush>
  </inkml:definitions>
  <inkml:trace contextRef="#ctx0" brushRef="#br0">218 418 24575,'-2'-1'0,"1"0"0,-1 0 0,1 0 0,-1 0 0,1-1 0,0 1 0,-1-1 0,1 1 0,0-1 0,0 1 0,0-1 0,0 1 0,0-1 0,1 0 0,-1 0 0,0 0 0,0-2 0,-2-3 0,-7-15 0,-17-33 0,24 51 0,0-1 0,0 1 0,0-1 0,-1 1 0,1 0 0,-1 0 0,0 1 0,-6-5 0,9 7 0,0 0 0,-1 1 0,1-1 0,0 1 0,-1 0 0,1-1 0,0 1 0,-1 0 0,1 0 0,-1 0 0,1 0 0,0 0 0,-1 0 0,1 0 0,0 1 0,-1-1 0,1 0 0,0 1 0,-1-1 0,1 1 0,0-1 0,0 1 0,-1 0 0,1-1 0,0 1 0,0 0 0,0 0 0,0 0 0,0 0 0,0 0 0,0 0 0,-1 2 0,-3 3 0,0 1 0,1 0 0,-1 0 0,-2 8 0,-3 6 0,2-1 0,0 2 0,2-1 0,0 1 0,1 0 0,-2 33 0,6-40 0,0-1 0,1 1 0,1 0 0,0-1 0,1 1 0,1-1 0,0 1 0,1-1 0,1 0 0,11 25 0,-13-33 0,1 0 0,-1 0 0,1 0 0,1-1 0,-1 1 0,1-1 0,0 0 0,0-1 0,0 1 0,1-1 0,-1 0 0,1 0 0,0-1 0,0 0 0,1 0 0,-1 0 0,1-1 0,-1 0 0,1 0 0,0 0 0,-1-1 0,1 0 0,0-1 0,0 0 0,0 0 0,0 0 0,0 0 0,11-3 0,-2-1 0,0 0 0,-1-1 0,1-1 0,-1 0 0,0-1 0,0-1 0,-1 0 0,0-1 0,0 0 0,-1-1 0,12-12 0,-10 7 0,-1-1 0,-1 0 0,0-1 0,-1 0 0,-1-1 0,0-1 0,-2 0 0,0 0 0,-1 0 0,-1-1 0,-1 0 0,0-1 0,-2 0 0,3-29 0,-5 27 0,-1 0 0,-2 0 0,0 0 0,-1 0 0,-1 0 0,-1 0 0,-2 1 0,0-1 0,-1 1 0,-1 1 0,-1 0 0,-1 0 0,-14-21 0,22 38 0,-1 0 0,0 0 0,0 1 0,0-1 0,-5-3 0,7 6 0,1 1 0,-1-1 0,1 1 0,0 0 0,-1-1 0,1 1 0,-1 0 0,1-1 0,-1 1 0,1 0 0,-1 0 0,1 0 0,-1-1 0,0 1 0,1 0 0,-1 0 0,1 0 0,-1 0 0,1 0 0,-1 0 0,1 0 0,-1 0 0,0 0 0,1 0 0,-1 1 0,1-1 0,-1 0 0,1 0 0,-1 0 0,1 1 0,-1-1 0,1 0 0,-1 1 0,1-1 0,-1 0 0,1 1 0,0-1 0,-1 1 0,1-1 0,-1 0 0,1 1 0,0-1 0,0 1 0,-1-1 0,1 1 0,0-1 0,0 1 0,0-1 0,-1 1 0,1 0 0,0-1 0,0 1 0,0-1 0,0 1 0,0 0 0,-2 9 0,1 0 0,0-1 0,0 1 0,1 0 0,0 0 0,2 13 0,14 64 0,-9-50 0,80 452 0,-79-461 0,-8-28 0,1 1 0,-1-1 0,0 0 0,0 1 0,0-1 0,0 0 0,1 0 0,-1 1 0,0-1 0,0 0 0,0 0 0,1 1 0,-1-1 0,0 0 0,0 0 0,1 0 0,-1 1 0,0-1 0,1 0 0,-1 0 0,0 0 0,1 0 0,-1 0 0,0 0 0,0 0 0,1 0 0,0 0 0,-1 0 0,1 0 0,0-1 0,-1 1 0,1-1 0,0 1 0,-1-1 0,1 0 0,-1 1 0,1-1 0,-1 0 0,1 1 0,-1-1 0,0 0 0,1 1 0,-1-1 0,0 0 0,1 0 0,32-77 0,41-86 0,-69 155 0,7-13 0,25-35 0,-34 51 0,2 1 0,-1 0 0,1 0 0,-1 0 0,1 1 0,0 0 0,1 0 0,-1 0 0,1 1 0,0-1 0,11-3 0,-15 6 0,0 1 0,1-1 0,-1 1 0,0 0 0,1 0 0,-1 0 0,0 0 0,1 0 0,-1 1 0,0-1 0,0 1 0,1-1 0,-1 1 0,0 0 0,0 0 0,0 0 0,0 0 0,0 0 0,0 1 0,0-1 0,0 0 0,0 1 0,-1 0 0,1-1 0,0 1 0,-1 0 0,0 0 0,1 0 0,0 2 0,5 8 0,0 0 0,-1 0 0,8 23 0,-12-29 0,13 37 138,14 36 10,-25-70-384,1-1 0,-1 0 0,1 0 0,1 0 1,-1 0-1,12 11 0,-3-7-6590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4.544"/>
    </inkml:context>
    <inkml:brush xml:id="br0">
      <inkml:brushProperty name="width" value="0.05" units="cm"/>
      <inkml:brushProperty name="height" value="0.05" units="cm"/>
    </inkml:brush>
  </inkml:definitions>
  <inkml:trace contextRef="#ctx0" brushRef="#br0">73 182 24575,'1'-1'0,"-1"1"0,0-1 0,0 1 0,0-1 0,0 1 0,0 0 0,0-1 0,-1 1 0,1-1 0,0 1 0,0 0 0,0-1 0,0 1 0,0-1 0,-1 1 0,1 0 0,0-1 0,0 1 0,0 0 0,-1-1 0,1 1 0,0 0 0,-1 0 0,1-1 0,0 1 0,-1 0 0,1 0 0,0-1 0,-1 1 0,1 0 0,0 0 0,-1 0 0,1 0 0,-1-1 0,1 1 0,0 0 0,-1 0 0,1 0 0,-1 0 0,1 0 0,0 0 0,-1 0 0,1 0 0,-1 0 0,1 0 0,-1 1 0,1-1 0,0 0 0,-1 0 0,0 1 0,-1-1 0,1 0 0,0 1 0,0 0 0,0-1 0,0 1 0,0 0 0,0-1 0,0 1 0,0 0 0,0 0 0,0 0 0,1 0 0,-1 0 0,0 0 0,0 1 0,0 0 0,0-1 0,1 1 0,-1 0 0,0-1 0,1 1 0,0 0 0,-1-1 0,1 1 0,0 0 0,0-1 0,0 1 0,0 0 0,0-1 0,0 1 0,1 0 0,-1-1 0,1 1 0,-1 0 0,1-1 0,-1 1 0,1-1 0,0 1 0,0-1 0,0 1 0,0-1 0,0 1 0,0-1 0,0 0 0,0 0 0,0 1 0,1-1 0,-1 0 0,0 0 0,1 0 0,2 1 0,-2-1 0,1-1 0,-1 1 0,1 0 0,0 0 0,-1-1 0,1 0 0,0 1 0,0-1 0,-1 0 0,1-1 0,0 1 0,0 0 0,-1-1 0,1 1 0,0-1 0,-1 0 0,1 0 0,-1 0 0,1 0 0,-1-1 0,5-2 0,0-2 0,0 0 0,0-1 0,-1 0 0,0 0 0,0-1 0,-1 0 0,0 0 0,0 0 0,-1 0 0,0-1 0,0 0 0,3-12 0,-6 16 0,0 0 0,0 0 0,0 0 0,-1 0 0,1 0 0,-1 0 0,-1 0 0,1 0 0,-1 0 0,-2-10 0,2 12 0,-1-1 0,1 1 0,-1 0 0,0 0 0,1 0 0,-1 0 0,-1 0 0,1 1 0,0-1 0,-1 1 0,1-1 0,-1 1 0,0 0 0,0 0 0,0 0 0,0 0 0,-4-1 0,5 2 0,0 0 0,0 0 0,0 0 0,-1 1 0,1-1 0,0 1 0,-1-1 0,1 1 0,0 0 0,-1 0 0,1 0 0,-1 0 0,1 1 0,0-1 0,-1 0 0,1 1 0,-3 1 0,1 0 0,0 0 0,0 0 0,0 0 0,1 1 0,-1-1 0,1 1 0,0 0 0,0 0 0,-3 4 0,-1 2 0,0 1 0,0 0 0,1 0 0,1 1 0,0 0 0,-4 12 0,3-7 0,2 1 0,0 0 0,1 0 0,0 1 0,0 27 0,3-35 0,1 0 0,0 0 0,0 0 0,1 0 0,0 0 0,0-1 0,1 1 0,1-1 0,0 0 0,0 0 0,7 11 0,-9-16-124,1 0 0,1-1 0,-1 1 0,0-1 0,1 0 0,-1 0-1,1 0 1,0 0 0,0 0 0,7 2 0,14 5-6702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4.809"/>
    </inkml:context>
    <inkml:brush xml:id="br0">
      <inkml:brushProperty name="width" value="0.05" units="cm"/>
      <inkml:brushProperty name="height" value="0.05" units="cm"/>
    </inkml:brush>
  </inkml:definitions>
  <inkml:trace contextRef="#ctx0" brushRef="#br0">169 71 24575,'0'-4'0,"-1"1"0,1-1 0,-1 1 0,0 0 0,0-1 0,0 1 0,-1 0 0,1 0 0,-1-1 0,1 1 0,-1 0 0,0 1 0,0-1 0,-1 0 0,-4-4 0,6 5 0,-1 1 0,1 0 0,-1-1 0,0 1 0,1 0 0,-1 0 0,0 0 0,0 0 0,0 0 0,1 0 0,-1 1 0,0-1 0,0 1 0,0-1 0,0 1 0,0 0 0,0 0 0,-1 0 0,1 0 0,0 0 0,0 0 0,0 0 0,0 1 0,0-1 0,0 1 0,0-1 0,0 1 0,-2 1 0,-2 3 0,0-1 0,0 1 0,1 1 0,0-1 0,0 1 0,0 0 0,0 0 0,1 0 0,0 0 0,1 1 0,-1 0 0,1 0 0,0 0 0,1 0 0,-3 14 0,0-2 0,2 0 0,1 0 0,0 0 0,1 1 0,2 20 0,-1-34 0,1 1 0,0 0 0,0-1 0,0 1 0,1-1 0,0 1 0,1-1 0,-1 0 0,1 0 0,0 0 0,1 0 0,-1-1 0,1 1 0,0-1 0,1 0 0,-1 0 0,1-1 0,0 1 0,0-1 0,8 5 0,-5-4 0,0-1 0,0-1 0,0 0 0,1 0 0,0 0 0,-1-1 0,1 0 0,0-1 0,0 0 0,0 0 0,0-1 0,0 0 0,0-1 0,15-2 0,-7-1-195,1-1 0,-1 0 0,0-1 0,0-1 0,-1-1 0,23-13 0,0-5-6631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5.229"/>
    </inkml:context>
    <inkml:brush xml:id="br0">
      <inkml:brushProperty name="width" value="0.05" units="cm"/>
      <inkml:brushProperty name="height" value="0.05" units="cm"/>
    </inkml:brush>
  </inkml:definitions>
  <inkml:trace contextRef="#ctx0" brushRef="#br0">128 319 24575,'-1'-16'0,"-1"-1"0,-1 1 0,-1 0 0,0 0 0,-11-24 0,4 6 0,2 6 0,0 1 0,-2 0 0,-22-40 0,20 53 0,13 14 0,0 0 0,-1-1 0,1 1 0,0 0 0,0 0 0,-1 0 0,1 0 0,0 0 0,0 0 0,-1 0 0,1 0 0,0 0 0,0 0 0,-1 0 0,1 0 0,0 0 0,0 0 0,0 0 0,-1 0 0,1 1 0,0-1 0,0 0 0,-1 0 0,1 0 0,0 0 0,0 0 0,0 0 0,-1 1 0,1-1 0,0 0 0,0 0 0,0 0 0,0 1 0,-1-1 0,1 0 0,-1 3 0,0 0 0,1 0 0,-1-1 0,0 1 0,1 0 0,0 0 0,0 0 0,-1 0 0,2 4 0,25 207 0,-8-82 0,11 138 0,-22-234 0,-7-35 0,0-1 0,1 1 0,-1 0 0,0-1 0,0 1 0,1-1 0,-1 1 0,0-1 0,1 1 0,-1-1 0,1 1 0,-1-1 0,1 1 0,-1-1 0,1 1 0,-1-1 0,1 0 0,-1 1 0,2-1 0,-2 0 0,1 0 0,0 0 0,-1 0 0,1 0 0,0 0 0,-1-1 0,1 1 0,0 0 0,-1-1 0,1 1 0,0 0 0,-1-1 0,1 1 0,-1-1 0,1 1 0,-1 0 0,1-1 0,-1 1 0,1-1 0,-1 0 0,0 1 0,1-1 0,-1 0 0,17-26 0,-2 0 0,19-47 0,-10 20 0,-12 29 0,0-1 0,1 0 0,1 0 0,29-39 0,-42 64 0,-1 1 0,0-1 0,0 0 0,1 1 0,-1-1 0,0 1 0,1-1 0,-1 1 0,1-1 0,-1 1 0,1-1 0,-1 1 0,1 0 0,-1-1 0,1 1 0,-1 0 0,1-1 0,-1 1 0,1 0 0,0 0 0,-1-1 0,1 1 0,-1 0 0,1 0 0,0 0 0,0 0 0,-1 16 0,-14 25 0,7-24 0,4-11 0,1-1 0,0 1 0,0-1 0,0 1 0,-1 9 0,3-12 0,0 0 0,0-1 0,1 1 0,-1 0 0,1 0 0,-1 0 0,1 0 0,0 0 0,0 0 0,0-1 0,1 1 0,-1-1 0,0 1 0,4 3 0,53 87 281,-40-62-693,1 0 1,2-2-1,29 34 1,-29-42-6415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5.447"/>
    </inkml:context>
    <inkml:brush xml:id="br0">
      <inkml:brushProperty name="width" value="0.05" units="cm"/>
      <inkml:brushProperty name="height" value="0.05" units="cm"/>
    </inkml:brush>
  </inkml:definitions>
  <inkml:trace contextRef="#ctx0" brushRef="#br0">5 11 24575,'1'-1'-7973,"-6"11"4225,5-9 4065,0 0 0,0 0 0,0 0 0,0 0 0,0 0 0,0 0 0,0 0 0,0 0 0,0 0 0,0-1-1,0 1 1,1 0 0,-1 0 0,1 1 0,8 6-420,3-6 1002,0 1-1,1-1 1,-1-1 0,0 0 0,1-1 0,11-1 0,3 0-121,-5 2-1272,-1-1-1095,-1 0 1,1-1-1,32-7 1,67-30 1265,-117 37 304,-1 0 0,0 0 0,1 1 0,-1 0 0,1-1 0,0 1 0,-1 0 1,4 0-1,7 6-831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6.443"/>
    </inkml:context>
    <inkml:brush xml:id="br0">
      <inkml:brushProperty name="width" value="0.05" units="cm"/>
      <inkml:brushProperty name="height" value="0.05" units="cm"/>
    </inkml:brush>
  </inkml:definitions>
  <inkml:trace contextRef="#ctx0" brushRef="#br0">95 155 24575,'0'-28'0,"1"-1"0,-6-48 0,5 76 0,0 0 0,0 0 0,0 0 0,0 0 0,0 0 0,0 0 0,-1 0 0,1 1 0,0-1 0,-1 0 0,1 0 0,0 0 0,-1 0 0,1 0 0,-1 1 0,0-1 0,1 0 0,-1 0 0,1 1 0,-1-1 0,0 0 0,0 1 0,-1-2 0,1 2 0,1 0 0,-1 0 0,0 1 0,0-1 0,0 0 0,0 0 0,0 0 0,1 1 0,-1-1 0,0 0 0,0 1 0,1-1 0,-1 1 0,0-1 0,0 1 0,1-1 0,-1 1 0,0-1 0,1 1 0,-1 0 0,-4 5 0,1-1 0,-1 1 0,1-1 0,1 1 0,-4 8 0,-1 8 0,1 0 0,1 0 0,1 1 0,1-1 0,1 1 0,1 0 0,1 1 0,1-1 0,5 39 0,-3-50 0,0 0 0,1 0 0,0 0 0,1 0 0,1 0 0,-1-1 0,2 1 0,-1-1 0,2-1 0,11 16 0,-13-20 0,-1-1 0,2 1 0,-1-1 0,0-1 0,1 1 0,0-1 0,0 0 0,0 0 0,1-1 0,-1 0 0,1 0 0,0 0 0,0-1 0,0 0 0,0 0 0,0-1 0,0 0 0,1 0 0,8-1 0,-2-1 0,0 0 0,0-2 0,0 1 0,-1-2 0,1 0 0,-1 0 0,24-13 0,-16 7 0,-1-2 0,0-1 0,-1 0 0,17-17 0,-28 23 0,-1-1 0,-1 0 0,1 0 0,-1-1 0,-1 1 0,1-1 0,7-19 0,-2-1 0,10-41 0,-17 54-341,-1 0 0,0 0-1,0-19 1,-3 0-6485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6.895"/>
    </inkml:context>
    <inkml:brush xml:id="br0">
      <inkml:brushProperty name="width" value="0.05" units="cm"/>
      <inkml:brushProperty name="height" value="0.05" units="cm"/>
    </inkml:brush>
  </inkml:definitions>
  <inkml:trace contextRef="#ctx0" brushRef="#br0">1 98 24575,'4'0'0,"0"0"0,1 0 0,-1 0 0,0 1 0,1-1 0,-1 1 0,0 0 0,0 0 0,0 1 0,4 1 0,-5-1 0,-1 0 0,1 0 0,-1 0 0,0 1 0,1-1 0,-1 1 0,0-1 0,-1 1 0,1 0 0,0 0 0,-1-1 0,0 1 0,1 0 0,0 5 0,14 47 0,-2 1 0,8 73 0,-14-74 0,10 72 0,24 118 0,-50-304 0,1-112 0,7 128 0,-2-4 0,5-167 0,-1 190 0,1-1 0,1 0 0,2 1 0,0 0 0,1 0 0,16-33 0,-20 51 0,0 1 0,0 0 0,0 0 0,1 0 0,0 0 0,0 0 0,0 1 0,0 0 0,1 0 0,0 0 0,0 0 0,0 1 0,0 0 0,1 0 0,-1 0 0,1 1 0,-1 0 0,9-3 0,-9 4 0,1 0 0,-1 1 0,0 0 0,1-1 0,-1 2 0,0-1 0,0 0 0,1 1 0,-1 0 0,0 1 0,0-1 0,0 1 0,0 0 0,0 0 0,0 0 0,-1 1 0,1-1 0,-1 1 0,1 1 0,-1-1 0,5 6 0,-6-7 0,-1 0 0,0 1 0,0-1 0,0 1 0,0-1 0,0 1 0,-1 0 0,1-1 0,-1 1 0,0 0 0,0 0 0,0 0 0,0 0 0,0 1 0,0-1 0,-1 0 0,0 0 0,0 0 0,0 0 0,0 1 0,0-1 0,0 0 0,-1 0 0,0 0 0,0 0 0,1 0 0,-2 0 0,1 0 0,0 0 0,-1 0 0,1 0 0,-4 4 0,-2 3 0,-1-1 0,0 0 0,0-1 0,0 0 0,-1 0 0,-1 0 0,-16 9 0,2-3-227,0-1-1,-1-1 1,0-1-1,-1-1 1,-28 7-1,17-9-6598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7.374"/>
    </inkml:context>
    <inkml:brush xml:id="br0">
      <inkml:brushProperty name="width" value="0.05" units="cm"/>
      <inkml:brushProperty name="height" value="0.05" units="cm"/>
    </inkml:brush>
  </inkml:definitions>
  <inkml:trace contextRef="#ctx0" brushRef="#br0">128 439 24575,'2'0'0,"1"0"0,-1-1 0,0 1 0,0-1 0,0 0 0,-1 0 0,1 0 0,0 0 0,0 0 0,0 0 0,-1 0 0,1-1 0,0 1 0,-1 0 0,1-1 0,-1 0 0,0 1 0,1-1 0,-1 0 0,1-2 0,1-1 0,-1 1 0,0 0 0,0-1 0,0 1 0,0-1 0,-1 1 0,2-10 0,-3 12 0,0-1 0,0 1 0,0 0 0,0 0 0,0 0 0,-1-1 0,1 1 0,-1 0 0,1 0 0,-1 0 0,0 0 0,0 0 0,0 0 0,0 0 0,0 0 0,0 0 0,-1 0 0,1 1 0,0-1 0,-1 0 0,0 1 0,1 0 0,-1-1 0,0 1 0,0 0 0,0-1 0,0 1 0,1 0 0,-2 1 0,1-1 0,0 0 0,0 1 0,-4-2 0,2 2 0,1-1 0,-1 1 0,1 0 0,-1 0 0,1 0 0,-1 0 0,1 0 0,-1 1 0,1 0 0,-1-1 0,1 1 0,0 1 0,-1-1 0,1 0 0,0 1 0,0 0 0,0 0 0,0 0 0,0 0 0,0 0 0,-2 3 0,-3 4 0,1 1 0,0 0 0,1 0 0,0 1 0,1 0 0,0 0 0,-5 17 0,8-22 0,0 0 0,1 1 0,-1-1 0,1 0 0,1 1 0,-1-1 0,1 1 0,0-1 0,1 0 0,-1 1 0,1-1 0,1 1 0,-1-1 0,1 0 0,4 10 0,-5-15 0,-1 1 0,1-1 0,0 1 0,1 0 0,-1-1 0,0 0 0,0 1 0,1-1 0,-1 0 0,0 1 0,1-1 0,0 0 0,-1 0 0,1 0 0,0-1 0,-1 1 0,1 0 0,0 0 0,0-1 0,3 1 0,-2-1 0,1 0 0,-1 0 0,1 0 0,-1 0 0,0-1 0,1 0 0,-1 0 0,1 0 0,-1 0 0,5-2 0,3-3 0,-1 0 0,0-1 0,0 1 0,-1-2 0,14-13 0,-8 4 0,-1-1 0,0 0 0,-1-1 0,-1-1 0,-1 0 0,-1-1 0,-1 0 0,8-23 0,-2-4 0,-3-1 0,11-80 0,-21 116 0,3-25 0,-5 36 0,0 0 0,0-1 0,0 1 0,0 0 0,-1-1 0,1 1 0,0 0 0,-1 0 0,0-1 0,1 1 0,-3-4 0,3 6 0,0 0 0,-1 0 0,1 0 0,0 0 0,0 0 0,0-1 0,0 1 0,0 0 0,0 0 0,0 0 0,-1 0 0,1 0 0,0 0 0,0 0 0,0 0 0,0 0 0,0 0 0,0 0 0,-1 0 0,1 0 0,0 0 0,0 0 0,0 1 0,0-1 0,0 0 0,0 0 0,0 0 0,-1 0 0,1 0 0,0 0 0,0 0 0,0 0 0,0 0 0,0 0 0,0 0 0,0 1 0,0-1 0,0 0 0,0 0 0,0 0 0,-1 0 0,1 0 0,0 0 0,0 0 0,0 1 0,0-1 0,0 0 0,0 0 0,0 0 0,0 0 0,0 0 0,0 0 0,0 0 0,0 1 0,0-1 0,-4 11 0,0-1 0,1 1 0,0 0 0,1 1 0,0-1 0,-1 23 0,6 71 0,-1-72-227,2 0-1,1-1 1,2 1-1,1-1 1,13 31-1,-3-17-6598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7.952"/>
    </inkml:context>
    <inkml:brush xml:id="br0">
      <inkml:brushProperty name="width" value="0.05" units="cm"/>
      <inkml:brushProperty name="height" value="0.05" units="cm"/>
    </inkml:brush>
  </inkml:definitions>
  <inkml:trace contextRef="#ctx0" brushRef="#br0">240 292 24575,'0'-20'0,"1"0"0,-1 0 0,-1 0 0,-7-33 0,7 49 0,0-1 0,0 1 0,0 0 0,-1-1 0,1 1 0,-1 0 0,-1 0 0,1 0 0,0 0 0,-1 1 0,0-1 0,0 1 0,0-1 0,0 1 0,0 0 0,-1 0 0,1 1 0,-1-1 0,0 1 0,0-1 0,-8-2 0,10 4 0,0 1 0,0-1 0,-1 1 0,1-1 0,0 1 0,0 0 0,-1 0 0,1 0 0,0 0 0,0 1 0,0-1 0,-1 1 0,1-1 0,0 1 0,0 0 0,-4 1 0,1 1 0,1 0 0,-1 0 0,1 0 0,0 1 0,0 0 0,-6 7 0,-1 3 0,0 1 0,1 1 0,-8 17 0,13-24 0,-3 6 0,-12 31 0,19-42 0,0 0 0,0-1 0,0 1 0,0 0 0,0 0 0,1 0 0,0 0 0,0 0 0,0 0 0,0 1 0,1-1 0,-1 0 0,3 7 0,-2-10 0,0 1 0,-1-1 0,1 0 0,0 1 0,0-1 0,0 0 0,0 0 0,0 1 0,0-1 0,0 0 0,0 0 0,0 0 0,1 0 0,-1-1 0,0 1 0,1 0 0,-1 0 0,3 0 0,0 0 0,-1 0 0,0-1 0,1 1 0,-1-1 0,1 0 0,-1 0 0,1 0 0,3-1 0,5-1 0,0-1 0,0 0 0,19-8 0,-14 4 0,1-1 0,-1 0 0,0-1 0,-1-1 0,0-1 0,20-17 0,-30 22 0,1-1 0,-1 1 0,0-1 0,-1-1 0,0 1 0,0-1 0,0 0 0,-1 0 0,0 0 0,-1-1 0,0 1 0,0-1 0,-1 0 0,0 0 0,1-12 0,0-32 0,-4 48 0,1 0 0,0 1 0,-1-1 0,0 0 0,0 1 0,0-1 0,-1 0 0,-3-6 0,5 10 0,0 1 0,0 0 0,0-1 0,0 1 0,0 0 0,0-1 0,-1 1 0,1 0 0,0 0 0,0-1 0,0 1 0,-1 0 0,1 0 0,0-1 0,0 1 0,0 0 0,-1 0 0,1-1 0,0 1 0,-1 0 0,1 0 0,0 0 0,0 0 0,-1 0 0,1 0 0,0-1 0,-1 1 0,1 0 0,0 0 0,-1 0 0,1 0 0,0 0 0,-1 0 0,1 0 0,0 0 0,-1 0 0,1 0 0,0 1 0,-1-1 0,-7 13 0,-1 22 0,7-19 0,2 1 0,0 0 0,0 0 0,2 0 0,0 0 0,1 0 0,1-1 0,0 1 0,1-1 0,1 0 0,1-1 0,0 1 0,1-1 0,14 20 0,-19-31 0,-1-1 0,2 1 0,-1-1 0,0 0 0,0 0 0,1-1 0,0 1 0,0-1 0,-1 1 0,1-1 0,1-1 0,-1 1 0,0 0 0,0-1 0,1 0 0,-1 0 0,0 0 0,1-1 0,-1 1 0,1-1 0,-1 0 0,1-1 0,-1 1 0,6-2 0,-4 2 0,0-2 0,0 1 0,0-1 0,-1 0 0,1 0 0,-1-1 0,1 1 0,-1-1 0,0 0 0,0-1 0,0 1 0,0-1 0,0 0 0,-1 0 0,0-1 0,0 1 0,5-8 0,1-8-82,-1-1 0,-1 0 0,-1-1 0,-1 0 0,-1 0 0,4-36 1,-5 34-711,3-17-6034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8.137"/>
    </inkml:context>
    <inkml:brush xml:id="br0">
      <inkml:brushProperty name="width" value="0.05" units="cm"/>
      <inkml:brushProperty name="height" value="0.05" units="cm"/>
    </inkml:brush>
  </inkml:definitions>
  <inkml:trace contextRef="#ctx0" brushRef="#br0">95 198 24575,'-2'-19'0,"0"0"0,-2 0 0,-1 0 0,0 0 0,-13-29 0,16 42 0,-11-23 0,12 27 0,0 1 0,1-1 0,-1 1 0,0 0 0,0-1 0,-1 1 0,1 0 0,0 0 0,0 0 0,-1 0 0,1 0 0,0 0 0,-1 0 0,1 0 0,-3-1 0,3 2 0,0 0 0,1 0 0,-1 0 0,1 0 0,-1 0 0,1 0 0,-1 1 0,1-1 0,-1 0 0,1 0 0,-1 0 0,1 0 0,-1 1 0,1-1 0,-1 0 0,1 0 0,-1 1 0,1-1 0,-1 0 0,1 1 0,0-1 0,-1 1 0,1-1 0,0 0 0,-1 1 0,1-1 0,0 1 0,-1-1 0,1 1 0,0-1 0,0 1 0,0-1 0,0 1 0,-1-1 0,1 2 0,-4 20 0,4-20 0,-3 33 0,2 1 0,6 61 0,20 71 0,-9-66 0,9 50-1365,-21-126-5461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08.742"/>
    </inkml:context>
    <inkml:brush xml:id="br0">
      <inkml:brushProperty name="width" value="0.05" units="cm"/>
      <inkml:brushProperty name="height" value="0.05" units="cm"/>
    </inkml:brush>
  </inkml:definitions>
  <inkml:trace contextRef="#ctx0" brushRef="#br0">1 233 24575,'-1'-4'0,"1"-1"0,0 1 0,1-1 0,-1 1 0,1-1 0,0 1 0,0-1 0,0 1 0,3-7 0,-2 9 0,0 0 0,0-1 0,0 1 0,0 0 0,0 0 0,0 0 0,0 0 0,1 0 0,-1 1 0,1-1 0,-1 1 0,1 0 0,0-1 0,-1 1 0,1 1 0,3-2 0,24-6 0,0 1 0,0 1 0,51-2 0,94 6 0,-146 2 0,-27 0 0,1 0 0,-1 0 0,1 0 0,0 0 0,-1 1 0,1-1 0,-1 1 0,1-1 0,-1 1 0,0 0 0,1 0 0,-1 0 0,0 0 0,1 1 0,3 2 0,-3 0 0,-1-1 0,1 1 0,-1 0 0,1 0 0,-1 1 0,0-1 0,2 8 0,-2-7 0,0 0 0,0-1 0,0 1 0,0-1 0,1 0 0,0 0 0,0 0 0,0 0 0,1 0 0,-1-1 0,1 1 0,0-1 0,0 0 0,0 0 0,0-1 0,6 4 0,-4-4 0,0 1 0,1-1 0,-1-1 0,1 1 0,-1-1 0,1-1 0,-1 1 0,1-1 0,-1 0 0,1 0 0,8-2 0,-4 0 0,-1 0 0,0-1 0,0 0 0,0-1 0,-1 0 0,1 0 0,-1-1 0,0 0 0,0-1 0,0 0 0,-1 0 0,0-1 0,0 0 0,-1 0 0,10-13 0,-15 17 0,0 0 0,0 0 0,-1 0 0,1 0 0,-1 0 0,0 0 0,0 0 0,0-1 0,0 1 0,0-1 0,-1 1 0,0 0 0,0-1 0,0 1 0,0-1 0,0 1 0,0 0 0,-1-1 0,0 1 0,0-1 0,0 1 0,-2-5 0,0 2 0,0 1 0,0 0 0,-1 0 0,0 0 0,1 1 0,-2-1 0,1 1 0,0 0 0,-1 0 0,0 0 0,0 1 0,-8-5 0,8 5 0,0 0 0,-1 1 0,1 0 0,-1 0 0,0 0 0,0 1 0,1 0 0,-1 0 0,0 0 0,0 1 0,0 0 0,-11 1 0,13-1 0,1 1 0,-1 0 0,0 0 0,1 1 0,0-1 0,-1 1 0,1-1 0,0 1 0,0 0 0,-1 0 0,2 1 0,-1-1 0,0 0 0,0 1 0,1 0 0,-1 0 0,1 0 0,0 0 0,0 0 0,0 0 0,-2 7 0,0 0 0,1 0 0,0 1 0,1-1 0,0 1 0,1-1 0,0 1 0,1 0 0,0-1 0,1 1 0,0 0 0,1-1 0,0 1 0,0-1 0,1 0 0,0 1 0,7 11 0,-5-9 0,1-1 0,0 0 0,1-1 0,0 0 0,1 0 0,0 0 0,1-1 0,0 0 0,0-1 0,1 0 0,1-1 0,19 13 0,-20-16 25,1 0-1,0-1 0,0 0 1,0-1-1,1 0 1,-1-1-1,1 0 0,0-1 1,-1 0-1,1-1 0,0-1 1,-1 1-1,16-4 1,-14 1-168,-1 1 1,1-2 0,-1 0 0,0 0-1,0-1 1,-1-1 0,1 0 0,-1 0 0,-1-1-1,1 0 1,18-18 0,-17 11-6684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1.815"/>
    </inkml:context>
    <inkml:brush xml:id="br0">
      <inkml:brushProperty name="width" value="0.05" units="cm"/>
      <inkml:brushProperty name="height" value="0.05" units="cm"/>
    </inkml:brush>
  </inkml:definitions>
  <inkml:trace contextRef="#ctx0" brushRef="#br0">0 0 24575,'7'14'0,"1"11"0,99 608 0,-69-163 0,-35-403 0,-2-37 0,-1-19 0,0 0 0,1 0 0,0 0 0,3 14 0,-3-24 0,-1 0 0,1 0 0,-1 0 0,1 0 0,-1 0 0,1 0 0,0 0 0,-1 0 0,1 0 0,0 0 0,0 0 0,0 0 0,0 0 0,0-1 0,0 1 0,0 0 0,0-1 0,0 1 0,0-1 0,0 1 0,0-1 0,0 0 0,0 1 0,0-1 0,1 0 0,-1 0 0,0 0 0,0 1 0,0-1 0,1-1 0,-1 1 0,2 0 0,6-2 0,0 1 0,0-1 0,13-6 0,1 1 0,34-2 0,1 3 0,106 2 0,-111 4 0,785-1-1977,477-5-2913,-619-4 2544,1867-22-2641,-2 40 4558,-123 31 2361,-2362-37-1843,259-10 3257,-278 0-2275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3.162"/>
    </inkml:context>
    <inkml:brush xml:id="br0">
      <inkml:brushProperty name="width" value="0.05" units="cm"/>
      <inkml:brushProperty name="height" value="0.05" units="cm"/>
    </inkml:brush>
  </inkml:definitions>
  <inkml:trace contextRef="#ctx0" brushRef="#br0">1 72 24575,'87'7'0,"-12"0"0,549-1-1264,-410-7 1017,1841-33-7533,-880 9 4449,2367-7 1501,0 73 2142,-3241-36 892,136 5 1988,-149 5 3304,-438-13-3248,149-2-3248,0 0 0,0 0 0,0 0 0,0 0 0,0 0 0,0 0 0,0 0 0,1 1 0,-1-1 0,0 0 0,0 0 0,0 1 0,0-1 0,1 1 0,-1-1 0,0 1 0,0-1 0,1 1 0,-1-1 0,0 1 0,1-1 0,-1 1 0,1 0 0,-1 0 0,1-1 0,-1 1 0,1 0 0,-1 0 0,1-1 0,0 1 0,-1 0 0,1 0 0,0 0 0,0 0 0,0 0 0,-1-1 0,1 1 0,0 0 0,0 0 0,0 0 0,1 1 0,0 4 0,0 0 0,1-1 0,0 1 0,0 0 0,3 6 0,0-2 0,14 40 0,-2 1 0,-3 1 0,-2 0 0,8 76 0,-11-30 0,-7 149 0,-6-194 0,-2 0 0,-3 0 0,-26 87 0,35-138 0,-1 0 0,1 0 0,-1-1 0,0 1 0,0-1 0,0 1 0,0 0 0,0-1 0,0 0 0,0 1 0,-1-1 0,1 0 0,0 1 0,-1-1 0,1 0 0,-1 0 0,1 0 0,-1-1 0,1 1 0,-1 0 0,0 0 0,0-1 0,1 1 0,-1-1 0,0 0 0,-3 1 0,-5-1 0,0 0 0,1 0 0,-1-1 0,-11-2 0,-8-1 0,-568 9-1148,422 2-151,-26 0-4445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4.359"/>
    </inkml:context>
    <inkml:brush xml:id="br0">
      <inkml:brushProperty name="width" value="0.05" units="cm"/>
      <inkml:brushProperty name="height" value="0.05" units="cm"/>
    </inkml:brush>
  </inkml:definitions>
  <inkml:trace contextRef="#ctx0" brushRef="#br0">406 219 24575,'1'-2'0,"-1"0"0,1 0 0,0 0 0,0 0 0,0 0 0,0 0 0,1 0 0,-1 1 0,0-1 0,3-2 0,7-12 0,-9 12 0,-1 0 0,0 0 0,0 0 0,0 0 0,-1 0 0,1-1 0,-1 1 0,0 0 0,0 0 0,0 0 0,-1-1 0,1 1 0,-1 0 0,0 0 0,-1 0 0,1 0 0,-1 0 0,1 0 0,-1 0 0,0 1 0,-1-1 0,1 0 0,-1 1 0,1 0 0,-1 0 0,0 0 0,-6-5 0,0 0 0,0 1 0,0 1 0,-1 0 0,1 0 0,-2 0 0,1 1 0,0 1 0,-1 0 0,-14-3 0,13 4 0,1 1 0,-1 1 0,0 0 0,0 1 0,0 0 0,0 0 0,0 1 0,0 1 0,0 0 0,1 1 0,-1 0 0,1 1 0,-18 8 0,22-8 0,0-1 0,0 2 0,1-1 0,-1 1 0,1 0 0,0 0 0,0 1 0,1 0 0,-1 0 0,1 0 0,1 1 0,-1-1 0,1 1 0,0 0 0,1 1 0,0-1 0,0 0 0,0 1 0,1 0 0,0 0 0,-1 10 0,3-9 0,0 1 0,0 0 0,1-1 0,0 1 0,1-1 0,0 0 0,0 1 0,1-1 0,0 0 0,1 0 0,-1-1 0,2 1 0,0-1 0,0 0 0,9 12 0,-8-12 0,1-1 0,-1 1 0,1-1 0,1 0 0,0-1 0,-1 0 0,2 0 0,-1-1 0,1 0 0,0 0 0,0-1 0,0 0 0,0-1 0,18 4 0,-20-6 0,0-1 0,-1 0 0,1 0 0,-1-1 0,1 0 0,0 0 0,-1-1 0,1 0 0,-1 0 0,0 0 0,0-1 0,0 1 0,0-2 0,0 1 0,0-1 0,-1 1 0,0-2 0,0 1 0,6-6 0,1-3 0,0 0 0,-1 0 0,0-2 0,-1 1 0,-1-1 0,9-17 0,41-112 0,-59 143 0,1 0 0,-1-1 0,1 1 0,-1 0 0,1 0 0,0 0 0,-1 0 0,1 0 0,0 0 0,0 0 0,0 0 0,0 0 0,0 1 0,0-1 0,0 0 0,2-1 0,-3 2 0,1 0 0,-1 0 0,1 1 0,-1-1 0,1 0 0,-1 0 0,0 0 0,1 0 0,-1 0 0,1 0 0,-1 1 0,1-1 0,-1 0 0,1 0 0,-1 1 0,0-1 0,1 0 0,-1 1 0,1-1 0,-1 0 0,0 1 0,0-1 0,1 1 0,-1-1 0,0 0 0,1 1 0,-1 0 0,3 5 0,0 1 0,-1-1 0,0 1 0,2 8 0,1 8 30,6 29-495,3-1 0,31 77 0,-31-100-6361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4.749"/>
    </inkml:context>
    <inkml:brush xml:id="br0">
      <inkml:brushProperty name="width" value="0.05" units="cm"/>
      <inkml:brushProperty name="height" value="0.05" units="cm"/>
    </inkml:brush>
  </inkml:definitions>
  <inkml:trace contextRef="#ctx0" brushRef="#br0">0 46 24575,'13'-20'0,"-12"18"0,1-1 0,-1 1 0,1 0 0,-1-1 0,1 1 0,0 0 0,-1 0 0,1 0 0,3-2 0,-4 4 0,0 0 0,0-1 0,0 1 0,0 0 0,0 0 0,0 0 0,0 0 0,0 0 0,0 0 0,0 0 0,0 0 0,0 1 0,0-1 0,0 0 0,0 1 0,0-1 0,0 0 0,0 1 0,0-1 0,0 1 0,-1 0 0,1-1 0,0 1 0,0 0 0,-1-1 0,1 1 0,0 0 0,-1 0 0,1 0 0,0-1 0,0 3 0,7 8 0,0 0 0,-1 1 0,0 0 0,-1 0 0,8 24 0,-3-4 0,7 39 0,-17-69 0,1 6 0,0 0 0,-1 1 0,1-1 0,-2 1 0,1 0 0,-1-1 0,0 1 0,-3 11 0,-2-11 0,0-15 0,0-17 0,4 6 0,0-1 0,1 1 0,1 0 0,1 0 0,0 0 0,1 0 0,8-22 0,-9 32 0,0 0 0,0 0 0,1 0 0,0 1 0,1 0 0,-1-1 0,1 1 0,0 0 0,1 1 0,-1-1 0,1 1 0,0 0 0,1 0 0,-1 0 0,1 1 0,0 0 0,0 0 0,0 0 0,1 1 0,6-3 0,-10 5 0,0 0 0,0 1 0,-1-1 0,1 1 0,0-1 0,0 1 0,0 0 0,0 0 0,0 0 0,0 1 0,0-1 0,0 1 0,-1 0 0,1-1 0,0 1 0,0 0 0,4 3 0,-4-2 0,1 1 0,0 0 0,-1 0 0,0 0 0,0 0 0,0 1 0,0-1 0,0 1 0,-1 0 0,4 6 0,-1 1 0,0 1 0,-1 0 0,0 0 0,-1 1 0,0-1 0,-1 1 0,1 15 0,-3 49-1365,-1-58-5461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5.108"/>
    </inkml:context>
    <inkml:brush xml:id="br0">
      <inkml:brushProperty name="width" value="0.05" units="cm"/>
      <inkml:brushProperty name="height" value="0.05" units="cm"/>
    </inkml:brush>
  </inkml:definitions>
  <inkml:trace contextRef="#ctx0" brushRef="#br0">0 39 24575,'12'-16'0,"4"-2"0,-15 18 0,-1-1 0,1 1 0,-1 0 0,1 0 0,-1 0 0,1 0 0,-1 1 0,1-1 0,-1 0 0,1 0 0,-1 0 0,1 0 0,-1 0 0,1 1 0,-1-1 0,1 0 0,-1 1 0,1-1 0,-1 0 0,1 0 0,-1 1 0,0-1 0,1 1 0,-1-1 0,0 0 0,1 1 0,-1-1 0,0 1 0,0-1 0,1 1 0,-1-1 0,0 1 0,0-1 0,0 1 0,0-1 0,1 1 0,-1 1 0,6 20 0,-2 1 0,-2 1 0,0 31 0,-2-38 0,0 1 0,1 0 0,1-1 0,1 0 0,8 31 0,-11-46 0,1 1 0,0 0 0,1-1 0,-1 1 0,0 0 0,1-1 0,0 0 0,-1 1 0,1-1 0,0 0 0,0 0 0,0 0 0,0 0 0,1 0 0,-1 0 0,0-1 0,1 1 0,-1-1 0,1 0 0,0 1 0,-1-1 0,5 1 0,-4-2 0,0 0 0,0 0 0,-1 0 0,1 0 0,0-1 0,0 1 0,0-1 0,0 1 0,0-1 0,0 0 0,-1 0 0,1-1 0,0 1 0,-1 0 0,1-1 0,-1 0 0,1 1 0,-1-1 0,0 0 0,0 0 0,3-4 0,2-3 0,-1 1 0,0-2 0,0 1 0,-1-1 0,0 0 0,0 0 0,-1 0 0,-1 0 0,0-1 0,0 0 0,1-11 0,-3 12 0,0 1 0,0-1 0,-1 0 0,0 1 0,0-1 0,-1 1 0,-1-1 0,0 1 0,0-1 0,0 1 0,-2 0 0,-7-17 0,10 24-124,0 0 0,-1 0 0,1 0 0,-1 0 0,1 0 0,-1 1-1,0-1 1,0 0 0,0 1 0,-4-3 0,-5-1-6702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5.589"/>
    </inkml:context>
    <inkml:brush xml:id="br0">
      <inkml:brushProperty name="width" value="0.05" units="cm"/>
      <inkml:brushProperty name="height" value="0.05" units="cm"/>
    </inkml:brush>
  </inkml:definitions>
  <inkml:trace contextRef="#ctx0" brushRef="#br0">2 40 24575,'-1'-22'0,"1"5"0,4 35 0,48 314 0,-49-303 0,9 34 0,-6-82 0,14-30 0,-12 31 0,2 0 0,0 1 0,0 0 0,18-19 0,-24 31 0,0 0 0,0 0 0,1 1 0,-1-1 0,1 1 0,0 1 0,1-1 0,-1 1 0,1-1 0,-1 2 0,1-1 0,0 0 0,0 1 0,0 0 0,0 1 0,1 0 0,8-2 0,-12 3 0,1 1 0,0-1 0,-1 0 0,0 1 0,1 0 0,-1 0 0,1 0 0,-1 0 0,0 1 0,0-1 0,0 1 0,1-1 0,-2 1 0,1 0 0,0 1 0,4 3 0,-3-2 0,-1 0 0,1 1 0,-1 0 0,0-1 0,0 1 0,-1 0 0,1 0 0,-1 1 0,0-1 0,1 6 0,-1-5 0,-1-1 0,0 1 0,0-1 0,0 1 0,-1-1 0,0 1 0,0 0 0,0-1 0,-1 1 0,0 0 0,0-1 0,0 1 0,-1-1 0,0 0 0,0 1 0,0-1 0,-1 0 0,1 0 0,-1 0 0,0-1 0,-7 9 0,5-9 0,-1-1 0,1 1 0,-1-1 0,1 0 0,-1-1 0,0 1 0,0-1 0,0 0 0,0-1 0,0 0 0,-1 0 0,-7 1 0,-1-1 0,1-1 0,0-1 0,-1 0 0,-18-4 0,27 4-151,1 0-1,0-1 0,0 1 0,-1-1 1,1-1-1,0 1 0,0-1 1,-7-5-1,-6-8-6674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5.994"/>
    </inkml:context>
    <inkml:brush xml:id="br0">
      <inkml:brushProperty name="width" value="0.05" units="cm"/>
      <inkml:brushProperty name="height" value="0.05" units="cm"/>
    </inkml:brush>
  </inkml:definitions>
  <inkml:trace contextRef="#ctx0" brushRef="#br0">1 3 24575,'0'0'0,"0"0"0,0 0 0,0 0 0,0 0 0,0 0 0,0 0 0,0 0 0,0-1 0,0 1 0,0 0 0,0 0 0,0 0 0,0 0 0,0 0 0,0 0 0,0 0 0,0 0 0,0 0 0,0 0 0,0-1 0,0 1 0,0 0 0,0 0 0,0 0 0,0 0 0,1 0 0,-1 0 0,0 0 0,0 0 0,0 0 0,0 0 0,0 0 0,0 0 0,0 0 0,0 0 0,0 0 0,0 0 0,0 0 0,1 0 0,-1 0 0,0 0 0,0 0 0,0 0 0,0 0 0,0 0 0,0 0 0,0 0 0,0 0 0,0 0 0,0 0 0,1 0 0,-1 0 0,0 0 0,0 0 0,0 0 0,7 5 0,5 8 0,-5-2 0,0 1 0,-1-1 0,0 1 0,-1 1 0,5 17 0,14 69 0,-13-49 0,21 107 0,-32-156 0,0-1 0,0 0 0,0 1 0,0-1 0,0 0 0,0 1 0,0-1 0,0 0 0,0 1 0,0-1 0,0 0 0,0 1 0,0-1 0,1 0 0,-1 0 0,0 1 0,0-1 0,0 0 0,1 1 0,-1-1 0,0 0 0,0 0 0,0 0 0,1 1 0,-1-1 0,0 0 0,0 0 0,1 0 0,-1 1 0,0-1 0,1 0 0,4-9 0,0-18 0,-2 5 0,0 0 0,2 0 0,0 0 0,2 1 0,0 0 0,2 1 0,12-25 0,-19 42 0,-1 1 0,1-1 0,0 0 0,0 1 0,0-1 0,0 1 0,1-1 0,-1 1 0,1 0 0,-1 0 0,1 0 0,0 0 0,0 1 0,-1-1 0,1 1 0,1 0 0,-1 0 0,0 0 0,0 0 0,0 0 0,0 1 0,1-1 0,-1 1 0,0 0 0,0 0 0,1 0 0,-1 0 0,0 1 0,1-1 0,-1 1 0,0 0 0,0 0 0,0 0 0,0 0 0,0 1 0,0-1 0,0 1 0,0 0 0,-1 0 0,1 0 0,-1 0 0,1 0 0,2 3 0,3 5 49,0 0 0,-1 0 0,0 1-1,0 0 1,-1 0 0,8 22 0,-3-4-903,9 50 1,-15-57-5973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6.432"/>
    </inkml:context>
    <inkml:brush xml:id="br0">
      <inkml:brushProperty name="width" value="0.05" units="cm"/>
      <inkml:brushProperty name="height" value="0.05" units="cm"/>
    </inkml:brush>
  </inkml:definitions>
  <inkml:trace contextRef="#ctx0" brushRef="#br0">186 179 24575,'2'-1'0,"-1"1"0,1-1 0,0 1 0,0-1 0,-1 0 0,1 0 0,-1 1 0,1-1 0,-1 0 0,1-1 0,-1 1 0,1 0 0,-1 0 0,0-1 0,0 1 0,0 0 0,0-1 0,2-1 0,0-2 0,-1 1 0,1-1 0,-1 1 0,4-11 0,-5 11 0,0-1 0,-1 1 0,0-1 0,0 1 0,0-1 0,0 1 0,-1-1 0,0 1 0,0 0 0,0-1 0,0 1 0,-1 0 0,1 0 0,-1-1 0,0 1 0,0 1 0,-1-1 0,1 0 0,-1 0 0,0 1 0,0 0 0,0-1 0,-4-2 0,5 4 0,-1 0 0,1-1 0,-1 1 0,0 0 0,0 1 0,0-1 0,0 0 0,0 1 0,0-1 0,0 1 0,-1 0 0,1 0 0,0 1 0,-1-1 0,1 1 0,-1-1 0,1 1 0,-1 0 0,1 0 0,0 1 0,-1-1 0,1 1 0,-1-1 0,1 1 0,0 0 0,0 1 0,-1-1 0,1 0 0,0 1 0,-3 2 0,-2 2 0,1 1 0,0 0 0,1 1 0,0-1 0,0 1 0,1 0 0,0 1 0,0-1 0,1 1 0,0 0 0,-5 14 0,4-5 0,0 1 0,1-1 0,1 0 0,0 1 0,1 21 0,2-32 0,1 0 0,0 0 0,0 0 0,0 0 0,1-1 0,0 1 0,6 12 0,-8-19 0,1 1 0,0 0 0,-1-1 0,1 1 0,0 0 0,0-1 0,0 1 0,0-1 0,0 0 0,1 1 0,-1-1 0,0 0 0,1 0 0,-1 0 0,1 0 0,-1 0 0,1 0 0,-1 0 0,1 0 0,-1 0 0,1-1 0,0 1 0,0-1 0,-1 1 0,1-1 0,0 0 0,0 0 0,0 0 0,-1 0 0,1 0 0,0 0 0,0 0 0,-1 0 0,1-1 0,0 1 0,0-1 0,-1 0 0,1 1 0,1-2 0,8-4 0,0 0 0,-1-1 0,0 0 0,-1-1 0,1 0 0,-1-1 0,-1 0 0,0 0 0,0-1 0,6-10 0,4-9 0,-1-1 0,17-42 0,-33 70 0,0 0 0,0 0 0,-1 0 0,1 0 0,0 1 0,1-1 0,-1 0 0,0 1 0,0-1 0,1 0 0,1-1 0,-2 3 0,-1 0 0,0 0 0,0 0 0,1 0 0,-1 0 0,0 0 0,0 0 0,1 0 0,-1 0 0,0 0 0,0 0 0,1 0 0,-1 0 0,0 0 0,0 0 0,1 0 0,-1 0 0,0 0 0,0 0 0,1 0 0,-1 0 0,0 1 0,0-1 0,0 0 0,1 0 0,-1 0 0,0 0 0,0 1 0,1-1 0,6 15 0,-3 0-341,-1 0 0,0 0-1,1 26 1,-3-20-6485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6.737"/>
    </inkml:context>
    <inkml:brush xml:id="br0">
      <inkml:brushProperty name="width" value="0.05" units="cm"/>
      <inkml:brushProperty name="height" value="0.05" units="cm"/>
    </inkml:brush>
  </inkml:definitions>
  <inkml:trace contextRef="#ctx0" brushRef="#br0">2 75 24575,'0'-14'0,"-1"10"0,1 0 0,-1 0 0,1 0 0,0 1 0,0-1 0,1 0 0,-1 0 0,1 0 0,0 0 0,0 1 0,0-1 0,0 0 0,3-4 0,-3 7 0,-1 1 0,1 0 0,-1 0 0,0-1 0,1 1 0,-1 0 0,1 0 0,-1 0 0,1 0 0,-1 0 0,0-1 0,1 1 0,-1 0 0,1 0 0,-1 0 0,1 0 0,-1 0 0,1 0 0,-1 0 0,1 1 0,-1-1 0,0 0 0,1 0 0,-1 0 0,1 0 0,-1 1 0,1-1 0,-1 0 0,0 0 0,1 1 0,-1-1 0,0 0 0,1 0 0,-1 1 0,0-1 0,1 1 0,-1-1 0,12 16 0,44 100 0,-40-80 0,1-1 0,24 38 0,-38-69 0,-1-1 0,1 1 0,-1-1 0,1 0 0,0 0 0,0 0 0,1 0 0,-1-1 0,1 1 0,4 2 0,-6-5 0,-1 1 0,1-1 0,-1 0 0,0 1 0,1-1 0,-1 0 0,1 0 0,-1 0 0,1 0 0,-1 0 0,1 0 0,-1 0 0,1-1 0,-1 1 0,0 0 0,1-1 0,-1 1 0,1-1 0,-1 0 0,0 1 0,0-1 0,1 0 0,-1 0 0,0 0 0,0 0 0,0 0 0,0 0 0,0 0 0,0 0 0,0 0 0,0-1 0,-1 1 0,2-2 0,9-17 0,-1 0 0,-1-1 0,-1 0 0,6-23 0,-1 7 0,20-64-1365,-23 76-5461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7.218"/>
    </inkml:context>
    <inkml:brush xml:id="br0">
      <inkml:brushProperty name="width" value="0.05" units="cm"/>
      <inkml:brushProperty name="height" value="0.05" units="cm"/>
    </inkml:brush>
  </inkml:definitions>
  <inkml:trace contextRef="#ctx0" brushRef="#br0">36 46 24575,'-3'0'0,"-4"0"0,-1 3 0,-3 1 0,5 0 0,6-4 0,5-2 0,7 0 0,6-4 0,10 0 0,6 1 0,7-2 0,6 0 0,1 1 0,1 2 0,0 2 0,-3-3 0,-9 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7.699"/>
    </inkml:context>
    <inkml:brush xml:id="br0">
      <inkml:brushProperty name="width" value="0.05" units="cm"/>
      <inkml:brushProperty name="height" value="0.05" units="cm"/>
    </inkml:brush>
  </inkml:definitions>
  <inkml:trace contextRef="#ctx0" brushRef="#br0">1 203 24575,'0'0'0,"0"0"0,0 0 0,0 0 0,0-1 0,0 1 0,0 0 0,0 0 0,0 0 0,0 0 0,0-1 0,0 1 0,0 0 0,1 0 0,-1 0 0,0 0 0,0 0 0,0-1 0,0 1 0,0 0 0,0 0 0,1 0 0,-1 0 0,0 0 0,0 0 0,0 0 0,0 0 0,1 0 0,-1-1 0,0 1 0,0 0 0,0 0 0,1 0 0,-1 0 0,0 0 0,0 0 0,0 0 0,0 0 0,1 0 0,-1 0 0,0 1 0,0-1 0,0 0 0,1 0 0,-1 0 0,0 0 0,0 0 0,0 0 0,0 0 0,0 0 0,1 0 0,-1 1 0,0-1 0,0 0 0,0 0 0,0 0 0,0 0 0,0 0 0,1 1 0,-1-1 0,0 0 0,0 0 0,0 0 0,0 0 0,0 1 0,0-1 0,0 0 0,10 11 0,1 7 0,0 1 0,-2 0 0,0 0 0,-1 1 0,-1 0 0,5 27 0,15 127 0,-27-170 0,5 12 0,0-24 0,3-29 0,-8 35 0,10-75 0,0-81 0,7-54 0,-17 206 0,1-1 0,1 1 0,-1-1 0,1 1 0,0-1 0,1 1 0,4-8 0,-6 13 0,-1 0 0,1-1 0,0 1 0,1 0 0,-1 0 0,0 0 0,0 0 0,0 0 0,1 0 0,-1 0 0,0 1 0,1-1 0,-1 0 0,1 1 0,-1-1 0,1 1 0,-1-1 0,1 1 0,-1 0 0,1 0 0,-1-1 0,1 1 0,0 0 0,-1 1 0,1-1 0,-1 0 0,1 0 0,-1 1 0,1-1 0,-1 1 0,1-1 0,-1 1 0,1-1 0,-1 1 0,0 0 0,2 1 0,4 2 0,-1 0 0,0 0 0,0 1 0,-1 0 0,1 0 0,-1 0 0,0 0 0,-1 1 0,1 0 0,-1 0 0,0 0 0,5 13 0,-7-16 0,0 0 0,-1 0 0,0 1 0,0-1 0,0 0 0,0 1 0,-1-1 0,1 1 0,-1-1 0,0 0 0,0 1 0,0-1 0,0 1 0,0-1 0,-1 1 0,0-1 0,0 0 0,0 1 0,0-1 0,0 0 0,-1 0 0,1 1 0,-1-1 0,0-1 0,0 1 0,0 0 0,0 0 0,-5 4 0,-1-1-170,-1-1-1,0 1 0,0-1 1,0-1-1,-1 0 0,1 0 1,-14 3-1,-8 1-6655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8.041"/>
    </inkml:context>
    <inkml:brush xml:id="br0">
      <inkml:brushProperty name="width" value="0.05" units="cm"/>
      <inkml:brushProperty name="height" value="0.05" units="cm"/>
    </inkml:brush>
  </inkml:definitions>
  <inkml:trace contextRef="#ctx0" brushRef="#br0">1 31 24575,'16'0'0,"2"-1"0,0 2 0,31 4 0,-42-4 0,-1 1 0,1 0 0,0 1 0,-1 0 0,1 0 0,-1 0 0,0 0 0,0 1 0,0 0 0,6 7 0,0 0 0,-1 0 0,0 1 0,17 24 0,-23-28 0,0 0 0,-1 1 0,1-1 0,-2 1 0,1 0 0,-1 0 0,4 18 0,-7-25 0,1-1 0,-1 1 0,0 0 0,0 0 0,0 0 0,1 0 0,-2-1 0,1 1 0,0 0 0,0 0 0,-1 0 0,1 0 0,0-1 0,-1 1 0,0 0 0,0 0 0,1-1 0,-1 1 0,0-1 0,0 1 0,0 0 0,0-1 0,-1 0 0,1 1 0,0-1 0,-1 0 0,1 0 0,-1 0 0,1 0 0,-1 0 0,1 0 0,-1 0 0,0 0 0,0 0 0,1-1 0,-1 1 0,0-1 0,0 0 0,0 1 0,1-1 0,-1 0 0,0 0 0,0 0 0,-2 0 0,0 0 0,-1-1 0,1 1 0,0-1 0,-1 0 0,1 0 0,0-1 0,0 1 0,-1-1 0,1 0 0,1 0 0,-1 0 0,0-1 0,0 1 0,1-1 0,-1 0 0,1 0 0,0 0 0,-3-4 0,3 2 18,-1-1 0,1 0 0,0 0 0,1 0 0,0 0 0,0 0 0,0-1 0,1 1 0,0-1 0,0 1 0,0-1 0,1 1 0,0-1 0,0 0 0,1 1 0,0-1 0,0 1 0,3-9 0,-2 7-140,1 0 0,1 0 0,-1 0 0,1 0 0,1 1 0,-1 0 0,1-1 0,0 2 0,1-1 1,0 1-1,0 0 0,0 0 0,11-7 0,3 0-6704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8.445"/>
    </inkml:context>
    <inkml:brush xml:id="br0">
      <inkml:brushProperty name="width" value="0.05" units="cm"/>
      <inkml:brushProperty name="height" value="0.05" units="cm"/>
    </inkml:brush>
  </inkml:definitions>
  <inkml:trace contextRef="#ctx0" brushRef="#br0">54 105 24575,'-7'7'0,"5"-6"0,1 1 0,-1-1 0,1 1 0,-1-1 0,1 1 0,0-1 0,0 1 0,-1 0 0,0 3 0,2-4 0,0 0 0,0 0 0,0 1 0,0-1 0,0 0 0,0 0 0,0 0 0,0 0 0,1 0 0,-1 0 0,1 1 0,-1-1 0,0 0 0,1 0 0,0 0 0,-1 0 0,1 0 0,0-1 0,-1 1 0,1 0 0,0 0 0,1 1 0,7 6 0,1 1 0,0-2 0,0 1 0,1-1 0,0-1 0,0 0 0,19 7 0,-29-12 0,0-1 0,0 1 0,0-1 0,0 1 0,0-1 0,0 0 0,0 1 0,0-1 0,0 0 0,0 0 0,1 0 0,-1 0 0,0 0 0,0 0 0,0 0 0,0 0 0,0 0 0,0 0 0,0-1 0,0 1 0,0 0 0,1-1 0,-1 1 0,0-1 0,-1 1 0,1-1 0,0 0 0,0 1 0,0-1 0,0 0 0,0 0 0,-1 1 0,1-1 0,0 0 0,-1 0 0,1 0 0,0 0 0,-1 0 0,1 0 0,-1 0 0,0 0 0,1 0 0,-1 0 0,0 0 0,0 0 0,1-1 0,-1 1 0,0-2 0,0-3 0,0 1 0,0-1 0,-1 0 0,1 0 0,-1 1 0,-1-1 0,1 1 0,-3-9 0,-4 0 0,0-1 0,-1 1 0,0 0 0,-2 1 0,1 0 0,-1 0 0,-17-14 0,27 26 0,0 0 0,0 0 0,-1-1 0,1 1 0,0 0 0,0 0 0,-1 0 0,1 1 0,0-1 0,-1 0 0,1 0 0,0 1 0,-1-1 0,1 1 0,-1-1 0,0 1 0,1 0 0,-1-1 0,1 1 0,-1 0 0,1 0 0,-1 0 0,0 0 0,1 0 0,-1 1 0,1-1 0,-1 0 0,1 1 0,-2 0 0,0 1 0,1 0 0,0 1 0,0-1 0,0 0 0,0 1 0,0-1 0,1 1 0,-1 0 0,1-1 0,0 1 0,0 0 0,0 0 0,0 0 0,-1 4 0,-1 8 43,0-1 0,1 1-1,0 0 1,1-1 0,1 1-1,0 0 1,4 21 0,-3-27-165,1 0 0,0 0 0,1-1 0,0 1 0,0-1 0,1 0 0,0 0 0,0 0 0,1-1 1,0 1-1,1-1 0,-1 0 0,12 9 0,-1-2-6704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9.540"/>
    </inkml:context>
    <inkml:brush xml:id="br0">
      <inkml:brushProperty name="width" value="0.05" units="cm"/>
      <inkml:brushProperty name="height" value="0.05" units="cm"/>
    </inkml:brush>
  </inkml:definitions>
  <inkml:trace contextRef="#ctx0" brushRef="#br0">163 202 24575,'0'-3'0,"1"0"0,-1-1 0,0 1 0,1 0 0,-1 0 0,1 0 0,0-1 0,0 1 0,1 0 0,-1 0 0,0 0 0,4-4 0,-1 0 0,-3 6 0,-1 0 0,1 0 0,-1 0 0,1 1 0,-1-1 0,0 0 0,1 0 0,-1 0 0,0 0 0,0 0 0,1 0 0,-1 0 0,0 0 0,0 0 0,0 1 0,0-1 0,0 0 0,-1 0 0,1 0 0,0 0 0,0 0 0,0 0 0,-1 0 0,1 0 0,-1 0 0,1 1 0,-1-1 0,1 0 0,-1 0 0,1 1 0,-1-1 0,1 0 0,-1 1 0,0-1 0,0 0 0,1 1 0,-1-1 0,0 1 0,0-1 0,0 1 0,1-1 0,-1 1 0,0 0 0,0 0 0,0-1 0,0 1 0,0 0 0,0 0 0,-2 0 0,-1-1 0,-1 0 0,1 1 0,-1 0 0,0-1 0,1 2 0,-1-1 0,0 1 0,1-1 0,-6 3 0,2 0 0,1 1 0,0 0 0,0 0 0,0 0 0,1 1 0,-1 0 0,1 1 0,0-1 0,1 1 0,-1 0 0,1 0 0,-5 10 0,6-11 0,1-1 0,1 1 0,-1 0 0,1 0 0,0 0 0,0 1 0,0-1 0,1 0 0,0 1 0,0-1 0,0 1 0,1-1 0,-1 1 0,2 0 0,-1-1 0,0 1 0,1-1 0,2 9 0,-1-9 0,1 0 0,0 0 0,0-1 0,0 1 0,0-1 0,0 0 0,1 0 0,0 0 0,0 0 0,0-1 0,0 1 0,1-1 0,-1 0 0,1-1 0,0 1 0,0-1 0,0 0 0,8 3 0,1-1 0,1 0 0,1-1 0,-1 0 0,0-1 0,20 0 0,-23-3 0,1 1 0,-1-1 0,0-1 0,1 0 0,-1-1 0,0 0 0,-1-1 0,1 0 0,-1-1 0,16-8 0,-20 9 0,-2 0 0,1 0 0,0 0 0,-1 0 0,0-1 0,0 0 0,0 0 0,-1-1 0,0 1 0,0-1 0,0 0 0,-1 0 0,1 0 0,-2-1 0,1 1 0,-1-1 0,0 1 0,0-1 0,1-12 0,-1 4 0,-2 1 0,0 0 0,-1-1 0,0 1 0,-1 0 0,-1 0 0,0 0 0,-1 0 0,0 0 0,-1 1 0,-1 0 0,0 0 0,-14-22 0,8 23 0,12 12 0,-1 0 0,1 0 0,0 0 0,0 1 0,0-1 0,-1 0 0,1 0 0,0 1 0,0-1 0,0 0 0,0 0 0,0 1 0,0-1 0,-1 0 0,1 1 0,0-1 0,0 0 0,0 1 0,0-1 0,0 0 0,0 0 0,0 1 0,0-1 0,0 0 0,0 1 0,0-1 0,1 0 0,-1 1 0,0-1 0,0 0 0,9 40 0,-7-32 0,6 23 0,-2 0 0,2 1 0,1-1 0,2-1 0,19 40 0,-29-68 0,0-1 0,-1 0 0,1 0 0,0 1 0,0-1 0,0 0 0,0 0 0,0 0 0,0 0 0,1 0 0,-1 0 0,0-1 0,1 1 0,-1 0 0,0-1 0,1 1 0,-1-1 0,0 1 0,1-1 0,-1 1 0,1-1 0,-1 0 0,1 0 0,-1 0 0,1 0 0,-1 0 0,1 0 0,-1 0 0,3-1 0,4-1 0,0-1 0,-1 0 0,1 0 0,11-7 0,18-6 0,-32 15 0,0 1 0,0 0 0,0 0 0,1 0 0,-1 1 0,0-1 0,0 1 0,0 1 0,0-1 0,0 1 0,0-1 0,0 2 0,-1-1 0,1 0 0,8 7 0,-5-4 0,0-1 0,0 0 0,14 5 0,-18-9 0,-1 1 0,0 0 0,0-1 0,0 0 0,0 0 0,0 1 0,0-2 0,0 1 0,0 0 0,0-1 0,0 1 0,0-1 0,0 0 0,5-2 0,-1-1 0,-1 1 0,0-1 0,0-1 0,-1 1 0,1-1 0,-1 0 0,0 0 0,0 0 0,-1-1 0,1 1 0,5-11 0,-7 11 0,0-1 0,-1 1 0,1-1 0,-1 1 0,0-1 0,-1 0 0,1 0 0,-1 0 0,0 0 0,-1 0 0,1 0 0,-1 0 0,-1-12 0,0 17 0,1 0 0,0 0 0,0 0 0,-1 0 0,1 0 0,0 0 0,-1-1 0,1 1 0,-1 0 0,1 0 0,-1 0 0,0 0 0,1 0 0,-1 1 0,0-1 0,-2-1 0,3 1 0,-1 1 0,1 0 0,-1-1 0,0 1 0,0 0 0,1 0 0,-1 0 0,0 0 0,1 0 0,-1-1 0,0 1 0,0 1 0,1-1 0,-1 0 0,0 0 0,1 0 0,-1 0 0,0 0 0,0 1 0,0-1 0,-1 1 0,-1 1 0,1-1 0,0 1 0,-1 0 0,1-1 0,0 1 0,0 0 0,0 0 0,0 0 0,1 1 0,-4 3 0,2 2 20,-1 1 0,1-1 0,0 0 1,1 1-1,0 0 0,0 0 0,1-1 0,0 1 0,0 0 0,1 0 0,1 0 0,-1 0 0,1 0 0,1 0 0,0-1 0,5 16 1,-5-17-99,0-1 0,1 1 1,0-1-1,0 0 1,1 0-1,-1 0 1,1-1-1,1 1 0,-1-1 1,1 0-1,0 0 1,0 0-1,0-1 1,1 0-1,0 0 0,-1 0 1,2 0-1,-1-1 1,0 0-1,0-1 1,13 4-1,5-2-6748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19.784"/>
    </inkml:context>
    <inkml:brush xml:id="br0">
      <inkml:brushProperty name="width" value="0.05" units="cm"/>
      <inkml:brushProperty name="height" value="0.05" units="cm"/>
    </inkml:brush>
  </inkml:definitions>
  <inkml:trace contextRef="#ctx0" brushRef="#br0">116 60 24575,'0'-3'0,"-1"1"0,1-1 0,-1 0 0,0 1 0,1-1 0,-1 0 0,0 1 0,0-1 0,-1 1 0,1-1 0,-1 1 0,1 0 0,-1 0 0,0-1 0,1 1 0,-1 0 0,0 1 0,0-1 0,-1 0 0,1 1 0,0-1 0,-1 1 0,-2-2 0,3 2 0,0 0 0,1 0 0,-1 1 0,0-1 0,0 1 0,0-1 0,0 1 0,1 0 0,-1-1 0,0 1 0,0 0 0,0 0 0,0 0 0,0 1 0,0-1 0,0 0 0,1 1 0,-1-1 0,0 1 0,0 0 0,0 0 0,1-1 0,-1 1 0,0 0 0,1 0 0,-1 1 0,1-1 0,-1 0 0,1 0 0,0 1 0,0-1 0,-1 1 0,-1 2 0,0 3 0,1-1 0,-1 1 0,1-1 0,0 1 0,0 0 0,1 0 0,0 0 0,0 0 0,1 8 0,0 1 0,0-1 0,1 0 0,5 19 0,-5-26 0,2 0 0,-1 1 0,1-1 0,1 0 0,0 0 0,0-1 0,0 1 0,1-1 0,0 0 0,0 0 0,1 0 0,6 5 0,-8-9 0,-1 1 0,1-1 0,0 0 0,0-1 0,1 1 0,-1-1 0,0 0 0,1 0 0,-1 0 0,1 0 0,0-1 0,0 0 0,0 0 0,-1 0 0,1-1 0,0 1 0,0-1 0,0-1 0,0 1 0,0 0 0,0-1 0,7-2 0,-2-1-341,0 0 0,0 0-1,13-9 1,0-1-6485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0.154"/>
    </inkml:context>
    <inkml:brush xml:id="br0">
      <inkml:brushProperty name="width" value="0.05" units="cm"/>
      <inkml:brushProperty name="height" value="0.05" units="cm"/>
    </inkml:brush>
  </inkml:definitions>
  <inkml:trace contextRef="#ctx0" brushRef="#br0">40 52 24575,'-3'-30'0,"3"29"0,0 0 0,0 0 0,-1 0 0,1 0 0,0 0 0,0 0 0,-1 0 0,1 0 0,-1 0 0,1 0 0,-1 0 0,1 0 0,-1 0 0,0 0 0,1 1 0,-1-1 0,0 0 0,0 1 0,1-1 0,-1 0 0,0 1 0,0-1 0,0 1 0,0-1 0,-1 0 0,2 1 0,-1 0 0,1 0 0,-1 1 0,1-1 0,-1 0 0,1 0 0,-1 0 0,1 0 0,-1 0 0,1 1 0,-1-1 0,1 0 0,-1 1 0,1-1 0,-1 0 0,1 1 0,0-1 0,-1 0 0,1 1 0,0-1 0,-1 1 0,1-1 0,0 1 0,-1-1 0,1 0 0,0 1 0,0-1 0,0 1 0,0-1 0,-1 2 0,-3 17 0,4-18 0,-2 23 0,0 0 0,2 1 0,1-1 0,1 0 0,0 0 0,2 0 0,1-1 0,1 1 0,15 38 0,-19-59 0,-1 1 0,0-1 0,1 0 0,0 0 0,-1 0 0,1 0 0,1 0 0,-1-1 0,0 1 0,1-1 0,-1 1 0,1-1 0,0 0 0,-1 0 0,7 3 0,-7-4 0,0-1 0,0 1 0,1-1 0,-1 1 0,0-1 0,0 0 0,1 0 0,-1 0 0,0-1 0,1 1 0,-1 0 0,0-1 0,0 0 0,1 1 0,-1-1 0,0 0 0,0 0 0,0 0 0,0 0 0,0-1 0,0 1 0,-1 0 0,1-1 0,2-2 0,-2 3 0,-1 0 0,0 1 0,0-1 0,0 0 0,0 0 0,-1 1 0,1-1 0,0 0 0,0 0 0,0 0 0,-1 0 0,1 0 0,0 0 0,-1 0 0,1-1 0,-1 1 0,0 0 0,1 0 0,-1 0 0,0 0 0,1-1 0,-1 1 0,0 0 0,0 0 0,0-1 0,0 1 0,0 0 0,-1 0 0,1 0 0,-1-3 0,0 3 0,-1-1 0,1 1 0,-1 0 0,1 0 0,-1-1 0,0 1 0,1 0 0,-1 0 0,0 1 0,0-1 0,0 0 0,0 0 0,0 1 0,0 0 0,0-1 0,0 1 0,0 0 0,-3 0 0,0-1 0,-31 0 0,34 1 0,1 0 0,0 0 0,0 0 0,0 0 0,-1 0 0,1 0 0,0 1 0,0-1 0,0 0 0,-1 1 0,1-1 0,0 1 0,0-1 0,0 1 0,0 0 0,0-1 0,0 1 0,0 0 0,0 0 0,0 0 0,0-1 0,-1 3 0,2-2 0,0 0 0,0 0 0,0 0 0,0 0 0,0 0 0,0 0 0,0 0 0,1 0 0,-1 0 0,0 0 0,0 0 0,1 0 0,-1 0 0,1 0 0,-1-1 0,1 1 0,-1 0 0,1 0 0,0 0 0,1 1 0,16 15 0,-16-15 0,41 34 232,52 47-1829,-72-59-5229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2.597"/>
    </inkml:context>
    <inkml:brush xml:id="br0">
      <inkml:brushProperty name="width" value="0.05" units="cm"/>
      <inkml:brushProperty name="height" value="0.05" units="cm"/>
    </inkml:brush>
  </inkml:definitions>
  <inkml:trace contextRef="#ctx0" brushRef="#br0">1 1 24575,'0'3'0,"0"4"0,3 4 0,1 3 0,3 6 0,0 6 0,2 4 0,0 1 0,1 0 0,-1 2 0,-2-1 0,1-1 0,-1-5-8191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2.831"/>
    </inkml:context>
    <inkml:brush xml:id="br0">
      <inkml:brushProperty name="width" value="0.05" units="cm"/>
      <inkml:brushProperty name="height" value="0.05" units="cm"/>
    </inkml:brush>
  </inkml:definitions>
  <inkml:trace contextRef="#ctx0" brushRef="#br0">1 33 24575,'0'-2'0,"0"1"0,0-1 0,0 1 0,0-1 0,0 1 0,0-1 0,0 0 0,1 1 0,-1-1 0,1 1 0,-1-1 0,1 1 0,-1-1 0,1 1 0,0 0 0,0-1 0,-1 1 0,1 0 0,2-3 0,-1 4 0,-1 0 0,0 0 0,0 0 0,1 0 0,-1 0 0,0 0 0,1 0 0,-1 0 0,0 0 0,0 1 0,1-1 0,-1 0 0,0 1 0,0-1 0,0 1 0,0 0 0,0-1 0,1 1 0,-1 0 0,0 0 0,-1-1 0,1 1 0,0 0 0,0 0 0,1 2 0,18 17 0,-2 0 0,0 2 0,21 34 0,35 77 0,-66-118 0,-1 1 0,-1 0 0,0 0 0,5 31 0,-10-41 0,0 0 0,0 0 0,-1 0 0,0 1 0,0-1 0,-1 0 0,0 0 0,0 0 0,0 0 0,0 0 0,-1-1 0,0 1 0,-1 0 0,1-1 0,-1 1 0,0-1 0,-4 6 0,-21 18-1365,-1-4-5461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3.553"/>
    </inkml:context>
    <inkml:brush xml:id="br0">
      <inkml:brushProperty name="width" value="0.05" units="cm"/>
      <inkml:brushProperty name="height" value="0.05" units="cm"/>
    </inkml:brush>
  </inkml:definitions>
  <inkml:trace contextRef="#ctx0" brushRef="#br0">310 153 24575,'0'-8'0,"2"1"0,-1-1 0,1 1 0,0-1 0,0 1 0,1-1 0,0 1 0,5-8 0,7-19 0,-14 33 0,-1 0 0,0 0 0,1-1 0,-1 1 0,0 0 0,0 0 0,0-1 0,0 1 0,0 0 0,0 0 0,0-1 0,0 1 0,0 0 0,0 0 0,-1 0 0,1-1 0,-1 1 0,1 0 0,-1 0 0,1 0 0,-1 0 0,1 0 0,-1 0 0,0 0 0,0 0 0,0 0 0,1 0 0,-1 0 0,0 1 0,0-1 0,0 0 0,0 0 0,0 1 0,-1-1 0,1 1 0,0-1 0,0 1 0,0-1 0,0 1 0,-1 0 0,1 0 0,0 0 0,-2-1 0,-8 0 0,1 0 0,-1 0 0,-20 2 0,28-1 0,-18 1 0,1 1 0,0 0 0,0 2 0,0 0 0,0 2 0,1 0 0,0 1 0,0 1 0,-22 12 0,38-18 0,1-1 0,-1 1 0,1 0 0,0 0 0,-1 0 0,1 0 0,0 0 0,0 0 0,0 0 0,1 1 0,-1-1 0,0 1 0,1-1 0,0 1 0,0 0 0,-1 0 0,2 0 0,-1-1 0,0 1 0,0 0 0,1 0 0,0 0 0,0 3 0,0-2 0,1 0 0,0 0 0,0 0 0,0 0 0,1-1 0,0 1 0,-1 0 0,1-1 0,0 1 0,1-1 0,-1 0 0,1 1 0,-1-1 0,1-1 0,0 1 0,5 4 0,9 5 0,1-1 0,0 0 0,1-2 0,0 0 0,0-1 0,1-1 0,31 8 0,5 2 0,-53-16 0,0 0 0,-1 0 0,1 0 0,-1 0 0,1 1 0,-1-1 0,1 1 0,2 2 0,-5-4 0,1 1 0,-1-1 0,0 0 0,0 1 0,1-1 0,-1 0 0,0 1 0,0-1 0,0 0 0,0 1 0,1-1 0,-1 0 0,0 1 0,0-1 0,0 0 0,0 1 0,0-1 0,0 1 0,0-1 0,0 0 0,0 1 0,0-1 0,0 1 0,0-1 0,-1 1 0,1 0 0,-1 0 0,1-1 0,-1 1 0,0 0 0,1-1 0,-1 1 0,0 0 0,1-1 0,-1 1 0,0-1 0,0 1 0,1-1 0,-3 1 0,-50 17 0,44-16 0,0 1 0,1-1 0,-1 1 0,1 1 0,0 0 0,0 0 0,0 0 0,-14 11 0,21-14 0,0 0 0,0 0 0,0 0 0,0 1 0,0-1 0,0 0 0,0 0 0,0 1 0,1-1 0,-1 0 0,0 1 0,1-1 0,-1 1 0,1-1 0,0 1 0,-1-1 0,1 1 0,0-1 0,0 1 0,0-1 0,0 1 0,0 2 0,1-2 0,0 0 0,0 1 0,0-1 0,0 0 0,0 0 0,1 0 0,-1 0 0,1 0 0,-1 0 0,1 0 0,0 0 0,3 2 0,2 1 0,0 0 0,0 0 0,1-1 0,0 0 0,0 0 0,16 4 0,-3-4-195,1-1 0,-1-1 0,1 0 0,0-2 0,-1-1 0,34-5 0,-20 1-6631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4.184"/>
    </inkml:context>
    <inkml:brush xml:id="br0">
      <inkml:brushProperty name="width" value="0.05" units="cm"/>
      <inkml:brushProperty name="height" value="0.05" units="cm"/>
    </inkml:brush>
  </inkml:definitions>
  <inkml:trace contextRef="#ctx0" brushRef="#br0">39 163 24575,'-3'-3'0,"1"0"0,0 0 0,0 0 0,0 0 0,0 0 0,-3-6 0,-5-10 0,10 19 0,0 0 0,0 0 0,0 0 0,0 0 0,0 0 0,0 0 0,0-1 0,0 1 0,-1 0 0,1 0 0,0 0 0,0 0 0,0 0 0,0 0 0,0 0 0,0 0 0,0 0 0,0-1 0,-1 1 0,1 0 0,0 0 0,0 0 0,0 0 0,0 0 0,0 0 0,0 0 0,0 0 0,-1 0 0,1 0 0,0 0 0,0 0 0,0 0 0,0 0 0,0 0 0,-1 0 0,1 0 0,0 0 0,0 0 0,0 0 0,0 0 0,0 0 0,0 0 0,0 1 0,-1-1 0,1 0 0,0 0 0,0 0 0,0 0 0,0 0 0,0 0 0,-3 10 0,1 13 0,12 130 0,0-23 0,-9-144 0,1 1 0,0 0 0,1 0 0,6-15 0,23-66 0,-27 82 0,7-22 0,30-55 0,-35 77 0,1 0 0,0 0 0,1 0 0,0 1 0,0 1 0,1-1 0,15-11 0,-22 20 0,0 0 0,0 0 0,0 0 0,1 0 0,-1 0 0,0 1 0,1 0 0,-1-1 0,0 1 0,1 1 0,0-1 0,-1 0 0,1 1 0,-1 0 0,1 0 0,0 0 0,-1 0 0,1 0 0,6 3 0,-6-2 0,0 1 0,0-1 0,-1 1 0,1 0 0,0 1 0,-1-1 0,0 1 0,0-1 0,0 1 0,0 0 0,0 0 0,0 0 0,-1 1 0,1-1 0,-1 1 0,0-1 0,2 5 0,4 11 0,-1 1 0,0-1 0,-2 1 0,0 0 0,3 31 0,-5-9 0,-2 69 0,-1-113 0,0-18 0,2 0 0,0 1 0,1-1 0,11-34 0,-7 37 0,0 1 0,1 1 0,1-1 0,12-15 0,-16 24 0,1 0 0,-1 1 0,1-1 0,0 1 0,1 1 0,-1-1 0,1 1 0,0 0 0,1 1 0,12-6 0,-17 9 0,0 0 0,0 0 0,0 0 0,0 1 0,0-1 0,0 1 0,0 0 0,0 0 0,0 0 0,0 0 0,0 1 0,0-1 0,0 1 0,0 0 0,0-1 0,0 1 0,0 1 0,0-1 0,-1 0 0,1 1 0,0-1 0,-1 1 0,1 0 0,-1 0 0,0 0 0,1 0 0,-1 1 0,0-1 0,0 0 0,-1 1 0,1-1 0,2 6 0,1 0 0,-1 1 0,0 0 0,0 0 0,-1 0 0,0 0 0,-1 1 0,0-1 0,-1 1 0,1 12 0,-1-9-80,-2 0 0,1 0-1,-2 0 1,0 0 0,0 0-1,-1 0 1,-1 0 0,0-1-1,-1 0 1,0 0 0,-1 0 0,0 0-1,-1-1 1,0 0 0,-1 0-1,-15 16 1,10-16-6746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4.539"/>
    </inkml:context>
    <inkml:brush xml:id="br0">
      <inkml:brushProperty name="width" value="0.05" units="cm"/>
      <inkml:brushProperty name="height" value="0.05" units="cm"/>
    </inkml:brush>
  </inkml:definitions>
  <inkml:trace contextRef="#ctx0" brushRef="#br0">1 30 24575,'2'-3'0,"1"0"0,-1 1 0,1-1 0,0 1 0,0 0 0,0 0 0,0 0 0,0 0 0,1 1 0,-1-1 0,1 1 0,-1 0 0,1 0 0,-1 0 0,1 0 0,0 1 0,-1-1 0,6 1 0,-4 1 0,0 0 0,0 0 0,0 1 0,0 0 0,0-1 0,0 2 0,-1-1 0,1 1 0,-1-1 0,0 1 0,1 0 0,5 6 0,-2-1 0,-1-1 0,1 1 0,-2 0 0,1 1 0,-1 0 0,0 0 0,-1 0 0,0 0 0,0 1 0,-1 0 0,0 0 0,4 21 0,-6-17 0,0 0 0,-1 0 0,0 0 0,-1 0 0,0 1 0,-2-1 0,0 0 0,0 0 0,-6 17 0,6-22 0,-1-2 0,1 0 0,0 1 0,1-1 0,0 0 0,-1 12 0,2-17 0,0-1 0,1 1 0,-1 0 0,0-1 0,1 1 0,-1 0 0,1-1 0,-1 1 0,1 0 0,0-1 0,0 1 0,-1-1 0,1 1 0,0-1 0,1 0 0,-1 1 0,0-1 0,0 0 0,0 0 0,1 0 0,-1 0 0,1 0 0,-1 0 0,1 0 0,-1 0 0,1-1 0,-1 1 0,1 0 0,2 0 0,9 2 0,1-1 0,0 0 0,0 0 0,0-2 0,-1 1 0,19-3 0,-5-1 0,-1-1 0,34-10 0,-42 7 342,-10 2-684,-8 5 311,0 0 0,0 0 0,1-1 0,-1 1 0,0 0 0,0 0 0,0 0 0,0 0 0,0 0 0,0 0 0,0 0 0,0-1 0,0 1 0,0 0 0,0 0 0,0 0 0,0 0 0,0 0 0,0 0 0,0-1 0,0 1 0,0 0 0,0 0 0,0 0 0,0 0 0,0 0-1,0 0 1,0-1 0,0 1 0,0 0 0,0 0 0,0 0 0,0 0 0,0 0 0,0 0 0,0 0 0,0-1 0,0 1 0,-1 0 0,1 0 0,0 0 0,0 0 0,0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7.707"/>
    </inkml:context>
    <inkml:brush xml:id="br0">
      <inkml:brushProperty name="width" value="0.05" units="cm"/>
      <inkml:brushProperty name="height" value="0.05" units="cm"/>
    </inkml:brush>
  </inkml:definitions>
  <inkml:trace contextRef="#ctx0" brushRef="#br0">159 164 24575,'0'-6'0,"1"-1"0,0 1 0,0 0 0,1 0 0,0 0 0,0 0 0,0 0 0,1 0 0,0 1 0,0-1 0,0 1 0,1-1 0,0 1 0,0 1 0,0-1 0,5-4 0,-1 1 0,0 1 0,1 0 0,0 1 0,0 0 0,1 0 0,-1 1 0,1 0 0,15-4 0,-23 8 0,1 0 0,0 0 0,-1 1 0,1-1 0,0 1 0,-1-1 0,1 1 0,0 0 0,0 0 0,0 1 0,-1-1 0,1 0 0,0 1 0,-1 0 0,1-1 0,0 1 0,-1 0 0,4 2 0,-4-1 0,0-1 0,-1 1 0,1 0 0,-1-1 0,1 1 0,-1 0 0,1 0 0,-1 0 0,0 0 0,0 0 0,0 0 0,0 0 0,0 1 0,-1-1 0,1 0 0,-1 0 0,1 1 0,-1-1 0,0 0 0,0 1 0,0-1 0,-1 3 0,0 9 0,-1-1 0,-1 0 0,0 1 0,-1-2 0,0 1 0,-1 0 0,-1-1 0,0 0 0,0 0 0,-15 19 0,1-5 0,0-1 0,-1-2 0,-36 32 0,33-34 0,-34 21 0,49-36 0,-1 0 0,1-1 0,-1 0 0,0-1 0,-1 0 0,1 0 0,-13 2 0,22-6 0,0 1 0,0-1 0,0 0 0,0 0 0,0 0 0,0 1 0,0-1 0,0 0 0,0 0 0,0 0 0,0-1 0,0 1 0,0 0 0,0 0 0,0-1 0,0 1 0,0 0 0,0-1 0,0 1 0,0-1 0,0 1 0,-1-2 0,2 2 0,0-1 0,0 0 0,0 0 0,0 1 0,0-1 0,-1 0 0,1 0 0,1 0 0,-1 1 0,0-1 0,0 0 0,0 0 0,0 1 0,0-1 0,1 0 0,-1 0 0,0 1 0,1-1 0,-1 0 0,0 1 0,2-2 0,2-4 0,0 1 0,0-1 0,1 1 0,0 0 0,6-5 0,0 2 0,0 1 0,1 0 0,0 0 0,1 1 0,-1 1 0,1 0 0,0 1 0,0 0 0,0 1 0,1 0 0,-1 1 0,28 0 0,-32 2 0,0 0 0,0 1 0,0 0 0,-1 1 0,1-1 0,0 2 0,-1-1 0,1 1 0,-1 0 0,0 1 0,0 0 0,0 1 0,0-1 0,-1 1 0,0 1 0,0-1 0,0 1 0,-1 1 0,1-1 0,7 12 0,-9-9-341,1 0 0,-2 0-1,7 16 1,-4-3-6485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8.094"/>
    </inkml:context>
    <inkml:brush xml:id="br0">
      <inkml:brushProperty name="width" value="0.05" units="cm"/>
      <inkml:brushProperty name="height" value="0.05" units="cm"/>
    </inkml:brush>
  </inkml:definitions>
  <inkml:trace contextRef="#ctx0" brushRef="#br0">0 91 24575,'25'-28'0,"-19"20"0,1 0 0,0 0 0,0 1 0,1 0 0,11-8 0,-16 14 0,-1-1 0,1 1 0,0 0 0,-1 0 0,1 0 0,0 0 0,0 0 0,-1 1 0,1 0 0,0-1 0,0 1 0,0 0 0,0 0 0,0 0 0,-1 1 0,1-1 0,0 1 0,0-1 0,0 1 0,-1 0 0,1 0 0,0 0 0,-1 1 0,4 1 0,5 5 0,1 0 0,-1 0 0,-1 2 0,1-1 0,-2 1 0,1 1 0,-1 0 0,-1 0 0,11 19 0,-2 0 0,-2 1 0,21 55 0,-29-65 0,-1 0 0,-1 0 0,0 1 0,-2 0 0,0-1 0,-2 1 0,0 0 0,-3 33 0,0-42 0,0 0 0,-1 0 0,0 0 0,-1-1 0,-1 1 0,0-1 0,0 0 0,-1 0 0,-1-1 0,0 0 0,0 0 0,-1 0 0,-1-1 0,0 0 0,-13 11 0,-16 7-1365,2-8-5461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8.531"/>
    </inkml:context>
    <inkml:brush xml:id="br0">
      <inkml:brushProperty name="width" value="0.05" units="cm"/>
      <inkml:brushProperty name="height" value="0.05" units="cm"/>
    </inkml:brush>
  </inkml:definitions>
  <inkml:trace contextRef="#ctx0" brushRef="#br0">19 32 24575,'2'-1'0,"20"-19"0,-21 19 0,0 0 0,0 0 0,0 0 0,1 0 0,-1 0 0,0 1 0,0-1 0,1 0 0,-1 1 0,0-1 0,1 1 0,-1-1 0,1 1 0,1-1 0,-2 2 0,-1-1 0,1 1 0,-1-1 0,0 0 0,0 1 0,1-1 0,-1 1 0,0-1 0,0 1 0,1-1 0,-1 1 0,0-1 0,0 1 0,0 0 0,0-1 0,0 1 0,0-1 0,0 1 0,0-1 0,0 1 0,0-1 0,0 1 0,0-1 0,0 1 0,-1 0 0,-4 19 0,4-16 0,-9 36 0,-31 138 0,37-154 0,1 1 0,1-1 0,2 0 0,0 1 0,5 34 0,-4-54 0,0 0 0,0 1 0,1-1 0,0 0 0,0 0 0,0 1 0,0-2 0,1 1 0,-1 0 0,7 8 0,-6-10 0,1 0 0,-1 0 0,0-1 0,1 1 0,-1-1 0,1 0 0,0 0 0,0 0 0,0 0 0,0 0 0,0-1 0,0 0 0,0 0 0,6 1 0,29 1-339,-1-2-1,1-1 0,74-10 0,-113 9 334,44-4-6820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8.922"/>
    </inkml:context>
    <inkml:brush xml:id="br0">
      <inkml:brushProperty name="width" value="0.05" units="cm"/>
      <inkml:brushProperty name="height" value="0.05" units="cm"/>
    </inkml:brush>
  </inkml:definitions>
  <inkml:trace contextRef="#ctx0" brushRef="#br0">52 38 24575,'0'-1'0,"-1"-1"0,1 1 0,-1 0 0,1 0 0,-1 0 0,1 0 0,-1 0 0,0 0 0,1 0 0,-1 0 0,0 0 0,0 0 0,0 0 0,0 0 0,0 0 0,0 1 0,0-1 0,0 0 0,0 1 0,0-1 0,0 1 0,0-1 0,-2 0 0,2 1 0,0-1 0,0 1 0,1 0 0,-1 0 0,0-1 0,0 1 0,0 0 0,0 0 0,1 0 0,-1 0 0,0 0 0,0 0 0,0 0 0,0 0 0,1 0 0,-1 0 0,0 0 0,0 1 0,0-1 0,1 0 0,-1 1 0,0-1 0,0 0 0,1 1 0,-1-1 0,0 1 0,1-1 0,-1 1 0,0 0 0,1-1 0,-1 1 0,1-1 0,-1 1 0,1 0 0,-1 1 0,-1 3 0,2-1 0,-1 1 0,0 0 0,1 0 0,0 0 0,0-1 0,1 1 0,0 7 0,12 42 0,-9-36 0,-3-14 0,4 16 0,0 0 0,1-1 0,1 0 0,16 32 0,-21-47 0,0-1 0,0 1 0,1 0 0,-1-1 0,1 0 0,0 1 0,0-1 0,1 0 0,-1 0 0,0-1 0,1 1 0,0-1 0,-1 0 0,1 0 0,0 0 0,0 0 0,0-1 0,1 1 0,-1-1 0,0 0 0,0-1 0,1 1 0,-1-1 0,0 0 0,1 0 0,-1 0 0,1 0 0,5-2 0,-2 0 0,1-1 0,-1 1 0,1-2 0,-1 1 0,0-1 0,-1-1 0,1 1 0,-1-1 0,0-1 0,0 1 0,0-1 0,-1 0 0,0-1 0,0 0 0,0 0 0,-1 0 0,6-10 0,-8 12 0,-1 0 0,1 0 0,-1 0 0,0 0 0,0 0 0,0-1 0,-1 1 0,0-1 0,0 1 0,0-1 0,-1 1 0,0-1 0,0 1 0,0-1 0,-1 0 0,0 1 0,0-1 0,0 1 0,-1 0 0,1-1 0,-1 1 0,0 0 0,-1 0 0,0 0 0,1 0 0,-2 1 0,1-1 0,-5-5 0,-1 2-114,0 1 1,0-1-1,-1 2 0,0-1 0,-1 1 1,1 1-1,-1 0 0,0 0 0,0 1 1,-1 0-1,-14-2 0,3 1-6712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9.307"/>
    </inkml:context>
    <inkml:brush xml:id="br0">
      <inkml:brushProperty name="width" value="0.05" units="cm"/>
      <inkml:brushProperty name="height" value="0.05" units="cm"/>
    </inkml:brush>
  </inkml:definitions>
  <inkml:trace contextRef="#ctx0" brushRef="#br0">105 60 24575,'0'-1'0,"-1"0"0,1 0 0,-1 0 0,1 0 0,-1 0 0,1 1 0,-1-1 0,1 0 0,-1 0 0,0 1 0,0-1 0,1 0 0,-1 1 0,0-1 0,0 1 0,0-1 0,1 1 0,-1-1 0,0 1 0,0 0 0,0-1 0,0 1 0,0 0 0,0 0 0,0 0 0,0-1 0,-1 1 0,-28-2 0,28 2 0,-1 0 0,1 0 0,0 0 0,0 0 0,0 1 0,0-1 0,0 1 0,-1-1 0,1 1 0,0 0 0,0 0 0,1 0 0,-1 0 0,0 0 0,0 1 0,0-1 0,1 0 0,-1 1 0,0-1 0,-1 4 0,1-3 0,1 1 0,0 0 0,0 0 0,0-1 0,0 1 0,0 0 0,1 0 0,-1 0 0,1 0 0,0 0 0,0 0 0,0 0 0,0 4 0,2 3 0,0 0 0,0 0 0,1-1 0,0 1 0,1-1 0,0 0 0,10 16 0,-8-15 0,1 0 0,1-1 0,-1 0 0,2 0 0,-1-1 0,1 0 0,0 0 0,1-1 0,0-1 0,0 1 0,0-1 0,21 7 0,-24-10 0,0-1 0,0 0 0,1-1 0,-1 1 0,1-2 0,-1 1 0,1-1 0,-1 0 0,1 0 0,-1-1 0,1 0 0,-1-1 0,1 1 0,-1-1 0,0-1 0,0 1 0,0-1 0,0-1 0,0 1 0,-1-1 0,8-6 0,-9 7 0,0-1 0,0 0 0,-1 0 0,1-1 0,-1 0 0,0 1 0,0-1 0,-1 0 0,0-1 0,0 1 0,0-1 0,0 1 0,-1-1 0,0 0 0,0 0 0,0 0 0,-1 0 0,0 0 0,0 0 0,-1 0 0,1-1 0,-1 1 0,-1 0 0,1 0 0,-1 0 0,0-1 0,-1 1 0,1 0 0,-1 1 0,0-1 0,-1 0 0,1 0 0,-1 1 0,0-1 0,-1 1 0,1 0 0,-1 0 0,0 1 0,-1-1 0,1 1 0,-10-8 0,4 5-114,0 1 1,0 1-1,0 0 0,-1 0 0,1 1 1,-1 0-1,0 0 0,-1 2 0,1-1 1,0 1-1,-20 0 0,7 1-6712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29.834"/>
    </inkml:context>
    <inkml:brush xml:id="br0">
      <inkml:brushProperty name="width" value="0.05" units="cm"/>
      <inkml:brushProperty name="height" value="0.05" units="cm"/>
    </inkml:brush>
  </inkml:definitions>
  <inkml:trace contextRef="#ctx0" brushRef="#br0">19 111 24575,'-11'-4'0,"4"3"0,8 15 0,20 42 0,14 49 0,-18-29 0,-2 1 0,-4 1 0,2 89 0,-30-384 0,7 129 0,2-106 0,8 179 0,1 0 0,1 0 0,0 0 0,1 1 0,0-1 0,8-20 0,-9 32 0,-1-1 0,1 1 0,-1 0 0,1 0 0,0 0 0,1 0 0,-1 0 0,0 0 0,1 0 0,-1 1 0,1-1 0,0 1 0,0 0 0,0 0 0,0 0 0,0 0 0,1 0 0,-1 1 0,0-1 0,1 1 0,-1 0 0,1 0 0,0 1 0,-1-1 0,1 1 0,0-1 0,-1 1 0,1 0 0,0 0 0,-1 1 0,5 0 0,2 2 0,1-1 0,-1 2 0,0 0 0,0 0 0,-1 0 0,1 1 0,-1 1 0,0 0 0,-1 0 0,1 0 0,-1 1 0,0 1 0,-1-1 0,0 1 0,0 1 0,0-1 0,-1 1 0,8 16 0,-13-22 11,1-1 0,-1 1 0,0 0 0,0 0 0,-1 0 0,1 0 0,0 0 0,-1 0 0,0 0 0,0-1 0,0 1 0,0 0 0,0 0 0,-1 0 0,1 0 0,-1 0 0,1 0 0,-1 0 0,0 0 0,-1-1 0,1 1 1,0 0-1,-1-1 0,1 1 0,-1-1 0,0 1 0,0-1 0,0 0 0,0 0 0,-5 4 0,-1 0-225,0 0 1,-1-1 0,0 0-1,0 0 1,-1-1 0,1 0-1,-18 4 1,-7 0-6613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5.305"/>
    </inkml:context>
    <inkml:brush xml:id="br0">
      <inkml:brushProperty name="width" value="0.05" units="cm"/>
      <inkml:brushProperty name="height" value="0.05" units="cm"/>
    </inkml:brush>
  </inkml:definitions>
  <inkml:trace contextRef="#ctx0" brushRef="#br0">137 328 24575,'0'0'0,"1"0"0,-1 0 0,1 0 0,-1 0 0,1 0 0,-1-1 0,1 1 0,-1 0 0,1 0 0,-1-1 0,1 1 0,-1 0 0,1-1 0,-1 1 0,0 0 0,1-1 0,-1 1 0,0-1 0,1 1 0,-1-1 0,0 1 0,0-1 0,1 1 0,-1-1 0,0 1 0,0-1 0,0 1 0,0-1 0,1 1 0,-1-1 0,0 1 0,0-1 0,0 0 0,0 0 0,0 1 0,0 0 0,0 0 0,0-1 0,0 1 0,0 0 0,0 0 0,0-1 0,0 1 0,-1 0 0,1 0 0,0-1 0,0 1 0,0 0 0,0 0 0,0-1 0,0 1 0,0 0 0,-1 0 0,1 0 0,0-1 0,0 1 0,0 0 0,0 0 0,-1 0 0,1 0 0,0-1 0,0 1 0,-1 0 0,1 0 0,0 0 0,0 0 0,-1 0 0,1 0 0,0 0 0,0 0 0,-1 0 0,1 0 0,0 0 0,0 0 0,-1 0 0,1 0 0,0 0 0,0 0 0,-1 0 0,1 0 0,0 0 0,0 0 0,0 0 0,-1 0 0,1 0 0,0 0 0,0 1 0,-1-1 0,1 0 0,0 0 0,0 0 0,0 0 0,-1 1 0,1-1 0,0 0 0,0 0 0,0 0 0,0 1 0,0-1 0,0 0 0,-1 0 0,1 1 0,0-1 0,-7 10 0,0 1 0,1-1 0,0 1 0,1 1 0,0-1 0,0 1 0,-2 14 0,-1-3 0,-23 70 0,-17 48 0,91-212 0,12-29 0,81-136 0,-104 186 0,-7 10 0,2 0 0,62-69 0,-87 106 0,1 1 0,0-1 0,-1 1 0,1 0 0,0 0 0,0 0 0,0 0 0,0 1 0,1-1 0,-1 1 0,7-2 0,-8 2 0,-1 1 0,1 0 0,0 1 0,-1-1 0,1 0 0,-1 0 0,1 1 0,-1-1 0,1 1 0,-1-1 0,1 1 0,-1 0 0,1-1 0,-1 1 0,0 0 0,0 0 0,1 0 0,-1 0 0,0 0 0,0 0 0,0 0 0,0 1 0,0-1 0,0 0 0,0 1 0,0-1 0,-1 0 0,2 3 0,9 24 0,-1 0 0,-1 0 0,-1 1 0,6 45 0,-4-20 0,12 44 243,18 106-1851,-36-174-5218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5.615"/>
    </inkml:context>
    <inkml:brush xml:id="br0">
      <inkml:brushProperty name="width" value="0.05" units="cm"/>
      <inkml:brushProperty name="height" value="0.05" units="cm"/>
    </inkml:brush>
  </inkml:definitions>
  <inkml:trace contextRef="#ctx0" brushRef="#br0">41 166 24575,'-4'-4'0,"-1"-1"0,1 1 0,0-1 0,0 0 0,1-1 0,0 1 0,0-1 0,0 1 0,-2-7 0,4 10 0,1 0 0,0 0 0,-1 1 0,1-1 0,0 0 0,0 0 0,0 1 0,0-1 0,0 0 0,1 0 0,-1 1 0,0-1 0,1 0 0,0 0 0,-1 1 0,1-1 0,0 1 0,0-1 0,0 0 0,0 1 0,0 0 0,0-1 0,0 1 0,0 0 0,1-1 0,-1 1 0,0 0 0,1 0 0,-1 0 0,1 0 0,-1 0 0,1 1 0,0-1 0,-1 0 0,4 0 0,20-7 0,0 1 0,1 2 0,0 0 0,0 2 0,34 0 0,-33 1 0,99-8 0,-25 1 0,103 4 0,-200 5 49,0 1 0,0-1 0,-1 1-1,1 0 1,0 0 0,3 2 0,-7-3-77,1 0 1,-1 0 0,1 0 0,-1 0 0,0 1 0,1-1 0,-1 0 0,0 0 0,1 0 0,-1 1 0,1-1 0,-1 0-1,0 0 1,0 1 0,1-1 0,-1 0 0,0 1 0,0-1 0,1 1 0,-1-1 0,0 0 0,0 1 0,0-1-1,0 0 1,1 1 0,-1-1 0,0 1 0,0-1 0,0 1 0,0-1 0,0 0 0,0 1 0,0-1 0,0 1-1,0-1 1,0 0 0,0 1 0,-1-1 0,1 1 0,0-1 0,0 0 0,0 1 0,0-1 0,-1 1 0,1-1-1,0 0 1,0 1 0,-1-1 0,1 0 0,0 0 0,-1 1 0,1-1 0,0 0 0,-1 1 0,1-1 0,0 0 0,-1 0-1,1 0 1,-1 0 0,1 1 0,0-1 0,-1 0 0,-10 6-6799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6.312"/>
    </inkml:context>
    <inkml:brush xml:id="br0">
      <inkml:brushProperty name="width" value="0.05" units="cm"/>
      <inkml:brushProperty name="height" value="0.05" units="cm"/>
    </inkml:brush>
  </inkml:definitions>
  <inkml:trace contextRef="#ctx0" brushRef="#br0">168 185 24575,'4'-4'0,"-1"0"0,0 0 0,0 0 0,0-1 0,0 1 0,-1-1 0,1 1 0,-1-1 0,-1 0 0,1 0 0,-1 0 0,1 0 0,-1 0 0,-1 0 0,1 0 0,-1-6 0,0 6 0,0 1 0,0 0 0,-1 0 0,0 0 0,0 0 0,0 0 0,0 0 0,0 0 0,-1 1 0,0-1 0,0 0 0,0 1 0,0-1 0,0 1 0,-1 0 0,0 0 0,1 0 0,-1 0 0,0 0 0,-4-2 0,3 2 0,1 0 0,-1 1 0,0 0 0,0 0 0,1 0 0,-1 1 0,-1-1 0,1 1 0,0 0 0,0 0 0,0 0 0,-1 1 0,1 0 0,0-1 0,0 2 0,-1-1 0,1 0 0,0 1 0,-1 0 0,1 0 0,-5 1 0,5 1 0,0-1 0,0 0 0,0 1 0,0 0 0,0 0 0,1 0 0,-1 0 0,1 1 0,0-1 0,0 1 0,0 0 0,0 0 0,1 0 0,0 0 0,-1 0 0,2 0 0,-1 1 0,-2 8 0,2-6 0,0-1 0,1 1 0,0-1 0,0 1 0,1-1 0,0 1 0,0 0 0,1-1 0,-1 1 0,1 0 0,3 9 0,-3-13 0,0 0 0,1-1 0,-1 1 0,1 0 0,-1 0 0,1-1 0,0 1 0,0-1 0,0 1 0,0-1 0,1 0 0,-1 0 0,1 0 0,-1 0 0,1 0 0,0 0 0,-1-1 0,1 1 0,0-1 0,0 0 0,0 0 0,0 0 0,0 0 0,1-1 0,5 1 0,-3-1 0,1 0 0,-1-1 0,1 1 0,-1-1 0,1-1 0,-1 1 0,1-1 0,-1-1 0,0 1 0,11-6 0,-9 3 0,0 0 0,0 0 0,0-1 0,0 0 0,-1 0 0,12-13 0,-14 12 0,0-1 0,0 0 0,0-1 0,3-8 0,0-1 0,-8 18 0,0 0 0,0 1 0,0-1 0,0 0 0,0 0 0,0 0 0,0 0 0,0 0 0,0 0 0,0 0 0,0 0 0,0 0 0,0 0 0,0 0 0,0 0 0,0 0 0,0 0 0,0 0 0,0 1 0,0-1 0,1 0 0,-1 0 0,0 0 0,0 0 0,0 0 0,0 0 0,0 0 0,0 0 0,0 0 0,0 0 0,0 0 0,0 0 0,0 0 0,0 0 0,0 0 0,0 0 0,0 0 0,0 0 0,1 0 0,-1 0 0,0 0 0,0 0 0,0 0 0,0 0 0,0 0 0,0 0 0,0 0 0,0 0 0,0 0 0,0 0 0,0 0 0,0 0 0,0 0 0,0 0 0,0 0 0,1 0 0,-1 0 0,0 0 0,0-1 0,0 1 0,1 12 0,0 14 0,19 276 0,-14-250 0,-5-38 0,2 13 0,-1 37 0,-2-58 0,0 0 0,0 0 0,-1 0 0,0 0 0,0 0 0,-1 0 0,0-1 0,0 1 0,0 0 0,-1-1 0,1 0 0,-6 8 0,6-11 0,1 0 0,-1 0 0,0 0 0,0 0 0,0-1 0,0 1 0,0-1 0,0 1 0,0-1 0,-1 0 0,1 0 0,0 0 0,-1 0 0,1 0 0,-1-1 0,1 1 0,-1-1 0,1 1 0,-3-1 0,1 0 0,0-1 0,0 1 0,1-1 0,-1 0 0,0 0 0,1 0 0,-1-1 0,1 1 0,-1-1 0,1 0 0,-5-3 0,-1-2 0,1 0 0,0 0 0,1-1 0,-1 0 0,1 0 0,1-1 0,0 0 0,-6-11 0,5 7 0,2-1 0,-1 1 0,2-1 0,0 0 0,0 0 0,2 0 0,-1-1 0,2 1 0,0-1 0,1 1 0,0-1 0,3-16 0,-2 22 0,1-1 0,0 1 0,1 0 0,0 0 0,1 0 0,0 0 0,0 1 0,0-1 0,1 1 0,1 0 0,-1 0 0,1 1 0,1 0 0,-1 0 0,1 0 0,0 1 0,1 0 0,0 0 0,11-6 0,-5 5-170,1 1-1,-1 0 0,1 1 1,1 0-1,-1 2 0,0 0 1,28-2-1,-14 3-6655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6.792"/>
    </inkml:context>
    <inkml:brush xml:id="br0">
      <inkml:brushProperty name="width" value="0.05" units="cm"/>
      <inkml:brushProperty name="height" value="0.05" units="cm"/>
    </inkml:brush>
  </inkml:definitions>
  <inkml:trace contextRef="#ctx0" brushRef="#br0">90 250 24575,'10'-12'0,"-1"0"0,-1 0 0,0-1 0,-1 0 0,0 0 0,5-16 0,-5 13 0,12-41 0,-16 45 0,1 0 0,0 1 0,1-1 0,7-14 0,-10 27 0,-2 8 0,-3 11 0,-119 328 0,101-294 0,-22 56-1365,25-65-5461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7.850"/>
    </inkml:context>
    <inkml:brush xml:id="br0">
      <inkml:brushProperty name="width" value="0.05" units="cm"/>
      <inkml:brushProperty name="height" value="0.05" units="cm"/>
    </inkml:brush>
  </inkml:definitions>
  <inkml:trace contextRef="#ctx0" brushRef="#br0">253 131 24575,'14'-40'0,"-14"37"0,1-1 0,0 0 0,-1 1 0,0-1 0,0 0 0,0 1 0,0-1 0,-1 0 0,1 1 0,-1-1 0,0 0 0,0 1 0,0-1 0,-3-3 0,3 5 0,-1-1 0,0 1 0,0 0 0,0 0 0,0 0 0,0 0 0,-1 0 0,1 0 0,0 1 0,-1-1 0,0 1 0,1 0 0,-1-1 0,0 1 0,0 0 0,1 1 0,-1-1 0,-5 0 0,2 0 0,-1 0 0,0 0 0,1 1 0,-1 0 0,0 1 0,1-1 0,-1 1 0,1 0 0,-1 1 0,1 0 0,-1 0 0,1 0 0,0 1 0,-8 4 0,7-2 0,-1 0 0,1 0 0,1 1 0,-1 0 0,1 0 0,0 0 0,0 1 0,1 0 0,0 0 0,-5 10 0,5-9 0,1 1 0,0-1 0,0 1 0,1 0 0,0 0 0,1 1 0,0-1 0,0 0 0,1 1 0,0 0 0,1-1 0,0 1 0,0-1 0,1 1 0,1-1 0,-1 1 0,2-1 0,-1 0 0,1 0 0,8 16 0,-5-15 18,1 0 0,0-1 0,0 0 0,1 0 0,1-1 0,-1 0 0,1-1 0,1 1 0,-1-2 0,1 1 0,1-1 0,-1-1 0,1 0 0,0-1 0,0 0 0,0 0 0,0-1 0,14 2 0,-9-3-140,0 0 0,-1 0 0,1-2 0,0 0 0,-1-1 0,1-1 0,0 0 0,-1-1 0,0 0 1,1-1-1,-2-1 0,1-1 0,14-7 0,2-5-6704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8.471"/>
    </inkml:context>
    <inkml:brush xml:id="br0">
      <inkml:brushProperty name="width" value="0.05" units="cm"/>
      <inkml:brushProperty name="height" value="0.05" units="cm"/>
    </inkml:brush>
  </inkml:definitions>
  <inkml:trace contextRef="#ctx0" brushRef="#br0">54 112 24575,'0'-7'0,"-3"-49"0,3 53 0,-1-1 0,1 1 0,-1-1 0,0 1 0,0-1 0,0 1 0,-1-1 0,1 1 0,-1 0 0,0 0 0,0 0 0,-3-4 0,5 7 0,0 0 0,0 0 0,-1 0 0,1 0 0,0-1 0,-1 1 0,1 0 0,0 0 0,-1 0 0,1 0 0,0 0 0,0 0 0,-1 0 0,1 0 0,0 0 0,-1 0 0,1 0 0,0 0 0,-1 0 0,1 0 0,0 0 0,-1 0 0,1 0 0,0 0 0,-1 1 0,1-1 0,0 0 0,0 0 0,-1 0 0,1 0 0,0 1 0,0-1 0,-1 0 0,1 0 0,0 1 0,0-1 0,0 0 0,-1 0 0,1 1 0,0-1 0,0 0 0,0 0 0,0 1 0,0-1 0,-1 0 0,1 1 0,0-1 0,0 0 0,0 1 0,0-1 0,0 0 0,0 1 0,-6 22 0,5-19 0,-3 17 0,0 1 0,1-1 0,1 1 0,2 33 0,1-44 0,0 0 0,0 0 0,1 0 0,0 0 0,1 0 0,1-1 0,-1 1 0,2-1 0,-1 0 0,12 17 0,-13-22 0,0-1 0,1 0 0,0 0 0,0 0 0,0 0 0,0 0 0,1-1 0,0 0 0,-1 0 0,1 0 0,0 0 0,0-1 0,1 0 0,-1 0 0,0 0 0,1-1 0,-1 0 0,1 0 0,-1 0 0,8-1 0,-6 0 0,-1 0 0,1-1 0,-1 0 0,0-1 0,1 1 0,-1-1 0,0-1 0,0 1 0,0-1 0,-1 0 0,1 0 0,-1-1 0,1 1 0,-1-1 0,0 0 0,-1-1 0,7-6 0,4-9 0,-1-2 0,-1 0 0,-1-1 0,-1 0 0,11-31 0,-8 19 0,-19 45 0,1 0 0,0 1 0,1-1 0,0 0 0,-3 22 0,6-29 0,0-1 0,0 0 0,0 1 0,0-1 0,0 1 0,1-1 0,-1 0 0,1 0 0,-1 1 0,1-1 0,0 0 0,0 0 0,0 0 0,0 0 0,0 0 0,1 0 0,-1 0 0,1 0 0,-1 0 0,1 0 0,0-1 0,-1 1 0,1-1 0,0 1 0,0-1 0,0 0 0,0 0 0,0 0 0,1 0 0,-1 0 0,0 0 0,0-1 0,1 1 0,2 0 0,7 1 0,0 0 0,0-1 0,0 0 0,0-1 0,0 0 0,1-1 0,-1 0 0,0-1 0,0 0 0,-1-1 0,23-8 0,-29 9 0,1-1 0,0 0 0,0 0 0,-1-1 0,0 1 0,1-1 0,-1 0 0,-1 0 0,1-1 0,-1 0 0,1 1 0,-1-1 0,-1-1 0,1 1 0,-1-1 0,0 1 0,0-1 0,-1 0 0,1 0 0,-1 0 0,-1 0 0,1 0 0,1-12 0,-3 15 0,0 1 0,0-1 0,0 0 0,0 1 0,-1-1 0,1 0 0,-1 1 0,1-1 0,-1 1 0,0-1 0,0 1 0,0-1 0,0 1 0,0-1 0,-1 1 0,1 0 0,-1 0 0,0 0 0,1 0 0,-1 0 0,0 0 0,-4-2 0,4 2 0,0 1 0,0 0 0,0 1 0,0-1 0,0 0 0,0 1 0,0-1 0,0 1 0,0-1 0,0 1 0,-1 0 0,1 0 0,0 0 0,0 0 0,0 0 0,0 1 0,-1-1 0,1 1 0,0-1 0,0 1 0,0 0 0,0 0 0,0 0 0,0 0 0,0 0 0,1 0 0,-1 1 0,-2 0 0,2 1 0,-1 0 0,1 0 0,-1 0 0,1 0 0,0 1 0,0-1 0,0 1 0,1-1 0,-1 1 0,1 0 0,0-1 0,0 1 0,0 0 0,0 0 0,1 0 0,-1-1 0,1 1 0,0 0 0,1 0 0,-1 0 0,0 0 0,1 0 0,1 5 0,2 5 0,0 0 0,1 0 0,0 0 0,13 24 0,5-5 0,6 9 0,-28-39 0,1 0 0,-1-1 0,0 1 0,0 0 0,0 0 0,0 0 0,0 0 0,0 0 0,-1 0 0,0 0 0,1 0 0,-2 4 0,1-5-80,-1 0 0,1 0-1,-1 0 1,0 0 0,0 0-1,0 0 1,0-1 0,0 1-1,0 0 1,0-1 0,-1 1 0,1-1-1,-1 1 1,1-1 0,-1 0-1,-3 3 1,-13 7-6746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9.183"/>
    </inkml:context>
    <inkml:brush xml:id="br0">
      <inkml:brushProperty name="width" value="0.05" units="cm"/>
      <inkml:brushProperty name="height" value="0.05" units="cm"/>
    </inkml:brush>
  </inkml:definitions>
  <inkml:trace contextRef="#ctx0" brushRef="#br0">36 61 24575,'0'-60'0,"-12"137"0,2-17 0,-3 103 0,13-145 0,0 1 0,2-1 0,0 0 0,1 0 0,1-1 0,0 1 0,2-1 0,0 0 0,1 0 0,10 19 0,-13-31-68,-1 1 0,1-1-1,0 1 1,0-1 0,1-1 0,0 1-1,-1-1 1,1 1 0,1-1 0,-1-1-1,1 1 1,0-1 0,-1 0 0,1 0-1,1-1 1,-1 1 0,0-2-1,0 1 1,8 1 0,17-1-6758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39.308"/>
    </inkml:context>
    <inkml:brush xml:id="br0">
      <inkml:brushProperty name="width" value="0.05" units="cm"/>
      <inkml:brushProperty name="height" value="0.05" units="cm"/>
    </inkml:brush>
  </inkml:definitions>
  <inkml:trace contextRef="#ctx0" brushRef="#br0">44 72 24575,'-3'-3'0,"-8"-1"0,-4-3 0,3-4 0,9 1 0,13 1 0,10 3 0,11 2 0,6-1 0,7 0 0,2 0 0,-7 2-8191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2.984"/>
    </inkml:context>
    <inkml:brush xml:id="br0">
      <inkml:brushProperty name="width" value="0.05" units="cm"/>
      <inkml:brushProperty name="height" value="0.05" units="cm"/>
    </inkml:brush>
  </inkml:definitions>
  <inkml:trace contextRef="#ctx0" brushRef="#br0">1 181 24575,'0'-7'0,"1"0"0,0 1 0,1-1 0,0 0 0,0 1 0,0-1 0,0 1 0,1 0 0,0 0 0,1 0 0,-1 0 0,1 1 0,0-1 0,1 1 0,-1 0 0,1 0 0,0 1 0,0-1 0,9-5 0,-3 2 0,0 1 0,1 0 0,0 1 0,1 0 0,-1 1 0,1 0 0,0 1 0,25-5 0,-33 9 0,-1-1 0,1 1 0,-1-1 0,0 1 0,1 1 0,-1-1 0,1 1 0,-1-1 0,0 1 0,1 0 0,-1 1 0,0-1 0,5 3 0,-7-3 0,0 1 0,0-1 0,0 1 0,-1 0 0,1 0 0,0-1 0,-1 1 0,1 0 0,-1 0 0,1 0 0,-1 1 0,0-1 0,0 0 0,0 0 0,0 1 0,0-1 0,-1 1 0,1-1 0,-1 0 0,0 1 0,1-1 0,-1 1 0,0-1 0,-1 5 0,1-2 0,-1 0 0,1 0 0,-1 0 0,0 0 0,-1 0 0,1-1 0,-1 1 0,0 0 0,0-1 0,-1 1 0,1-1 0,-1 0 0,0 1 0,-6 5 0,-2 0 0,0 0 0,0-2 0,-22 14 0,7-5 0,25-17 0,1 0 0,0 0 0,0 0 0,0 0 0,0 0 0,0 0 0,0 0 0,-1 0 0,1 0 0,0 1 0,0-1 0,0 0 0,0 0 0,0 0 0,0 0 0,0 0 0,0 0 0,-1 0 0,1 0 0,0 0 0,0 1 0,0-1 0,0 0 0,0 0 0,0 0 0,0 0 0,0 0 0,0 0 0,0 1 0,0-1 0,0 0 0,0 0 0,0 0 0,0 0 0,0 0 0,0 0 0,0 1 0,0-1 0,0 0 0,0 0 0,0 0 0,0 0 0,0 0 0,0 0 0,0 1 0,0-1 0,0 0 0,0 0 0,0 0 0,1 0 0,8 3 0,14-2 0,-22-1 0,56-2 0,-37 0 0,0 1 0,0 1 0,0 1 0,0 0 0,0 2 0,24 5 0,-40-6 0,-1-1 0,1 1 0,-1 0 0,1-1 0,-1 1 0,0 1 0,1-1 0,-1 1 0,0-1 0,-1 1 0,1 0 0,0 0 0,-1 0 0,3 4 0,-4-5 0,0 0 0,0 0 0,0 0 0,0 0 0,0 0 0,-1 0 0,1 1 0,-1-1 0,0 0 0,0 0 0,0 0 0,0 1 0,0-1 0,0 0 0,0 0 0,-1 0 0,1 0 0,-1 1 0,1-1 0,-1 0 0,0 0 0,0 0 0,0 0 0,0 0 0,0-1 0,-3 4 0,-3 3 0,0-1 0,-1 0 0,1-1 0,-1 1 0,-1-2 0,1 1 0,-1-1 0,0 0 0,0-1 0,-1 0 0,-17 4 0,0-1 0,1-1 0,-2-1 0,-29 0 0,18-3-1365,7-1-5461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3.188"/>
    </inkml:context>
    <inkml:brush xml:id="br0">
      <inkml:brushProperty name="width" value="0.05" units="cm"/>
      <inkml:brushProperty name="height" value="0.05" units="cm"/>
    </inkml:brush>
  </inkml:definitions>
  <inkml:trace contextRef="#ctx0" brushRef="#br0">0 48 24575,'10'-5'0,"1"-1"0,-1 0 0,1 1 0,0 0 0,0 1 0,0 0 0,1 1 0,0 0 0,-1 0 0,1 2 0,12-1 0,-14 2 0,0 1 0,0 0 0,0 1 0,0 0 0,-1 0 0,1 1 0,-1 0 0,0 1 0,0 0 0,0 1 0,0 0 0,-1 0 0,0 1 0,12 9 0,-10-6 0,-1 1 0,0 0 0,-1 1 0,0 0 0,0 0 0,-1 0 0,-1 1 0,0 0 0,0 0 0,4 16 0,-6-15 0,0 1 0,-1 0 0,-1-1 0,0 1 0,-1 0 0,-1 0 0,0 0 0,-1 0 0,-4 25 0,3-29 0,-1 0 0,0 0 0,0-1 0,-1 1 0,0-1 0,-1 0 0,0 0 0,-1 0 0,1-1 0,-2 1 0,1-1 0,-1-1 0,-15 13 0,-15 7-1365,2-6-5461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3.717"/>
    </inkml:context>
    <inkml:brush xml:id="br0">
      <inkml:brushProperty name="width" value="0.05" units="cm"/>
      <inkml:brushProperty name="height" value="0.05" units="cm"/>
    </inkml:brush>
  </inkml:definitions>
  <inkml:trace contextRef="#ctx0" brushRef="#br0">35 290 24575,'1'0'0,"0"0"0,1 0 0,-1 0 0,0 0 0,0 0 0,1 0 0,-1 1 0,0-1 0,0 1 0,0-1 0,0 1 0,0-1 0,0 1 0,0-1 0,0 1 0,0 0 0,0 0 0,0-1 0,0 1 0,0 0 0,0 0 0,-1 0 0,1 0 0,0 0 0,-1 0 0,1 0 0,-1 0 0,1 1 0,-1-1 0,1 0 0,-1 0 0,0 0 0,0 0 0,0 1 0,0-1 0,1 0 0,-1 0 0,-1 1 0,1-1 0,0 0 0,0 0 0,-1 3 0,-1 6 0,0 1 0,-1 0 0,-7 18 0,6-20 0,-4 18 0,6-19 0,0 0 0,-1 1 0,0-1 0,0 0 0,-1-1 0,-8 14 0,12-21 0,0 0 0,0 0 0,0 0 0,0 0 0,0 0 0,0 0 0,0 0 0,-1 0 0,1 0 0,0 1 0,0-1 0,0 0 0,0 0 0,0 0 0,0 0 0,0 0 0,0 0 0,0 0 0,0 0 0,0 0 0,0 0 0,0 0 0,0 0 0,-1 0 0,1 0 0,0 0 0,0 0 0,0 0 0,0 0 0,0 0 0,0 0 0,0 0 0,0 0 0,0 0 0,0 0 0,0 0 0,-1 0 0,1 0 0,0 0 0,0 0 0,0 0 0,0 0 0,0 0 0,0 0 0,0 0 0,0 0 0,0 0 0,0-1 0,0 1 0,0 0 0,0 0 0,0 0 0,0 0 0,0 0 0,0 0 0,-1 0 0,1 0 0,0 0 0,0 0 0,0-1 0,-1-7 0,2-10 0,10-26 0,2 1 0,1 1 0,2 0 0,3 1 0,29-50 0,-43 82 0,9-16 0,33-43 0,-43 63 0,0-1 0,1 1 0,0 0 0,0 1 0,0-1 0,1 1 0,0 0 0,-1 0 0,1 1 0,1 0 0,-1 0 0,0 0 0,11-2 0,-13 4 0,1 1 0,0 0 0,-1 0 0,1 0 0,-1 0 0,1 1 0,0 0 0,-1 0 0,1 0 0,-1 1 0,1 0 0,-1-1 0,0 1 0,0 1 0,0-1 0,0 1 0,0-1 0,-1 1 0,1 0 0,-1 1 0,1-1 0,-1 0 0,3 5 0,4 5 0,-1 0 0,0 1 0,-1 0 0,0 0 0,7 21 0,-7-15-170,-1 0-1,0 1 0,-2 0 1,0 0-1,-2 1 0,0-1 1,0 44-1,-7-35-6655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4.322"/>
    </inkml:context>
    <inkml:brush xml:id="br0">
      <inkml:brushProperty name="width" value="0.05" units="cm"/>
      <inkml:brushProperty name="height" value="0.05" units="cm"/>
    </inkml:brush>
  </inkml:definitions>
  <inkml:trace contextRef="#ctx0" brushRef="#br0">8 183 24575,'-4'-21'0,"4"20"0,-1 0 0,1 0 0,-1 0 0,1-1 0,0 1 0,-1 0 0,1 0 0,0-1 0,0 1 0,0 0 0,0-1 0,0 1 0,0 0 0,0 0 0,0-1 0,1 1 0,-1 0 0,0 0 0,1-1 0,-1 1 0,1 0 0,0 0 0,-1 0 0,1 0 0,0 0 0,0 0 0,-1 0 0,1 0 0,0 0 0,0 0 0,0 0 0,0 0 0,0 1 0,2-2 0,1 0 0,1-1 0,0 1 0,0 0 0,0 1 0,0-1 0,0 1 0,1 0 0,7-1 0,47 1 0,-27 2 0,479-35 0,-495 32 0,44-8 0,-57 9 0,0 0 0,0 0 0,0-1 0,-1 1 0,1-1 0,-1 0 0,1 0 0,-1 0 0,0 0 0,0 0 0,0-1 0,4-3 0,-7 5 0,1 1 0,-1 0 0,1-1 0,-1 1 0,0-1 0,1 1 0,-1-1 0,0 0 0,1 1 0,-1-1 0,0 1 0,0-1 0,1 0 0,-1 1 0,0-1 0,0 0 0,0 1 0,0-1 0,0 1 0,0-1 0,0 0 0,0 1 0,0-1 0,0 0 0,0 1 0,-1-1 0,1 0 0,0 1 0,0-1 0,-1 0 0,0 0 0,0 0 0,-1 0 0,1 0 0,0 0 0,0 0 0,-1 0 0,1 1 0,-1-1 0,1 0 0,0 1 0,-1-1 0,-2 1 0,-2-2 0,-1 1 0,0 0 0,0 1 0,-13 0 0,8 3 0,1-1 0,-1 1 0,1 1 0,0 0 0,0 1 0,0 0 0,-16 11 0,21-12 0,0 0 0,0 0 0,1 1 0,-1-1 0,1 2 0,0-1 0,0 0 0,0 1 0,1 0 0,0 0 0,0 0 0,1 1 0,-5 10 0,7-15 0,0 1 0,1 0 0,-1-1 0,1 1 0,-1 0 0,1-1 0,0 1 0,0 0 0,0 0 0,0 0 0,1-1 0,-1 1 0,1 0 0,-1-1 0,1 1 0,0 0 0,0-1 0,3 5 0,-2-4 0,0-1 0,0 1 0,1-1 0,-1 0 0,1 1 0,0-1 0,-1 0 0,1 0 0,0-1 0,0 1 0,0-1 0,1 1 0,2 0 0,9 1 0,-1 0 0,1 0 0,-1-1 0,1-1 0,24-1 0,-22-1 0,-6 0 0,0 1 0,-1 0 0,20 3 0,-27-2 0,1 0 0,0 0 0,-1 0 0,1 1 0,0 0 0,-1-1 0,0 1 0,1 1 0,-1-1 0,0 0 0,0 1 0,0-1 0,-1 1 0,4 3 0,2 6 0,0-1 0,-1 1 0,0 1 0,-1-1 0,0 1 0,6 21 0,16 85 0,-26-109 0,0-1 0,0 1 0,0-1 0,-2 1 0,1-1 0,-2 17 0,1-23 0,0-1 0,-1 0 0,1 0 0,-1 0 0,1 0 0,-1 0 0,0 0 0,0 0 0,0 0 0,0 0 0,0 0 0,-1-1 0,1 1 0,0 0 0,-1-1 0,1 1 0,-1-1 0,0 1 0,1-1 0,-1 0 0,0 0 0,0 0 0,0 0 0,0 0 0,0 0 0,0 0 0,0-1 0,0 1 0,0-1 0,0 1 0,-3-1 0,0 1 0,0-1 0,1 0 0,-1 0 0,1 0 0,-1-1 0,0 0 0,1 0 0,-1 0 0,1 0 0,-1 0 0,1-1 0,0 0 0,-1 0 0,1 0 0,0-1 0,-4-2 0,3 0 0,0 0 0,0 0 0,0 0 0,0-1 0,1 1 0,0-1 0,0 0 0,0-1 0,-5-12 0,6 11 0,0-1 0,0 0 0,1 1 0,0-1 0,0 0 0,1 0 0,0 0 0,1 0 0,0 0 0,0 0 0,1 0 0,0 0 0,0 0 0,1 0 0,1 0 0,-1 0 0,6-9 0,-3 10-170,0 1-1,1-1 0,0 1 1,0 0-1,1 0 0,0 1 1,8-6-1,6-4-6655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4.614"/>
    </inkml:context>
    <inkml:brush xml:id="br0">
      <inkml:brushProperty name="width" value="0.05" units="cm"/>
      <inkml:brushProperty name="height" value="0.05" units="cm"/>
    </inkml:brush>
  </inkml:definitions>
  <inkml:trace contextRef="#ctx0" brushRef="#br0">45 63 24575,'0'-3'0,"0"-4"0,3-5 0,1-2 0,4 0 0,2 3 0,0 10 0,-1 8 0,-6 8 0,-3 10 0,-5 8 0,-4 6 0,-2 5 0,-1 2 0,-2 2 0,-2-1 0,2-2 0,4-9-8191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5.720"/>
    </inkml:context>
    <inkml:brush xml:id="br0">
      <inkml:brushProperty name="width" value="0.05" units="cm"/>
      <inkml:brushProperty name="height" value="0.05" units="cm"/>
    </inkml:brush>
  </inkml:definitions>
  <inkml:trace contextRef="#ctx0" brushRef="#br0">290 172 24575,'1'0'0,"0"0"0,-1-1 0,1 1 0,0 0 0,0 0 0,-1-1 0,1 1 0,0 0 0,-1-1 0,1 1 0,0-1 0,-1 1 0,1-1 0,-1 1 0,1-1 0,-1 1 0,1-1 0,-1 0 0,1 1 0,-1-1 0,0 0 0,1 1 0,-1-1 0,0 0 0,0 0 0,0 1 0,1-1 0,-1 0 0,0 0 0,0 1 0,0-1 0,0 0 0,0 0 0,0 1 0,0-1 0,0 0 0,-1-1 0,1-2 0,-1 1 0,1-1 0,-1 0 0,0 1 0,0-1 0,-2-4 0,1 4 0,-1 0 0,0 0 0,0 0 0,0 0 0,0 1 0,-1 0 0,1-1 0,-1 1 0,0 0 0,0 1 0,0-1 0,0 1 0,-1 0 0,1 0 0,-1 0 0,1 0 0,-1 1 0,1 0 0,-1 0 0,0 0 0,0 0 0,0 1 0,-8 0 0,5 0 0,0 1 0,0 0 0,0 0 0,0 0 0,0 1 0,0 1 0,1-1 0,-1 1 0,1 0 0,-1 1 0,1 0 0,0 0 0,-9 7 0,9-5 0,0 1 0,0 1 0,0-1 0,0 1 0,1 0 0,1 0 0,0 1 0,0 0 0,-6 14 0,9-17 0,0-1 0,0 0 0,1 1 0,0 0 0,0-1 0,1 1 0,0 0 0,-1 0 0,2-1 0,-1 1 0,1 0 0,0-1 0,0 1 0,0 0 0,1-1 0,0 0 0,0 1 0,4 5 0,-1-2 0,1-1 0,1 1 0,-1-2 0,2 1 0,-1-1 0,1 0 0,0 0 0,0-1 0,0 0 0,1 0 0,0-1 0,1 0 0,-1-1 0,1 0 0,-1 0 0,18 3 0,-4-2 0,1-1 0,-1-1 0,1 0 0,-1-2 0,1-1 0,30-4 0,-40 3 0,1-2 0,-1 1 0,0-2 0,0 0 0,-1 0 0,1-2 0,20-10 0,-28 12 0,0 0 0,1 0 0,-1-1 0,-1 0 0,1 0 0,-1 0 0,0-1 0,0 0 0,-1 0 0,1 0 0,-1-1 0,-1 1 0,1-1 0,-1 0 0,0 0 0,2-8 0,-1-4 0,-1 1 0,0-1 0,-2 0 0,0 1 0,-1-1 0,-1 0 0,0 0 0,-2 1 0,0-1 0,-6-19 0,9 37 0,-1 0 0,1-1 0,-1 1 0,1 0 0,-1 0 0,1-1 0,-1 1 0,0 0 0,1 0 0,-1 0 0,0 0 0,-2-2 0,3 3 0,0 0 0,0 0 0,-1-1 0,1 1 0,0 0 0,0 0 0,-1 0 0,1 0 0,0 0 0,0 0 0,-1 0 0,1 0 0,0 0 0,-1 0 0,1 0 0,0 1 0,0-1 0,-1 0 0,1 0 0,0 0 0,0 0 0,-1 0 0,1 0 0,0 1 0,0-1 0,0 0 0,-1 0 0,1 0 0,0 1 0,0-1 0,0 0 0,-1 0 0,1 1 0,0-1 0,0 0 0,-2 4 0,1-1 0,-1 0 0,1 1 0,0-1 0,0 1 0,1-1 0,-1 1 0,0 5 0,1 15 0,0 1 0,6 39 0,-5-53 0,2 0 0,-1 0 0,1-1 0,1 1 0,0-1 0,0 0 0,1 0 0,8 13 0,-10-19 0,1 0 0,-1-1 0,1 0 0,0 1 0,0-1 0,0-1 0,0 1 0,1 0 0,-1-1 0,0 0 0,1 0 0,0 0 0,0-1 0,-1 0 0,1 0 0,0 0 0,0 0 0,0-1 0,0 0 0,0 0 0,0 0 0,0 0 0,7-2 0,-1 0 0,0-1 0,0 1 0,0-2 0,0 1 0,0-2 0,-1 1 0,0-1 0,0-1 0,12-8 0,-1-3 0,-1-2 0,0 0 0,-2 0 0,0-2 0,19-28 0,-28 37 0,-9 12 0,0 0 0,0 0 0,0 0 0,0 0 0,0 0 0,0 0 0,1 0 0,-1 0 0,0 0 0,0 0 0,0 0 0,0 0 0,0 0 0,0 0 0,0-1 0,0 1 0,0 0 0,0 0 0,0 0 0,0 0 0,0 0 0,1 0 0,-1 0 0,0 0 0,0 0 0,0 0 0,0 0 0,0 0 0,0 0 0,0 0 0,0 0 0,0 0 0,0 0 0,0 1 0,0-1 0,0 0 0,1 0 0,-1 0 0,0 0 0,0 0 0,0 0 0,0 0 0,0 0 0,0 0 0,0 0 0,0 0 0,0 0 0,0 0 0,0 0 0,0 0 0,0 0 0,0 0 0,0 1 0,0-1 0,0 0 0,0 0 0,0 0 0,0 0 0,0 0 0,0 0 0,0 0 0,0 0 0,0 0 0,-4 23 0,2-13 0,-1 3 0,1-1 0,1 1 0,0 0 0,0 0 0,1-1 0,3 18 0,-3-27 0,0-1 0,1 1 0,-1-1 0,1 1 0,0-1 0,0 1 0,0-1 0,0 0 0,0 1 0,0-1 0,1 0 0,-1 0 0,1 0 0,-1 0 0,1 0 0,0 0 0,0 0 0,0 0 0,0-1 0,0 1 0,0-1 0,1 0 0,-1 1 0,0-1 0,1 0 0,-1 0 0,0-1 0,1 1 0,0 0 0,-1-1 0,1 0 0,-1 1 0,1-1 0,-1 0 0,1 0 0,0-1 0,3 0 0,1 0 0,0-1 0,1 0 0,-1 0 0,0-1 0,-1 0 0,1 0 0,0-1 0,-1 0 0,0 0 0,0 0 0,10-9 0,-2-1 0,1-1 0,-2-1 0,12-16 0,-10 11 0,24-45 0,-35 57 0,0-1 0,0 0 0,0 0 0,-2 0 0,1 0 0,-1 0 0,1-17 0,-3 26 0,0 0 0,0 0 0,1 0 0,-1-1 0,0 1 0,-1 0 0,1 0 0,0 0 0,0 0 0,0 0 0,-1 0 0,1 0 0,-1 0 0,1 0 0,0 0 0,-1 0 0,0 0 0,1 0 0,-1 0 0,0 0 0,1 0 0,-1 0 0,0 1 0,0-1 0,-1-1 0,1 2 0,0 0 0,0 0 0,0 0 0,1 1 0,-1-1 0,0 0 0,0 0 0,0 0 0,1 1 0,-1-1 0,0 0 0,0 1 0,1-1 0,-1 1 0,0-1 0,1 1 0,-1-1 0,0 1 0,1 0 0,-1-1 0,1 1 0,-1 0 0,1-1 0,-1 1 0,1 0 0,0-1 0,-1 1 0,1 0 0,0 0 0,-1 0 0,1-1 0,0 1 0,0 2 0,-2 1 0,1 1 0,0-1 0,0 1 0,0 0 0,0-1 0,1 1 0,0 0 0,0 0 0,0-1 0,0 1 0,1 0 0,0-1 0,0 1 0,0 0 0,1-1 0,3 9 0,2-2 0,0 1 0,0-1 0,2-1 0,13 15 0,-15-17 0,1 0 0,-1 1 0,0 0 0,-1 0 0,0 0 0,0 1 0,6 16 0,-11-24 0,-1-1 0,1 1 0,-1-1 0,1 1 0,-1-1 0,0 1 0,0-1 0,0 1 0,0-1 0,0 1 0,0-1 0,0 1 0,-1-1 0,1 1 0,0-1 0,-1 1 0,0-1 0,1 1 0,-1-1 0,0 0 0,1 1 0,-3 1 0,1-1 0,0 0 0,0 0 0,-1 0 0,1-1 0,0 1 0,-1-1 0,0 0 0,1 0 0,-1 0 0,0 0 0,-3 1 0,-6 0 0,1 0 0,0-1 0,-1 0 0,1-1 0,-13-1 0,20 0-151,0 1-1,0-1 0,0 0 0,1 0 1,-1 0-1,0-1 0,1 1 1,-5-3-1,-4-5-6674</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5.909"/>
    </inkml:context>
    <inkml:brush xml:id="br0">
      <inkml:brushProperty name="width" value="0.05" units="cm"/>
      <inkml:brushProperty name="height" value="0.05" units="cm"/>
    </inkml:brush>
  </inkml:definitions>
  <inkml:trace contextRef="#ctx0" brushRef="#br0">0 20 24575,'2'-2'0,"-1"0"0,1 1 0,0-1 0,-1 0 0,1 1 0,0 0 0,0-1 0,0 1 0,0 0 0,1 0 0,-1 0 0,0 1 0,0-1 0,1 0 0,2 0 0,-3 2 0,0-1 0,0 0 0,-1 1 0,1-1 0,0 1 0,-1-1 0,1 1 0,-1 0 0,1 0 0,-1 0 0,1 0 0,-1 0 0,1 0 0,-1 0 0,0 0 0,0 1 0,1-1 0,-1 0 0,0 1 0,0-1 0,1 4 0,16 26 0,27 68 0,-8-15 0,-14-40-455,-3 1 0,20 62 0,-34-82-6371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6.050"/>
    </inkml:context>
    <inkml:brush xml:id="br0">
      <inkml:brushProperty name="width" value="0.05" units="cm"/>
      <inkml:brushProperty name="height" value="0.05" units="cm"/>
    </inkml:brush>
  </inkml:definitions>
  <inkml:trace contextRef="#ctx0" brushRef="#br0">0 188 24575,'3'-6'0,"7"-9"0,9-4 0,6-6 0,7-1 0,3 0 0,2 5 0,1 2 0,0 5 0,0 5 0,-3 4 0,-8 3-8191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6.281"/>
    </inkml:context>
    <inkml:brush xml:id="br0">
      <inkml:brushProperty name="width" value="0.05" units="cm"/>
      <inkml:brushProperty name="height" value="0.05" units="cm"/>
    </inkml:brush>
  </inkml:definitions>
  <inkml:trace contextRef="#ctx0" brushRef="#br0">1 26 24575,'0'4'0,"3"-3"0,7-1 0,5-1 0,7 0 0,8-3 0,6-1 0,3 1 0,4 1 0,1 0 0,-4-1 0,-8-1-8191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6.745"/>
    </inkml:context>
    <inkml:brush xml:id="br0">
      <inkml:brushProperty name="width" value="0.05" units="cm"/>
      <inkml:brushProperty name="height" value="0.05" units="cm"/>
    </inkml:brush>
  </inkml:definitions>
  <inkml:trace contextRef="#ctx0" brushRef="#br0">0 51 24575,'7'-31'0,"-7"30"0,0 0 0,1 0 0,-1 0 0,0 0 0,1 1 0,-1-1 0,0 0 0,1 0 0,-1 0 0,1 0 0,-1 0 0,1 0 0,0 1 0,-1-1 0,1 0 0,0 1 0,-1-1 0,1 0 0,0 1 0,0-1 0,0 1 0,0-1 0,-1 1 0,1-1 0,0 1 0,2-1 0,-2 2 0,1 1 0,-1-1 0,1 1 0,-1-1 0,0 1 0,0-1 0,0 1 0,0-1 0,0 1 0,0 0 0,0 0 0,0 0 0,-1-1 0,1 1 0,0 0 0,-1 3 0,2 1 0,13 35 171,26 54 0,-35-83-361,1 0 0,0-1 1,1 0-1,0 0 0,1 0 1,0-1-1,0-1 1,20 16-1,-9-12-6636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6.902"/>
    </inkml:context>
    <inkml:brush xml:id="br0">
      <inkml:brushProperty name="width" value="0.05" units="cm"/>
      <inkml:brushProperty name="height" value="0.05" units="cm"/>
    </inkml:brush>
  </inkml:definitions>
  <inkml:trace contextRef="#ctx0" brushRef="#br0">34 43 24575,'-3'-3'0,"-1"-8"0,-3-1 0,-4 1 0,4 5 0,6 7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7.105"/>
    </inkml:context>
    <inkml:brush xml:id="br0">
      <inkml:brushProperty name="width" value="0.05" units="cm"/>
      <inkml:brushProperty name="height" value="0.05" units="cm"/>
    </inkml:brush>
  </inkml:definitions>
  <inkml:trace contextRef="#ctx0" brushRef="#br0">1 1 24575,'3'0'0,"4"0"0,4 3 0,4 4 0,-1 7 0,0 8 0,1 6 0,1 8 0,1 4 0,0 4 0,1 1 0,1 0 0,-4-2 0,-1-6 0,-2-5 0,-4-8-8191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7.617"/>
    </inkml:context>
    <inkml:brush xml:id="br0">
      <inkml:brushProperty name="width" value="0.05" units="cm"/>
      <inkml:brushProperty name="height" value="0.05" units="cm"/>
    </inkml:brush>
  </inkml:definitions>
  <inkml:trace contextRef="#ctx0" brushRef="#br0">15 217 24575,'-2'-3'0,"0"0"0,1 0 0,-1 0 0,1 0 0,0-1 0,0 1 0,0 0 0,0-1 0,0 1 0,0-1 0,1 1 0,0 0 0,0-1 0,0 1 0,0-1 0,0 1 0,1-1 0,0 1 0,0-1 0,0 1 0,0 0 0,0 0 0,0-1 0,1 1 0,-1 0 0,1 0 0,0 0 0,0 1 0,4-5 0,-1 3 0,1 1 0,0-1 0,0 1 0,0 1 0,0-1 0,0 1 0,0 0 0,1 0 0,-1 1 0,1 0 0,9-1 0,9 1 0,41 3 0,90 15 0,-93-8 0,116 2 0,-175-12 0,0 1 0,1 0 0,-1-1 0,1 0 0,-1 0 0,0 0 0,0-1 0,1 0 0,-1 1 0,0-1 0,4-4 0,-7 5 0,1 1 0,-1-1 0,0 0 0,0-1 0,0 1 0,0 0 0,-1 0 0,1 0 0,0 0 0,0-1 0,-1 1 0,1 0 0,0-1 0,-1 1 0,0-1 0,1 1 0,-1-1 0,0 1 0,0 0 0,1-1 0,-1 1 0,0-1 0,-1 1 0,1-1 0,0 1 0,0-1 0,-1 1 0,1-1 0,0 1 0,-1 0 0,0-1 0,1 1 0,-1 0 0,0-1 0,0 1 0,-1-2 0,-1-2 0,0 1 0,0 0 0,0 0 0,-1 0 0,1 1 0,-1-1 0,0 1 0,0 0 0,0 0 0,0 0 0,-1 1 0,1-1 0,-1 1 0,1 0 0,-1 0 0,0 1 0,0 0 0,0-1 0,0 2 0,0-1 0,0 0 0,0 1 0,0 0 0,0 0 0,0 1 0,0-1 0,0 1 0,0 0 0,0 0 0,0 1 0,0 0 0,1 0 0,-1 0 0,0 0 0,1 1 0,0-1 0,0 1 0,-1 0 0,2 0 0,-1 1 0,0-1 0,1 1 0,-6 8 0,2-2 0,2 1 0,-1-1 0,1 2 0,1-1 0,0 0 0,0 1 0,-2 18 0,4-21 0,1 0 0,0-1 0,1 1 0,0-1 0,0 1 0,1 0 0,0-1 0,0 1 0,1-1 0,0 1 0,5 11 0,-5-16 0,0 0 0,0-1 0,1 1 0,-1-1 0,1 1 0,0-1 0,0 0 0,0 0 0,0 0 0,1 0 0,-1-1 0,1 1 0,-1-1 0,1 0 0,0 0 0,0 0 0,0-1 0,0 1 0,0-1 0,1 0 0,-1 0 0,0-1 0,1 1 0,-1-1 0,0 0 0,1 0 0,-1 0 0,0-1 0,1 1 0,6-3 0,0 0 0,-1 0 0,1-1 0,-1 0 0,0 0 0,0-1 0,0 0 0,-1-1 0,0 0 0,0-1 0,0 0 0,8-8 0,33-55 0,-50 70 0,0-1 0,0 1 0,0 0 0,1 0 0,-1 0 0,0 0 0,0-1 0,0 1 0,1 0 0,-1 0 0,0 0 0,0 0 0,0 0 0,1-1 0,-1 1 0,0 0 0,0 0 0,1 0 0,-1 0 0,0 0 0,0 0 0,1 0 0,-1 0 0,0 0 0,0 0 0,1 0 0,-1 0 0,0 0 0,0 0 0,1 0 0,-1 1 0,0-1 0,0 0 0,1 0 0,-1 0 0,0 0 0,0 0 0,0 0 0,1 1 0,-1-1 0,0 0 0,0 0 0,0 0 0,0 1 0,1-1 0,-1 0 0,0 0 0,0 0 0,0 1 0,0-1 0,0 0 0,0 0 0,0 1 0,0-1 0,1 0 0,-1 0 0,0 1 0,0-1 0,0 0 0,0 0 0,0 1 0,-1-1 0,1 0 0,0 0 0,0 1 0,0-1 0,3 25 0,-3-20 0,1 8 86,1 0-1,0-1 0,6 20 1,-7-27-229,1 0 1,0-1 0,1 1 0,-1 0-1,1-1 1,0 0 0,0 1 0,0-1 0,0 0-1,1-1 1,6 6 0,4 1-6684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8.035"/>
    </inkml:context>
    <inkml:brush xml:id="br0">
      <inkml:brushProperty name="width" value="0.05" units="cm"/>
      <inkml:brushProperty name="height" value="0.05" units="cm"/>
    </inkml:brush>
  </inkml:definitions>
  <inkml:trace contextRef="#ctx0" brushRef="#br0">15 118 24575,'0'-21'0,"1"7"0,-1 0 0,-1 0 0,0 0 0,-5-21 0,6 35 0,0 0 0,0-1 0,0 1 0,0 0 0,0 0 0,0 0 0,0 0 0,0 0 0,0-1 0,0 1 0,0 0 0,0 0 0,0 0 0,0 0 0,0-1 0,0 1 0,0 0 0,0 0 0,0 0 0,0 0 0,0-1 0,0 1 0,0 0 0,0 0 0,0 0 0,0 0 0,0 0 0,-1 0 0,1-1 0,0 1 0,0 0 0,0 0 0,0 0 0,0 0 0,0 0 0,-1 0 0,1 0 0,0 0 0,0 0 0,0-1 0,0 1 0,0 0 0,-1 0 0,1 0 0,0 0 0,0 0 0,0 0 0,0 0 0,-1 0 0,1 0 0,0 0 0,-2 11 0,1 20 0,7 22 0,3 1 0,3-2 0,1 1 0,24 54 0,-37-106 0,0-1 0,0 1 0,0-1 0,0 1 0,0-1 0,0 1 0,1-1 0,-1 1 0,0-1 0,0 0 0,1 1 0,-1-1 0,0 1 0,0-1 0,1 0 0,-1 1 0,1-1 0,-1 0 0,0 1 0,1-1 0,-1 0 0,1 1 0,-1-1 0,1 0 0,0 0 0,6-9 0,4-34 0,-7 24 0,-2 12 0,1-1 0,0 1 0,0 0 0,1 0 0,0 0 0,0 0 0,1 1 0,-1-1 0,1 1 0,9-8 0,-11 12 0,0-1 0,1 1 0,-1 0 0,0 0 0,1 0 0,0 0 0,-1 0 0,1 1 0,0 0 0,0 0 0,0 0 0,0 0 0,0 0 0,0 1 0,0 0 0,0 0 0,0 0 0,0 0 0,0 1 0,0-1 0,0 1 0,5 2 0,19 7 0,-1 1 0,0 1 0,0 2 0,-1 1 0,-1 1 0,-1 0 0,30 28 0,-50-41 0,-1 0 0,0 0 0,0 0 0,0 0 0,0 1 0,-1-1 0,4 7 0,-6-10 0,1 1 0,-1-1 0,0 1 0,0 0 0,0-1 0,0 1 0,1-1 0,-1 1 0,0 0 0,0-1 0,0 1 0,0 0 0,-1-1 0,1 1 0,0-1 0,0 1 0,0 0 0,0-1 0,-1 1 0,1-1 0,0 1 0,-1 0 0,0 0 0,0 0 0,0 0 0,0 0 0,0 0 0,-1-1 0,1 1 0,0 0 0,0-1 0,-1 1 0,1-1 0,0 1 0,-1-1 0,1 0 0,-2 1 0,-20 1-50,1 0-1,0-2 1,-42-3-1,33 0-1112,-37-1-5663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9.391"/>
    </inkml:context>
    <inkml:brush xml:id="br0">
      <inkml:brushProperty name="width" value="0.05" units="cm"/>
      <inkml:brushProperty name="height" value="0.05" units="cm"/>
    </inkml:brush>
  </inkml:definitions>
  <inkml:trace contextRef="#ctx0" brushRef="#br0">35 34 24575,'0'-2'0,"0"0"0,0 0 0,0-1 0,-1 1 0,1 0 0,-1 0 0,1 0 0,-1 0 0,0 0 0,0 0 0,0 0 0,0 0 0,0 0 0,-2-3 0,2 5 0,1 1 0,0-1 0,-1 0 0,1 0 0,-1 0 0,1 0 0,0 0 0,-1 0 0,1 0 0,0 0 0,-1 1 0,1-1 0,0 0 0,-1 0 0,1 1 0,0-1 0,0 0 0,-1 0 0,1 1 0,0-1 0,0 0 0,-1 1 0,1-1 0,0 0 0,0 1 0,0-1 0,-1 0 0,1 1 0,0-1 0,0 0 0,0 1 0,0-1 0,0 1 0,-6 15 0,3-4 0,1 0 0,0 0 0,1 0 0,1 1 0,0-1 0,0 1 0,3 17 0,0-12 0,1 1 0,1-1 0,1 0 0,9 21 0,-14-36 0,0-1 0,0 0 0,0 0 0,0 0 0,1 0 0,-1 0 0,0 0 0,1-1 0,-1 1 0,1 0 0,0-1 0,0 1 0,-1-1 0,1 1 0,0-1 0,0 0 0,4 1 0,-5-1 0,1-1 0,0 0 0,0 0 0,0 0 0,0 0 0,-1 0 0,1 0 0,0 0 0,0-1 0,0 1 0,-1-1 0,1 1 0,0-1 0,-1 0 0,1 0 0,0 1 0,-1-1 0,1 0 0,-1-1 0,1 1 0,-1 0 0,2-2 0,10-11 0,-1 0 0,0-1 0,-1-1 0,0 0 0,-2 0 0,15-33 0,18-30 0,-42 79 0,0 0 0,0 1 0,0-1 0,0 0 0,0 0 0,0 1 0,0-1 0,0 0 0,0 0 0,0 1 0,0-1 0,1 0 0,-1 0 0,0 1 0,0-1 0,0 0 0,0 0 0,1 0 0,-1 1 0,0-1 0,0 0 0,0 0 0,1 0 0,-1 0 0,0 0 0,0 1 0,1-1 0,-1 0 0,0 0 0,0 0 0,1 0 0,-1 0 0,0 0 0,1 0 0,-1 0 0,0 0 0,0 0 0,1 0 0,-1 0 0,0 0 0,0 0 0,1 0 0,-1 0 0,0 0 0,0 0 0,1 0 0,-1-1 0,0 1 0,0 0 0,1 0 0,-1 0 0,0 0 0,0-1 0,1 1 0,-1 0 0,0 0 0,0 0 0,0-1 0,0 1 0,0 0 0,1 0 0,-1-1 0,0 1 0,0 0 0,3 26 0,-3-24 0,2 85 0,-1-40 0,1 0 0,14 78 0,-12-103-273,2 1 0,0-1 0,1-1 0,15 32 0,-11-37-6553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49.592"/>
    </inkml:context>
    <inkml:brush xml:id="br0">
      <inkml:brushProperty name="width" value="0.05" units="cm"/>
      <inkml:brushProperty name="height" value="0.05" units="cm"/>
    </inkml:brush>
  </inkml:definitions>
  <inkml:trace contextRef="#ctx0" brushRef="#br0">2 137 24575,'0'-34'0,"-1"19"0,1 1 0,0 0 0,5-29 0,-5 42 0,0 0 0,0 0 0,0 1 0,1-1 0,-1 0 0,0 0 0,0 1 0,1-1 0,-1 0 0,0 1 0,1-1 0,-1 0 0,0 1 0,1-1 0,-1 0 0,1 1 0,-1-1 0,1 1 0,0-1 0,-1 1 0,1-1 0,-1 1 0,1 0 0,1-1 0,-1 1 0,-1 0 0,1 0 0,0 0 0,0 0 0,-1 0 0,1 1 0,0-1 0,0 0 0,-1 1 0,1-1 0,0 0 0,0 1 0,-1-1 0,1 1 0,-1-1 0,1 1 0,0-1 0,0 2 0,4 4 0,-1-1 0,0 1 0,0 0 0,3 7 0,14 33 0,-2 1 0,-3 1 0,-1 0 0,16 99 0,-27-119 0,1 54 0,-5-72 0,0-1 0,-1 1 0,0-1 0,-1 0 0,0 0 0,0 1 0,-1-1 0,0 0 0,-7 13 0,-3-6-1365,0-6-5461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0.798"/>
    </inkml:context>
    <inkml:brush xml:id="br0">
      <inkml:brushProperty name="width" value="0.05" units="cm"/>
      <inkml:brushProperty name="height" value="0.05" units="cm"/>
    </inkml:brush>
  </inkml:definitions>
  <inkml:trace contextRef="#ctx0" brushRef="#br0">40 257 24575,'0'-1'0,"0"1"0,0-1 0,0 0 0,0 0 0,0 0 0,0 0 0,0 0 0,0 1 0,0-1 0,0 0 0,0 0 0,1 0 0,-1 0 0,0 1 0,1-1 0,-1 0 0,0 0 0,1 1 0,-1-1 0,1 0 0,-1 0 0,1 1 0,0-1 0,-1 1 0,1-1 0,-1 0 0,1 1 0,0-1 0,0 1 0,-1 0 0,1-1 0,0 1 0,0 0 0,0-1 0,0 1 0,0 0 0,0 0 0,0 1 0,0-1 0,0 1 0,0-1 0,0 1 0,0-1 0,0 1 0,0-1 0,0 1 0,0 0 0,-1-1 0,1 1 0,0 0 0,0 0 0,-1 0 0,1 0 0,-1 0 0,1-1 0,-1 1 0,1 0 0,-1 0 0,1 0 0,-1 0 0,0 0 0,0 1 0,1-1 0,-1 1 0,3 27 0,0-1 0,-2 1 0,-4 38 0,1-5 0,2 205 0,0-299 0,-1 10 0,1 1 0,1-1 0,0 0 0,2 1 0,7-28 0,17-45 0,32-89 0,-31 118 0,-7 18 0,17-57 0,-37 101 0,0 1 0,0-1 0,-1 1 0,1-1 0,-1 1 0,0-1 0,0 1 0,0-1 0,0 0 0,0 1 0,-1-1 0,1 1 0,-2-5 0,1 6 0,1-1 0,-1 1 0,0 0 0,0 0 0,0 0 0,0 1 0,0-1 0,0 0 0,0 0 0,0 0 0,0 1 0,0-1 0,-1 1 0,1-1 0,0 1 0,0-1 0,-1 1 0,1 0 0,0-1 0,0 1 0,-1 0 0,1 0 0,0 0 0,-1 0 0,1 0 0,0 0 0,-3 1 0,-6 1 0,0 0 0,0 1 0,0 0 0,0 0 0,1 1 0,0 0 0,-1 1 0,2 0 0,-12 8 0,8-4 0,1 0 0,-1 1 0,2 0 0,0 0 0,0 1 0,-8 13 0,12-16 0,1 1 0,0-1 0,1 1 0,0 1 0,0-1 0,1 1 0,0-1 0,1 1 0,0 0 0,1 0 0,0 0 0,0 10 0,1-6 0,2 1 0,0-1 0,0 0 0,1 0 0,1 0 0,0 0 0,11 21 0,2-3 0,1-1 0,2 0 0,1-1 0,1-1 0,46 45 0,-28-38 0,-29-28 0,-1 1 0,0 0 0,-1 1 0,16 20 0,-24-29 0,0 0 0,-1 0 0,1 0 0,-1 0 0,1 0 0,-1 0 0,1 0 0,-1 0 0,1 0 0,-1 0 0,0 0 0,0 1 0,1-1 0,-1 0 0,0 0 0,0 0 0,0 0 0,0 0 0,-1 1 0,1-1 0,0 0 0,0 0 0,-1 0 0,1 0 0,-1 0 0,0 2 0,0-2 0,-1 1 0,1-1 0,-1 0 0,1 1 0,-1-1 0,0 0 0,0 0 0,1 0 0,-1 0 0,0 0 0,0-1 0,0 1 0,-3 0 0,-7 1 0,1 0 0,-1-1 0,-23 0 0,24-2 43,0 1 0,0-2-1,0 0 1,0 0 0,0-1-1,0 0 1,-16-9 0,21 10-165,0-2 0,0 1 0,0-1 0,1 0 0,0 0 0,-1-1 0,2 1 0,-1-1 0,0 0 1,1-1-1,0 1 0,0-1 0,-5-10 0,-1-11-6704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1.404"/>
    </inkml:context>
    <inkml:brush xml:id="br0">
      <inkml:brushProperty name="width" value="0.05" units="cm"/>
      <inkml:brushProperty name="height" value="0.05" units="cm"/>
    </inkml:brush>
  </inkml:definitions>
  <inkml:trace contextRef="#ctx0" brushRef="#br0">54 371 24575,'0'0'0,"1"0"0,0 0 0,-1 0 0,1 0 0,-1 0 0,1 1 0,-1-1 0,1 0 0,-1 0 0,1 1 0,-1-1 0,1 1 0,-1-1 0,1 0 0,-1 1 0,0-1 0,1 1 0,-1-1 0,0 1 0,1-1 0,-1 1 0,0-1 0,1 1 0,-1-1 0,0 1 0,0-1 0,0 1 0,0-1 0,1 1 0,-1 0 0,0-1 0,0 1 0,0-1 0,0 1 0,-1 1 0,-1 26 0,0-20 0,2-4 0,1-1 0,-1 0 0,0 0 0,1 1 0,0-1 0,0 0 0,0 0 0,0 0 0,0 0 0,1 0 0,-1 0 0,1 0 0,0 0 0,0 0 0,0-1 0,0 1 0,0-1 0,0 1 0,1-1 0,-1 0 0,1 0 0,0 0 0,0-1 0,0 1 0,-1 0 0,1-1 0,5 2 0,1 0 0,0 0 0,0 0 0,0-1 0,0 0 0,0-1 0,1 0 0,-1 0 0,17-2 0,-20 1 0,0-1 0,0 0 0,0 0 0,-1-1 0,1 0 0,-1 0 0,1 0 0,-1-1 0,0 0 0,0 0 0,0 0 0,0 0 0,0-1 0,-1 0 0,7-7 0,-8 8 0,0 0 0,-1-1 0,0 0 0,0 0 0,0 1 0,0-1 0,0 0 0,-1-1 0,0 1 0,0 0 0,0 0 0,0 0 0,0-1 0,-1 1 0,0-1 0,0 1 0,0 0 0,-1-1 0,1 1 0,-1 0 0,-2-7 0,-2-2 0,0 1 0,0 0 0,-2 0 0,1 0 0,-1 1 0,-1 0 0,0 0 0,-1 1 0,-18-18 0,22 23 0,0 0 0,-1 1 0,1 0 0,-1 0 0,0 0 0,0 1 0,0 0 0,0 0 0,0 0 0,-1 1 0,1 0 0,-1 0 0,0 1 0,1 0 0,-1 0 0,0 0 0,0 1 0,0 0 0,0 1 0,0-1 0,-6 2 0,8 0 0,0 0 0,0 1 0,0-1 0,0 1 0,1-1 0,0 2 0,-1-1 0,1 0 0,0 1 0,1 0 0,-1-1 0,1 2 0,-1-1 0,1 0 0,0 1 0,1-1 0,-1 1 0,1 0 0,0 0 0,0 0 0,0 0 0,0 6 0,-1 1 0,0 1 0,1 0 0,1-1 0,0 1 0,1 0 0,0 0 0,1 0 0,3 14 0,-1-14 0,1 1 0,0 0 0,1-1 0,0 0 0,1 0 0,0-1 0,2 1 0,-1-1 0,1-1 0,1 0 0,0 0 0,0 0 0,1-1 0,1-1 0,0 0 0,13 9 0,-16-12 0,1-1 0,-1-1 0,1 0 0,0 0 0,0 0 0,0-1 0,0-1 0,1 0 0,-1 0 0,1 0 0,0-2 0,-1 1 0,1-1 0,0 0 0,-1-1 0,1 0 0,-1-1 0,1 0 0,-1 0 0,1-1 0,-1 0 0,0-1 0,-1 0 0,12-6 0,-9 2 0,1 0 0,-1-1 0,-1-1 0,1 0 0,-2 0 0,1 0 0,-2-2 0,1 1 0,-2-1 0,1 0 0,-2 0 0,1-1 0,-2 0 0,0 0 0,5-19 0,-1-3 0,-2-1 0,-1-1 0,-2 1 0,-1-64 0,-2 72 0,-2 1 0,-1-1 0,-2 1 0,-9-40 0,13 67 0,0-1 0,0 0 0,0 1 0,0-1 0,0 0 0,0 1 0,-1-1 0,1 1 0,0-1 0,0 0 0,-1 1 0,1-1 0,0 1 0,-1-1 0,1 1 0,-1-1 0,1 1 0,-1-1 0,1 1 0,-1-1 0,1 1 0,-1 0 0,1-1 0,-1 1 0,-6 11 0,2 28 0,2 34 0,6 89 0,0-131 0,1 0 0,1-1 0,2 0 0,0-1 0,21 49 0,-11-45-1365,-2-8-5461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2.155"/>
    </inkml:context>
    <inkml:brush xml:id="br0">
      <inkml:brushProperty name="width" value="0.05" units="cm"/>
      <inkml:brushProperty name="height" value="0.05" units="cm"/>
    </inkml:brush>
  </inkml:definitions>
  <inkml:trace contextRef="#ctx0" brushRef="#br0">1 446 24575,'0'-1'0,"0"1"0,0 0 0,1-1 0,-1 1 0,1 0 0,-1-1 0,0 1 0,1 0 0,-1 0 0,1-1 0,-1 1 0,1 0 0,-1 0 0,1 0 0,-1 0 0,0-1 0,1 1 0,-1 0 0,1 0 0,-1 0 0,1 0 0,-1 0 0,1 0 0,-1 0 0,1 0 0,0 1 0,20 0 0,-15 0 0,-1-1 0,22 1 0,1 0 0,35-5 0,-57 3 0,1 0 0,-1 0 0,0 0 0,1-1 0,-1 0 0,0 0 0,0-1 0,-1 1 0,1-1 0,0-1 0,-1 1 0,0-1 0,0 0 0,0 0 0,9-9 0,-12 10 0,0 0 0,0 0 0,0-1 0,-1 1 0,0 0 0,1-1 0,-1 1 0,0 0 0,0-1 0,-1 1 0,1-1 0,-1 1 0,0-1 0,0 0 0,0-3 0,-1 1 0,0 0 0,0 0 0,-1 1 0,0-1 0,0 0 0,0 1 0,0-1 0,-6-7 0,3 5 0,0 1 0,0 0 0,-1 1 0,0-1 0,0 1 0,0 0 0,-1 1 0,0 0 0,0 0 0,-1 0 0,1 1 0,-12-6 0,15 9 0,0 0 0,0 0 0,0 0 0,0 0 0,0 0 0,0 1 0,0 0 0,0 0 0,0 0 0,0 0 0,0 0 0,0 1 0,0 0 0,0 0 0,0 0 0,1 0 0,-1 1 0,0-1 0,-6 5 0,5-2 0,1-1 0,0 1 0,0 0 0,0 1 0,0-1 0,1 1 0,0 0 0,-1-1 0,2 1 0,-1 1 0,1-1 0,0 0 0,-3 10 0,1 0 0,1 0 0,1 0 0,0 0 0,1 0 0,0 0 0,1 1 0,1-1 0,1 0 0,0 0 0,1 0 0,0 0 0,1 0 0,11 24 0,-12-30 0,1-1 0,1 1 0,0-1 0,0 0 0,0 0 0,1 0 0,0-1 0,0 0 0,1 0 0,0-1 0,0 0 0,1 0 0,0-1 0,0 1 0,0-2 0,0 1 0,1-1 0,0-1 0,0 1 0,0-1 0,0-1 0,0 0 0,11 1 0,-3-2 0,1-2 0,-1 0 0,0-1 0,0 0 0,0-2 0,0 0 0,-1-1 0,1 0 0,-1-1 0,0-1 0,-1-1 0,0 0 0,0-1 0,-1-1 0,26-21 0,-28 20 0,0 0 0,0 0 0,-2-1 0,1-1 0,-1 0 0,-1 0 0,0-1 0,-1 0 0,-1 0 0,0-1 0,-1 0 0,0 0 0,-1-1 0,-1 1 0,-1-1 0,3-32 0,-6 39 0,0 0 0,-1 0 0,0 1 0,-1-1 0,0 0 0,0 0 0,-1 1 0,-5-12 0,7 18 0,0 0 0,0 0 0,1 1 0,-1-1 0,-1 0 0,1 0 0,0 1 0,0-1 0,-1 1 0,1-1 0,-1 1 0,1 0 0,-1-1 0,1 1 0,-1 0 0,0 0 0,0 0 0,1 0 0,-1 0 0,0 1 0,0-1 0,0 1 0,0-1 0,0 1 0,0-1 0,0 1 0,0 0 0,0 0 0,0 0 0,0 0 0,0 1 0,0-1 0,0 0 0,0 1 0,0 0 0,0-1 0,0 1 0,0 0 0,0 0 0,1 0 0,-4 2 0,0 1 0,0 0 0,0 0 0,0 1 0,0 0 0,1 0 0,0 0 0,0 0 0,1 1 0,-1-1 0,1 1 0,0 0 0,1 0 0,-1 0 0,-1 8 0,0 1 0,0 1 0,1 0 0,1 0 0,-1 27 0,4-28 0,0-1 0,1 0 0,0 0 0,1 0 0,0 0 0,1 0 0,1-1 0,0 0 0,14 25 0,-15-32 0,0 0 0,0 0 0,1 0 0,0-1 0,0 0 0,0 0 0,0 0 0,1 0 0,9 4 0,-11-6 0,1-1 0,0 0 0,-1 0 0,1 0 0,0-1 0,0 0 0,1 0 0,-1 0 0,0 0 0,0-1 0,0 0 0,0 0 0,1-1 0,6 0 0,-8 0 0,1 0 0,-1-1 0,1 1 0,-1-1 0,1 0 0,-1 0 0,0-1 0,0 1 0,0-1 0,0 0 0,6-6 0,-4 3 0,0-1 0,-1 0 0,0 0 0,0-1 0,7-14 0,-1-3 0,-2-1 0,13-54 0,-14 42 0,-1 0 0,-2-1 0,-2 1 0,-1-1 0,-2 0 0,-7-51 0,7 84 0,-1-1 0,0 1 0,-1 0 0,0 1 0,0-1 0,-5-10 0,7 15 0,0 1 0,0 0 0,0 0 0,0 0 0,0 0 0,0 0 0,0-1 0,0 1 0,0 0 0,0 0 0,0 0 0,0 0 0,-1 0 0,1 0 0,0-1 0,0 1 0,0 0 0,0 0 0,0 0 0,-1 0 0,1 0 0,0 0 0,0 0 0,0 0 0,0 0 0,0 0 0,-1 0 0,1 0 0,0 0 0,0 0 0,0 0 0,0 0 0,-1 0 0,1 0 0,0 0 0,0 0 0,0 0 0,0 0 0,-1 0 0,1 0 0,0 0 0,0 0 0,0 0 0,0 0 0,0 0 0,-1 0 0,1 0 0,0 1 0,0-1 0,-5 11 0,1 15 0,3 4 55,1 1 1,1-1-1,2 1 0,8 37 0,37 120-245,-9-43-1261,-32-117-5375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2.295"/>
    </inkml:context>
    <inkml:brush xml:id="br0">
      <inkml:brushProperty name="width" value="0.05" units="cm"/>
      <inkml:brushProperty name="height" value="0.05" units="cm"/>
    </inkml:brush>
  </inkml:definitions>
  <inkml:trace contextRef="#ctx0" brushRef="#br0">12 167 24575,'0'-7'0,"-3"-4"0,-2-5 0,1-1 0,4-2 0,5-1 0,5 4 0,4 0 0,6 4 0,5 4 0,5 3 0,4-1 0,2 1 0,2 1 0,-4 1 0,-6 2-8191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3.782"/>
    </inkml:context>
    <inkml:brush xml:id="br0">
      <inkml:brushProperty name="width" value="0.05" units="cm"/>
      <inkml:brushProperty name="height" value="0.05" units="cm"/>
    </inkml:brush>
  </inkml:definitions>
  <inkml:trace contextRef="#ctx0" brushRef="#br0">1 154 24575,'0'-9'0,"1"1"0,0-1 0,1 1 0,0-1 0,0 1 0,1-1 0,0 1 0,1 0 0,-1 0 0,1 1 0,1-1 0,0 1 0,0 0 0,0 0 0,1 1 0,0-1 0,10-7 0,-15 13 0,-1 0 0,1 1 0,0-1 0,0 1 0,0-1 0,0 1 0,0-1 0,0 1 0,0 0 0,0-1 0,0 1 0,1 0 0,-1 0 0,0 0 0,0 0 0,0 0 0,0 0 0,0 0 0,0 0 0,0 0 0,0 1 0,0-1 0,0 0 0,0 1 0,0-1 0,0 1 0,0-1 0,0 1 0,0-1 0,0 1 0,0 0 0,0-1 0,0 1 0,-1 0 0,1 0 0,0-1 0,-1 1 0,1 0 0,0 0 0,-1 0 0,1 0 0,0 2 0,1 2 0,0 0 0,0 1 0,0-1 0,-1 1 0,1 0 0,0 10 0,-2 9 0,-1-1 0,-1 1 0,-10 43 0,0 7 0,9-49 0,0-5 0,0 1 0,2 0 0,0 0 0,2-1 0,4 40 0,-4-58 14,0 1 0,1-1-1,-1 0 1,1 1 0,-1-1-1,1 0 1,0 0-1,0 0 1,0 0 0,0 0-1,1 0 1,-1-1 0,1 1-1,0-1 1,0 0 0,0 0-1,0 0 1,0 0 0,0 0-1,0-1 1,1 1 0,-1-1-1,1 0 1,5 2 0,-1-2-157,-1 0 1,1-1 0,-1 1 0,0-1-1,1-1 1,-1 1 0,1-1 0,-1-1 0,0 1-1,0-1 1,8-3 0,15-9-6684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3.937"/>
    </inkml:context>
    <inkml:brush xml:id="br0">
      <inkml:brushProperty name="width" value="0.05" units="cm"/>
      <inkml:brushProperty name="height" value="0.05" units="cm"/>
    </inkml:brush>
  </inkml:definitions>
  <inkml:trace contextRef="#ctx0" brushRef="#br0">131 122 24575,'-3'-7'0,"-8"-4"0,-4-7 0,-3-1 0,-2 0 0,-1 3 0,1 2 0,6 2 0,6 8 0,7 3 0,8 5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4.185"/>
    </inkml:context>
    <inkml:brush xml:id="br0">
      <inkml:brushProperty name="width" value="0.05" units="cm"/>
      <inkml:brushProperty name="height" value="0.05" units="cm"/>
    </inkml:brush>
  </inkml:definitions>
  <inkml:trace contextRef="#ctx0" brushRef="#br0">0 16 24575,'0'-3'0,"0"-4"0,3 2 0,2 8 0,2 10 0,3 12 0,4 12 0,2 8 0,1 9 0,1 8 0,-2 3 0,-1 3 0,-3-1 0,0-5 0,-3-7 0,-2-7 0,-3-12-8191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4.762"/>
    </inkml:context>
    <inkml:brush xml:id="br0">
      <inkml:brushProperty name="width" value="0.05" units="cm"/>
      <inkml:brushProperty name="height" value="0.05" units="cm"/>
    </inkml:brush>
  </inkml:definitions>
  <inkml:trace contextRef="#ctx0" brushRef="#br0">22 222 24575,'-3'-3'0,"0"0"0,1 0 0,-1 0 0,1 0 0,0-1 0,-3-5 0,5 8 0,-1 1 0,1-1 0,0 0 0,0 1 0,0-1 0,0 0 0,0 0 0,0 1 0,0-1 0,0 0 0,0 1 0,0-1 0,0 0 0,0 0 0,0 1 0,0-1 0,1 0 0,-1 1 0,0-1 0,1 0 0,-1 1 0,0-1 0,1 1 0,-1-1 0,1 0 0,-1 1 0,1-1 0,-1 1 0,1-1 0,-1 1 0,1 0 0,0-1 0,-1 1 0,1 0 0,-1-1 0,1 1 0,0 0 0,0-1 0,-1 1 0,1 0 0,0 0 0,-1 0 0,2 0 0,18-4 0,-1 2 0,1 0 0,0 1 0,33 3 0,-11-1 0,23 0 0,-11 1 0,0-2 0,56-9 0,-103 8 0,0-1 0,0 0 0,-1 0 0,1 0 0,0-1 0,-1 0 0,0 0 0,1-1 0,-1 1 0,-1-1 0,7-6 0,-11 9 0,1-1 0,0 1 0,-1-1 0,0 0 0,1 1 0,-1-1 0,0 0 0,0 0 0,0 0 0,0 0 0,0 0 0,0-1 0,-1 1 0,1 0 0,-1 0 0,1 0 0,-1-1 0,0 1 0,0 0 0,0 0 0,0-1 0,0 1 0,-1 0 0,1 0 0,-1 0 0,1-1 0,-1 1 0,0 0 0,0 0 0,0 0 0,0 0 0,0 0 0,0 0 0,0 0 0,-1 1 0,1-1 0,-4-2 0,2 0 0,-1 0 0,-1 0 0,1 1 0,0 0 0,-1-1 0,0 2 0,0-1 0,0 1 0,0-1 0,0 1 0,0 1 0,0-1 0,-1 1 0,1 0 0,-1 0 0,1 0 0,-1 1 0,1 0 0,-1 0 0,1 0 0,-1 1 0,1 0 0,-1 0 0,1 0 0,-8 4 0,5-3 0,1 1 0,0 0 0,0 0 0,1 1 0,-1 0 0,1 0 0,-1 1 0,1-1 0,0 1 0,1 1 0,-1-1 0,1 1 0,0 0 0,1 0 0,0 0 0,0 1 0,-7 13 0,8-11 0,1 0 0,-1 1 0,1-1 0,1 1 0,0-1 0,0 1 0,1-1 0,0 1 0,1-1 0,0 1 0,0-1 0,1 1 0,0-1 0,1 0 0,7 17 0,-7-20 0,0 1 0,1-1 0,0 0 0,0 0 0,0-1 0,0 1 0,1-1 0,0 0 0,1 0 0,-1-1 0,1 1 0,-1-1 0,1 0 0,1-1 0,-1 0 0,0 0 0,1 0 0,0-1 0,-1 1 0,1-2 0,0 1 0,8 0 0,-12-2 0,1 1 0,-1-1 0,1 0 0,-1-1 0,0 1 0,1-1 0,-1 1 0,1-1 0,-1 0 0,0-1 0,0 1 0,1 0 0,-1-1 0,0 0 0,0 1 0,-1-1 0,1 0 0,0-1 0,-1 1 0,1 0 0,-1-1 0,0 0 0,1 1 0,-1-1 0,-1 0 0,1 0 0,0 0 0,1-6 0,4-8 0,-1 0 0,0-1 0,-2 0 0,3-23 0,-2 15 0,-3 12 0,-1 8 0,0 0 0,0 1 0,1-1 0,-1 0 0,1 0 0,0 1 0,1-1 0,3-6 0,-6 12 0,0 0 0,1-1 0,-1 1 0,0 0 0,0-1 0,1 1 0,-1 0 0,0-1 0,0 1 0,1 0 0,-1-1 0,0 1 0,1 0 0,-1 0 0,1-1 0,-1 1 0,0 0 0,1 0 0,-1 0 0,0 0 0,1-1 0,-1 1 0,1 0 0,-1 0 0,1 0 0,-1 0 0,0 0 0,1 0 0,-1 0 0,1 0 0,0 1 0,6 10 0,-1 21 0,-3 23 144,-2-28-75,7 51 1,-7-72-197,0 1 0,1-1 1,0 0-1,0 1 0,1-1 0,0 0 1,0 0-1,0 0 0,1-1 0,0 1 0,0-1 1,7 8-1,4-1-6699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5.182"/>
    </inkml:context>
    <inkml:brush xml:id="br0">
      <inkml:brushProperty name="width" value="0.05" units="cm"/>
      <inkml:brushProperty name="height" value="0.05" units="cm"/>
    </inkml:brush>
  </inkml:definitions>
  <inkml:trace contextRef="#ctx0" brushRef="#br0">0 43 24575,'0'-32'0,"0"21"0,0 29 0,2 57 0,3 0 0,3-1 0,20 84 0,-16-95 0,-12-76 0,1 0 0,1 1 0,0-1 0,1 1 0,0-1 0,1 1 0,0 0 0,7-13 0,-8 18 0,2-1 0,-1 1 0,1 0 0,0 0 0,0 1 0,1 0 0,0 0 0,0 0 0,1 0 0,9-6 0,-12 10 0,0 0 0,-1 0 0,1 1 0,0-1 0,0 1 0,0 0 0,0 0 0,1 0 0,-1 0 0,0 1 0,0 0 0,1 0 0,-1 0 0,0 0 0,0 1 0,0-1 0,1 1 0,-1 0 0,0 0 0,0 1 0,0-1 0,6 4 0,-2 0 0,0 0 0,-1 1 0,0-1 0,0 2 0,0-1 0,-1 1 0,1 0 0,-2 0 0,1 0 0,-1 1 0,5 8 0,-8-11 0,1 0 0,-1 0 0,1 0 0,-2 0 0,1 0 0,0 1 0,-1-1 0,0 0 0,-1 1 0,1-1 0,-1 1 0,0-1 0,0 1 0,0-1 0,-1 1 0,0-1 0,0 0 0,0 1 0,-1-1 0,-2 5 0,2-6 16,-1-1-1,1 0 1,-1 0-1,0 0 1,1 0-1,-1 0 1,-1 0-1,1-1 1,0 1-1,-1-1 1,1 0-1,-1 0 1,0-1-1,1 1 1,-1-1-1,0 1 1,0-1 0,0-1-1,0 1 1,0 0-1,-7-1 1,-7 1-443,0-1 0,0-1 1,-25-5-1,12 1-6399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6.018"/>
    </inkml:context>
    <inkml:brush xml:id="br0">
      <inkml:brushProperty name="width" value="0.05" units="cm"/>
      <inkml:brushProperty name="height" value="0.05" units="cm"/>
    </inkml:brush>
  </inkml:definitions>
  <inkml:trace contextRef="#ctx0" brushRef="#br0">65 1 24575,'-6'0'0,"-6"0"0,-3 0 0,-3 0 0,6 0 0,10 0 0,12 0 0,14 0 0,15 0 0,11 0 0,8 0 0,8 0 0,2 3 0,-1 1 0,-3 0 0,-6-1 0,-7 0 0,-11-2-8191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6.253"/>
    </inkml:context>
    <inkml:brush xml:id="br0">
      <inkml:brushProperty name="width" value="0.05" units="cm"/>
      <inkml:brushProperty name="height" value="0.05" units="cm"/>
    </inkml:brush>
  </inkml:definitions>
  <inkml:trace contextRef="#ctx0" brushRef="#br0">22 65 24575,'-9'-21'0,"-3"-7"0,12 28 0,-1-1 0,1 1 0,0-1 0,0 0 0,1 1 0,-1-1 0,0 1 0,0-1 0,0 0 0,0 1 0,0-1 0,1 1 0,-1-1 0,0 1 0,0-1 0,1 1 0,-1-1 0,0 1 0,1-1 0,-1 1 0,1 0 0,-1-1 0,1 1 0,-1-1 0,0 1 0,1 0 0,-1-1 0,1 1 0,0 0 0,-1 0 0,1 0 0,-1-1 0,1 1 0,-1 0 0,1 0 0,0 0 0,-1 0 0,1 0 0,-1 0 0,1 0 0,-1 0 0,1 0 0,0 0 0,4 0 0,0 1 0,0-1 0,0 1 0,0 0 0,0 0 0,0 1 0,-1-1 0,1 1 0,5 3 0,44 26 0,-36-20 0,15 9 0,51 41 0,-68-47 0,-1 0 0,0 1 0,-1 0 0,22 32 0,-33-43 0,0 1 0,0-1 0,-1 1 0,1 0 0,-1 0 0,0 0 0,0 0 0,-1 0 0,0 0 0,0 0 0,0 1 0,0-1 0,-1 0 0,0 1 0,0-1 0,0 0 0,-1 1 0,0-1 0,0 0 0,0 0 0,-1 1 0,1-1 0,-1 0 0,-1-1 0,1 1 0,-1 0 0,1 0 0,-1-1 0,-5 6 0,-27 24-1365,-2-7-5461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8.632"/>
    </inkml:context>
    <inkml:brush xml:id="br0">
      <inkml:brushProperty name="width" value="0.05" units="cm"/>
      <inkml:brushProperty name="height" value="0.05" units="cm"/>
    </inkml:brush>
  </inkml:definitions>
  <inkml:trace contextRef="#ctx0" brushRef="#br0">109 109 24575,'1'0'0,"1"-1"0,-1 1 0,0-1 0,0 1 0,0-1 0,0 1 0,0-1 0,0 0 0,0 0 0,0 1 0,0-1 0,0 0 0,0 0 0,0 0 0,0 0 0,-1 0 0,1 0 0,0 0 0,-1 0 0,1-1 0,-1 1 0,1 0 0,0-2 0,0 0 0,0 0 0,0-1 0,0 1 0,0-1 0,-1 1 0,1 0 0,-1-5 0,0 6 0,0 0 0,0 0 0,-1-1 0,1 1 0,-1 0 0,0 0 0,1 0 0,-1 0 0,0 0 0,0 0 0,0 0 0,0 0 0,-1 1 0,1-1 0,-1 0 0,1 1 0,-1-1 0,1 1 0,-1-1 0,0 1 0,1 0 0,-1 0 0,0 0 0,0 0 0,0 0 0,0 0 0,0 0 0,0 1 0,0-1 0,-1 1 0,1-1 0,0 1 0,0 0 0,0 0 0,0 0 0,-1 0 0,1 0 0,0 0 0,0 1 0,0-1 0,0 1 0,0 0 0,0-1 0,0 1 0,0 0 0,0 0 0,0 0 0,0 0 0,0 1 0,1-1 0,-1 0 0,0 1 0,-1 2 0,-2 3 0,1 0 0,0 0 0,0 0 0,1 1 0,0 0 0,0-1 0,1 1 0,-3 12 0,-6 70 0,9-77 0,0 7 0,1 0 0,1 0 0,1 0 0,1 0 0,0 0 0,1 0 0,2-1 0,7 25 0,-9-36 0,1 0 0,-1 1 0,2-1 0,-1-1 0,1 1 0,0-1 0,1 0 0,-1 0 0,1 0 0,1-1 0,-1 0 0,1 0 0,1 0 0,-1-1 0,1 0 0,-1-1 0,1 0 0,1 0 0,-1 0 0,14 3 0,-6-3 0,0-1 0,0-1 0,0 0 0,1-1 0,-1 0 0,0-2 0,0 0 0,0-1 0,0 0 0,0-1 0,0-1 0,18-7 0,-24 7 0,1 0 0,-1-1 0,0-1 0,-1 1 0,1-1 0,-1-1 0,0 0 0,-1 0 0,1-1 0,-2 0 0,1-1 0,-1 1 0,0-2 0,-1 1 0,0 0 0,0-1 0,-1 0 0,4-14 0,-3 4 0,0 0 0,-2 0 0,-1-1 0,0 0 0,-1-39 0,-3 29 0,-1 0 0,-2 0 0,-10-38 0,6 45 0,3 17 0,4 7 0,1 0 0,0 0 0,0 0 0,-1 0 0,1 1 0,0-1 0,0 0 0,-1 0 0,1 0 0,0 0 0,0 0 0,0 1 0,-1-1 0,1 0 0,0 0 0,0 0 0,0 1 0,0-1 0,-1 0 0,1 0 0,0 1 0,0-1 0,0 0 0,0 0 0,0 1 0,0-1 0,0 0 0,0 0 0,0 1 0,0-1 0,0 0 0,0 1 0,-4 22 0,2 1 0,1-1 0,0 0 0,2 1 0,7 43 0,-7-54 0,5 34 0,13 48 0,-15-77 0,2 0 0,0 0 0,1 0 0,1-1 0,16 26 0,-23-41 0,0 1 0,1-1 0,-1 0 0,1 0 0,0 0 0,0 0 0,0 0 0,0-1 0,0 1 0,0 0 0,0-1 0,0 0 0,1 1 0,-1-1 0,0 0 0,1 0 0,-1 0 0,1-1 0,-1 1 0,5 0 0,-4-1 0,0 0 0,0-1 0,1 1 0,-1-1 0,0 0 0,0 0 0,0 0 0,0-1 0,0 1 0,0 0 0,0-1 0,0 0 0,-1 0 0,4-2 0,5-6 0,-1-1 0,0 1 0,-1-2 0,0 1 0,0-2 0,6-13 0,30-65 0,-31 59 0,35-58 0,-48 89 0,-1 0 0,1 0 0,-1 0 0,1 0 0,0 0 0,0 1 0,-1-1 0,1 0 0,0 0 0,0 1 0,0-1 0,0 0 0,0 1 0,-1-1 0,1 0 0,1 1 0,-1 0 0,0-1 0,0 1 0,2-1 0,-3 1 0,1 1 0,0-1 0,0 0 0,-1 1 0,1-1 0,0 0 0,-1 1 0,1-1 0,0 1 0,-1-1 0,1 1 0,0-1 0,-1 1 0,1 0 0,-1-1 0,1 1 0,-1 0 0,0-1 0,1 1 0,-1 0 0,1 1 0,2 6 0,0 1 0,-1 0 0,3 16 0,-4-18 0,2 10 0,0 4 0,1 0 0,1 1 0,1-2 0,15 35 0,-20-51 0,1 0 0,0 0 0,0-1 0,0 1 0,1-1 0,-1 1 0,1-1 0,0 0 0,0 0 0,0 0 0,0 0 0,1-1 0,-1 1 0,1-1 0,-1 0 0,1 0 0,0 0 0,0-1 0,0 1 0,0-1 0,0 0 0,0 0 0,0 0 0,0-1 0,1 1 0,-1-1 0,0 0 0,0 0 0,0-1 0,9-1 0,-4 0 0,1-2 0,-1 1 0,0-1 0,0-1 0,0 1 0,-1-2 0,0 1 0,0-1 0,0 0 0,0-1 0,-1 1 0,0-2 0,-1 1 0,1-1 0,-2 0 0,1 0 0,-1-1 0,7-15 0,-4 9 0,-2 0 0,0-1 0,-1 0 0,0-1 0,-2 1 0,0 0 0,0-1 0,-2 0 0,0 0 0,-2-22 0,0 27 0,-1 0 0,0 1 0,-1-1 0,-8-20 0,9 27 0,-1 0 0,1 0 0,-1 0 0,0 0 0,0 1 0,0-1 0,-1 1 0,0 0 0,1 0 0,-1 0 0,-1 1 0,-6-5 0,10 7 0,1 0 0,-1 0 0,0 1 0,0-1 0,0 1 0,0-1 0,0 1 0,-1 0 0,1-1 0,0 1 0,0 0 0,0-1 0,0 1 0,0 0 0,0 0 0,0 0 0,-1 0 0,1 0 0,0 1 0,0-1 0,0 0 0,0 0 0,-2 1 0,2 0 0,0 0 0,0 0 0,1 0 0,-1 0 0,0 0 0,1 0 0,-1 0 0,0 0 0,1 0 0,0 0 0,-1 1 0,1-1 0,0 0 0,-1 0 0,1 0 0,0 0 0,0 1 0,0 0 0,0 4 0,0 1 0,1-1 0,-1 0 0,2 0 0,-1 0 0,0 0 0,4 8 0,0-3 0,1-1 0,1 1 0,0-1 0,0 0 0,17 17 0,50 39 0,-55-51 0,0 1 0,-1 1 0,-1 0 0,17 23 0,-31-36 0,-1-1 0,0 1 0,0-1 0,0 1 0,0 0 0,0 0 0,-1 0 0,1 0 0,-1 0 0,0 0 0,-1 0 0,1 0 0,-1 0 0,0 0 0,0 1 0,0-1 0,0 0 0,-2 8 0,0-8 0,1 0 0,-1 0 0,-1 0 0,1 0 0,0 0 0,-1 0 0,0-1 0,0 1 0,0-1 0,0 0 0,0 0 0,-1 0 0,1 0 0,-1-1 0,0 0 0,0 1 0,-6 1 0,0 1-341,-1-2 0,1 1-1,-18 2 1,2-2-6485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8.831"/>
    </inkml:context>
    <inkml:brush xml:id="br0">
      <inkml:brushProperty name="width" value="0.05" units="cm"/>
      <inkml:brushProperty name="height" value="0.05" units="cm"/>
    </inkml:brush>
  </inkml:definitions>
  <inkml:trace contextRef="#ctx0" brushRef="#br0">1 82 24575,'17'-18'0,"26"-24"0,-41 39 0,1 1 0,0 0 0,0 0 0,0 0 0,0 0 0,0 1 0,0-1 0,1 1 0,-1 0 0,0 0 0,1 0 0,-1 0 0,6 0 0,-6 2 0,0-1 0,0 1 0,0 0 0,0 0 0,0 0 0,0 0 0,-1 1 0,1-1 0,0 1 0,-1 0 0,1-1 0,-1 1 0,1 0 0,-1 1 0,0-1 0,0 0 0,0 1 0,0-1 0,0 1 0,-1-1 0,3 5 0,4 8 0,-1 0 0,8 26 0,-14-38 0,28 84-682,34 175-1,-58-225-6143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8.985"/>
    </inkml:context>
    <inkml:brush xml:id="br0">
      <inkml:brushProperty name="width" value="0.05" units="cm"/>
      <inkml:brushProperty name="height" value="0.05" units="cm"/>
    </inkml:brush>
  </inkml:definitions>
  <inkml:trace contextRef="#ctx0" brushRef="#br0">0 171 24575,'0'-6'0,"3"-8"0,5-6 0,0-4 0,5-3 0,4 4 0,2 3 0,4 5 0,4 4 0,5 5 0,2 3 0,-2 2 0,-5 1-8191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3:59.263"/>
    </inkml:context>
    <inkml:brush xml:id="br0">
      <inkml:brushProperty name="width" value="0.05" units="cm"/>
      <inkml:brushProperty name="height" value="0.05" units="cm"/>
    </inkml:brush>
  </inkml:definitions>
  <inkml:trace contextRef="#ctx0" brushRef="#br0">41 28 24575,'0'-2'0,"0"1"0,0 0 0,0 0 0,0 0 0,0-1 0,0 1 0,-1 0 0,1 0 0,0 0 0,-1 0 0,1 0 0,0-1 0,-1 1 0,0 0 0,1 0 0,-1 0 0,1 0 0,-1 0 0,0 0 0,0 1 0,0-1 0,0 0 0,-1-1 0,1 2 0,1 0 0,-1 0 0,1-1 0,0 1 0,-1 0 0,1 0 0,0 0 0,-1 0 0,1 0 0,-1 1 0,1-1 0,0 0 0,-1 0 0,1 0 0,0 0 0,-1 0 0,1 0 0,0 1 0,-1-1 0,1 0 0,0 0 0,-1 1 0,1-1 0,0 0 0,-1 0 0,1 1 0,-8 17 0,3 22 0,1 1 0,2 0 0,4 41 0,-1-15 0,0 419-1365,-1-430-5461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0.853"/>
    </inkml:context>
    <inkml:brush xml:id="br0">
      <inkml:brushProperty name="width" value="0.05" units="cm"/>
      <inkml:brushProperty name="height" value="0.05" units="cm"/>
    </inkml:brush>
  </inkml:definitions>
  <inkml:trace contextRef="#ctx0" brushRef="#br0">110 189 24575,'2'-6'0,"0"0"0,0 1 0,0-1 0,0 1 0,1-1 0,0 1 0,5-6 0,-2 1 0,2-3 0,1 1 0,12-13 0,-14 16 0,1 0 0,-1 0 0,-1 0 0,10-19 0,-16 28 0,1 0 0,-1 0 0,0 0 0,0 0 0,0 0 0,0 0 0,0-1 0,0 1 0,0 0 0,0 0 0,0 0 0,0 0 0,0 0 0,0 0 0,0 0 0,0 0 0,0 0 0,0 0 0,0-1 0,0 1 0,0 0 0,0 0 0,0 0 0,0 0 0,0 0 0,0 0 0,0 0 0,0 0 0,0 0 0,0-1 0,0 1 0,0 0 0,0 0 0,0 0 0,0 0 0,0 0 0,0 0 0,-1 0 0,1 0 0,0 0 0,0 0 0,0 0 0,0 0 0,0 0 0,0 0 0,0 0 0,0 0 0,0-1 0,0 1 0,-1 0 0,1 0 0,0 0 0,0 0 0,0 0 0,0 0 0,0 0 0,0 0 0,-9 3 0,-8 6 0,17-9 0,-20 12 0,1 1 0,0 1 0,1 1 0,-32 32 0,42-39 0,1 1 0,1-1 0,-1 1 0,1 1 0,1-1 0,0 1 0,0 0 0,1 0 0,1 0 0,-1 1 0,1-1 0,-2 21 0,5-27 0,-1-1 0,1 0 0,0 0 0,0 0 0,1 1 0,-1-1 0,1 0 0,-1 0 0,1 0 0,0 0 0,0 0 0,1 0 0,-1 0 0,1 0 0,-1 0 0,1-1 0,0 1 0,3 3 0,-1-3 0,-1 0 0,0-1 0,1 1 0,0-1 0,-1 0 0,1 0 0,0 0 0,0-1 0,0 1 0,1-1 0,-1 0 0,6 0 0,0 0 0,0 0 0,0-1 0,0 0 0,1-1 0,-1 0 0,-1-1 0,1 0 0,0 0 0,0-1 0,-1 0 0,13-6 0,-12 2 0,1 1 0,-1-1 0,0-1 0,-1 0 0,0 0 0,0-1 0,-1 0 0,0-1 0,0 1 0,6-12 0,3-9 0,-2-1 0,16-42 0,-24 57 0,-7 16 0,0 1 0,0-1 0,0 0 0,0 0 0,0 0 0,0 0 0,0 0 0,0 0 0,0 0 0,0 0 0,0 0 0,0 0 0,0 0 0,0 0 0,0 0 0,0 0 0,0 0 0,0 0 0,0 0 0,0 0 0,1 0 0,-1 0 0,0 0 0,0 0 0,0 0 0,0 0 0,0 0 0,0 0 0,0 0 0,0 0 0,0 0 0,0 0 0,0 0 0,0 0 0,0 0 0,0 0 0,-5 26 0,0-5 0,4-10 0,0 1 0,1 0 0,0 0 0,0-1 0,1 1 0,1 0 0,0-1 0,6 18 0,-6-24 0,0 1 0,0 0 0,1 0 0,0-1 0,0 1 0,0-1 0,1 0 0,0 0 0,0 0 0,0-1 0,0 1 0,1-1 0,0 0 0,0-1 0,0 1 0,0-1 0,11 6 0,-14-9 0,0 1 0,0-1 0,0 1 0,0-1 0,0 1 0,0-1 0,1 0 0,-1 0 0,0 0 0,0 0 0,0-1 0,0 1 0,1-1 0,-1 1 0,0-1 0,0 0 0,0 1 0,0-1 0,0 0 0,0 0 0,-1-1 0,1 1 0,0 0 0,0-1 0,1-1 0,1-1 0,0-1 0,0 1 0,-1 0 0,0-1 0,0 0 0,0 0 0,0 0 0,2-8 0,-4 10 0,0 1 0,0 0 0,1 0 0,-1 0 0,0 0 0,1 0 0,-1 0 0,1 0 0,0 0 0,0 0 0,0 1 0,0-1 0,0 1 0,0-1 0,0 1 0,0 0 0,0 0 0,1 0 0,-1 0 0,0 0 0,1 1 0,3-1 0,7-1 0,-1 0 0,1 2 0,18 0 0,10 0 0,-24-3 0,0 0 0,0-1 0,0-1 0,0 0 0,-1-1 0,0-1 0,0-1 0,22-14 0,-34 19 0,0 0 0,-1 0 0,0 0 0,1 0 0,-1 0 0,0 0 0,0-1 0,-1 1 0,1-1 0,-1 0 0,0 0 0,0 0 0,0 0 0,0 0 0,-1-1 0,0 1 0,0 0 0,0-1 0,1-6 0,-2 7 0,0 1 0,0 0 0,0 0 0,-1-1 0,1 1 0,-1 0 0,0-1 0,0 1 0,0 0 0,0 0 0,0 0 0,-1 0 0,1 0 0,-1 0 0,0 1 0,0-1 0,0 0 0,0 1 0,-1-1 0,1 1 0,-1 0 0,1 0 0,-1 0 0,0 0 0,1 0 0,-7-2 0,1 1 0,-1-1 0,0 2 0,0-1 0,-1 1 0,1 1 0,0-1 0,0 2 0,-18-1 0,23 1 0,0 1 0,0-1 0,0 1 0,0 0 0,0 0 0,0 0 0,0 0 0,1 0 0,-1 1 0,0 0 0,1 0 0,-1 0 0,1 0 0,-1 1 0,1-1 0,0 1 0,0 0 0,0 0 0,1 0 0,-1 0 0,1 0 0,-3 4 0,3-1 0,0 0 0,0 0 0,0 0 0,1 0 0,-1 0 0,2 1 0,-1-1 0,1 0 0,0 1 0,0-1 0,0 0 0,1 0 0,0 1 0,0-1 0,1 0 0,0 0 0,0 0 0,0 0 0,1-1 0,0 1 0,0 0 0,0-1 0,1 0 0,0 0 0,4 5 0,-4-5 0,0-1 0,0 1 0,1-1 0,-1 1 0,1-2 0,0 1 0,1 0 0,-1-1 0,0 0 0,1 0 0,0-1 0,0 1 0,0-1 0,0 0 0,0-1 0,0 0 0,0 0 0,0 0 0,0-1 0,1 1 0,-1-1 0,0-1 0,0 0 0,1 1 0,6-3 0,-10 1 0,-1 1 0,1 1 0,0-1 0,0 0 0,-1 1 0,1-1 0,0 1 0,0 0 0,0 0 0,0 0 0,-1 0 0,1 0 0,0 1 0,0-1 0,0 1 0,-1 0 0,4 1 0,-3 0 0,0 0 0,-1 1 0,1-1 0,-1 1 0,1-1 0,-1 1 0,0 0 0,0-1 0,0 1 0,-1 0 0,1 1 0,-1-1 0,0 0 0,2 4 0,10 36 0,-2-1 0,-2 2 0,-2-1 0,-2 1 0,0 70 0,-5-109 0,0 9 0,0 0 0,-1 0 0,0 0 0,-5 20 0,5-31 0,0 1 0,0-1 0,0-1 0,0 1 0,0 0 0,-1 0 0,0 0 0,1-1 0,-1 1 0,0-1 0,0 1 0,0-1 0,-1 0 0,1 0 0,0 0 0,-1 0 0,0 0 0,1 0 0,-1-1 0,0 1 0,0-1 0,0 0 0,0 0 0,0 0 0,-5 1 0,2-1 0,0-1 0,0 1 0,0-1 0,0 0 0,0 0 0,0-1 0,0 0 0,0 0 0,1-1 0,-1 1 0,0-1 0,0 0 0,1-1 0,0 1 0,-1-1 0,1 0 0,0-1 0,0 1 0,1-1 0,-1 0 0,1 0 0,0 0 0,0-1 0,0 0 0,0 1 0,1-1 0,-4-8 0,0 0 0,1 0 0,0 0 0,1 0 0,1-1 0,0 0 0,1 0 0,0 0 0,1-1 0,1 1 0,0-21 0,3 14 38,0 0 0,1 1 0,1-1 0,1 0 0,0 1 0,2 0 0,0 1 0,18-32 0,-18 37-181,2 0 1,0 1 0,0 0 0,2 1-1,-1 0 1,1 0 0,1 1 0,0 0 0,1 1-1,0 1 1,27-15 0,-6 9-6684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1.583"/>
    </inkml:context>
    <inkml:brush xml:id="br0">
      <inkml:brushProperty name="width" value="0.05" units="cm"/>
      <inkml:brushProperty name="height" value="0.05" units="cm"/>
    </inkml:brush>
  </inkml:definitions>
  <inkml:trace contextRef="#ctx0" brushRef="#br0">56 179 24575,'-2'0'0,"-1"0"0,1 0 0,0 1 0,0-1 0,0 0 0,-1 1 0,1 0 0,0-1 0,0 1 0,0 0 0,0 0 0,0 0 0,0 0 0,-2 2 0,4-2 0,0-1 0,0 1 0,0-1 0,0 1 0,0-1 0,0 1 0,0-1 0,1 1 0,-1-1 0,0 1 0,0-1 0,0 0 0,1 1 0,-1-1 0,0 1 0,1-1 0,-1 0 0,0 1 0,1-1 0,-1 0 0,0 1 0,1-1 0,-1 0 0,1 1 0,-1-1 0,1 0 0,-1 0 0,0 0 0,1 0 0,-1 1 0,1-1 0,-1 0 0,1 0 0,0 0 0,19 7 0,-11-5 0,0 0 0,1-1 0,-1 0 0,1-1 0,-1 0 0,1 0 0,-1-1 0,0 0 0,1-1 0,14-4 0,-21 5 0,0 0 0,0 0 0,0 0 0,0-1 0,-1 1 0,1-1 0,0 0 0,-1 0 0,1 0 0,-1 0 0,1 0 0,-1 0 0,0-1 0,0 1 0,0-1 0,0 1 0,-1-1 0,1 0 0,-1 0 0,0 0 0,1 0 0,-1 0 0,-1 0 0,1 0 0,0 0 0,-1 0 0,1 0 0,-1-1 0,0 1 0,0 0 0,0 0 0,-1 0 0,1-1 0,-2-3 0,0 1 0,0 0 0,-1 0 0,1 0 0,-1 0 0,-1 0 0,1 1 0,-1-1 0,0 1 0,0 0 0,-1 0 0,1 1 0,-9-7 0,9 7 0,-1 0 0,1 1 0,-1 0 0,0-1 0,0 2 0,0-1 0,-1 0 0,1 1 0,-1 0 0,1 1 0,-1-1 0,0 1 0,0 0 0,-6 0 0,9 1 0,0 0 0,0 1 0,0-1 0,1 1 0,-1 0 0,0 0 0,1 0 0,-1 0 0,0 0 0,1 0 0,-1 1 0,1 0 0,0-1 0,0 1 0,-1 0 0,-2 4 0,1-2 0,1 1 0,0-1 0,0 1 0,1 0 0,-1 0 0,1 0 0,0 1 0,-1 5 0,-1 4 0,1 1 0,1 0 0,0 0 0,2 0 0,0 17 0,1-18 0,1 1 0,0-1 0,1 0 0,0-1 0,2 1 0,0-1 0,0 1 0,1-1 0,16 26 0,-17-33 0,0 1 0,1-1 0,1 0 0,-1 0 0,1 0 0,0-1 0,0 0 0,1-1 0,0 1 0,0-1 0,0-1 0,0 0 0,1 0 0,0-1 0,-1 1 0,1-2 0,12 3 0,-8-3 0,-1-1 0,0 1 0,1-2 0,-1 0 0,0-1 0,1 0 0,-1 0 0,0-1 0,19-6 0,-25 5 0,0 1 0,0-1 0,-1 0 0,1 0 0,-1 0 0,0-1 0,0 1 0,0-2 0,0 1 0,-1 0 0,0-1 0,0 0 0,0 0 0,0 0 0,-1 0 0,0 0 0,0-1 0,0 0 0,-1 0 0,3-10 0,-2 2 0,0 0 0,-1 0 0,-1 0 0,0 0 0,-1-1 0,-1 1 0,-3-24 0,-2 6 0,-2 1 0,-14-40 0,13 54 0,5 12 0,4 11 0,9 28 0,2 1 0,15 32 0,10 28 0,-36-94 0,0-1 0,0 1 0,0 0 0,1 0 0,-1-1 0,0 1 0,1 0 0,-1 0 0,0-1 0,1 1 0,-1 0 0,1-1 0,-1 1 0,1-1 0,-1 1 0,1-1 0,0 1 0,1 0 0,-2-1 0,1 0 0,-1 0 0,0 0 0,1 0 0,-1 0 0,1 0 0,-1 0 0,1 0 0,-1 0 0,1 0 0,-1 0 0,1-1 0,-1 1 0,0 0 0,1 0 0,-1-1 0,1 1 0,-1 0 0,0 0 0,1-1 0,-1 1 0,0 0 0,1-1 0,19-32 0,-13 22 0,7-13 0,-8 13 0,0 1 0,0 0 0,0 0 0,2 1 0,-1 0 0,1 0 0,0 1 0,11-8 0,-18 15 0,0 0 0,0 0 0,1 0 0,-1 0 0,0 0 0,1 1 0,-1-1 0,1 1 0,-1-1 0,1 1 0,-1-1 0,1 1 0,-1 0 0,1 0 0,-1-1 0,1 1 0,-1 0 0,1 1 0,-1-1 0,1 0 0,0 0 0,-1 1 0,1-1 0,-1 1 0,0-1 0,1 1 0,-1 0 0,1-1 0,-1 1 0,0 0 0,0 0 0,1 0 0,-1 0 0,0 0 0,0 0 0,0 0 0,0 1 0,0-1 0,0 0 0,0 0 0,-1 1 0,1-1 0,0 1 0,0 1 0,3 8 0,0 1 0,-1-1 0,0 1 0,2 19 0,-3-20 0,2 10 66,-2-1 61,10 30-1,-11-45-266,1 0 0,-1-1-1,1 1 1,1-1-1,-1 1 1,0-1 0,1 0-1,0 0 1,0 0 0,0 0-1,7 5 1,2 0-6686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2.221"/>
    </inkml:context>
    <inkml:brush xml:id="br0">
      <inkml:brushProperty name="width" value="0.05" units="cm"/>
      <inkml:brushProperty name="height" value="0.05" units="cm"/>
    </inkml:brush>
  </inkml:definitions>
  <inkml:trace contextRef="#ctx0" brushRef="#br0">126 137 24575,'0'-14'0,"-2"-51"0,1 61 0,1 1 0,-1-1 0,1 1 0,-1-1 0,0 1 0,-1-1 0,1 1 0,0 0 0,-1-1 0,0 1 0,0 0 0,0 0 0,0 0 0,-3-3 0,4 6 0,0-1 0,0 1 0,0-1 0,0 1 0,0-1 0,0 1 0,0-1 0,0 1 0,-1 0 0,1 0 0,0 0 0,0 0 0,0 0 0,0 0 0,0 0 0,0 0 0,0 0 0,-1 0 0,1 0 0,0 1 0,0-1 0,0 0 0,0 1 0,0-1 0,0 1 0,0-1 0,0 1 0,0 0 0,0-1 0,1 1 0,-1 0 0,0 0 0,0 0 0,0 1 0,-3 2 0,0 0 0,0 0 0,1 1 0,0 0 0,-4 7 0,0 4 0,0 0 0,2 0 0,0 1 0,0-1 0,2 1 0,-3 22 0,5-30 0,1 0 0,0 0 0,0 1 0,1-1 0,0 0 0,0 0 0,1 0 0,1 0 0,-1 0 0,1-1 0,1 1 0,0-1 0,6 11 0,-7-15 0,1 0 0,-1 0 0,1 0 0,0-1 0,0 1 0,1-1 0,-1 0 0,1-1 0,-1 1 0,1-1 0,0 0 0,0 0 0,0 0 0,0 0 0,1-1 0,-1 0 0,0 0 0,0-1 0,1 0 0,-1 1 0,7-2 0,4 0 0,0-1 0,0 0 0,-1-1 0,1-1 0,28-11 0,-24 7 0,0-1 0,36-24 0,-49 29 0,0-1 0,0 0 0,-1 0 0,0-1 0,0 0 0,0 0 0,-1-1 0,0 1 0,0-1 0,7-13 0,-8 9 0,-3 8 0,-1 1 0,1-1 0,0 0 0,1 1 0,-1-1 0,0 1 0,1-1 0,2-2 0,-4 5 0,0 0 0,1-1 0,-1 1 0,1 0 0,-1 0 0,0 0 0,1-1 0,-1 1 0,0 0 0,1 0 0,-1 0 0,1 0 0,-1 0 0,1 0 0,-1 0 0,0 0 0,1 0 0,-1 0 0,1 0 0,-1 0 0,1 0 0,-1 0 0,1 0 0,13 13 0,-7-3 0,-1 2 0,0-1 0,-1 1 0,-1-1 0,0 1 0,0 1 0,2 18 0,-1-9 0,-3-13 0,44 194 0,-38-156 0,-2-1 0,-1 67 0,-4-110 0,-1 0 0,-1 0 0,1 0 0,0 1 0,-1-1 0,0 0 0,1 0 0,-1 0 0,0 0 0,-1 0 0,1 0 0,-1 0 0,1-1 0,-1 1 0,-2 3 0,2-5 0,0 1 0,1-1 0,-1 0 0,0 0 0,0 0 0,0 0 0,0 0 0,0 0 0,-1-1 0,1 1 0,0 0 0,0-1 0,0 0 0,0 0 0,-1 1 0,1-1 0,0 0 0,0-1 0,-1 1 0,1 0 0,0-1 0,-3 0 0,-4-2 0,1 0 0,0-1 0,0 1 0,0-2 0,1 1 0,-1-1 0,1 0 0,0 0 0,0-1 0,1 0 0,0 0 0,0-1 0,0 0 0,1 0 0,0 0 0,0 0 0,-4-10 0,2 3 0,1 0 0,0-1 0,0 1 0,2-1 0,0-1 0,0 1 0,2-1 0,-2-27 0,4 30 29,1-1-1,0 1 1,1 0-1,0 0 0,1 0 1,1 0-1,0 0 1,1 1-1,0 0 1,1 0-1,9-15 1,-10 19-130,0 0 1,1 1-1,0 0 1,1 0 0,0 0-1,0 0 1,0 1-1,1 1 1,-1-1 0,1 1-1,1 0 1,-1 1 0,1 0-1,0 1 1,0-1-1,13-2 1,6 2-6726</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3.199"/>
    </inkml:context>
    <inkml:brush xml:id="br0">
      <inkml:brushProperty name="width" value="0.05" units="cm"/>
      <inkml:brushProperty name="height" value="0.05" units="cm"/>
    </inkml:brush>
  </inkml:definitions>
  <inkml:trace contextRef="#ctx0" brushRef="#br0">240 518 24575,'7'-8'0,"-1"0"0,0 0 0,0-1 0,-1 0 0,0 0 0,-1 0 0,0 0 0,5-17 0,-8 22 0,-1 0 0,1 0 0,-1 0 0,0 0 0,0 0 0,-1 0 0,1 0 0,-1 0 0,0-1 0,0 1 0,0 1 0,0-1 0,-1 0 0,0 0 0,1 0 0,-1 1 0,-1-1 0,1 1 0,0 0 0,-1 0 0,0 0 0,0 0 0,0 0 0,0 0 0,0 1 0,0-1 0,-1 1 0,1 0 0,-6-2 0,4 1 0,0 1 0,0-1 0,0 1 0,0 1 0,-1-1 0,1 1 0,0 0 0,-1 0 0,1 0 0,-1 1 0,0 0 0,1 0 0,-1 0 0,1 1 0,-1 0 0,1 0 0,-1 0 0,1 1 0,0 0 0,0 0 0,-7 3 0,3 2 0,0 0 0,0 0 0,1 1 0,0 0 0,0 1 0,1 0 0,1 0 0,-1 0 0,-9 19 0,12-19 0,0-1 0,1 1 0,-1-1 0,2 1 0,-1 0 0,1 0 0,1 1 0,-1-1 0,2 0 0,-1 0 0,1 1 0,2 12 0,-2-20 0,0 1 0,1-1 0,-1 1 0,1 0 0,0-1 0,0 1 0,0-1 0,0 1 0,0-1 0,0 0 0,1 1 0,-1-1 0,1 0 0,0 0 0,0 0 0,-1 0 0,1 0 0,0-1 0,0 1 0,1 0 0,-1-1 0,0 0 0,1 1 0,-1-1 0,0 0 0,1 0 0,0 0 0,-1-1 0,1 1 0,3 0 0,-1-1 0,0 0 0,0-1 0,1 1 0,-1-1 0,0 0 0,0-1 0,0 1 0,0-1 0,0 0 0,0 0 0,-1 0 0,1-1 0,0 0 0,5-5 0,1-1 0,-1-1 0,0 0 0,-1-1 0,0 0 0,-1 0 0,0-1 0,-1 0 0,0-1 0,-1 0 0,10-26 0,-6 8 0,-2-1 0,0-1 0,4-52 0,-8 49 0,-1-1 0,-2 0 0,-1 0 0,-7-45 0,1 68 0,1 23 0,0 26 0,1 188 0,6-183 0,2 0 0,1 0 0,17 61 0,-19-94 0,-1 0 0,1 0 0,0 0 0,0-1 0,1 1 0,0-1 0,0 0 0,0-1 0,7 7 0,-10-10 0,0-1 0,1 0 0,-1 0 0,1 1 0,-1-1 0,1 0 0,-1 0 0,1 0 0,0-1 0,0 1 0,-1 0 0,1-1 0,0 1 0,0-1 0,0 1 0,0-1 0,-1 0 0,1 0 0,0 0 0,0 0 0,0 0 0,0 0 0,0-1 0,0 1 0,0-1 0,-1 1 0,1-1 0,0 1 0,0-1 0,-1 0 0,1 0 0,0 0 0,-1 0 0,1 0 0,-1-1 0,1 1 0,-1 0 0,3-3 0,3-5 0,-1 1 0,0-1 0,0 0 0,-1-1 0,0 1 0,0-1 0,-1 0 0,0 0 0,-1 0 0,2-12 0,3-19 0,3-50 0,-10 82 0,4-33 0,-3-76 0,-6 103 0,-1 22 0,-2 27 0,1 249 0,7-206 0,-1-67 0,-1-7 0,1 0 0,0 0 0,0 0 0,0 0 0,0 0 0,0 0 0,1 0 0,-1 0 0,1 0 0,0 0 0,0 0 0,0 0 0,0 0 0,2 3 0,-2-6 0,-1 0 0,1 0 0,-1 1 0,1-1 0,-1 0 0,1 0 0,-1 0 0,1 0 0,-1 0 0,1 0 0,0 0 0,-1 0 0,1-1 0,-1 1 0,1 0 0,-1 0 0,1 0 0,-1 0 0,0-1 0,1 1 0,-1 0 0,1-1 0,-1 1 0,1 0 0,-1-1 0,0 1 0,1 0 0,-1-1 0,0 1 0,1-1 0,-1 1 0,0 0 0,1-2 0,11-16 0,-12 17 0,26-53 0,-22 42 0,1 1 0,0-1 0,0 1 0,2 1 0,-1-1 0,1 1 0,1 0 0,14-15 0,-21 24 0,1 0 0,-1 0 0,1 0 0,-1 0 0,1 0 0,0 1 0,0-1 0,-1 0 0,1 1 0,0-1 0,0 1 0,0-1 0,-1 1 0,1 0 0,0 0 0,0 0 0,0 0 0,0 0 0,0 1 0,2-1 0,-1 2 0,1-1 0,0 1 0,-1-1 0,1 1 0,-1 0 0,0 0 0,0 0 0,0 1 0,4 3 0,1 2 0,0 1 0,-1 0 0,0 1 0,0-1 0,8 18 0,-14-26 0,-1 0 0,1 0 0,0 0 0,-1 1 0,0-1 0,1 0 0,-1 1 0,0-1 0,1 0 0,-1 1 0,0-1 0,0 1 0,0-1 0,0 0 0,0 1 0,-1-1 0,1 2 0,-1-2 0,1 0 0,-1 0 0,1-1 0,-1 1 0,1 0 0,-1 0 0,0-1 0,1 1 0,-1 0 0,0-1 0,0 1 0,0-1 0,1 1 0,-1-1 0,0 1 0,0-1 0,0 1 0,-1-1 0,-5 2 0,1-1 0,-1-1 0,0 1 0,1-1 0,-13-1 0,-84-10-1365,48 3-5461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6.562"/>
    </inkml:context>
    <inkml:brush xml:id="br0">
      <inkml:brushProperty name="width" value="0.05" units="cm"/>
      <inkml:brushProperty name="height" value="0.05" units="cm"/>
    </inkml:brush>
  </inkml:definitions>
  <inkml:trace contextRef="#ctx0" brushRef="#br0">46 83 24575,'-1'-9'0,"1"-1"0,1 0 0,0 1 0,0-1 0,1 1 0,4-16 0,-23 60 0,-19 40 0,35-75 0,1 1 0,0 0 0,0-1 0,-1 1 0,1-1 0,0 1 0,0-1 0,0 1 0,0 0 0,0-1 0,0 1 0,0-1 0,0 1 0,0 0 0,0-1 0,0 1 0,0-1 0,1 1 0,-1 0 0,0-1 0,0 1 0,1-1 0,-1 1 0,0-1 0,1 1 0,-1-1 0,0 1 0,1-1 0,-1 1 0,1-1 0,-1 0 0,1 1 0,-1-1 0,1 0 0,-1 1 0,1-1 0,-1 0 0,1 1 0,-1-1 0,1 0 0,-1 0 0,1 0 0,0 0 0,-1 0 0,1 0 0,-1 0 0,1 0 0,0 0 0,-1 0 0,1 0 0,-1 0 0,1 0 0,1 0 0,40-8 0,-33 6 0,9-2 0,0 1 0,0 1 0,0 0 0,0 1 0,1 1 0,-1 1 0,22 4 0,-33-4 0,-1 0 0,0 1 0,0 0 0,0 0 0,0 0 0,-1 1 0,1 0 0,-1 0 0,1 1 0,-1-1 0,0 1 0,0 0 0,-1 0 0,1 1 0,-1 0 0,0-1 0,0 1 0,-1 1 0,1-1 0,-1 0 0,0 1 0,-1 0 0,1 0 0,2 9 0,-4-12-80,0 1 0,-1-1-1,1 0 1,0 1 0,-1-1-1,0 1 1,0-1 0,0 0-1,0 1 1,-1-1 0,1 1 0,-1-1-1,0 0 1,0 1 0,0-1-1,-2 4 1,-5 6-6746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6.730"/>
    </inkml:context>
    <inkml:brush xml:id="br0">
      <inkml:brushProperty name="width" value="0.05" units="cm"/>
      <inkml:brushProperty name="height" value="0.05" units="cm"/>
    </inkml:brush>
  </inkml:definitions>
  <inkml:trace contextRef="#ctx0" brushRef="#br0">1 128 24575,'6'-3'0,"5"-7"0,8-6 0,6-2 0,5-2 0,4 3 0,-1 0 0,1 5 0,-3 3 0,-1 3 0,-1 6 0,-3 7 0,-3 1 0,-6-1-8191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06.932"/>
    </inkml:context>
    <inkml:brush xml:id="br0">
      <inkml:brushProperty name="width" value="0.05" units="cm"/>
      <inkml:brushProperty name="height" value="0.05" units="cm"/>
    </inkml:brush>
  </inkml:definitions>
  <inkml:trace contextRef="#ctx0" brushRef="#br0">18 0 24575,'6'0'0,"5"4"0,4 6 0,6 8 0,2 11 0,1 13 0,-4 11 0,-3 10 0,-3 7 0,-5 3 0,-6 2 0,-8-2 0,-9-7 0,-11-9 0,-11-11 0,-15-10 0,1-11-8191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17.033"/>
    </inkml:context>
    <inkml:brush xml:id="br0">
      <inkml:brushProperty name="width" value="0.05" units="cm"/>
      <inkml:brushProperty name="height" value="0.05" units="cm"/>
    </inkml:brush>
  </inkml:definitions>
  <inkml:trace contextRef="#ctx0" brushRef="#br0">193 367 24575,'1'-3'0,"1"0"0,-1 0 0,0 0 0,1 1 0,-1-1 0,1 0 0,0 1 0,0-1 0,3-2 0,5-8 0,-8 10 0,0-1 0,0 0 0,0 0 0,0 0 0,0 0 0,-1 0 0,1 0 0,-1-1 0,-1 1 0,2-7 0,-2 9 0,-1-1 0,1 1 0,-1-1 0,1 1 0,-1-1 0,0 1 0,0-1 0,0 1 0,-1-1 0,1 1 0,0 0 0,-1 0 0,1 0 0,-1 0 0,0 0 0,0 0 0,0 0 0,-3-2 0,2 2 0,1-1 0,-1 2 0,1-1 0,-1 0 0,0 0 0,0 1 0,1 0 0,-1-1 0,0 1 0,0 0 0,0 1 0,0-1 0,-1 0 0,1 1 0,0 0 0,0 0 0,0 0 0,0 0 0,-4 0 0,2 2 0,1-1 0,-1 1 0,1 0 0,0 0 0,0 0 0,0 0 0,0 1 0,0-1 0,1 1 0,-1 0 0,-5 7 0,-2 3 0,0 1 0,1 1 0,1 0 0,0 0 0,-12 30 0,16-31 0,0 0 0,1 1 0,0 0 0,1-1 0,1 1 0,0 0 0,1 0 0,1 1 0,0-1 0,1 0 0,1 0 0,5 24 0,-5-30 0,1 0 0,0-1 0,1 1 0,-1-1 0,1 0 0,1 0 0,0-1 0,0 1 0,0-1 0,1 0 0,0 0 0,0-1 0,1 0 0,0 0 0,0 0 0,0-1 0,1 0 0,0 0 0,0-1 0,0 0 0,0-1 0,13 4 0,-10-4 0,1 0 0,-1-1 0,1 0 0,0-1 0,-1 0 0,1-1 0,0 0 0,0-1 0,-1 0 0,1-1 0,0 0 0,-1-1 0,0-1 0,17-6 0,-19 5 0,-1 0 0,1 0 0,-1-1 0,0 0 0,0 0 0,0-1 0,-1 0 0,0 0 0,0-1 0,-1 0 0,0 0 0,-1 0 0,0-1 0,0 0 0,0 0 0,-1 0 0,3-12 0,-1-2 0,-1-1 0,-1 1 0,0-1 0,-2 0 0,-1 1 0,-1-1 0,-5-32 0,-35-166 0,35 199 0,0 3 0,3 8 0,0 0 0,-1 0 0,-1 1 0,0 0 0,-7-14 0,5 20 0,5 14 0,5 17 0,21 82 0,58 292 0,-73-295 0,-8-70 0,3-16 0,-5-18 0,1-1 0,-1 0 0,0 0 0,0 0 0,0 1 0,0-1 0,1 0 0,-1 0 0,0 0 0,0 0 0,1 1 0,-1-1 0,0 0 0,0 0 0,1 0 0,-1 0 0,0 0 0,0 0 0,1 0 0,-1 0 0,0 0 0,0 0 0,1 0 0,-1 0 0,0 0 0,0 0 0,1 0 0,-1 0 0,0 0 0,1 0 0,-1 0 0,0 0 0,0 0 0,1-1 0,2-1 0,0-1 0,0 1 0,0-1 0,-1 0 0,1 0 0,3-6 0,31-52 0,-31 48 0,1 0 0,1 0 0,0 1 0,0 0 0,1 1 0,17-16 0,-25 25 0,1 1 0,0 0 0,0-1 0,0 1 0,0 0 0,0 0 0,0 0 0,0 0 0,0 0 0,0 0 0,0 1 0,1-1 0,-1 1 0,0-1 0,0 1 0,1 0 0,-1 0 0,0 0 0,5 1 0,-4 0 0,0 0 0,0 0 0,0 0 0,0 1 0,0 0 0,0-1 0,-1 1 0,1 0 0,-1 0 0,1 1 0,-1-1 0,3 4 0,5 8 0,0 0 0,-1 1 0,-1 0 0,8 21 0,-12-26 0,4 7 122,20 51-1609,-24-51-5339</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18.120"/>
    </inkml:context>
    <inkml:brush xml:id="br0">
      <inkml:brushProperty name="width" value="0.05" units="cm"/>
      <inkml:brushProperty name="height" value="0.05" units="cm"/>
    </inkml:brush>
  </inkml:definitions>
  <inkml:trace contextRef="#ctx0" brushRef="#br0">75 375 24575,'-19'-11'0,"9"7"0,14 3 0,1 0 0,-1 0 0,0 0 0,1 1 0,6-1 0,1 1 0,-1 0 0,0-2 0,1 1 0,-1-1 0,0-1 0,0 0 0,0 0 0,18-9 0,-26 10 0,0 1 0,0-1 0,-1 0 0,1 0 0,0 0 0,-1 0 0,1 0 0,-1-1 0,0 1 0,0-1 0,0 1 0,0-1 0,0 0 0,0 0 0,-1 0 0,1 0 0,-1 0 0,0 0 0,0-1 0,0 1 0,-1 0 0,1 0 0,-1-1 0,1 1 0,-1-1 0,0 1 0,0 0 0,-1-1 0,1 1 0,-1 0 0,0-1 0,0 1 0,-2-5 0,2 4 0,0 1 0,-1-1 0,1 0 0,-1 0 0,0 1 0,-1-1 0,1 1 0,0 0 0,-1 0 0,0 0 0,0 0 0,0 0 0,0 0 0,0 1 0,0 0 0,-1-1 0,1 1 0,-1 0 0,0 1 0,1-1 0,-1 1 0,0 0 0,0-1 0,0 2 0,0-1 0,0 0 0,0 1 0,0 0 0,-1 0 0,1 0 0,-4 1 0,2 0 0,-1 0 0,1 0 0,0 1 0,0-1 0,0 2 0,1-1 0,-1 1 0,1-1 0,-1 1 0,1 1 0,0-1 0,0 1 0,0 0 0,0 0 0,1 1 0,0-1 0,0 1 0,0 0 0,-6 10 0,7-8 0,-1 1 0,1 0 0,1 0 0,-1 0 0,1 0 0,1 0 0,-1 0 0,1 1 0,1-1 0,0 0 0,0 1 0,1-1 0,-1 0 0,2 0 0,-1 1 0,1-1 0,1 0 0,-1 0 0,2 0 0,4 10 0,-3-10 0,0 1 0,1-1 0,0 0 0,0 0 0,1 0 0,0-1 0,0 0 0,1-1 0,0 0 0,0 0 0,0 0 0,1-1 0,0 0 0,0-1 0,0 0 0,17 5 0,-3-4 0,0-1 0,0 0 0,0-2 0,0-1 0,1 0 0,-1-2 0,0-1 0,1-1 0,33-8 0,-41 6 0,0 0 0,0-1 0,0 0 0,-1-1 0,28-19 0,-33 19 0,-1 0 0,0 0 0,0-1 0,-1-1 0,0 0 0,0 0 0,-1 0 0,0-1 0,6-12 0,-9 13 0,0-1 0,0 1 0,-1-1 0,-1 0 0,0-1 0,0 1 0,0 0 0,-2 0 0,1-1 0,-1 1 0,-1 0 0,-3-21 0,2 20 0,0-1 0,-2 1 0,1 0 0,-1 0 0,-1 1 0,0-1 0,0 1 0,-1 0 0,-1 1 0,0-1 0,-10-11 0,15 19 0,1 1 0,0-1 0,-1 1 0,1 0 0,-1-1 0,1 1 0,-1 0 0,0 0 0,0 0 0,1 0 0,-1 0 0,0 1 0,0-1 0,0 0 0,0 1 0,0-1 0,0 1 0,0 0 0,0 0 0,-3 0 0,4 0 0,-1 1 0,1 0 0,0 0 0,0-1 0,-1 1 0,1 0 0,0 0 0,0 1 0,0-1 0,0 0 0,0 0 0,0 0 0,0 1 0,1-1 0,-1 0 0,0 1 0,1-1 0,-1 1 0,1-1 0,-1 1 0,1-1 0,0 1 0,-1-1 0,1 1 0,0-1 0,0 1 0,1 2 0,-2 15 0,2 0 0,0 0 0,8 34 0,18 57 0,-25-104 0,13 41 0,-8-24 0,10 44 0,-17-65 0,0-1 0,0 0 0,0 0 0,1 0 0,-1 0 0,1 1 0,-1-1 0,0 0 0,1 0 0,0 0 0,-1 0 0,1 0 0,0 0 0,-1 0 0,1 0 0,0-1 0,0 1 0,0 0 0,0 0 0,1 1 0,26 4 0,-24-5 0,3 0 0,1-1 0,-1 1 0,1-1 0,0 0 0,-1-1 0,0 0 0,1 0 0,-1-1 0,1 0 0,-1 0 0,0-1 0,0 0 0,0 0 0,-1 0 0,1-1 0,-1 0 0,0 0 0,10-9 0,-4 2 0,-1 0 0,0-1 0,0 0 0,-1 0 0,-1-1 0,-1-1 0,1 1 0,-2-1 0,10-25 0,-10 17 0,0 1 0,-1-1 0,-2-1 0,0 1 0,-2-1 0,1-27 0,-3-72 0,2 134 0,0 0 0,7 19 0,0 5 0,77 326 0,-86-361 0,1 0 0,-1 1 0,0-1 0,0 0 0,1 0 0,-1 0 0,1 1 0,-1-1 0,1 0 0,-1 0 0,1 0 0,0 0 0,-1 0 0,1 0 0,0 0 0,0 0 0,0 0 0,0 0 0,0-1 0,0 1 0,0 0 0,0-1 0,0 1 0,0 0 0,2 0 0,-2-1 0,1-1 0,-1 1 0,1 0 0,-1 0 0,1-1 0,-1 1 0,1-1 0,-1 0 0,0 1 0,1-1 0,-1 0 0,0 0 0,0 0 0,1 1 0,-1-1 0,0-1 0,1 0 0,7-8 0,-1 0 0,0 0 0,9-17 0,10-16 0,-17 28 0,1-1 0,-2-1 0,15-33 0,-24 50 0,0 0 0,0 0 0,0-1 0,0 1 0,1 0 0,-1 0 0,0-1 0,0 1 0,0 0 0,0 0 0,0 0 0,0-1 0,0 1 0,0 0 0,0 0 0,0-1 0,0 1 0,0 0 0,0 0 0,0-1 0,0 1 0,0 0 0,0 0 0,0-1 0,0 1 0,0 0 0,0 0 0,0-1 0,-1 1 0,1 0 0,0 0 0,0 0 0,0-1 0,0 1 0,0 0 0,-1 0 0,1 0 0,0 0 0,0 0 0,0-1 0,-1 1 0,1 0 0,0 0 0,0 0 0,-1 0 0,1 0 0,0 0 0,-16 5 0,-15 14 0,18-10 0,6-4 0,1-1 0,0 1 0,0 0 0,0 1 0,-5 6 0,10-11 0,0 0 0,0 0 0,0 1 0,1-1 0,-1 0 0,0 1 0,1-1 0,-1 1 0,1-1 0,-1 1 0,1-1 0,0 1 0,0-1 0,-1 1 0,1 0 0,0-1 0,0 1 0,1-1 0,-1 1 0,0-1 0,1 1 0,-1-1 0,0 1 0,1-1 0,0 1 0,-1-1 0,1 1 0,0-1 0,0 0 0,1 3 0,2 1 0,0 0 0,1 0 0,-1-1 0,1 1 0,0-1 0,0 0 0,0-1 0,0 1 0,0-1 0,1 0 0,11 5 0,60 31 0,-10-15 287,-38-15-838,0 1 0,27 15 1,-39-15-6276</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18.508"/>
    </inkml:context>
    <inkml:brush xml:id="br0">
      <inkml:brushProperty name="width" value="0.05" units="cm"/>
      <inkml:brushProperty name="height" value="0.05" units="cm"/>
    </inkml:brush>
  </inkml:definitions>
  <inkml:trace contextRef="#ctx0" brushRef="#br0">198 116 24575,'0'-5'0,"1"0"0,0 0 0,0 0 0,0 0 0,3-6 0,-2 7 0,-1-1 0,1 0 0,-1 0 0,1-10 0,-2 13 0,0 0 0,0 1 0,0-1 0,0 1 0,-1-1 0,1 1 0,0-1 0,-1 1 0,1-1 0,-1 1 0,0-1 0,1 1 0,-1-1 0,0 1 0,0 0 0,0 0 0,0-1 0,0 1 0,0 0 0,0 0 0,-3-1 0,1 0 0,0 0 0,0 1 0,0-1 0,0 1 0,-1 0 0,1 0 0,0 0 0,-1 1 0,-4-1 0,-6 0 0,0 1 0,0 1 0,-25 4 0,33-4 0,0 0 0,0 0 0,0 1 0,1 0 0,-1 0 0,1 1 0,-1 0 0,1 0 0,0 0 0,-5 4 0,9-6 0,0 0 0,0 0 0,-1 1 0,1-1 0,0 0 0,1 1 0,-1-1 0,0 0 0,0 1 0,0-1 0,1 1 0,-1-1 0,1 1 0,-1 0 0,1-1 0,0 4 0,0-3 0,0 0 0,0 0 0,1 0 0,-1 0 0,1 0 0,0 1 0,0-1 0,0 0 0,0 0 0,0-1 0,0 1 0,0 0 0,0 0 0,1-1 0,2 4 0,19 16 0,0-1 0,2-1 0,45 27 0,20 15 0,-86-58 0,41 37 0,-42-38 0,0 1 0,-1 0 0,0 0 0,1 0 0,-1 0 0,0 1 0,-1-1 0,1 0 0,0 1 0,-1-1 0,0 1 0,0 0 0,1 3 0,-2-5 0,-1 0 0,1 0 0,0 0 0,-1 0 0,1 0 0,-1 0 0,1 0 0,-1 0 0,0-1 0,0 1 0,0 0 0,0-1 0,0 1 0,0 0 0,-1-1 0,1 1 0,0-1 0,-1 0 0,1 1 0,-1-1 0,1 0 0,-1 0 0,0 0 0,1 0 0,-1 0 0,0-1 0,0 1 0,0 0 0,-3 0 0,-7 2 0,1 0 0,-1-1 0,-16 2 0,14-3-227,0-1-1,0 0 1,0 0-1,0-2 1,-26-5-1,11-2-6598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18.661"/>
    </inkml:context>
    <inkml:brush xml:id="br0">
      <inkml:brushProperty name="width" value="0.05" units="cm"/>
      <inkml:brushProperty name="height" value="0.05" units="cm"/>
    </inkml:brush>
  </inkml:definitions>
  <inkml:trace contextRef="#ctx0" brushRef="#br0">123 1 24575,'0'3'0,"0"7"0,-3 6 0,-4 2 0,-1 5 0,-6 5 0,-2 7 0,-6 3 0,-6 6 0,3-6-8191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20.091"/>
    </inkml:context>
    <inkml:brush xml:id="br0">
      <inkml:brushProperty name="width" value="0.05" units="cm"/>
      <inkml:brushProperty name="height" value="0.05" units="cm"/>
    </inkml:brush>
  </inkml:definitions>
  <inkml:trace contextRef="#ctx0" brushRef="#br0">221 12 24575,'-2'-2'0,"0"1"0,0 0 0,1 0 0,-1 0 0,0 0 0,0 0 0,0 0 0,0 0 0,-1 1 0,1-1 0,0 1 0,0 0 0,0-1 0,0 1 0,0 0 0,-1 0 0,1 0 0,0 1 0,0-1 0,0 1 0,0-1 0,-1 1 0,1-1 0,0 1 0,0 0 0,0 0 0,1 0 0,-1 0 0,-3 2 0,-3 3 0,0 0 0,0 0 0,0 1 0,-13 14 0,9-6 0,1 1 0,0 0 0,1 0 0,0 1 0,2 0 0,0 1 0,-10 33 0,14-37 0,0 0 0,1 0 0,1 0 0,1 0 0,0 0 0,0 0 0,2 1 0,-1-1 0,2 0 0,0 0 0,5 18 0,-4-25 0,-1-1 0,1 0 0,0 0 0,1 0 0,0 0 0,0-1 0,0 1 0,0-1 0,1 0 0,0 0 0,0 0 0,0-1 0,11 7 0,-12-8 0,1-1 0,-1 0 0,0 0 0,0 0 0,1 0 0,-1-1 0,1 1 0,0-1 0,-1-1 0,1 1 0,0-1 0,0 1 0,-1-1 0,1-1 0,0 1 0,0-1 0,-1 1 0,1-1 0,0-1 0,7-2 0,-10 3 0,-1 0 0,1 0 0,-1 0 0,1 0 0,-1-1 0,0 1 0,1 0 0,-1-1 0,0 1 0,0-1 0,0 1 0,0-1 0,0 0 0,0 1 0,-1-1 0,2-3 0,12-21 0,-13 24 0,6-6 0,0 0 0,-1-1 0,6-12 0,-10 18 0,-1 0 0,0 1 0,0-1 0,0 0 0,0-1 0,-1 1 0,1 0 0,-1 0 0,0 0 0,1 0 0,-1 0 0,-1 0 0,1 0 0,0-1 0,-2-4 0,-2 0 0,1 10 0,3-1 0,0 0 0,0 0 0,0 0 0,0 0 0,0 0 0,0 0 0,0 0 0,0 1 0,1-1 0,-1 0 0,0 0 0,1 0 0,0 1 0,1 1-170,0 0-1,0 0 0,0-1 1,0 1-1,1-1 0,-1 1 1,5 2-1,6 4-6655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20.306"/>
    </inkml:context>
    <inkml:brush xml:id="br0">
      <inkml:brushProperty name="width" value="0.05" units="cm"/>
      <inkml:brushProperty name="height" value="0.05" units="cm"/>
    </inkml:brush>
  </inkml:definitions>
  <inkml:trace contextRef="#ctx0" brushRef="#br0">1 121 24575,'2'-1'-8649,"0"-4"5310,3-14 7431,-4 11-4426,1 2 777,0 1 1,1-1 0,-1 0-1,1 1 1,0 0 0,7-9-1,-9 13-289,0 0 1,0 0-1,-1 0 0,1 0 0,0 0 0,-1 0 0,1-1 0,-1 1 0,1 0 1,-1 0-1,0 0 0,1-1 0,-1 1 0,0 0 0,0 0 0,0 0 0,0-1 0,0 0 1,0-7 1225,0 9-1362,0-1 0,0 1 0,0 0 1,0-1-1,1 1 0,-1-1 0,0 1 1,0 0-1,0-1 0,0 1 0,1-1 0,-1 1 1,0 0-1,0-1 0,1 1 0,-1 0 1,0 0-1,1-1 0,-1 1 0,0 0 1,1 0-1,-1-1 0,1 1 0,-1 0 0,0 0 1,1 0-1,-1-1 0,0 1 0,1 0 1,-1 0-1,1 0 0,-1 0 0,1 0 0,-1 0 1,0 0-1,1 0 0,-1 0 0,1 0 1,-1 0-1,1 0 0,-1 1 0,0-1 0,1 0 1,-1 0-1,1 0 0,-1 0 0,0 1 1,1-1-1,-1 0 0,0 1 0,1-1 0,-1 0 1,0 0-1,0 1 0,1-1 0,20 17-222,-1 4 204,-2 1 0,0 0 0,-1 1 0,-1 1 0,-1 1 0,14 31 0,-25-48 0,-1 1 0,0-1 0,-1 0 0,1 1 0,-2 0 0,1-1 0,-1 1 0,-1 0 0,0 0 0,0 0 0,0 0 0,-1-1 0,-1 1 0,1 0 0,-1-1 0,-1 1 0,0-1 0,0 1 0,0-1 0,-1 0 0,0-1 0,-1 1 0,0-1 0,-9 11 0,-24 21-1365,0-6-5461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27.702"/>
    </inkml:context>
    <inkml:brush xml:id="br0">
      <inkml:brushProperty name="width" value="0.05" units="cm"/>
      <inkml:brushProperty name="height" value="0.05" units="cm"/>
    </inkml:brush>
  </inkml:definitions>
  <inkml:trace contextRef="#ctx0" brushRef="#br0">0 173 24575,'7'-9'0,"-1"1"0,0-2 0,-1 1 0,0 0 0,0-1 0,4-14 0,10-21 0,-17 42 0,1-4 0,1 0 0,0 1 0,8-10 0,-12 15 0,0 1 0,1-1 0,-1 1 0,1-1 0,-1 0 0,0 1 0,1-1 0,-1 1 0,1 0 0,-1-1 0,1 1 0,-1-1 0,1 1 0,-1 0 0,1-1 0,0 1 0,-1 0 0,1 0 0,-1-1 0,1 1 0,0 0 0,-1 0 0,1 0 0,0 0 0,-1 0 0,1 0 0,0 0 0,-1 0 0,1 0 0,0 0 0,-1 0 0,1 1 0,0-1 0,-1 0 0,1 0 0,-1 1 0,1-1 0,-1 0 0,1 1 0,0-1 0,-1 0 0,1 1 0,-1-1 0,1 1 0,-1-1 0,0 1 0,1-1 0,-1 1 0,0-1 0,1 1 0,-1-1 0,0 1 0,1 0 0,-1-1 0,0 2 0,4 11 0,0 0 0,-1 1 0,-1-1 0,0 1 0,-1 0 0,0-1 0,-2 20 0,0-4 0,0 123 250,8 157-1865,-3-277-5211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28.242"/>
    </inkml:context>
    <inkml:brush xml:id="br0">
      <inkml:brushProperty name="width" value="0.05" units="cm"/>
      <inkml:brushProperty name="height" value="0.05" units="cm"/>
    </inkml:brush>
  </inkml:definitions>
  <inkml:trace contextRef="#ctx0" brushRef="#br0">1 284 24575,'0'-7'0,"0"0"0,12 4 0,18 4 0,33 5 0,8 1 0,-59-6 0,113 0 0,-109-2 0,0 0 0,0-2 0,0 0 0,0 0 0,25-10 0,-38 11 0,1 1 0,-1-1 0,1 0 0,-1 0 0,1 0 0,-1 0 0,0 0 0,0-1 0,0 0 0,0 1 0,-1-1 0,1 0 0,-1 0 0,0-1 0,0 1 0,0 0 0,0-1 0,0 1 0,-1-1 0,1 0 0,-1 1 0,0-1 0,0-4 0,0-1 0,-1 0 0,0 1 0,-1-1 0,1 0 0,-2 1 0,1-1 0,-1 1 0,-1 0 0,-4-12 0,3 11 0,-15-35 0,18 40 0,-1 1 0,0 0 0,0 0 0,0 0 0,-1 0 0,1 1 0,0-1 0,-1 0 0,0 1 0,-4-3 0,6 4 0,1 1 0,0 0 0,-1 0 0,1 0 0,0-1 0,-1 1 0,1 0 0,-1 0 0,1 0 0,0 0 0,-1 0 0,1 0 0,0 0 0,-1 0 0,1 0 0,-1 0 0,1 0 0,0 0 0,-1 0 0,1 0 0,-1 0 0,1 0 0,0 0 0,-1 1 0,1-1 0,0 0 0,-1 0 0,1 0 0,0 1 0,-1-1 0,1 0 0,-1 1 0,-5 15 0,2 23 0,4-35 0,10 246 0,0-67 0,-10-178 0,3 32 0,-3-36 0,0-1 0,0 1 0,0-1 0,0 1 0,0-1 0,0 1 0,0-1 0,1 1 0,-1-1 0,0 1 0,0-1 0,0 1 0,1-1 0,-1 1 0,0-1 0,0 1 0,1-1 0,-1 0 0,0 1 0,1-1 0,-1 1 0,1-1 0,-1 0 0,0 0 0,1 1 0,-1-1 0,1 0 0,-1 1 0,1-1 0,-1 0 0,1 0 0,-1 0 0,1 0 0,-1 0 0,1 1 0,-1-1 0,1 0 0,-1 0 0,1 0 0,-1 0 0,1-1 0,-1 1 0,1 0 0,-1 0 0,1 0 0,-1 0 0,1 0 0,-1-1 0,1 1 0,-1 0 0,1 0 0,-1-1 0,1 1 0,0-1 0,10-8 0,-1-2 0,1 1 0,-1-1 0,-1-1 0,9-14 0,4-4 0,0 2 0,54-63 0,-69 83 0,2 0 0,-1 1 0,1 0 0,0 0 0,0 1 0,1 0 0,0 1 0,12-5 0,-19 9 0,0 0 0,0 0 0,0 0 0,0 0 0,1 0 0,-1 1 0,0 0 0,0-1 0,0 1 0,1 0 0,-1 1 0,0-1 0,0 1 0,0-1 0,0 1 0,0 0 0,0 0 0,0 0 0,0 0 0,0 1 0,0-1 0,0 1 0,-1 0 0,1 0 0,-1 0 0,1 0 0,-1 0 0,0 1 0,0-1 0,0 1 0,0-1 0,3 6 0,3 7 0,-1 1 0,-1-1 0,0 2 0,-1-1 0,3 18 0,0-4 0,-8-26-72,1 0 1,1 1-1,-1-1 0,0 0 0,1 0 0,0 0 0,0 0 0,0 0 1,1 0-1,-1-1 0,1 1 0,0-1 0,0 0 0,0 1 0,0-1 1,1-1-1,-1 1 0,5 2 0,6 0-6754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29.225"/>
    </inkml:context>
    <inkml:brush xml:id="br0">
      <inkml:brushProperty name="width" value="0.05" units="cm"/>
      <inkml:brushProperty name="height" value="0.05" units="cm"/>
    </inkml:brush>
  </inkml:definitions>
  <inkml:trace contextRef="#ctx0" brushRef="#br0">38 146 24575,'2'-4'0,"0"-1"0,0 1 0,0-1 0,-1 1 0,0-1 0,1 0 0,-2 0 0,1 1 0,0-1 0,-1 0 0,0 0 0,0 0 0,-1 0 0,1 1 0,-1-1 0,0 0 0,-3-7 0,4 11 0,0 1 0,0-1 0,0 1 0,-1-1 0,1 1 0,0-1 0,-1 1 0,1-1 0,0 1 0,-1 0 0,1-1 0,-1 1 0,1-1 0,-1 1 0,1 0 0,-1 0 0,1-1 0,-1 1 0,1 0 0,-1 0 0,1-1 0,-1 1 0,1 0 0,-1 0 0,1 0 0,-1 0 0,0 0 0,1 0 0,-1 0 0,1 0 0,-1 0 0,1 0 0,-1 0 0,0 0 0,1 0 0,-1 1 0,1-1 0,-1 0 0,1 0 0,-1 1 0,1-1 0,-1 0 0,1 1 0,-1-1 0,1 0 0,0 1 0,-1-1 0,1 1 0,-1-1 0,1 1 0,0-1 0,0 1 0,-1-1 0,1 1 0,0-1 0,0 1 0,-1 0 0,-1 3 0,-1 0 0,1 1 0,0-1 0,0 1 0,-1 6 0,1-1 0,0-1 0,1 1 0,1-1 0,0 1 0,0 0 0,1 0 0,0-1 0,0 1 0,1-1 0,1 1 0,-1-1 0,2 0 0,-1 0 0,6 10 0,-6-13 0,0-1 0,1 0 0,0 0 0,-1 0 0,2-1 0,-1 0 0,0 1 0,1-1 0,0-1 0,0 1 0,0-1 0,0 0 0,0 0 0,1 0 0,0-1 0,-1 1 0,1-1 0,0-1 0,0 1 0,0-1 0,0 0 0,0-1 0,9 1 0,-6-2 0,0 1 0,-1-2 0,1 1 0,0-1 0,-1 0 0,1-1 0,-1 0 0,0 0 0,0 0 0,0-1 0,10-8 0,-15 10 0,1 0 0,-1-1 0,0 1 0,0-1 0,0 0 0,-1 0 0,1 0 0,-1 0 0,0-1 0,0 1 0,0-1 0,0 1 0,0-1 0,-1 0 0,1 1 0,-1-1 0,0 0 0,-1 0 0,1 0 0,0 0 0,-1 0 0,0 0 0,0 0 0,0 0 0,-1 0 0,1 0 0,-2-4 0,-1-1 0,0 1 0,0 0 0,-1 0 0,0 0 0,-1 0 0,1 0 0,-1 1 0,-1 0 0,0 0 0,0 1 0,0-1 0,0 1 0,-13-9 0,9 8 0,-1 1 0,1 0 0,-1 0 0,0 1 0,0 0 0,0 1 0,-1 0 0,0 1 0,-17-2 0,13 5 0,15 0 0,1 0 0,0 0 0,0 0 0,0 0 0,0 0 0,0 0 0,0 0 0,0 0 0,0 0 0,0 0 0,0 0 0,-1 1 0,1-1 0,0 0 0,0 0 0,0 0 0,0 0 0,0 0 0,0 0 0,0 0 0,0 0 0,0 0 0,0 1 0,0-1 0,0 0 0,0 0 0,0 0 0,0 0 0,0 0 0,0 0 0,0 0 0,0 1 0,0-1 0,0 0 0,0 0 0,0 0 0,0 0 0,0 0 0,0 0 0,0 0 0,0 0 0,1 0 0,-1 1 0,0-1 0,0 0 0,0 0 0,0 0 0,0 0 0,0 0 0,0 0 0,0 0 0,0 0 0,0 0 0,0 0 0,1 0 0,-1 0 0,2 2 0,0-1 0,1 0 0,-1 1 0,1-1 0,-1 0 0,1 0 0,-1-1 0,5 2 0,40 3 0,0-2 0,91-6 0,-126 2 0,0-1 0,20-6 0,12-3 0,-13 5 243,-25 4-422,0 1 1,0 0-1,0 0 0,0 0 1,0 0-1,0 1 0,0 0 1,9 2-1,0 2-6647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30.905"/>
    </inkml:context>
    <inkml:brush xml:id="br0">
      <inkml:brushProperty name="width" value="0.05" units="cm"/>
      <inkml:brushProperty name="height" value="0.05" units="cm"/>
    </inkml:brush>
  </inkml:definitions>
  <inkml:trace contextRef="#ctx0" brushRef="#br0">22 147 24575,'-1'0'0,"1"0"0,-1 0 0,0 0 0,0 0 0,0 0 0,1 0 0,-1 0 0,0-1 0,0 1 0,1 0 0,-1 0 0,0 0 0,0-1 0,1 1 0,-1 0 0,0-1 0,1 1 0,-1-1 0,0 1 0,1-1 0,-1 1 0,1-1 0,-1 1 0,1-1 0,-1 0 0,1 1 0,-1-1 0,1 0 0,0 1 0,-1-1 0,1 0 0,0 0 0,-1 1 0,1-1 0,0 0 0,0 0 0,0 1 0,0-1 0,0 0 0,0 0 0,0 0 0,0 1 0,0-1 0,0 0 0,1-1 0,-1 0 0,1-1 0,0 1 0,0 0 0,-1 0 0,2-1 0,-1 1 0,0 0 0,0 0 0,1 0 0,-1 0 0,1 0 0,-1 1 0,1-1 0,3-2 0,4-1 0,1 0 0,0 1 0,0 0 0,0 0 0,0 1 0,0 0 0,1 1 0,0 0 0,20 0 0,-9 2 0,0 0 0,0 2 0,41 8 0,-55-8 0,0 0 0,0 1 0,0 0 0,-1 0 0,1 0 0,-1 1 0,0 1 0,0-1 0,0 1 0,-1 0 0,1 1 0,-1 0 0,-1 0 0,1 0 0,-1 0 0,6 9 0,-9-10 0,1 0 0,-1 0 0,1 0 0,-1 0 0,-1 0 0,1 1 0,-1-1 0,0 1 0,0-1 0,0 1 0,-1-1 0,0 1 0,0-1 0,0 1 0,-1-1 0,0 1 0,0-1 0,0 1 0,-1-1 0,0 0 0,0 0 0,0 1 0,0-2 0,-1 1 0,-3 5 0,1-4 0,1-1 0,0-1 0,-1 1 0,0-1 0,0 1 0,-1-2 0,1 1 0,-1 0 0,0-1 0,1 0 0,-2 0 0,-5 1 0,8-2 0,0-1 0,0 0 0,0 1 0,-1-2 0,1 1 0,0 0 0,-1-1 0,1 0 0,0 0 0,-1 0 0,1-1 0,0 1 0,0-1 0,-1 0 0,1 0 0,0-1 0,0 1 0,0-1 0,-5-3 0,7 4 0,0-1 0,1 1 0,-1-1 0,0 0 0,1 0 0,-1 0 0,1 0 0,0 0 0,0 0 0,0 0 0,0 0 0,0 0 0,0 0 0,0-1 0,1 1 0,-1 0 0,1-1 0,0 1 0,0 0 0,0-1 0,0 1 0,0-1 0,0 1 0,0 0 0,1-1 0,-1 1 0,1 0 0,0 0 0,0-1 0,2-3 0,1-3 0,0 0 0,1 1 0,0 0 0,1 0 0,0 0 0,8-9 0,6-2 0,0 1 0,0 1 0,2 1 0,0 1 0,1 0 0,44-19 0,-31 19 0,1 1 0,1 2 0,78-14 0,-112 25 0,1 0 0,-1 1 0,1-1 0,-1 1 0,1 0 0,-1 1 0,1-1 0,-1 1 0,1 0 0,5 1 0,-9-1 0,1 0 0,-1 0 0,0 0 0,1-1 0,-1 1 0,0 1 0,0-1 0,0 0 0,0 0 0,0 0 0,0 0 0,0 1 0,0-1 0,0 1 0,-1-1 0,1 0 0,0 1 0,-1-1 0,0 1 0,1-1 0,-1 1 0,0 0 0,1-1 0,-1 1 0,0-1 0,0 1 0,-1-1 0,1 1 0,0-1 0,0 1 0,-1 0 0,0 1 0,-11 47 0,7-31 0,0 0 0,-2 32 0,5-36 0,2-1 0,0 0 0,1 1 0,0-1 0,6 24 0,-6-35 0,-1 0 0,1-1 0,0 1 0,0 0 0,0-1 0,0 1 0,0-1 0,1 0 0,-1 1 0,1-1 0,0 0 0,-1 0 0,1 0 0,0 0 0,0 0 0,0 0 0,1-1 0,-1 1 0,0-1 0,1 1 0,-1-1 0,1 0 0,-1 0 0,1 0 0,-1 0 0,1-1 0,0 1 0,-1-1 0,1 1 0,0-1 0,0 0 0,-1 0 0,1 0 0,0-1 0,-1 1 0,1 0 0,5-3 0,-4 3 0,-1-1 0,1 0 0,0-1 0,-1 1 0,1-1 0,-1 0 0,1 1 0,-1-2 0,0 1 0,1 0 0,-1-1 0,0 1 0,-1-1 0,1 0 0,0 0 0,-1 0 0,0 0 0,0 0 0,0-1 0,0 1 0,0-1 0,0 1 0,-1-1 0,0 0 0,0 1 0,0-1 0,0 0 0,-1 0 0,1-6 0,-1 1 0,0-1 0,-1 1 0,0 0 0,-1 0 0,0-1 0,0 1 0,-1 0 0,0 1 0,0-1 0,-1 1 0,-7-12 0,5 9 0,0 1 0,-1-1 0,-1 1 0,1 0 0,-2 1 0,1 0 0,-16-12 0,32 24 0,1 1 0,1-1 0,-1 0 0,0-1 0,1 0 0,-1-1 0,19 1 0,90 1 0,-93-3 0,17 0 0,69-2 0,-91-4 0,-15 2 0,-14 0 0,3 4 0,1 0 0,0 1 0,-1 0 0,1-1 0,0 2 0,-1-1 0,1 1 0,0-1 0,0 1 0,0 1 0,0-1 0,0 1 0,1 0 0,-1 0 0,1 0 0,0 0 0,0 1 0,0 0 0,0 0 0,0 0 0,1 0 0,0 1 0,0-1 0,0 1 0,1 0 0,-1 0 0,1 0 0,0 0 0,1 0 0,-1 0 0,1 0 0,0 1 0,0-1 0,1 0 0,-1 11 0,2-9 0,0-1 0,1 1 0,0-1 0,0 1 0,0-1 0,0 0 0,1 0 0,0 0 0,1 0 0,-1-1 0,1 1 0,0-1 0,0 0 0,1 0 0,9 8 0,-11-11 0,1 1 0,-1-1 0,1 0 0,0 0 0,0 0 0,0 0 0,0-1 0,0 0 0,0 0 0,1 0 0,-1 0 0,0 0 0,1-1 0,-1 0 0,0 0 0,1 0 0,-1 0 0,0-1 0,1 0 0,-1 0 0,0 0 0,0 0 0,0-1 0,0 1 0,4-3 0,3-3 0,0 0 0,-1-1 0,0 0 0,-1-1 0,0 0 0,0 0 0,-1-1 0,0 0 0,9-16 0,-5 9 0,29-31 0,-41 47 0,1 0 0,-1 0 0,1 1 0,0-1 0,-1 0 0,1 1 0,0-1 0,0 1 0,0-1 0,-1 1 0,1-1 0,0 1 0,0 0 0,0-1 0,0 1 0,0 0 0,0 0 0,-1 0 0,1 0 0,2 0 0,-3 0 0,1 0 0,-1 0 0,1 1 0,0-1 0,-1 1 0,1-1 0,-1 0 0,1 1 0,-1-1 0,1 1 0,-1-1 0,0 1 0,1 0 0,-1-1 0,0 1 0,1-1 0,-1 1 0,0 0 0,0-1 0,1 1 0,-1 0 0,2 7 0,-1 0 0,0-1 0,0 16 0,-1-12 0,1-5 0,0 1 0,1-1 0,0 1 0,0-1 0,1 0 0,-1 1 0,1-1 0,1-1 0,-1 1 0,1 0 0,0-1 0,0 0 0,1 0 0,0 0 0,-1 0 0,7 4 0,-8-7 0,-1 0 0,1 0 0,-1-1 0,1 1 0,0 0 0,-1-1 0,1 0 0,0 0 0,0 0 0,0 0 0,0 0 0,0 0 0,0-1 0,0 1 0,1-1 0,-1 0 0,0 0 0,0 0 0,0-1 0,0 1 0,0-1 0,0 1 0,0-1 0,0 0 0,0 0 0,0 0 0,0-1 0,0 1 0,-1-1 0,1 0 0,0 1 0,-1-1 0,0 0 0,1-1 0,-1 1 0,3-3 0,-2 0 12,0 1 0,0 0 0,0-1-1,0 0 1,-1 0 0,1 1 0,-1-2-1,-1 1 1,1 0 0,-1 0 0,0 0-1,0-1 1,0 1 0,-1 0 0,1-1 0,-2 1-1,1-1 1,0 1 0,-1 0 0,0-1-1,0 1 1,-1 0 0,0 0 0,1-1-1,-2 1 1,1 1 0,0-1 0,-7-9 0,2 4-155,0 1 1,-1-1 0,0 1 0,-1 0-1,0 1 1,0 0 0,-1 0 0,0 1 0,0 0-1,-1 1 1,-19-9 0,-14 0-6684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39.828"/>
    </inkml:context>
    <inkml:brush xml:id="br0">
      <inkml:brushProperty name="width" value="0.05" units="cm"/>
      <inkml:brushProperty name="height" value="0.05" units="cm"/>
    </inkml:brush>
  </inkml:definitions>
  <inkml:trace contextRef="#ctx0" brushRef="#br0">72 52 24575,'-3'-2'0,"0"0"0,0 0 0,0 1 0,0-1 0,0 1 0,0-1 0,-1 1 0,1 0 0,-6-1 0,5 2 0,0-1 0,1 0 0,-1 0 0,1-1 0,0 1 0,-1-1 0,1 1 0,-4-3 0,77 0 0,84 11 0,35 2 0,593-24 0,-768 14 0,-7 1 0,0 0 0,0-1 0,0 0 0,-1 0 0,1-1 0,-1 1 0,8-4 0,-14 5 0,0 0 0,0 0 0,0 0 0,1 0 0,-1 0 0,0 0 0,0 0 0,0 0 0,0 0 0,0 0 0,0 0 0,0 0 0,1 0 0,-1 0 0,0 0 0,0-1 0,0 1 0,0 0 0,0 0 0,0 0 0,0 0 0,0 0 0,0 0 0,1 0 0,-1 0 0,0 0 0,0-1 0,0 1 0,0 0 0,0 0 0,0 0 0,0 0 0,0 0 0,0 0 0,0 0 0,0-1 0,0 1 0,0 0 0,0 0 0,0 0 0,0 0 0,0 0 0,0 0 0,0 0 0,0-1 0,0 1 0,0 0 0,0 0 0,0 0 0,0 0 0,-9-3 0,-12 3 0,16 2 0,0 0 0,0 1 0,0 0 0,0 0 0,1 0 0,-1 0 0,1 1 0,-1-1 0,1 1 0,1 1 0,-1-1 0,0 0 0,1 1 0,0 0 0,0-1 0,0 1 0,1 1 0,0-1 0,-3 10 0,-1 5 0,1 0 0,0 1 0,2-1 0,-1 23 0,1 26 0,12 134 0,32 66 0,-38-253-455,1 1 0,7 19 0,-7-26-6371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0.246"/>
    </inkml:context>
    <inkml:brush xml:id="br0">
      <inkml:brushProperty name="width" value="0.05" units="cm"/>
      <inkml:brushProperty name="height" value="0.05" units="cm"/>
    </inkml:brush>
  </inkml:definitions>
  <inkml:trace contextRef="#ctx0" brushRef="#br0">72 3 24575,'-1'3'0,"0"0"0,0 0 0,-1 0 0,1 0 0,-1 0 0,1-1 0,-1 1 0,0 0 0,0-1 0,0 1 0,-3 2 0,-7 9 0,7-6 0,0 1 0,1-1 0,-1 1 0,2 1 0,-1-1 0,1 1 0,1-1 0,0 1 0,0 0 0,1 0 0,0 0 0,1 16 0,0-21 0,0 0 0,1 0 0,0-1 0,0 1 0,0-1 0,1 1 0,0-1 0,-1 1 0,2-1 0,-1 0 0,0 0 0,1 0 0,0 0 0,-1-1 0,2 1 0,-1-1 0,0 1 0,1-1 0,-1 0 0,1 0 0,0-1 0,0 1 0,0-1 0,1 0 0,-1 0 0,0 0 0,1-1 0,7 3 0,0-2 0,0-1 0,0 1 0,1-2 0,-1 0 0,0 0 0,0-1 0,0-1 0,1 0 0,-1 0 0,22-8 0,-28 8 0,0-1 0,0 1 0,0-1 0,0 0 0,-1 0 0,1 0 0,-1-1 0,0 0 0,0 0 0,0 0 0,0-1 0,-1 0 0,0 0 0,0 0 0,0 0 0,0-1 0,-1 1 0,0-1 0,0 0 0,-1 0 0,1 0 0,0-7 0,-2 8 0,0 0 0,-1 0 0,0 0 0,0 0 0,0 1 0,-1-1 0,1 0 0,-1 0 0,0 0 0,-1 0 0,1 1 0,-1-1 0,0 0 0,-3-4 0,1 3 0,0 0 0,0 0 0,-1 0 0,0 0 0,0 1 0,-1 0 0,1 0 0,-12-7 0,8 6 0,1 1 0,-1 1 0,0 0 0,0 0 0,0 0 0,0 1 0,-1 0 0,0 1 0,1 0 0,-1 1 0,0 0 0,0 1 0,0 0 0,-12 1 0,-2 6-1365,5 2-5461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1.129"/>
    </inkml:context>
    <inkml:brush xml:id="br0">
      <inkml:brushProperty name="width" value="0.05" units="cm"/>
      <inkml:brushProperty name="height" value="0.05" units="cm"/>
    </inkml:brush>
  </inkml:definitions>
  <inkml:trace contextRef="#ctx0" brushRef="#br0">1 1 24575,'0'444'0,"0"-443"0,0 0 0,0-1 0,0 1 0,0 0 0,0-1 0,0 1 0,0 0 0,0 0 0,0-1 0,0 1 0,1 0 0,-1-1 0,0 1 0,0 0 0,1-1 0,-1 1 0,0 0 0,1-1 0,-1 1 0,1-1 0,-1 1 0,1-1 0,-1 1 0,1-1 0,-1 1 0,1-1 0,-1 1 0,1-1 0,0 0 0,-1 1 0,1-1 0,0 0 0,-1 0 0,1 1 0,0-1 0,-1 0 0,1 0 0,1 0 0,2 0 0,0-1 0,0 1 0,0-1 0,0 0 0,7-3 0,6 0 0,44-4 0,0 3 0,99 4 0,-77 2 0,199-11 0,138 7 0,-289 8 0,1901 4-2955,-1250-28 2182,-684 12 1893,-88 4-834,-9 1 91,-17-1 491,-29 0 209,-4 3-2442,29 0-5461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1.394"/>
    </inkml:context>
    <inkml:brush xml:id="br0">
      <inkml:brushProperty name="width" value="0.05" units="cm"/>
      <inkml:brushProperty name="height" value="0.05" units="cm"/>
    </inkml:brush>
  </inkml:definitions>
  <inkml:trace contextRef="#ctx0" brushRef="#br0">38 4 24575,'-3'0'0,"-1"-3"0,3 2 0,5 5 0,5 4 0,4 4 0,3 3 0,2 3 0,0 0 0,2 5 0,-4 0 0,-4 3 0,-7 4 0,-11 2 0,-14 0 0,-16 0 0,-14 1 0,1-5-8191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2.623"/>
    </inkml:context>
    <inkml:brush xml:id="br0">
      <inkml:brushProperty name="width" value="0.05" units="cm"/>
      <inkml:brushProperty name="height" value="0.05" units="cm"/>
    </inkml:brush>
  </inkml:definitions>
  <inkml:trace contextRef="#ctx0" brushRef="#br0">0 909 24575,'548'-19'0,"-12"0"0,-456 20 0,64-2 0,-143 1 0,-1 0 0,0 0 0,0 0 0,1 0 0,-1 1 0,0-1 0,1 0 0,-1 0 0,0 0 0,0 0 0,1 0 0,-1 0 0,0 0 0,1-1 0,-1 1 0,0 0 0,0 0 0,1 0 0,-1 0 0,0 0 0,0 0 0,1 0 0,-1-1 0,0 1 0,0 0 0,1 0 0,-1 0 0,0-1 0,0 1 0,0 0 0,1 0 0,-1 0 0,0-1 0,0 1 0,-10-5 0,-19-3 0,23 7 0,1 0 0,-1-1 0,0 0 0,1 0 0,0 0 0,-1 0 0,1-1 0,0 0 0,0 0 0,1-1 0,-1 1 0,1-1 0,-1 0 0,1 0 0,0-1 0,1 1 0,-1-1 0,1 0 0,0 0 0,0 0 0,-3-7 0,-2-9 0,1 0 0,1-1 0,1 0 0,-3-28 0,2 11 0,-16-96 0,7-1 0,1-165 0,15 284-1365,-1 7-5461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3.091"/>
    </inkml:context>
    <inkml:brush xml:id="br0">
      <inkml:brushProperty name="width" value="0.05" units="cm"/>
      <inkml:brushProperty name="height" value="0.05" units="cm"/>
    </inkml:brush>
  </inkml:definitions>
  <inkml:trace contextRef="#ctx0" brushRef="#br0">53 61 24575,'-6'6'0,"1"0"0,0 0 0,0 1 0,1 0 0,0 0 0,0 0 0,0 1 0,1-1 0,0 1 0,1 0 0,0 0 0,0 0 0,-1 9 0,3-12 0,0 0 0,0-1 0,0 1 0,0 0 0,1-1 0,0 1 0,0-1 0,0 1 0,0-1 0,1 1 0,0-1 0,0 0 0,0 0 0,0 0 0,1 0 0,0 0 0,0 0 0,0-1 0,0 1 0,0-1 0,1 0 0,-1 0 0,1 0 0,6 3 0,-4-2 0,-1-2 0,1 1 0,0-1 0,1 0 0,-1 0 0,0-1 0,0 1 0,1-2 0,-1 1 0,1-1 0,-1 1 0,1-2 0,-1 1 0,1-1 0,-1 0 0,0 0 0,0-1 0,1 0 0,-1 0 0,0 0 0,0-1 0,-1 0 0,1 0 0,0-1 0,-1 1 0,0-1 0,0 0 0,0 0 0,-1-1 0,1 0 0,-1 0 0,0 0 0,0 0 0,-1 0 0,1-1 0,-1 0 0,0 1 0,-1-1 0,0 0 0,0-1 0,2-6 0,-2 3 0,-1-1 0,0 1 0,0-1 0,-1 0 0,0 1 0,-1-1 0,-3-14 0,3 21 0,0 0 0,0 0 0,0 1 0,0-1 0,0 1 0,-1-1 0,0 1 0,0-1 0,0 1 0,0 0 0,0 0 0,-1 0 0,1 0 0,-1 1 0,0-1 0,1 1 0,-2-1 0,1 1 0,0 0 0,0 0 0,0 0 0,-1 1 0,-5-3 0,5 3-57,0 0 0,-1 0 1,1 0-1,0 0 0,0 1 0,-1-1 0,1 1 0,0 1 0,-1-1 0,1 0 0,0 1 1,0 0-1,0 0 0,-1 0 0,1 1 0,0-1 0,1 1 0,-1 0 0,0 0 1,0 0-1,1 1 0,-1-1 0,-4 5 0,-2 5-6769</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3.903"/>
    </inkml:context>
    <inkml:brush xml:id="br0">
      <inkml:brushProperty name="width" value="0.05" units="cm"/>
      <inkml:brushProperty name="height" value="0.05" units="cm"/>
    </inkml:brush>
  </inkml:definitions>
  <inkml:trace contextRef="#ctx0" brushRef="#br0">82 553 24575,'-2'-9'0,"1"0"0,-1-1 0,0 1 0,-1 0 0,0 0 0,-7-12 0,-4-15 0,4-3 0,1 0 0,1-1 0,3 0 0,1 0 0,2-54 0,-5-15 0,7 109 0,0-1 0,0 1 0,0-1 0,0 0 0,0 1 0,1-1 0,-1 1 0,0-1 0,0 0 0,0 1 0,1-1 0,-1 1 0,0-1 0,1 1 0,-1-1 0,0 1 0,1-1 0,-1 1 0,1-1 0,-1 1 0,0 0 0,1-1 0,-1 1 0,1 0 0,-1-1 0,1 1 0,0 0 0,-1 0 0,1-1 0,-1 1 0,1 0 0,-1 0 0,1 0 0,0 0 0,-1 0 0,1 0 0,-1 0 0,1 0 0,0 0 0,-1 0 0,2 0 0,29 8 0,-18-4 0,75 14 18,135 10 0,92-13-100,-208-12-24,686-8-1632,1-37 1005,-238 9 872,-404 24-60,214-4 2052,-372 14-2063,-1 0 0,1 0 0,-1 0 0,-6 3-1,-19 4-132,32-8 66,-8 1-229,1 0 1,-1 0-1,0-1 0,1 0 1,-14-2-1,8-1-6598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7:04:44.197"/>
    </inkml:context>
    <inkml:brush xml:id="br0">
      <inkml:brushProperty name="width" value="0.05" units="cm"/>
      <inkml:brushProperty name="height" value="0.05" units="cm"/>
    </inkml:brush>
  </inkml:definitions>
  <inkml:trace contextRef="#ctx0" brushRef="#br0">0 16 24575,'0'-1'0,"1"0"0,-1 0 0,0 1 0,1-1 0,-1 0 0,1 0 0,-1 0 0,1 1 0,0-1 0,-1 0 0,1 0 0,0 1 0,-1-1 0,1 1 0,0-1 0,0 1 0,0-1 0,-1 1 0,1-1 0,0 1 0,0 0 0,0-1 0,0 1 0,0 0 0,0 0 0,0 0 0,0 0 0,0-1 0,0 2 0,1-1 0,31 0 0,-19 3 0,1 0 0,-1 0 0,0 2 0,0 0 0,-1 0 0,16 9 0,-7-1 0,-1 0 0,35 29 0,-52-40 0,-1 0 0,0 1 0,-1 0 0,1 0 0,0 0 0,-1 0 0,1 0 0,-1 1 0,0-1 0,0 1 0,-1-1 0,1 1 0,-1 0 0,2 4 0,-3-5 0,0-1 0,0 1 0,0 0 0,0 0 0,-1 0 0,1-1 0,-1 1 0,0 0 0,0 0 0,0-1 0,0 1 0,0-1 0,0 1 0,-1-1 0,1 1 0,-1-1 0,1 0 0,-1 0 0,0 0 0,-4 4 0,-7 5-273,-1-1 0,0 0 0,0-1 0,-22 11 0,-21 8-6553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4T05:09:40.807"/>
    </inkml:context>
    <inkml:brush xml:id="br0">
      <inkml:brushProperty name="width" value="0.05" units="cm"/>
      <inkml:brushProperty name="height" value="0.05" units="cm"/>
    </inkml:brush>
  </inkml:definitions>
  <inkml:trace contextRef="#ctx0" brushRef="#br0">1 1 24575,'0'0'-8191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9:16:29.530"/>
    </inkml:context>
    <inkml:brush xml:id="br0">
      <inkml:brushProperty name="width" value="0.05" units="cm"/>
      <inkml:brushProperty name="height" value="0.05" units="cm"/>
    </inkml:brush>
  </inkml:definitions>
  <inkml:trace contextRef="#ctx0" brushRef="#br0">0 1 24575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a:extLst>
            <a:ext uri="{FF2B5EF4-FFF2-40B4-BE49-F238E27FC236}">
              <a16:creationId xmlns:a16="http://schemas.microsoft.com/office/drawing/2014/main" id="{7072EA00-BAA9-8E2D-DCF6-0D5B01698E35}"/>
            </a:ext>
          </a:extLst>
        </p:cNvPr>
        <p:cNvGrpSpPr/>
        <p:nvPr/>
      </p:nvGrpSpPr>
      <p:grpSpPr>
        <a:xfrm>
          <a:off x="0" y="0"/>
          <a:ext cx="0" cy="0"/>
          <a:chOff x="0" y="0"/>
          <a:chExt cx="0" cy="0"/>
        </a:xfrm>
      </p:grpSpPr>
      <p:sp>
        <p:nvSpPr>
          <p:cNvPr id="1699" name="Google Shape;1699;p90:notes">
            <a:extLst>
              <a:ext uri="{FF2B5EF4-FFF2-40B4-BE49-F238E27FC236}">
                <a16:creationId xmlns:a16="http://schemas.microsoft.com/office/drawing/2014/main" id="{2D7D4C99-B7EC-22E7-49AA-21BDCECB459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0" name="Google Shape;1700;p90:notes">
            <a:extLst>
              <a:ext uri="{FF2B5EF4-FFF2-40B4-BE49-F238E27FC236}">
                <a16:creationId xmlns:a16="http://schemas.microsoft.com/office/drawing/2014/main" id="{2A587671-AA80-8ACE-82A9-85017910F0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1824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0" name="Google Shape;170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8267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5" name="Google Shape;174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0406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4" name="Google Shape;175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121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3" name="Google Shape;1763;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717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481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a:t>https://www.google.com/url?sa=i&amp;url=https%3A%2F%2Fcommunity.sap.com%2Ft5%2Ftechnology-blogs-by-sap%2Fbuild-and-deploy-ui5-freestyle-applications-to-sap-btp-cloud-foundry%2Fba-p%2F13558501&amp;psig=AOvVaw3K_6niI7dmyPfs2VgcYMQf&amp;ust=1726066695091000&amp;source=images&amp;cd=vfe&amp;opi=89978449&amp;ved=0CBcQjhxqFwoTCOicgdPRuIgDFQAAAAAdAAAAABAg</a:t>
            </a: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7498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462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676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11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382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8" name="Google Shape;1808;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6" name="Google Shape;1906;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265758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4.png"/><Relationship Id="rId42" Type="http://schemas.openxmlformats.org/officeDocument/2006/relationships/customXml" Target="../ink/ink20.xml"/><Relationship Id="rId63" Type="http://schemas.openxmlformats.org/officeDocument/2006/relationships/image" Target="../media/image35.png"/><Relationship Id="rId84" Type="http://schemas.openxmlformats.org/officeDocument/2006/relationships/customXml" Target="../ink/ink41.xml"/><Relationship Id="rId138" Type="http://schemas.openxmlformats.org/officeDocument/2006/relationships/customXml" Target="../ink/ink68.xml"/><Relationship Id="rId159" Type="http://schemas.openxmlformats.org/officeDocument/2006/relationships/image" Target="../media/image83.png"/><Relationship Id="rId170" Type="http://schemas.openxmlformats.org/officeDocument/2006/relationships/customXml" Target="../ink/ink84.xml"/><Relationship Id="rId191" Type="http://schemas.openxmlformats.org/officeDocument/2006/relationships/image" Target="../media/image99.png"/><Relationship Id="rId205" Type="http://schemas.openxmlformats.org/officeDocument/2006/relationships/image" Target="../media/image106.png"/><Relationship Id="rId226" Type="http://schemas.openxmlformats.org/officeDocument/2006/relationships/customXml" Target="../ink/ink112.xml"/><Relationship Id="rId107" Type="http://schemas.openxmlformats.org/officeDocument/2006/relationships/image" Target="../media/image57.png"/><Relationship Id="rId11" Type="http://schemas.openxmlformats.org/officeDocument/2006/relationships/image" Target="../media/image9.png"/><Relationship Id="rId32" Type="http://schemas.openxmlformats.org/officeDocument/2006/relationships/customXml" Target="../ink/ink15.xml"/><Relationship Id="rId53" Type="http://schemas.openxmlformats.org/officeDocument/2006/relationships/image" Target="../media/image30.png"/><Relationship Id="rId74" Type="http://schemas.openxmlformats.org/officeDocument/2006/relationships/customXml" Target="../ink/ink36.xml"/><Relationship Id="rId128" Type="http://schemas.openxmlformats.org/officeDocument/2006/relationships/customXml" Target="../ink/ink63.xml"/><Relationship Id="rId149" Type="http://schemas.openxmlformats.org/officeDocument/2006/relationships/image" Target="../media/image78.png"/><Relationship Id="rId5" Type="http://schemas.openxmlformats.org/officeDocument/2006/relationships/image" Target="../media/image6.png"/><Relationship Id="rId95" Type="http://schemas.openxmlformats.org/officeDocument/2006/relationships/image" Target="../media/image51.png"/><Relationship Id="rId160" Type="http://schemas.openxmlformats.org/officeDocument/2006/relationships/customXml" Target="../ink/ink79.xml"/><Relationship Id="rId181" Type="http://schemas.openxmlformats.org/officeDocument/2006/relationships/image" Target="../media/image94.png"/><Relationship Id="rId216" Type="http://schemas.openxmlformats.org/officeDocument/2006/relationships/customXml" Target="../ink/ink107.xml"/><Relationship Id="rId237" Type="http://schemas.openxmlformats.org/officeDocument/2006/relationships/image" Target="../media/image122.png"/><Relationship Id="rId22" Type="http://schemas.openxmlformats.org/officeDocument/2006/relationships/customXml" Target="../ink/ink10.xml"/><Relationship Id="rId43" Type="http://schemas.openxmlformats.org/officeDocument/2006/relationships/image" Target="../media/image25.png"/><Relationship Id="rId64" Type="http://schemas.openxmlformats.org/officeDocument/2006/relationships/customXml" Target="../ink/ink31.xml"/><Relationship Id="rId118" Type="http://schemas.openxmlformats.org/officeDocument/2006/relationships/customXml" Target="../ink/ink58.xml"/><Relationship Id="rId139" Type="http://schemas.openxmlformats.org/officeDocument/2006/relationships/image" Target="../media/image73.png"/><Relationship Id="rId85" Type="http://schemas.openxmlformats.org/officeDocument/2006/relationships/image" Target="../media/image46.png"/><Relationship Id="rId150" Type="http://schemas.openxmlformats.org/officeDocument/2006/relationships/customXml" Target="../ink/ink74.xml"/><Relationship Id="rId171" Type="http://schemas.openxmlformats.org/officeDocument/2006/relationships/image" Target="../media/image89.png"/><Relationship Id="rId192" Type="http://schemas.openxmlformats.org/officeDocument/2006/relationships/customXml" Target="../ink/ink95.xml"/><Relationship Id="rId206" Type="http://schemas.openxmlformats.org/officeDocument/2006/relationships/customXml" Target="../ink/ink102.xml"/><Relationship Id="rId227" Type="http://schemas.openxmlformats.org/officeDocument/2006/relationships/image" Target="../media/image117.png"/><Relationship Id="rId12" Type="http://schemas.openxmlformats.org/officeDocument/2006/relationships/customXml" Target="../ink/ink5.xml"/><Relationship Id="rId33" Type="http://schemas.openxmlformats.org/officeDocument/2006/relationships/image" Target="../media/image20.png"/><Relationship Id="rId108" Type="http://schemas.openxmlformats.org/officeDocument/2006/relationships/customXml" Target="../ink/ink53.xml"/><Relationship Id="rId129" Type="http://schemas.openxmlformats.org/officeDocument/2006/relationships/image" Target="../media/image68.png"/><Relationship Id="rId54" Type="http://schemas.openxmlformats.org/officeDocument/2006/relationships/customXml" Target="../ink/ink26.xml"/><Relationship Id="rId75" Type="http://schemas.openxmlformats.org/officeDocument/2006/relationships/image" Target="../media/image41.png"/><Relationship Id="rId96" Type="http://schemas.openxmlformats.org/officeDocument/2006/relationships/customXml" Target="../ink/ink47.xml"/><Relationship Id="rId140" Type="http://schemas.openxmlformats.org/officeDocument/2006/relationships/customXml" Target="../ink/ink69.xml"/><Relationship Id="rId161" Type="http://schemas.openxmlformats.org/officeDocument/2006/relationships/image" Target="../media/image84.png"/><Relationship Id="rId182" Type="http://schemas.openxmlformats.org/officeDocument/2006/relationships/customXml" Target="../ink/ink90.xml"/><Relationship Id="rId217" Type="http://schemas.openxmlformats.org/officeDocument/2006/relationships/image" Target="../media/image112.png"/><Relationship Id="rId6" Type="http://schemas.openxmlformats.org/officeDocument/2006/relationships/customXml" Target="../ink/ink2.xml"/><Relationship Id="rId238" Type="http://schemas.openxmlformats.org/officeDocument/2006/relationships/customXml" Target="../ink/ink118.xml"/><Relationship Id="rId23" Type="http://schemas.openxmlformats.org/officeDocument/2006/relationships/image" Target="../media/image15.png"/><Relationship Id="rId119" Type="http://schemas.openxmlformats.org/officeDocument/2006/relationships/image" Target="../media/image63.png"/><Relationship Id="rId44" Type="http://schemas.openxmlformats.org/officeDocument/2006/relationships/customXml" Target="../ink/ink21.xml"/><Relationship Id="rId65" Type="http://schemas.openxmlformats.org/officeDocument/2006/relationships/image" Target="../media/image36.png"/><Relationship Id="rId86" Type="http://schemas.openxmlformats.org/officeDocument/2006/relationships/customXml" Target="../ink/ink42.xml"/><Relationship Id="rId130" Type="http://schemas.openxmlformats.org/officeDocument/2006/relationships/customXml" Target="../ink/ink64.xml"/><Relationship Id="rId151" Type="http://schemas.openxmlformats.org/officeDocument/2006/relationships/image" Target="../media/image79.png"/><Relationship Id="rId172" Type="http://schemas.openxmlformats.org/officeDocument/2006/relationships/customXml" Target="../ink/ink85.xml"/><Relationship Id="rId193" Type="http://schemas.openxmlformats.org/officeDocument/2006/relationships/image" Target="../media/image100.png"/><Relationship Id="rId207" Type="http://schemas.openxmlformats.org/officeDocument/2006/relationships/image" Target="../media/image107.png"/><Relationship Id="rId228" Type="http://schemas.openxmlformats.org/officeDocument/2006/relationships/customXml" Target="../ink/ink113.xml"/><Relationship Id="rId13" Type="http://schemas.openxmlformats.org/officeDocument/2006/relationships/image" Target="../media/image10.png"/><Relationship Id="rId109" Type="http://schemas.openxmlformats.org/officeDocument/2006/relationships/image" Target="../media/image58.png"/><Relationship Id="rId34" Type="http://schemas.openxmlformats.org/officeDocument/2006/relationships/customXml" Target="../ink/ink16.xml"/><Relationship Id="rId55" Type="http://schemas.openxmlformats.org/officeDocument/2006/relationships/image" Target="../media/image31.png"/><Relationship Id="rId76" Type="http://schemas.openxmlformats.org/officeDocument/2006/relationships/customXml" Target="../ink/ink37.xml"/><Relationship Id="rId97" Type="http://schemas.openxmlformats.org/officeDocument/2006/relationships/image" Target="../media/image52.png"/><Relationship Id="rId120" Type="http://schemas.openxmlformats.org/officeDocument/2006/relationships/customXml" Target="../ink/ink59.xml"/><Relationship Id="rId141" Type="http://schemas.openxmlformats.org/officeDocument/2006/relationships/image" Target="../media/image74.png"/><Relationship Id="rId7" Type="http://schemas.openxmlformats.org/officeDocument/2006/relationships/image" Target="../media/image7.png"/><Relationship Id="rId162" Type="http://schemas.openxmlformats.org/officeDocument/2006/relationships/customXml" Target="../ink/ink80.xml"/><Relationship Id="rId183" Type="http://schemas.openxmlformats.org/officeDocument/2006/relationships/image" Target="../media/image95.png"/><Relationship Id="rId218" Type="http://schemas.openxmlformats.org/officeDocument/2006/relationships/customXml" Target="../ink/ink108.xml"/><Relationship Id="rId239" Type="http://schemas.openxmlformats.org/officeDocument/2006/relationships/image" Target="../media/image123.png"/><Relationship Id="rId24" Type="http://schemas.openxmlformats.org/officeDocument/2006/relationships/customXml" Target="../ink/ink11.xml"/><Relationship Id="rId45" Type="http://schemas.openxmlformats.org/officeDocument/2006/relationships/image" Target="../media/image26.png"/><Relationship Id="rId66" Type="http://schemas.openxmlformats.org/officeDocument/2006/relationships/customXml" Target="../ink/ink32.xml"/><Relationship Id="rId87" Type="http://schemas.openxmlformats.org/officeDocument/2006/relationships/image" Target="../media/image47.png"/><Relationship Id="rId110" Type="http://schemas.openxmlformats.org/officeDocument/2006/relationships/customXml" Target="../ink/ink54.xml"/><Relationship Id="rId131" Type="http://schemas.openxmlformats.org/officeDocument/2006/relationships/image" Target="../media/image69.png"/><Relationship Id="rId152" Type="http://schemas.openxmlformats.org/officeDocument/2006/relationships/customXml" Target="../ink/ink75.xml"/><Relationship Id="rId173" Type="http://schemas.openxmlformats.org/officeDocument/2006/relationships/image" Target="../media/image90.png"/><Relationship Id="rId194" Type="http://schemas.openxmlformats.org/officeDocument/2006/relationships/customXml" Target="../ink/ink96.xml"/><Relationship Id="rId208" Type="http://schemas.openxmlformats.org/officeDocument/2006/relationships/customXml" Target="../ink/ink103.xml"/><Relationship Id="rId229" Type="http://schemas.openxmlformats.org/officeDocument/2006/relationships/image" Target="../media/image118.png"/><Relationship Id="rId240" Type="http://schemas.openxmlformats.org/officeDocument/2006/relationships/customXml" Target="../ink/ink119.xml"/><Relationship Id="rId14" Type="http://schemas.openxmlformats.org/officeDocument/2006/relationships/customXml" Target="../ink/ink6.xml"/><Relationship Id="rId35" Type="http://schemas.openxmlformats.org/officeDocument/2006/relationships/image" Target="../media/image21.png"/><Relationship Id="rId56" Type="http://schemas.openxmlformats.org/officeDocument/2006/relationships/customXml" Target="../ink/ink27.xml"/><Relationship Id="rId77" Type="http://schemas.openxmlformats.org/officeDocument/2006/relationships/image" Target="../media/image42.png"/><Relationship Id="rId100" Type="http://schemas.openxmlformats.org/officeDocument/2006/relationships/customXml" Target="../ink/ink49.xml"/><Relationship Id="rId8" Type="http://schemas.openxmlformats.org/officeDocument/2006/relationships/customXml" Target="../ink/ink3.xml"/><Relationship Id="rId98" Type="http://schemas.openxmlformats.org/officeDocument/2006/relationships/customXml" Target="../ink/ink48.xml"/><Relationship Id="rId121" Type="http://schemas.openxmlformats.org/officeDocument/2006/relationships/image" Target="../media/image64.png"/><Relationship Id="rId142" Type="http://schemas.openxmlformats.org/officeDocument/2006/relationships/customXml" Target="../ink/ink70.xml"/><Relationship Id="rId163" Type="http://schemas.openxmlformats.org/officeDocument/2006/relationships/image" Target="../media/image85.png"/><Relationship Id="rId184" Type="http://schemas.openxmlformats.org/officeDocument/2006/relationships/customXml" Target="../ink/ink91.xml"/><Relationship Id="rId219" Type="http://schemas.openxmlformats.org/officeDocument/2006/relationships/image" Target="../media/image113.png"/><Relationship Id="rId230" Type="http://schemas.openxmlformats.org/officeDocument/2006/relationships/customXml" Target="../ink/ink114.xml"/><Relationship Id="rId25" Type="http://schemas.openxmlformats.org/officeDocument/2006/relationships/image" Target="../media/image16.png"/><Relationship Id="rId46" Type="http://schemas.openxmlformats.org/officeDocument/2006/relationships/customXml" Target="../ink/ink22.xml"/><Relationship Id="rId67" Type="http://schemas.openxmlformats.org/officeDocument/2006/relationships/image" Target="../media/image37.png"/><Relationship Id="rId88" Type="http://schemas.openxmlformats.org/officeDocument/2006/relationships/customXml" Target="../ink/ink43.xml"/><Relationship Id="rId111" Type="http://schemas.openxmlformats.org/officeDocument/2006/relationships/image" Target="../media/image59.png"/><Relationship Id="rId132" Type="http://schemas.openxmlformats.org/officeDocument/2006/relationships/customXml" Target="../ink/ink65.xml"/><Relationship Id="rId153" Type="http://schemas.openxmlformats.org/officeDocument/2006/relationships/image" Target="../media/image80.png"/><Relationship Id="rId174" Type="http://schemas.openxmlformats.org/officeDocument/2006/relationships/customXml" Target="../ink/ink86.xml"/><Relationship Id="rId195" Type="http://schemas.openxmlformats.org/officeDocument/2006/relationships/image" Target="../media/image101.png"/><Relationship Id="rId209" Type="http://schemas.openxmlformats.org/officeDocument/2006/relationships/image" Target="../media/image108.png"/><Relationship Id="rId220" Type="http://schemas.openxmlformats.org/officeDocument/2006/relationships/customXml" Target="../ink/ink109.xml"/><Relationship Id="rId241" Type="http://schemas.openxmlformats.org/officeDocument/2006/relationships/image" Target="../media/image124.png"/><Relationship Id="rId15" Type="http://schemas.openxmlformats.org/officeDocument/2006/relationships/image" Target="../media/image11.png"/><Relationship Id="rId36" Type="http://schemas.openxmlformats.org/officeDocument/2006/relationships/customXml" Target="../ink/ink17.xml"/><Relationship Id="rId57" Type="http://schemas.openxmlformats.org/officeDocument/2006/relationships/image" Target="../media/image32.png"/><Relationship Id="rId10" Type="http://schemas.openxmlformats.org/officeDocument/2006/relationships/customXml" Target="../ink/ink4.xml"/><Relationship Id="rId31" Type="http://schemas.openxmlformats.org/officeDocument/2006/relationships/image" Target="../media/image19.png"/><Relationship Id="rId52" Type="http://schemas.openxmlformats.org/officeDocument/2006/relationships/customXml" Target="../ink/ink25.xml"/><Relationship Id="rId73" Type="http://schemas.openxmlformats.org/officeDocument/2006/relationships/image" Target="../media/image40.png"/><Relationship Id="rId78" Type="http://schemas.openxmlformats.org/officeDocument/2006/relationships/customXml" Target="../ink/ink38.xml"/><Relationship Id="rId94" Type="http://schemas.openxmlformats.org/officeDocument/2006/relationships/customXml" Target="../ink/ink46.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0.xml"/><Relationship Id="rId143" Type="http://schemas.openxmlformats.org/officeDocument/2006/relationships/image" Target="../media/image75.png"/><Relationship Id="rId148" Type="http://schemas.openxmlformats.org/officeDocument/2006/relationships/customXml" Target="../ink/ink73.xml"/><Relationship Id="rId164" Type="http://schemas.openxmlformats.org/officeDocument/2006/relationships/customXml" Target="../ink/ink81.xml"/><Relationship Id="rId169" Type="http://schemas.openxmlformats.org/officeDocument/2006/relationships/image" Target="../media/image88.png"/><Relationship Id="rId185" Type="http://schemas.openxmlformats.org/officeDocument/2006/relationships/image" Target="../media/image96.png"/><Relationship Id="rId4" Type="http://schemas.openxmlformats.org/officeDocument/2006/relationships/customXml" Target="../ink/ink1.xml"/><Relationship Id="rId9" Type="http://schemas.openxmlformats.org/officeDocument/2006/relationships/image" Target="../media/image8.png"/><Relationship Id="rId180" Type="http://schemas.openxmlformats.org/officeDocument/2006/relationships/customXml" Target="../ink/ink89.xml"/><Relationship Id="rId210" Type="http://schemas.openxmlformats.org/officeDocument/2006/relationships/customXml" Target="../ink/ink104.xml"/><Relationship Id="rId215" Type="http://schemas.openxmlformats.org/officeDocument/2006/relationships/image" Target="../media/image111.png"/><Relationship Id="rId236" Type="http://schemas.openxmlformats.org/officeDocument/2006/relationships/customXml" Target="../ink/ink117.xml"/><Relationship Id="rId26" Type="http://schemas.openxmlformats.org/officeDocument/2006/relationships/customXml" Target="../ink/ink12.xml"/><Relationship Id="rId231" Type="http://schemas.openxmlformats.org/officeDocument/2006/relationships/image" Target="../media/image119.png"/><Relationship Id="rId47" Type="http://schemas.openxmlformats.org/officeDocument/2006/relationships/image" Target="../media/image27.png"/><Relationship Id="rId68" Type="http://schemas.openxmlformats.org/officeDocument/2006/relationships/customXml" Target="../ink/ink33.xml"/><Relationship Id="rId89" Type="http://schemas.openxmlformats.org/officeDocument/2006/relationships/image" Target="../media/image48.png"/><Relationship Id="rId112" Type="http://schemas.openxmlformats.org/officeDocument/2006/relationships/customXml" Target="../ink/ink55.xml"/><Relationship Id="rId133" Type="http://schemas.openxmlformats.org/officeDocument/2006/relationships/image" Target="../media/image70.png"/><Relationship Id="rId154" Type="http://schemas.openxmlformats.org/officeDocument/2006/relationships/customXml" Target="../ink/ink76.xml"/><Relationship Id="rId175" Type="http://schemas.openxmlformats.org/officeDocument/2006/relationships/image" Target="../media/image91.png"/><Relationship Id="rId196" Type="http://schemas.openxmlformats.org/officeDocument/2006/relationships/customXml" Target="../ink/ink97.xml"/><Relationship Id="rId200" Type="http://schemas.openxmlformats.org/officeDocument/2006/relationships/customXml" Target="../ink/ink99.xml"/><Relationship Id="rId16" Type="http://schemas.openxmlformats.org/officeDocument/2006/relationships/customXml" Target="../ink/ink7.xml"/><Relationship Id="rId221" Type="http://schemas.openxmlformats.org/officeDocument/2006/relationships/image" Target="../media/image114.png"/><Relationship Id="rId242" Type="http://schemas.openxmlformats.org/officeDocument/2006/relationships/customXml" Target="../ink/ink120.xml"/><Relationship Id="rId37" Type="http://schemas.openxmlformats.org/officeDocument/2006/relationships/image" Target="../media/image22.png"/><Relationship Id="rId58" Type="http://schemas.openxmlformats.org/officeDocument/2006/relationships/customXml" Target="../ink/ink28.xml"/><Relationship Id="rId79" Type="http://schemas.openxmlformats.org/officeDocument/2006/relationships/image" Target="../media/image43.png"/><Relationship Id="rId102" Type="http://schemas.openxmlformats.org/officeDocument/2006/relationships/customXml" Target="../ink/ink50.xml"/><Relationship Id="rId123" Type="http://schemas.openxmlformats.org/officeDocument/2006/relationships/image" Target="../media/image65.png"/><Relationship Id="rId144" Type="http://schemas.openxmlformats.org/officeDocument/2006/relationships/customXml" Target="../ink/ink71.xml"/><Relationship Id="rId90" Type="http://schemas.openxmlformats.org/officeDocument/2006/relationships/customXml" Target="../ink/ink44.xml"/><Relationship Id="rId165" Type="http://schemas.openxmlformats.org/officeDocument/2006/relationships/image" Target="../media/image86.png"/><Relationship Id="rId186" Type="http://schemas.openxmlformats.org/officeDocument/2006/relationships/customXml" Target="../ink/ink92.xml"/><Relationship Id="rId211" Type="http://schemas.openxmlformats.org/officeDocument/2006/relationships/image" Target="../media/image109.png"/><Relationship Id="rId232" Type="http://schemas.openxmlformats.org/officeDocument/2006/relationships/customXml" Target="../ink/ink115.xml"/><Relationship Id="rId27" Type="http://schemas.openxmlformats.org/officeDocument/2006/relationships/image" Target="../media/image17.png"/><Relationship Id="rId48" Type="http://schemas.openxmlformats.org/officeDocument/2006/relationships/customXml" Target="../ink/ink23.xml"/><Relationship Id="rId69" Type="http://schemas.openxmlformats.org/officeDocument/2006/relationships/image" Target="../media/image38.png"/><Relationship Id="rId113" Type="http://schemas.openxmlformats.org/officeDocument/2006/relationships/image" Target="../media/image60.png"/><Relationship Id="rId134" Type="http://schemas.openxmlformats.org/officeDocument/2006/relationships/customXml" Target="../ink/ink66.xml"/><Relationship Id="rId80" Type="http://schemas.openxmlformats.org/officeDocument/2006/relationships/customXml" Target="../ink/ink39.xml"/><Relationship Id="rId155" Type="http://schemas.openxmlformats.org/officeDocument/2006/relationships/image" Target="../media/image81.png"/><Relationship Id="rId176" Type="http://schemas.openxmlformats.org/officeDocument/2006/relationships/customXml" Target="../ink/ink87.xml"/><Relationship Id="rId197" Type="http://schemas.openxmlformats.org/officeDocument/2006/relationships/image" Target="../media/image102.png"/><Relationship Id="rId201" Type="http://schemas.openxmlformats.org/officeDocument/2006/relationships/image" Target="../media/image104.png"/><Relationship Id="rId222" Type="http://schemas.openxmlformats.org/officeDocument/2006/relationships/customXml" Target="../ink/ink110.xml"/><Relationship Id="rId243" Type="http://schemas.openxmlformats.org/officeDocument/2006/relationships/image" Target="../media/image125.png"/><Relationship Id="rId17" Type="http://schemas.openxmlformats.org/officeDocument/2006/relationships/image" Target="../media/image12.png"/><Relationship Id="rId38" Type="http://schemas.openxmlformats.org/officeDocument/2006/relationships/customXml" Target="../ink/ink18.xml"/><Relationship Id="rId59" Type="http://schemas.openxmlformats.org/officeDocument/2006/relationships/image" Target="../media/image33.png"/><Relationship Id="rId103" Type="http://schemas.openxmlformats.org/officeDocument/2006/relationships/image" Target="../media/image55.png"/><Relationship Id="rId124" Type="http://schemas.openxmlformats.org/officeDocument/2006/relationships/customXml" Target="../ink/ink61.xml"/><Relationship Id="rId70" Type="http://schemas.openxmlformats.org/officeDocument/2006/relationships/customXml" Target="../ink/ink34.xml"/><Relationship Id="rId91" Type="http://schemas.openxmlformats.org/officeDocument/2006/relationships/image" Target="../media/image49.png"/><Relationship Id="rId145" Type="http://schemas.openxmlformats.org/officeDocument/2006/relationships/image" Target="../media/image76.png"/><Relationship Id="rId166" Type="http://schemas.openxmlformats.org/officeDocument/2006/relationships/customXml" Target="../ink/ink82.xml"/><Relationship Id="rId187" Type="http://schemas.openxmlformats.org/officeDocument/2006/relationships/image" Target="../media/image97.png"/><Relationship Id="rId1" Type="http://schemas.openxmlformats.org/officeDocument/2006/relationships/slideLayout" Target="../slideLayouts/slideLayout8.xml"/><Relationship Id="rId212" Type="http://schemas.openxmlformats.org/officeDocument/2006/relationships/customXml" Target="../ink/ink105.xml"/><Relationship Id="rId233" Type="http://schemas.openxmlformats.org/officeDocument/2006/relationships/image" Target="../media/image120.png"/><Relationship Id="rId28" Type="http://schemas.openxmlformats.org/officeDocument/2006/relationships/customXml" Target="../ink/ink13.xml"/><Relationship Id="rId49" Type="http://schemas.openxmlformats.org/officeDocument/2006/relationships/image" Target="../media/image28.png"/><Relationship Id="rId114" Type="http://schemas.openxmlformats.org/officeDocument/2006/relationships/customXml" Target="../ink/ink56.xml"/><Relationship Id="rId60" Type="http://schemas.openxmlformats.org/officeDocument/2006/relationships/customXml" Target="../ink/ink29.xml"/><Relationship Id="rId81" Type="http://schemas.openxmlformats.org/officeDocument/2006/relationships/image" Target="../media/image44.png"/><Relationship Id="rId135" Type="http://schemas.openxmlformats.org/officeDocument/2006/relationships/image" Target="../media/image71.png"/><Relationship Id="rId156" Type="http://schemas.openxmlformats.org/officeDocument/2006/relationships/customXml" Target="../ink/ink77.xml"/><Relationship Id="rId177" Type="http://schemas.openxmlformats.org/officeDocument/2006/relationships/image" Target="../media/image92.png"/><Relationship Id="rId198" Type="http://schemas.openxmlformats.org/officeDocument/2006/relationships/customXml" Target="../ink/ink98.xml"/><Relationship Id="rId202" Type="http://schemas.openxmlformats.org/officeDocument/2006/relationships/customXml" Target="../ink/ink100.xml"/><Relationship Id="rId223" Type="http://schemas.openxmlformats.org/officeDocument/2006/relationships/image" Target="../media/image115.png"/><Relationship Id="rId244" Type="http://schemas.openxmlformats.org/officeDocument/2006/relationships/customXml" Target="../ink/ink121.xml"/><Relationship Id="rId18" Type="http://schemas.openxmlformats.org/officeDocument/2006/relationships/customXml" Target="../ink/ink8.xml"/><Relationship Id="rId39" Type="http://schemas.openxmlformats.org/officeDocument/2006/relationships/image" Target="../media/image23.png"/><Relationship Id="rId50" Type="http://schemas.openxmlformats.org/officeDocument/2006/relationships/customXml" Target="../ink/ink24.xml"/><Relationship Id="rId104" Type="http://schemas.openxmlformats.org/officeDocument/2006/relationships/customXml" Target="../ink/ink51.xml"/><Relationship Id="rId125" Type="http://schemas.openxmlformats.org/officeDocument/2006/relationships/image" Target="../media/image66.png"/><Relationship Id="rId146" Type="http://schemas.openxmlformats.org/officeDocument/2006/relationships/customXml" Target="../ink/ink72.xml"/><Relationship Id="rId167" Type="http://schemas.openxmlformats.org/officeDocument/2006/relationships/image" Target="../media/image87.png"/><Relationship Id="rId188" Type="http://schemas.openxmlformats.org/officeDocument/2006/relationships/customXml" Target="../ink/ink93.xml"/><Relationship Id="rId71" Type="http://schemas.openxmlformats.org/officeDocument/2006/relationships/image" Target="../media/image39.png"/><Relationship Id="rId92" Type="http://schemas.openxmlformats.org/officeDocument/2006/relationships/customXml" Target="../ink/ink45.xml"/><Relationship Id="rId213" Type="http://schemas.openxmlformats.org/officeDocument/2006/relationships/image" Target="../media/image110.png"/><Relationship Id="rId234" Type="http://schemas.openxmlformats.org/officeDocument/2006/relationships/customXml" Target="../ink/ink116.xml"/><Relationship Id="rId2" Type="http://schemas.openxmlformats.org/officeDocument/2006/relationships/notesSlide" Target="../notesSlides/notesSlide5.xml"/><Relationship Id="rId29" Type="http://schemas.openxmlformats.org/officeDocument/2006/relationships/image" Target="../media/image18.png"/><Relationship Id="rId40" Type="http://schemas.openxmlformats.org/officeDocument/2006/relationships/customXml" Target="../ink/ink19.xml"/><Relationship Id="rId115" Type="http://schemas.openxmlformats.org/officeDocument/2006/relationships/image" Target="../media/image61.png"/><Relationship Id="rId136" Type="http://schemas.openxmlformats.org/officeDocument/2006/relationships/customXml" Target="../ink/ink67.xml"/><Relationship Id="rId157" Type="http://schemas.openxmlformats.org/officeDocument/2006/relationships/image" Target="../media/image82.png"/><Relationship Id="rId178" Type="http://schemas.openxmlformats.org/officeDocument/2006/relationships/customXml" Target="../ink/ink88.xml"/><Relationship Id="rId61" Type="http://schemas.openxmlformats.org/officeDocument/2006/relationships/image" Target="../media/image34.png"/><Relationship Id="rId82" Type="http://schemas.openxmlformats.org/officeDocument/2006/relationships/customXml" Target="../ink/ink40.xml"/><Relationship Id="rId199" Type="http://schemas.openxmlformats.org/officeDocument/2006/relationships/image" Target="../media/image103.png"/><Relationship Id="rId203" Type="http://schemas.openxmlformats.org/officeDocument/2006/relationships/image" Target="../media/image105.png"/><Relationship Id="rId19" Type="http://schemas.openxmlformats.org/officeDocument/2006/relationships/image" Target="../media/image13.png"/><Relationship Id="rId224" Type="http://schemas.openxmlformats.org/officeDocument/2006/relationships/customXml" Target="../ink/ink111.xml"/><Relationship Id="rId245" Type="http://schemas.openxmlformats.org/officeDocument/2006/relationships/image" Target="../media/image126.png"/><Relationship Id="rId30" Type="http://schemas.openxmlformats.org/officeDocument/2006/relationships/customXml" Target="../ink/ink14.xml"/><Relationship Id="rId105" Type="http://schemas.openxmlformats.org/officeDocument/2006/relationships/image" Target="../media/image56.png"/><Relationship Id="rId126" Type="http://schemas.openxmlformats.org/officeDocument/2006/relationships/customXml" Target="../ink/ink62.xml"/><Relationship Id="rId147" Type="http://schemas.openxmlformats.org/officeDocument/2006/relationships/image" Target="../media/image77.png"/><Relationship Id="rId168" Type="http://schemas.openxmlformats.org/officeDocument/2006/relationships/customXml" Target="../ink/ink83.xml"/><Relationship Id="rId51" Type="http://schemas.openxmlformats.org/officeDocument/2006/relationships/image" Target="../media/image29.png"/><Relationship Id="rId72" Type="http://schemas.openxmlformats.org/officeDocument/2006/relationships/customXml" Target="../ink/ink35.xml"/><Relationship Id="rId93" Type="http://schemas.openxmlformats.org/officeDocument/2006/relationships/image" Target="../media/image50.png"/><Relationship Id="rId189" Type="http://schemas.openxmlformats.org/officeDocument/2006/relationships/image" Target="../media/image98.png"/><Relationship Id="rId3" Type="http://schemas.openxmlformats.org/officeDocument/2006/relationships/image" Target="../media/image4.png"/><Relationship Id="rId214" Type="http://schemas.openxmlformats.org/officeDocument/2006/relationships/customXml" Target="../ink/ink106.xml"/><Relationship Id="rId235" Type="http://schemas.openxmlformats.org/officeDocument/2006/relationships/image" Target="../media/image121.png"/><Relationship Id="rId116" Type="http://schemas.openxmlformats.org/officeDocument/2006/relationships/customXml" Target="../ink/ink57.xml"/><Relationship Id="rId137" Type="http://schemas.openxmlformats.org/officeDocument/2006/relationships/image" Target="../media/image72.png"/><Relationship Id="rId158" Type="http://schemas.openxmlformats.org/officeDocument/2006/relationships/customXml" Target="../ink/ink78.xml"/><Relationship Id="rId20" Type="http://schemas.openxmlformats.org/officeDocument/2006/relationships/customXml" Target="../ink/ink9.xml"/><Relationship Id="rId41" Type="http://schemas.openxmlformats.org/officeDocument/2006/relationships/image" Target="../media/image24.png"/><Relationship Id="rId62" Type="http://schemas.openxmlformats.org/officeDocument/2006/relationships/customXml" Target="../ink/ink30.xml"/><Relationship Id="rId83" Type="http://schemas.openxmlformats.org/officeDocument/2006/relationships/image" Target="../media/image45.png"/><Relationship Id="rId179" Type="http://schemas.openxmlformats.org/officeDocument/2006/relationships/image" Target="../media/image93.png"/><Relationship Id="rId190" Type="http://schemas.openxmlformats.org/officeDocument/2006/relationships/customXml" Target="../ink/ink94.xml"/><Relationship Id="rId204" Type="http://schemas.openxmlformats.org/officeDocument/2006/relationships/customXml" Target="../ink/ink101.xml"/><Relationship Id="rId225" Type="http://schemas.openxmlformats.org/officeDocument/2006/relationships/image" Target="../media/image116.png"/><Relationship Id="rId106" Type="http://schemas.openxmlformats.org/officeDocument/2006/relationships/customXml" Target="../ink/ink52.xml"/><Relationship Id="rId127" Type="http://schemas.openxmlformats.org/officeDocument/2006/relationships/image" Target="../media/image6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customXml" Target="../ink/ink12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180.png"/><Relationship Id="rId4" Type="http://schemas.openxmlformats.org/officeDocument/2006/relationships/customXml" Target="../ink/ink12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2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2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2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8.jpe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2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28.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710.png"/><Relationship Id="rId4" Type="http://schemas.openxmlformats.org/officeDocument/2006/relationships/customXml" Target="../ink/ink129.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slideLayout" Target="../slideLayouts/slideLayout9.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136.jpeg"/><Relationship Id="rId3" Type="http://schemas.openxmlformats.org/officeDocument/2006/relationships/image" Target="../media/image131.jpeg"/><Relationship Id="rId7" Type="http://schemas.openxmlformats.org/officeDocument/2006/relationships/image" Target="../media/image135.tiff"/><Relationship Id="rId2" Type="http://schemas.openxmlformats.org/officeDocument/2006/relationships/notesSlide" Target="../notesSlides/notesSlide16.xml"/><Relationship Id="rId1" Type="http://schemas.openxmlformats.org/officeDocument/2006/relationships/slideLayout" Target="../slideLayouts/slideLayout39.xml"/><Relationship Id="rId6" Type="http://schemas.openxmlformats.org/officeDocument/2006/relationships/image" Target="../media/image134.tiff"/><Relationship Id="rId5" Type="http://schemas.openxmlformats.org/officeDocument/2006/relationships/image" Target="../media/image133.tiff"/><Relationship Id="rId4" Type="http://schemas.openxmlformats.org/officeDocument/2006/relationships/image" Target="../media/image132.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DAY-26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Additional Save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Authorization</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Precheck &amp; Augment</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a:solidFill>
                  <a:schemeClr val="accent4"/>
                </a:solidFill>
                <a:latin typeface="Open Sans" panose="020B0606030504020204" pitchFamily="34" charset="0"/>
                <a:ea typeface="Open Sans" panose="020B0606030504020204" pitchFamily="34" charset="0"/>
                <a:cs typeface="Open Sans" panose="020B0606030504020204" pitchFamily="34" charset="0"/>
              </a:rPr>
              <a:t>Virtual Element</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1">
          <a:extLst>
            <a:ext uri="{FF2B5EF4-FFF2-40B4-BE49-F238E27FC236}">
              <a16:creationId xmlns:a16="http://schemas.microsoft.com/office/drawing/2014/main" id="{58D7B328-1C80-D999-917D-E9E302B1C512}"/>
            </a:ext>
          </a:extLst>
        </p:cNvPr>
        <p:cNvGrpSpPr/>
        <p:nvPr/>
      </p:nvGrpSpPr>
      <p:grpSpPr>
        <a:xfrm>
          <a:off x="0" y="0"/>
          <a:ext cx="0" cy="0"/>
          <a:chOff x="0" y="0"/>
          <a:chExt cx="0" cy="0"/>
        </a:xfrm>
      </p:grpSpPr>
      <p:sp>
        <p:nvSpPr>
          <p:cNvPr id="1703" name="Google Shape;1703;p90">
            <a:extLst>
              <a:ext uri="{FF2B5EF4-FFF2-40B4-BE49-F238E27FC236}">
                <a16:creationId xmlns:a16="http://schemas.microsoft.com/office/drawing/2014/main" id="{AB29397C-828D-8D56-FC0C-527E4BAF5714}"/>
              </a:ext>
            </a:extLst>
          </p:cNvPr>
          <p:cNvSpPr txBox="1"/>
          <p:nvPr/>
        </p:nvSpPr>
        <p:spPr>
          <a:xfrm>
            <a:off x="224979" y="788088"/>
            <a:ext cx="11806237" cy="5755381"/>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Calibri"/>
                <a:ea typeface="Calibri"/>
                <a:cs typeface="Calibri"/>
                <a:sym typeface="Calibri"/>
              </a:rPr>
              <a:t>What is Additional Save?</a:t>
            </a:r>
          </a:p>
          <a:p>
            <a:pPr lvl="0"/>
            <a:r>
              <a:rPr lang="en-US" sz="1600" dirty="0">
                <a:solidFill>
                  <a:schemeClr val="dk1"/>
                </a:solidFill>
                <a:latin typeface="Calibri"/>
                <a:ea typeface="Calibri"/>
                <a:cs typeface="Calibri"/>
                <a:sym typeface="Calibri"/>
              </a:rPr>
              <a:t>Additional Save allows you to execute custom logic during the save sequence, after the main save has happened. It runs in the save phase of the RAP interaction cycle, meaning all validations and determinations are already done, the data is consistent, and now you just need to do something "extra" before or alongside committing.</a:t>
            </a:r>
          </a:p>
          <a:p>
            <a:pPr lvl="0"/>
            <a:endParaRPr lang="en-US" sz="1600" dirty="0">
              <a:solidFill>
                <a:schemeClr val="dk1"/>
              </a:solidFill>
              <a:latin typeface="Calibri"/>
              <a:ea typeface="Calibri"/>
              <a:cs typeface="Calibri"/>
              <a:sym typeface="Calibri"/>
            </a:endParaRPr>
          </a:p>
          <a:p>
            <a:pPr lvl="0"/>
            <a:r>
              <a:rPr lang="en-US" sz="1600" dirty="0">
                <a:solidFill>
                  <a:schemeClr val="dk1"/>
                </a:solidFill>
                <a:latin typeface="Calibri"/>
                <a:ea typeface="Calibri"/>
                <a:cs typeface="Calibri"/>
                <a:sym typeface="Calibri"/>
              </a:rPr>
              <a:t>You use Additional Save when you need to:</a:t>
            </a:r>
          </a:p>
          <a:p>
            <a:pPr lvl="0"/>
            <a:r>
              <a:rPr lang="en-US" sz="1600" dirty="0">
                <a:solidFill>
                  <a:schemeClr val="dk1"/>
                </a:solidFill>
                <a:latin typeface="Calibri"/>
                <a:ea typeface="Calibri"/>
                <a:cs typeface="Calibri"/>
                <a:sym typeface="Calibri"/>
              </a:rPr>
              <a:t>- Write to a legacy table or a table that is not managed by your RAP business object (e.g., a log table, a history table, or an old Z-table that still needs to be updated)</a:t>
            </a:r>
          </a:p>
          <a:p>
            <a:pPr lvl="0"/>
            <a:r>
              <a:rPr lang="en-US" sz="1600" dirty="0">
                <a:solidFill>
                  <a:schemeClr val="dk1"/>
                </a:solidFill>
                <a:latin typeface="Calibri"/>
                <a:ea typeface="Calibri"/>
                <a:cs typeface="Calibri"/>
                <a:sym typeface="Calibri"/>
              </a:rPr>
              <a:t>- Call an external API or function module as part of the save</a:t>
            </a:r>
          </a:p>
          <a:p>
            <a:pPr lvl="0"/>
            <a:r>
              <a:rPr lang="en-US" sz="1600" dirty="0">
                <a:solidFill>
                  <a:schemeClr val="dk1"/>
                </a:solidFill>
                <a:latin typeface="Calibri"/>
                <a:ea typeface="Calibri"/>
                <a:cs typeface="Calibri"/>
                <a:sym typeface="Calibri"/>
              </a:rPr>
              <a:t>- Trigger a side effect like sending a notification, updating a counter, or writing audit logs</a:t>
            </a:r>
          </a:p>
          <a:p>
            <a:pPr lvl="0"/>
            <a:r>
              <a:rPr lang="en-US" sz="1600" dirty="0">
                <a:solidFill>
                  <a:schemeClr val="dk1"/>
                </a:solidFill>
                <a:latin typeface="Calibri"/>
                <a:ea typeface="Calibri"/>
                <a:cs typeface="Calibri"/>
                <a:sym typeface="Calibri"/>
              </a:rPr>
              <a:t>- Basically any action that needs to happen at save time but outside the managed persistence</a:t>
            </a:r>
          </a:p>
          <a:p>
            <a:pPr lvl="0"/>
            <a:endParaRPr lang="en-US" sz="1600" dirty="0">
              <a:solidFill>
                <a:schemeClr val="dk1"/>
              </a:solidFill>
              <a:latin typeface="Calibri"/>
              <a:ea typeface="Calibri"/>
              <a:cs typeface="Calibri"/>
              <a:sym typeface="Calibri"/>
            </a:endParaRPr>
          </a:p>
          <a:p>
            <a:pPr lvl="0"/>
            <a:r>
              <a:rPr lang="en-US" sz="1600" b="1" dirty="0">
                <a:solidFill>
                  <a:schemeClr val="dk1"/>
                </a:solidFill>
                <a:latin typeface="Calibri"/>
                <a:ea typeface="Calibri"/>
                <a:cs typeface="Calibri"/>
                <a:sym typeface="Calibri"/>
              </a:rPr>
              <a:t>Where is it implemented?</a:t>
            </a:r>
          </a:p>
          <a:p>
            <a:pPr lvl="0"/>
            <a:endParaRPr lang="en-US" sz="1600" dirty="0">
              <a:solidFill>
                <a:schemeClr val="dk1"/>
              </a:solidFill>
              <a:latin typeface="Calibri"/>
              <a:ea typeface="Calibri"/>
              <a:cs typeface="Calibri"/>
              <a:sym typeface="Calibri"/>
            </a:endParaRPr>
          </a:p>
          <a:p>
            <a:pPr lvl="0"/>
            <a:r>
              <a:rPr lang="en-US" sz="1600" dirty="0">
                <a:solidFill>
                  <a:schemeClr val="dk1"/>
                </a:solidFill>
                <a:latin typeface="Calibri"/>
                <a:ea typeface="Calibri"/>
                <a:cs typeface="Calibri"/>
                <a:sym typeface="Calibri"/>
              </a:rPr>
              <a:t>It is implemented in the Saver class of your behavior implementation. You define the method `</a:t>
            </a:r>
            <a:r>
              <a:rPr lang="en-US" sz="1600" dirty="0" err="1">
                <a:solidFill>
                  <a:schemeClr val="dk1"/>
                </a:solidFill>
                <a:latin typeface="Calibri"/>
                <a:ea typeface="Calibri"/>
                <a:cs typeface="Calibri"/>
                <a:sym typeface="Calibri"/>
              </a:rPr>
              <a:t>save_modified</a:t>
            </a:r>
            <a:r>
              <a:rPr lang="en-US" sz="1600" dirty="0">
                <a:solidFill>
                  <a:schemeClr val="dk1"/>
                </a:solidFill>
                <a:latin typeface="Calibri"/>
                <a:ea typeface="Calibri"/>
                <a:cs typeface="Calibri"/>
                <a:sym typeface="Calibri"/>
              </a:rPr>
              <a:t>` and inside it, you write your additional logic. In the behavior definition, you declare it using the `additional save` keyword. It is only available in managed scenarios where the framework handles the main persistence, because in unmanaged RAP you are already writing all save logic yourself.</a:t>
            </a:r>
          </a:p>
          <a:p>
            <a:pPr lvl="0"/>
            <a:endParaRPr lang="en-US" sz="1600" dirty="0">
              <a:solidFill>
                <a:schemeClr val="dk1"/>
              </a:solidFill>
              <a:latin typeface="Calibri"/>
              <a:ea typeface="Calibri"/>
              <a:cs typeface="Calibri"/>
              <a:sym typeface="Calibri"/>
            </a:endParaRPr>
          </a:p>
          <a:p>
            <a:pPr lvl="0"/>
            <a:r>
              <a:rPr lang="en-US" sz="1600" b="1" dirty="0">
                <a:solidFill>
                  <a:schemeClr val="dk1"/>
                </a:solidFill>
                <a:latin typeface="Calibri"/>
                <a:ea typeface="Calibri"/>
                <a:cs typeface="Calibri"/>
                <a:sym typeface="Calibri"/>
              </a:rPr>
              <a:t> Simple analogy</a:t>
            </a:r>
          </a:p>
          <a:p>
            <a:pPr lvl="0"/>
            <a:endParaRPr lang="en-US" sz="1600" dirty="0">
              <a:solidFill>
                <a:schemeClr val="dk1"/>
              </a:solidFill>
              <a:latin typeface="Calibri"/>
              <a:ea typeface="Calibri"/>
              <a:cs typeface="Calibri"/>
              <a:sym typeface="Calibri"/>
            </a:endParaRPr>
          </a:p>
          <a:p>
            <a:pPr lvl="0"/>
            <a:r>
              <a:rPr lang="en-US" sz="1600" dirty="0">
                <a:solidFill>
                  <a:schemeClr val="dk1"/>
                </a:solidFill>
                <a:latin typeface="Calibri"/>
                <a:ea typeface="Calibri"/>
                <a:cs typeface="Calibri"/>
                <a:sym typeface="Calibri"/>
              </a:rPr>
              <a:t>Think of the standard save as checking out at a store — the cashier processes your items and charges you. Additional Save is like the store also printing a gift receipt, updating a loyalty points system, or sending you a confirmation email as part of that same checkout transaction. The main job is done, but there are extras happening at the same time.</a:t>
            </a:r>
          </a:p>
        </p:txBody>
      </p:sp>
      <p:sp>
        <p:nvSpPr>
          <p:cNvPr id="1704" name="Google Shape;1704;p90">
            <a:extLst>
              <a:ext uri="{FF2B5EF4-FFF2-40B4-BE49-F238E27FC236}">
                <a16:creationId xmlns:a16="http://schemas.microsoft.com/office/drawing/2014/main" id="{AE4FA629-2F3B-D692-7125-1AFB1A542F5B}"/>
              </a:ext>
            </a:extLst>
          </p:cNvPr>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Additional Save</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32BEEB33-C278-22AC-3CA3-1964AEE9B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a:extLst>
              <a:ext uri="{FF2B5EF4-FFF2-40B4-BE49-F238E27FC236}">
                <a16:creationId xmlns:a16="http://schemas.microsoft.com/office/drawing/2014/main" id="{A20E9318-EFC8-6696-BCB0-28B45ABE41E4}"/>
              </a:ext>
            </a:extLst>
          </p:cNvPr>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185991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03">
                                            <p:txEl>
                                              <p:pRg st="0" end="0"/>
                                            </p:txEl>
                                          </p:spTgt>
                                        </p:tgtEl>
                                        <p:attrNameLst>
                                          <p:attrName>style.visibility</p:attrName>
                                        </p:attrNameLst>
                                      </p:cBhvr>
                                      <p:to>
                                        <p:strVal val="visible"/>
                                      </p:to>
                                    </p:set>
                                    <p:animEffect transition="in" filter="fade">
                                      <p:cBhvr>
                                        <p:cTn id="7" dur="1000"/>
                                        <p:tgtEl>
                                          <p:spTgt spid="1703">
                                            <p:txEl>
                                              <p:pRg st="0" end="0"/>
                                            </p:txEl>
                                          </p:spTgt>
                                        </p:tgtEl>
                                      </p:cBhvr>
                                    </p:animEffect>
                                    <p:anim calcmode="lin" valueType="num">
                                      <p:cBhvr>
                                        <p:cTn id="8" dur="1000" fill="hold"/>
                                        <p:tgtEl>
                                          <p:spTgt spid="17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03">
                                            <p:txEl>
                                              <p:pRg st="1" end="1"/>
                                            </p:txEl>
                                          </p:spTgt>
                                        </p:tgtEl>
                                        <p:attrNameLst>
                                          <p:attrName>style.visibility</p:attrName>
                                        </p:attrNameLst>
                                      </p:cBhvr>
                                      <p:to>
                                        <p:strVal val="visible"/>
                                      </p:to>
                                    </p:set>
                                    <p:animEffect transition="in" filter="fade">
                                      <p:cBhvr>
                                        <p:cTn id="14" dur="1000"/>
                                        <p:tgtEl>
                                          <p:spTgt spid="1703">
                                            <p:txEl>
                                              <p:pRg st="1" end="1"/>
                                            </p:txEl>
                                          </p:spTgt>
                                        </p:tgtEl>
                                      </p:cBhvr>
                                    </p:animEffect>
                                    <p:anim calcmode="lin" valueType="num">
                                      <p:cBhvr>
                                        <p:cTn id="15" dur="1000" fill="hold"/>
                                        <p:tgtEl>
                                          <p:spTgt spid="170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03">
                                            <p:txEl>
                                              <p:pRg st="3" end="3"/>
                                            </p:txEl>
                                          </p:spTgt>
                                        </p:tgtEl>
                                        <p:attrNameLst>
                                          <p:attrName>style.visibility</p:attrName>
                                        </p:attrNameLst>
                                      </p:cBhvr>
                                      <p:to>
                                        <p:strVal val="visible"/>
                                      </p:to>
                                    </p:set>
                                    <p:animEffect transition="in" filter="fade">
                                      <p:cBhvr>
                                        <p:cTn id="21" dur="1000"/>
                                        <p:tgtEl>
                                          <p:spTgt spid="1703">
                                            <p:txEl>
                                              <p:pRg st="3" end="3"/>
                                            </p:txEl>
                                          </p:spTgt>
                                        </p:tgtEl>
                                      </p:cBhvr>
                                    </p:animEffect>
                                    <p:anim calcmode="lin" valueType="num">
                                      <p:cBhvr>
                                        <p:cTn id="22" dur="1000" fill="hold"/>
                                        <p:tgtEl>
                                          <p:spTgt spid="170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70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03">
                                            <p:txEl>
                                              <p:pRg st="4" end="4"/>
                                            </p:txEl>
                                          </p:spTgt>
                                        </p:tgtEl>
                                        <p:attrNameLst>
                                          <p:attrName>style.visibility</p:attrName>
                                        </p:attrNameLst>
                                      </p:cBhvr>
                                      <p:to>
                                        <p:strVal val="visible"/>
                                      </p:to>
                                    </p:set>
                                    <p:animEffect transition="in" filter="fade">
                                      <p:cBhvr>
                                        <p:cTn id="28" dur="1000"/>
                                        <p:tgtEl>
                                          <p:spTgt spid="1703">
                                            <p:txEl>
                                              <p:pRg st="4" end="4"/>
                                            </p:txEl>
                                          </p:spTgt>
                                        </p:tgtEl>
                                      </p:cBhvr>
                                    </p:animEffect>
                                    <p:anim calcmode="lin" valueType="num">
                                      <p:cBhvr>
                                        <p:cTn id="29" dur="1000" fill="hold"/>
                                        <p:tgtEl>
                                          <p:spTgt spid="170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70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03">
                                            <p:txEl>
                                              <p:pRg st="5" end="5"/>
                                            </p:txEl>
                                          </p:spTgt>
                                        </p:tgtEl>
                                        <p:attrNameLst>
                                          <p:attrName>style.visibility</p:attrName>
                                        </p:attrNameLst>
                                      </p:cBhvr>
                                      <p:to>
                                        <p:strVal val="visible"/>
                                      </p:to>
                                    </p:set>
                                    <p:animEffect transition="in" filter="fade">
                                      <p:cBhvr>
                                        <p:cTn id="35" dur="1000"/>
                                        <p:tgtEl>
                                          <p:spTgt spid="1703">
                                            <p:txEl>
                                              <p:pRg st="5" end="5"/>
                                            </p:txEl>
                                          </p:spTgt>
                                        </p:tgtEl>
                                      </p:cBhvr>
                                    </p:animEffect>
                                    <p:anim calcmode="lin" valueType="num">
                                      <p:cBhvr>
                                        <p:cTn id="36" dur="1000" fill="hold"/>
                                        <p:tgtEl>
                                          <p:spTgt spid="170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70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703">
                                            <p:txEl>
                                              <p:pRg st="6" end="6"/>
                                            </p:txEl>
                                          </p:spTgt>
                                        </p:tgtEl>
                                        <p:attrNameLst>
                                          <p:attrName>style.visibility</p:attrName>
                                        </p:attrNameLst>
                                      </p:cBhvr>
                                      <p:to>
                                        <p:strVal val="visible"/>
                                      </p:to>
                                    </p:set>
                                    <p:animEffect transition="in" filter="fade">
                                      <p:cBhvr>
                                        <p:cTn id="42" dur="1000"/>
                                        <p:tgtEl>
                                          <p:spTgt spid="1703">
                                            <p:txEl>
                                              <p:pRg st="6" end="6"/>
                                            </p:txEl>
                                          </p:spTgt>
                                        </p:tgtEl>
                                      </p:cBhvr>
                                    </p:animEffect>
                                    <p:anim calcmode="lin" valueType="num">
                                      <p:cBhvr>
                                        <p:cTn id="43" dur="1000" fill="hold"/>
                                        <p:tgtEl>
                                          <p:spTgt spid="170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170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703">
                                            <p:txEl>
                                              <p:pRg st="7" end="7"/>
                                            </p:txEl>
                                          </p:spTgt>
                                        </p:tgtEl>
                                        <p:attrNameLst>
                                          <p:attrName>style.visibility</p:attrName>
                                        </p:attrNameLst>
                                      </p:cBhvr>
                                      <p:to>
                                        <p:strVal val="visible"/>
                                      </p:to>
                                    </p:set>
                                    <p:animEffect transition="in" filter="fade">
                                      <p:cBhvr>
                                        <p:cTn id="49" dur="1000"/>
                                        <p:tgtEl>
                                          <p:spTgt spid="1703">
                                            <p:txEl>
                                              <p:pRg st="7" end="7"/>
                                            </p:txEl>
                                          </p:spTgt>
                                        </p:tgtEl>
                                      </p:cBhvr>
                                    </p:animEffect>
                                    <p:anim calcmode="lin" valueType="num">
                                      <p:cBhvr>
                                        <p:cTn id="50" dur="1000" fill="hold"/>
                                        <p:tgtEl>
                                          <p:spTgt spid="170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170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03">
                                            <p:txEl>
                                              <p:pRg st="9" end="9"/>
                                            </p:txEl>
                                          </p:spTgt>
                                        </p:tgtEl>
                                        <p:attrNameLst>
                                          <p:attrName>style.visibility</p:attrName>
                                        </p:attrNameLst>
                                      </p:cBhvr>
                                      <p:to>
                                        <p:strVal val="visible"/>
                                      </p:to>
                                    </p:set>
                                    <p:animEffect transition="in" filter="fade">
                                      <p:cBhvr>
                                        <p:cTn id="56" dur="1000"/>
                                        <p:tgtEl>
                                          <p:spTgt spid="1703">
                                            <p:txEl>
                                              <p:pRg st="9" end="9"/>
                                            </p:txEl>
                                          </p:spTgt>
                                        </p:tgtEl>
                                      </p:cBhvr>
                                    </p:animEffect>
                                    <p:anim calcmode="lin" valueType="num">
                                      <p:cBhvr>
                                        <p:cTn id="57" dur="1000" fill="hold"/>
                                        <p:tgtEl>
                                          <p:spTgt spid="1703">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70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703">
                                            <p:txEl>
                                              <p:pRg st="11" end="11"/>
                                            </p:txEl>
                                          </p:spTgt>
                                        </p:tgtEl>
                                        <p:attrNameLst>
                                          <p:attrName>style.visibility</p:attrName>
                                        </p:attrNameLst>
                                      </p:cBhvr>
                                      <p:to>
                                        <p:strVal val="visible"/>
                                      </p:to>
                                    </p:set>
                                    <p:animEffect transition="in" filter="fade">
                                      <p:cBhvr>
                                        <p:cTn id="63" dur="1000"/>
                                        <p:tgtEl>
                                          <p:spTgt spid="1703">
                                            <p:txEl>
                                              <p:pRg st="11" end="11"/>
                                            </p:txEl>
                                          </p:spTgt>
                                        </p:tgtEl>
                                      </p:cBhvr>
                                    </p:animEffect>
                                    <p:anim calcmode="lin" valueType="num">
                                      <p:cBhvr>
                                        <p:cTn id="64" dur="1000" fill="hold"/>
                                        <p:tgtEl>
                                          <p:spTgt spid="1703">
                                            <p:txEl>
                                              <p:pRg st="11" end="11"/>
                                            </p:txEl>
                                          </p:spTgt>
                                        </p:tgtEl>
                                        <p:attrNameLst>
                                          <p:attrName>ppt_x</p:attrName>
                                        </p:attrNameLst>
                                      </p:cBhvr>
                                      <p:tavLst>
                                        <p:tav tm="0">
                                          <p:val>
                                            <p:strVal val="#ppt_x"/>
                                          </p:val>
                                        </p:tav>
                                        <p:tav tm="100000">
                                          <p:val>
                                            <p:strVal val="#ppt_x"/>
                                          </p:val>
                                        </p:tav>
                                      </p:tavLst>
                                    </p:anim>
                                    <p:anim calcmode="lin" valueType="num">
                                      <p:cBhvr>
                                        <p:cTn id="65" dur="1000" fill="hold"/>
                                        <p:tgtEl>
                                          <p:spTgt spid="170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703">
                                            <p:txEl>
                                              <p:pRg st="13" end="13"/>
                                            </p:txEl>
                                          </p:spTgt>
                                        </p:tgtEl>
                                        <p:attrNameLst>
                                          <p:attrName>style.visibility</p:attrName>
                                        </p:attrNameLst>
                                      </p:cBhvr>
                                      <p:to>
                                        <p:strVal val="visible"/>
                                      </p:to>
                                    </p:set>
                                    <p:animEffect transition="in" filter="fade">
                                      <p:cBhvr>
                                        <p:cTn id="70" dur="1000"/>
                                        <p:tgtEl>
                                          <p:spTgt spid="1703">
                                            <p:txEl>
                                              <p:pRg st="13" end="13"/>
                                            </p:txEl>
                                          </p:spTgt>
                                        </p:tgtEl>
                                      </p:cBhvr>
                                    </p:animEffect>
                                    <p:anim calcmode="lin" valueType="num">
                                      <p:cBhvr>
                                        <p:cTn id="71" dur="1000" fill="hold"/>
                                        <p:tgtEl>
                                          <p:spTgt spid="1703">
                                            <p:txEl>
                                              <p:pRg st="13" end="13"/>
                                            </p:txEl>
                                          </p:spTgt>
                                        </p:tgtEl>
                                        <p:attrNameLst>
                                          <p:attrName>ppt_x</p:attrName>
                                        </p:attrNameLst>
                                      </p:cBhvr>
                                      <p:tavLst>
                                        <p:tav tm="0">
                                          <p:val>
                                            <p:strVal val="#ppt_x"/>
                                          </p:val>
                                        </p:tav>
                                        <p:tav tm="100000">
                                          <p:val>
                                            <p:strVal val="#ppt_x"/>
                                          </p:val>
                                        </p:tav>
                                      </p:tavLst>
                                    </p:anim>
                                    <p:anim calcmode="lin" valueType="num">
                                      <p:cBhvr>
                                        <p:cTn id="72" dur="1000" fill="hold"/>
                                        <p:tgtEl>
                                          <p:spTgt spid="170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703">
                                            <p:txEl>
                                              <p:pRg st="15" end="15"/>
                                            </p:txEl>
                                          </p:spTgt>
                                        </p:tgtEl>
                                        <p:attrNameLst>
                                          <p:attrName>style.visibility</p:attrName>
                                        </p:attrNameLst>
                                      </p:cBhvr>
                                      <p:to>
                                        <p:strVal val="visible"/>
                                      </p:to>
                                    </p:set>
                                    <p:animEffect transition="in" filter="fade">
                                      <p:cBhvr>
                                        <p:cTn id="77" dur="1000"/>
                                        <p:tgtEl>
                                          <p:spTgt spid="1703">
                                            <p:txEl>
                                              <p:pRg st="15" end="15"/>
                                            </p:txEl>
                                          </p:spTgt>
                                        </p:tgtEl>
                                      </p:cBhvr>
                                    </p:animEffect>
                                    <p:anim calcmode="lin" valueType="num">
                                      <p:cBhvr>
                                        <p:cTn id="78" dur="1000" fill="hold"/>
                                        <p:tgtEl>
                                          <p:spTgt spid="1703">
                                            <p:txEl>
                                              <p:pRg st="15" end="15"/>
                                            </p:txEl>
                                          </p:spTgt>
                                        </p:tgtEl>
                                        <p:attrNameLst>
                                          <p:attrName>ppt_x</p:attrName>
                                        </p:attrNameLst>
                                      </p:cBhvr>
                                      <p:tavLst>
                                        <p:tav tm="0">
                                          <p:val>
                                            <p:strVal val="#ppt_x"/>
                                          </p:val>
                                        </p:tav>
                                        <p:tav tm="100000">
                                          <p:val>
                                            <p:strVal val="#ppt_x"/>
                                          </p:val>
                                        </p:tav>
                                      </p:tavLst>
                                    </p:anim>
                                    <p:anim calcmode="lin" valueType="num">
                                      <p:cBhvr>
                                        <p:cTn id="79" dur="1000" fill="hold"/>
                                        <p:tgtEl>
                                          <p:spTgt spid="170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3" name="Google Shape;1703;p90"/>
          <p:cNvSpPr txBox="1"/>
          <p:nvPr/>
        </p:nvSpPr>
        <p:spPr>
          <a:xfrm>
            <a:off x="224979" y="788088"/>
            <a:ext cx="11806237"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Authorization control in RAP protects our business object against the unauthorized access of data. Authorization control is always relevant when the permission to execute an operation depends on a role of BO consumer. In the RAP, each read or modify request can be checked via authorization object against the user role before the request is finally executed and reaches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The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 with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object is called from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in case of read request – was covered in Anubhav trainings abap on hana course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behavior implementation in case of modify request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Global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is used for all authorization checks that only depends on the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checks can be implemented both for static and instance bound operations</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Instance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Instance authorization is used for all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checks that, in addition to the user role, depend on the state of the entity instance in question (like exact record level). Its only possible for instance based operation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Operations that are executed from instance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are CREATE and static actions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Use case</a:t>
            </a:r>
            <a:r>
              <a:rPr lang="en-US" sz="1800" dirty="0">
                <a:solidFill>
                  <a:schemeClr val="dk1"/>
                </a:solidFill>
                <a:latin typeface="Calibri"/>
                <a:ea typeface="Calibri"/>
                <a:cs typeface="Calibri"/>
                <a:sym typeface="Calibri"/>
              </a:rPr>
              <a:t>: when a user tries to edit a travel request, if the travel request status is cancelled, then we need to check that if he/she is a manager or not. Only managers can edit a cancelled travel request. Since each travel request is different, we need to go with instance-based authorizations.</a:t>
            </a:r>
            <a:endParaRPr dirty="0"/>
          </a:p>
        </p:txBody>
      </p:sp>
      <p:sp>
        <p:nvSpPr>
          <p:cNvPr id="1704" name="Google Shape;1704;p9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Authorization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64032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03">
                                            <p:txEl>
                                              <p:pRg st="0" end="0"/>
                                            </p:txEl>
                                          </p:spTgt>
                                        </p:tgtEl>
                                        <p:attrNameLst>
                                          <p:attrName>style.visibility</p:attrName>
                                        </p:attrNameLst>
                                      </p:cBhvr>
                                      <p:to>
                                        <p:strVal val="visible"/>
                                      </p:to>
                                    </p:set>
                                    <p:animEffect transition="in" filter="fade">
                                      <p:cBhvr>
                                        <p:cTn id="7" dur="1000"/>
                                        <p:tgtEl>
                                          <p:spTgt spid="1703">
                                            <p:txEl>
                                              <p:pRg st="0" end="0"/>
                                            </p:txEl>
                                          </p:spTgt>
                                        </p:tgtEl>
                                      </p:cBhvr>
                                    </p:animEffect>
                                    <p:anim calcmode="lin" valueType="num">
                                      <p:cBhvr>
                                        <p:cTn id="8" dur="1000" fill="hold"/>
                                        <p:tgtEl>
                                          <p:spTgt spid="17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0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03">
                                            <p:txEl>
                                              <p:pRg st="1" end="1"/>
                                            </p:txEl>
                                          </p:spTgt>
                                        </p:tgtEl>
                                        <p:attrNameLst>
                                          <p:attrName>style.visibility</p:attrName>
                                        </p:attrNameLst>
                                      </p:cBhvr>
                                      <p:to>
                                        <p:strVal val="visible"/>
                                      </p:to>
                                    </p:set>
                                    <p:animEffect transition="in" filter="fade">
                                      <p:cBhvr>
                                        <p:cTn id="12" dur="1000"/>
                                        <p:tgtEl>
                                          <p:spTgt spid="1703">
                                            <p:txEl>
                                              <p:pRg st="1" end="1"/>
                                            </p:txEl>
                                          </p:spTgt>
                                        </p:tgtEl>
                                      </p:cBhvr>
                                    </p:animEffect>
                                    <p:anim calcmode="lin" valueType="num">
                                      <p:cBhvr>
                                        <p:cTn id="13" dur="1000" fill="hold"/>
                                        <p:tgtEl>
                                          <p:spTgt spid="170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0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03">
                                            <p:txEl>
                                              <p:pRg st="2" end="2"/>
                                            </p:txEl>
                                          </p:spTgt>
                                        </p:tgtEl>
                                        <p:attrNameLst>
                                          <p:attrName>style.visibility</p:attrName>
                                        </p:attrNameLst>
                                      </p:cBhvr>
                                      <p:to>
                                        <p:strVal val="visible"/>
                                      </p:to>
                                    </p:set>
                                    <p:animEffect transition="in" filter="fade">
                                      <p:cBhvr>
                                        <p:cTn id="17" dur="1000"/>
                                        <p:tgtEl>
                                          <p:spTgt spid="1703">
                                            <p:txEl>
                                              <p:pRg st="2" end="2"/>
                                            </p:txEl>
                                          </p:spTgt>
                                        </p:tgtEl>
                                      </p:cBhvr>
                                    </p:animEffect>
                                    <p:anim calcmode="lin" valueType="num">
                                      <p:cBhvr>
                                        <p:cTn id="18" dur="1000" fill="hold"/>
                                        <p:tgtEl>
                                          <p:spTgt spid="170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7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03">
                                            <p:txEl>
                                              <p:pRg st="4" end="4"/>
                                            </p:txEl>
                                          </p:spTgt>
                                        </p:tgtEl>
                                        <p:attrNameLst>
                                          <p:attrName>style.visibility</p:attrName>
                                        </p:attrNameLst>
                                      </p:cBhvr>
                                      <p:to>
                                        <p:strVal val="visible"/>
                                      </p:to>
                                    </p:set>
                                    <p:animEffect transition="in" filter="fade">
                                      <p:cBhvr>
                                        <p:cTn id="24" dur="1000"/>
                                        <p:tgtEl>
                                          <p:spTgt spid="1703">
                                            <p:txEl>
                                              <p:pRg st="4" end="4"/>
                                            </p:txEl>
                                          </p:spTgt>
                                        </p:tgtEl>
                                      </p:cBhvr>
                                    </p:animEffect>
                                    <p:anim calcmode="lin" valueType="num">
                                      <p:cBhvr>
                                        <p:cTn id="25" dur="1000" fill="hold"/>
                                        <p:tgtEl>
                                          <p:spTgt spid="170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70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03">
                                            <p:txEl>
                                              <p:pRg st="5" end="5"/>
                                            </p:txEl>
                                          </p:spTgt>
                                        </p:tgtEl>
                                        <p:attrNameLst>
                                          <p:attrName>style.visibility</p:attrName>
                                        </p:attrNameLst>
                                      </p:cBhvr>
                                      <p:to>
                                        <p:strVal val="visible"/>
                                      </p:to>
                                    </p:set>
                                    <p:animEffect transition="in" filter="fade">
                                      <p:cBhvr>
                                        <p:cTn id="29" dur="1000"/>
                                        <p:tgtEl>
                                          <p:spTgt spid="1703">
                                            <p:txEl>
                                              <p:pRg st="5" end="5"/>
                                            </p:txEl>
                                          </p:spTgt>
                                        </p:tgtEl>
                                      </p:cBhvr>
                                    </p:animEffect>
                                    <p:anim calcmode="lin" valueType="num">
                                      <p:cBhvr>
                                        <p:cTn id="30" dur="1000" fill="hold"/>
                                        <p:tgtEl>
                                          <p:spTgt spid="170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70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703">
                                            <p:txEl>
                                              <p:pRg st="6" end="6"/>
                                            </p:txEl>
                                          </p:spTgt>
                                        </p:tgtEl>
                                        <p:attrNameLst>
                                          <p:attrName>style.visibility</p:attrName>
                                        </p:attrNameLst>
                                      </p:cBhvr>
                                      <p:to>
                                        <p:strVal val="visible"/>
                                      </p:to>
                                    </p:set>
                                    <p:animEffect transition="in" filter="fade">
                                      <p:cBhvr>
                                        <p:cTn id="34" dur="1000"/>
                                        <p:tgtEl>
                                          <p:spTgt spid="1703">
                                            <p:txEl>
                                              <p:pRg st="6" end="6"/>
                                            </p:txEl>
                                          </p:spTgt>
                                        </p:tgtEl>
                                      </p:cBhvr>
                                    </p:animEffect>
                                    <p:anim calcmode="lin" valueType="num">
                                      <p:cBhvr>
                                        <p:cTn id="35" dur="1000" fill="hold"/>
                                        <p:tgtEl>
                                          <p:spTgt spid="170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70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703">
                                            <p:txEl>
                                              <p:pRg st="7" end="7"/>
                                            </p:txEl>
                                          </p:spTgt>
                                        </p:tgtEl>
                                        <p:attrNameLst>
                                          <p:attrName>style.visibility</p:attrName>
                                        </p:attrNameLst>
                                      </p:cBhvr>
                                      <p:to>
                                        <p:strVal val="visible"/>
                                      </p:to>
                                    </p:set>
                                    <p:animEffect transition="in" filter="fade">
                                      <p:cBhvr>
                                        <p:cTn id="39" dur="1000"/>
                                        <p:tgtEl>
                                          <p:spTgt spid="1703">
                                            <p:txEl>
                                              <p:pRg st="7" end="7"/>
                                            </p:txEl>
                                          </p:spTgt>
                                        </p:tgtEl>
                                      </p:cBhvr>
                                    </p:animEffect>
                                    <p:anim calcmode="lin" valueType="num">
                                      <p:cBhvr>
                                        <p:cTn id="40" dur="1000" fill="hold"/>
                                        <p:tgtEl>
                                          <p:spTgt spid="170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70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03">
                                            <p:txEl>
                                              <p:pRg st="8" end="8"/>
                                            </p:txEl>
                                          </p:spTgt>
                                        </p:tgtEl>
                                        <p:attrNameLst>
                                          <p:attrName>style.visibility</p:attrName>
                                        </p:attrNameLst>
                                      </p:cBhvr>
                                      <p:to>
                                        <p:strVal val="visible"/>
                                      </p:to>
                                    </p:set>
                                    <p:animEffect transition="in" filter="fade">
                                      <p:cBhvr>
                                        <p:cTn id="44" dur="1000"/>
                                        <p:tgtEl>
                                          <p:spTgt spid="1703">
                                            <p:txEl>
                                              <p:pRg st="8" end="8"/>
                                            </p:txEl>
                                          </p:spTgt>
                                        </p:tgtEl>
                                      </p:cBhvr>
                                    </p:animEffect>
                                    <p:anim calcmode="lin" valueType="num">
                                      <p:cBhvr>
                                        <p:cTn id="45" dur="1000" fill="hold"/>
                                        <p:tgtEl>
                                          <p:spTgt spid="170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70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03">
                                            <p:txEl>
                                              <p:pRg st="9" end="9"/>
                                            </p:txEl>
                                          </p:spTgt>
                                        </p:tgtEl>
                                        <p:attrNameLst>
                                          <p:attrName>style.visibility</p:attrName>
                                        </p:attrNameLst>
                                      </p:cBhvr>
                                      <p:to>
                                        <p:strVal val="visible"/>
                                      </p:to>
                                    </p:set>
                                    <p:animEffect transition="in" filter="fade">
                                      <p:cBhvr>
                                        <p:cTn id="49" dur="1000"/>
                                        <p:tgtEl>
                                          <p:spTgt spid="1703">
                                            <p:txEl>
                                              <p:pRg st="9" end="9"/>
                                            </p:txEl>
                                          </p:spTgt>
                                        </p:tgtEl>
                                      </p:cBhvr>
                                    </p:animEffect>
                                    <p:anim calcmode="lin" valueType="num">
                                      <p:cBhvr>
                                        <p:cTn id="50" dur="1000" fill="hold"/>
                                        <p:tgtEl>
                                          <p:spTgt spid="170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70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03">
                                            <p:txEl>
                                              <p:pRg st="11" end="11"/>
                                            </p:txEl>
                                          </p:spTgt>
                                        </p:tgtEl>
                                        <p:attrNameLst>
                                          <p:attrName>style.visibility</p:attrName>
                                        </p:attrNameLst>
                                      </p:cBhvr>
                                      <p:to>
                                        <p:strVal val="visible"/>
                                      </p:to>
                                    </p:set>
                                    <p:animEffect transition="in" filter="fade">
                                      <p:cBhvr>
                                        <p:cTn id="56" dur="1000"/>
                                        <p:tgtEl>
                                          <p:spTgt spid="1703">
                                            <p:txEl>
                                              <p:pRg st="11" end="11"/>
                                            </p:txEl>
                                          </p:spTgt>
                                        </p:tgtEl>
                                      </p:cBhvr>
                                    </p:animEffect>
                                    <p:anim calcmode="lin" valueType="num">
                                      <p:cBhvr>
                                        <p:cTn id="57" dur="1000" fill="hold"/>
                                        <p:tgtEl>
                                          <p:spTgt spid="170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170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8" name="Google Shape;1748;p95"/>
          <p:cNvSpPr txBox="1"/>
          <p:nvPr/>
        </p:nvSpPr>
        <p:spPr>
          <a:xfrm>
            <a:off x="224979" y="788088"/>
            <a:ext cx="1180623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While the system is saving the draft in the draft table we can use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to make sure that checks/authorizations are checked in the system before data reaches to draft table. Unlike validations (while saving/updating data to main table) Prechecks will trigger before data reaches to transaction buffer.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They are very helpful when we even want to validate data of one control based on another control. Currently as a developer you need to take additional pain to clean the data when draft is activated. If you apply </a:t>
            </a:r>
            <a:r>
              <a:rPr lang="en-US" sz="1800" dirty="0" err="1">
                <a:solidFill>
                  <a:schemeClr val="dk1"/>
                </a:solidFill>
                <a:latin typeface="Calibri"/>
                <a:ea typeface="Calibri"/>
                <a:cs typeface="Calibri"/>
                <a:sym typeface="Calibri"/>
              </a:rPr>
              <a:t>precheck</a:t>
            </a:r>
            <a:r>
              <a:rPr lang="en-US" sz="1800" dirty="0">
                <a:solidFill>
                  <a:schemeClr val="dk1"/>
                </a:solidFill>
                <a:latin typeface="Calibri"/>
                <a:ea typeface="Calibri"/>
                <a:cs typeface="Calibri"/>
                <a:sym typeface="Calibri"/>
              </a:rPr>
              <a:t>, system ensures that only the clean data reaches to transaction buffer. </a:t>
            </a:r>
            <a:endParaRPr sz="1800" dirty="0">
              <a:solidFill>
                <a:schemeClr val="dk1"/>
              </a:solidFill>
              <a:latin typeface="Calibri"/>
              <a:ea typeface="Calibri"/>
              <a:cs typeface="Calibri"/>
              <a:sym typeface="Calibri"/>
            </a:endParaRPr>
          </a:p>
        </p:txBody>
      </p:sp>
      <p:sp>
        <p:nvSpPr>
          <p:cNvPr id="1749" name="Google Shape;1749;p9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Prechecks </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2C122D8-97E2-776D-73FA-F5544FEF72D7}"/>
              </a:ext>
            </a:extLst>
          </p:cNvPr>
          <p:cNvSpPr/>
          <p:nvPr/>
        </p:nvSpPr>
        <p:spPr>
          <a:xfrm>
            <a:off x="1601734" y="3111415"/>
            <a:ext cx="2859802" cy="51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The Country of Customer</a:t>
            </a:r>
          </a:p>
        </p:txBody>
      </p:sp>
      <p:sp>
        <p:nvSpPr>
          <p:cNvPr id="3" name="Rectangle 2">
            <a:extLst>
              <a:ext uri="{FF2B5EF4-FFF2-40B4-BE49-F238E27FC236}">
                <a16:creationId xmlns:a16="http://schemas.microsoft.com/office/drawing/2014/main" id="{EB738D1E-057A-2695-D719-41F10289D744}"/>
              </a:ext>
            </a:extLst>
          </p:cNvPr>
          <p:cNvSpPr/>
          <p:nvPr/>
        </p:nvSpPr>
        <p:spPr>
          <a:xfrm>
            <a:off x="7271219" y="3111415"/>
            <a:ext cx="2859802" cy="51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The Country of Agency</a:t>
            </a:r>
          </a:p>
        </p:txBody>
      </p:sp>
      <p:sp>
        <p:nvSpPr>
          <p:cNvPr id="4" name="Rectangle 3">
            <a:extLst>
              <a:ext uri="{FF2B5EF4-FFF2-40B4-BE49-F238E27FC236}">
                <a16:creationId xmlns:a16="http://schemas.microsoft.com/office/drawing/2014/main" id="{23FD5D8F-0061-6340-B92A-EB485C9232FE}"/>
              </a:ext>
            </a:extLst>
          </p:cNvPr>
          <p:cNvSpPr/>
          <p:nvPr/>
        </p:nvSpPr>
        <p:spPr>
          <a:xfrm>
            <a:off x="5474126" y="3215742"/>
            <a:ext cx="693471" cy="104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4452FFD-B5D7-1C24-4E6A-18BECE018AFE}"/>
              </a:ext>
            </a:extLst>
          </p:cNvPr>
          <p:cNvSpPr/>
          <p:nvPr/>
        </p:nvSpPr>
        <p:spPr>
          <a:xfrm>
            <a:off x="5474125" y="3369165"/>
            <a:ext cx="693471" cy="104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8E2F9985-3853-0DB7-8CF1-1550F045EB45}"/>
                  </a:ext>
                </a:extLst>
              </p14:cNvPr>
              <p14:cNvContentPartPr/>
              <p14:nvPr/>
            </p14:nvContentPartPr>
            <p14:xfrm>
              <a:off x="2690024" y="3836442"/>
              <a:ext cx="360" cy="360"/>
            </p14:xfrm>
          </p:contentPart>
        </mc:Choice>
        <mc:Fallback>
          <p:pic>
            <p:nvPicPr>
              <p:cNvPr id="6" name="Ink 5">
                <a:extLst>
                  <a:ext uri="{FF2B5EF4-FFF2-40B4-BE49-F238E27FC236}">
                    <a16:creationId xmlns:a16="http://schemas.microsoft.com/office/drawing/2014/main" id="{8E2F9985-3853-0DB7-8CF1-1550F045EB45}"/>
                  </a:ext>
                </a:extLst>
              </p:cNvPr>
              <p:cNvPicPr/>
              <p:nvPr/>
            </p:nvPicPr>
            <p:blipFill>
              <a:blip r:embed="rId5"/>
              <a:stretch>
                <a:fillRect/>
              </a:stretch>
            </p:blipFill>
            <p:spPr>
              <a:xfrm>
                <a:off x="2681384" y="3827442"/>
                <a:ext cx="18000" cy="18000"/>
              </a:xfrm>
              <a:prstGeom prst="rect">
                <a:avLst/>
              </a:prstGeom>
            </p:spPr>
          </p:pic>
        </mc:Fallback>
      </mc:AlternateContent>
      <p:grpSp>
        <p:nvGrpSpPr>
          <p:cNvPr id="1907" name="Group 1906">
            <a:extLst>
              <a:ext uri="{FF2B5EF4-FFF2-40B4-BE49-F238E27FC236}">
                <a16:creationId xmlns:a16="http://schemas.microsoft.com/office/drawing/2014/main" id="{F5925D46-F1C3-6DB4-F4E3-18F710477FFE}"/>
              </a:ext>
            </a:extLst>
          </p:cNvPr>
          <p:cNvGrpSpPr/>
          <p:nvPr/>
        </p:nvGrpSpPr>
        <p:grpSpPr>
          <a:xfrm>
            <a:off x="890384" y="4111482"/>
            <a:ext cx="11148480" cy="2610720"/>
            <a:chOff x="890384" y="4111482"/>
            <a:chExt cx="11148480" cy="2610720"/>
          </a:xfrm>
        </p:grpSpPr>
        <mc:AlternateContent xmlns:mc="http://schemas.openxmlformats.org/markup-compatibility/2006">
          <mc:Choice xmlns:p14="http://schemas.microsoft.com/office/powerpoint/2010/main" Requires="p14">
            <p:contentPart p14:bwMode="auto" r:id="rId6">
              <p14:nvContentPartPr>
                <p14:cNvPr id="1765" name="Ink 1764">
                  <a:extLst>
                    <a:ext uri="{FF2B5EF4-FFF2-40B4-BE49-F238E27FC236}">
                      <a16:creationId xmlns:a16="http://schemas.microsoft.com/office/drawing/2014/main" id="{EB47262B-D6D7-F453-65BA-2E47067E3476}"/>
                    </a:ext>
                  </a:extLst>
                </p14:cNvPr>
                <p14:cNvContentPartPr/>
                <p14:nvPr/>
              </p14:nvContentPartPr>
              <p14:xfrm>
                <a:off x="895784" y="4268802"/>
                <a:ext cx="30960" cy="169920"/>
              </p14:xfrm>
            </p:contentPart>
          </mc:Choice>
          <mc:Fallback>
            <p:pic>
              <p:nvPicPr>
                <p:cNvPr id="1765" name="Ink 1764">
                  <a:extLst>
                    <a:ext uri="{FF2B5EF4-FFF2-40B4-BE49-F238E27FC236}">
                      <a16:creationId xmlns:a16="http://schemas.microsoft.com/office/drawing/2014/main" id="{EB47262B-D6D7-F453-65BA-2E47067E3476}"/>
                    </a:ext>
                  </a:extLst>
                </p:cNvPr>
                <p:cNvPicPr/>
                <p:nvPr/>
              </p:nvPicPr>
              <p:blipFill>
                <a:blip r:embed="rId7"/>
                <a:stretch>
                  <a:fillRect/>
                </a:stretch>
              </p:blipFill>
              <p:spPr>
                <a:xfrm>
                  <a:off x="887144" y="4260162"/>
                  <a:ext cx="4860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66" name="Ink 1765">
                  <a:extLst>
                    <a:ext uri="{FF2B5EF4-FFF2-40B4-BE49-F238E27FC236}">
                      <a16:creationId xmlns:a16="http://schemas.microsoft.com/office/drawing/2014/main" id="{6A3E1004-0D9E-453A-B3BE-3BFF65630951}"/>
                    </a:ext>
                  </a:extLst>
                </p14:cNvPr>
                <p14:cNvContentPartPr/>
                <p14:nvPr/>
              </p14:nvContentPartPr>
              <p14:xfrm>
                <a:off x="890384" y="4111482"/>
                <a:ext cx="128880" cy="188640"/>
              </p14:xfrm>
            </p:contentPart>
          </mc:Choice>
          <mc:Fallback>
            <p:pic>
              <p:nvPicPr>
                <p:cNvPr id="1766" name="Ink 1765">
                  <a:extLst>
                    <a:ext uri="{FF2B5EF4-FFF2-40B4-BE49-F238E27FC236}">
                      <a16:creationId xmlns:a16="http://schemas.microsoft.com/office/drawing/2014/main" id="{6A3E1004-0D9E-453A-B3BE-3BFF65630951}"/>
                    </a:ext>
                  </a:extLst>
                </p:cNvPr>
                <p:cNvPicPr/>
                <p:nvPr/>
              </p:nvPicPr>
              <p:blipFill>
                <a:blip r:embed="rId9"/>
                <a:stretch>
                  <a:fillRect/>
                </a:stretch>
              </p:blipFill>
              <p:spPr>
                <a:xfrm>
                  <a:off x="881744" y="4102842"/>
                  <a:ext cx="14652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67" name="Ink 1766">
                  <a:extLst>
                    <a:ext uri="{FF2B5EF4-FFF2-40B4-BE49-F238E27FC236}">
                      <a16:creationId xmlns:a16="http://schemas.microsoft.com/office/drawing/2014/main" id="{01FF27F2-EE5E-D501-7735-B29DF5F425D1}"/>
                    </a:ext>
                  </a:extLst>
                </p14:cNvPr>
                <p14:cNvContentPartPr/>
                <p14:nvPr/>
              </p14:nvContentPartPr>
              <p14:xfrm>
                <a:off x="1066064" y="4270962"/>
                <a:ext cx="77400" cy="111960"/>
              </p14:xfrm>
            </p:contentPart>
          </mc:Choice>
          <mc:Fallback>
            <p:pic>
              <p:nvPicPr>
                <p:cNvPr id="1767" name="Ink 1766">
                  <a:extLst>
                    <a:ext uri="{FF2B5EF4-FFF2-40B4-BE49-F238E27FC236}">
                      <a16:creationId xmlns:a16="http://schemas.microsoft.com/office/drawing/2014/main" id="{01FF27F2-EE5E-D501-7735-B29DF5F425D1}"/>
                    </a:ext>
                  </a:extLst>
                </p:cNvPr>
                <p:cNvPicPr/>
                <p:nvPr/>
              </p:nvPicPr>
              <p:blipFill>
                <a:blip r:embed="rId11"/>
                <a:stretch>
                  <a:fillRect/>
                </a:stretch>
              </p:blipFill>
              <p:spPr>
                <a:xfrm>
                  <a:off x="1057064" y="4261962"/>
                  <a:ext cx="9504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768" name="Ink 1767">
                  <a:extLst>
                    <a:ext uri="{FF2B5EF4-FFF2-40B4-BE49-F238E27FC236}">
                      <a16:creationId xmlns:a16="http://schemas.microsoft.com/office/drawing/2014/main" id="{A802D633-882B-EEEB-9AB7-DF0B3D69AD17}"/>
                    </a:ext>
                  </a:extLst>
                </p14:cNvPr>
                <p14:cNvContentPartPr/>
                <p14:nvPr/>
              </p14:nvContentPartPr>
              <p14:xfrm>
                <a:off x="1198904" y="4288242"/>
                <a:ext cx="94320" cy="118080"/>
              </p14:xfrm>
            </p:contentPart>
          </mc:Choice>
          <mc:Fallback>
            <p:pic>
              <p:nvPicPr>
                <p:cNvPr id="1768" name="Ink 1767">
                  <a:extLst>
                    <a:ext uri="{FF2B5EF4-FFF2-40B4-BE49-F238E27FC236}">
                      <a16:creationId xmlns:a16="http://schemas.microsoft.com/office/drawing/2014/main" id="{A802D633-882B-EEEB-9AB7-DF0B3D69AD17}"/>
                    </a:ext>
                  </a:extLst>
                </p:cNvPr>
                <p:cNvPicPr/>
                <p:nvPr/>
              </p:nvPicPr>
              <p:blipFill>
                <a:blip r:embed="rId13"/>
                <a:stretch>
                  <a:fillRect/>
                </a:stretch>
              </p:blipFill>
              <p:spPr>
                <a:xfrm>
                  <a:off x="1190264" y="4279242"/>
                  <a:ext cx="11196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69" name="Ink 1768">
                  <a:extLst>
                    <a:ext uri="{FF2B5EF4-FFF2-40B4-BE49-F238E27FC236}">
                      <a16:creationId xmlns:a16="http://schemas.microsoft.com/office/drawing/2014/main" id="{D3F7B739-41D5-E2D9-2CDC-46AA95C4894C}"/>
                    </a:ext>
                  </a:extLst>
                </p14:cNvPr>
                <p14:cNvContentPartPr/>
                <p14:nvPr/>
              </p14:nvContentPartPr>
              <p14:xfrm>
                <a:off x="1379264" y="4286442"/>
                <a:ext cx="78840" cy="120960"/>
              </p14:xfrm>
            </p:contentPart>
          </mc:Choice>
          <mc:Fallback>
            <p:pic>
              <p:nvPicPr>
                <p:cNvPr id="1769" name="Ink 1768">
                  <a:extLst>
                    <a:ext uri="{FF2B5EF4-FFF2-40B4-BE49-F238E27FC236}">
                      <a16:creationId xmlns:a16="http://schemas.microsoft.com/office/drawing/2014/main" id="{D3F7B739-41D5-E2D9-2CDC-46AA95C4894C}"/>
                    </a:ext>
                  </a:extLst>
                </p:cNvPr>
                <p:cNvPicPr/>
                <p:nvPr/>
              </p:nvPicPr>
              <p:blipFill>
                <a:blip r:embed="rId15"/>
                <a:stretch>
                  <a:fillRect/>
                </a:stretch>
              </p:blipFill>
              <p:spPr>
                <a:xfrm>
                  <a:off x="1370264" y="4277442"/>
                  <a:ext cx="964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70" name="Ink 1769">
                  <a:extLst>
                    <a:ext uri="{FF2B5EF4-FFF2-40B4-BE49-F238E27FC236}">
                      <a16:creationId xmlns:a16="http://schemas.microsoft.com/office/drawing/2014/main" id="{43CD18BF-F1F4-2F91-E1C9-C3EC70B0ECD7}"/>
                    </a:ext>
                  </a:extLst>
                </p14:cNvPr>
                <p14:cNvContentPartPr/>
                <p14:nvPr/>
              </p14:nvContentPartPr>
              <p14:xfrm>
                <a:off x="1489784" y="4208322"/>
                <a:ext cx="155880" cy="202320"/>
              </p14:xfrm>
            </p:contentPart>
          </mc:Choice>
          <mc:Fallback>
            <p:pic>
              <p:nvPicPr>
                <p:cNvPr id="1770" name="Ink 1769">
                  <a:extLst>
                    <a:ext uri="{FF2B5EF4-FFF2-40B4-BE49-F238E27FC236}">
                      <a16:creationId xmlns:a16="http://schemas.microsoft.com/office/drawing/2014/main" id="{43CD18BF-F1F4-2F91-E1C9-C3EC70B0ECD7}"/>
                    </a:ext>
                  </a:extLst>
                </p:cNvPr>
                <p:cNvPicPr/>
                <p:nvPr/>
              </p:nvPicPr>
              <p:blipFill>
                <a:blip r:embed="rId17"/>
                <a:stretch>
                  <a:fillRect/>
                </a:stretch>
              </p:blipFill>
              <p:spPr>
                <a:xfrm>
                  <a:off x="1480784" y="4199322"/>
                  <a:ext cx="17352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71" name="Ink 1770">
                  <a:extLst>
                    <a:ext uri="{FF2B5EF4-FFF2-40B4-BE49-F238E27FC236}">
                      <a16:creationId xmlns:a16="http://schemas.microsoft.com/office/drawing/2014/main" id="{C228ECF6-DEB5-11C6-86E9-850C720A86D2}"/>
                    </a:ext>
                  </a:extLst>
                </p14:cNvPr>
                <p14:cNvContentPartPr/>
                <p14:nvPr/>
              </p14:nvContentPartPr>
              <p14:xfrm>
                <a:off x="1695344" y="4268442"/>
                <a:ext cx="79920" cy="133560"/>
              </p14:xfrm>
            </p:contentPart>
          </mc:Choice>
          <mc:Fallback>
            <p:pic>
              <p:nvPicPr>
                <p:cNvPr id="1771" name="Ink 1770">
                  <a:extLst>
                    <a:ext uri="{FF2B5EF4-FFF2-40B4-BE49-F238E27FC236}">
                      <a16:creationId xmlns:a16="http://schemas.microsoft.com/office/drawing/2014/main" id="{C228ECF6-DEB5-11C6-86E9-850C720A86D2}"/>
                    </a:ext>
                  </a:extLst>
                </p:cNvPr>
                <p:cNvPicPr/>
                <p:nvPr/>
              </p:nvPicPr>
              <p:blipFill>
                <a:blip r:embed="rId19"/>
                <a:stretch>
                  <a:fillRect/>
                </a:stretch>
              </p:blipFill>
              <p:spPr>
                <a:xfrm>
                  <a:off x="1686344" y="4259442"/>
                  <a:ext cx="975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72" name="Ink 1771">
                  <a:extLst>
                    <a:ext uri="{FF2B5EF4-FFF2-40B4-BE49-F238E27FC236}">
                      <a16:creationId xmlns:a16="http://schemas.microsoft.com/office/drawing/2014/main" id="{BC1BDB23-3E89-9EDF-5E41-74ACFF196070}"/>
                    </a:ext>
                  </a:extLst>
                </p14:cNvPr>
                <p14:cNvContentPartPr/>
                <p14:nvPr/>
              </p14:nvContentPartPr>
              <p14:xfrm>
                <a:off x="1828904" y="4192842"/>
                <a:ext cx="259920" cy="194040"/>
              </p14:xfrm>
            </p:contentPart>
          </mc:Choice>
          <mc:Fallback>
            <p:pic>
              <p:nvPicPr>
                <p:cNvPr id="1772" name="Ink 1771">
                  <a:extLst>
                    <a:ext uri="{FF2B5EF4-FFF2-40B4-BE49-F238E27FC236}">
                      <a16:creationId xmlns:a16="http://schemas.microsoft.com/office/drawing/2014/main" id="{BC1BDB23-3E89-9EDF-5E41-74ACFF196070}"/>
                    </a:ext>
                  </a:extLst>
                </p:cNvPr>
                <p:cNvPicPr/>
                <p:nvPr/>
              </p:nvPicPr>
              <p:blipFill>
                <a:blip r:embed="rId21"/>
                <a:stretch>
                  <a:fillRect/>
                </a:stretch>
              </p:blipFill>
              <p:spPr>
                <a:xfrm>
                  <a:off x="1819904" y="4183842"/>
                  <a:ext cx="27756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73" name="Ink 1772">
                  <a:extLst>
                    <a:ext uri="{FF2B5EF4-FFF2-40B4-BE49-F238E27FC236}">
                      <a16:creationId xmlns:a16="http://schemas.microsoft.com/office/drawing/2014/main" id="{A75CBE5E-3CB9-F406-590C-DA41B5B6E7D1}"/>
                    </a:ext>
                  </a:extLst>
                </p14:cNvPr>
                <p14:cNvContentPartPr/>
                <p14:nvPr/>
              </p14:nvContentPartPr>
              <p14:xfrm>
                <a:off x="2175584" y="4366362"/>
                <a:ext cx="161640" cy="20880"/>
              </p14:xfrm>
            </p:contentPart>
          </mc:Choice>
          <mc:Fallback>
            <p:pic>
              <p:nvPicPr>
                <p:cNvPr id="1773" name="Ink 1772">
                  <a:extLst>
                    <a:ext uri="{FF2B5EF4-FFF2-40B4-BE49-F238E27FC236}">
                      <a16:creationId xmlns:a16="http://schemas.microsoft.com/office/drawing/2014/main" id="{A75CBE5E-3CB9-F406-590C-DA41B5B6E7D1}"/>
                    </a:ext>
                  </a:extLst>
                </p:cNvPr>
                <p:cNvPicPr/>
                <p:nvPr/>
              </p:nvPicPr>
              <p:blipFill>
                <a:blip r:embed="rId23"/>
                <a:stretch>
                  <a:fillRect/>
                </a:stretch>
              </p:blipFill>
              <p:spPr>
                <a:xfrm>
                  <a:off x="2166584" y="4357722"/>
                  <a:ext cx="1792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74" name="Ink 1773">
                  <a:extLst>
                    <a:ext uri="{FF2B5EF4-FFF2-40B4-BE49-F238E27FC236}">
                      <a16:creationId xmlns:a16="http://schemas.microsoft.com/office/drawing/2014/main" id="{1C362862-4651-0E1F-A66A-EA1D06FFB9A1}"/>
                    </a:ext>
                  </a:extLst>
                </p14:cNvPr>
                <p14:cNvContentPartPr/>
                <p14:nvPr/>
              </p14:nvContentPartPr>
              <p14:xfrm>
                <a:off x="2501384" y="4210482"/>
                <a:ext cx="93600" cy="179280"/>
              </p14:xfrm>
            </p:contentPart>
          </mc:Choice>
          <mc:Fallback>
            <p:pic>
              <p:nvPicPr>
                <p:cNvPr id="1774" name="Ink 1773">
                  <a:extLst>
                    <a:ext uri="{FF2B5EF4-FFF2-40B4-BE49-F238E27FC236}">
                      <a16:creationId xmlns:a16="http://schemas.microsoft.com/office/drawing/2014/main" id="{1C362862-4651-0E1F-A66A-EA1D06FFB9A1}"/>
                    </a:ext>
                  </a:extLst>
                </p:cNvPr>
                <p:cNvPicPr/>
                <p:nvPr/>
              </p:nvPicPr>
              <p:blipFill>
                <a:blip r:embed="rId25"/>
                <a:stretch>
                  <a:fillRect/>
                </a:stretch>
              </p:blipFill>
              <p:spPr>
                <a:xfrm>
                  <a:off x="2492384" y="4201482"/>
                  <a:ext cx="11124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75" name="Ink 1774">
                  <a:extLst>
                    <a:ext uri="{FF2B5EF4-FFF2-40B4-BE49-F238E27FC236}">
                      <a16:creationId xmlns:a16="http://schemas.microsoft.com/office/drawing/2014/main" id="{830FDB9A-CEF2-3BEC-B7F9-E97561A34B0E}"/>
                    </a:ext>
                  </a:extLst>
                </p14:cNvPr>
                <p14:cNvContentPartPr/>
                <p14:nvPr/>
              </p14:nvContentPartPr>
              <p14:xfrm>
                <a:off x="2674184" y="4226322"/>
                <a:ext cx="123840" cy="121320"/>
              </p14:xfrm>
            </p:contentPart>
          </mc:Choice>
          <mc:Fallback>
            <p:pic>
              <p:nvPicPr>
                <p:cNvPr id="1775" name="Ink 1774">
                  <a:extLst>
                    <a:ext uri="{FF2B5EF4-FFF2-40B4-BE49-F238E27FC236}">
                      <a16:creationId xmlns:a16="http://schemas.microsoft.com/office/drawing/2014/main" id="{830FDB9A-CEF2-3BEC-B7F9-E97561A34B0E}"/>
                    </a:ext>
                  </a:extLst>
                </p:cNvPr>
                <p:cNvPicPr/>
                <p:nvPr/>
              </p:nvPicPr>
              <p:blipFill>
                <a:blip r:embed="rId27"/>
                <a:stretch>
                  <a:fillRect/>
                </a:stretch>
              </p:blipFill>
              <p:spPr>
                <a:xfrm>
                  <a:off x="2665184" y="4217682"/>
                  <a:ext cx="1414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76" name="Ink 1775">
                  <a:extLst>
                    <a:ext uri="{FF2B5EF4-FFF2-40B4-BE49-F238E27FC236}">
                      <a16:creationId xmlns:a16="http://schemas.microsoft.com/office/drawing/2014/main" id="{14DE8DD2-027D-1CF3-E50F-2BA01DFC4DA3}"/>
                    </a:ext>
                  </a:extLst>
                </p14:cNvPr>
                <p14:cNvContentPartPr/>
                <p14:nvPr/>
              </p14:nvContentPartPr>
              <p14:xfrm>
                <a:off x="2867504" y="4216242"/>
                <a:ext cx="126720" cy="162000"/>
              </p14:xfrm>
            </p:contentPart>
          </mc:Choice>
          <mc:Fallback>
            <p:pic>
              <p:nvPicPr>
                <p:cNvPr id="1776" name="Ink 1775">
                  <a:extLst>
                    <a:ext uri="{FF2B5EF4-FFF2-40B4-BE49-F238E27FC236}">
                      <a16:creationId xmlns:a16="http://schemas.microsoft.com/office/drawing/2014/main" id="{14DE8DD2-027D-1CF3-E50F-2BA01DFC4DA3}"/>
                    </a:ext>
                  </a:extLst>
                </p:cNvPr>
                <p:cNvPicPr/>
                <p:nvPr/>
              </p:nvPicPr>
              <p:blipFill>
                <a:blip r:embed="rId29"/>
                <a:stretch>
                  <a:fillRect/>
                </a:stretch>
              </p:blipFill>
              <p:spPr>
                <a:xfrm>
                  <a:off x="2858504" y="4207242"/>
                  <a:ext cx="14436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77" name="Ink 1776">
                  <a:extLst>
                    <a:ext uri="{FF2B5EF4-FFF2-40B4-BE49-F238E27FC236}">
                      <a16:creationId xmlns:a16="http://schemas.microsoft.com/office/drawing/2014/main" id="{5F051F74-239E-9CC0-BF4D-038A8A82B339}"/>
                    </a:ext>
                  </a:extLst>
                </p14:cNvPr>
                <p14:cNvContentPartPr/>
                <p14:nvPr/>
              </p14:nvContentPartPr>
              <p14:xfrm>
                <a:off x="3108704" y="4119762"/>
                <a:ext cx="277920" cy="226440"/>
              </p14:xfrm>
            </p:contentPart>
          </mc:Choice>
          <mc:Fallback>
            <p:pic>
              <p:nvPicPr>
                <p:cNvPr id="1777" name="Ink 1776">
                  <a:extLst>
                    <a:ext uri="{FF2B5EF4-FFF2-40B4-BE49-F238E27FC236}">
                      <a16:creationId xmlns:a16="http://schemas.microsoft.com/office/drawing/2014/main" id="{5F051F74-239E-9CC0-BF4D-038A8A82B339}"/>
                    </a:ext>
                  </a:extLst>
                </p:cNvPr>
                <p:cNvPicPr/>
                <p:nvPr/>
              </p:nvPicPr>
              <p:blipFill>
                <a:blip r:embed="rId31"/>
                <a:stretch>
                  <a:fillRect/>
                </a:stretch>
              </p:blipFill>
              <p:spPr>
                <a:xfrm>
                  <a:off x="3100064" y="4110762"/>
                  <a:ext cx="29556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78" name="Ink 1777">
                  <a:extLst>
                    <a:ext uri="{FF2B5EF4-FFF2-40B4-BE49-F238E27FC236}">
                      <a16:creationId xmlns:a16="http://schemas.microsoft.com/office/drawing/2014/main" id="{D4A9C9D4-2486-5E40-D478-A1A5C4E520F8}"/>
                    </a:ext>
                  </a:extLst>
                </p14:cNvPr>
                <p14:cNvContentPartPr/>
                <p14:nvPr/>
              </p14:nvContentPartPr>
              <p14:xfrm>
                <a:off x="3345224" y="4207602"/>
                <a:ext cx="270000" cy="144720"/>
              </p14:xfrm>
            </p:contentPart>
          </mc:Choice>
          <mc:Fallback>
            <p:pic>
              <p:nvPicPr>
                <p:cNvPr id="1778" name="Ink 1777">
                  <a:extLst>
                    <a:ext uri="{FF2B5EF4-FFF2-40B4-BE49-F238E27FC236}">
                      <a16:creationId xmlns:a16="http://schemas.microsoft.com/office/drawing/2014/main" id="{D4A9C9D4-2486-5E40-D478-A1A5C4E520F8}"/>
                    </a:ext>
                  </a:extLst>
                </p:cNvPr>
                <p:cNvPicPr/>
                <p:nvPr/>
              </p:nvPicPr>
              <p:blipFill>
                <a:blip r:embed="rId33"/>
                <a:stretch>
                  <a:fillRect/>
                </a:stretch>
              </p:blipFill>
              <p:spPr>
                <a:xfrm>
                  <a:off x="3336224" y="4198602"/>
                  <a:ext cx="28764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79" name="Ink 1778">
                  <a:extLst>
                    <a:ext uri="{FF2B5EF4-FFF2-40B4-BE49-F238E27FC236}">
                      <a16:creationId xmlns:a16="http://schemas.microsoft.com/office/drawing/2014/main" id="{D4604928-DD23-9B70-6F18-56B30E082DEE}"/>
                    </a:ext>
                  </a:extLst>
                </p14:cNvPr>
                <p14:cNvContentPartPr/>
                <p14:nvPr/>
              </p14:nvContentPartPr>
              <p14:xfrm>
                <a:off x="933944" y="5637522"/>
                <a:ext cx="27000" cy="211320"/>
              </p14:xfrm>
            </p:contentPart>
          </mc:Choice>
          <mc:Fallback>
            <p:pic>
              <p:nvPicPr>
                <p:cNvPr id="1779" name="Ink 1778">
                  <a:extLst>
                    <a:ext uri="{FF2B5EF4-FFF2-40B4-BE49-F238E27FC236}">
                      <a16:creationId xmlns:a16="http://schemas.microsoft.com/office/drawing/2014/main" id="{D4604928-DD23-9B70-6F18-56B30E082DEE}"/>
                    </a:ext>
                  </a:extLst>
                </p:cNvPr>
                <p:cNvPicPr/>
                <p:nvPr/>
              </p:nvPicPr>
              <p:blipFill>
                <a:blip r:embed="rId35"/>
                <a:stretch>
                  <a:fillRect/>
                </a:stretch>
              </p:blipFill>
              <p:spPr>
                <a:xfrm>
                  <a:off x="925304" y="5628882"/>
                  <a:ext cx="4464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80" name="Ink 1779">
                  <a:extLst>
                    <a:ext uri="{FF2B5EF4-FFF2-40B4-BE49-F238E27FC236}">
                      <a16:creationId xmlns:a16="http://schemas.microsoft.com/office/drawing/2014/main" id="{7BB1F43F-8181-FA4C-FBD3-7F8815D6BEE4}"/>
                    </a:ext>
                  </a:extLst>
                </p14:cNvPr>
                <p14:cNvContentPartPr/>
                <p14:nvPr/>
              </p14:nvContentPartPr>
              <p14:xfrm>
                <a:off x="914144" y="5378682"/>
                <a:ext cx="160920" cy="312840"/>
              </p14:xfrm>
            </p:contentPart>
          </mc:Choice>
          <mc:Fallback>
            <p:pic>
              <p:nvPicPr>
                <p:cNvPr id="1780" name="Ink 1779">
                  <a:extLst>
                    <a:ext uri="{FF2B5EF4-FFF2-40B4-BE49-F238E27FC236}">
                      <a16:creationId xmlns:a16="http://schemas.microsoft.com/office/drawing/2014/main" id="{7BB1F43F-8181-FA4C-FBD3-7F8815D6BEE4}"/>
                    </a:ext>
                  </a:extLst>
                </p:cNvPr>
                <p:cNvPicPr/>
                <p:nvPr/>
              </p:nvPicPr>
              <p:blipFill>
                <a:blip r:embed="rId37"/>
                <a:stretch>
                  <a:fillRect/>
                </a:stretch>
              </p:blipFill>
              <p:spPr>
                <a:xfrm>
                  <a:off x="905144" y="5369682"/>
                  <a:ext cx="17856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781" name="Ink 1780">
                  <a:extLst>
                    <a:ext uri="{FF2B5EF4-FFF2-40B4-BE49-F238E27FC236}">
                      <a16:creationId xmlns:a16="http://schemas.microsoft.com/office/drawing/2014/main" id="{B0811649-E4E2-D0EB-4B01-394015164441}"/>
                    </a:ext>
                  </a:extLst>
                </p14:cNvPr>
                <p14:cNvContentPartPr/>
                <p14:nvPr/>
              </p14:nvContentPartPr>
              <p14:xfrm>
                <a:off x="1073264" y="5676402"/>
                <a:ext cx="92520" cy="181440"/>
              </p14:xfrm>
            </p:contentPart>
          </mc:Choice>
          <mc:Fallback>
            <p:pic>
              <p:nvPicPr>
                <p:cNvPr id="1781" name="Ink 1780">
                  <a:extLst>
                    <a:ext uri="{FF2B5EF4-FFF2-40B4-BE49-F238E27FC236}">
                      <a16:creationId xmlns:a16="http://schemas.microsoft.com/office/drawing/2014/main" id="{B0811649-E4E2-D0EB-4B01-394015164441}"/>
                    </a:ext>
                  </a:extLst>
                </p:cNvPr>
                <p:cNvPicPr/>
                <p:nvPr/>
              </p:nvPicPr>
              <p:blipFill>
                <a:blip r:embed="rId39"/>
                <a:stretch>
                  <a:fillRect/>
                </a:stretch>
              </p:blipFill>
              <p:spPr>
                <a:xfrm>
                  <a:off x="1064264" y="5667402"/>
                  <a:ext cx="11016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782" name="Ink 1781">
                  <a:extLst>
                    <a:ext uri="{FF2B5EF4-FFF2-40B4-BE49-F238E27FC236}">
                      <a16:creationId xmlns:a16="http://schemas.microsoft.com/office/drawing/2014/main" id="{291C748B-6374-A3A1-265E-2E7F435F73B2}"/>
                    </a:ext>
                  </a:extLst>
                </p14:cNvPr>
                <p14:cNvContentPartPr/>
                <p14:nvPr/>
              </p14:nvContentPartPr>
              <p14:xfrm>
                <a:off x="1225904" y="5680002"/>
                <a:ext cx="97560" cy="165240"/>
              </p14:xfrm>
            </p:contentPart>
          </mc:Choice>
          <mc:Fallback>
            <p:pic>
              <p:nvPicPr>
                <p:cNvPr id="1782" name="Ink 1781">
                  <a:extLst>
                    <a:ext uri="{FF2B5EF4-FFF2-40B4-BE49-F238E27FC236}">
                      <a16:creationId xmlns:a16="http://schemas.microsoft.com/office/drawing/2014/main" id="{291C748B-6374-A3A1-265E-2E7F435F73B2}"/>
                    </a:ext>
                  </a:extLst>
                </p:cNvPr>
                <p:cNvPicPr/>
                <p:nvPr/>
              </p:nvPicPr>
              <p:blipFill>
                <a:blip r:embed="rId41"/>
                <a:stretch>
                  <a:fillRect/>
                </a:stretch>
              </p:blipFill>
              <p:spPr>
                <a:xfrm>
                  <a:off x="1216904" y="5671362"/>
                  <a:ext cx="1152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783" name="Ink 1782">
                  <a:extLst>
                    <a:ext uri="{FF2B5EF4-FFF2-40B4-BE49-F238E27FC236}">
                      <a16:creationId xmlns:a16="http://schemas.microsoft.com/office/drawing/2014/main" id="{A26C76D0-982E-1BE9-83F1-E05FC5F8D12A}"/>
                    </a:ext>
                  </a:extLst>
                </p14:cNvPr>
                <p14:cNvContentPartPr/>
                <p14:nvPr/>
              </p14:nvContentPartPr>
              <p14:xfrm>
                <a:off x="1432184" y="5567682"/>
                <a:ext cx="356040" cy="278280"/>
              </p14:xfrm>
            </p:contentPart>
          </mc:Choice>
          <mc:Fallback>
            <p:pic>
              <p:nvPicPr>
                <p:cNvPr id="1783" name="Ink 1782">
                  <a:extLst>
                    <a:ext uri="{FF2B5EF4-FFF2-40B4-BE49-F238E27FC236}">
                      <a16:creationId xmlns:a16="http://schemas.microsoft.com/office/drawing/2014/main" id="{A26C76D0-982E-1BE9-83F1-E05FC5F8D12A}"/>
                    </a:ext>
                  </a:extLst>
                </p:cNvPr>
                <p:cNvPicPr/>
                <p:nvPr/>
              </p:nvPicPr>
              <p:blipFill>
                <a:blip r:embed="rId43"/>
                <a:stretch>
                  <a:fillRect/>
                </a:stretch>
              </p:blipFill>
              <p:spPr>
                <a:xfrm>
                  <a:off x="1423184" y="5558682"/>
                  <a:ext cx="37368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784" name="Ink 1783">
                  <a:extLst>
                    <a:ext uri="{FF2B5EF4-FFF2-40B4-BE49-F238E27FC236}">
                      <a16:creationId xmlns:a16="http://schemas.microsoft.com/office/drawing/2014/main" id="{D7C6AE56-93DD-1AEE-54B3-2E7EAFAE8E91}"/>
                    </a:ext>
                  </a:extLst>
                </p14:cNvPr>
                <p14:cNvContentPartPr/>
                <p14:nvPr/>
              </p14:nvContentPartPr>
              <p14:xfrm>
                <a:off x="1815584" y="5646522"/>
                <a:ext cx="72360" cy="151920"/>
              </p14:xfrm>
            </p:contentPart>
          </mc:Choice>
          <mc:Fallback>
            <p:pic>
              <p:nvPicPr>
                <p:cNvPr id="1784" name="Ink 1783">
                  <a:extLst>
                    <a:ext uri="{FF2B5EF4-FFF2-40B4-BE49-F238E27FC236}">
                      <a16:creationId xmlns:a16="http://schemas.microsoft.com/office/drawing/2014/main" id="{D7C6AE56-93DD-1AEE-54B3-2E7EAFAE8E91}"/>
                    </a:ext>
                  </a:extLst>
                </p:cNvPr>
                <p:cNvPicPr/>
                <p:nvPr/>
              </p:nvPicPr>
              <p:blipFill>
                <a:blip r:embed="rId45"/>
                <a:stretch>
                  <a:fillRect/>
                </a:stretch>
              </p:blipFill>
              <p:spPr>
                <a:xfrm>
                  <a:off x="1806584" y="5637882"/>
                  <a:ext cx="9000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785" name="Ink 1784">
                  <a:extLst>
                    <a:ext uri="{FF2B5EF4-FFF2-40B4-BE49-F238E27FC236}">
                      <a16:creationId xmlns:a16="http://schemas.microsoft.com/office/drawing/2014/main" id="{97561682-D7DC-B2E4-EA68-B00053A9D72A}"/>
                    </a:ext>
                  </a:extLst>
                </p14:cNvPr>
                <p14:cNvContentPartPr/>
                <p14:nvPr/>
              </p14:nvContentPartPr>
              <p14:xfrm>
                <a:off x="1933664" y="5646522"/>
                <a:ext cx="143280" cy="145800"/>
              </p14:xfrm>
            </p:contentPart>
          </mc:Choice>
          <mc:Fallback>
            <p:pic>
              <p:nvPicPr>
                <p:cNvPr id="1785" name="Ink 1784">
                  <a:extLst>
                    <a:ext uri="{FF2B5EF4-FFF2-40B4-BE49-F238E27FC236}">
                      <a16:creationId xmlns:a16="http://schemas.microsoft.com/office/drawing/2014/main" id="{97561682-D7DC-B2E4-EA68-B00053A9D72A}"/>
                    </a:ext>
                  </a:extLst>
                </p:cNvPr>
                <p:cNvPicPr/>
                <p:nvPr/>
              </p:nvPicPr>
              <p:blipFill>
                <a:blip r:embed="rId47"/>
                <a:stretch>
                  <a:fillRect/>
                </a:stretch>
              </p:blipFill>
              <p:spPr>
                <a:xfrm>
                  <a:off x="1925024" y="5637882"/>
                  <a:ext cx="16092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786" name="Ink 1785">
                  <a:extLst>
                    <a:ext uri="{FF2B5EF4-FFF2-40B4-BE49-F238E27FC236}">
                      <a16:creationId xmlns:a16="http://schemas.microsoft.com/office/drawing/2014/main" id="{6B6A2F37-6D7B-BC70-88E3-711607829918}"/>
                    </a:ext>
                  </a:extLst>
                </p14:cNvPr>
                <p14:cNvContentPartPr/>
                <p14:nvPr/>
              </p14:nvContentPartPr>
              <p14:xfrm>
                <a:off x="2080904" y="5543562"/>
                <a:ext cx="168840" cy="273600"/>
              </p14:xfrm>
            </p:contentPart>
          </mc:Choice>
          <mc:Fallback>
            <p:pic>
              <p:nvPicPr>
                <p:cNvPr id="1786" name="Ink 1785">
                  <a:extLst>
                    <a:ext uri="{FF2B5EF4-FFF2-40B4-BE49-F238E27FC236}">
                      <a16:creationId xmlns:a16="http://schemas.microsoft.com/office/drawing/2014/main" id="{6B6A2F37-6D7B-BC70-88E3-711607829918}"/>
                    </a:ext>
                  </a:extLst>
                </p:cNvPr>
                <p:cNvPicPr/>
                <p:nvPr/>
              </p:nvPicPr>
              <p:blipFill>
                <a:blip r:embed="rId49"/>
                <a:stretch>
                  <a:fillRect/>
                </a:stretch>
              </p:blipFill>
              <p:spPr>
                <a:xfrm>
                  <a:off x="2071904" y="5534562"/>
                  <a:ext cx="1864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787" name="Ink 1786">
                  <a:extLst>
                    <a:ext uri="{FF2B5EF4-FFF2-40B4-BE49-F238E27FC236}">
                      <a16:creationId xmlns:a16="http://schemas.microsoft.com/office/drawing/2014/main" id="{1D345F9D-2076-60AF-5273-77259B656FC0}"/>
                    </a:ext>
                  </a:extLst>
                </p14:cNvPr>
                <p14:cNvContentPartPr/>
                <p14:nvPr/>
              </p14:nvContentPartPr>
              <p14:xfrm>
                <a:off x="2363864" y="5747322"/>
                <a:ext cx="155880" cy="19080"/>
              </p14:xfrm>
            </p:contentPart>
          </mc:Choice>
          <mc:Fallback>
            <p:pic>
              <p:nvPicPr>
                <p:cNvPr id="1787" name="Ink 1786">
                  <a:extLst>
                    <a:ext uri="{FF2B5EF4-FFF2-40B4-BE49-F238E27FC236}">
                      <a16:creationId xmlns:a16="http://schemas.microsoft.com/office/drawing/2014/main" id="{1D345F9D-2076-60AF-5273-77259B656FC0}"/>
                    </a:ext>
                  </a:extLst>
                </p:cNvPr>
                <p:cNvPicPr/>
                <p:nvPr/>
              </p:nvPicPr>
              <p:blipFill>
                <a:blip r:embed="rId51"/>
                <a:stretch>
                  <a:fillRect/>
                </a:stretch>
              </p:blipFill>
              <p:spPr>
                <a:xfrm>
                  <a:off x="2355224" y="5738322"/>
                  <a:ext cx="17352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791" name="Ink 1790">
                  <a:extLst>
                    <a:ext uri="{FF2B5EF4-FFF2-40B4-BE49-F238E27FC236}">
                      <a16:creationId xmlns:a16="http://schemas.microsoft.com/office/drawing/2014/main" id="{70B7FC57-9842-C107-0FF8-813D8A048DAE}"/>
                    </a:ext>
                  </a:extLst>
                </p14:cNvPr>
                <p14:cNvContentPartPr/>
                <p14:nvPr/>
              </p14:nvContentPartPr>
              <p14:xfrm>
                <a:off x="2722064" y="5582802"/>
                <a:ext cx="198720" cy="188280"/>
              </p14:xfrm>
            </p:contentPart>
          </mc:Choice>
          <mc:Fallback>
            <p:pic>
              <p:nvPicPr>
                <p:cNvPr id="1791" name="Ink 1790">
                  <a:extLst>
                    <a:ext uri="{FF2B5EF4-FFF2-40B4-BE49-F238E27FC236}">
                      <a16:creationId xmlns:a16="http://schemas.microsoft.com/office/drawing/2014/main" id="{70B7FC57-9842-C107-0FF8-813D8A048DAE}"/>
                    </a:ext>
                  </a:extLst>
                </p:cNvPr>
                <p:cNvPicPr/>
                <p:nvPr/>
              </p:nvPicPr>
              <p:blipFill>
                <a:blip r:embed="rId53"/>
                <a:stretch>
                  <a:fillRect/>
                </a:stretch>
              </p:blipFill>
              <p:spPr>
                <a:xfrm>
                  <a:off x="2713064" y="5573802"/>
                  <a:ext cx="2163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792" name="Ink 1791">
                  <a:extLst>
                    <a:ext uri="{FF2B5EF4-FFF2-40B4-BE49-F238E27FC236}">
                      <a16:creationId xmlns:a16="http://schemas.microsoft.com/office/drawing/2014/main" id="{BAE8A5C5-0E0F-E64D-4301-D3A33152EC39}"/>
                    </a:ext>
                  </a:extLst>
                </p14:cNvPr>
                <p14:cNvContentPartPr/>
                <p14:nvPr/>
              </p14:nvContentPartPr>
              <p14:xfrm>
                <a:off x="2968304" y="5577042"/>
                <a:ext cx="169560" cy="294480"/>
              </p14:xfrm>
            </p:contentPart>
          </mc:Choice>
          <mc:Fallback>
            <p:pic>
              <p:nvPicPr>
                <p:cNvPr id="1792" name="Ink 1791">
                  <a:extLst>
                    <a:ext uri="{FF2B5EF4-FFF2-40B4-BE49-F238E27FC236}">
                      <a16:creationId xmlns:a16="http://schemas.microsoft.com/office/drawing/2014/main" id="{BAE8A5C5-0E0F-E64D-4301-D3A33152EC39}"/>
                    </a:ext>
                  </a:extLst>
                </p:cNvPr>
                <p:cNvPicPr/>
                <p:nvPr/>
              </p:nvPicPr>
              <p:blipFill>
                <a:blip r:embed="rId55"/>
                <a:stretch>
                  <a:fillRect/>
                </a:stretch>
              </p:blipFill>
              <p:spPr>
                <a:xfrm>
                  <a:off x="2959664" y="5568042"/>
                  <a:ext cx="18720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793" name="Ink 1792">
                  <a:extLst>
                    <a:ext uri="{FF2B5EF4-FFF2-40B4-BE49-F238E27FC236}">
                      <a16:creationId xmlns:a16="http://schemas.microsoft.com/office/drawing/2014/main" id="{9214DE1E-5229-ED0E-D2B7-0B96AD119D7B}"/>
                    </a:ext>
                  </a:extLst>
                </p14:cNvPr>
                <p14:cNvContentPartPr/>
                <p14:nvPr/>
              </p14:nvContentPartPr>
              <p14:xfrm>
                <a:off x="3220304" y="5500362"/>
                <a:ext cx="133200" cy="205200"/>
              </p14:xfrm>
            </p:contentPart>
          </mc:Choice>
          <mc:Fallback>
            <p:pic>
              <p:nvPicPr>
                <p:cNvPr id="1793" name="Ink 1792">
                  <a:extLst>
                    <a:ext uri="{FF2B5EF4-FFF2-40B4-BE49-F238E27FC236}">
                      <a16:creationId xmlns:a16="http://schemas.microsoft.com/office/drawing/2014/main" id="{9214DE1E-5229-ED0E-D2B7-0B96AD119D7B}"/>
                    </a:ext>
                  </a:extLst>
                </p:cNvPr>
                <p:cNvPicPr/>
                <p:nvPr/>
              </p:nvPicPr>
              <p:blipFill>
                <a:blip r:embed="rId57"/>
                <a:stretch>
                  <a:fillRect/>
                </a:stretch>
              </p:blipFill>
              <p:spPr>
                <a:xfrm>
                  <a:off x="3211304" y="5491362"/>
                  <a:ext cx="15084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794" name="Ink 1793">
                  <a:extLst>
                    <a:ext uri="{FF2B5EF4-FFF2-40B4-BE49-F238E27FC236}">
                      <a16:creationId xmlns:a16="http://schemas.microsoft.com/office/drawing/2014/main" id="{D89006DF-C95C-8148-48D9-62A1B84EB998}"/>
                    </a:ext>
                  </a:extLst>
                </p14:cNvPr>
                <p14:cNvContentPartPr/>
                <p14:nvPr/>
              </p14:nvContentPartPr>
              <p14:xfrm>
                <a:off x="3412184" y="5540322"/>
                <a:ext cx="228240" cy="127800"/>
              </p14:xfrm>
            </p:contentPart>
          </mc:Choice>
          <mc:Fallback>
            <p:pic>
              <p:nvPicPr>
                <p:cNvPr id="1794" name="Ink 1793">
                  <a:extLst>
                    <a:ext uri="{FF2B5EF4-FFF2-40B4-BE49-F238E27FC236}">
                      <a16:creationId xmlns:a16="http://schemas.microsoft.com/office/drawing/2014/main" id="{D89006DF-C95C-8148-48D9-62A1B84EB998}"/>
                    </a:ext>
                  </a:extLst>
                </p:cNvPr>
                <p:cNvPicPr/>
                <p:nvPr/>
              </p:nvPicPr>
              <p:blipFill>
                <a:blip r:embed="rId59"/>
                <a:stretch>
                  <a:fillRect/>
                </a:stretch>
              </p:blipFill>
              <p:spPr>
                <a:xfrm>
                  <a:off x="3403544" y="5531322"/>
                  <a:ext cx="2458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795" name="Ink 1794">
                  <a:extLst>
                    <a:ext uri="{FF2B5EF4-FFF2-40B4-BE49-F238E27FC236}">
                      <a16:creationId xmlns:a16="http://schemas.microsoft.com/office/drawing/2014/main" id="{F8789B43-7042-DB8C-50B5-1A8DBB219151}"/>
                    </a:ext>
                  </a:extLst>
                </p14:cNvPr>
                <p14:cNvContentPartPr/>
                <p14:nvPr/>
              </p14:nvContentPartPr>
              <p14:xfrm>
                <a:off x="3603344" y="5402082"/>
                <a:ext cx="34560" cy="235080"/>
              </p14:xfrm>
            </p:contentPart>
          </mc:Choice>
          <mc:Fallback>
            <p:pic>
              <p:nvPicPr>
                <p:cNvPr id="1795" name="Ink 1794">
                  <a:extLst>
                    <a:ext uri="{FF2B5EF4-FFF2-40B4-BE49-F238E27FC236}">
                      <a16:creationId xmlns:a16="http://schemas.microsoft.com/office/drawing/2014/main" id="{F8789B43-7042-DB8C-50B5-1A8DBB219151}"/>
                    </a:ext>
                  </a:extLst>
                </p:cNvPr>
                <p:cNvPicPr/>
                <p:nvPr/>
              </p:nvPicPr>
              <p:blipFill>
                <a:blip r:embed="rId61"/>
                <a:stretch>
                  <a:fillRect/>
                </a:stretch>
              </p:blipFill>
              <p:spPr>
                <a:xfrm>
                  <a:off x="3594344" y="5393082"/>
                  <a:ext cx="522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796" name="Ink 1795">
                  <a:extLst>
                    <a:ext uri="{FF2B5EF4-FFF2-40B4-BE49-F238E27FC236}">
                      <a16:creationId xmlns:a16="http://schemas.microsoft.com/office/drawing/2014/main" id="{1377F312-08D3-62BB-45B5-815DA119D8F6}"/>
                    </a:ext>
                  </a:extLst>
                </p14:cNvPr>
                <p14:cNvContentPartPr/>
                <p14:nvPr/>
              </p14:nvContentPartPr>
              <p14:xfrm>
                <a:off x="3571304" y="5515122"/>
                <a:ext cx="383040" cy="152280"/>
              </p14:xfrm>
            </p:contentPart>
          </mc:Choice>
          <mc:Fallback>
            <p:pic>
              <p:nvPicPr>
                <p:cNvPr id="1796" name="Ink 1795">
                  <a:extLst>
                    <a:ext uri="{FF2B5EF4-FFF2-40B4-BE49-F238E27FC236}">
                      <a16:creationId xmlns:a16="http://schemas.microsoft.com/office/drawing/2014/main" id="{1377F312-08D3-62BB-45B5-815DA119D8F6}"/>
                    </a:ext>
                  </a:extLst>
                </p:cNvPr>
                <p:cNvPicPr/>
                <p:nvPr/>
              </p:nvPicPr>
              <p:blipFill>
                <a:blip r:embed="rId63"/>
                <a:stretch>
                  <a:fillRect/>
                </a:stretch>
              </p:blipFill>
              <p:spPr>
                <a:xfrm>
                  <a:off x="3562304" y="5506482"/>
                  <a:ext cx="4006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798" name="Ink 1797">
                  <a:extLst>
                    <a:ext uri="{FF2B5EF4-FFF2-40B4-BE49-F238E27FC236}">
                      <a16:creationId xmlns:a16="http://schemas.microsoft.com/office/drawing/2014/main" id="{B006293B-F888-25BF-127C-D41690421F1D}"/>
                    </a:ext>
                  </a:extLst>
                </p14:cNvPr>
                <p14:cNvContentPartPr/>
                <p14:nvPr/>
              </p14:nvContentPartPr>
              <p14:xfrm>
                <a:off x="5751464" y="4691082"/>
                <a:ext cx="4135320" cy="478080"/>
              </p14:xfrm>
            </p:contentPart>
          </mc:Choice>
          <mc:Fallback>
            <p:pic>
              <p:nvPicPr>
                <p:cNvPr id="1798" name="Ink 1797">
                  <a:extLst>
                    <a:ext uri="{FF2B5EF4-FFF2-40B4-BE49-F238E27FC236}">
                      <a16:creationId xmlns:a16="http://schemas.microsoft.com/office/drawing/2014/main" id="{B006293B-F888-25BF-127C-D41690421F1D}"/>
                    </a:ext>
                  </a:extLst>
                </p:cNvPr>
                <p:cNvPicPr/>
                <p:nvPr/>
              </p:nvPicPr>
              <p:blipFill>
                <a:blip r:embed="rId65"/>
                <a:stretch>
                  <a:fillRect/>
                </a:stretch>
              </p:blipFill>
              <p:spPr>
                <a:xfrm>
                  <a:off x="5742464" y="4682082"/>
                  <a:ext cx="4152960" cy="4957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799" name="Ink 1798">
                  <a:extLst>
                    <a:ext uri="{FF2B5EF4-FFF2-40B4-BE49-F238E27FC236}">
                      <a16:creationId xmlns:a16="http://schemas.microsoft.com/office/drawing/2014/main" id="{62B4B233-497A-36B5-71DF-DF44D14D4625}"/>
                    </a:ext>
                  </a:extLst>
                </p14:cNvPr>
                <p14:cNvContentPartPr/>
                <p14:nvPr/>
              </p14:nvContentPartPr>
              <p14:xfrm>
                <a:off x="5784224" y="4638882"/>
                <a:ext cx="4442760" cy="420120"/>
              </p14:xfrm>
            </p:contentPart>
          </mc:Choice>
          <mc:Fallback>
            <p:pic>
              <p:nvPicPr>
                <p:cNvPr id="1799" name="Ink 1798">
                  <a:extLst>
                    <a:ext uri="{FF2B5EF4-FFF2-40B4-BE49-F238E27FC236}">
                      <a16:creationId xmlns:a16="http://schemas.microsoft.com/office/drawing/2014/main" id="{62B4B233-497A-36B5-71DF-DF44D14D4625}"/>
                    </a:ext>
                  </a:extLst>
                </p:cNvPr>
                <p:cNvPicPr/>
                <p:nvPr/>
              </p:nvPicPr>
              <p:blipFill>
                <a:blip r:embed="rId67"/>
                <a:stretch>
                  <a:fillRect/>
                </a:stretch>
              </p:blipFill>
              <p:spPr>
                <a:xfrm>
                  <a:off x="5775584" y="4629882"/>
                  <a:ext cx="4460400" cy="4377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801" name="Ink 1800">
                  <a:extLst>
                    <a:ext uri="{FF2B5EF4-FFF2-40B4-BE49-F238E27FC236}">
                      <a16:creationId xmlns:a16="http://schemas.microsoft.com/office/drawing/2014/main" id="{F3664E23-B40B-6F09-CC74-065BE44AEA67}"/>
                    </a:ext>
                  </a:extLst>
                </p14:cNvPr>
                <p14:cNvContentPartPr/>
                <p14:nvPr/>
              </p14:nvContentPartPr>
              <p14:xfrm>
                <a:off x="6407024" y="4850922"/>
                <a:ext cx="211680" cy="153000"/>
              </p14:xfrm>
            </p:contentPart>
          </mc:Choice>
          <mc:Fallback>
            <p:pic>
              <p:nvPicPr>
                <p:cNvPr id="1801" name="Ink 1800">
                  <a:extLst>
                    <a:ext uri="{FF2B5EF4-FFF2-40B4-BE49-F238E27FC236}">
                      <a16:creationId xmlns:a16="http://schemas.microsoft.com/office/drawing/2014/main" id="{F3664E23-B40B-6F09-CC74-065BE44AEA67}"/>
                    </a:ext>
                  </a:extLst>
                </p:cNvPr>
                <p:cNvPicPr/>
                <p:nvPr/>
              </p:nvPicPr>
              <p:blipFill>
                <a:blip r:embed="rId69"/>
                <a:stretch>
                  <a:fillRect/>
                </a:stretch>
              </p:blipFill>
              <p:spPr>
                <a:xfrm>
                  <a:off x="6398384" y="4842282"/>
                  <a:ext cx="22932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802" name="Ink 1801">
                  <a:extLst>
                    <a:ext uri="{FF2B5EF4-FFF2-40B4-BE49-F238E27FC236}">
                      <a16:creationId xmlns:a16="http://schemas.microsoft.com/office/drawing/2014/main" id="{EC2ED085-D2B0-3615-0BC1-4C578FFCEC8F}"/>
                    </a:ext>
                  </a:extLst>
                </p14:cNvPr>
                <p14:cNvContentPartPr/>
                <p14:nvPr/>
              </p14:nvContentPartPr>
              <p14:xfrm>
                <a:off x="6652544" y="4867122"/>
                <a:ext cx="133920" cy="111960"/>
              </p14:xfrm>
            </p:contentPart>
          </mc:Choice>
          <mc:Fallback>
            <p:pic>
              <p:nvPicPr>
                <p:cNvPr id="1802" name="Ink 1801">
                  <a:extLst>
                    <a:ext uri="{FF2B5EF4-FFF2-40B4-BE49-F238E27FC236}">
                      <a16:creationId xmlns:a16="http://schemas.microsoft.com/office/drawing/2014/main" id="{EC2ED085-D2B0-3615-0BC1-4C578FFCEC8F}"/>
                    </a:ext>
                  </a:extLst>
                </p:cNvPr>
                <p:cNvPicPr/>
                <p:nvPr/>
              </p:nvPicPr>
              <p:blipFill>
                <a:blip r:embed="rId71"/>
                <a:stretch>
                  <a:fillRect/>
                </a:stretch>
              </p:blipFill>
              <p:spPr>
                <a:xfrm>
                  <a:off x="6643544" y="4858482"/>
                  <a:ext cx="1515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803" name="Ink 1802">
                  <a:extLst>
                    <a:ext uri="{FF2B5EF4-FFF2-40B4-BE49-F238E27FC236}">
                      <a16:creationId xmlns:a16="http://schemas.microsoft.com/office/drawing/2014/main" id="{EC379676-348E-27BF-8936-CD216BE7A144}"/>
                    </a:ext>
                  </a:extLst>
                </p14:cNvPr>
                <p14:cNvContentPartPr/>
                <p14:nvPr/>
              </p14:nvContentPartPr>
              <p14:xfrm>
                <a:off x="6851264" y="4862802"/>
                <a:ext cx="87840" cy="116640"/>
              </p14:xfrm>
            </p:contentPart>
          </mc:Choice>
          <mc:Fallback>
            <p:pic>
              <p:nvPicPr>
                <p:cNvPr id="1803" name="Ink 1802">
                  <a:extLst>
                    <a:ext uri="{FF2B5EF4-FFF2-40B4-BE49-F238E27FC236}">
                      <a16:creationId xmlns:a16="http://schemas.microsoft.com/office/drawing/2014/main" id="{EC379676-348E-27BF-8936-CD216BE7A144}"/>
                    </a:ext>
                  </a:extLst>
                </p:cNvPr>
                <p:cNvPicPr/>
                <p:nvPr/>
              </p:nvPicPr>
              <p:blipFill>
                <a:blip r:embed="rId73"/>
                <a:stretch>
                  <a:fillRect/>
                </a:stretch>
              </p:blipFill>
              <p:spPr>
                <a:xfrm>
                  <a:off x="6842264" y="4853802"/>
                  <a:ext cx="1054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804" name="Ink 1803">
                  <a:extLst>
                    <a:ext uri="{FF2B5EF4-FFF2-40B4-BE49-F238E27FC236}">
                      <a16:creationId xmlns:a16="http://schemas.microsoft.com/office/drawing/2014/main" id="{FCDC7BC2-442D-8BD9-AF8F-90672D9957A5}"/>
                    </a:ext>
                  </a:extLst>
                </p14:cNvPr>
                <p14:cNvContentPartPr/>
                <p14:nvPr/>
              </p14:nvContentPartPr>
              <p14:xfrm>
                <a:off x="7016504" y="4802682"/>
                <a:ext cx="131760" cy="162720"/>
              </p14:xfrm>
            </p:contentPart>
          </mc:Choice>
          <mc:Fallback>
            <p:pic>
              <p:nvPicPr>
                <p:cNvPr id="1804" name="Ink 1803">
                  <a:extLst>
                    <a:ext uri="{FF2B5EF4-FFF2-40B4-BE49-F238E27FC236}">
                      <a16:creationId xmlns:a16="http://schemas.microsoft.com/office/drawing/2014/main" id="{FCDC7BC2-442D-8BD9-AF8F-90672D9957A5}"/>
                    </a:ext>
                  </a:extLst>
                </p:cNvPr>
                <p:cNvPicPr/>
                <p:nvPr/>
              </p:nvPicPr>
              <p:blipFill>
                <a:blip r:embed="rId75"/>
                <a:stretch>
                  <a:fillRect/>
                </a:stretch>
              </p:blipFill>
              <p:spPr>
                <a:xfrm>
                  <a:off x="7007864" y="4794042"/>
                  <a:ext cx="1494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805" name="Ink 1804">
                  <a:extLst>
                    <a:ext uri="{FF2B5EF4-FFF2-40B4-BE49-F238E27FC236}">
                      <a16:creationId xmlns:a16="http://schemas.microsoft.com/office/drawing/2014/main" id="{B125BEE7-4296-9705-993D-6FD48557765D}"/>
                    </a:ext>
                  </a:extLst>
                </p14:cNvPr>
                <p14:cNvContentPartPr/>
                <p14:nvPr/>
              </p14:nvContentPartPr>
              <p14:xfrm>
                <a:off x="7175624" y="4809522"/>
                <a:ext cx="152640" cy="152280"/>
              </p14:xfrm>
            </p:contentPart>
          </mc:Choice>
          <mc:Fallback>
            <p:pic>
              <p:nvPicPr>
                <p:cNvPr id="1805" name="Ink 1804">
                  <a:extLst>
                    <a:ext uri="{FF2B5EF4-FFF2-40B4-BE49-F238E27FC236}">
                      <a16:creationId xmlns:a16="http://schemas.microsoft.com/office/drawing/2014/main" id="{B125BEE7-4296-9705-993D-6FD48557765D}"/>
                    </a:ext>
                  </a:extLst>
                </p:cNvPr>
                <p:cNvPicPr/>
                <p:nvPr/>
              </p:nvPicPr>
              <p:blipFill>
                <a:blip r:embed="rId77"/>
                <a:stretch>
                  <a:fillRect/>
                </a:stretch>
              </p:blipFill>
              <p:spPr>
                <a:xfrm>
                  <a:off x="7166984" y="4800882"/>
                  <a:ext cx="1702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806" name="Ink 1805">
                  <a:extLst>
                    <a:ext uri="{FF2B5EF4-FFF2-40B4-BE49-F238E27FC236}">
                      <a16:creationId xmlns:a16="http://schemas.microsoft.com/office/drawing/2014/main" id="{B2F0B60D-2D67-2BBB-7602-D9A9E6266184}"/>
                    </a:ext>
                  </a:extLst>
                </p14:cNvPr>
                <p14:cNvContentPartPr/>
                <p14:nvPr/>
              </p14:nvContentPartPr>
              <p14:xfrm>
                <a:off x="7394144" y="4819242"/>
                <a:ext cx="107280" cy="129600"/>
              </p14:xfrm>
            </p:contentPart>
          </mc:Choice>
          <mc:Fallback>
            <p:pic>
              <p:nvPicPr>
                <p:cNvPr id="1806" name="Ink 1805">
                  <a:extLst>
                    <a:ext uri="{FF2B5EF4-FFF2-40B4-BE49-F238E27FC236}">
                      <a16:creationId xmlns:a16="http://schemas.microsoft.com/office/drawing/2014/main" id="{B2F0B60D-2D67-2BBB-7602-D9A9E6266184}"/>
                    </a:ext>
                  </a:extLst>
                </p:cNvPr>
                <p:cNvPicPr/>
                <p:nvPr/>
              </p:nvPicPr>
              <p:blipFill>
                <a:blip r:embed="rId79"/>
                <a:stretch>
                  <a:fillRect/>
                </a:stretch>
              </p:blipFill>
              <p:spPr>
                <a:xfrm>
                  <a:off x="7385144" y="4810242"/>
                  <a:ext cx="12492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807" name="Ink 1806">
                  <a:extLst>
                    <a:ext uri="{FF2B5EF4-FFF2-40B4-BE49-F238E27FC236}">
                      <a16:creationId xmlns:a16="http://schemas.microsoft.com/office/drawing/2014/main" id="{2933D95F-9A08-4580-513C-1341B7BDA4D4}"/>
                    </a:ext>
                  </a:extLst>
                </p14:cNvPr>
                <p14:cNvContentPartPr/>
                <p14:nvPr/>
              </p14:nvContentPartPr>
              <p14:xfrm>
                <a:off x="7559384" y="4809882"/>
                <a:ext cx="129240" cy="115200"/>
              </p14:xfrm>
            </p:contentPart>
          </mc:Choice>
          <mc:Fallback>
            <p:pic>
              <p:nvPicPr>
                <p:cNvPr id="1807" name="Ink 1806">
                  <a:extLst>
                    <a:ext uri="{FF2B5EF4-FFF2-40B4-BE49-F238E27FC236}">
                      <a16:creationId xmlns:a16="http://schemas.microsoft.com/office/drawing/2014/main" id="{2933D95F-9A08-4580-513C-1341B7BDA4D4}"/>
                    </a:ext>
                  </a:extLst>
                </p:cNvPr>
                <p:cNvPicPr/>
                <p:nvPr/>
              </p:nvPicPr>
              <p:blipFill>
                <a:blip r:embed="rId81"/>
                <a:stretch>
                  <a:fillRect/>
                </a:stretch>
              </p:blipFill>
              <p:spPr>
                <a:xfrm>
                  <a:off x="7550384" y="4800882"/>
                  <a:ext cx="14688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808" name="Ink 1807">
                  <a:extLst>
                    <a:ext uri="{FF2B5EF4-FFF2-40B4-BE49-F238E27FC236}">
                      <a16:creationId xmlns:a16="http://schemas.microsoft.com/office/drawing/2014/main" id="{82C3BA09-033D-EB6F-C14B-F60404F610CA}"/>
                    </a:ext>
                  </a:extLst>
                </p14:cNvPr>
                <p14:cNvContentPartPr/>
                <p14:nvPr/>
              </p14:nvContentPartPr>
              <p14:xfrm>
                <a:off x="7732904" y="4946322"/>
                <a:ext cx="149400" cy="20880"/>
              </p14:xfrm>
            </p:contentPart>
          </mc:Choice>
          <mc:Fallback>
            <p:pic>
              <p:nvPicPr>
                <p:cNvPr id="1808" name="Ink 1807">
                  <a:extLst>
                    <a:ext uri="{FF2B5EF4-FFF2-40B4-BE49-F238E27FC236}">
                      <a16:creationId xmlns:a16="http://schemas.microsoft.com/office/drawing/2014/main" id="{82C3BA09-033D-EB6F-C14B-F60404F610CA}"/>
                    </a:ext>
                  </a:extLst>
                </p:cNvPr>
                <p:cNvPicPr/>
                <p:nvPr/>
              </p:nvPicPr>
              <p:blipFill>
                <a:blip r:embed="rId83"/>
                <a:stretch>
                  <a:fillRect/>
                </a:stretch>
              </p:blipFill>
              <p:spPr>
                <a:xfrm>
                  <a:off x="7724264" y="4937682"/>
                  <a:ext cx="1670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809" name="Ink 1808">
                  <a:extLst>
                    <a:ext uri="{FF2B5EF4-FFF2-40B4-BE49-F238E27FC236}">
                      <a16:creationId xmlns:a16="http://schemas.microsoft.com/office/drawing/2014/main" id="{8E3E93F6-D329-4626-A477-A9F4F4B7D0C0}"/>
                    </a:ext>
                  </a:extLst>
                </p14:cNvPr>
                <p14:cNvContentPartPr/>
                <p14:nvPr/>
              </p14:nvContentPartPr>
              <p14:xfrm>
                <a:off x="8010824" y="4790442"/>
                <a:ext cx="115560" cy="205560"/>
              </p14:xfrm>
            </p:contentPart>
          </mc:Choice>
          <mc:Fallback>
            <p:pic>
              <p:nvPicPr>
                <p:cNvPr id="1809" name="Ink 1808">
                  <a:extLst>
                    <a:ext uri="{FF2B5EF4-FFF2-40B4-BE49-F238E27FC236}">
                      <a16:creationId xmlns:a16="http://schemas.microsoft.com/office/drawing/2014/main" id="{8E3E93F6-D329-4626-A477-A9F4F4B7D0C0}"/>
                    </a:ext>
                  </a:extLst>
                </p:cNvPr>
                <p:cNvPicPr/>
                <p:nvPr/>
              </p:nvPicPr>
              <p:blipFill>
                <a:blip r:embed="rId85"/>
                <a:stretch>
                  <a:fillRect/>
                </a:stretch>
              </p:blipFill>
              <p:spPr>
                <a:xfrm>
                  <a:off x="8002184" y="4781442"/>
                  <a:ext cx="13320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810" name="Ink 1809">
                  <a:extLst>
                    <a:ext uri="{FF2B5EF4-FFF2-40B4-BE49-F238E27FC236}">
                      <a16:creationId xmlns:a16="http://schemas.microsoft.com/office/drawing/2014/main" id="{1567190C-48F3-760D-0311-2EF5AD962E4E}"/>
                    </a:ext>
                  </a:extLst>
                </p14:cNvPr>
                <p14:cNvContentPartPr/>
                <p14:nvPr/>
              </p14:nvContentPartPr>
              <p14:xfrm>
                <a:off x="8176424" y="4812762"/>
                <a:ext cx="100080" cy="103320"/>
              </p14:xfrm>
            </p:contentPart>
          </mc:Choice>
          <mc:Fallback>
            <p:pic>
              <p:nvPicPr>
                <p:cNvPr id="1810" name="Ink 1809">
                  <a:extLst>
                    <a:ext uri="{FF2B5EF4-FFF2-40B4-BE49-F238E27FC236}">
                      <a16:creationId xmlns:a16="http://schemas.microsoft.com/office/drawing/2014/main" id="{1567190C-48F3-760D-0311-2EF5AD962E4E}"/>
                    </a:ext>
                  </a:extLst>
                </p:cNvPr>
                <p:cNvPicPr/>
                <p:nvPr/>
              </p:nvPicPr>
              <p:blipFill>
                <a:blip r:embed="rId87"/>
                <a:stretch>
                  <a:fillRect/>
                </a:stretch>
              </p:blipFill>
              <p:spPr>
                <a:xfrm>
                  <a:off x="8167784" y="4804122"/>
                  <a:ext cx="11772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811" name="Ink 1810">
                  <a:extLst>
                    <a:ext uri="{FF2B5EF4-FFF2-40B4-BE49-F238E27FC236}">
                      <a16:creationId xmlns:a16="http://schemas.microsoft.com/office/drawing/2014/main" id="{861E05B0-00EF-8254-C671-46248CB26737}"/>
                    </a:ext>
                  </a:extLst>
                </p14:cNvPr>
                <p14:cNvContentPartPr/>
                <p14:nvPr/>
              </p14:nvContentPartPr>
              <p14:xfrm>
                <a:off x="8322944" y="4799082"/>
                <a:ext cx="66240" cy="115560"/>
              </p14:xfrm>
            </p:contentPart>
          </mc:Choice>
          <mc:Fallback>
            <p:pic>
              <p:nvPicPr>
                <p:cNvPr id="1811" name="Ink 1810">
                  <a:extLst>
                    <a:ext uri="{FF2B5EF4-FFF2-40B4-BE49-F238E27FC236}">
                      <a16:creationId xmlns:a16="http://schemas.microsoft.com/office/drawing/2014/main" id="{861E05B0-00EF-8254-C671-46248CB26737}"/>
                    </a:ext>
                  </a:extLst>
                </p:cNvPr>
                <p:cNvPicPr/>
                <p:nvPr/>
              </p:nvPicPr>
              <p:blipFill>
                <a:blip r:embed="rId89"/>
                <a:stretch>
                  <a:fillRect/>
                </a:stretch>
              </p:blipFill>
              <p:spPr>
                <a:xfrm>
                  <a:off x="8314304" y="4790082"/>
                  <a:ext cx="838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812" name="Ink 1811">
                  <a:extLst>
                    <a:ext uri="{FF2B5EF4-FFF2-40B4-BE49-F238E27FC236}">
                      <a16:creationId xmlns:a16="http://schemas.microsoft.com/office/drawing/2014/main" id="{A2B0A9AF-82CE-77B7-054B-3930D81576C0}"/>
                    </a:ext>
                  </a:extLst>
                </p14:cNvPr>
                <p14:cNvContentPartPr/>
                <p14:nvPr/>
              </p14:nvContentPartPr>
              <p14:xfrm>
                <a:off x="8442464" y="4764162"/>
                <a:ext cx="330480" cy="153720"/>
              </p14:xfrm>
            </p:contentPart>
          </mc:Choice>
          <mc:Fallback>
            <p:pic>
              <p:nvPicPr>
                <p:cNvPr id="1812" name="Ink 1811">
                  <a:extLst>
                    <a:ext uri="{FF2B5EF4-FFF2-40B4-BE49-F238E27FC236}">
                      <a16:creationId xmlns:a16="http://schemas.microsoft.com/office/drawing/2014/main" id="{A2B0A9AF-82CE-77B7-054B-3930D81576C0}"/>
                    </a:ext>
                  </a:extLst>
                </p:cNvPr>
                <p:cNvPicPr/>
                <p:nvPr/>
              </p:nvPicPr>
              <p:blipFill>
                <a:blip r:embed="rId91"/>
                <a:stretch>
                  <a:fillRect/>
                </a:stretch>
              </p:blipFill>
              <p:spPr>
                <a:xfrm>
                  <a:off x="8433464" y="4755522"/>
                  <a:ext cx="34812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813" name="Ink 1812">
                  <a:extLst>
                    <a:ext uri="{FF2B5EF4-FFF2-40B4-BE49-F238E27FC236}">
                      <a16:creationId xmlns:a16="http://schemas.microsoft.com/office/drawing/2014/main" id="{21121F11-D983-36FC-D7AC-DB49A957CC86}"/>
                    </a:ext>
                  </a:extLst>
                </p14:cNvPr>
                <p14:cNvContentPartPr/>
                <p14:nvPr/>
              </p14:nvContentPartPr>
              <p14:xfrm>
                <a:off x="8817224" y="4815282"/>
                <a:ext cx="91440" cy="113400"/>
              </p14:xfrm>
            </p:contentPart>
          </mc:Choice>
          <mc:Fallback>
            <p:pic>
              <p:nvPicPr>
                <p:cNvPr id="1813" name="Ink 1812">
                  <a:extLst>
                    <a:ext uri="{FF2B5EF4-FFF2-40B4-BE49-F238E27FC236}">
                      <a16:creationId xmlns:a16="http://schemas.microsoft.com/office/drawing/2014/main" id="{21121F11-D983-36FC-D7AC-DB49A957CC86}"/>
                    </a:ext>
                  </a:extLst>
                </p:cNvPr>
                <p:cNvPicPr/>
                <p:nvPr/>
              </p:nvPicPr>
              <p:blipFill>
                <a:blip r:embed="rId93"/>
                <a:stretch>
                  <a:fillRect/>
                </a:stretch>
              </p:blipFill>
              <p:spPr>
                <a:xfrm>
                  <a:off x="8808584" y="4806282"/>
                  <a:ext cx="10908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814" name="Ink 1813">
                  <a:extLst>
                    <a:ext uri="{FF2B5EF4-FFF2-40B4-BE49-F238E27FC236}">
                      <a16:creationId xmlns:a16="http://schemas.microsoft.com/office/drawing/2014/main" id="{74DF85AA-97A7-6AE1-B357-E007C261BE2E}"/>
                    </a:ext>
                  </a:extLst>
                </p14:cNvPr>
                <p14:cNvContentPartPr/>
                <p14:nvPr/>
              </p14:nvContentPartPr>
              <p14:xfrm>
                <a:off x="8911184" y="4791882"/>
                <a:ext cx="84600" cy="173880"/>
              </p14:xfrm>
            </p:contentPart>
          </mc:Choice>
          <mc:Fallback>
            <p:pic>
              <p:nvPicPr>
                <p:cNvPr id="1814" name="Ink 1813">
                  <a:extLst>
                    <a:ext uri="{FF2B5EF4-FFF2-40B4-BE49-F238E27FC236}">
                      <a16:creationId xmlns:a16="http://schemas.microsoft.com/office/drawing/2014/main" id="{74DF85AA-97A7-6AE1-B357-E007C261BE2E}"/>
                    </a:ext>
                  </a:extLst>
                </p:cNvPr>
                <p:cNvPicPr/>
                <p:nvPr/>
              </p:nvPicPr>
              <p:blipFill>
                <a:blip r:embed="rId95"/>
                <a:stretch>
                  <a:fillRect/>
                </a:stretch>
              </p:blipFill>
              <p:spPr>
                <a:xfrm>
                  <a:off x="8902544" y="4782882"/>
                  <a:ext cx="10224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816" name="Ink 1815">
                  <a:extLst>
                    <a:ext uri="{FF2B5EF4-FFF2-40B4-BE49-F238E27FC236}">
                      <a16:creationId xmlns:a16="http://schemas.microsoft.com/office/drawing/2014/main" id="{C3FEFBB8-7F87-C38D-C6C4-215578E67DA3}"/>
                    </a:ext>
                  </a:extLst>
                </p14:cNvPr>
                <p14:cNvContentPartPr/>
                <p14:nvPr/>
              </p14:nvContentPartPr>
              <p14:xfrm>
                <a:off x="7096424" y="5340522"/>
                <a:ext cx="29520" cy="106920"/>
              </p14:xfrm>
            </p:contentPart>
          </mc:Choice>
          <mc:Fallback>
            <p:pic>
              <p:nvPicPr>
                <p:cNvPr id="1816" name="Ink 1815">
                  <a:extLst>
                    <a:ext uri="{FF2B5EF4-FFF2-40B4-BE49-F238E27FC236}">
                      <a16:creationId xmlns:a16="http://schemas.microsoft.com/office/drawing/2014/main" id="{C3FEFBB8-7F87-C38D-C6C4-215578E67DA3}"/>
                    </a:ext>
                  </a:extLst>
                </p:cNvPr>
                <p:cNvPicPr/>
                <p:nvPr/>
              </p:nvPicPr>
              <p:blipFill>
                <a:blip r:embed="rId97"/>
                <a:stretch>
                  <a:fillRect/>
                </a:stretch>
              </p:blipFill>
              <p:spPr>
                <a:xfrm>
                  <a:off x="7087784" y="5331882"/>
                  <a:ext cx="4716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817" name="Ink 1816">
                  <a:extLst>
                    <a:ext uri="{FF2B5EF4-FFF2-40B4-BE49-F238E27FC236}">
                      <a16:creationId xmlns:a16="http://schemas.microsoft.com/office/drawing/2014/main" id="{7C8869E4-731D-A19A-18E3-099D4AE82C72}"/>
                    </a:ext>
                  </a:extLst>
                </p14:cNvPr>
                <p14:cNvContentPartPr/>
                <p14:nvPr/>
              </p14:nvContentPartPr>
              <p14:xfrm>
                <a:off x="7188584" y="5289042"/>
                <a:ext cx="90720" cy="194400"/>
              </p14:xfrm>
            </p:contentPart>
          </mc:Choice>
          <mc:Fallback>
            <p:pic>
              <p:nvPicPr>
                <p:cNvPr id="1817" name="Ink 1816">
                  <a:extLst>
                    <a:ext uri="{FF2B5EF4-FFF2-40B4-BE49-F238E27FC236}">
                      <a16:creationId xmlns:a16="http://schemas.microsoft.com/office/drawing/2014/main" id="{7C8869E4-731D-A19A-18E3-099D4AE82C72}"/>
                    </a:ext>
                  </a:extLst>
                </p:cNvPr>
                <p:cNvPicPr/>
                <p:nvPr/>
              </p:nvPicPr>
              <p:blipFill>
                <a:blip r:embed="rId99"/>
                <a:stretch>
                  <a:fillRect/>
                </a:stretch>
              </p:blipFill>
              <p:spPr>
                <a:xfrm>
                  <a:off x="7179944" y="5280402"/>
                  <a:ext cx="10836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819" name="Ink 1818">
                  <a:extLst>
                    <a:ext uri="{FF2B5EF4-FFF2-40B4-BE49-F238E27FC236}">
                      <a16:creationId xmlns:a16="http://schemas.microsoft.com/office/drawing/2014/main" id="{61229049-BE22-7899-F7E4-C12F04F13B92}"/>
                    </a:ext>
                  </a:extLst>
                </p14:cNvPr>
                <p14:cNvContentPartPr/>
                <p14:nvPr/>
              </p14:nvContentPartPr>
              <p14:xfrm>
                <a:off x="7389464" y="5325402"/>
                <a:ext cx="160920" cy="174960"/>
              </p14:xfrm>
            </p:contentPart>
          </mc:Choice>
          <mc:Fallback>
            <p:pic>
              <p:nvPicPr>
                <p:cNvPr id="1819" name="Ink 1818">
                  <a:extLst>
                    <a:ext uri="{FF2B5EF4-FFF2-40B4-BE49-F238E27FC236}">
                      <a16:creationId xmlns:a16="http://schemas.microsoft.com/office/drawing/2014/main" id="{61229049-BE22-7899-F7E4-C12F04F13B92}"/>
                    </a:ext>
                  </a:extLst>
                </p:cNvPr>
                <p:cNvPicPr/>
                <p:nvPr/>
              </p:nvPicPr>
              <p:blipFill>
                <a:blip r:embed="rId101"/>
                <a:stretch>
                  <a:fillRect/>
                </a:stretch>
              </p:blipFill>
              <p:spPr>
                <a:xfrm>
                  <a:off x="7380824" y="5316762"/>
                  <a:ext cx="17856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820" name="Ink 1819">
                  <a:extLst>
                    <a:ext uri="{FF2B5EF4-FFF2-40B4-BE49-F238E27FC236}">
                      <a16:creationId xmlns:a16="http://schemas.microsoft.com/office/drawing/2014/main" id="{FBAC1F69-3226-DDAE-40F9-37D2D63C1E64}"/>
                    </a:ext>
                  </a:extLst>
                </p14:cNvPr>
                <p14:cNvContentPartPr/>
                <p14:nvPr/>
              </p14:nvContentPartPr>
              <p14:xfrm>
                <a:off x="7625984" y="5308482"/>
                <a:ext cx="240120" cy="156960"/>
              </p14:xfrm>
            </p:contentPart>
          </mc:Choice>
          <mc:Fallback>
            <p:pic>
              <p:nvPicPr>
                <p:cNvPr id="1820" name="Ink 1819">
                  <a:extLst>
                    <a:ext uri="{FF2B5EF4-FFF2-40B4-BE49-F238E27FC236}">
                      <a16:creationId xmlns:a16="http://schemas.microsoft.com/office/drawing/2014/main" id="{FBAC1F69-3226-DDAE-40F9-37D2D63C1E64}"/>
                    </a:ext>
                  </a:extLst>
                </p:cNvPr>
                <p:cNvPicPr/>
                <p:nvPr/>
              </p:nvPicPr>
              <p:blipFill>
                <a:blip r:embed="rId103"/>
                <a:stretch>
                  <a:fillRect/>
                </a:stretch>
              </p:blipFill>
              <p:spPr>
                <a:xfrm>
                  <a:off x="7617344" y="5299842"/>
                  <a:ext cx="25776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821" name="Ink 1820">
                  <a:extLst>
                    <a:ext uri="{FF2B5EF4-FFF2-40B4-BE49-F238E27FC236}">
                      <a16:creationId xmlns:a16="http://schemas.microsoft.com/office/drawing/2014/main" id="{6CF4B6E1-FF77-4FB5-8F23-217E39656E2C}"/>
                    </a:ext>
                  </a:extLst>
                </p14:cNvPr>
                <p14:cNvContentPartPr/>
                <p14:nvPr/>
              </p14:nvContentPartPr>
              <p14:xfrm>
                <a:off x="7924424" y="5296962"/>
                <a:ext cx="172440" cy="159120"/>
              </p14:xfrm>
            </p:contentPart>
          </mc:Choice>
          <mc:Fallback>
            <p:pic>
              <p:nvPicPr>
                <p:cNvPr id="1821" name="Ink 1820">
                  <a:extLst>
                    <a:ext uri="{FF2B5EF4-FFF2-40B4-BE49-F238E27FC236}">
                      <a16:creationId xmlns:a16="http://schemas.microsoft.com/office/drawing/2014/main" id="{6CF4B6E1-FF77-4FB5-8F23-217E39656E2C}"/>
                    </a:ext>
                  </a:extLst>
                </p:cNvPr>
                <p:cNvPicPr/>
                <p:nvPr/>
              </p:nvPicPr>
              <p:blipFill>
                <a:blip r:embed="rId105"/>
                <a:stretch>
                  <a:fillRect/>
                </a:stretch>
              </p:blipFill>
              <p:spPr>
                <a:xfrm>
                  <a:off x="7915784" y="5287962"/>
                  <a:ext cx="19008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823" name="Ink 1822">
                  <a:extLst>
                    <a:ext uri="{FF2B5EF4-FFF2-40B4-BE49-F238E27FC236}">
                      <a16:creationId xmlns:a16="http://schemas.microsoft.com/office/drawing/2014/main" id="{942D2048-B06D-723A-B937-11376723475C}"/>
                    </a:ext>
                  </a:extLst>
                </p14:cNvPr>
                <p14:cNvContentPartPr/>
                <p14:nvPr/>
              </p14:nvContentPartPr>
              <p14:xfrm>
                <a:off x="7098944" y="5672442"/>
                <a:ext cx="156960" cy="176040"/>
              </p14:xfrm>
            </p:contentPart>
          </mc:Choice>
          <mc:Fallback>
            <p:pic>
              <p:nvPicPr>
                <p:cNvPr id="1823" name="Ink 1822">
                  <a:extLst>
                    <a:ext uri="{FF2B5EF4-FFF2-40B4-BE49-F238E27FC236}">
                      <a16:creationId xmlns:a16="http://schemas.microsoft.com/office/drawing/2014/main" id="{942D2048-B06D-723A-B937-11376723475C}"/>
                    </a:ext>
                  </a:extLst>
                </p:cNvPr>
                <p:cNvPicPr/>
                <p:nvPr/>
              </p:nvPicPr>
              <p:blipFill>
                <a:blip r:embed="rId107"/>
                <a:stretch>
                  <a:fillRect/>
                </a:stretch>
              </p:blipFill>
              <p:spPr>
                <a:xfrm>
                  <a:off x="7089944" y="5663442"/>
                  <a:ext cx="17460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824" name="Ink 1823">
                  <a:extLst>
                    <a:ext uri="{FF2B5EF4-FFF2-40B4-BE49-F238E27FC236}">
                      <a16:creationId xmlns:a16="http://schemas.microsoft.com/office/drawing/2014/main" id="{18809909-D18F-0490-B4E0-0D65553B68E8}"/>
                    </a:ext>
                  </a:extLst>
                </p14:cNvPr>
                <p14:cNvContentPartPr/>
                <p14:nvPr/>
              </p14:nvContentPartPr>
              <p14:xfrm>
                <a:off x="7228904" y="5632482"/>
                <a:ext cx="129960" cy="269280"/>
              </p14:xfrm>
            </p:contentPart>
          </mc:Choice>
          <mc:Fallback>
            <p:pic>
              <p:nvPicPr>
                <p:cNvPr id="1824" name="Ink 1823">
                  <a:extLst>
                    <a:ext uri="{FF2B5EF4-FFF2-40B4-BE49-F238E27FC236}">
                      <a16:creationId xmlns:a16="http://schemas.microsoft.com/office/drawing/2014/main" id="{18809909-D18F-0490-B4E0-0D65553B68E8}"/>
                    </a:ext>
                  </a:extLst>
                </p:cNvPr>
                <p:cNvPicPr/>
                <p:nvPr/>
              </p:nvPicPr>
              <p:blipFill>
                <a:blip r:embed="rId109"/>
                <a:stretch>
                  <a:fillRect/>
                </a:stretch>
              </p:blipFill>
              <p:spPr>
                <a:xfrm>
                  <a:off x="7219904" y="5623482"/>
                  <a:ext cx="14760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825" name="Ink 1824">
                  <a:extLst>
                    <a:ext uri="{FF2B5EF4-FFF2-40B4-BE49-F238E27FC236}">
                      <a16:creationId xmlns:a16="http://schemas.microsoft.com/office/drawing/2014/main" id="{816A1915-F048-3F34-70A7-B3782CB00D85}"/>
                    </a:ext>
                  </a:extLst>
                </p14:cNvPr>
                <p14:cNvContentPartPr/>
                <p14:nvPr/>
              </p14:nvContentPartPr>
              <p14:xfrm>
                <a:off x="7447424" y="5646882"/>
                <a:ext cx="132840" cy="193320"/>
              </p14:xfrm>
            </p:contentPart>
          </mc:Choice>
          <mc:Fallback>
            <p:pic>
              <p:nvPicPr>
                <p:cNvPr id="1825" name="Ink 1824">
                  <a:extLst>
                    <a:ext uri="{FF2B5EF4-FFF2-40B4-BE49-F238E27FC236}">
                      <a16:creationId xmlns:a16="http://schemas.microsoft.com/office/drawing/2014/main" id="{816A1915-F048-3F34-70A7-B3782CB00D85}"/>
                    </a:ext>
                  </a:extLst>
                </p:cNvPr>
                <p:cNvPicPr/>
                <p:nvPr/>
              </p:nvPicPr>
              <p:blipFill>
                <a:blip r:embed="rId111"/>
                <a:stretch>
                  <a:fillRect/>
                </a:stretch>
              </p:blipFill>
              <p:spPr>
                <a:xfrm>
                  <a:off x="7438784" y="5637882"/>
                  <a:ext cx="1504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826" name="Ink 1825">
                  <a:extLst>
                    <a:ext uri="{FF2B5EF4-FFF2-40B4-BE49-F238E27FC236}">
                      <a16:creationId xmlns:a16="http://schemas.microsoft.com/office/drawing/2014/main" id="{6421742E-57B0-7A13-535E-1AF1B7E0166A}"/>
                    </a:ext>
                  </a:extLst>
                </p14:cNvPr>
                <p14:cNvContentPartPr/>
                <p14:nvPr/>
              </p14:nvContentPartPr>
              <p14:xfrm>
                <a:off x="7614464" y="5691522"/>
                <a:ext cx="119160" cy="120960"/>
              </p14:xfrm>
            </p:contentPart>
          </mc:Choice>
          <mc:Fallback>
            <p:pic>
              <p:nvPicPr>
                <p:cNvPr id="1826" name="Ink 1825">
                  <a:extLst>
                    <a:ext uri="{FF2B5EF4-FFF2-40B4-BE49-F238E27FC236}">
                      <a16:creationId xmlns:a16="http://schemas.microsoft.com/office/drawing/2014/main" id="{6421742E-57B0-7A13-535E-1AF1B7E0166A}"/>
                    </a:ext>
                  </a:extLst>
                </p:cNvPr>
                <p:cNvPicPr/>
                <p:nvPr/>
              </p:nvPicPr>
              <p:blipFill>
                <a:blip r:embed="rId113"/>
                <a:stretch>
                  <a:fillRect/>
                </a:stretch>
              </p:blipFill>
              <p:spPr>
                <a:xfrm>
                  <a:off x="7605464" y="5682522"/>
                  <a:ext cx="1368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827" name="Ink 1826">
                  <a:extLst>
                    <a:ext uri="{FF2B5EF4-FFF2-40B4-BE49-F238E27FC236}">
                      <a16:creationId xmlns:a16="http://schemas.microsoft.com/office/drawing/2014/main" id="{E6DE90B0-8166-5435-C42E-D6A8079C06D6}"/>
                    </a:ext>
                  </a:extLst>
                </p14:cNvPr>
                <p14:cNvContentPartPr/>
                <p14:nvPr/>
              </p14:nvContentPartPr>
              <p14:xfrm>
                <a:off x="7794104" y="5683602"/>
                <a:ext cx="143280" cy="115200"/>
              </p14:xfrm>
            </p:contentPart>
          </mc:Choice>
          <mc:Fallback>
            <p:pic>
              <p:nvPicPr>
                <p:cNvPr id="1827" name="Ink 1826">
                  <a:extLst>
                    <a:ext uri="{FF2B5EF4-FFF2-40B4-BE49-F238E27FC236}">
                      <a16:creationId xmlns:a16="http://schemas.microsoft.com/office/drawing/2014/main" id="{E6DE90B0-8166-5435-C42E-D6A8079C06D6}"/>
                    </a:ext>
                  </a:extLst>
                </p:cNvPr>
                <p:cNvPicPr/>
                <p:nvPr/>
              </p:nvPicPr>
              <p:blipFill>
                <a:blip r:embed="rId115"/>
                <a:stretch>
                  <a:fillRect/>
                </a:stretch>
              </p:blipFill>
              <p:spPr>
                <a:xfrm>
                  <a:off x="7785464" y="5674602"/>
                  <a:ext cx="16092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828" name="Ink 1827">
                  <a:extLst>
                    <a:ext uri="{FF2B5EF4-FFF2-40B4-BE49-F238E27FC236}">
                      <a16:creationId xmlns:a16="http://schemas.microsoft.com/office/drawing/2014/main" id="{D6AA1869-5C3F-AFE2-86FE-6C3C484AA774}"/>
                    </a:ext>
                  </a:extLst>
                </p14:cNvPr>
                <p14:cNvContentPartPr/>
                <p14:nvPr/>
              </p14:nvContentPartPr>
              <p14:xfrm>
                <a:off x="8010464" y="5665242"/>
                <a:ext cx="135720" cy="244440"/>
              </p14:xfrm>
            </p:contentPart>
          </mc:Choice>
          <mc:Fallback>
            <p:pic>
              <p:nvPicPr>
                <p:cNvPr id="1828" name="Ink 1827">
                  <a:extLst>
                    <a:ext uri="{FF2B5EF4-FFF2-40B4-BE49-F238E27FC236}">
                      <a16:creationId xmlns:a16="http://schemas.microsoft.com/office/drawing/2014/main" id="{D6AA1869-5C3F-AFE2-86FE-6C3C484AA774}"/>
                    </a:ext>
                  </a:extLst>
                </p:cNvPr>
                <p:cNvPicPr/>
                <p:nvPr/>
              </p:nvPicPr>
              <p:blipFill>
                <a:blip r:embed="rId117"/>
                <a:stretch>
                  <a:fillRect/>
                </a:stretch>
              </p:blipFill>
              <p:spPr>
                <a:xfrm>
                  <a:off x="8001824" y="5656242"/>
                  <a:ext cx="15336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830" name="Ink 1829">
                  <a:extLst>
                    <a:ext uri="{FF2B5EF4-FFF2-40B4-BE49-F238E27FC236}">
                      <a16:creationId xmlns:a16="http://schemas.microsoft.com/office/drawing/2014/main" id="{5FC8CB6A-E66A-542F-5DF0-A5B61F48F7E8}"/>
                    </a:ext>
                  </a:extLst>
                </p14:cNvPr>
                <p14:cNvContentPartPr/>
                <p14:nvPr/>
              </p14:nvContentPartPr>
              <p14:xfrm>
                <a:off x="8558024" y="5540322"/>
                <a:ext cx="221760" cy="242280"/>
              </p14:xfrm>
            </p:contentPart>
          </mc:Choice>
          <mc:Fallback>
            <p:pic>
              <p:nvPicPr>
                <p:cNvPr id="1830" name="Ink 1829">
                  <a:extLst>
                    <a:ext uri="{FF2B5EF4-FFF2-40B4-BE49-F238E27FC236}">
                      <a16:creationId xmlns:a16="http://schemas.microsoft.com/office/drawing/2014/main" id="{5FC8CB6A-E66A-542F-5DF0-A5B61F48F7E8}"/>
                    </a:ext>
                  </a:extLst>
                </p:cNvPr>
                <p:cNvPicPr/>
                <p:nvPr/>
              </p:nvPicPr>
              <p:blipFill>
                <a:blip r:embed="rId119"/>
                <a:stretch>
                  <a:fillRect/>
                </a:stretch>
              </p:blipFill>
              <p:spPr>
                <a:xfrm>
                  <a:off x="8549384" y="5531322"/>
                  <a:ext cx="23940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831" name="Ink 1830">
                  <a:extLst>
                    <a:ext uri="{FF2B5EF4-FFF2-40B4-BE49-F238E27FC236}">
                      <a16:creationId xmlns:a16="http://schemas.microsoft.com/office/drawing/2014/main" id="{32761FA1-0533-98D0-F255-5CC28EF30840}"/>
                    </a:ext>
                  </a:extLst>
                </p14:cNvPr>
                <p14:cNvContentPartPr/>
                <p14:nvPr/>
              </p14:nvContentPartPr>
              <p14:xfrm>
                <a:off x="8665304" y="5658402"/>
                <a:ext cx="258120" cy="60120"/>
              </p14:xfrm>
            </p:contentPart>
          </mc:Choice>
          <mc:Fallback>
            <p:pic>
              <p:nvPicPr>
                <p:cNvPr id="1831" name="Ink 1830">
                  <a:extLst>
                    <a:ext uri="{FF2B5EF4-FFF2-40B4-BE49-F238E27FC236}">
                      <a16:creationId xmlns:a16="http://schemas.microsoft.com/office/drawing/2014/main" id="{32761FA1-0533-98D0-F255-5CC28EF30840}"/>
                    </a:ext>
                  </a:extLst>
                </p:cNvPr>
                <p:cNvPicPr/>
                <p:nvPr/>
              </p:nvPicPr>
              <p:blipFill>
                <a:blip r:embed="rId121"/>
                <a:stretch>
                  <a:fillRect/>
                </a:stretch>
              </p:blipFill>
              <p:spPr>
                <a:xfrm>
                  <a:off x="8656664" y="5649402"/>
                  <a:ext cx="27576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832" name="Ink 1831">
                  <a:extLst>
                    <a:ext uri="{FF2B5EF4-FFF2-40B4-BE49-F238E27FC236}">
                      <a16:creationId xmlns:a16="http://schemas.microsoft.com/office/drawing/2014/main" id="{E8D3C6C5-2A7A-2E5B-D943-BEF8A404505B}"/>
                    </a:ext>
                  </a:extLst>
                </p14:cNvPr>
                <p14:cNvContentPartPr/>
                <p14:nvPr/>
              </p14:nvContentPartPr>
              <p14:xfrm>
                <a:off x="8897864" y="5645442"/>
                <a:ext cx="128880" cy="246960"/>
              </p14:xfrm>
            </p:contentPart>
          </mc:Choice>
          <mc:Fallback>
            <p:pic>
              <p:nvPicPr>
                <p:cNvPr id="1832" name="Ink 1831">
                  <a:extLst>
                    <a:ext uri="{FF2B5EF4-FFF2-40B4-BE49-F238E27FC236}">
                      <a16:creationId xmlns:a16="http://schemas.microsoft.com/office/drawing/2014/main" id="{E8D3C6C5-2A7A-2E5B-D943-BEF8A404505B}"/>
                    </a:ext>
                  </a:extLst>
                </p:cNvPr>
                <p:cNvPicPr/>
                <p:nvPr/>
              </p:nvPicPr>
              <p:blipFill>
                <a:blip r:embed="rId123"/>
                <a:stretch>
                  <a:fillRect/>
                </a:stretch>
              </p:blipFill>
              <p:spPr>
                <a:xfrm>
                  <a:off x="8889224" y="5636442"/>
                  <a:ext cx="14652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833" name="Ink 1832">
                  <a:extLst>
                    <a:ext uri="{FF2B5EF4-FFF2-40B4-BE49-F238E27FC236}">
                      <a16:creationId xmlns:a16="http://schemas.microsoft.com/office/drawing/2014/main" id="{4D725F90-E02B-ED1E-DE7F-5233037FF2AF}"/>
                    </a:ext>
                  </a:extLst>
                </p14:cNvPr>
                <p14:cNvContentPartPr/>
                <p14:nvPr/>
              </p14:nvContentPartPr>
              <p14:xfrm>
                <a:off x="9184424" y="5575242"/>
                <a:ext cx="74520" cy="211320"/>
              </p14:xfrm>
            </p:contentPart>
          </mc:Choice>
          <mc:Fallback>
            <p:pic>
              <p:nvPicPr>
                <p:cNvPr id="1833" name="Ink 1832">
                  <a:extLst>
                    <a:ext uri="{FF2B5EF4-FFF2-40B4-BE49-F238E27FC236}">
                      <a16:creationId xmlns:a16="http://schemas.microsoft.com/office/drawing/2014/main" id="{4D725F90-E02B-ED1E-DE7F-5233037FF2AF}"/>
                    </a:ext>
                  </a:extLst>
                </p:cNvPr>
                <p:cNvPicPr/>
                <p:nvPr/>
              </p:nvPicPr>
              <p:blipFill>
                <a:blip r:embed="rId125"/>
                <a:stretch>
                  <a:fillRect/>
                </a:stretch>
              </p:blipFill>
              <p:spPr>
                <a:xfrm>
                  <a:off x="9175424" y="5566242"/>
                  <a:ext cx="9216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835" name="Ink 1834">
                  <a:extLst>
                    <a:ext uri="{FF2B5EF4-FFF2-40B4-BE49-F238E27FC236}">
                      <a16:creationId xmlns:a16="http://schemas.microsoft.com/office/drawing/2014/main" id="{30C5C28A-09E0-1E4D-7F35-4D95FBD14459}"/>
                    </a:ext>
                  </a:extLst>
                </p14:cNvPr>
                <p14:cNvContentPartPr/>
                <p14:nvPr/>
              </p14:nvContentPartPr>
              <p14:xfrm>
                <a:off x="9424184" y="5605122"/>
                <a:ext cx="171360" cy="158760"/>
              </p14:xfrm>
            </p:contentPart>
          </mc:Choice>
          <mc:Fallback>
            <p:pic>
              <p:nvPicPr>
                <p:cNvPr id="1835" name="Ink 1834">
                  <a:extLst>
                    <a:ext uri="{FF2B5EF4-FFF2-40B4-BE49-F238E27FC236}">
                      <a16:creationId xmlns:a16="http://schemas.microsoft.com/office/drawing/2014/main" id="{30C5C28A-09E0-1E4D-7F35-4D95FBD14459}"/>
                    </a:ext>
                  </a:extLst>
                </p:cNvPr>
                <p:cNvPicPr/>
                <p:nvPr/>
              </p:nvPicPr>
              <p:blipFill>
                <a:blip r:embed="rId127"/>
                <a:stretch>
                  <a:fillRect/>
                </a:stretch>
              </p:blipFill>
              <p:spPr>
                <a:xfrm>
                  <a:off x="9415544" y="5596122"/>
                  <a:ext cx="18900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836" name="Ink 1835">
                  <a:extLst>
                    <a:ext uri="{FF2B5EF4-FFF2-40B4-BE49-F238E27FC236}">
                      <a16:creationId xmlns:a16="http://schemas.microsoft.com/office/drawing/2014/main" id="{AF535E59-66F6-9B75-48BC-D36DD2449CC6}"/>
                    </a:ext>
                  </a:extLst>
                </p14:cNvPr>
                <p14:cNvContentPartPr/>
                <p14:nvPr/>
              </p14:nvContentPartPr>
              <p14:xfrm>
                <a:off x="9614984" y="5618082"/>
                <a:ext cx="231840" cy="149040"/>
              </p14:xfrm>
            </p:contentPart>
          </mc:Choice>
          <mc:Fallback>
            <p:pic>
              <p:nvPicPr>
                <p:cNvPr id="1836" name="Ink 1835">
                  <a:extLst>
                    <a:ext uri="{FF2B5EF4-FFF2-40B4-BE49-F238E27FC236}">
                      <a16:creationId xmlns:a16="http://schemas.microsoft.com/office/drawing/2014/main" id="{AF535E59-66F6-9B75-48BC-D36DD2449CC6}"/>
                    </a:ext>
                  </a:extLst>
                </p:cNvPr>
                <p:cNvPicPr/>
                <p:nvPr/>
              </p:nvPicPr>
              <p:blipFill>
                <a:blip r:embed="rId129"/>
                <a:stretch>
                  <a:fillRect/>
                </a:stretch>
              </p:blipFill>
              <p:spPr>
                <a:xfrm>
                  <a:off x="9605984" y="5609442"/>
                  <a:ext cx="24948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837" name="Ink 1836">
                  <a:extLst>
                    <a:ext uri="{FF2B5EF4-FFF2-40B4-BE49-F238E27FC236}">
                      <a16:creationId xmlns:a16="http://schemas.microsoft.com/office/drawing/2014/main" id="{6C5F3322-82F0-B9B4-C8DA-9DCC16F01A50}"/>
                    </a:ext>
                  </a:extLst>
                </p14:cNvPr>
                <p14:cNvContentPartPr/>
                <p14:nvPr/>
              </p14:nvContentPartPr>
              <p14:xfrm>
                <a:off x="9939344" y="5583522"/>
                <a:ext cx="69840" cy="213120"/>
              </p14:xfrm>
            </p:contentPart>
          </mc:Choice>
          <mc:Fallback>
            <p:pic>
              <p:nvPicPr>
                <p:cNvPr id="1837" name="Ink 1836">
                  <a:extLst>
                    <a:ext uri="{FF2B5EF4-FFF2-40B4-BE49-F238E27FC236}">
                      <a16:creationId xmlns:a16="http://schemas.microsoft.com/office/drawing/2014/main" id="{6C5F3322-82F0-B9B4-C8DA-9DCC16F01A50}"/>
                    </a:ext>
                  </a:extLst>
                </p:cNvPr>
                <p:cNvPicPr/>
                <p:nvPr/>
              </p:nvPicPr>
              <p:blipFill>
                <a:blip r:embed="rId131"/>
                <a:stretch>
                  <a:fillRect/>
                </a:stretch>
              </p:blipFill>
              <p:spPr>
                <a:xfrm>
                  <a:off x="9930704" y="5574882"/>
                  <a:ext cx="8748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838" name="Ink 1837">
                  <a:extLst>
                    <a:ext uri="{FF2B5EF4-FFF2-40B4-BE49-F238E27FC236}">
                      <a16:creationId xmlns:a16="http://schemas.microsoft.com/office/drawing/2014/main" id="{C36BA8C3-A794-CE48-0CC5-A6DFED34755F}"/>
                    </a:ext>
                  </a:extLst>
                </p14:cNvPr>
                <p14:cNvContentPartPr/>
                <p14:nvPr/>
              </p14:nvContentPartPr>
              <p14:xfrm>
                <a:off x="9976424" y="5665962"/>
                <a:ext cx="82080" cy="26280"/>
              </p14:xfrm>
            </p:contentPart>
          </mc:Choice>
          <mc:Fallback>
            <p:pic>
              <p:nvPicPr>
                <p:cNvPr id="1838" name="Ink 1837">
                  <a:extLst>
                    <a:ext uri="{FF2B5EF4-FFF2-40B4-BE49-F238E27FC236}">
                      <a16:creationId xmlns:a16="http://schemas.microsoft.com/office/drawing/2014/main" id="{C36BA8C3-A794-CE48-0CC5-A6DFED34755F}"/>
                    </a:ext>
                  </a:extLst>
                </p:cNvPr>
                <p:cNvPicPr/>
                <p:nvPr/>
              </p:nvPicPr>
              <p:blipFill>
                <a:blip r:embed="rId133"/>
                <a:stretch>
                  <a:fillRect/>
                </a:stretch>
              </p:blipFill>
              <p:spPr>
                <a:xfrm>
                  <a:off x="9967424" y="5656962"/>
                  <a:ext cx="997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840" name="Ink 1839">
                  <a:extLst>
                    <a:ext uri="{FF2B5EF4-FFF2-40B4-BE49-F238E27FC236}">
                      <a16:creationId xmlns:a16="http://schemas.microsoft.com/office/drawing/2014/main" id="{F6B84D86-8767-05B6-1E1B-74854E6F5141}"/>
                    </a:ext>
                  </a:extLst>
                </p14:cNvPr>
                <p14:cNvContentPartPr/>
                <p14:nvPr/>
              </p14:nvContentPartPr>
              <p14:xfrm>
                <a:off x="7122704" y="6064122"/>
                <a:ext cx="174240" cy="152640"/>
              </p14:xfrm>
            </p:contentPart>
          </mc:Choice>
          <mc:Fallback>
            <p:pic>
              <p:nvPicPr>
                <p:cNvPr id="1840" name="Ink 1839">
                  <a:extLst>
                    <a:ext uri="{FF2B5EF4-FFF2-40B4-BE49-F238E27FC236}">
                      <a16:creationId xmlns:a16="http://schemas.microsoft.com/office/drawing/2014/main" id="{F6B84D86-8767-05B6-1E1B-74854E6F5141}"/>
                    </a:ext>
                  </a:extLst>
                </p:cNvPr>
                <p:cNvPicPr/>
                <p:nvPr/>
              </p:nvPicPr>
              <p:blipFill>
                <a:blip r:embed="rId135"/>
                <a:stretch>
                  <a:fillRect/>
                </a:stretch>
              </p:blipFill>
              <p:spPr>
                <a:xfrm>
                  <a:off x="7114064" y="6055122"/>
                  <a:ext cx="1918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841" name="Ink 1840">
                  <a:extLst>
                    <a:ext uri="{FF2B5EF4-FFF2-40B4-BE49-F238E27FC236}">
                      <a16:creationId xmlns:a16="http://schemas.microsoft.com/office/drawing/2014/main" id="{ECFDC031-26E2-DE97-5856-9284FB3CD01B}"/>
                    </a:ext>
                  </a:extLst>
                </p14:cNvPr>
                <p14:cNvContentPartPr/>
                <p14:nvPr/>
              </p14:nvContentPartPr>
              <p14:xfrm>
                <a:off x="7275344" y="6019122"/>
                <a:ext cx="144000" cy="196200"/>
              </p14:xfrm>
            </p:contentPart>
          </mc:Choice>
          <mc:Fallback>
            <p:pic>
              <p:nvPicPr>
                <p:cNvPr id="1841" name="Ink 1840">
                  <a:extLst>
                    <a:ext uri="{FF2B5EF4-FFF2-40B4-BE49-F238E27FC236}">
                      <a16:creationId xmlns:a16="http://schemas.microsoft.com/office/drawing/2014/main" id="{ECFDC031-26E2-DE97-5856-9284FB3CD01B}"/>
                    </a:ext>
                  </a:extLst>
                </p:cNvPr>
                <p:cNvPicPr/>
                <p:nvPr/>
              </p:nvPicPr>
              <p:blipFill>
                <a:blip r:embed="rId137"/>
                <a:stretch>
                  <a:fillRect/>
                </a:stretch>
              </p:blipFill>
              <p:spPr>
                <a:xfrm>
                  <a:off x="7266344" y="6010482"/>
                  <a:ext cx="16164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842" name="Ink 1841">
                  <a:extLst>
                    <a:ext uri="{FF2B5EF4-FFF2-40B4-BE49-F238E27FC236}">
                      <a16:creationId xmlns:a16="http://schemas.microsoft.com/office/drawing/2014/main" id="{8CB9AA9E-11C2-7578-B26E-499970AE65EF}"/>
                    </a:ext>
                  </a:extLst>
                </p14:cNvPr>
                <p14:cNvContentPartPr/>
                <p14:nvPr/>
              </p14:nvContentPartPr>
              <p14:xfrm>
                <a:off x="7587464" y="6005082"/>
                <a:ext cx="171720" cy="177840"/>
              </p14:xfrm>
            </p:contentPart>
          </mc:Choice>
          <mc:Fallback>
            <p:pic>
              <p:nvPicPr>
                <p:cNvPr id="1842" name="Ink 1841">
                  <a:extLst>
                    <a:ext uri="{FF2B5EF4-FFF2-40B4-BE49-F238E27FC236}">
                      <a16:creationId xmlns:a16="http://schemas.microsoft.com/office/drawing/2014/main" id="{8CB9AA9E-11C2-7578-B26E-499970AE65EF}"/>
                    </a:ext>
                  </a:extLst>
                </p:cNvPr>
                <p:cNvPicPr/>
                <p:nvPr/>
              </p:nvPicPr>
              <p:blipFill>
                <a:blip r:embed="rId139"/>
                <a:stretch>
                  <a:fillRect/>
                </a:stretch>
              </p:blipFill>
              <p:spPr>
                <a:xfrm>
                  <a:off x="7578464" y="5996442"/>
                  <a:ext cx="18936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843" name="Ink 1842">
                  <a:extLst>
                    <a:ext uri="{FF2B5EF4-FFF2-40B4-BE49-F238E27FC236}">
                      <a16:creationId xmlns:a16="http://schemas.microsoft.com/office/drawing/2014/main" id="{F3825EFA-7502-62AC-FAD2-D2780BB8FCD6}"/>
                    </a:ext>
                  </a:extLst>
                </p14:cNvPr>
                <p14:cNvContentPartPr/>
                <p14:nvPr/>
              </p14:nvContentPartPr>
              <p14:xfrm>
                <a:off x="7637144" y="6063402"/>
                <a:ext cx="338400" cy="220680"/>
              </p14:xfrm>
            </p:contentPart>
          </mc:Choice>
          <mc:Fallback>
            <p:pic>
              <p:nvPicPr>
                <p:cNvPr id="1843" name="Ink 1842">
                  <a:extLst>
                    <a:ext uri="{FF2B5EF4-FFF2-40B4-BE49-F238E27FC236}">
                      <a16:creationId xmlns:a16="http://schemas.microsoft.com/office/drawing/2014/main" id="{F3825EFA-7502-62AC-FAD2-D2780BB8FCD6}"/>
                    </a:ext>
                  </a:extLst>
                </p:cNvPr>
                <p:cNvPicPr/>
                <p:nvPr/>
              </p:nvPicPr>
              <p:blipFill>
                <a:blip r:embed="rId141"/>
                <a:stretch>
                  <a:fillRect/>
                </a:stretch>
              </p:blipFill>
              <p:spPr>
                <a:xfrm>
                  <a:off x="7628504" y="6054402"/>
                  <a:ext cx="35604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844" name="Ink 1843">
                  <a:extLst>
                    <a:ext uri="{FF2B5EF4-FFF2-40B4-BE49-F238E27FC236}">
                      <a16:creationId xmlns:a16="http://schemas.microsoft.com/office/drawing/2014/main" id="{205E9636-10C8-A8A6-42E4-494CDBADCB8A}"/>
                    </a:ext>
                  </a:extLst>
                </p14:cNvPr>
                <p14:cNvContentPartPr/>
                <p14:nvPr/>
              </p14:nvContentPartPr>
              <p14:xfrm>
                <a:off x="8074184" y="6033522"/>
                <a:ext cx="33120" cy="138960"/>
              </p14:xfrm>
            </p:contentPart>
          </mc:Choice>
          <mc:Fallback>
            <p:pic>
              <p:nvPicPr>
                <p:cNvPr id="1844" name="Ink 1843">
                  <a:extLst>
                    <a:ext uri="{FF2B5EF4-FFF2-40B4-BE49-F238E27FC236}">
                      <a16:creationId xmlns:a16="http://schemas.microsoft.com/office/drawing/2014/main" id="{205E9636-10C8-A8A6-42E4-494CDBADCB8A}"/>
                    </a:ext>
                  </a:extLst>
                </p:cNvPr>
                <p:cNvPicPr/>
                <p:nvPr/>
              </p:nvPicPr>
              <p:blipFill>
                <a:blip r:embed="rId143"/>
                <a:stretch>
                  <a:fillRect/>
                </a:stretch>
              </p:blipFill>
              <p:spPr>
                <a:xfrm>
                  <a:off x="8065544" y="6024882"/>
                  <a:ext cx="5076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845" name="Ink 1844">
                  <a:extLst>
                    <a:ext uri="{FF2B5EF4-FFF2-40B4-BE49-F238E27FC236}">
                      <a16:creationId xmlns:a16="http://schemas.microsoft.com/office/drawing/2014/main" id="{14CEC401-0697-A84E-1E1E-B73C94FE0611}"/>
                    </a:ext>
                  </a:extLst>
                </p14:cNvPr>
                <p14:cNvContentPartPr/>
                <p14:nvPr/>
              </p14:nvContentPartPr>
              <p14:xfrm>
                <a:off x="8231144" y="6034242"/>
                <a:ext cx="488160" cy="156240"/>
              </p14:xfrm>
            </p:contentPart>
          </mc:Choice>
          <mc:Fallback>
            <p:pic>
              <p:nvPicPr>
                <p:cNvPr id="1845" name="Ink 1844">
                  <a:extLst>
                    <a:ext uri="{FF2B5EF4-FFF2-40B4-BE49-F238E27FC236}">
                      <a16:creationId xmlns:a16="http://schemas.microsoft.com/office/drawing/2014/main" id="{14CEC401-0697-A84E-1E1E-B73C94FE0611}"/>
                    </a:ext>
                  </a:extLst>
                </p:cNvPr>
                <p:cNvPicPr/>
                <p:nvPr/>
              </p:nvPicPr>
              <p:blipFill>
                <a:blip r:embed="rId145"/>
                <a:stretch>
                  <a:fillRect/>
                </a:stretch>
              </p:blipFill>
              <p:spPr>
                <a:xfrm>
                  <a:off x="8222144" y="6025242"/>
                  <a:ext cx="50580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846" name="Ink 1845">
                  <a:extLst>
                    <a:ext uri="{FF2B5EF4-FFF2-40B4-BE49-F238E27FC236}">
                      <a16:creationId xmlns:a16="http://schemas.microsoft.com/office/drawing/2014/main" id="{DDA7DF94-BC8A-B1ED-4638-1FC22E188F7B}"/>
                    </a:ext>
                  </a:extLst>
                </p14:cNvPr>
                <p14:cNvContentPartPr/>
                <p14:nvPr/>
              </p14:nvContentPartPr>
              <p14:xfrm>
                <a:off x="8766464" y="5982762"/>
                <a:ext cx="92880" cy="165600"/>
              </p14:xfrm>
            </p:contentPart>
          </mc:Choice>
          <mc:Fallback>
            <p:pic>
              <p:nvPicPr>
                <p:cNvPr id="1846" name="Ink 1845">
                  <a:extLst>
                    <a:ext uri="{FF2B5EF4-FFF2-40B4-BE49-F238E27FC236}">
                      <a16:creationId xmlns:a16="http://schemas.microsoft.com/office/drawing/2014/main" id="{DDA7DF94-BC8A-B1ED-4638-1FC22E188F7B}"/>
                    </a:ext>
                  </a:extLst>
                </p:cNvPr>
                <p:cNvPicPr/>
                <p:nvPr/>
              </p:nvPicPr>
              <p:blipFill>
                <a:blip r:embed="rId147"/>
                <a:stretch>
                  <a:fillRect/>
                </a:stretch>
              </p:blipFill>
              <p:spPr>
                <a:xfrm>
                  <a:off x="8757464" y="5973762"/>
                  <a:ext cx="1105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847" name="Ink 1846">
                  <a:extLst>
                    <a:ext uri="{FF2B5EF4-FFF2-40B4-BE49-F238E27FC236}">
                      <a16:creationId xmlns:a16="http://schemas.microsoft.com/office/drawing/2014/main" id="{9D391DA1-EE7B-8FB2-079C-F3D20E8624DE}"/>
                    </a:ext>
                  </a:extLst>
                </p14:cNvPr>
                <p14:cNvContentPartPr/>
                <p14:nvPr/>
              </p14:nvContentPartPr>
              <p14:xfrm>
                <a:off x="8766464" y="6034962"/>
                <a:ext cx="121680" cy="67680"/>
              </p14:xfrm>
            </p:contentPart>
          </mc:Choice>
          <mc:Fallback>
            <p:pic>
              <p:nvPicPr>
                <p:cNvPr id="1847" name="Ink 1846">
                  <a:extLst>
                    <a:ext uri="{FF2B5EF4-FFF2-40B4-BE49-F238E27FC236}">
                      <a16:creationId xmlns:a16="http://schemas.microsoft.com/office/drawing/2014/main" id="{9D391DA1-EE7B-8FB2-079C-F3D20E8624DE}"/>
                    </a:ext>
                  </a:extLst>
                </p:cNvPr>
                <p:cNvPicPr/>
                <p:nvPr/>
              </p:nvPicPr>
              <p:blipFill>
                <a:blip r:embed="rId149"/>
                <a:stretch>
                  <a:fillRect/>
                </a:stretch>
              </p:blipFill>
              <p:spPr>
                <a:xfrm>
                  <a:off x="8757464" y="6026322"/>
                  <a:ext cx="13932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848" name="Ink 1847">
                  <a:extLst>
                    <a:ext uri="{FF2B5EF4-FFF2-40B4-BE49-F238E27FC236}">
                      <a16:creationId xmlns:a16="http://schemas.microsoft.com/office/drawing/2014/main" id="{34572B93-B40B-3207-41DE-DB0926D443B2}"/>
                    </a:ext>
                  </a:extLst>
                </p14:cNvPr>
                <p14:cNvContentPartPr/>
                <p14:nvPr/>
              </p14:nvContentPartPr>
              <p14:xfrm>
                <a:off x="9037904" y="6073122"/>
                <a:ext cx="113400" cy="11160"/>
              </p14:xfrm>
            </p:contentPart>
          </mc:Choice>
          <mc:Fallback>
            <p:pic>
              <p:nvPicPr>
                <p:cNvPr id="1848" name="Ink 1847">
                  <a:extLst>
                    <a:ext uri="{FF2B5EF4-FFF2-40B4-BE49-F238E27FC236}">
                      <a16:creationId xmlns:a16="http://schemas.microsoft.com/office/drawing/2014/main" id="{34572B93-B40B-3207-41DE-DB0926D443B2}"/>
                    </a:ext>
                  </a:extLst>
                </p:cNvPr>
                <p:cNvPicPr/>
                <p:nvPr/>
              </p:nvPicPr>
              <p:blipFill>
                <a:blip r:embed="rId151"/>
                <a:stretch>
                  <a:fillRect/>
                </a:stretch>
              </p:blipFill>
              <p:spPr>
                <a:xfrm>
                  <a:off x="9029264" y="6064482"/>
                  <a:ext cx="1310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849" name="Ink 1848">
                  <a:extLst>
                    <a:ext uri="{FF2B5EF4-FFF2-40B4-BE49-F238E27FC236}">
                      <a16:creationId xmlns:a16="http://schemas.microsoft.com/office/drawing/2014/main" id="{CD73C4ED-2159-1A7D-80DE-82FE1F47DA73}"/>
                    </a:ext>
                  </a:extLst>
                </p14:cNvPr>
                <p14:cNvContentPartPr/>
                <p14:nvPr/>
              </p14:nvContentPartPr>
              <p14:xfrm>
                <a:off x="9355784" y="6024522"/>
                <a:ext cx="76680" cy="107640"/>
              </p14:xfrm>
            </p:contentPart>
          </mc:Choice>
          <mc:Fallback>
            <p:pic>
              <p:nvPicPr>
                <p:cNvPr id="1849" name="Ink 1848">
                  <a:extLst>
                    <a:ext uri="{FF2B5EF4-FFF2-40B4-BE49-F238E27FC236}">
                      <a16:creationId xmlns:a16="http://schemas.microsoft.com/office/drawing/2014/main" id="{CD73C4ED-2159-1A7D-80DE-82FE1F47DA73}"/>
                    </a:ext>
                  </a:extLst>
                </p:cNvPr>
                <p:cNvPicPr/>
                <p:nvPr/>
              </p:nvPicPr>
              <p:blipFill>
                <a:blip r:embed="rId153"/>
                <a:stretch>
                  <a:fillRect/>
                </a:stretch>
              </p:blipFill>
              <p:spPr>
                <a:xfrm>
                  <a:off x="9346784" y="6015522"/>
                  <a:ext cx="943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850" name="Ink 1849">
                  <a:extLst>
                    <a:ext uri="{FF2B5EF4-FFF2-40B4-BE49-F238E27FC236}">
                      <a16:creationId xmlns:a16="http://schemas.microsoft.com/office/drawing/2014/main" id="{2872ACB6-609A-81C6-0732-94DB34159C11}"/>
                    </a:ext>
                  </a:extLst>
                </p14:cNvPr>
                <p14:cNvContentPartPr/>
                <p14:nvPr/>
              </p14:nvContentPartPr>
              <p14:xfrm>
                <a:off x="9383504" y="5888442"/>
                <a:ext cx="12240" cy="15840"/>
              </p14:xfrm>
            </p:contentPart>
          </mc:Choice>
          <mc:Fallback>
            <p:pic>
              <p:nvPicPr>
                <p:cNvPr id="1850" name="Ink 1849">
                  <a:extLst>
                    <a:ext uri="{FF2B5EF4-FFF2-40B4-BE49-F238E27FC236}">
                      <a16:creationId xmlns:a16="http://schemas.microsoft.com/office/drawing/2014/main" id="{2872ACB6-609A-81C6-0732-94DB34159C11}"/>
                    </a:ext>
                  </a:extLst>
                </p:cNvPr>
                <p:cNvPicPr/>
                <p:nvPr/>
              </p:nvPicPr>
              <p:blipFill>
                <a:blip r:embed="rId155"/>
                <a:stretch>
                  <a:fillRect/>
                </a:stretch>
              </p:blipFill>
              <p:spPr>
                <a:xfrm>
                  <a:off x="9374864" y="5879442"/>
                  <a:ext cx="298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851" name="Ink 1850">
                  <a:extLst>
                    <a:ext uri="{FF2B5EF4-FFF2-40B4-BE49-F238E27FC236}">
                      <a16:creationId xmlns:a16="http://schemas.microsoft.com/office/drawing/2014/main" id="{84EAACB9-E234-EA71-4ED1-F02F01AF2CD2}"/>
                    </a:ext>
                  </a:extLst>
                </p14:cNvPr>
                <p14:cNvContentPartPr/>
                <p14:nvPr/>
              </p14:nvContentPartPr>
              <p14:xfrm>
                <a:off x="9521384" y="5963322"/>
                <a:ext cx="78120" cy="151560"/>
              </p14:xfrm>
            </p:contentPart>
          </mc:Choice>
          <mc:Fallback>
            <p:pic>
              <p:nvPicPr>
                <p:cNvPr id="1851" name="Ink 1850">
                  <a:extLst>
                    <a:ext uri="{FF2B5EF4-FFF2-40B4-BE49-F238E27FC236}">
                      <a16:creationId xmlns:a16="http://schemas.microsoft.com/office/drawing/2014/main" id="{84EAACB9-E234-EA71-4ED1-F02F01AF2CD2}"/>
                    </a:ext>
                  </a:extLst>
                </p:cNvPr>
                <p:cNvPicPr/>
                <p:nvPr/>
              </p:nvPicPr>
              <p:blipFill>
                <a:blip r:embed="rId157"/>
                <a:stretch>
                  <a:fillRect/>
                </a:stretch>
              </p:blipFill>
              <p:spPr>
                <a:xfrm>
                  <a:off x="9512744" y="5954682"/>
                  <a:ext cx="957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852" name="Ink 1851">
                  <a:extLst>
                    <a:ext uri="{FF2B5EF4-FFF2-40B4-BE49-F238E27FC236}">
                      <a16:creationId xmlns:a16="http://schemas.microsoft.com/office/drawing/2014/main" id="{E8FD6D12-CFC4-3777-869D-23CA24823164}"/>
                    </a:ext>
                  </a:extLst>
                </p14:cNvPr>
                <p14:cNvContentPartPr/>
                <p14:nvPr/>
              </p14:nvContentPartPr>
              <p14:xfrm>
                <a:off x="9496184" y="5998242"/>
                <a:ext cx="288720" cy="129600"/>
              </p14:xfrm>
            </p:contentPart>
          </mc:Choice>
          <mc:Fallback>
            <p:pic>
              <p:nvPicPr>
                <p:cNvPr id="1852" name="Ink 1851">
                  <a:extLst>
                    <a:ext uri="{FF2B5EF4-FFF2-40B4-BE49-F238E27FC236}">
                      <a16:creationId xmlns:a16="http://schemas.microsoft.com/office/drawing/2014/main" id="{E8FD6D12-CFC4-3777-869D-23CA24823164}"/>
                    </a:ext>
                  </a:extLst>
                </p:cNvPr>
                <p:cNvPicPr/>
                <p:nvPr/>
              </p:nvPicPr>
              <p:blipFill>
                <a:blip r:embed="rId159"/>
                <a:stretch>
                  <a:fillRect/>
                </a:stretch>
              </p:blipFill>
              <p:spPr>
                <a:xfrm>
                  <a:off x="9487544" y="5989242"/>
                  <a:ext cx="30636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853" name="Ink 1852">
                  <a:extLst>
                    <a:ext uri="{FF2B5EF4-FFF2-40B4-BE49-F238E27FC236}">
                      <a16:creationId xmlns:a16="http://schemas.microsoft.com/office/drawing/2014/main" id="{39C5331A-E456-5D83-61FE-CA8AECB34941}"/>
                    </a:ext>
                  </a:extLst>
                </p14:cNvPr>
                <p14:cNvContentPartPr/>
                <p14:nvPr/>
              </p14:nvContentPartPr>
              <p14:xfrm>
                <a:off x="9847544" y="5967282"/>
                <a:ext cx="186480" cy="143280"/>
              </p14:xfrm>
            </p:contentPart>
          </mc:Choice>
          <mc:Fallback>
            <p:pic>
              <p:nvPicPr>
                <p:cNvPr id="1853" name="Ink 1852">
                  <a:extLst>
                    <a:ext uri="{FF2B5EF4-FFF2-40B4-BE49-F238E27FC236}">
                      <a16:creationId xmlns:a16="http://schemas.microsoft.com/office/drawing/2014/main" id="{39C5331A-E456-5D83-61FE-CA8AECB34941}"/>
                    </a:ext>
                  </a:extLst>
                </p:cNvPr>
                <p:cNvPicPr/>
                <p:nvPr/>
              </p:nvPicPr>
              <p:blipFill>
                <a:blip r:embed="rId161"/>
                <a:stretch>
                  <a:fillRect/>
                </a:stretch>
              </p:blipFill>
              <p:spPr>
                <a:xfrm>
                  <a:off x="9838904" y="5958282"/>
                  <a:ext cx="20412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856" name="Ink 1855">
                  <a:extLst>
                    <a:ext uri="{FF2B5EF4-FFF2-40B4-BE49-F238E27FC236}">
                      <a16:creationId xmlns:a16="http://schemas.microsoft.com/office/drawing/2014/main" id="{86A7746F-16E5-1ED0-B0E6-3096702527A0}"/>
                    </a:ext>
                  </a:extLst>
                </p14:cNvPr>
                <p14:cNvContentPartPr/>
                <p14:nvPr/>
              </p14:nvContentPartPr>
              <p14:xfrm>
                <a:off x="7190024" y="6414762"/>
                <a:ext cx="120240" cy="196920"/>
              </p14:xfrm>
            </p:contentPart>
          </mc:Choice>
          <mc:Fallback>
            <p:pic>
              <p:nvPicPr>
                <p:cNvPr id="1856" name="Ink 1855">
                  <a:extLst>
                    <a:ext uri="{FF2B5EF4-FFF2-40B4-BE49-F238E27FC236}">
                      <a16:creationId xmlns:a16="http://schemas.microsoft.com/office/drawing/2014/main" id="{86A7746F-16E5-1ED0-B0E6-3096702527A0}"/>
                    </a:ext>
                  </a:extLst>
                </p:cNvPr>
                <p:cNvPicPr/>
                <p:nvPr/>
              </p:nvPicPr>
              <p:blipFill>
                <a:blip r:embed="rId163"/>
                <a:stretch>
                  <a:fillRect/>
                </a:stretch>
              </p:blipFill>
              <p:spPr>
                <a:xfrm>
                  <a:off x="7181384" y="6405762"/>
                  <a:ext cx="13788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857" name="Ink 1856">
                  <a:extLst>
                    <a:ext uri="{FF2B5EF4-FFF2-40B4-BE49-F238E27FC236}">
                      <a16:creationId xmlns:a16="http://schemas.microsoft.com/office/drawing/2014/main" id="{2E63FF3E-AE19-630E-4712-B421B2636B80}"/>
                    </a:ext>
                  </a:extLst>
                </p14:cNvPr>
                <p14:cNvContentPartPr/>
                <p14:nvPr/>
              </p14:nvContentPartPr>
              <p14:xfrm>
                <a:off x="7334384" y="6377682"/>
                <a:ext cx="60120" cy="223920"/>
              </p14:xfrm>
            </p:contentPart>
          </mc:Choice>
          <mc:Fallback>
            <p:pic>
              <p:nvPicPr>
                <p:cNvPr id="1857" name="Ink 1856">
                  <a:extLst>
                    <a:ext uri="{FF2B5EF4-FFF2-40B4-BE49-F238E27FC236}">
                      <a16:creationId xmlns:a16="http://schemas.microsoft.com/office/drawing/2014/main" id="{2E63FF3E-AE19-630E-4712-B421B2636B80}"/>
                    </a:ext>
                  </a:extLst>
                </p:cNvPr>
                <p:cNvPicPr/>
                <p:nvPr/>
              </p:nvPicPr>
              <p:blipFill>
                <a:blip r:embed="rId165"/>
                <a:stretch>
                  <a:fillRect/>
                </a:stretch>
              </p:blipFill>
              <p:spPr>
                <a:xfrm>
                  <a:off x="7325744" y="6369042"/>
                  <a:ext cx="7776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858" name="Ink 1857">
                  <a:extLst>
                    <a:ext uri="{FF2B5EF4-FFF2-40B4-BE49-F238E27FC236}">
                      <a16:creationId xmlns:a16="http://schemas.microsoft.com/office/drawing/2014/main" id="{135F9664-C20E-1CAC-D2E4-3029D654C984}"/>
                    </a:ext>
                  </a:extLst>
                </p14:cNvPr>
                <p14:cNvContentPartPr/>
                <p14:nvPr/>
              </p14:nvContentPartPr>
              <p14:xfrm>
                <a:off x="7519424" y="6334482"/>
                <a:ext cx="111960" cy="279360"/>
              </p14:xfrm>
            </p:contentPart>
          </mc:Choice>
          <mc:Fallback>
            <p:pic>
              <p:nvPicPr>
                <p:cNvPr id="1858" name="Ink 1857">
                  <a:extLst>
                    <a:ext uri="{FF2B5EF4-FFF2-40B4-BE49-F238E27FC236}">
                      <a16:creationId xmlns:a16="http://schemas.microsoft.com/office/drawing/2014/main" id="{135F9664-C20E-1CAC-D2E4-3029D654C984}"/>
                    </a:ext>
                  </a:extLst>
                </p:cNvPr>
                <p:cNvPicPr/>
                <p:nvPr/>
              </p:nvPicPr>
              <p:blipFill>
                <a:blip r:embed="rId167"/>
                <a:stretch>
                  <a:fillRect/>
                </a:stretch>
              </p:blipFill>
              <p:spPr>
                <a:xfrm>
                  <a:off x="7510784" y="6325842"/>
                  <a:ext cx="12960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859" name="Ink 1858">
                  <a:extLst>
                    <a:ext uri="{FF2B5EF4-FFF2-40B4-BE49-F238E27FC236}">
                      <a16:creationId xmlns:a16="http://schemas.microsoft.com/office/drawing/2014/main" id="{0314F330-A449-33F4-2B1C-D330839C312E}"/>
                    </a:ext>
                  </a:extLst>
                </p14:cNvPr>
                <p14:cNvContentPartPr/>
                <p14:nvPr/>
              </p14:nvContentPartPr>
              <p14:xfrm>
                <a:off x="7673504" y="6373362"/>
                <a:ext cx="216360" cy="238680"/>
              </p14:xfrm>
            </p:contentPart>
          </mc:Choice>
          <mc:Fallback>
            <p:pic>
              <p:nvPicPr>
                <p:cNvPr id="1859" name="Ink 1858">
                  <a:extLst>
                    <a:ext uri="{FF2B5EF4-FFF2-40B4-BE49-F238E27FC236}">
                      <a16:creationId xmlns:a16="http://schemas.microsoft.com/office/drawing/2014/main" id="{0314F330-A449-33F4-2B1C-D330839C312E}"/>
                    </a:ext>
                  </a:extLst>
                </p:cNvPr>
                <p:cNvPicPr/>
                <p:nvPr/>
              </p:nvPicPr>
              <p:blipFill>
                <a:blip r:embed="rId169"/>
                <a:stretch>
                  <a:fillRect/>
                </a:stretch>
              </p:blipFill>
              <p:spPr>
                <a:xfrm>
                  <a:off x="7664864" y="6364722"/>
                  <a:ext cx="2340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860" name="Ink 1859">
                  <a:extLst>
                    <a:ext uri="{FF2B5EF4-FFF2-40B4-BE49-F238E27FC236}">
                      <a16:creationId xmlns:a16="http://schemas.microsoft.com/office/drawing/2014/main" id="{D883CFA9-E7D9-4490-E467-FAADA3F3E872}"/>
                    </a:ext>
                  </a:extLst>
                </p14:cNvPr>
                <p14:cNvContentPartPr/>
                <p14:nvPr/>
              </p14:nvContentPartPr>
              <p14:xfrm>
                <a:off x="7957904" y="6366162"/>
                <a:ext cx="324360" cy="234000"/>
              </p14:xfrm>
            </p:contentPart>
          </mc:Choice>
          <mc:Fallback>
            <p:pic>
              <p:nvPicPr>
                <p:cNvPr id="1860" name="Ink 1859">
                  <a:extLst>
                    <a:ext uri="{FF2B5EF4-FFF2-40B4-BE49-F238E27FC236}">
                      <a16:creationId xmlns:a16="http://schemas.microsoft.com/office/drawing/2014/main" id="{D883CFA9-E7D9-4490-E467-FAADA3F3E872}"/>
                    </a:ext>
                  </a:extLst>
                </p:cNvPr>
                <p:cNvPicPr/>
                <p:nvPr/>
              </p:nvPicPr>
              <p:blipFill>
                <a:blip r:embed="rId171"/>
                <a:stretch>
                  <a:fillRect/>
                </a:stretch>
              </p:blipFill>
              <p:spPr>
                <a:xfrm>
                  <a:off x="7949264" y="6357522"/>
                  <a:ext cx="34200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861" name="Ink 1860">
                  <a:extLst>
                    <a:ext uri="{FF2B5EF4-FFF2-40B4-BE49-F238E27FC236}">
                      <a16:creationId xmlns:a16="http://schemas.microsoft.com/office/drawing/2014/main" id="{6A1A5979-CF7C-1F47-E422-7B363178EBA7}"/>
                    </a:ext>
                  </a:extLst>
                </p14:cNvPr>
                <p14:cNvContentPartPr/>
                <p14:nvPr/>
              </p14:nvContentPartPr>
              <p14:xfrm>
                <a:off x="8258504" y="6473442"/>
                <a:ext cx="99000" cy="60120"/>
              </p14:xfrm>
            </p:contentPart>
          </mc:Choice>
          <mc:Fallback>
            <p:pic>
              <p:nvPicPr>
                <p:cNvPr id="1861" name="Ink 1860">
                  <a:extLst>
                    <a:ext uri="{FF2B5EF4-FFF2-40B4-BE49-F238E27FC236}">
                      <a16:creationId xmlns:a16="http://schemas.microsoft.com/office/drawing/2014/main" id="{6A1A5979-CF7C-1F47-E422-7B363178EBA7}"/>
                    </a:ext>
                  </a:extLst>
                </p:cNvPr>
                <p:cNvPicPr/>
                <p:nvPr/>
              </p:nvPicPr>
              <p:blipFill>
                <a:blip r:embed="rId173"/>
                <a:stretch>
                  <a:fillRect/>
                </a:stretch>
              </p:blipFill>
              <p:spPr>
                <a:xfrm>
                  <a:off x="8249504" y="6464802"/>
                  <a:ext cx="11664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863" name="Ink 1862">
                  <a:extLst>
                    <a:ext uri="{FF2B5EF4-FFF2-40B4-BE49-F238E27FC236}">
                      <a16:creationId xmlns:a16="http://schemas.microsoft.com/office/drawing/2014/main" id="{8D6CEC17-C691-4626-2C66-CC9327EF1898}"/>
                    </a:ext>
                  </a:extLst>
                </p14:cNvPr>
                <p14:cNvContentPartPr/>
                <p14:nvPr/>
              </p14:nvContentPartPr>
              <p14:xfrm>
                <a:off x="8520944" y="6378402"/>
                <a:ext cx="103680" cy="196200"/>
              </p14:xfrm>
            </p:contentPart>
          </mc:Choice>
          <mc:Fallback>
            <p:pic>
              <p:nvPicPr>
                <p:cNvPr id="1863" name="Ink 1862">
                  <a:extLst>
                    <a:ext uri="{FF2B5EF4-FFF2-40B4-BE49-F238E27FC236}">
                      <a16:creationId xmlns:a16="http://schemas.microsoft.com/office/drawing/2014/main" id="{8D6CEC17-C691-4626-2C66-CC9327EF1898}"/>
                    </a:ext>
                  </a:extLst>
                </p:cNvPr>
                <p:cNvPicPr/>
                <p:nvPr/>
              </p:nvPicPr>
              <p:blipFill>
                <a:blip r:embed="rId175"/>
                <a:stretch>
                  <a:fillRect/>
                </a:stretch>
              </p:blipFill>
              <p:spPr>
                <a:xfrm>
                  <a:off x="8512304" y="6369762"/>
                  <a:ext cx="12132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864" name="Ink 1863">
                  <a:extLst>
                    <a:ext uri="{FF2B5EF4-FFF2-40B4-BE49-F238E27FC236}">
                      <a16:creationId xmlns:a16="http://schemas.microsoft.com/office/drawing/2014/main" id="{E54587A4-79FB-9684-9DE8-2E66B33BE32F}"/>
                    </a:ext>
                  </a:extLst>
                </p14:cNvPr>
                <p14:cNvContentPartPr/>
                <p14:nvPr/>
              </p14:nvContentPartPr>
              <p14:xfrm>
                <a:off x="8560184" y="6317202"/>
                <a:ext cx="47160" cy="43920"/>
              </p14:xfrm>
            </p:contentPart>
          </mc:Choice>
          <mc:Fallback>
            <p:pic>
              <p:nvPicPr>
                <p:cNvPr id="1864" name="Ink 1863">
                  <a:extLst>
                    <a:ext uri="{FF2B5EF4-FFF2-40B4-BE49-F238E27FC236}">
                      <a16:creationId xmlns:a16="http://schemas.microsoft.com/office/drawing/2014/main" id="{E54587A4-79FB-9684-9DE8-2E66B33BE32F}"/>
                    </a:ext>
                  </a:extLst>
                </p:cNvPr>
                <p:cNvPicPr/>
                <p:nvPr/>
              </p:nvPicPr>
              <p:blipFill>
                <a:blip r:embed="rId177"/>
                <a:stretch>
                  <a:fillRect/>
                </a:stretch>
              </p:blipFill>
              <p:spPr>
                <a:xfrm>
                  <a:off x="8551184" y="6308562"/>
                  <a:ext cx="6480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865" name="Ink 1864">
                  <a:extLst>
                    <a:ext uri="{FF2B5EF4-FFF2-40B4-BE49-F238E27FC236}">
                      <a16:creationId xmlns:a16="http://schemas.microsoft.com/office/drawing/2014/main" id="{66CC8BAA-93D2-68F3-DA87-6AA422965C35}"/>
                    </a:ext>
                  </a:extLst>
                </p14:cNvPr>
                <p14:cNvContentPartPr/>
                <p14:nvPr/>
              </p14:nvContentPartPr>
              <p14:xfrm>
                <a:off x="8680064" y="6348522"/>
                <a:ext cx="59760" cy="230760"/>
              </p14:xfrm>
            </p:contentPart>
          </mc:Choice>
          <mc:Fallback>
            <p:pic>
              <p:nvPicPr>
                <p:cNvPr id="1865" name="Ink 1864">
                  <a:extLst>
                    <a:ext uri="{FF2B5EF4-FFF2-40B4-BE49-F238E27FC236}">
                      <a16:creationId xmlns:a16="http://schemas.microsoft.com/office/drawing/2014/main" id="{66CC8BAA-93D2-68F3-DA87-6AA422965C35}"/>
                    </a:ext>
                  </a:extLst>
                </p:cNvPr>
                <p:cNvPicPr/>
                <p:nvPr/>
              </p:nvPicPr>
              <p:blipFill>
                <a:blip r:embed="rId179"/>
                <a:stretch>
                  <a:fillRect/>
                </a:stretch>
              </p:blipFill>
              <p:spPr>
                <a:xfrm>
                  <a:off x="8671064" y="6339882"/>
                  <a:ext cx="774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866" name="Ink 1865">
                  <a:extLst>
                    <a:ext uri="{FF2B5EF4-FFF2-40B4-BE49-F238E27FC236}">
                      <a16:creationId xmlns:a16="http://schemas.microsoft.com/office/drawing/2014/main" id="{0FD26375-3BF3-27F9-F459-71755E77EB60}"/>
                    </a:ext>
                  </a:extLst>
                </p14:cNvPr>
                <p14:cNvContentPartPr/>
                <p14:nvPr/>
              </p14:nvContentPartPr>
              <p14:xfrm>
                <a:off x="8705264" y="6413682"/>
                <a:ext cx="244800" cy="146160"/>
              </p14:xfrm>
            </p:contentPart>
          </mc:Choice>
          <mc:Fallback>
            <p:pic>
              <p:nvPicPr>
                <p:cNvPr id="1866" name="Ink 1865">
                  <a:extLst>
                    <a:ext uri="{FF2B5EF4-FFF2-40B4-BE49-F238E27FC236}">
                      <a16:creationId xmlns:a16="http://schemas.microsoft.com/office/drawing/2014/main" id="{0FD26375-3BF3-27F9-F459-71755E77EB60}"/>
                    </a:ext>
                  </a:extLst>
                </p:cNvPr>
                <p:cNvPicPr/>
                <p:nvPr/>
              </p:nvPicPr>
              <p:blipFill>
                <a:blip r:embed="rId181"/>
                <a:stretch>
                  <a:fillRect/>
                </a:stretch>
              </p:blipFill>
              <p:spPr>
                <a:xfrm>
                  <a:off x="8696624" y="6405042"/>
                  <a:ext cx="2624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867" name="Ink 1866">
                  <a:extLst>
                    <a:ext uri="{FF2B5EF4-FFF2-40B4-BE49-F238E27FC236}">
                      <a16:creationId xmlns:a16="http://schemas.microsoft.com/office/drawing/2014/main" id="{9EE6258D-F99C-348C-8360-9B70530BD02D}"/>
                    </a:ext>
                  </a:extLst>
                </p14:cNvPr>
                <p14:cNvContentPartPr/>
                <p14:nvPr/>
              </p14:nvContentPartPr>
              <p14:xfrm>
                <a:off x="8991464" y="6365442"/>
                <a:ext cx="127800" cy="182520"/>
              </p14:xfrm>
            </p:contentPart>
          </mc:Choice>
          <mc:Fallback>
            <p:pic>
              <p:nvPicPr>
                <p:cNvPr id="1867" name="Ink 1866">
                  <a:extLst>
                    <a:ext uri="{FF2B5EF4-FFF2-40B4-BE49-F238E27FC236}">
                      <a16:creationId xmlns:a16="http://schemas.microsoft.com/office/drawing/2014/main" id="{9EE6258D-F99C-348C-8360-9B70530BD02D}"/>
                    </a:ext>
                  </a:extLst>
                </p:cNvPr>
                <p:cNvPicPr/>
                <p:nvPr/>
              </p:nvPicPr>
              <p:blipFill>
                <a:blip r:embed="rId183"/>
                <a:stretch>
                  <a:fillRect/>
                </a:stretch>
              </p:blipFill>
              <p:spPr>
                <a:xfrm>
                  <a:off x="8982464" y="6356442"/>
                  <a:ext cx="14544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869" name="Ink 1868">
                  <a:extLst>
                    <a:ext uri="{FF2B5EF4-FFF2-40B4-BE49-F238E27FC236}">
                      <a16:creationId xmlns:a16="http://schemas.microsoft.com/office/drawing/2014/main" id="{CDA3783A-5A65-D791-0CC0-A6984C0E8D78}"/>
                    </a:ext>
                  </a:extLst>
                </p14:cNvPr>
                <p14:cNvContentPartPr/>
                <p14:nvPr/>
              </p14:nvContentPartPr>
              <p14:xfrm>
                <a:off x="9259664" y="6446802"/>
                <a:ext cx="214560" cy="7200"/>
              </p14:xfrm>
            </p:contentPart>
          </mc:Choice>
          <mc:Fallback>
            <p:pic>
              <p:nvPicPr>
                <p:cNvPr id="1869" name="Ink 1868">
                  <a:extLst>
                    <a:ext uri="{FF2B5EF4-FFF2-40B4-BE49-F238E27FC236}">
                      <a16:creationId xmlns:a16="http://schemas.microsoft.com/office/drawing/2014/main" id="{CDA3783A-5A65-D791-0CC0-A6984C0E8D78}"/>
                    </a:ext>
                  </a:extLst>
                </p:cNvPr>
                <p:cNvPicPr/>
                <p:nvPr/>
              </p:nvPicPr>
              <p:blipFill>
                <a:blip r:embed="rId185"/>
                <a:stretch>
                  <a:fillRect/>
                </a:stretch>
              </p:blipFill>
              <p:spPr>
                <a:xfrm>
                  <a:off x="9250664" y="6438162"/>
                  <a:ext cx="2322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870" name="Ink 1869">
                  <a:extLst>
                    <a:ext uri="{FF2B5EF4-FFF2-40B4-BE49-F238E27FC236}">
                      <a16:creationId xmlns:a16="http://schemas.microsoft.com/office/drawing/2014/main" id="{93541C92-7004-6479-35E2-DEC9EA972179}"/>
                    </a:ext>
                  </a:extLst>
                </p14:cNvPr>
                <p14:cNvContentPartPr/>
                <p14:nvPr/>
              </p14:nvContentPartPr>
              <p14:xfrm>
                <a:off x="9434264" y="6390642"/>
                <a:ext cx="137520" cy="165600"/>
              </p14:xfrm>
            </p:contentPart>
          </mc:Choice>
          <mc:Fallback>
            <p:pic>
              <p:nvPicPr>
                <p:cNvPr id="1870" name="Ink 1869">
                  <a:extLst>
                    <a:ext uri="{FF2B5EF4-FFF2-40B4-BE49-F238E27FC236}">
                      <a16:creationId xmlns:a16="http://schemas.microsoft.com/office/drawing/2014/main" id="{93541C92-7004-6479-35E2-DEC9EA972179}"/>
                    </a:ext>
                  </a:extLst>
                </p:cNvPr>
                <p:cNvPicPr/>
                <p:nvPr/>
              </p:nvPicPr>
              <p:blipFill>
                <a:blip r:embed="rId187"/>
                <a:stretch>
                  <a:fillRect/>
                </a:stretch>
              </p:blipFill>
              <p:spPr>
                <a:xfrm>
                  <a:off x="9425264" y="6382002"/>
                  <a:ext cx="1551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872" name="Ink 1871">
                  <a:extLst>
                    <a:ext uri="{FF2B5EF4-FFF2-40B4-BE49-F238E27FC236}">
                      <a16:creationId xmlns:a16="http://schemas.microsoft.com/office/drawing/2014/main" id="{351C0920-9C44-1B66-B8EE-B283BC88AFB3}"/>
                    </a:ext>
                  </a:extLst>
                </p14:cNvPr>
                <p14:cNvContentPartPr/>
                <p14:nvPr/>
              </p14:nvContentPartPr>
              <p14:xfrm>
                <a:off x="9694544" y="6401442"/>
                <a:ext cx="522000" cy="200520"/>
              </p14:xfrm>
            </p:contentPart>
          </mc:Choice>
          <mc:Fallback>
            <p:pic>
              <p:nvPicPr>
                <p:cNvPr id="1872" name="Ink 1871">
                  <a:extLst>
                    <a:ext uri="{FF2B5EF4-FFF2-40B4-BE49-F238E27FC236}">
                      <a16:creationId xmlns:a16="http://schemas.microsoft.com/office/drawing/2014/main" id="{351C0920-9C44-1B66-B8EE-B283BC88AFB3}"/>
                    </a:ext>
                  </a:extLst>
                </p:cNvPr>
                <p:cNvPicPr/>
                <p:nvPr/>
              </p:nvPicPr>
              <p:blipFill>
                <a:blip r:embed="rId189"/>
                <a:stretch>
                  <a:fillRect/>
                </a:stretch>
              </p:blipFill>
              <p:spPr>
                <a:xfrm>
                  <a:off x="9685544" y="6392442"/>
                  <a:ext cx="53964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873" name="Ink 1872">
                  <a:extLst>
                    <a:ext uri="{FF2B5EF4-FFF2-40B4-BE49-F238E27FC236}">
                      <a16:creationId xmlns:a16="http://schemas.microsoft.com/office/drawing/2014/main" id="{7BCE86BA-7CFE-E3D0-C8AB-2750A43EC32A}"/>
                    </a:ext>
                  </a:extLst>
                </p14:cNvPr>
                <p14:cNvContentPartPr/>
                <p14:nvPr/>
              </p14:nvContentPartPr>
              <p14:xfrm>
                <a:off x="10223744" y="6344562"/>
                <a:ext cx="105840" cy="181080"/>
              </p14:xfrm>
            </p:contentPart>
          </mc:Choice>
          <mc:Fallback>
            <p:pic>
              <p:nvPicPr>
                <p:cNvPr id="1873" name="Ink 1872">
                  <a:extLst>
                    <a:ext uri="{FF2B5EF4-FFF2-40B4-BE49-F238E27FC236}">
                      <a16:creationId xmlns:a16="http://schemas.microsoft.com/office/drawing/2014/main" id="{7BCE86BA-7CFE-E3D0-C8AB-2750A43EC32A}"/>
                    </a:ext>
                  </a:extLst>
                </p:cNvPr>
                <p:cNvPicPr/>
                <p:nvPr/>
              </p:nvPicPr>
              <p:blipFill>
                <a:blip r:embed="rId191"/>
                <a:stretch>
                  <a:fillRect/>
                </a:stretch>
              </p:blipFill>
              <p:spPr>
                <a:xfrm>
                  <a:off x="10215104" y="6335562"/>
                  <a:ext cx="1234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874" name="Ink 1873">
                  <a:extLst>
                    <a:ext uri="{FF2B5EF4-FFF2-40B4-BE49-F238E27FC236}">
                      <a16:creationId xmlns:a16="http://schemas.microsoft.com/office/drawing/2014/main" id="{E80C2A41-24E4-005A-7D6A-639DFFCE9C19}"/>
                    </a:ext>
                  </a:extLst>
                </p14:cNvPr>
                <p14:cNvContentPartPr/>
                <p14:nvPr/>
              </p14:nvContentPartPr>
              <p14:xfrm>
                <a:off x="10296824" y="6425202"/>
                <a:ext cx="87840" cy="61560"/>
              </p14:xfrm>
            </p:contentPart>
          </mc:Choice>
          <mc:Fallback>
            <p:pic>
              <p:nvPicPr>
                <p:cNvPr id="1874" name="Ink 1873">
                  <a:extLst>
                    <a:ext uri="{FF2B5EF4-FFF2-40B4-BE49-F238E27FC236}">
                      <a16:creationId xmlns:a16="http://schemas.microsoft.com/office/drawing/2014/main" id="{E80C2A41-24E4-005A-7D6A-639DFFCE9C19}"/>
                    </a:ext>
                  </a:extLst>
                </p:cNvPr>
                <p:cNvPicPr/>
                <p:nvPr/>
              </p:nvPicPr>
              <p:blipFill>
                <a:blip r:embed="rId193"/>
                <a:stretch>
                  <a:fillRect/>
                </a:stretch>
              </p:blipFill>
              <p:spPr>
                <a:xfrm>
                  <a:off x="10287824" y="6416562"/>
                  <a:ext cx="10548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875" name="Ink 1874">
                  <a:extLst>
                    <a:ext uri="{FF2B5EF4-FFF2-40B4-BE49-F238E27FC236}">
                      <a16:creationId xmlns:a16="http://schemas.microsoft.com/office/drawing/2014/main" id="{7E3BD6C4-96A8-3F83-62F4-971C65FCFB10}"/>
                    </a:ext>
                  </a:extLst>
                </p14:cNvPr>
                <p14:cNvContentPartPr/>
                <p14:nvPr/>
              </p14:nvContentPartPr>
              <p14:xfrm>
                <a:off x="10500944" y="6324762"/>
                <a:ext cx="15120" cy="300600"/>
              </p14:xfrm>
            </p:contentPart>
          </mc:Choice>
          <mc:Fallback>
            <p:pic>
              <p:nvPicPr>
                <p:cNvPr id="1875" name="Ink 1874">
                  <a:extLst>
                    <a:ext uri="{FF2B5EF4-FFF2-40B4-BE49-F238E27FC236}">
                      <a16:creationId xmlns:a16="http://schemas.microsoft.com/office/drawing/2014/main" id="{7E3BD6C4-96A8-3F83-62F4-971C65FCFB10}"/>
                    </a:ext>
                  </a:extLst>
                </p:cNvPr>
                <p:cNvPicPr/>
                <p:nvPr/>
              </p:nvPicPr>
              <p:blipFill>
                <a:blip r:embed="rId195"/>
                <a:stretch>
                  <a:fillRect/>
                </a:stretch>
              </p:blipFill>
              <p:spPr>
                <a:xfrm>
                  <a:off x="10491944" y="6315762"/>
                  <a:ext cx="3276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876" name="Ink 1875">
                  <a:extLst>
                    <a:ext uri="{FF2B5EF4-FFF2-40B4-BE49-F238E27FC236}">
                      <a16:creationId xmlns:a16="http://schemas.microsoft.com/office/drawing/2014/main" id="{70EF39ED-371E-4123-21BC-C914EDD52D2C}"/>
                    </a:ext>
                  </a:extLst>
                </p14:cNvPr>
                <p14:cNvContentPartPr/>
                <p14:nvPr/>
              </p14:nvContentPartPr>
              <p14:xfrm>
                <a:off x="10621544" y="6438882"/>
                <a:ext cx="364680" cy="283320"/>
              </p14:xfrm>
            </p:contentPart>
          </mc:Choice>
          <mc:Fallback>
            <p:pic>
              <p:nvPicPr>
                <p:cNvPr id="1876" name="Ink 1875">
                  <a:extLst>
                    <a:ext uri="{FF2B5EF4-FFF2-40B4-BE49-F238E27FC236}">
                      <a16:creationId xmlns:a16="http://schemas.microsoft.com/office/drawing/2014/main" id="{70EF39ED-371E-4123-21BC-C914EDD52D2C}"/>
                    </a:ext>
                  </a:extLst>
                </p:cNvPr>
                <p:cNvPicPr/>
                <p:nvPr/>
              </p:nvPicPr>
              <p:blipFill>
                <a:blip r:embed="rId197"/>
                <a:stretch>
                  <a:fillRect/>
                </a:stretch>
              </p:blipFill>
              <p:spPr>
                <a:xfrm>
                  <a:off x="10612544" y="6429882"/>
                  <a:ext cx="38232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877" name="Ink 1876">
                  <a:extLst>
                    <a:ext uri="{FF2B5EF4-FFF2-40B4-BE49-F238E27FC236}">
                      <a16:creationId xmlns:a16="http://schemas.microsoft.com/office/drawing/2014/main" id="{525CF662-03D2-DFA5-A615-CD5E6DA9AD27}"/>
                    </a:ext>
                  </a:extLst>
                </p14:cNvPr>
                <p14:cNvContentPartPr/>
                <p14:nvPr/>
              </p14:nvContentPartPr>
              <p14:xfrm>
                <a:off x="11025464" y="6429162"/>
                <a:ext cx="271080" cy="165960"/>
              </p14:xfrm>
            </p:contentPart>
          </mc:Choice>
          <mc:Fallback>
            <p:pic>
              <p:nvPicPr>
                <p:cNvPr id="1877" name="Ink 1876">
                  <a:extLst>
                    <a:ext uri="{FF2B5EF4-FFF2-40B4-BE49-F238E27FC236}">
                      <a16:creationId xmlns:a16="http://schemas.microsoft.com/office/drawing/2014/main" id="{525CF662-03D2-DFA5-A615-CD5E6DA9AD27}"/>
                    </a:ext>
                  </a:extLst>
                </p:cNvPr>
                <p:cNvPicPr/>
                <p:nvPr/>
              </p:nvPicPr>
              <p:blipFill>
                <a:blip r:embed="rId199"/>
                <a:stretch>
                  <a:fillRect/>
                </a:stretch>
              </p:blipFill>
              <p:spPr>
                <a:xfrm>
                  <a:off x="11016824" y="6420522"/>
                  <a:ext cx="2887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878" name="Ink 1877">
                  <a:extLst>
                    <a:ext uri="{FF2B5EF4-FFF2-40B4-BE49-F238E27FC236}">
                      <a16:creationId xmlns:a16="http://schemas.microsoft.com/office/drawing/2014/main" id="{978892AD-98F9-124A-DE61-8DCF16F00C6F}"/>
                    </a:ext>
                  </a:extLst>
                </p14:cNvPr>
                <p14:cNvContentPartPr/>
                <p14:nvPr/>
              </p14:nvContentPartPr>
              <p14:xfrm>
                <a:off x="11344784" y="6424482"/>
                <a:ext cx="211680" cy="288360"/>
              </p14:xfrm>
            </p:contentPart>
          </mc:Choice>
          <mc:Fallback>
            <p:pic>
              <p:nvPicPr>
                <p:cNvPr id="1878" name="Ink 1877">
                  <a:extLst>
                    <a:ext uri="{FF2B5EF4-FFF2-40B4-BE49-F238E27FC236}">
                      <a16:creationId xmlns:a16="http://schemas.microsoft.com/office/drawing/2014/main" id="{978892AD-98F9-124A-DE61-8DCF16F00C6F}"/>
                    </a:ext>
                  </a:extLst>
                </p:cNvPr>
                <p:cNvPicPr/>
                <p:nvPr/>
              </p:nvPicPr>
              <p:blipFill>
                <a:blip r:embed="rId201"/>
                <a:stretch>
                  <a:fillRect/>
                </a:stretch>
              </p:blipFill>
              <p:spPr>
                <a:xfrm>
                  <a:off x="11336144" y="6415842"/>
                  <a:ext cx="22932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879" name="Ink 1878">
                  <a:extLst>
                    <a:ext uri="{FF2B5EF4-FFF2-40B4-BE49-F238E27FC236}">
                      <a16:creationId xmlns:a16="http://schemas.microsoft.com/office/drawing/2014/main" id="{21A010EB-EE30-A045-1655-06A440249CDE}"/>
                    </a:ext>
                  </a:extLst>
                </p14:cNvPr>
                <p14:cNvContentPartPr/>
                <p14:nvPr/>
              </p14:nvContentPartPr>
              <p14:xfrm>
                <a:off x="11634944" y="6340242"/>
                <a:ext cx="261360" cy="217440"/>
              </p14:xfrm>
            </p:contentPart>
          </mc:Choice>
          <mc:Fallback>
            <p:pic>
              <p:nvPicPr>
                <p:cNvPr id="1879" name="Ink 1878">
                  <a:extLst>
                    <a:ext uri="{FF2B5EF4-FFF2-40B4-BE49-F238E27FC236}">
                      <a16:creationId xmlns:a16="http://schemas.microsoft.com/office/drawing/2014/main" id="{21A010EB-EE30-A045-1655-06A440249CDE}"/>
                    </a:ext>
                  </a:extLst>
                </p:cNvPr>
                <p:cNvPicPr/>
                <p:nvPr/>
              </p:nvPicPr>
              <p:blipFill>
                <a:blip r:embed="rId203"/>
                <a:stretch>
                  <a:fillRect/>
                </a:stretch>
              </p:blipFill>
              <p:spPr>
                <a:xfrm>
                  <a:off x="11625944" y="6331602"/>
                  <a:ext cx="27900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881" name="Ink 1880">
                  <a:extLst>
                    <a:ext uri="{FF2B5EF4-FFF2-40B4-BE49-F238E27FC236}">
                      <a16:creationId xmlns:a16="http://schemas.microsoft.com/office/drawing/2014/main" id="{A8A9EF26-D4AB-0FF3-0983-D28A390688A1}"/>
                    </a:ext>
                  </a:extLst>
                </p14:cNvPr>
                <p14:cNvContentPartPr/>
                <p14:nvPr/>
              </p14:nvContentPartPr>
              <p14:xfrm>
                <a:off x="10525784" y="5237922"/>
                <a:ext cx="129600" cy="106200"/>
              </p14:xfrm>
            </p:contentPart>
          </mc:Choice>
          <mc:Fallback>
            <p:pic>
              <p:nvPicPr>
                <p:cNvPr id="1881" name="Ink 1880">
                  <a:extLst>
                    <a:ext uri="{FF2B5EF4-FFF2-40B4-BE49-F238E27FC236}">
                      <a16:creationId xmlns:a16="http://schemas.microsoft.com/office/drawing/2014/main" id="{A8A9EF26-D4AB-0FF3-0983-D28A390688A1}"/>
                    </a:ext>
                  </a:extLst>
                </p:cNvPr>
                <p:cNvPicPr/>
                <p:nvPr/>
              </p:nvPicPr>
              <p:blipFill>
                <a:blip r:embed="rId205"/>
                <a:stretch>
                  <a:fillRect/>
                </a:stretch>
              </p:blipFill>
              <p:spPr>
                <a:xfrm>
                  <a:off x="10517144" y="5229282"/>
                  <a:ext cx="1472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882" name="Ink 1881">
                  <a:extLst>
                    <a:ext uri="{FF2B5EF4-FFF2-40B4-BE49-F238E27FC236}">
                      <a16:creationId xmlns:a16="http://schemas.microsoft.com/office/drawing/2014/main" id="{7F30AD41-689A-5BA9-0DE9-72BA4FA8E733}"/>
                    </a:ext>
                  </a:extLst>
                </p14:cNvPr>
                <p14:cNvContentPartPr/>
                <p14:nvPr/>
              </p14:nvContentPartPr>
              <p14:xfrm>
                <a:off x="10561784" y="5195082"/>
                <a:ext cx="125640" cy="46440"/>
              </p14:xfrm>
            </p:contentPart>
          </mc:Choice>
          <mc:Fallback>
            <p:pic>
              <p:nvPicPr>
                <p:cNvPr id="1882" name="Ink 1881">
                  <a:extLst>
                    <a:ext uri="{FF2B5EF4-FFF2-40B4-BE49-F238E27FC236}">
                      <a16:creationId xmlns:a16="http://schemas.microsoft.com/office/drawing/2014/main" id="{7F30AD41-689A-5BA9-0DE9-72BA4FA8E733}"/>
                    </a:ext>
                  </a:extLst>
                </p:cNvPr>
                <p:cNvPicPr/>
                <p:nvPr/>
              </p:nvPicPr>
              <p:blipFill>
                <a:blip r:embed="rId207"/>
                <a:stretch>
                  <a:fillRect/>
                </a:stretch>
              </p:blipFill>
              <p:spPr>
                <a:xfrm>
                  <a:off x="10553144" y="5186082"/>
                  <a:ext cx="14328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883" name="Ink 1882">
                  <a:extLst>
                    <a:ext uri="{FF2B5EF4-FFF2-40B4-BE49-F238E27FC236}">
                      <a16:creationId xmlns:a16="http://schemas.microsoft.com/office/drawing/2014/main" id="{33C789C2-577E-BD83-95A1-EA545FE97F4E}"/>
                    </a:ext>
                  </a:extLst>
                </p14:cNvPr>
                <p14:cNvContentPartPr/>
                <p14:nvPr/>
              </p14:nvContentPartPr>
              <p14:xfrm>
                <a:off x="10734584" y="5148282"/>
                <a:ext cx="65160" cy="266760"/>
              </p14:xfrm>
            </p:contentPart>
          </mc:Choice>
          <mc:Fallback>
            <p:pic>
              <p:nvPicPr>
                <p:cNvPr id="1883" name="Ink 1882">
                  <a:extLst>
                    <a:ext uri="{FF2B5EF4-FFF2-40B4-BE49-F238E27FC236}">
                      <a16:creationId xmlns:a16="http://schemas.microsoft.com/office/drawing/2014/main" id="{33C789C2-577E-BD83-95A1-EA545FE97F4E}"/>
                    </a:ext>
                  </a:extLst>
                </p:cNvPr>
                <p:cNvPicPr/>
                <p:nvPr/>
              </p:nvPicPr>
              <p:blipFill>
                <a:blip r:embed="rId209"/>
                <a:stretch>
                  <a:fillRect/>
                </a:stretch>
              </p:blipFill>
              <p:spPr>
                <a:xfrm>
                  <a:off x="10725584" y="5139282"/>
                  <a:ext cx="8280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885" name="Ink 1884">
                  <a:extLst>
                    <a:ext uri="{FF2B5EF4-FFF2-40B4-BE49-F238E27FC236}">
                      <a16:creationId xmlns:a16="http://schemas.microsoft.com/office/drawing/2014/main" id="{8F92AC71-ED26-B1EF-4574-0A44B810C927}"/>
                    </a:ext>
                  </a:extLst>
                </p14:cNvPr>
                <p14:cNvContentPartPr/>
                <p14:nvPr/>
              </p14:nvContentPartPr>
              <p14:xfrm>
                <a:off x="10962824" y="5089242"/>
                <a:ext cx="307800" cy="266760"/>
              </p14:xfrm>
            </p:contentPart>
          </mc:Choice>
          <mc:Fallback>
            <p:pic>
              <p:nvPicPr>
                <p:cNvPr id="1885" name="Ink 1884">
                  <a:extLst>
                    <a:ext uri="{FF2B5EF4-FFF2-40B4-BE49-F238E27FC236}">
                      <a16:creationId xmlns:a16="http://schemas.microsoft.com/office/drawing/2014/main" id="{8F92AC71-ED26-B1EF-4574-0A44B810C927}"/>
                    </a:ext>
                  </a:extLst>
                </p:cNvPr>
                <p:cNvPicPr/>
                <p:nvPr/>
              </p:nvPicPr>
              <p:blipFill>
                <a:blip r:embed="rId211"/>
                <a:stretch>
                  <a:fillRect/>
                </a:stretch>
              </p:blipFill>
              <p:spPr>
                <a:xfrm>
                  <a:off x="10954184" y="5080242"/>
                  <a:ext cx="32544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886" name="Ink 1885">
                  <a:extLst>
                    <a:ext uri="{FF2B5EF4-FFF2-40B4-BE49-F238E27FC236}">
                      <a16:creationId xmlns:a16="http://schemas.microsoft.com/office/drawing/2014/main" id="{058A32AB-A705-98D6-B63A-FD20AB0EF452}"/>
                    </a:ext>
                  </a:extLst>
                </p14:cNvPr>
                <p14:cNvContentPartPr/>
                <p14:nvPr/>
              </p14:nvContentPartPr>
              <p14:xfrm>
                <a:off x="11323544" y="5172762"/>
                <a:ext cx="524160" cy="196560"/>
              </p14:xfrm>
            </p:contentPart>
          </mc:Choice>
          <mc:Fallback>
            <p:pic>
              <p:nvPicPr>
                <p:cNvPr id="1886" name="Ink 1885">
                  <a:extLst>
                    <a:ext uri="{FF2B5EF4-FFF2-40B4-BE49-F238E27FC236}">
                      <a16:creationId xmlns:a16="http://schemas.microsoft.com/office/drawing/2014/main" id="{058A32AB-A705-98D6-B63A-FD20AB0EF452}"/>
                    </a:ext>
                  </a:extLst>
                </p:cNvPr>
                <p:cNvPicPr/>
                <p:nvPr/>
              </p:nvPicPr>
              <p:blipFill>
                <a:blip r:embed="rId213"/>
                <a:stretch>
                  <a:fillRect/>
                </a:stretch>
              </p:blipFill>
              <p:spPr>
                <a:xfrm>
                  <a:off x="11314904" y="5163762"/>
                  <a:ext cx="5418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887" name="Ink 1886">
                  <a:extLst>
                    <a:ext uri="{FF2B5EF4-FFF2-40B4-BE49-F238E27FC236}">
                      <a16:creationId xmlns:a16="http://schemas.microsoft.com/office/drawing/2014/main" id="{058E9B39-9177-30CD-2C8B-23C63139FAE3}"/>
                    </a:ext>
                  </a:extLst>
                </p14:cNvPr>
                <p14:cNvContentPartPr/>
                <p14:nvPr/>
              </p14:nvContentPartPr>
              <p14:xfrm>
                <a:off x="11868944" y="5212722"/>
                <a:ext cx="116640" cy="148320"/>
              </p14:xfrm>
            </p:contentPart>
          </mc:Choice>
          <mc:Fallback>
            <p:pic>
              <p:nvPicPr>
                <p:cNvPr id="1887" name="Ink 1886">
                  <a:extLst>
                    <a:ext uri="{FF2B5EF4-FFF2-40B4-BE49-F238E27FC236}">
                      <a16:creationId xmlns:a16="http://schemas.microsoft.com/office/drawing/2014/main" id="{058E9B39-9177-30CD-2C8B-23C63139FAE3}"/>
                    </a:ext>
                  </a:extLst>
                </p:cNvPr>
                <p:cNvPicPr/>
                <p:nvPr/>
              </p:nvPicPr>
              <p:blipFill>
                <a:blip r:embed="rId215"/>
                <a:stretch>
                  <a:fillRect/>
                </a:stretch>
              </p:blipFill>
              <p:spPr>
                <a:xfrm>
                  <a:off x="11860304" y="5204082"/>
                  <a:ext cx="13428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888" name="Ink 1887">
                  <a:extLst>
                    <a:ext uri="{FF2B5EF4-FFF2-40B4-BE49-F238E27FC236}">
                      <a16:creationId xmlns:a16="http://schemas.microsoft.com/office/drawing/2014/main" id="{7E55989F-9838-F662-B79D-5A7207B8C913}"/>
                    </a:ext>
                  </a:extLst>
                </p14:cNvPr>
                <p14:cNvContentPartPr/>
                <p14:nvPr/>
              </p14:nvContentPartPr>
              <p14:xfrm>
                <a:off x="11902424" y="5221002"/>
                <a:ext cx="44640" cy="91440"/>
              </p14:xfrm>
            </p:contentPart>
          </mc:Choice>
          <mc:Fallback>
            <p:pic>
              <p:nvPicPr>
                <p:cNvPr id="1888" name="Ink 1887">
                  <a:extLst>
                    <a:ext uri="{FF2B5EF4-FFF2-40B4-BE49-F238E27FC236}">
                      <a16:creationId xmlns:a16="http://schemas.microsoft.com/office/drawing/2014/main" id="{7E55989F-9838-F662-B79D-5A7207B8C913}"/>
                    </a:ext>
                  </a:extLst>
                </p:cNvPr>
                <p:cNvPicPr/>
                <p:nvPr/>
              </p:nvPicPr>
              <p:blipFill>
                <a:blip r:embed="rId217"/>
                <a:stretch>
                  <a:fillRect/>
                </a:stretch>
              </p:blipFill>
              <p:spPr>
                <a:xfrm>
                  <a:off x="11893424" y="5212362"/>
                  <a:ext cx="622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890" name="Ink 1889">
                  <a:extLst>
                    <a:ext uri="{FF2B5EF4-FFF2-40B4-BE49-F238E27FC236}">
                      <a16:creationId xmlns:a16="http://schemas.microsoft.com/office/drawing/2014/main" id="{F704D761-64A1-6EFA-E044-2D05413AA026}"/>
                    </a:ext>
                  </a:extLst>
                </p14:cNvPr>
                <p14:cNvContentPartPr/>
                <p14:nvPr/>
              </p14:nvContentPartPr>
              <p14:xfrm>
                <a:off x="10601744" y="5528442"/>
                <a:ext cx="104040" cy="184320"/>
              </p14:xfrm>
            </p:contentPart>
          </mc:Choice>
          <mc:Fallback>
            <p:pic>
              <p:nvPicPr>
                <p:cNvPr id="1890" name="Ink 1889">
                  <a:extLst>
                    <a:ext uri="{FF2B5EF4-FFF2-40B4-BE49-F238E27FC236}">
                      <a16:creationId xmlns:a16="http://schemas.microsoft.com/office/drawing/2014/main" id="{F704D761-64A1-6EFA-E044-2D05413AA026}"/>
                    </a:ext>
                  </a:extLst>
                </p:cNvPr>
                <p:cNvPicPr/>
                <p:nvPr/>
              </p:nvPicPr>
              <p:blipFill>
                <a:blip r:embed="rId219"/>
                <a:stretch>
                  <a:fillRect/>
                </a:stretch>
              </p:blipFill>
              <p:spPr>
                <a:xfrm>
                  <a:off x="10592744" y="5519442"/>
                  <a:ext cx="12168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891" name="Ink 1890">
                  <a:extLst>
                    <a:ext uri="{FF2B5EF4-FFF2-40B4-BE49-F238E27FC236}">
                      <a16:creationId xmlns:a16="http://schemas.microsoft.com/office/drawing/2014/main" id="{F8AB45A7-AAB6-F52D-4052-DE860D817DAC}"/>
                    </a:ext>
                  </a:extLst>
                </p14:cNvPr>
                <p14:cNvContentPartPr/>
                <p14:nvPr/>
              </p14:nvContentPartPr>
              <p14:xfrm>
                <a:off x="10800464" y="5528802"/>
                <a:ext cx="84960" cy="182520"/>
              </p14:xfrm>
            </p:contentPart>
          </mc:Choice>
          <mc:Fallback>
            <p:pic>
              <p:nvPicPr>
                <p:cNvPr id="1891" name="Ink 1890">
                  <a:extLst>
                    <a:ext uri="{FF2B5EF4-FFF2-40B4-BE49-F238E27FC236}">
                      <a16:creationId xmlns:a16="http://schemas.microsoft.com/office/drawing/2014/main" id="{F8AB45A7-AAB6-F52D-4052-DE860D817DAC}"/>
                    </a:ext>
                  </a:extLst>
                </p:cNvPr>
                <p:cNvPicPr/>
                <p:nvPr/>
              </p:nvPicPr>
              <p:blipFill>
                <a:blip r:embed="rId221"/>
                <a:stretch>
                  <a:fillRect/>
                </a:stretch>
              </p:blipFill>
              <p:spPr>
                <a:xfrm>
                  <a:off x="10791824" y="5519802"/>
                  <a:ext cx="10260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893" name="Ink 1892">
                  <a:extLst>
                    <a:ext uri="{FF2B5EF4-FFF2-40B4-BE49-F238E27FC236}">
                      <a16:creationId xmlns:a16="http://schemas.microsoft.com/office/drawing/2014/main" id="{763CA8F1-EB29-766E-F530-B75840F95CFE}"/>
                    </a:ext>
                  </a:extLst>
                </p14:cNvPr>
                <p14:cNvContentPartPr/>
                <p14:nvPr/>
              </p14:nvContentPartPr>
              <p14:xfrm>
                <a:off x="11092064" y="5497122"/>
                <a:ext cx="50760" cy="238320"/>
              </p14:xfrm>
            </p:contentPart>
          </mc:Choice>
          <mc:Fallback>
            <p:pic>
              <p:nvPicPr>
                <p:cNvPr id="1893" name="Ink 1892">
                  <a:extLst>
                    <a:ext uri="{FF2B5EF4-FFF2-40B4-BE49-F238E27FC236}">
                      <a16:creationId xmlns:a16="http://schemas.microsoft.com/office/drawing/2014/main" id="{763CA8F1-EB29-766E-F530-B75840F95CFE}"/>
                    </a:ext>
                  </a:extLst>
                </p:cNvPr>
                <p:cNvPicPr/>
                <p:nvPr/>
              </p:nvPicPr>
              <p:blipFill>
                <a:blip r:embed="rId223"/>
                <a:stretch>
                  <a:fillRect/>
                </a:stretch>
              </p:blipFill>
              <p:spPr>
                <a:xfrm>
                  <a:off x="11083064" y="5488482"/>
                  <a:ext cx="6840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894" name="Ink 1893">
                  <a:extLst>
                    <a:ext uri="{FF2B5EF4-FFF2-40B4-BE49-F238E27FC236}">
                      <a16:creationId xmlns:a16="http://schemas.microsoft.com/office/drawing/2014/main" id="{9321A737-37DB-8415-DF6A-69A73DF1B950}"/>
                    </a:ext>
                  </a:extLst>
                </p14:cNvPr>
                <p14:cNvContentPartPr/>
                <p14:nvPr/>
              </p14:nvContentPartPr>
              <p14:xfrm>
                <a:off x="11091704" y="5516922"/>
                <a:ext cx="337320" cy="198720"/>
              </p14:xfrm>
            </p:contentPart>
          </mc:Choice>
          <mc:Fallback>
            <p:pic>
              <p:nvPicPr>
                <p:cNvPr id="1894" name="Ink 1893">
                  <a:extLst>
                    <a:ext uri="{FF2B5EF4-FFF2-40B4-BE49-F238E27FC236}">
                      <a16:creationId xmlns:a16="http://schemas.microsoft.com/office/drawing/2014/main" id="{9321A737-37DB-8415-DF6A-69A73DF1B950}"/>
                    </a:ext>
                  </a:extLst>
                </p:cNvPr>
                <p:cNvPicPr/>
                <p:nvPr/>
              </p:nvPicPr>
              <p:blipFill>
                <a:blip r:embed="rId225"/>
                <a:stretch>
                  <a:fillRect/>
                </a:stretch>
              </p:blipFill>
              <p:spPr>
                <a:xfrm>
                  <a:off x="11082704" y="5508282"/>
                  <a:ext cx="35496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896" name="Ink 1895">
                  <a:extLst>
                    <a:ext uri="{FF2B5EF4-FFF2-40B4-BE49-F238E27FC236}">
                      <a16:creationId xmlns:a16="http://schemas.microsoft.com/office/drawing/2014/main" id="{20F345D0-24BB-B35E-87F2-2195297AB799}"/>
                    </a:ext>
                  </a:extLst>
                </p14:cNvPr>
                <p14:cNvContentPartPr/>
                <p14:nvPr/>
              </p14:nvContentPartPr>
              <p14:xfrm>
                <a:off x="11469344" y="5592882"/>
                <a:ext cx="198000" cy="113400"/>
              </p14:xfrm>
            </p:contentPart>
          </mc:Choice>
          <mc:Fallback>
            <p:pic>
              <p:nvPicPr>
                <p:cNvPr id="1896" name="Ink 1895">
                  <a:extLst>
                    <a:ext uri="{FF2B5EF4-FFF2-40B4-BE49-F238E27FC236}">
                      <a16:creationId xmlns:a16="http://schemas.microsoft.com/office/drawing/2014/main" id="{20F345D0-24BB-B35E-87F2-2195297AB799}"/>
                    </a:ext>
                  </a:extLst>
                </p:cNvPr>
                <p:cNvPicPr/>
                <p:nvPr/>
              </p:nvPicPr>
              <p:blipFill>
                <a:blip r:embed="rId227"/>
                <a:stretch>
                  <a:fillRect/>
                </a:stretch>
              </p:blipFill>
              <p:spPr>
                <a:xfrm>
                  <a:off x="11460704" y="5583882"/>
                  <a:ext cx="21564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897" name="Ink 1896">
                  <a:extLst>
                    <a:ext uri="{FF2B5EF4-FFF2-40B4-BE49-F238E27FC236}">
                      <a16:creationId xmlns:a16="http://schemas.microsoft.com/office/drawing/2014/main" id="{F79B1F5D-A071-1148-D7BF-15B5E169C918}"/>
                    </a:ext>
                  </a:extLst>
                </p14:cNvPr>
                <p14:cNvContentPartPr/>
                <p14:nvPr/>
              </p14:nvContentPartPr>
              <p14:xfrm>
                <a:off x="11461784" y="5572722"/>
                <a:ext cx="577080" cy="128160"/>
              </p14:xfrm>
            </p:contentPart>
          </mc:Choice>
          <mc:Fallback>
            <p:pic>
              <p:nvPicPr>
                <p:cNvPr id="1897" name="Ink 1896">
                  <a:extLst>
                    <a:ext uri="{FF2B5EF4-FFF2-40B4-BE49-F238E27FC236}">
                      <a16:creationId xmlns:a16="http://schemas.microsoft.com/office/drawing/2014/main" id="{F79B1F5D-A071-1148-D7BF-15B5E169C918}"/>
                    </a:ext>
                  </a:extLst>
                </p:cNvPr>
                <p:cNvPicPr/>
                <p:nvPr/>
              </p:nvPicPr>
              <p:blipFill>
                <a:blip r:embed="rId229"/>
                <a:stretch>
                  <a:fillRect/>
                </a:stretch>
              </p:blipFill>
              <p:spPr>
                <a:xfrm>
                  <a:off x="11453144" y="5563722"/>
                  <a:ext cx="59472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899" name="Ink 1898">
                  <a:extLst>
                    <a:ext uri="{FF2B5EF4-FFF2-40B4-BE49-F238E27FC236}">
                      <a16:creationId xmlns:a16="http://schemas.microsoft.com/office/drawing/2014/main" id="{1243E3C8-EC0F-0DED-9AF1-25099AC2EB21}"/>
                    </a:ext>
                  </a:extLst>
                </p14:cNvPr>
                <p14:cNvContentPartPr/>
                <p14:nvPr/>
              </p14:nvContentPartPr>
              <p14:xfrm>
                <a:off x="3843824" y="4248282"/>
                <a:ext cx="458640" cy="299880"/>
              </p14:xfrm>
            </p:contentPart>
          </mc:Choice>
          <mc:Fallback>
            <p:pic>
              <p:nvPicPr>
                <p:cNvPr id="1899" name="Ink 1898">
                  <a:extLst>
                    <a:ext uri="{FF2B5EF4-FFF2-40B4-BE49-F238E27FC236}">
                      <a16:creationId xmlns:a16="http://schemas.microsoft.com/office/drawing/2014/main" id="{1243E3C8-EC0F-0DED-9AF1-25099AC2EB21}"/>
                    </a:ext>
                  </a:extLst>
                </p:cNvPr>
                <p:cNvPicPr/>
                <p:nvPr/>
              </p:nvPicPr>
              <p:blipFill>
                <a:blip r:embed="rId231"/>
                <a:stretch>
                  <a:fillRect/>
                </a:stretch>
              </p:blipFill>
              <p:spPr>
                <a:xfrm>
                  <a:off x="3834824" y="4239642"/>
                  <a:ext cx="47628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900" name="Ink 1899">
                  <a:extLst>
                    <a:ext uri="{FF2B5EF4-FFF2-40B4-BE49-F238E27FC236}">
                      <a16:creationId xmlns:a16="http://schemas.microsoft.com/office/drawing/2014/main" id="{F6BF8521-9EC7-DA73-F294-A07A637DE8E1}"/>
                    </a:ext>
                  </a:extLst>
                </p14:cNvPr>
                <p14:cNvContentPartPr/>
                <p14:nvPr/>
              </p14:nvContentPartPr>
              <p14:xfrm>
                <a:off x="4254584" y="4537722"/>
                <a:ext cx="126000" cy="108000"/>
              </p14:xfrm>
            </p:contentPart>
          </mc:Choice>
          <mc:Fallback>
            <p:pic>
              <p:nvPicPr>
                <p:cNvPr id="1900" name="Ink 1899">
                  <a:extLst>
                    <a:ext uri="{FF2B5EF4-FFF2-40B4-BE49-F238E27FC236}">
                      <a16:creationId xmlns:a16="http://schemas.microsoft.com/office/drawing/2014/main" id="{F6BF8521-9EC7-DA73-F294-A07A637DE8E1}"/>
                    </a:ext>
                  </a:extLst>
                </p:cNvPr>
                <p:cNvPicPr/>
                <p:nvPr/>
              </p:nvPicPr>
              <p:blipFill>
                <a:blip r:embed="rId233"/>
                <a:stretch>
                  <a:fillRect/>
                </a:stretch>
              </p:blipFill>
              <p:spPr>
                <a:xfrm>
                  <a:off x="4245944" y="4529082"/>
                  <a:ext cx="14364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901" name="Ink 1900">
                  <a:extLst>
                    <a:ext uri="{FF2B5EF4-FFF2-40B4-BE49-F238E27FC236}">
                      <a16:creationId xmlns:a16="http://schemas.microsoft.com/office/drawing/2014/main" id="{4CC6C66F-36A0-E54D-5793-E57B8B93E6EA}"/>
                    </a:ext>
                  </a:extLst>
                </p14:cNvPr>
                <p14:cNvContentPartPr/>
                <p14:nvPr/>
              </p14:nvContentPartPr>
              <p14:xfrm>
                <a:off x="4319744" y="4624842"/>
                <a:ext cx="1506960" cy="167400"/>
              </p14:xfrm>
            </p:contentPart>
          </mc:Choice>
          <mc:Fallback>
            <p:pic>
              <p:nvPicPr>
                <p:cNvPr id="1901" name="Ink 1900">
                  <a:extLst>
                    <a:ext uri="{FF2B5EF4-FFF2-40B4-BE49-F238E27FC236}">
                      <a16:creationId xmlns:a16="http://schemas.microsoft.com/office/drawing/2014/main" id="{4CC6C66F-36A0-E54D-5793-E57B8B93E6EA}"/>
                    </a:ext>
                  </a:extLst>
                </p:cNvPr>
                <p:cNvPicPr/>
                <p:nvPr/>
              </p:nvPicPr>
              <p:blipFill>
                <a:blip r:embed="rId235"/>
                <a:stretch>
                  <a:fillRect/>
                </a:stretch>
              </p:blipFill>
              <p:spPr>
                <a:xfrm>
                  <a:off x="4311104" y="4616202"/>
                  <a:ext cx="15246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902" name="Ink 1901">
                  <a:extLst>
                    <a:ext uri="{FF2B5EF4-FFF2-40B4-BE49-F238E27FC236}">
                      <a16:creationId xmlns:a16="http://schemas.microsoft.com/office/drawing/2014/main" id="{995240C8-0BFB-F83F-6C44-CEE52290A0D0}"/>
                    </a:ext>
                  </a:extLst>
                </p14:cNvPr>
                <p14:cNvContentPartPr/>
                <p14:nvPr/>
              </p14:nvContentPartPr>
              <p14:xfrm>
                <a:off x="5751104" y="4722762"/>
                <a:ext cx="58320" cy="120240"/>
              </p14:xfrm>
            </p:contentPart>
          </mc:Choice>
          <mc:Fallback>
            <p:pic>
              <p:nvPicPr>
                <p:cNvPr id="1902" name="Ink 1901">
                  <a:extLst>
                    <a:ext uri="{FF2B5EF4-FFF2-40B4-BE49-F238E27FC236}">
                      <a16:creationId xmlns:a16="http://schemas.microsoft.com/office/drawing/2014/main" id="{995240C8-0BFB-F83F-6C44-CEE52290A0D0}"/>
                    </a:ext>
                  </a:extLst>
                </p:cNvPr>
                <p:cNvPicPr/>
                <p:nvPr/>
              </p:nvPicPr>
              <p:blipFill>
                <a:blip r:embed="rId237"/>
                <a:stretch>
                  <a:fillRect/>
                </a:stretch>
              </p:blipFill>
              <p:spPr>
                <a:xfrm>
                  <a:off x="5742104" y="4713762"/>
                  <a:ext cx="7596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903" name="Ink 1902">
                  <a:extLst>
                    <a:ext uri="{FF2B5EF4-FFF2-40B4-BE49-F238E27FC236}">
                      <a16:creationId xmlns:a16="http://schemas.microsoft.com/office/drawing/2014/main" id="{48FCE167-6D11-E64E-B062-1FA0B800E9C1}"/>
                    </a:ext>
                  </a:extLst>
                </p14:cNvPr>
                <p14:cNvContentPartPr/>
                <p14:nvPr/>
              </p14:nvContentPartPr>
              <p14:xfrm>
                <a:off x="4008704" y="5218842"/>
                <a:ext cx="474480" cy="327600"/>
              </p14:xfrm>
            </p:contentPart>
          </mc:Choice>
          <mc:Fallback>
            <p:pic>
              <p:nvPicPr>
                <p:cNvPr id="1903" name="Ink 1902">
                  <a:extLst>
                    <a:ext uri="{FF2B5EF4-FFF2-40B4-BE49-F238E27FC236}">
                      <a16:creationId xmlns:a16="http://schemas.microsoft.com/office/drawing/2014/main" id="{48FCE167-6D11-E64E-B062-1FA0B800E9C1}"/>
                    </a:ext>
                  </a:extLst>
                </p:cNvPr>
                <p:cNvPicPr/>
                <p:nvPr/>
              </p:nvPicPr>
              <p:blipFill>
                <a:blip r:embed="rId239"/>
                <a:stretch>
                  <a:fillRect/>
                </a:stretch>
              </p:blipFill>
              <p:spPr>
                <a:xfrm>
                  <a:off x="3999704" y="5209842"/>
                  <a:ext cx="49212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904" name="Ink 1903">
                  <a:extLst>
                    <a:ext uri="{FF2B5EF4-FFF2-40B4-BE49-F238E27FC236}">
                      <a16:creationId xmlns:a16="http://schemas.microsoft.com/office/drawing/2014/main" id="{16C74E16-041F-DE26-CCF5-12D8A1C3ED1E}"/>
                    </a:ext>
                  </a:extLst>
                </p14:cNvPr>
                <p14:cNvContentPartPr/>
                <p14:nvPr/>
              </p14:nvContentPartPr>
              <p14:xfrm>
                <a:off x="4367264" y="5206242"/>
                <a:ext cx="100080" cy="106200"/>
              </p14:xfrm>
            </p:contentPart>
          </mc:Choice>
          <mc:Fallback>
            <p:pic>
              <p:nvPicPr>
                <p:cNvPr id="1904" name="Ink 1903">
                  <a:extLst>
                    <a:ext uri="{FF2B5EF4-FFF2-40B4-BE49-F238E27FC236}">
                      <a16:creationId xmlns:a16="http://schemas.microsoft.com/office/drawing/2014/main" id="{16C74E16-041F-DE26-CCF5-12D8A1C3ED1E}"/>
                    </a:ext>
                  </a:extLst>
                </p:cNvPr>
                <p:cNvPicPr/>
                <p:nvPr/>
              </p:nvPicPr>
              <p:blipFill>
                <a:blip r:embed="rId241"/>
                <a:stretch>
                  <a:fillRect/>
                </a:stretch>
              </p:blipFill>
              <p:spPr>
                <a:xfrm>
                  <a:off x="4358624" y="5197242"/>
                  <a:ext cx="11772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905" name="Ink 1904">
                  <a:extLst>
                    <a:ext uri="{FF2B5EF4-FFF2-40B4-BE49-F238E27FC236}">
                      <a16:creationId xmlns:a16="http://schemas.microsoft.com/office/drawing/2014/main" id="{4F8243DE-DD24-9DA0-DFD6-913495B6EFC9}"/>
                    </a:ext>
                  </a:extLst>
                </p14:cNvPr>
                <p14:cNvContentPartPr/>
                <p14:nvPr/>
              </p14:nvContentPartPr>
              <p14:xfrm>
                <a:off x="4396784" y="5002122"/>
                <a:ext cx="1244520" cy="199440"/>
              </p14:xfrm>
            </p:contentPart>
          </mc:Choice>
          <mc:Fallback>
            <p:pic>
              <p:nvPicPr>
                <p:cNvPr id="1905" name="Ink 1904">
                  <a:extLst>
                    <a:ext uri="{FF2B5EF4-FFF2-40B4-BE49-F238E27FC236}">
                      <a16:creationId xmlns:a16="http://schemas.microsoft.com/office/drawing/2014/main" id="{4F8243DE-DD24-9DA0-DFD6-913495B6EFC9}"/>
                    </a:ext>
                  </a:extLst>
                </p:cNvPr>
                <p:cNvPicPr/>
                <p:nvPr/>
              </p:nvPicPr>
              <p:blipFill>
                <a:blip r:embed="rId243"/>
                <a:stretch>
                  <a:fillRect/>
                </a:stretch>
              </p:blipFill>
              <p:spPr>
                <a:xfrm>
                  <a:off x="4387784" y="4993122"/>
                  <a:ext cx="126216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906" name="Ink 1905">
                  <a:extLst>
                    <a:ext uri="{FF2B5EF4-FFF2-40B4-BE49-F238E27FC236}">
                      <a16:creationId xmlns:a16="http://schemas.microsoft.com/office/drawing/2014/main" id="{2E0C2863-1B49-BE6D-28F2-EC7B5B61A569}"/>
                    </a:ext>
                  </a:extLst>
                </p14:cNvPr>
                <p14:cNvContentPartPr/>
                <p14:nvPr/>
              </p14:nvContentPartPr>
              <p14:xfrm>
                <a:off x="5579024" y="4950642"/>
                <a:ext cx="110160" cy="109800"/>
              </p14:xfrm>
            </p:contentPart>
          </mc:Choice>
          <mc:Fallback>
            <p:pic>
              <p:nvPicPr>
                <p:cNvPr id="1906" name="Ink 1905">
                  <a:extLst>
                    <a:ext uri="{FF2B5EF4-FFF2-40B4-BE49-F238E27FC236}">
                      <a16:creationId xmlns:a16="http://schemas.microsoft.com/office/drawing/2014/main" id="{2E0C2863-1B49-BE6D-28F2-EC7B5B61A569}"/>
                    </a:ext>
                  </a:extLst>
                </p:cNvPr>
                <p:cNvPicPr/>
                <p:nvPr/>
              </p:nvPicPr>
              <p:blipFill>
                <a:blip r:embed="rId245"/>
                <a:stretch>
                  <a:fillRect/>
                </a:stretch>
              </p:blipFill>
              <p:spPr>
                <a:xfrm>
                  <a:off x="5570024" y="4941642"/>
                  <a:ext cx="127800" cy="127440"/>
                </a:xfrm>
                <a:prstGeom prst="rect">
                  <a:avLst/>
                </a:prstGeom>
              </p:spPr>
            </p:pic>
          </mc:Fallback>
        </mc:AlternateContent>
      </p:grpSp>
    </p:spTree>
    <p:extLst>
      <p:ext uri="{BB962C8B-B14F-4D97-AF65-F5344CB8AC3E}">
        <p14:creationId xmlns:p14="http://schemas.microsoft.com/office/powerpoint/2010/main" val="1653216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7" name="Google Shape;1757;p96"/>
          <p:cNvSpPr txBox="1"/>
          <p:nvPr/>
        </p:nvSpPr>
        <p:spPr>
          <a:xfrm>
            <a:off x="224979" y="788088"/>
            <a:ext cx="118062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Before data reaches to transaction buffer, the augment code will be executed and here we can set some default data to the BO instance.</a:t>
            </a:r>
            <a:endParaRPr sz="1800">
              <a:solidFill>
                <a:schemeClr val="dk1"/>
              </a:solidFill>
              <a:latin typeface="Calibri"/>
              <a:ea typeface="Calibri"/>
              <a:cs typeface="Calibri"/>
              <a:sym typeface="Calibri"/>
            </a:endParaRPr>
          </a:p>
        </p:txBody>
      </p:sp>
      <p:sp>
        <p:nvSpPr>
          <p:cNvPr id="1758" name="Google Shape;1758;p9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Augment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E759323-9071-51AF-FE04-CFE6D25AD8FE}"/>
                  </a:ext>
                </a:extLst>
              </p14:cNvPr>
              <p14:cNvContentPartPr/>
              <p14:nvPr/>
            </p14:nvContentPartPr>
            <p14:xfrm>
              <a:off x="5366984" y="3949122"/>
              <a:ext cx="360" cy="360"/>
            </p14:xfrm>
          </p:contentPart>
        </mc:Choice>
        <mc:Fallback>
          <p:pic>
            <p:nvPicPr>
              <p:cNvPr id="2" name="Ink 1">
                <a:extLst>
                  <a:ext uri="{FF2B5EF4-FFF2-40B4-BE49-F238E27FC236}">
                    <a16:creationId xmlns:a16="http://schemas.microsoft.com/office/drawing/2014/main" id="{AE759323-9071-51AF-FE04-CFE6D25AD8FE}"/>
                  </a:ext>
                </a:extLst>
              </p:cNvPr>
              <p:cNvPicPr/>
              <p:nvPr/>
            </p:nvPicPr>
            <p:blipFill>
              <a:blip r:embed="rId5"/>
              <a:stretch>
                <a:fillRect/>
              </a:stretch>
            </p:blipFill>
            <p:spPr>
              <a:xfrm>
                <a:off x="5358344" y="3940122"/>
                <a:ext cx="18000" cy="18000"/>
              </a:xfrm>
              <a:prstGeom prst="rect">
                <a:avLst/>
              </a:prstGeom>
            </p:spPr>
          </p:pic>
        </mc:Fallback>
      </mc:AlternateContent>
    </p:spTree>
    <p:extLst>
      <p:ext uri="{BB962C8B-B14F-4D97-AF65-F5344CB8AC3E}">
        <p14:creationId xmlns:p14="http://schemas.microsoft.com/office/powerpoint/2010/main" val="1197678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6" name="Google Shape;1766;p97"/>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There is a requirement to expose extra elements out of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which there is no data inside the database, basically these element values are calculated at runtime (on-fly). If you worked with SAP UI5 development, we have similar concept called formatter. We have a implementing class in which we will add our code for calculating the runtime data of virtual elements.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Rules: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should only add them to projection view. Because if you add in main view, your draft table will disturb and your main table will never have these column.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RAP does not support filtering and sorting of virtual elements, also the aggregation and group is not allowed</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cannot select data from virtual elements using direct SELECT or EML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write implementation in a class for virtual element that class must use the interface </a:t>
            </a:r>
            <a:r>
              <a:rPr lang="en-US" sz="1800" dirty="0">
                <a:solidFill>
                  <a:srgbClr val="333333"/>
                </a:solidFill>
                <a:latin typeface="Arial"/>
                <a:ea typeface="Arial"/>
                <a:cs typeface="Arial"/>
                <a:sym typeface="Arial"/>
              </a:rPr>
              <a:t>IF_SADL_EXIT_CALC_ELEMENT_READ.</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767" name="Google Shape;1767;p9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Virtual Elements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254B608-1366-EDF5-7611-CF806C718FAE}"/>
                  </a:ext>
                </a:extLst>
              </p14:cNvPr>
              <p14:cNvContentPartPr/>
              <p14:nvPr/>
            </p14:nvContentPartPr>
            <p14:xfrm>
              <a:off x="1128892" y="5240783"/>
              <a:ext cx="360" cy="360"/>
            </p14:xfrm>
          </p:contentPart>
        </mc:Choice>
        <mc:Fallback xmlns="">
          <p:pic>
            <p:nvPicPr>
              <p:cNvPr id="2" name="Ink 1">
                <a:extLst>
                  <a:ext uri="{FF2B5EF4-FFF2-40B4-BE49-F238E27FC236}">
                    <a16:creationId xmlns:a16="http://schemas.microsoft.com/office/drawing/2014/main" id="{1254B608-1366-EDF5-7611-CF806C718FAE}"/>
                  </a:ext>
                </a:extLst>
              </p:cNvPr>
              <p:cNvPicPr/>
              <p:nvPr/>
            </p:nvPicPr>
            <p:blipFill>
              <a:blip r:embed="rId5"/>
              <a:stretch>
                <a:fillRect/>
              </a:stretch>
            </p:blipFill>
            <p:spPr>
              <a:xfrm>
                <a:off x="1119892" y="5232143"/>
                <a:ext cx="18000" cy="18000"/>
              </a:xfrm>
              <a:prstGeom prst="rect">
                <a:avLst/>
              </a:prstGeom>
            </p:spPr>
          </p:pic>
        </mc:Fallback>
      </mc:AlternateContent>
    </p:spTree>
    <p:extLst>
      <p:ext uri="{BB962C8B-B14F-4D97-AF65-F5344CB8AC3E}">
        <p14:creationId xmlns:p14="http://schemas.microsoft.com/office/powerpoint/2010/main" val="2111787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Structure of the Fiori App</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15" name="Google Shape;1784;p99">
            <a:extLst>
              <a:ext uri="{FF2B5EF4-FFF2-40B4-BE49-F238E27FC236}">
                <a16:creationId xmlns:a16="http://schemas.microsoft.com/office/drawing/2014/main" id="{D066BECC-1B37-00D9-A221-842A63DFF0A3}"/>
              </a:ext>
            </a:extLst>
          </p:cNvPr>
          <p:cNvSpPr txBox="1"/>
          <p:nvPr/>
        </p:nvSpPr>
        <p:spPr>
          <a:xfrm>
            <a:off x="258169" y="769187"/>
            <a:ext cx="11806237"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Currently you are testing the Fiori App by using the standard preview option in eclipse tool. Will our end user have the ability and skill to open eclipse tool, go to package and search BIMP and then open preview and that too in production system.</a:t>
            </a:r>
            <a:endParaRPr dirty="0"/>
          </a:p>
          <a:p>
            <a:pPr marL="285750" marR="0" lvl="0" indent="-28575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All the Fiori apps which we create in BTP will be called MTA – Multi target application, they are deployed with </a:t>
            </a:r>
            <a:r>
              <a:rPr lang="en-US" sz="1800" dirty="0" err="1">
                <a:solidFill>
                  <a:schemeClr val="dk1"/>
                </a:solidFill>
                <a:latin typeface="Calibri"/>
                <a:ea typeface="Calibri"/>
                <a:cs typeface="Calibri"/>
                <a:sym typeface="Calibri"/>
              </a:rPr>
              <a:t>mta.yml</a:t>
            </a:r>
            <a:r>
              <a:rPr lang="en-US" sz="1800" dirty="0">
                <a:solidFill>
                  <a:schemeClr val="dk1"/>
                </a:solidFill>
                <a:latin typeface="Calibri"/>
                <a:ea typeface="Calibri"/>
                <a:cs typeface="Calibri"/>
                <a:sym typeface="Calibri"/>
              </a:rPr>
              <a:t> file. Which will contain the configuration for the Fiori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 SAP BTP, there is a storage space called </a:t>
            </a:r>
            <a:r>
              <a:rPr lang="en-US" sz="1800" b="1" dirty="0">
                <a:solidFill>
                  <a:schemeClr val="dk1"/>
                </a:solidFill>
                <a:latin typeface="Calibri"/>
                <a:ea typeface="Calibri"/>
                <a:cs typeface="Calibri"/>
                <a:sym typeface="Calibri"/>
              </a:rPr>
              <a:t>html-5-repository</a:t>
            </a:r>
            <a:r>
              <a:rPr lang="en-US" sz="1800" dirty="0">
                <a:solidFill>
                  <a:schemeClr val="dk1"/>
                </a:solidFill>
                <a:latin typeface="Calibri"/>
                <a:ea typeface="Calibri"/>
                <a:cs typeface="Calibri"/>
                <a:sym typeface="Calibri"/>
              </a:rPr>
              <a:t> where the BTP will store our Fiori apps.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When we deploy our app, there is </a:t>
            </a:r>
            <a:r>
              <a:rPr lang="en-US" sz="1800" b="1" dirty="0">
                <a:solidFill>
                  <a:schemeClr val="dk1"/>
                </a:solidFill>
                <a:latin typeface="Calibri"/>
                <a:ea typeface="Calibri"/>
                <a:cs typeface="Calibri"/>
                <a:sym typeface="Calibri"/>
              </a:rPr>
              <a:t>html5-deployer</a:t>
            </a:r>
            <a:r>
              <a:rPr lang="en-US" sz="1800" dirty="0">
                <a:solidFill>
                  <a:schemeClr val="dk1"/>
                </a:solidFill>
                <a:latin typeface="Calibri"/>
                <a:ea typeface="Calibri"/>
                <a:cs typeface="Calibri"/>
                <a:sym typeface="Calibri"/>
              </a:rPr>
              <a:t> which will take our app from BAS tool and </a:t>
            </a:r>
            <a:r>
              <a:rPr lang="en-US" sz="1800" dirty="0" err="1">
                <a:solidFill>
                  <a:schemeClr val="dk1"/>
                </a:solidFill>
                <a:latin typeface="Calibri"/>
                <a:ea typeface="Calibri"/>
                <a:cs typeface="Calibri"/>
                <a:sym typeface="Calibri"/>
              </a:rPr>
              <a:t>deployes</a:t>
            </a:r>
            <a:r>
              <a:rPr lang="en-US" sz="1800" dirty="0">
                <a:solidFill>
                  <a:schemeClr val="dk1"/>
                </a:solidFill>
                <a:latin typeface="Calibri"/>
                <a:ea typeface="Calibri"/>
                <a:cs typeface="Calibri"/>
                <a:sym typeface="Calibri"/>
              </a:rPr>
              <a:t> it to the HTML5 Repository (Design time)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When we run the app, there is a service called </a:t>
            </a:r>
            <a:r>
              <a:rPr lang="en-US" sz="1800" b="1" dirty="0">
                <a:solidFill>
                  <a:schemeClr val="dk1"/>
                </a:solidFill>
                <a:latin typeface="Calibri"/>
                <a:ea typeface="Calibri"/>
                <a:cs typeface="Calibri"/>
                <a:sym typeface="Calibri"/>
              </a:rPr>
              <a:t>html5-rt</a:t>
            </a:r>
            <a:r>
              <a:rPr lang="en-US" sz="1800" dirty="0">
                <a:solidFill>
                  <a:schemeClr val="dk1"/>
                </a:solidFill>
                <a:latin typeface="Calibri"/>
                <a:ea typeface="Calibri"/>
                <a:cs typeface="Calibri"/>
                <a:sym typeface="Calibri"/>
              </a:rPr>
              <a:t> (runtime) service which will load our app from the repository in the build </a:t>
            </a:r>
            <a:r>
              <a:rPr lang="en-US" sz="1800" dirty="0" err="1">
                <a:solidFill>
                  <a:schemeClr val="dk1"/>
                </a:solidFill>
                <a:latin typeface="Calibri"/>
                <a:ea typeface="Calibri"/>
                <a:cs typeface="Calibri"/>
                <a:sym typeface="Calibri"/>
              </a:rPr>
              <a:t>workzone</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Apart from that the application will contain a </a:t>
            </a:r>
            <a:r>
              <a:rPr lang="en-US" sz="1800" b="1" dirty="0">
                <a:solidFill>
                  <a:schemeClr val="dk1"/>
                </a:solidFill>
                <a:latin typeface="Calibri"/>
                <a:ea typeface="Calibri"/>
                <a:cs typeface="Calibri"/>
                <a:sym typeface="Calibri"/>
              </a:rPr>
              <a:t>connectivity</a:t>
            </a:r>
            <a:r>
              <a:rPr lang="en-US" sz="1800" dirty="0">
                <a:solidFill>
                  <a:schemeClr val="dk1"/>
                </a:solidFill>
                <a:latin typeface="Calibri"/>
                <a:ea typeface="Calibri"/>
                <a:cs typeface="Calibri"/>
                <a:sym typeface="Calibri"/>
              </a:rPr>
              <a:t> service to communicate with our abap on cloud system.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a </a:t>
            </a:r>
            <a:r>
              <a:rPr lang="en-US" sz="1800" b="1" dirty="0">
                <a:solidFill>
                  <a:schemeClr val="dk1"/>
                </a:solidFill>
                <a:latin typeface="Calibri"/>
                <a:ea typeface="Calibri"/>
                <a:cs typeface="Calibri"/>
                <a:sym typeface="Calibri"/>
              </a:rPr>
              <a:t>destination </a:t>
            </a:r>
            <a:r>
              <a:rPr lang="en-US" sz="1800" dirty="0">
                <a:solidFill>
                  <a:schemeClr val="dk1"/>
                </a:solidFill>
                <a:latin typeface="Calibri"/>
                <a:ea typeface="Calibri"/>
                <a:cs typeface="Calibri"/>
                <a:sym typeface="Calibri"/>
              </a:rPr>
              <a:t>service which will read the destination (RFC) of AOC system to access data in Fiori.</a:t>
            </a:r>
            <a:endParaRPr dirty="0"/>
          </a:p>
        </p:txBody>
      </p:sp>
    </p:spTree>
    <p:extLst>
      <p:ext uri="{BB962C8B-B14F-4D97-AF65-F5344CB8AC3E}">
        <p14:creationId xmlns:p14="http://schemas.microsoft.com/office/powerpoint/2010/main" val="3427854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Architecture</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3076" name="Picture 4" descr="Build and Deploy UI5 Freestyle Applications to SAP... - SAP Community">
            <a:extLst>
              <a:ext uri="{FF2B5EF4-FFF2-40B4-BE49-F238E27FC236}">
                <a16:creationId xmlns:a16="http://schemas.microsoft.com/office/drawing/2014/main" id="{688F8252-8736-0CE9-3D02-4CC8E7FFAF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008" y="1019096"/>
            <a:ext cx="11172144" cy="5107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442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Tools and Services to Deliver the App</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3" name="TextBox 2">
            <a:extLst>
              <a:ext uri="{FF2B5EF4-FFF2-40B4-BE49-F238E27FC236}">
                <a16:creationId xmlns:a16="http://schemas.microsoft.com/office/drawing/2014/main" id="{F131C131-2300-C883-3271-E2D57BBC02D2}"/>
              </a:ext>
            </a:extLst>
          </p:cNvPr>
          <p:cNvSpPr txBox="1"/>
          <p:nvPr/>
        </p:nvSpPr>
        <p:spPr>
          <a:xfrm>
            <a:off x="288291" y="803937"/>
            <a:ext cx="11445485" cy="2246769"/>
          </a:xfrm>
          <a:prstGeom prst="rect">
            <a:avLst/>
          </a:prstGeom>
          <a:noFill/>
        </p:spPr>
        <p:txBody>
          <a:bodyPr wrap="square">
            <a:spAutoFit/>
          </a:bodyPr>
          <a:lstStyle/>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Business Application Studio – It is a multi cloud development tool which allows developers to build, test, package, deploy, and manage end to end Fiori applications.</a:t>
            </a:r>
            <a:endParaRPr lang="en-US" sz="2000" dirty="0"/>
          </a:p>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SAP build work zone (aka </a:t>
            </a:r>
            <a:r>
              <a:rPr lang="en-US" sz="2000" dirty="0" err="1">
                <a:solidFill>
                  <a:schemeClr val="dk1"/>
                </a:solidFill>
                <a:latin typeface="Calibri"/>
                <a:ea typeface="Calibri"/>
                <a:cs typeface="Calibri"/>
                <a:sym typeface="Calibri"/>
              </a:rPr>
              <a:t>cFLP</a:t>
            </a:r>
            <a:r>
              <a:rPr lang="en-US" sz="2000" dirty="0">
                <a:solidFill>
                  <a:schemeClr val="dk1"/>
                </a:solidFill>
                <a:latin typeface="Calibri"/>
                <a:ea typeface="Calibri"/>
                <a:cs typeface="Calibri"/>
                <a:sym typeface="Calibri"/>
              </a:rPr>
              <a:t> in BTP) – it helps us to configure a site called Fiori launchpad in the cloud. All the Fiori Apps which you build in BTP will be accessed via this build </a:t>
            </a:r>
            <a:r>
              <a:rPr lang="en-US" sz="2000" dirty="0" err="1">
                <a:solidFill>
                  <a:schemeClr val="dk1"/>
                </a:solidFill>
                <a:latin typeface="Calibri"/>
                <a:ea typeface="Calibri"/>
                <a:cs typeface="Calibri"/>
                <a:sym typeface="Calibri"/>
              </a:rPr>
              <a:t>workzone</a:t>
            </a:r>
            <a:r>
              <a:rPr lang="en-US" sz="2000" dirty="0">
                <a:solidFill>
                  <a:schemeClr val="dk1"/>
                </a:solidFill>
                <a:latin typeface="Calibri"/>
                <a:ea typeface="Calibri"/>
                <a:cs typeface="Calibri"/>
                <a:sym typeface="Calibri"/>
              </a:rPr>
              <a:t> from end user. End user will get single URL, which contains the tiles for all our apps deployed in BTP.</a:t>
            </a:r>
            <a:endParaRPr lang="en-US" sz="2000" dirty="0"/>
          </a:p>
          <a:p>
            <a:pPr marL="285750" marR="0" lvl="0" indent="-285750"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Continuous Integration Service – When a developer change the application, and push to central repository like git, the CI service will automatically build and deploy our app.</a:t>
            </a:r>
            <a:endParaRPr lang="en-US" sz="2000" dirty="0"/>
          </a:p>
        </p:txBody>
      </p:sp>
    </p:spTree>
    <p:extLst>
      <p:ext uri="{BB962C8B-B14F-4D97-AF65-F5344CB8AC3E}">
        <p14:creationId xmlns:p14="http://schemas.microsoft.com/office/powerpoint/2010/main" val="1298922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Build – An introduction</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2050" name="Picture 2" descr="SAP Build Work Zone: SAP's no-code offering for bu... - SAP Community">
            <a:extLst>
              <a:ext uri="{FF2B5EF4-FFF2-40B4-BE49-F238E27FC236}">
                <a16:creationId xmlns:a16="http://schemas.microsoft.com/office/drawing/2014/main" id="{327A12B3-0A45-F879-7B0E-42A136DD44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6208"/>
          <a:stretch/>
        </p:blipFill>
        <p:spPr bwMode="auto">
          <a:xfrm>
            <a:off x="510883" y="1380806"/>
            <a:ext cx="11383047" cy="474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673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SAP Build Work zone – Key benefits</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1026" name="Picture 2" descr="What Is SAP Build Work Zone, standard edition? | SAP Help Portal">
            <a:extLst>
              <a:ext uri="{FF2B5EF4-FFF2-40B4-BE49-F238E27FC236}">
                <a16:creationId xmlns:a16="http://schemas.microsoft.com/office/drawing/2014/main" id="{4AB61E76-F13F-A503-D64A-8E43D217745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237"/>
          <a:stretch/>
        </p:blipFill>
        <p:spPr bwMode="auto">
          <a:xfrm>
            <a:off x="287932" y="970353"/>
            <a:ext cx="11468100" cy="5041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540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Additional configuration before deployment</a:t>
            </a:r>
            <a:endParaRPr sz="3599" dirty="0">
              <a:solidFill>
                <a:srgbClr val="FFC000"/>
              </a:solidFill>
              <a:latin typeface="Cooper Black" panose="0208090404030B020404" pitchFamily="18" charset="0"/>
              <a:ea typeface="Corben"/>
              <a:cs typeface="Corben"/>
              <a:sym typeface="Corben"/>
            </a:endParaRPr>
          </a:p>
        </p:txBody>
      </p: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sp>
        <p:nvSpPr>
          <p:cNvPr id="2" name="Google Shape;1802;p101">
            <a:extLst>
              <a:ext uri="{FF2B5EF4-FFF2-40B4-BE49-F238E27FC236}">
                <a16:creationId xmlns:a16="http://schemas.microsoft.com/office/drawing/2014/main" id="{8B3FD0C9-A6F1-D57E-7DFB-8B28B8A56BF3}"/>
              </a:ext>
            </a:extLst>
          </p:cNvPr>
          <p:cNvSpPr txBox="1"/>
          <p:nvPr/>
        </p:nvSpPr>
        <p:spPr>
          <a:xfrm>
            <a:off x="224979" y="788088"/>
            <a:ext cx="11806237" cy="31085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r>
              <a:rPr lang="en-US" sz="1400" b="0" dirty="0" err="1">
                <a:solidFill>
                  <a:schemeClr val="tx1"/>
                </a:solidFill>
                <a:latin typeface="Consolas"/>
                <a:ea typeface="Consolas"/>
                <a:cs typeface="Consolas"/>
                <a:sym typeface="Consolas"/>
              </a:rPr>
              <a:t>xsappname</a:t>
            </a:r>
            <a:r>
              <a:rPr lang="en-US" sz="1400" b="0" dirty="0">
                <a:solidFill>
                  <a:schemeClr val="tx1"/>
                </a:solidFill>
                <a:latin typeface="Consolas"/>
                <a:ea typeface="Consolas"/>
                <a:cs typeface="Consolas"/>
                <a:sym typeface="Consolas"/>
              </a:rPr>
              <a:t>": "</a:t>
            </a:r>
            <a:r>
              <a:rPr lang="en-US" sz="1400" b="0" dirty="0" err="1">
                <a:solidFill>
                  <a:schemeClr val="tx1"/>
                </a:solidFill>
                <a:latin typeface="Consolas"/>
                <a:ea typeface="Consolas"/>
                <a:cs typeface="Consolas"/>
                <a:sym typeface="Consolas"/>
              </a:rPr>
              <a:t>comatstproctravelprocessorapp</a:t>
            </a:r>
            <a:r>
              <a:rPr lang="en-US" sz="1400" b="0" dirty="0">
                <a:solidFill>
                  <a:schemeClr val="tx1"/>
                </a:solidFill>
                <a:latin typeface="Consolas"/>
                <a:ea typeface="Consolas"/>
                <a:cs typeface="Consolas"/>
                <a:sym typeface="Consolas"/>
              </a:rPr>
              <a:t>",</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"tenant-mode": "dedicated",</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"description": "Security profile of called application",</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"scopes":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"role-templates":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"oauth2-configuration":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"token-validity": 60000,</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"refresh-token-validity": 2592000,</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"redirect-</a:t>
            </a:r>
            <a:r>
              <a:rPr lang="en-US" sz="1400" b="0" dirty="0" err="1">
                <a:solidFill>
                  <a:schemeClr val="tx1"/>
                </a:solidFill>
                <a:latin typeface="Consolas"/>
                <a:ea typeface="Consolas"/>
                <a:cs typeface="Consolas"/>
                <a:sym typeface="Consolas"/>
              </a:rPr>
              <a:t>uris</a:t>
            </a: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"https://.cfapps.us10-001.hana.ondemand.com/login/callback"</a:t>
            </a:r>
            <a:endParaRPr sz="1400" b="0" dirty="0">
              <a:solidFill>
                <a:schemeClr val="tx1"/>
              </a:solidFill>
              <a:latin typeface="Consolas"/>
              <a:ea typeface="Consolas"/>
              <a:cs typeface="Consolas"/>
              <a:sym typeface="Consolas"/>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  }</a:t>
            </a:r>
            <a:endParaRPr dirty="0">
              <a:solidFill>
                <a:schemeClr val="tx1"/>
              </a:solidFill>
            </a:endParaRPr>
          </a:p>
          <a:p>
            <a:pPr marL="0" marR="0" lvl="0" indent="0" algn="l" rtl="0">
              <a:spcBef>
                <a:spcPts val="0"/>
              </a:spcBef>
              <a:spcAft>
                <a:spcPts val="0"/>
              </a:spcAft>
              <a:buNone/>
            </a:pPr>
            <a:r>
              <a:rPr lang="en-US" sz="1400" b="0" dirty="0">
                <a:solidFill>
                  <a:schemeClr val="tx1"/>
                </a:solidFill>
                <a:latin typeface="Consolas"/>
                <a:ea typeface="Consolas"/>
                <a:cs typeface="Consolas"/>
                <a:sym typeface="Consolas"/>
              </a:rPr>
              <a:t>}</a:t>
            </a:r>
            <a:endParaRPr dirty="0">
              <a:solidFill>
                <a:schemeClr val="tx1"/>
              </a:solidFill>
            </a:endParaRPr>
          </a:p>
        </p:txBody>
      </p:sp>
    </p:spTree>
    <p:extLst>
      <p:ext uri="{BB962C8B-B14F-4D97-AF65-F5344CB8AC3E}">
        <p14:creationId xmlns:p14="http://schemas.microsoft.com/office/powerpoint/2010/main" val="3487890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sp>
        <p:nvSpPr>
          <p:cNvPr id="1811" name="Google Shape;1811;p102"/>
          <p:cNvSpPr txBox="1"/>
          <p:nvPr/>
        </p:nvSpPr>
        <p:spPr>
          <a:xfrm>
            <a:off x="191294" y="889843"/>
            <a:ext cx="11806237" cy="507831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Create the Dev space in BAS tool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the bas tool and open folder to choose projects folder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open terminal and login to </a:t>
            </a:r>
            <a:r>
              <a:rPr lang="en-US" sz="1800" dirty="0" err="1">
                <a:solidFill>
                  <a:schemeClr val="dk1"/>
                </a:solidFill>
                <a:latin typeface="Calibri"/>
                <a:ea typeface="Calibri"/>
                <a:cs typeface="Calibri"/>
                <a:sym typeface="Calibri"/>
              </a:rPr>
              <a:t>btp</a:t>
            </a:r>
            <a:r>
              <a:rPr lang="en-US" sz="1800" dirty="0">
                <a:solidFill>
                  <a:schemeClr val="dk1"/>
                </a:solidFill>
                <a:latin typeface="Calibri"/>
                <a:ea typeface="Calibri"/>
                <a:cs typeface="Calibri"/>
                <a:sym typeface="Calibri"/>
              </a:rPr>
              <a:t> a/c </a:t>
            </a:r>
            <a:r>
              <a:rPr lang="en-US" sz="1800" dirty="0" err="1">
                <a:solidFill>
                  <a:schemeClr val="dk1"/>
                </a:solidFill>
                <a:latin typeface="Calibri"/>
                <a:ea typeface="Calibri"/>
                <a:cs typeface="Calibri"/>
                <a:sym typeface="Calibri"/>
              </a:rPr>
              <a:t>cf</a:t>
            </a:r>
            <a:r>
              <a:rPr lang="en-US" sz="1800" dirty="0">
                <a:solidFill>
                  <a:schemeClr val="dk1"/>
                </a:solidFill>
                <a:latin typeface="Calibri"/>
                <a:ea typeface="Calibri"/>
                <a:cs typeface="Calibri"/>
                <a:sym typeface="Calibri"/>
              </a:rPr>
              <a:t> login -a https://api.cf.us10-001.hana.ondemand.com --</a:t>
            </a:r>
            <a:r>
              <a:rPr lang="en-US" sz="1800" dirty="0" err="1">
                <a:solidFill>
                  <a:schemeClr val="dk1"/>
                </a:solidFill>
                <a:latin typeface="Calibri"/>
                <a:ea typeface="Calibri"/>
                <a:cs typeface="Calibri"/>
                <a:sym typeface="Calibri"/>
              </a:rPr>
              <a:t>sso</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Press F1 and choose open application generator to generate Fiori app of template: List Report Template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Select the system as AOC and choose our service binding name for processor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Provide app details, deployment details (</a:t>
            </a:r>
            <a:r>
              <a:rPr lang="en-US" sz="1800" dirty="0" err="1">
                <a:solidFill>
                  <a:schemeClr val="dk1"/>
                </a:solidFill>
                <a:latin typeface="Calibri"/>
                <a:ea typeface="Calibri"/>
                <a:cs typeface="Calibri"/>
                <a:sym typeface="Calibri"/>
              </a:rPr>
              <a:t>btp</a:t>
            </a:r>
            <a:r>
              <a:rPr lang="en-US" sz="1800" dirty="0">
                <a:solidFill>
                  <a:schemeClr val="dk1"/>
                </a:solidFill>
                <a:latin typeface="Calibri"/>
                <a:ea typeface="Calibri"/>
                <a:cs typeface="Calibri"/>
                <a:sym typeface="Calibri"/>
              </a:rPr>
              <a:t>), launchpad details and create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Right click on </a:t>
            </a:r>
            <a:r>
              <a:rPr lang="en-US" sz="1800" dirty="0" err="1">
                <a:solidFill>
                  <a:schemeClr val="dk1"/>
                </a:solidFill>
                <a:latin typeface="Calibri"/>
                <a:ea typeface="Calibri"/>
                <a:cs typeface="Calibri"/>
                <a:sym typeface="Calibri"/>
              </a:rPr>
              <a:t>mta.yml</a:t>
            </a:r>
            <a:r>
              <a:rPr lang="en-US" sz="1800" dirty="0">
                <a:solidFill>
                  <a:schemeClr val="dk1"/>
                </a:solidFill>
                <a:latin typeface="Calibri"/>
                <a:ea typeface="Calibri"/>
                <a:cs typeface="Calibri"/>
                <a:sym typeface="Calibri"/>
              </a:rPr>
              <a:t> and build MTA </a:t>
            </a:r>
            <a:r>
              <a:rPr lang="en-US" sz="1800" dirty="0" err="1">
                <a:solidFill>
                  <a:schemeClr val="dk1"/>
                </a:solidFill>
                <a:latin typeface="Calibri"/>
                <a:ea typeface="Calibri"/>
                <a:cs typeface="Calibri"/>
                <a:sym typeface="Calibri"/>
              </a:rPr>
              <a:t>archieve</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Choose F1, open application info and select deploy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Assign the roles of our Launchpad service to our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SAP Build </a:t>
            </a:r>
            <a:r>
              <a:rPr lang="en-US" sz="1800" dirty="0" err="1">
                <a:solidFill>
                  <a:schemeClr val="dk1"/>
                </a:solidFill>
                <a:latin typeface="Calibri"/>
                <a:ea typeface="Calibri"/>
                <a:cs typeface="Calibri"/>
                <a:sym typeface="Calibri"/>
              </a:rPr>
              <a:t>workzone</a:t>
            </a:r>
            <a:r>
              <a:rPr lang="en-US" sz="1800" dirty="0">
                <a:solidFill>
                  <a:schemeClr val="dk1"/>
                </a:solidFill>
                <a:latin typeface="Calibri"/>
                <a:ea typeface="Calibri"/>
                <a:cs typeface="Calibri"/>
                <a:sym typeface="Calibri"/>
              </a:rPr>
              <a:t> and create a site with name </a:t>
            </a:r>
            <a:r>
              <a:rPr lang="en-US" sz="1800" dirty="0" err="1">
                <a:solidFill>
                  <a:schemeClr val="dk1"/>
                </a:solidFill>
                <a:latin typeface="Calibri"/>
                <a:ea typeface="Calibri"/>
                <a:cs typeface="Calibri"/>
                <a:sym typeface="Calibri"/>
              </a:rPr>
              <a:t>mylaunchpad</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channel manager and refresh the apps which are stored in html5-repository</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content manager and choose content explorer and pull the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Create a catalog and a group and add our app to them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Go to everyone role and assign the app to the role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Open the site to test our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Repeat the same steps if there is a change in the app.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need to create a </a:t>
            </a:r>
            <a:r>
              <a:rPr lang="en-US" sz="1800" dirty="0" err="1">
                <a:solidFill>
                  <a:schemeClr val="dk1"/>
                </a:solidFill>
                <a:latin typeface="Calibri"/>
                <a:ea typeface="Calibri"/>
                <a:cs typeface="Calibri"/>
                <a:sym typeface="Calibri"/>
              </a:rPr>
              <a:t>git</a:t>
            </a:r>
            <a:r>
              <a:rPr lang="en-US" sz="1800" dirty="0">
                <a:solidFill>
                  <a:schemeClr val="dk1"/>
                </a:solidFill>
                <a:latin typeface="Calibri"/>
                <a:ea typeface="Calibri"/>
                <a:cs typeface="Calibri"/>
                <a:sym typeface="Calibri"/>
              </a:rPr>
              <a:t> repository and push our app code (backup)</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Register a web hook and use the same in CI CD service so that the application will deploy automatically to BTP cloud</a:t>
            </a:r>
            <a:endParaRPr dirty="0"/>
          </a:p>
        </p:txBody>
      </p:sp>
      <p:sp>
        <p:nvSpPr>
          <p:cNvPr id="1812" name="Google Shape;1812;p102"/>
          <p:cNvSpPr txBox="1"/>
          <p:nvPr/>
        </p:nvSpPr>
        <p:spPr>
          <a:xfrm>
            <a:off x="191294" y="96431"/>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How did Anubhav build and deploy fiori</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7"/>
        <p:cNvGrpSpPr/>
        <p:nvPr/>
      </p:nvGrpSpPr>
      <p:grpSpPr>
        <a:xfrm>
          <a:off x="0" y="0"/>
          <a:ext cx="0" cy="0"/>
          <a:chOff x="0" y="0"/>
          <a:chExt cx="0" cy="0"/>
        </a:xfrm>
      </p:grpSpPr>
      <p:sp>
        <p:nvSpPr>
          <p:cNvPr id="1909" name="Google Shape;1909;p108"/>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Git is a source code repository management system, git hub is a repository on internet. We interact with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using git software. If I want to take a backup of all our code which we created in AOC system, git is a great choice. This way we can also export import our code between cloud and on-premise system.</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cloud system, we use git plugin in eclipse which is provided by SAP. The installation was covered in 3</a:t>
            </a:r>
            <a:r>
              <a:rPr lang="en-US" sz="1800" baseline="30000" dirty="0">
                <a:solidFill>
                  <a:schemeClr val="dk1"/>
                </a:solidFill>
                <a:latin typeface="Calibri"/>
                <a:ea typeface="Calibri"/>
                <a:cs typeface="Calibri"/>
                <a:sym typeface="Calibri"/>
              </a:rPr>
              <a:t>rd</a:t>
            </a:r>
            <a:r>
              <a:rPr lang="en-US" sz="1800" dirty="0">
                <a:solidFill>
                  <a:schemeClr val="dk1"/>
                </a:solidFill>
                <a:latin typeface="Calibri"/>
                <a:ea typeface="Calibri"/>
                <a:cs typeface="Calibri"/>
                <a:sym typeface="Calibri"/>
              </a:rPr>
              <a:t> session.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We need to add the plugin for </a:t>
            </a:r>
            <a:r>
              <a:rPr lang="en-US" sz="1800" dirty="0" err="1">
                <a:solidFill>
                  <a:schemeClr val="dk1"/>
                </a:solidFill>
                <a:latin typeface="Calibri"/>
                <a:ea typeface="Calibri"/>
                <a:cs typeface="Calibri"/>
                <a:sym typeface="Calibri"/>
              </a:rPr>
              <a:t>abap</a:t>
            </a:r>
            <a:r>
              <a:rPr lang="en-US" sz="1800" dirty="0">
                <a:solidFill>
                  <a:schemeClr val="dk1"/>
                </a:solidFill>
                <a:latin typeface="Calibri"/>
                <a:ea typeface="Calibri"/>
                <a:cs typeface="Calibri"/>
                <a:sym typeface="Calibri"/>
              </a:rPr>
              <a:t> git in ADT - </a:t>
            </a:r>
            <a:r>
              <a:rPr lang="en-US" sz="1400" b="0" i="0" u="sng" dirty="0">
                <a:solidFill>
                  <a:srgbClr val="E6EDF3"/>
                </a:solidFill>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sz="1400" b="0" i="0" dirty="0">
              <a:solidFill>
                <a:srgbClr val="E6EDF3"/>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a:t>
            </a:r>
            <a:r>
              <a:rPr lang="en-US" sz="1800" dirty="0" err="1">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account and add a PAT token under developer setting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repository in git hub</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Click on Add to link a repository and paste </a:t>
            </a:r>
            <a:r>
              <a:rPr lang="en-US" sz="1800" dirty="0" err="1">
                <a:solidFill>
                  <a:schemeClr val="dk1"/>
                </a:solidFill>
                <a:latin typeface="Calibri"/>
                <a:ea typeface="Calibri"/>
                <a:cs typeface="Calibri"/>
                <a:sym typeface="Calibri"/>
              </a:rPr>
              <a:t>url</a:t>
            </a:r>
            <a:r>
              <a:rPr lang="en-US" sz="1800" dirty="0">
                <a:solidFill>
                  <a:schemeClr val="dk1"/>
                </a:solidFill>
                <a:latin typeface="Calibri"/>
                <a:ea typeface="Calibri"/>
                <a:cs typeface="Calibri"/>
                <a:sym typeface="Calibri"/>
              </a:rPr>
              <a:t> from step 3</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1910" name="Google Shape;1910;p10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err="1">
                <a:solidFill>
                  <a:srgbClr val="FFC000"/>
                </a:solidFill>
                <a:latin typeface="Cooper Black" panose="0208090404030B020404" pitchFamily="18" charset="0"/>
                <a:ea typeface="Corben"/>
                <a:cs typeface="Corben"/>
                <a:sym typeface="Corben"/>
              </a:rPr>
              <a:t>Git</a:t>
            </a:r>
            <a:r>
              <a:rPr lang="en-US" sz="3599" dirty="0">
                <a:solidFill>
                  <a:srgbClr val="FFC000"/>
                </a:solidFill>
                <a:latin typeface="Cooper Black" panose="0208090404030B020404" pitchFamily="18" charset="0"/>
                <a:ea typeface="Corben"/>
                <a:cs typeface="Corben"/>
                <a:sym typeface="Corben"/>
              </a:rPr>
              <a:t> and ABAP on </a:t>
            </a:r>
            <a:r>
              <a:rPr lang="en-US" sz="3599" dirty="0" err="1">
                <a:solidFill>
                  <a:srgbClr val="FFC000"/>
                </a:solidFill>
                <a:latin typeface="Cooper Black" panose="0208090404030B020404" pitchFamily="18" charset="0"/>
                <a:ea typeface="Corben"/>
                <a:cs typeface="Corben"/>
                <a:sym typeface="Corben"/>
              </a:rPr>
              <a:t>git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solidFill>
                  <a:schemeClr val="accent1"/>
                </a:solidFill>
              </a:rPr>
              <a:t>Git and Git HUB</a:t>
            </a:r>
          </a:p>
        </p:txBody>
      </p:sp>
      <p:pic>
        <p:nvPicPr>
          <p:cNvPr id="47" name="Picture 46">
            <a:extLst>
              <a:ext uri="{FF2B5EF4-FFF2-40B4-BE49-F238E27FC236}">
                <a16:creationId xmlns:a16="http://schemas.microsoft.com/office/drawing/2014/main" id="{56007C54-3524-9466-6672-46E876D55D02}"/>
              </a:ext>
            </a:extLst>
          </p:cNvPr>
          <p:cNvPicPr>
            <a:picLocks noChangeAspect="1"/>
          </p:cNvPicPr>
          <p:nvPr/>
        </p:nvPicPr>
        <p:blipFill>
          <a:blip r:embed="rId3"/>
          <a:stretch>
            <a:fillRect/>
          </a:stretch>
        </p:blipFill>
        <p:spPr>
          <a:xfrm>
            <a:off x="477787" y="980728"/>
            <a:ext cx="10969943" cy="5519564"/>
          </a:xfrm>
          <a:prstGeom prst="rect">
            <a:avLst/>
          </a:prstGeom>
        </p:spPr>
      </p:pic>
    </p:spTree>
    <p:extLst>
      <p:ext uri="{BB962C8B-B14F-4D97-AF65-F5344CB8AC3E}">
        <p14:creationId xmlns:p14="http://schemas.microsoft.com/office/powerpoint/2010/main" val="1145430302"/>
      </p:ext>
    </p:extLst>
  </p:cSld>
  <p:clrMapOvr>
    <a:overrideClrMapping bg1="lt1" tx1="dk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15</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themeOverride>
</file>

<file path=docProps/app.xml><?xml version="1.0" encoding="utf-8"?>
<Properties xmlns="http://schemas.openxmlformats.org/officeDocument/2006/extended-properties" xmlns:vt="http://schemas.openxmlformats.org/officeDocument/2006/docPropsVTypes">
  <TotalTime>3722</TotalTime>
  <Words>1990</Words>
  <Application>Microsoft Office PowerPoint</Application>
  <PresentationFormat>Custom</PresentationFormat>
  <Paragraphs>154</Paragraphs>
  <Slides>19</Slides>
  <Notes>16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19</vt:i4>
      </vt:variant>
    </vt:vector>
  </HeadingPairs>
  <TitlesOfParts>
    <vt:vector size="33" baseType="lpstr">
      <vt:lpstr>Segoe UI Light</vt:lpstr>
      <vt:lpstr>Corben</vt:lpstr>
      <vt:lpstr>Calibri</vt:lpstr>
      <vt:lpstr>Arial</vt:lpstr>
      <vt:lpstr>Segoe UI</vt:lpstr>
      <vt:lpstr>Cambria</vt:lpstr>
      <vt:lpstr>Cooper Black</vt:lpstr>
      <vt:lpstr>Quattrocento Sans</vt:lpstr>
      <vt:lpstr>Arial Black</vt:lpstr>
      <vt:lpstr>Consolas</vt:lpstr>
      <vt:lpstr>Open Sans</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and Git HUB</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113</cp:revision>
  <dcterms:created xsi:type="dcterms:W3CDTF">2023-10-03T21:33:12Z</dcterms:created>
  <dcterms:modified xsi:type="dcterms:W3CDTF">2026-02-24T13:56:41Z</dcterms:modified>
</cp:coreProperties>
</file>